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2.xml" ContentType="application/vnd.openxmlformats-officedocument.presentationml.tags+xml"/>
  <Override PartName="/ppt/notesSlides/notesSlide30.xml" ContentType="application/vnd.openxmlformats-officedocument.presentationml.notesSlide+xml"/>
  <Override PartName="/ppt/tags/tag3.xml" ContentType="application/vnd.openxmlformats-officedocument.presentationml.tags+xml"/>
  <Override PartName="/ppt/notesSlides/notesSlide31.xml" ContentType="application/vnd.openxmlformats-officedocument.presentationml.notesSlide+xml"/>
  <Override PartName="/ppt/tags/tag4.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2" r:id="rId4"/>
    <p:sldMasterId id="2147484091" r:id="rId5"/>
  </p:sldMasterIdLst>
  <p:notesMasterIdLst>
    <p:notesMasterId r:id="rId61"/>
  </p:notesMasterIdLst>
  <p:handoutMasterIdLst>
    <p:handoutMasterId r:id="rId62"/>
  </p:handoutMasterIdLst>
  <p:sldIdLst>
    <p:sldId id="794" r:id="rId6"/>
    <p:sldId id="813" r:id="rId7"/>
    <p:sldId id="699" r:id="rId8"/>
    <p:sldId id="700" r:id="rId9"/>
    <p:sldId id="797" r:id="rId10"/>
    <p:sldId id="798" r:id="rId11"/>
    <p:sldId id="799" r:id="rId12"/>
    <p:sldId id="803" r:id="rId13"/>
    <p:sldId id="804" r:id="rId14"/>
    <p:sldId id="805" r:id="rId15"/>
    <p:sldId id="806" r:id="rId16"/>
    <p:sldId id="701" r:id="rId17"/>
    <p:sldId id="702" r:id="rId18"/>
    <p:sldId id="706" r:id="rId19"/>
    <p:sldId id="703" r:id="rId20"/>
    <p:sldId id="708" r:id="rId21"/>
    <p:sldId id="704" r:id="rId22"/>
    <p:sldId id="719" r:id="rId23"/>
    <p:sldId id="707" r:id="rId24"/>
    <p:sldId id="721" r:id="rId25"/>
    <p:sldId id="724" r:id="rId26"/>
    <p:sldId id="725" r:id="rId27"/>
    <p:sldId id="723" r:id="rId28"/>
    <p:sldId id="705" r:id="rId29"/>
    <p:sldId id="800" r:id="rId30"/>
    <p:sldId id="814" r:id="rId31"/>
    <p:sldId id="801" r:id="rId32"/>
    <p:sldId id="802" r:id="rId33"/>
    <p:sldId id="736" r:id="rId34"/>
    <p:sldId id="737" r:id="rId35"/>
    <p:sldId id="731" r:id="rId36"/>
    <p:sldId id="732" r:id="rId37"/>
    <p:sldId id="734" r:id="rId38"/>
    <p:sldId id="735" r:id="rId39"/>
    <p:sldId id="733" r:id="rId40"/>
    <p:sldId id="755" r:id="rId41"/>
    <p:sldId id="738" r:id="rId42"/>
    <p:sldId id="739" r:id="rId43"/>
    <p:sldId id="740" r:id="rId44"/>
    <p:sldId id="741" r:id="rId45"/>
    <p:sldId id="788" r:id="rId46"/>
    <p:sldId id="743" r:id="rId47"/>
    <p:sldId id="744" r:id="rId48"/>
    <p:sldId id="745" r:id="rId49"/>
    <p:sldId id="747" r:id="rId50"/>
    <p:sldId id="748" r:id="rId51"/>
    <p:sldId id="757" r:id="rId52"/>
    <p:sldId id="812" r:id="rId53"/>
    <p:sldId id="749" r:id="rId54"/>
    <p:sldId id="750" r:id="rId55"/>
    <p:sldId id="751" r:id="rId56"/>
    <p:sldId id="753" r:id="rId57"/>
    <p:sldId id="807" r:id="rId58"/>
    <p:sldId id="811" r:id="rId59"/>
    <p:sldId id="815" r:id="rId60"/>
  </p:sldIdLst>
  <p:sldSz cx="9144000" cy="6858000" type="screen4x3"/>
  <p:notesSz cx="6807200" cy="9939338"/>
  <p:defaultTextStyle>
    <a:defPPr>
      <a:defRPr lang="en-GB"/>
    </a:defPPr>
    <a:lvl1pPr algn="l" rtl="0" eaLnBrk="0" fontAlgn="base" hangingPunct="0">
      <a:spcBef>
        <a:spcPct val="0"/>
      </a:spcBef>
      <a:spcAft>
        <a:spcPct val="0"/>
      </a:spcAft>
      <a:defRPr sz="1000" kern="1200">
        <a:solidFill>
          <a:srgbClr val="004D75"/>
        </a:solidFill>
        <a:latin typeface="Verdan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sz="1000" kern="1200">
        <a:solidFill>
          <a:srgbClr val="004D75"/>
        </a:solidFill>
        <a:latin typeface="Verdan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sz="1000" kern="1200">
        <a:solidFill>
          <a:srgbClr val="004D75"/>
        </a:solidFill>
        <a:latin typeface="Verdan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sz="1000" kern="1200">
        <a:solidFill>
          <a:srgbClr val="004D75"/>
        </a:solidFill>
        <a:latin typeface="Verdan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sz="1000" kern="1200">
        <a:solidFill>
          <a:srgbClr val="004D75"/>
        </a:solidFill>
        <a:latin typeface="Verdana" panose="020B0604030504040204" pitchFamily="34" charset="0"/>
        <a:ea typeface="+mn-ea"/>
        <a:cs typeface="Arial" panose="020B0604020202020204" pitchFamily="34" charset="0"/>
      </a:defRPr>
    </a:lvl5pPr>
    <a:lvl6pPr marL="2286000" algn="l" defTabSz="914400" rtl="0" eaLnBrk="1" latinLnBrk="0" hangingPunct="1">
      <a:defRPr sz="1000" kern="1200">
        <a:solidFill>
          <a:srgbClr val="004D75"/>
        </a:solidFill>
        <a:latin typeface="Verdana" panose="020B0604030504040204" pitchFamily="34" charset="0"/>
        <a:ea typeface="+mn-ea"/>
        <a:cs typeface="Arial" panose="020B0604020202020204" pitchFamily="34" charset="0"/>
      </a:defRPr>
    </a:lvl6pPr>
    <a:lvl7pPr marL="2743200" algn="l" defTabSz="914400" rtl="0" eaLnBrk="1" latinLnBrk="0" hangingPunct="1">
      <a:defRPr sz="1000" kern="1200">
        <a:solidFill>
          <a:srgbClr val="004D75"/>
        </a:solidFill>
        <a:latin typeface="Verdana" panose="020B0604030504040204" pitchFamily="34" charset="0"/>
        <a:ea typeface="+mn-ea"/>
        <a:cs typeface="Arial" panose="020B0604020202020204" pitchFamily="34" charset="0"/>
      </a:defRPr>
    </a:lvl7pPr>
    <a:lvl8pPr marL="3200400" algn="l" defTabSz="914400" rtl="0" eaLnBrk="1" latinLnBrk="0" hangingPunct="1">
      <a:defRPr sz="1000" kern="1200">
        <a:solidFill>
          <a:srgbClr val="004D75"/>
        </a:solidFill>
        <a:latin typeface="Verdana" panose="020B0604030504040204" pitchFamily="34" charset="0"/>
        <a:ea typeface="+mn-ea"/>
        <a:cs typeface="Arial" panose="020B0604020202020204" pitchFamily="34" charset="0"/>
      </a:defRPr>
    </a:lvl8pPr>
    <a:lvl9pPr marL="3657600" algn="l" defTabSz="914400" rtl="0" eaLnBrk="1" latinLnBrk="0" hangingPunct="1">
      <a:defRPr sz="1000" kern="1200">
        <a:solidFill>
          <a:srgbClr val="004D75"/>
        </a:solidFill>
        <a:latin typeface="Verdan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31">
          <p15:clr>
            <a:srgbClr val="A4A3A4"/>
          </p15:clr>
        </p15:guide>
        <p15:guide id="2" pos="214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0F0F"/>
    <a:srgbClr val="C04C73"/>
    <a:srgbClr val="96900D"/>
    <a:srgbClr val="99B766"/>
    <a:srgbClr val="A77C97"/>
    <a:srgbClr val="74C7B8"/>
    <a:srgbClr val="004D75"/>
    <a:srgbClr val="004D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2D9DE6-9E6E-9E3C-54EB-A23F3A71842E}" v="4" dt="2025-11-13T04:55:51.173"/>
    <p1510:client id="{F58F3655-1C88-4620-9081-F20ACD308922}" v="128" dt="2025-11-12T02:16:24.3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05" autoAdjust="0"/>
    <p:restoredTop sz="92883" autoAdjust="0"/>
  </p:normalViewPr>
  <p:slideViewPr>
    <p:cSldViewPr snapToGrid="0">
      <p:cViewPr varScale="1">
        <p:scale>
          <a:sx n="59" d="100"/>
          <a:sy n="59" d="100"/>
        </p:scale>
        <p:origin x="148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5892"/>
    </p:cViewPr>
  </p:sorterViewPr>
  <p:notesViewPr>
    <p:cSldViewPr snapToGrid="0">
      <p:cViewPr>
        <p:scale>
          <a:sx n="100" d="100"/>
          <a:sy n="100" d="100"/>
        </p:scale>
        <p:origin x="-1470" y="-78"/>
      </p:cViewPr>
      <p:guideLst>
        <p:guide orient="horz" pos="3131"/>
        <p:guide pos="2145"/>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notesMaster" Target="notesMasters/notes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microsoft.com/office/2016/11/relationships/changesInfo" Target="changesInfos/changesInfo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m Wen-I" userId="4f6c7eb3-5643-4e91-aeb7-39086a2dad27" providerId="ADAL" clId="{4377D0C4-B1ED-4164-97B6-E272DBE49AC9}"/>
    <pc:docChg chg="custSel delSld modSld modMainMaster">
      <pc:chgData name="Lim Wen-I" userId="4f6c7eb3-5643-4e91-aeb7-39086a2dad27" providerId="ADAL" clId="{4377D0C4-B1ED-4164-97B6-E272DBE49AC9}" dt="2025-11-12T02:21:47.065" v="179" actId="20577"/>
      <pc:docMkLst>
        <pc:docMk/>
      </pc:docMkLst>
      <pc:sldChg chg="addSp modSp">
        <pc:chgData name="Lim Wen-I" userId="4f6c7eb3-5643-4e91-aeb7-39086a2dad27" providerId="ADAL" clId="{4377D0C4-B1ED-4164-97B6-E272DBE49AC9}" dt="2025-11-12T02:11:26.568" v="33"/>
        <pc:sldMkLst>
          <pc:docMk/>
          <pc:sldMk cId="0" sldId="699"/>
        </pc:sldMkLst>
        <pc:spChg chg="add mod">
          <ac:chgData name="Lim Wen-I" userId="4f6c7eb3-5643-4e91-aeb7-39086a2dad27" providerId="ADAL" clId="{4377D0C4-B1ED-4164-97B6-E272DBE49AC9}" dt="2025-11-12T02:11:26.568" v="33"/>
          <ac:spMkLst>
            <pc:docMk/>
            <pc:sldMk cId="0" sldId="699"/>
            <ac:spMk id="2" creationId="{7E178007-3D2C-FC96-E399-606608984433}"/>
          </ac:spMkLst>
        </pc:spChg>
      </pc:sldChg>
      <pc:sldChg chg="addSp modSp">
        <pc:chgData name="Lim Wen-I" userId="4f6c7eb3-5643-4e91-aeb7-39086a2dad27" providerId="ADAL" clId="{4377D0C4-B1ED-4164-97B6-E272DBE49AC9}" dt="2025-11-12T02:11:29.160" v="34"/>
        <pc:sldMkLst>
          <pc:docMk/>
          <pc:sldMk cId="0" sldId="700"/>
        </pc:sldMkLst>
        <pc:spChg chg="add mod">
          <ac:chgData name="Lim Wen-I" userId="4f6c7eb3-5643-4e91-aeb7-39086a2dad27" providerId="ADAL" clId="{4377D0C4-B1ED-4164-97B6-E272DBE49AC9}" dt="2025-11-12T02:11:29.160" v="34"/>
          <ac:spMkLst>
            <pc:docMk/>
            <pc:sldMk cId="0" sldId="700"/>
            <ac:spMk id="2" creationId="{BF9DDFE4-B26A-4589-F997-C4263A53E586}"/>
          </ac:spMkLst>
        </pc:spChg>
      </pc:sldChg>
      <pc:sldChg chg="addSp modSp">
        <pc:chgData name="Lim Wen-I" userId="4f6c7eb3-5643-4e91-aeb7-39086a2dad27" providerId="ADAL" clId="{4377D0C4-B1ED-4164-97B6-E272DBE49AC9}" dt="2025-11-12T02:11:54.202" v="43" actId="14100"/>
        <pc:sldMkLst>
          <pc:docMk/>
          <pc:sldMk cId="0" sldId="701"/>
        </pc:sldMkLst>
        <pc:spChg chg="add mod">
          <ac:chgData name="Lim Wen-I" userId="4f6c7eb3-5643-4e91-aeb7-39086a2dad27" providerId="ADAL" clId="{4377D0C4-B1ED-4164-97B6-E272DBE49AC9}" dt="2025-11-12T02:11:54.202" v="43" actId="14100"/>
          <ac:spMkLst>
            <pc:docMk/>
            <pc:sldMk cId="0" sldId="701"/>
            <ac:spMk id="2" creationId="{2079D505-4CA3-B5B6-322F-22EE94061EBF}"/>
          </ac:spMkLst>
        </pc:spChg>
      </pc:sldChg>
      <pc:sldChg chg="addSp modSp">
        <pc:chgData name="Lim Wen-I" userId="4f6c7eb3-5643-4e91-aeb7-39086a2dad27" providerId="ADAL" clId="{4377D0C4-B1ED-4164-97B6-E272DBE49AC9}" dt="2025-11-12T02:12:14.068" v="84" actId="1036"/>
        <pc:sldMkLst>
          <pc:docMk/>
          <pc:sldMk cId="0" sldId="702"/>
        </pc:sldMkLst>
        <pc:spChg chg="add mod">
          <ac:chgData name="Lim Wen-I" userId="4f6c7eb3-5643-4e91-aeb7-39086a2dad27" providerId="ADAL" clId="{4377D0C4-B1ED-4164-97B6-E272DBE49AC9}" dt="2025-11-12T02:11:58.612" v="44"/>
          <ac:spMkLst>
            <pc:docMk/>
            <pc:sldMk cId="0" sldId="702"/>
            <ac:spMk id="2" creationId="{9851A293-D722-BD6C-7AF2-BE8A0D88AD3D}"/>
          </ac:spMkLst>
        </pc:spChg>
        <pc:spChg chg="mod">
          <ac:chgData name="Lim Wen-I" userId="4f6c7eb3-5643-4e91-aeb7-39086a2dad27" providerId="ADAL" clId="{4377D0C4-B1ED-4164-97B6-E272DBE49AC9}" dt="2025-11-12T02:12:14.068" v="84" actId="1036"/>
          <ac:spMkLst>
            <pc:docMk/>
            <pc:sldMk cId="0" sldId="702"/>
            <ac:spMk id="28675" creationId="{FCB5AF7F-A008-AB48-FF5B-960D0538904D}"/>
          </ac:spMkLst>
        </pc:spChg>
      </pc:sldChg>
      <pc:sldChg chg="addSp modSp">
        <pc:chgData name="Lim Wen-I" userId="4f6c7eb3-5643-4e91-aeb7-39086a2dad27" providerId="ADAL" clId="{4377D0C4-B1ED-4164-97B6-E272DBE49AC9}" dt="2025-11-12T02:12:20.717" v="86"/>
        <pc:sldMkLst>
          <pc:docMk/>
          <pc:sldMk cId="0" sldId="703"/>
        </pc:sldMkLst>
        <pc:spChg chg="add mod">
          <ac:chgData name="Lim Wen-I" userId="4f6c7eb3-5643-4e91-aeb7-39086a2dad27" providerId="ADAL" clId="{4377D0C4-B1ED-4164-97B6-E272DBE49AC9}" dt="2025-11-12T02:12:20.717" v="86"/>
          <ac:spMkLst>
            <pc:docMk/>
            <pc:sldMk cId="0" sldId="703"/>
            <ac:spMk id="2" creationId="{4FF96303-2C07-3D1F-A83A-7B6D08D8764B}"/>
          </ac:spMkLst>
        </pc:spChg>
      </pc:sldChg>
      <pc:sldChg chg="modSp">
        <pc:chgData name="Lim Wen-I" userId="4f6c7eb3-5643-4e91-aeb7-39086a2dad27" providerId="ADAL" clId="{4377D0C4-B1ED-4164-97B6-E272DBE49AC9}" dt="2025-11-12T02:13:45.599" v="117" actId="1076"/>
        <pc:sldMkLst>
          <pc:docMk/>
          <pc:sldMk cId="0" sldId="704"/>
        </pc:sldMkLst>
        <pc:spChg chg="mod">
          <ac:chgData name="Lim Wen-I" userId="4f6c7eb3-5643-4e91-aeb7-39086a2dad27" providerId="ADAL" clId="{4377D0C4-B1ED-4164-97B6-E272DBE49AC9}" dt="2025-11-12T02:13:45.599" v="117" actId="1076"/>
          <ac:spMkLst>
            <pc:docMk/>
            <pc:sldMk cId="0" sldId="704"/>
            <ac:spMk id="32772" creationId="{E5AA9178-F017-0B96-3784-EE797396E02D}"/>
          </ac:spMkLst>
        </pc:spChg>
      </pc:sldChg>
      <pc:sldChg chg="addSp modSp">
        <pc:chgData name="Lim Wen-I" userId="4f6c7eb3-5643-4e91-aeb7-39086a2dad27" providerId="ADAL" clId="{4377D0C4-B1ED-4164-97B6-E272DBE49AC9}" dt="2025-11-12T02:14:00.333" v="118"/>
        <pc:sldMkLst>
          <pc:docMk/>
          <pc:sldMk cId="0" sldId="705"/>
        </pc:sldMkLst>
        <pc:spChg chg="add mod">
          <ac:chgData name="Lim Wen-I" userId="4f6c7eb3-5643-4e91-aeb7-39086a2dad27" providerId="ADAL" clId="{4377D0C4-B1ED-4164-97B6-E272DBE49AC9}" dt="2025-11-12T02:14:00.333" v="118"/>
          <ac:spMkLst>
            <pc:docMk/>
            <pc:sldMk cId="0" sldId="705"/>
            <ac:spMk id="2" creationId="{DA34A601-2B09-3279-E8AA-F27FBD74D591}"/>
          </ac:spMkLst>
        </pc:spChg>
      </pc:sldChg>
      <pc:sldChg chg="addSp modSp">
        <pc:chgData name="Lim Wen-I" userId="4f6c7eb3-5643-4e91-aeb7-39086a2dad27" providerId="ADAL" clId="{4377D0C4-B1ED-4164-97B6-E272DBE49AC9}" dt="2025-11-12T02:12:18.318" v="85"/>
        <pc:sldMkLst>
          <pc:docMk/>
          <pc:sldMk cId="0" sldId="706"/>
        </pc:sldMkLst>
        <pc:spChg chg="add mod">
          <ac:chgData name="Lim Wen-I" userId="4f6c7eb3-5643-4e91-aeb7-39086a2dad27" providerId="ADAL" clId="{4377D0C4-B1ED-4164-97B6-E272DBE49AC9}" dt="2025-11-12T02:12:18.318" v="85"/>
          <ac:spMkLst>
            <pc:docMk/>
            <pc:sldMk cId="0" sldId="706"/>
            <ac:spMk id="2" creationId="{6A6934E9-7176-E8EF-E009-2175B0C23B3B}"/>
          </ac:spMkLst>
        </pc:spChg>
      </pc:sldChg>
      <pc:sldChg chg="addSp modSp">
        <pc:chgData name="Lim Wen-I" userId="4f6c7eb3-5643-4e91-aeb7-39086a2dad27" providerId="ADAL" clId="{4377D0C4-B1ED-4164-97B6-E272DBE49AC9}" dt="2025-11-12T02:12:35.783" v="88"/>
        <pc:sldMkLst>
          <pc:docMk/>
          <pc:sldMk cId="0" sldId="707"/>
        </pc:sldMkLst>
        <pc:spChg chg="add mod">
          <ac:chgData name="Lim Wen-I" userId="4f6c7eb3-5643-4e91-aeb7-39086a2dad27" providerId="ADAL" clId="{4377D0C4-B1ED-4164-97B6-E272DBE49AC9}" dt="2025-11-12T02:12:35.783" v="88"/>
          <ac:spMkLst>
            <pc:docMk/>
            <pc:sldMk cId="0" sldId="707"/>
            <ac:spMk id="2" creationId="{21FEF8F2-3734-046F-ABED-CAEFE1AC5721}"/>
          </ac:spMkLst>
        </pc:spChg>
      </pc:sldChg>
      <pc:sldChg chg="addSp modSp">
        <pc:chgData name="Lim Wen-I" userId="4f6c7eb3-5643-4e91-aeb7-39086a2dad27" providerId="ADAL" clId="{4377D0C4-B1ED-4164-97B6-E272DBE49AC9}" dt="2025-11-12T02:12:27.218" v="87"/>
        <pc:sldMkLst>
          <pc:docMk/>
          <pc:sldMk cId="0" sldId="708"/>
        </pc:sldMkLst>
        <pc:spChg chg="add mod">
          <ac:chgData name="Lim Wen-I" userId="4f6c7eb3-5643-4e91-aeb7-39086a2dad27" providerId="ADAL" clId="{4377D0C4-B1ED-4164-97B6-E272DBE49AC9}" dt="2025-11-12T02:12:27.218" v="87"/>
          <ac:spMkLst>
            <pc:docMk/>
            <pc:sldMk cId="0" sldId="708"/>
            <ac:spMk id="2" creationId="{D1DC0DA8-5256-0895-75B9-453695847035}"/>
          </ac:spMkLst>
        </pc:spChg>
      </pc:sldChg>
      <pc:sldChg chg="addSp modSp">
        <pc:chgData name="Lim Wen-I" userId="4f6c7eb3-5643-4e91-aeb7-39086a2dad27" providerId="ADAL" clId="{4377D0C4-B1ED-4164-97B6-E272DBE49AC9}" dt="2025-11-12T02:13:25.754" v="116"/>
        <pc:sldMkLst>
          <pc:docMk/>
          <pc:sldMk cId="0" sldId="719"/>
        </pc:sldMkLst>
        <pc:spChg chg="add mod">
          <ac:chgData name="Lim Wen-I" userId="4f6c7eb3-5643-4e91-aeb7-39086a2dad27" providerId="ADAL" clId="{4377D0C4-B1ED-4164-97B6-E272DBE49AC9}" dt="2025-11-12T02:12:47.663" v="91"/>
          <ac:spMkLst>
            <pc:docMk/>
            <pc:sldMk cId="0" sldId="719"/>
            <ac:spMk id="2" creationId="{38229E94-5229-FE7C-4BD0-E7632E63D52E}"/>
          </ac:spMkLst>
        </pc:spChg>
        <pc:spChg chg="add mod">
          <ac:chgData name="Lim Wen-I" userId="4f6c7eb3-5643-4e91-aeb7-39086a2dad27" providerId="ADAL" clId="{4377D0C4-B1ED-4164-97B6-E272DBE49AC9}" dt="2025-11-12T02:13:25.754" v="116"/>
          <ac:spMkLst>
            <pc:docMk/>
            <pc:sldMk cId="0" sldId="719"/>
            <ac:spMk id="4" creationId="{6BAFC3DB-C2D2-80EE-80ED-E81B9D746127}"/>
          </ac:spMkLst>
        </pc:spChg>
        <pc:spChg chg="mod">
          <ac:chgData name="Lim Wen-I" userId="4f6c7eb3-5643-4e91-aeb7-39086a2dad27" providerId="ADAL" clId="{4377D0C4-B1ED-4164-97B6-E272DBE49AC9}" dt="2025-11-12T02:13:11.901" v="93" actId="1076"/>
          <ac:spMkLst>
            <pc:docMk/>
            <pc:sldMk cId="0" sldId="719"/>
            <ac:spMk id="33795" creationId="{414CA822-3EE3-4A1D-4FCD-8487162F1105}"/>
          </ac:spMkLst>
        </pc:spChg>
        <pc:spChg chg="mod">
          <ac:chgData name="Lim Wen-I" userId="4f6c7eb3-5643-4e91-aeb7-39086a2dad27" providerId="ADAL" clId="{4377D0C4-B1ED-4164-97B6-E272DBE49AC9}" dt="2025-11-12T02:13:19.628" v="94" actId="164"/>
          <ac:spMkLst>
            <pc:docMk/>
            <pc:sldMk cId="0" sldId="719"/>
            <ac:spMk id="33796" creationId="{9573C787-1666-E02E-71B8-F02AFB53FC9C}"/>
          </ac:spMkLst>
        </pc:spChg>
        <pc:spChg chg="mod">
          <ac:chgData name="Lim Wen-I" userId="4f6c7eb3-5643-4e91-aeb7-39086a2dad27" providerId="ADAL" clId="{4377D0C4-B1ED-4164-97B6-E272DBE49AC9}" dt="2025-11-12T02:13:19.628" v="94" actId="164"/>
          <ac:spMkLst>
            <pc:docMk/>
            <pc:sldMk cId="0" sldId="719"/>
            <ac:spMk id="33798" creationId="{AF758FA4-7741-9DB5-3566-7CC8781F690F}"/>
          </ac:spMkLst>
        </pc:spChg>
        <pc:spChg chg="mod">
          <ac:chgData name="Lim Wen-I" userId="4f6c7eb3-5643-4e91-aeb7-39086a2dad27" providerId="ADAL" clId="{4377D0C4-B1ED-4164-97B6-E272DBE49AC9}" dt="2025-11-12T02:13:22.205" v="115" actId="1035"/>
          <ac:spMkLst>
            <pc:docMk/>
            <pc:sldMk cId="0" sldId="719"/>
            <ac:spMk id="33802" creationId="{FDE69D0E-5B71-253F-31BE-72E12111175A}"/>
          </ac:spMkLst>
        </pc:spChg>
        <pc:spChg chg="mod">
          <ac:chgData name="Lim Wen-I" userId="4f6c7eb3-5643-4e91-aeb7-39086a2dad27" providerId="ADAL" clId="{4377D0C4-B1ED-4164-97B6-E272DBE49AC9}" dt="2025-11-12T02:13:22.205" v="115" actId="1035"/>
          <ac:spMkLst>
            <pc:docMk/>
            <pc:sldMk cId="0" sldId="719"/>
            <ac:spMk id="33804" creationId="{4564307E-283B-0197-18F4-3C581E29CD80}"/>
          </ac:spMkLst>
        </pc:spChg>
        <pc:spChg chg="mod">
          <ac:chgData name="Lim Wen-I" userId="4f6c7eb3-5643-4e91-aeb7-39086a2dad27" providerId="ADAL" clId="{4377D0C4-B1ED-4164-97B6-E272DBE49AC9}" dt="2025-11-12T02:13:22.205" v="115" actId="1035"/>
          <ac:spMkLst>
            <pc:docMk/>
            <pc:sldMk cId="0" sldId="719"/>
            <ac:spMk id="33809" creationId="{7AE3285F-DD12-1957-D451-41130E9E372B}"/>
          </ac:spMkLst>
        </pc:spChg>
        <pc:spChg chg="mod">
          <ac:chgData name="Lim Wen-I" userId="4f6c7eb3-5643-4e91-aeb7-39086a2dad27" providerId="ADAL" clId="{4377D0C4-B1ED-4164-97B6-E272DBE49AC9}" dt="2025-11-12T02:13:22.205" v="115" actId="1035"/>
          <ac:spMkLst>
            <pc:docMk/>
            <pc:sldMk cId="0" sldId="719"/>
            <ac:spMk id="33810" creationId="{18B2E740-2C2B-7ED8-A592-DBE952195893}"/>
          </ac:spMkLst>
        </pc:spChg>
        <pc:spChg chg="mod">
          <ac:chgData name="Lim Wen-I" userId="4f6c7eb3-5643-4e91-aeb7-39086a2dad27" providerId="ADAL" clId="{4377D0C4-B1ED-4164-97B6-E272DBE49AC9}" dt="2025-11-12T02:13:19.628" v="94" actId="164"/>
          <ac:spMkLst>
            <pc:docMk/>
            <pc:sldMk cId="0" sldId="719"/>
            <ac:spMk id="33813" creationId="{6516091A-16FC-5E40-3D66-129E42E5D685}"/>
          </ac:spMkLst>
        </pc:spChg>
        <pc:spChg chg="mod">
          <ac:chgData name="Lim Wen-I" userId="4f6c7eb3-5643-4e91-aeb7-39086a2dad27" providerId="ADAL" clId="{4377D0C4-B1ED-4164-97B6-E272DBE49AC9}" dt="2025-11-12T02:13:19.628" v="94" actId="164"/>
          <ac:spMkLst>
            <pc:docMk/>
            <pc:sldMk cId="0" sldId="719"/>
            <ac:spMk id="33814" creationId="{7510DC8A-0257-1CA4-3045-A6BA96989B8E}"/>
          </ac:spMkLst>
        </pc:spChg>
        <pc:spChg chg="mod">
          <ac:chgData name="Lim Wen-I" userId="4f6c7eb3-5643-4e91-aeb7-39086a2dad27" providerId="ADAL" clId="{4377D0C4-B1ED-4164-97B6-E272DBE49AC9}" dt="2025-11-12T02:13:19.628" v="94" actId="164"/>
          <ac:spMkLst>
            <pc:docMk/>
            <pc:sldMk cId="0" sldId="719"/>
            <ac:spMk id="33815" creationId="{DF9C224A-202A-2175-EBD1-93EDC931A5E2}"/>
          </ac:spMkLst>
        </pc:spChg>
        <pc:spChg chg="mod">
          <ac:chgData name="Lim Wen-I" userId="4f6c7eb3-5643-4e91-aeb7-39086a2dad27" providerId="ADAL" clId="{4377D0C4-B1ED-4164-97B6-E272DBE49AC9}" dt="2025-11-12T02:13:22.205" v="115" actId="1035"/>
          <ac:spMkLst>
            <pc:docMk/>
            <pc:sldMk cId="0" sldId="719"/>
            <ac:spMk id="33816" creationId="{ECA80ECF-754B-D031-2667-349414F06369}"/>
          </ac:spMkLst>
        </pc:spChg>
        <pc:spChg chg="mod">
          <ac:chgData name="Lim Wen-I" userId="4f6c7eb3-5643-4e91-aeb7-39086a2dad27" providerId="ADAL" clId="{4377D0C4-B1ED-4164-97B6-E272DBE49AC9}" dt="2025-11-12T02:13:19.628" v="94" actId="164"/>
          <ac:spMkLst>
            <pc:docMk/>
            <pc:sldMk cId="0" sldId="719"/>
            <ac:spMk id="33817" creationId="{53EA1877-1889-5388-2ED4-A630AAFFD648}"/>
          </ac:spMkLst>
        </pc:spChg>
        <pc:spChg chg="mod">
          <ac:chgData name="Lim Wen-I" userId="4f6c7eb3-5643-4e91-aeb7-39086a2dad27" providerId="ADAL" clId="{4377D0C4-B1ED-4164-97B6-E272DBE49AC9}" dt="2025-11-12T02:13:19.628" v="94" actId="164"/>
          <ac:spMkLst>
            <pc:docMk/>
            <pc:sldMk cId="0" sldId="719"/>
            <ac:spMk id="33818" creationId="{8DBDB1C3-CF31-CF02-E6FE-823E0F56442F}"/>
          </ac:spMkLst>
        </pc:spChg>
        <pc:spChg chg="mod">
          <ac:chgData name="Lim Wen-I" userId="4f6c7eb3-5643-4e91-aeb7-39086a2dad27" providerId="ADAL" clId="{4377D0C4-B1ED-4164-97B6-E272DBE49AC9}" dt="2025-11-12T02:13:19.628" v="94" actId="164"/>
          <ac:spMkLst>
            <pc:docMk/>
            <pc:sldMk cId="0" sldId="719"/>
            <ac:spMk id="33825" creationId="{1CA1A48E-14EB-7AC3-3C15-55BB22AE2632}"/>
          </ac:spMkLst>
        </pc:spChg>
        <pc:spChg chg="mod">
          <ac:chgData name="Lim Wen-I" userId="4f6c7eb3-5643-4e91-aeb7-39086a2dad27" providerId="ADAL" clId="{4377D0C4-B1ED-4164-97B6-E272DBE49AC9}" dt="2025-11-12T02:13:19.628" v="94" actId="164"/>
          <ac:spMkLst>
            <pc:docMk/>
            <pc:sldMk cId="0" sldId="719"/>
            <ac:spMk id="33826" creationId="{03E39BC0-CD6D-3B3C-7ADF-34419FFC9C6D}"/>
          </ac:spMkLst>
        </pc:spChg>
        <pc:spChg chg="mod">
          <ac:chgData name="Lim Wen-I" userId="4f6c7eb3-5643-4e91-aeb7-39086a2dad27" providerId="ADAL" clId="{4377D0C4-B1ED-4164-97B6-E272DBE49AC9}" dt="2025-11-12T02:13:22.205" v="115" actId="1035"/>
          <ac:spMkLst>
            <pc:docMk/>
            <pc:sldMk cId="0" sldId="719"/>
            <ac:spMk id="33832" creationId="{B1DE2A3C-BC4A-4794-A723-4CCF44D21691}"/>
          </ac:spMkLst>
        </pc:spChg>
        <pc:spChg chg="mod">
          <ac:chgData name="Lim Wen-I" userId="4f6c7eb3-5643-4e91-aeb7-39086a2dad27" providerId="ADAL" clId="{4377D0C4-B1ED-4164-97B6-E272DBE49AC9}" dt="2025-11-12T02:13:22.205" v="115" actId="1035"/>
          <ac:spMkLst>
            <pc:docMk/>
            <pc:sldMk cId="0" sldId="719"/>
            <ac:spMk id="33837" creationId="{8576740B-1156-2BAF-5AE7-34FD93A7D847}"/>
          </ac:spMkLst>
        </pc:spChg>
        <pc:spChg chg="mod">
          <ac:chgData name="Lim Wen-I" userId="4f6c7eb3-5643-4e91-aeb7-39086a2dad27" providerId="ADAL" clId="{4377D0C4-B1ED-4164-97B6-E272DBE49AC9}" dt="2025-11-12T02:13:22.205" v="115" actId="1035"/>
          <ac:spMkLst>
            <pc:docMk/>
            <pc:sldMk cId="0" sldId="719"/>
            <ac:spMk id="33843" creationId="{1D4BC02A-F5E3-EA99-A0C8-448F734733AF}"/>
          </ac:spMkLst>
        </pc:spChg>
        <pc:spChg chg="mod">
          <ac:chgData name="Lim Wen-I" userId="4f6c7eb3-5643-4e91-aeb7-39086a2dad27" providerId="ADAL" clId="{4377D0C4-B1ED-4164-97B6-E272DBE49AC9}" dt="2025-11-12T02:13:22.205" v="115" actId="1035"/>
          <ac:spMkLst>
            <pc:docMk/>
            <pc:sldMk cId="0" sldId="719"/>
            <ac:spMk id="33844" creationId="{89105F17-9B07-C41E-4AFD-D44D1657726D}"/>
          </ac:spMkLst>
        </pc:spChg>
        <pc:spChg chg="mod">
          <ac:chgData name="Lim Wen-I" userId="4f6c7eb3-5643-4e91-aeb7-39086a2dad27" providerId="ADAL" clId="{4377D0C4-B1ED-4164-97B6-E272DBE49AC9}" dt="2025-11-12T02:13:22.205" v="115" actId="1035"/>
          <ac:spMkLst>
            <pc:docMk/>
            <pc:sldMk cId="0" sldId="719"/>
            <ac:spMk id="33848" creationId="{C8E2BB62-2A0F-EF97-C449-843CB3C14151}"/>
          </ac:spMkLst>
        </pc:spChg>
      </pc:sldChg>
      <pc:sldChg chg="addSp modSp">
        <pc:chgData name="Lim Wen-I" userId="4f6c7eb3-5643-4e91-aeb7-39086a2dad27" providerId="ADAL" clId="{4377D0C4-B1ED-4164-97B6-E272DBE49AC9}" dt="2025-11-12T02:12:39.037" v="89"/>
        <pc:sldMkLst>
          <pc:docMk/>
          <pc:sldMk cId="0" sldId="721"/>
        </pc:sldMkLst>
        <pc:spChg chg="add mod">
          <ac:chgData name="Lim Wen-I" userId="4f6c7eb3-5643-4e91-aeb7-39086a2dad27" providerId="ADAL" clId="{4377D0C4-B1ED-4164-97B6-E272DBE49AC9}" dt="2025-11-12T02:12:39.037" v="89"/>
          <ac:spMkLst>
            <pc:docMk/>
            <pc:sldMk cId="0" sldId="721"/>
            <ac:spMk id="2" creationId="{A1B5D7BA-B97C-A765-5C9D-8DD9A4F943E6}"/>
          </ac:spMkLst>
        </pc:spChg>
      </pc:sldChg>
      <pc:sldChg chg="addSp modSp">
        <pc:chgData name="Lim Wen-I" userId="4f6c7eb3-5643-4e91-aeb7-39086a2dad27" providerId="ADAL" clId="{4377D0C4-B1ED-4164-97B6-E272DBE49AC9}" dt="2025-11-12T02:11:11.613" v="31"/>
        <pc:sldMkLst>
          <pc:docMk/>
          <pc:sldMk cId="0" sldId="723"/>
        </pc:sldMkLst>
        <pc:spChg chg="add mod">
          <ac:chgData name="Lim Wen-I" userId="4f6c7eb3-5643-4e91-aeb7-39086a2dad27" providerId="ADAL" clId="{4377D0C4-B1ED-4164-97B6-E272DBE49AC9}" dt="2025-11-12T02:11:11.613" v="31"/>
          <ac:spMkLst>
            <pc:docMk/>
            <pc:sldMk cId="0" sldId="723"/>
            <ac:spMk id="2" creationId="{F87C7354-7B5F-E4F7-8BAA-09CA84CFC24A}"/>
          </ac:spMkLst>
        </pc:spChg>
      </pc:sldChg>
      <pc:sldChg chg="addSp modSp">
        <pc:chgData name="Lim Wen-I" userId="4f6c7eb3-5643-4e91-aeb7-39086a2dad27" providerId="ADAL" clId="{4377D0C4-B1ED-4164-97B6-E272DBE49AC9}" dt="2025-11-12T02:12:41.666" v="90"/>
        <pc:sldMkLst>
          <pc:docMk/>
          <pc:sldMk cId="0" sldId="724"/>
        </pc:sldMkLst>
        <pc:spChg chg="add mod">
          <ac:chgData name="Lim Wen-I" userId="4f6c7eb3-5643-4e91-aeb7-39086a2dad27" providerId="ADAL" clId="{4377D0C4-B1ED-4164-97B6-E272DBE49AC9}" dt="2025-11-12T02:12:41.666" v="90"/>
          <ac:spMkLst>
            <pc:docMk/>
            <pc:sldMk cId="0" sldId="724"/>
            <ac:spMk id="2" creationId="{3DF17934-F91F-4D91-BE45-D8BADF9594B1}"/>
          </ac:spMkLst>
        </pc:spChg>
      </pc:sldChg>
      <pc:sldChg chg="addSp modSp">
        <pc:chgData name="Lim Wen-I" userId="4f6c7eb3-5643-4e91-aeb7-39086a2dad27" providerId="ADAL" clId="{4377D0C4-B1ED-4164-97B6-E272DBE49AC9}" dt="2025-11-12T02:11:05.425" v="30"/>
        <pc:sldMkLst>
          <pc:docMk/>
          <pc:sldMk cId="0" sldId="725"/>
        </pc:sldMkLst>
        <pc:spChg chg="add mod">
          <ac:chgData name="Lim Wen-I" userId="4f6c7eb3-5643-4e91-aeb7-39086a2dad27" providerId="ADAL" clId="{4377D0C4-B1ED-4164-97B6-E272DBE49AC9}" dt="2025-11-12T02:11:05.425" v="30"/>
          <ac:spMkLst>
            <pc:docMk/>
            <pc:sldMk cId="0" sldId="725"/>
            <ac:spMk id="2" creationId="{A5045EE4-B967-8E79-9A10-A83C7D16583F}"/>
          </ac:spMkLst>
        </pc:spChg>
      </pc:sldChg>
      <pc:sldChg chg="addSp modSp">
        <pc:chgData name="Lim Wen-I" userId="4f6c7eb3-5643-4e91-aeb7-39086a2dad27" providerId="ADAL" clId="{4377D0C4-B1ED-4164-97B6-E272DBE49AC9}" dt="2025-11-12T02:14:17.379" v="124"/>
        <pc:sldMkLst>
          <pc:docMk/>
          <pc:sldMk cId="0" sldId="731"/>
        </pc:sldMkLst>
        <pc:spChg chg="add mod">
          <ac:chgData name="Lim Wen-I" userId="4f6c7eb3-5643-4e91-aeb7-39086a2dad27" providerId="ADAL" clId="{4377D0C4-B1ED-4164-97B6-E272DBE49AC9}" dt="2025-11-12T02:14:17.379" v="124"/>
          <ac:spMkLst>
            <pc:docMk/>
            <pc:sldMk cId="0" sldId="731"/>
            <ac:spMk id="3" creationId="{3675B68C-EA83-E8E2-62BD-A877D7AE3982}"/>
          </ac:spMkLst>
        </pc:spChg>
      </pc:sldChg>
      <pc:sldChg chg="addSp modSp">
        <pc:chgData name="Lim Wen-I" userId="4f6c7eb3-5643-4e91-aeb7-39086a2dad27" providerId="ADAL" clId="{4377D0C4-B1ED-4164-97B6-E272DBE49AC9}" dt="2025-11-12T02:14:18.662" v="125"/>
        <pc:sldMkLst>
          <pc:docMk/>
          <pc:sldMk cId="0" sldId="732"/>
        </pc:sldMkLst>
        <pc:spChg chg="add mod">
          <ac:chgData name="Lim Wen-I" userId="4f6c7eb3-5643-4e91-aeb7-39086a2dad27" providerId="ADAL" clId="{4377D0C4-B1ED-4164-97B6-E272DBE49AC9}" dt="2025-11-12T02:14:18.662" v="125"/>
          <ac:spMkLst>
            <pc:docMk/>
            <pc:sldMk cId="0" sldId="732"/>
            <ac:spMk id="4" creationId="{58244F23-C5E3-C9D6-A72C-EC13195858F3}"/>
          </ac:spMkLst>
        </pc:spChg>
      </pc:sldChg>
      <pc:sldChg chg="addSp modSp">
        <pc:chgData name="Lim Wen-I" userId="4f6c7eb3-5643-4e91-aeb7-39086a2dad27" providerId="ADAL" clId="{4377D0C4-B1ED-4164-97B6-E272DBE49AC9}" dt="2025-11-12T02:14:23.167" v="128"/>
        <pc:sldMkLst>
          <pc:docMk/>
          <pc:sldMk cId="0" sldId="733"/>
        </pc:sldMkLst>
        <pc:spChg chg="add mod">
          <ac:chgData name="Lim Wen-I" userId="4f6c7eb3-5643-4e91-aeb7-39086a2dad27" providerId="ADAL" clId="{4377D0C4-B1ED-4164-97B6-E272DBE49AC9}" dt="2025-11-12T02:14:23.167" v="128"/>
          <ac:spMkLst>
            <pc:docMk/>
            <pc:sldMk cId="0" sldId="733"/>
            <ac:spMk id="2" creationId="{AD6D3832-563C-D065-C786-D74F1D9B6449}"/>
          </ac:spMkLst>
        </pc:spChg>
      </pc:sldChg>
      <pc:sldChg chg="addSp modSp">
        <pc:chgData name="Lim Wen-I" userId="4f6c7eb3-5643-4e91-aeb7-39086a2dad27" providerId="ADAL" clId="{4377D0C4-B1ED-4164-97B6-E272DBE49AC9}" dt="2025-11-12T02:14:20.033" v="126"/>
        <pc:sldMkLst>
          <pc:docMk/>
          <pc:sldMk cId="0" sldId="734"/>
        </pc:sldMkLst>
        <pc:spChg chg="add mod">
          <ac:chgData name="Lim Wen-I" userId="4f6c7eb3-5643-4e91-aeb7-39086a2dad27" providerId="ADAL" clId="{4377D0C4-B1ED-4164-97B6-E272DBE49AC9}" dt="2025-11-12T02:14:20.033" v="126"/>
          <ac:spMkLst>
            <pc:docMk/>
            <pc:sldMk cId="0" sldId="734"/>
            <ac:spMk id="3" creationId="{80BE1A09-5A88-BFDF-F186-0385A8EAD762}"/>
          </ac:spMkLst>
        </pc:spChg>
      </pc:sldChg>
      <pc:sldChg chg="addSp modSp">
        <pc:chgData name="Lim Wen-I" userId="4f6c7eb3-5643-4e91-aeb7-39086a2dad27" providerId="ADAL" clId="{4377D0C4-B1ED-4164-97B6-E272DBE49AC9}" dt="2025-11-12T02:14:21.648" v="127"/>
        <pc:sldMkLst>
          <pc:docMk/>
          <pc:sldMk cId="0" sldId="735"/>
        </pc:sldMkLst>
        <pc:spChg chg="add mod">
          <ac:chgData name="Lim Wen-I" userId="4f6c7eb3-5643-4e91-aeb7-39086a2dad27" providerId="ADAL" clId="{4377D0C4-B1ED-4164-97B6-E272DBE49AC9}" dt="2025-11-12T02:14:21.648" v="127"/>
          <ac:spMkLst>
            <pc:docMk/>
            <pc:sldMk cId="0" sldId="735"/>
            <ac:spMk id="4" creationId="{34E88456-1D6B-D5B1-082A-54B820A6A69D}"/>
          </ac:spMkLst>
        </pc:spChg>
      </pc:sldChg>
      <pc:sldChg chg="addSp modSp">
        <pc:chgData name="Lim Wen-I" userId="4f6c7eb3-5643-4e91-aeb7-39086a2dad27" providerId="ADAL" clId="{4377D0C4-B1ED-4164-97B6-E272DBE49AC9}" dt="2025-11-12T02:14:13.570" v="122"/>
        <pc:sldMkLst>
          <pc:docMk/>
          <pc:sldMk cId="0" sldId="736"/>
        </pc:sldMkLst>
        <pc:spChg chg="add mod">
          <ac:chgData name="Lim Wen-I" userId="4f6c7eb3-5643-4e91-aeb7-39086a2dad27" providerId="ADAL" clId="{4377D0C4-B1ED-4164-97B6-E272DBE49AC9}" dt="2025-11-12T02:14:13.570" v="122"/>
          <ac:spMkLst>
            <pc:docMk/>
            <pc:sldMk cId="0" sldId="736"/>
            <ac:spMk id="2" creationId="{CDCDAFB7-2FA7-8811-DBC8-B06352F88BFB}"/>
          </ac:spMkLst>
        </pc:spChg>
      </pc:sldChg>
      <pc:sldChg chg="addSp modSp">
        <pc:chgData name="Lim Wen-I" userId="4f6c7eb3-5643-4e91-aeb7-39086a2dad27" providerId="ADAL" clId="{4377D0C4-B1ED-4164-97B6-E272DBE49AC9}" dt="2025-11-12T02:14:15.894" v="123"/>
        <pc:sldMkLst>
          <pc:docMk/>
          <pc:sldMk cId="0" sldId="737"/>
        </pc:sldMkLst>
        <pc:spChg chg="add mod">
          <ac:chgData name="Lim Wen-I" userId="4f6c7eb3-5643-4e91-aeb7-39086a2dad27" providerId="ADAL" clId="{4377D0C4-B1ED-4164-97B6-E272DBE49AC9}" dt="2025-11-12T02:14:15.894" v="123"/>
          <ac:spMkLst>
            <pc:docMk/>
            <pc:sldMk cId="0" sldId="737"/>
            <ac:spMk id="4" creationId="{C7A85CDC-1BC7-B722-9241-06EFAAFFA1F5}"/>
          </ac:spMkLst>
        </pc:spChg>
      </pc:sldChg>
      <pc:sldChg chg="addSp modSp">
        <pc:chgData name="Lim Wen-I" userId="4f6c7eb3-5643-4e91-aeb7-39086a2dad27" providerId="ADAL" clId="{4377D0C4-B1ED-4164-97B6-E272DBE49AC9}" dt="2025-11-12T02:14:28.278" v="130"/>
        <pc:sldMkLst>
          <pc:docMk/>
          <pc:sldMk cId="0" sldId="738"/>
        </pc:sldMkLst>
        <pc:spChg chg="add mod">
          <ac:chgData name="Lim Wen-I" userId="4f6c7eb3-5643-4e91-aeb7-39086a2dad27" providerId="ADAL" clId="{4377D0C4-B1ED-4164-97B6-E272DBE49AC9}" dt="2025-11-12T02:14:28.278" v="130"/>
          <ac:spMkLst>
            <pc:docMk/>
            <pc:sldMk cId="0" sldId="738"/>
            <ac:spMk id="2" creationId="{EC9611F3-69AB-6CE0-2249-01FAF6CE3DF3}"/>
          </ac:spMkLst>
        </pc:spChg>
      </pc:sldChg>
      <pc:sldChg chg="addSp modSp">
        <pc:chgData name="Lim Wen-I" userId="4f6c7eb3-5643-4e91-aeb7-39086a2dad27" providerId="ADAL" clId="{4377D0C4-B1ED-4164-97B6-E272DBE49AC9}" dt="2025-11-12T02:14:30.084" v="131"/>
        <pc:sldMkLst>
          <pc:docMk/>
          <pc:sldMk cId="0" sldId="739"/>
        </pc:sldMkLst>
        <pc:spChg chg="add mod">
          <ac:chgData name="Lim Wen-I" userId="4f6c7eb3-5643-4e91-aeb7-39086a2dad27" providerId="ADAL" clId="{4377D0C4-B1ED-4164-97B6-E272DBE49AC9}" dt="2025-11-12T02:14:30.084" v="131"/>
          <ac:spMkLst>
            <pc:docMk/>
            <pc:sldMk cId="0" sldId="739"/>
            <ac:spMk id="2" creationId="{BC437ACB-8C56-FD09-4031-651E6519BCA2}"/>
          </ac:spMkLst>
        </pc:spChg>
      </pc:sldChg>
      <pc:sldChg chg="addSp modSp">
        <pc:chgData name="Lim Wen-I" userId="4f6c7eb3-5643-4e91-aeb7-39086a2dad27" providerId="ADAL" clId="{4377D0C4-B1ED-4164-97B6-E272DBE49AC9}" dt="2025-11-12T02:14:32.451" v="132"/>
        <pc:sldMkLst>
          <pc:docMk/>
          <pc:sldMk cId="0" sldId="740"/>
        </pc:sldMkLst>
        <pc:spChg chg="add mod">
          <ac:chgData name="Lim Wen-I" userId="4f6c7eb3-5643-4e91-aeb7-39086a2dad27" providerId="ADAL" clId="{4377D0C4-B1ED-4164-97B6-E272DBE49AC9}" dt="2025-11-12T02:14:32.451" v="132"/>
          <ac:spMkLst>
            <pc:docMk/>
            <pc:sldMk cId="0" sldId="740"/>
            <ac:spMk id="3" creationId="{CAAA3C92-8BA0-B615-FBE0-EDBB2D2718F8}"/>
          </ac:spMkLst>
        </pc:spChg>
      </pc:sldChg>
      <pc:sldChg chg="addSp modSp">
        <pc:chgData name="Lim Wen-I" userId="4f6c7eb3-5643-4e91-aeb7-39086a2dad27" providerId="ADAL" clId="{4377D0C4-B1ED-4164-97B6-E272DBE49AC9}" dt="2025-11-12T02:14:34.509" v="133"/>
        <pc:sldMkLst>
          <pc:docMk/>
          <pc:sldMk cId="0" sldId="741"/>
        </pc:sldMkLst>
        <pc:spChg chg="add mod">
          <ac:chgData name="Lim Wen-I" userId="4f6c7eb3-5643-4e91-aeb7-39086a2dad27" providerId="ADAL" clId="{4377D0C4-B1ED-4164-97B6-E272DBE49AC9}" dt="2025-11-12T02:14:34.509" v="133"/>
          <ac:spMkLst>
            <pc:docMk/>
            <pc:sldMk cId="0" sldId="741"/>
            <ac:spMk id="2" creationId="{55AFA023-E50E-10C5-51DD-84A459E879CA}"/>
          </ac:spMkLst>
        </pc:spChg>
      </pc:sldChg>
      <pc:sldChg chg="addSp modSp">
        <pc:chgData name="Lim Wen-I" userId="4f6c7eb3-5643-4e91-aeb7-39086a2dad27" providerId="ADAL" clId="{4377D0C4-B1ED-4164-97B6-E272DBE49AC9}" dt="2025-11-12T02:14:37.752" v="135"/>
        <pc:sldMkLst>
          <pc:docMk/>
          <pc:sldMk cId="0" sldId="743"/>
        </pc:sldMkLst>
        <pc:spChg chg="add mod">
          <ac:chgData name="Lim Wen-I" userId="4f6c7eb3-5643-4e91-aeb7-39086a2dad27" providerId="ADAL" clId="{4377D0C4-B1ED-4164-97B6-E272DBE49AC9}" dt="2025-11-12T02:14:37.752" v="135"/>
          <ac:spMkLst>
            <pc:docMk/>
            <pc:sldMk cId="0" sldId="743"/>
            <ac:spMk id="2" creationId="{34E55723-806F-6F1F-0590-A7D3AE1688E9}"/>
          </ac:spMkLst>
        </pc:spChg>
      </pc:sldChg>
      <pc:sldChg chg="addSp modSp">
        <pc:chgData name="Lim Wen-I" userId="4f6c7eb3-5643-4e91-aeb7-39086a2dad27" providerId="ADAL" clId="{4377D0C4-B1ED-4164-97B6-E272DBE49AC9}" dt="2025-11-12T02:14:39.727" v="136"/>
        <pc:sldMkLst>
          <pc:docMk/>
          <pc:sldMk cId="0" sldId="744"/>
        </pc:sldMkLst>
        <pc:spChg chg="add mod">
          <ac:chgData name="Lim Wen-I" userId="4f6c7eb3-5643-4e91-aeb7-39086a2dad27" providerId="ADAL" clId="{4377D0C4-B1ED-4164-97B6-E272DBE49AC9}" dt="2025-11-12T02:14:39.727" v="136"/>
          <ac:spMkLst>
            <pc:docMk/>
            <pc:sldMk cId="0" sldId="744"/>
            <ac:spMk id="2" creationId="{BEA3F887-00C1-A1E6-E49C-08CCE9B6DA3A}"/>
          </ac:spMkLst>
        </pc:spChg>
      </pc:sldChg>
      <pc:sldChg chg="addSp modSp">
        <pc:chgData name="Lim Wen-I" userId="4f6c7eb3-5643-4e91-aeb7-39086a2dad27" providerId="ADAL" clId="{4377D0C4-B1ED-4164-97B6-E272DBE49AC9}" dt="2025-11-12T02:14:41.378" v="137"/>
        <pc:sldMkLst>
          <pc:docMk/>
          <pc:sldMk cId="0" sldId="745"/>
        </pc:sldMkLst>
        <pc:spChg chg="add mod">
          <ac:chgData name="Lim Wen-I" userId="4f6c7eb3-5643-4e91-aeb7-39086a2dad27" providerId="ADAL" clId="{4377D0C4-B1ED-4164-97B6-E272DBE49AC9}" dt="2025-11-12T02:14:41.378" v="137"/>
          <ac:spMkLst>
            <pc:docMk/>
            <pc:sldMk cId="0" sldId="745"/>
            <ac:spMk id="4" creationId="{7E0143AF-29E4-175D-EB58-5802B0DE37E2}"/>
          </ac:spMkLst>
        </pc:spChg>
      </pc:sldChg>
      <pc:sldChg chg="addSp modSp">
        <pc:chgData name="Lim Wen-I" userId="4f6c7eb3-5643-4e91-aeb7-39086a2dad27" providerId="ADAL" clId="{4377D0C4-B1ED-4164-97B6-E272DBE49AC9}" dt="2025-11-12T02:15:54.755" v="139"/>
        <pc:sldMkLst>
          <pc:docMk/>
          <pc:sldMk cId="0" sldId="747"/>
        </pc:sldMkLst>
        <pc:spChg chg="add mod">
          <ac:chgData name="Lim Wen-I" userId="4f6c7eb3-5643-4e91-aeb7-39086a2dad27" providerId="ADAL" clId="{4377D0C4-B1ED-4164-97B6-E272DBE49AC9}" dt="2025-11-12T02:15:54.755" v="139"/>
          <ac:spMkLst>
            <pc:docMk/>
            <pc:sldMk cId="0" sldId="747"/>
            <ac:spMk id="2" creationId="{26BE75CE-8094-9C2C-3318-27CA1978ADCA}"/>
          </ac:spMkLst>
        </pc:spChg>
      </pc:sldChg>
      <pc:sldChg chg="addSp modSp">
        <pc:chgData name="Lim Wen-I" userId="4f6c7eb3-5643-4e91-aeb7-39086a2dad27" providerId="ADAL" clId="{4377D0C4-B1ED-4164-97B6-E272DBE49AC9}" dt="2025-11-12T02:15:57.877" v="140"/>
        <pc:sldMkLst>
          <pc:docMk/>
          <pc:sldMk cId="0" sldId="748"/>
        </pc:sldMkLst>
        <pc:spChg chg="add mod">
          <ac:chgData name="Lim Wen-I" userId="4f6c7eb3-5643-4e91-aeb7-39086a2dad27" providerId="ADAL" clId="{4377D0C4-B1ED-4164-97B6-E272DBE49AC9}" dt="2025-11-12T02:15:57.877" v="140"/>
          <ac:spMkLst>
            <pc:docMk/>
            <pc:sldMk cId="0" sldId="748"/>
            <ac:spMk id="4" creationId="{096D77E5-EB04-5414-F9FE-B48E754B2EC0}"/>
          </ac:spMkLst>
        </pc:spChg>
      </pc:sldChg>
      <pc:sldChg chg="addSp modSp">
        <pc:chgData name="Lim Wen-I" userId="4f6c7eb3-5643-4e91-aeb7-39086a2dad27" providerId="ADAL" clId="{4377D0C4-B1ED-4164-97B6-E272DBE49AC9}" dt="2025-11-12T02:16:19.008" v="152"/>
        <pc:sldMkLst>
          <pc:docMk/>
          <pc:sldMk cId="0" sldId="749"/>
        </pc:sldMkLst>
        <pc:spChg chg="add mod">
          <ac:chgData name="Lim Wen-I" userId="4f6c7eb3-5643-4e91-aeb7-39086a2dad27" providerId="ADAL" clId="{4377D0C4-B1ED-4164-97B6-E272DBE49AC9}" dt="2025-11-12T02:16:19.008" v="152"/>
          <ac:spMkLst>
            <pc:docMk/>
            <pc:sldMk cId="0" sldId="749"/>
            <ac:spMk id="2" creationId="{06879A8F-1AEE-606E-5D26-25F7678130D0}"/>
          </ac:spMkLst>
        </pc:spChg>
      </pc:sldChg>
      <pc:sldChg chg="addSp modSp">
        <pc:chgData name="Lim Wen-I" userId="4f6c7eb3-5643-4e91-aeb7-39086a2dad27" providerId="ADAL" clId="{4377D0C4-B1ED-4164-97B6-E272DBE49AC9}" dt="2025-11-12T02:16:21.951" v="153"/>
        <pc:sldMkLst>
          <pc:docMk/>
          <pc:sldMk cId="0" sldId="750"/>
        </pc:sldMkLst>
        <pc:spChg chg="add mod">
          <ac:chgData name="Lim Wen-I" userId="4f6c7eb3-5643-4e91-aeb7-39086a2dad27" providerId="ADAL" clId="{4377D0C4-B1ED-4164-97B6-E272DBE49AC9}" dt="2025-11-12T02:16:21.951" v="153"/>
          <ac:spMkLst>
            <pc:docMk/>
            <pc:sldMk cId="0" sldId="750"/>
            <ac:spMk id="2" creationId="{B4E0EC60-A3CE-0B80-9F24-B87B0CD573B6}"/>
          </ac:spMkLst>
        </pc:spChg>
      </pc:sldChg>
      <pc:sldChg chg="addSp modSp">
        <pc:chgData name="Lim Wen-I" userId="4f6c7eb3-5643-4e91-aeb7-39086a2dad27" providerId="ADAL" clId="{4377D0C4-B1ED-4164-97B6-E272DBE49AC9}" dt="2025-11-12T02:16:24.344" v="154"/>
        <pc:sldMkLst>
          <pc:docMk/>
          <pc:sldMk cId="0" sldId="751"/>
        </pc:sldMkLst>
        <pc:spChg chg="add mod">
          <ac:chgData name="Lim Wen-I" userId="4f6c7eb3-5643-4e91-aeb7-39086a2dad27" providerId="ADAL" clId="{4377D0C4-B1ED-4164-97B6-E272DBE49AC9}" dt="2025-11-12T02:16:24.344" v="154"/>
          <ac:spMkLst>
            <pc:docMk/>
            <pc:sldMk cId="0" sldId="751"/>
            <ac:spMk id="2" creationId="{1B81BEF0-1118-ED7C-EC8E-1A20DDA524DD}"/>
          </ac:spMkLst>
        </pc:spChg>
      </pc:sldChg>
      <pc:sldChg chg="del">
        <pc:chgData name="Lim Wen-I" userId="4f6c7eb3-5643-4e91-aeb7-39086a2dad27" providerId="ADAL" clId="{4377D0C4-B1ED-4164-97B6-E272DBE49AC9}" dt="2025-11-12T02:09:37.456" v="28" actId="2696"/>
        <pc:sldMkLst>
          <pc:docMk/>
          <pc:sldMk cId="0" sldId="752"/>
        </pc:sldMkLst>
      </pc:sldChg>
      <pc:sldChg chg="addSp modSp">
        <pc:chgData name="Lim Wen-I" userId="4f6c7eb3-5643-4e91-aeb7-39086a2dad27" providerId="ADAL" clId="{4377D0C4-B1ED-4164-97B6-E272DBE49AC9}" dt="2025-11-12T02:09:16.292" v="27"/>
        <pc:sldMkLst>
          <pc:docMk/>
          <pc:sldMk cId="0" sldId="753"/>
        </pc:sldMkLst>
        <pc:spChg chg="add mod">
          <ac:chgData name="Lim Wen-I" userId="4f6c7eb3-5643-4e91-aeb7-39086a2dad27" providerId="ADAL" clId="{4377D0C4-B1ED-4164-97B6-E272DBE49AC9}" dt="2025-11-12T02:09:16.292" v="27"/>
          <ac:spMkLst>
            <pc:docMk/>
            <pc:sldMk cId="0" sldId="753"/>
            <ac:spMk id="2" creationId="{EF0B7BE4-E288-4852-90A8-46DB8307BD84}"/>
          </ac:spMkLst>
        </pc:spChg>
      </pc:sldChg>
      <pc:sldChg chg="addSp modSp">
        <pc:chgData name="Lim Wen-I" userId="4f6c7eb3-5643-4e91-aeb7-39086a2dad27" providerId="ADAL" clId="{4377D0C4-B1ED-4164-97B6-E272DBE49AC9}" dt="2025-11-12T02:14:24.922" v="129"/>
        <pc:sldMkLst>
          <pc:docMk/>
          <pc:sldMk cId="0" sldId="755"/>
        </pc:sldMkLst>
        <pc:spChg chg="add mod">
          <ac:chgData name="Lim Wen-I" userId="4f6c7eb3-5643-4e91-aeb7-39086a2dad27" providerId="ADAL" clId="{4377D0C4-B1ED-4164-97B6-E272DBE49AC9}" dt="2025-11-12T02:14:24.922" v="129"/>
          <ac:spMkLst>
            <pc:docMk/>
            <pc:sldMk cId="0" sldId="755"/>
            <ac:spMk id="2" creationId="{DF111246-FAC5-D4F5-62C4-00895E75F051}"/>
          </ac:spMkLst>
        </pc:spChg>
      </pc:sldChg>
      <pc:sldChg chg="addSp modSp">
        <pc:chgData name="Lim Wen-I" userId="4f6c7eb3-5643-4e91-aeb7-39086a2dad27" providerId="ADAL" clId="{4377D0C4-B1ED-4164-97B6-E272DBE49AC9}" dt="2025-11-12T02:16:01.918" v="141"/>
        <pc:sldMkLst>
          <pc:docMk/>
          <pc:sldMk cId="0" sldId="757"/>
        </pc:sldMkLst>
        <pc:spChg chg="add mod">
          <ac:chgData name="Lim Wen-I" userId="4f6c7eb3-5643-4e91-aeb7-39086a2dad27" providerId="ADAL" clId="{4377D0C4-B1ED-4164-97B6-E272DBE49AC9}" dt="2025-11-12T02:16:01.918" v="141"/>
          <ac:spMkLst>
            <pc:docMk/>
            <pc:sldMk cId="0" sldId="757"/>
            <ac:spMk id="2" creationId="{715B19DC-6DFC-6CCC-C08C-73ED6A3AC5D0}"/>
          </ac:spMkLst>
        </pc:spChg>
      </pc:sldChg>
      <pc:sldChg chg="addSp modSp">
        <pc:chgData name="Lim Wen-I" userId="4f6c7eb3-5643-4e91-aeb7-39086a2dad27" providerId="ADAL" clId="{4377D0C4-B1ED-4164-97B6-E272DBE49AC9}" dt="2025-11-12T02:14:36.028" v="134"/>
        <pc:sldMkLst>
          <pc:docMk/>
          <pc:sldMk cId="0" sldId="788"/>
        </pc:sldMkLst>
        <pc:spChg chg="add mod">
          <ac:chgData name="Lim Wen-I" userId="4f6c7eb3-5643-4e91-aeb7-39086a2dad27" providerId="ADAL" clId="{4377D0C4-B1ED-4164-97B6-E272DBE49AC9}" dt="2025-11-12T02:14:36.028" v="134"/>
          <ac:spMkLst>
            <pc:docMk/>
            <pc:sldMk cId="0" sldId="788"/>
            <ac:spMk id="2" creationId="{8AB81CF8-A829-ECAE-E7E9-658357904DEA}"/>
          </ac:spMkLst>
        </pc:spChg>
      </pc:sldChg>
      <pc:sldChg chg="addSp modSp">
        <pc:chgData name="Lim Wen-I" userId="4f6c7eb3-5643-4e91-aeb7-39086a2dad27" providerId="ADAL" clId="{4377D0C4-B1ED-4164-97B6-E272DBE49AC9}" dt="2025-11-12T02:15:51.105" v="138"/>
        <pc:sldMkLst>
          <pc:docMk/>
          <pc:sldMk cId="0" sldId="792"/>
        </pc:sldMkLst>
        <pc:spChg chg="add mod">
          <ac:chgData name="Lim Wen-I" userId="4f6c7eb3-5643-4e91-aeb7-39086a2dad27" providerId="ADAL" clId="{4377D0C4-B1ED-4164-97B6-E272DBE49AC9}" dt="2025-11-12T02:15:51.105" v="138"/>
          <ac:spMkLst>
            <pc:docMk/>
            <pc:sldMk cId="0" sldId="792"/>
            <ac:spMk id="2" creationId="{292871C9-1E3C-BCB5-6A75-26C11EB7F861}"/>
          </ac:spMkLst>
        </pc:spChg>
      </pc:sldChg>
      <pc:sldChg chg="addSp delSp modSp mod">
        <pc:chgData name="Lim Wen-I" userId="4f6c7eb3-5643-4e91-aeb7-39086a2dad27" providerId="ADAL" clId="{4377D0C4-B1ED-4164-97B6-E272DBE49AC9}" dt="2025-11-12T02:21:47.065" v="179" actId="20577"/>
        <pc:sldMkLst>
          <pc:docMk/>
          <pc:sldMk cId="0" sldId="794"/>
        </pc:sldMkLst>
        <pc:spChg chg="add del mod">
          <ac:chgData name="Lim Wen-I" userId="4f6c7eb3-5643-4e91-aeb7-39086a2dad27" providerId="ADAL" clId="{4377D0C4-B1ED-4164-97B6-E272DBE49AC9}" dt="2025-11-12T02:10:28.678" v="29" actId="478"/>
          <ac:spMkLst>
            <pc:docMk/>
            <pc:sldMk cId="0" sldId="794"/>
            <ac:spMk id="3" creationId="{316CD59D-38DD-ECFE-0846-F893EFC15914}"/>
          </ac:spMkLst>
        </pc:spChg>
        <pc:spChg chg="mod">
          <ac:chgData name="Lim Wen-I" userId="4f6c7eb3-5643-4e91-aeb7-39086a2dad27" providerId="ADAL" clId="{4377D0C4-B1ED-4164-97B6-E272DBE49AC9}" dt="2025-11-12T02:21:47.065" v="179" actId="20577"/>
          <ac:spMkLst>
            <pc:docMk/>
            <pc:sldMk cId="0" sldId="794"/>
            <ac:spMk id="16387" creationId="{8DCB79EC-9D4E-8EC1-35D1-066C2FFEEAA5}"/>
          </ac:spMkLst>
        </pc:spChg>
      </pc:sldChg>
      <pc:sldChg chg="addSp modSp">
        <pc:chgData name="Lim Wen-I" userId="4f6c7eb3-5643-4e91-aeb7-39086a2dad27" providerId="ADAL" clId="{4377D0C4-B1ED-4164-97B6-E272DBE49AC9}" dt="2025-11-12T02:11:31.587" v="35"/>
        <pc:sldMkLst>
          <pc:docMk/>
          <pc:sldMk cId="0" sldId="797"/>
        </pc:sldMkLst>
        <pc:spChg chg="add mod">
          <ac:chgData name="Lim Wen-I" userId="4f6c7eb3-5643-4e91-aeb7-39086a2dad27" providerId="ADAL" clId="{4377D0C4-B1ED-4164-97B6-E272DBE49AC9}" dt="2025-11-12T02:11:31.587" v="35"/>
          <ac:spMkLst>
            <pc:docMk/>
            <pc:sldMk cId="0" sldId="797"/>
            <ac:spMk id="2" creationId="{EA8DC497-1350-35C9-A65B-94691C5795E1}"/>
          </ac:spMkLst>
        </pc:spChg>
      </pc:sldChg>
      <pc:sldChg chg="addSp modSp">
        <pc:chgData name="Lim Wen-I" userId="4f6c7eb3-5643-4e91-aeb7-39086a2dad27" providerId="ADAL" clId="{4377D0C4-B1ED-4164-97B6-E272DBE49AC9}" dt="2025-11-12T02:11:36.366" v="36"/>
        <pc:sldMkLst>
          <pc:docMk/>
          <pc:sldMk cId="0" sldId="799"/>
        </pc:sldMkLst>
        <pc:spChg chg="add mod">
          <ac:chgData name="Lim Wen-I" userId="4f6c7eb3-5643-4e91-aeb7-39086a2dad27" providerId="ADAL" clId="{4377D0C4-B1ED-4164-97B6-E272DBE49AC9}" dt="2025-11-12T02:11:36.366" v="36"/>
          <ac:spMkLst>
            <pc:docMk/>
            <pc:sldMk cId="0" sldId="799"/>
            <ac:spMk id="2" creationId="{4B753773-993F-6458-F621-1AA2E9FA59F5}"/>
          </ac:spMkLst>
        </pc:spChg>
      </pc:sldChg>
      <pc:sldChg chg="addSp modSp">
        <pc:chgData name="Lim Wen-I" userId="4f6c7eb3-5643-4e91-aeb7-39086a2dad27" providerId="ADAL" clId="{4377D0C4-B1ED-4164-97B6-E272DBE49AC9}" dt="2025-11-12T02:14:01.902" v="119"/>
        <pc:sldMkLst>
          <pc:docMk/>
          <pc:sldMk cId="0" sldId="800"/>
        </pc:sldMkLst>
        <pc:spChg chg="add mod">
          <ac:chgData name="Lim Wen-I" userId="4f6c7eb3-5643-4e91-aeb7-39086a2dad27" providerId="ADAL" clId="{4377D0C4-B1ED-4164-97B6-E272DBE49AC9}" dt="2025-11-12T02:14:01.902" v="119"/>
          <ac:spMkLst>
            <pc:docMk/>
            <pc:sldMk cId="0" sldId="800"/>
            <ac:spMk id="2" creationId="{ABC5D101-2924-3C47-5EF4-1105BD282775}"/>
          </ac:spMkLst>
        </pc:spChg>
      </pc:sldChg>
      <pc:sldChg chg="addSp modSp">
        <pc:chgData name="Lim Wen-I" userId="4f6c7eb3-5643-4e91-aeb7-39086a2dad27" providerId="ADAL" clId="{4377D0C4-B1ED-4164-97B6-E272DBE49AC9}" dt="2025-11-12T02:14:06.053" v="121"/>
        <pc:sldMkLst>
          <pc:docMk/>
          <pc:sldMk cId="0" sldId="801"/>
        </pc:sldMkLst>
        <pc:spChg chg="add mod">
          <ac:chgData name="Lim Wen-I" userId="4f6c7eb3-5643-4e91-aeb7-39086a2dad27" providerId="ADAL" clId="{4377D0C4-B1ED-4164-97B6-E272DBE49AC9}" dt="2025-11-12T02:14:06.053" v="121"/>
          <ac:spMkLst>
            <pc:docMk/>
            <pc:sldMk cId="0" sldId="801"/>
            <ac:spMk id="2" creationId="{6DC368DE-3AF7-3DE0-1D77-5D5D3FC40579}"/>
          </ac:spMkLst>
        </pc:spChg>
      </pc:sldChg>
      <pc:sldChg chg="addSp modSp">
        <pc:chgData name="Lim Wen-I" userId="4f6c7eb3-5643-4e91-aeb7-39086a2dad27" providerId="ADAL" clId="{4377D0C4-B1ED-4164-97B6-E272DBE49AC9}" dt="2025-11-12T02:11:38.443" v="37"/>
        <pc:sldMkLst>
          <pc:docMk/>
          <pc:sldMk cId="0" sldId="803"/>
        </pc:sldMkLst>
        <pc:spChg chg="add mod">
          <ac:chgData name="Lim Wen-I" userId="4f6c7eb3-5643-4e91-aeb7-39086a2dad27" providerId="ADAL" clId="{4377D0C4-B1ED-4164-97B6-E272DBE49AC9}" dt="2025-11-12T02:11:38.443" v="37"/>
          <ac:spMkLst>
            <pc:docMk/>
            <pc:sldMk cId="0" sldId="803"/>
            <ac:spMk id="2" creationId="{6952AEA7-E055-5372-128C-3453BB4E9C25}"/>
          </ac:spMkLst>
        </pc:spChg>
      </pc:sldChg>
      <pc:sldChg chg="addSp modSp">
        <pc:chgData name="Lim Wen-I" userId="4f6c7eb3-5643-4e91-aeb7-39086a2dad27" providerId="ADAL" clId="{4377D0C4-B1ED-4164-97B6-E272DBE49AC9}" dt="2025-11-12T02:11:41.162" v="38"/>
        <pc:sldMkLst>
          <pc:docMk/>
          <pc:sldMk cId="0" sldId="804"/>
        </pc:sldMkLst>
        <pc:spChg chg="add mod">
          <ac:chgData name="Lim Wen-I" userId="4f6c7eb3-5643-4e91-aeb7-39086a2dad27" providerId="ADAL" clId="{4377D0C4-B1ED-4164-97B6-E272DBE49AC9}" dt="2025-11-12T02:11:41.162" v="38"/>
          <ac:spMkLst>
            <pc:docMk/>
            <pc:sldMk cId="0" sldId="804"/>
            <ac:spMk id="2" creationId="{693D0360-66F0-F58F-719A-F8E9300F7538}"/>
          </ac:spMkLst>
        </pc:spChg>
      </pc:sldChg>
      <pc:sldChg chg="addSp modSp">
        <pc:chgData name="Lim Wen-I" userId="4f6c7eb3-5643-4e91-aeb7-39086a2dad27" providerId="ADAL" clId="{4377D0C4-B1ED-4164-97B6-E272DBE49AC9}" dt="2025-11-12T02:11:43.797" v="39"/>
        <pc:sldMkLst>
          <pc:docMk/>
          <pc:sldMk cId="0" sldId="805"/>
        </pc:sldMkLst>
        <pc:spChg chg="add mod">
          <ac:chgData name="Lim Wen-I" userId="4f6c7eb3-5643-4e91-aeb7-39086a2dad27" providerId="ADAL" clId="{4377D0C4-B1ED-4164-97B6-E272DBE49AC9}" dt="2025-11-12T02:11:43.797" v="39"/>
          <ac:spMkLst>
            <pc:docMk/>
            <pc:sldMk cId="0" sldId="805"/>
            <ac:spMk id="2" creationId="{0020BE2F-420A-DC34-6607-4F2C0E7D58EA}"/>
          </ac:spMkLst>
        </pc:spChg>
      </pc:sldChg>
      <pc:sldChg chg="addSp modSp">
        <pc:chgData name="Lim Wen-I" userId="4f6c7eb3-5643-4e91-aeb7-39086a2dad27" providerId="ADAL" clId="{4377D0C4-B1ED-4164-97B6-E272DBE49AC9}" dt="2025-11-12T02:11:46.370" v="40"/>
        <pc:sldMkLst>
          <pc:docMk/>
          <pc:sldMk cId="0" sldId="806"/>
        </pc:sldMkLst>
        <pc:spChg chg="add mod">
          <ac:chgData name="Lim Wen-I" userId="4f6c7eb3-5643-4e91-aeb7-39086a2dad27" providerId="ADAL" clId="{4377D0C4-B1ED-4164-97B6-E272DBE49AC9}" dt="2025-11-12T02:11:46.370" v="40"/>
          <ac:spMkLst>
            <pc:docMk/>
            <pc:sldMk cId="0" sldId="806"/>
            <ac:spMk id="2" creationId="{39D0ADBC-C445-0F06-91CF-1030DAD3A389}"/>
          </ac:spMkLst>
        </pc:spChg>
      </pc:sldChg>
      <pc:sldChg chg="addSp modSp">
        <pc:chgData name="Lim Wen-I" userId="4f6c7eb3-5643-4e91-aeb7-39086a2dad27" providerId="ADAL" clId="{4377D0C4-B1ED-4164-97B6-E272DBE49AC9}" dt="2025-11-12T02:09:12.250" v="26" actId="1076"/>
        <pc:sldMkLst>
          <pc:docMk/>
          <pc:sldMk cId="0" sldId="807"/>
        </pc:sldMkLst>
        <pc:spChg chg="add mod">
          <ac:chgData name="Lim Wen-I" userId="4f6c7eb3-5643-4e91-aeb7-39086a2dad27" providerId="ADAL" clId="{4377D0C4-B1ED-4164-97B6-E272DBE49AC9}" dt="2025-11-12T02:09:12.250" v="26" actId="1076"/>
          <ac:spMkLst>
            <pc:docMk/>
            <pc:sldMk cId="0" sldId="807"/>
            <ac:spMk id="2" creationId="{06A3A897-D476-D81A-3EC5-AED8BB96265A}"/>
          </ac:spMkLst>
        </pc:spChg>
      </pc:sldChg>
      <pc:sldChg chg="modSp">
        <pc:chgData name="Lim Wen-I" userId="4f6c7eb3-5643-4e91-aeb7-39086a2dad27" providerId="ADAL" clId="{4377D0C4-B1ED-4164-97B6-E272DBE49AC9}" dt="2025-11-11T06:46:03.642" v="23" actId="14100"/>
        <pc:sldMkLst>
          <pc:docMk/>
          <pc:sldMk cId="0" sldId="809"/>
        </pc:sldMkLst>
        <pc:picChg chg="mod">
          <ac:chgData name="Lim Wen-I" userId="4f6c7eb3-5643-4e91-aeb7-39086a2dad27" providerId="ADAL" clId="{4377D0C4-B1ED-4164-97B6-E272DBE49AC9}" dt="2025-11-11T06:46:03.642" v="23" actId="14100"/>
          <ac:picMkLst>
            <pc:docMk/>
            <pc:sldMk cId="0" sldId="809"/>
            <ac:picMk id="4098" creationId="{2FA09389-018A-8333-6C61-43BB6D080E8A}"/>
          </ac:picMkLst>
        </pc:picChg>
      </pc:sldChg>
      <pc:sldChg chg="modSp">
        <pc:chgData name="Lim Wen-I" userId="4f6c7eb3-5643-4e91-aeb7-39086a2dad27" providerId="ADAL" clId="{4377D0C4-B1ED-4164-97B6-E272DBE49AC9}" dt="2025-11-11T06:46:08.105" v="24" actId="14100"/>
        <pc:sldMkLst>
          <pc:docMk/>
          <pc:sldMk cId="0" sldId="810"/>
        </pc:sldMkLst>
        <pc:picChg chg="mod">
          <ac:chgData name="Lim Wen-I" userId="4f6c7eb3-5643-4e91-aeb7-39086a2dad27" providerId="ADAL" clId="{4377D0C4-B1ED-4164-97B6-E272DBE49AC9}" dt="2025-11-11T06:46:08.105" v="24" actId="14100"/>
          <ac:picMkLst>
            <pc:docMk/>
            <pc:sldMk cId="0" sldId="810"/>
            <ac:picMk id="5122" creationId="{E409E743-7EB4-9E2D-DD8F-68585EFC58F6}"/>
          </ac:picMkLst>
        </pc:picChg>
      </pc:sldChg>
      <pc:sldChg chg="addSp modSp mod">
        <pc:chgData name="Lim Wen-I" userId="4f6c7eb3-5643-4e91-aeb7-39086a2dad27" providerId="ADAL" clId="{4377D0C4-B1ED-4164-97B6-E272DBE49AC9}" dt="2025-11-12T02:16:14.244" v="151" actId="1035"/>
        <pc:sldMkLst>
          <pc:docMk/>
          <pc:sldMk cId="0" sldId="812"/>
        </pc:sldMkLst>
        <pc:spChg chg="add mod">
          <ac:chgData name="Lim Wen-I" userId="4f6c7eb3-5643-4e91-aeb7-39086a2dad27" providerId="ADAL" clId="{4377D0C4-B1ED-4164-97B6-E272DBE49AC9}" dt="2025-11-12T02:16:06.181" v="142"/>
          <ac:spMkLst>
            <pc:docMk/>
            <pc:sldMk cId="0" sldId="812"/>
            <ac:spMk id="2" creationId="{D34C7F1D-5EE5-A443-B5F9-A0B834CEC237}"/>
          </ac:spMkLst>
        </pc:spChg>
        <pc:spChg chg="mod">
          <ac:chgData name="Lim Wen-I" userId="4f6c7eb3-5643-4e91-aeb7-39086a2dad27" providerId="ADAL" clId="{4377D0C4-B1ED-4164-97B6-E272DBE49AC9}" dt="2025-11-12T02:16:14.244" v="151" actId="1035"/>
          <ac:spMkLst>
            <pc:docMk/>
            <pc:sldMk cId="0" sldId="812"/>
            <ac:spMk id="12" creationId="{FDAA5965-52CA-17A8-CFED-4E5244F92799}"/>
          </ac:spMkLst>
        </pc:spChg>
      </pc:sldChg>
      <pc:sldChg chg="addSp modSp mod">
        <pc:chgData name="Lim Wen-I" userId="4f6c7eb3-5643-4e91-aeb7-39086a2dad27" providerId="ADAL" clId="{4377D0C4-B1ED-4164-97B6-E272DBE49AC9}" dt="2025-11-12T02:11:18.217" v="32"/>
        <pc:sldMkLst>
          <pc:docMk/>
          <pc:sldMk cId="0" sldId="813"/>
        </pc:sldMkLst>
        <pc:spChg chg="add mod">
          <ac:chgData name="Lim Wen-I" userId="4f6c7eb3-5643-4e91-aeb7-39086a2dad27" providerId="ADAL" clId="{4377D0C4-B1ED-4164-97B6-E272DBE49AC9}" dt="2025-11-12T02:11:18.217" v="32"/>
          <ac:spMkLst>
            <pc:docMk/>
            <pc:sldMk cId="0" sldId="813"/>
            <ac:spMk id="2" creationId="{57CA31DF-695A-0D04-1DBA-02C8368C3785}"/>
          </ac:spMkLst>
        </pc:spChg>
        <pc:spChg chg="mod">
          <ac:chgData name="Lim Wen-I" userId="4f6c7eb3-5643-4e91-aeb7-39086a2dad27" providerId="ADAL" clId="{4377D0C4-B1ED-4164-97B6-E272DBE49AC9}" dt="2025-11-11T06:44:02.683" v="17" actId="1035"/>
          <ac:spMkLst>
            <pc:docMk/>
            <pc:sldMk cId="0" sldId="813"/>
            <ac:spMk id="17410" creationId="{03D18766-9143-822B-361D-2ECD3A672B7A}"/>
          </ac:spMkLst>
        </pc:spChg>
      </pc:sldChg>
      <pc:sldChg chg="addSp modSp">
        <pc:chgData name="Lim Wen-I" userId="4f6c7eb3-5643-4e91-aeb7-39086a2dad27" providerId="ADAL" clId="{4377D0C4-B1ED-4164-97B6-E272DBE49AC9}" dt="2025-11-12T02:14:04.541" v="120"/>
        <pc:sldMkLst>
          <pc:docMk/>
          <pc:sldMk cId="0" sldId="814"/>
        </pc:sldMkLst>
        <pc:spChg chg="add mod">
          <ac:chgData name="Lim Wen-I" userId="4f6c7eb3-5643-4e91-aeb7-39086a2dad27" providerId="ADAL" clId="{4377D0C4-B1ED-4164-97B6-E272DBE49AC9}" dt="2025-11-12T02:14:04.541" v="120"/>
          <ac:spMkLst>
            <pc:docMk/>
            <pc:sldMk cId="0" sldId="814"/>
            <ac:spMk id="2" creationId="{055B2525-C896-7553-4E94-53C6EBB24F7F}"/>
          </ac:spMkLst>
        </pc:spChg>
      </pc:sldChg>
      <pc:sldChg chg="addSp modSp mod">
        <pc:chgData name="Lim Wen-I" userId="4f6c7eb3-5643-4e91-aeb7-39086a2dad27" providerId="ADAL" clId="{4377D0C4-B1ED-4164-97B6-E272DBE49AC9}" dt="2025-11-11T06:45:42.007" v="22" actId="2085"/>
        <pc:sldMkLst>
          <pc:docMk/>
          <pc:sldMk cId="0" sldId="815"/>
        </pc:sldMkLst>
        <pc:spChg chg="add mod">
          <ac:chgData name="Lim Wen-I" userId="4f6c7eb3-5643-4e91-aeb7-39086a2dad27" providerId="ADAL" clId="{4377D0C4-B1ED-4164-97B6-E272DBE49AC9}" dt="2025-11-11T06:45:42.007" v="22" actId="2085"/>
          <ac:spMkLst>
            <pc:docMk/>
            <pc:sldMk cId="0" sldId="815"/>
            <ac:spMk id="2" creationId="{2B0DD957-9C06-7FC5-F7FD-49F802E9B50D}"/>
          </ac:spMkLst>
        </pc:spChg>
      </pc:sldChg>
      <pc:sldMasterChg chg="modSldLayout">
        <pc:chgData name="Lim Wen-I" userId="4f6c7eb3-5643-4e91-aeb7-39086a2dad27" providerId="ADAL" clId="{4377D0C4-B1ED-4164-97B6-E272DBE49AC9}" dt="2025-11-11T06:43:43.484" v="0"/>
        <pc:sldMasterMkLst>
          <pc:docMk/>
          <pc:sldMasterMk cId="457022481" sldId="2147484091"/>
        </pc:sldMasterMkLst>
        <pc:sldLayoutChg chg="addSp">
          <pc:chgData name="Lim Wen-I" userId="4f6c7eb3-5643-4e91-aeb7-39086a2dad27" providerId="ADAL" clId="{4377D0C4-B1ED-4164-97B6-E272DBE49AC9}" dt="2025-11-11T06:43:43.484" v="0"/>
          <pc:sldLayoutMkLst>
            <pc:docMk/>
            <pc:sldMasterMk cId="457022481" sldId="2147484091"/>
            <pc:sldLayoutMk cId="1418410345" sldId="2147484093"/>
          </pc:sldLayoutMkLst>
          <pc:cxnChg chg="add">
            <ac:chgData name="Lim Wen-I" userId="4f6c7eb3-5643-4e91-aeb7-39086a2dad27" providerId="ADAL" clId="{4377D0C4-B1ED-4164-97B6-E272DBE49AC9}" dt="2025-11-11T06:43:43.484" v="0"/>
            <ac:cxnSpMkLst>
              <pc:docMk/>
              <pc:sldMasterMk cId="457022481" sldId="2147484091"/>
              <pc:sldLayoutMk cId="1418410345" sldId="2147484093"/>
              <ac:cxnSpMk id="4" creationId="{155FEAA0-8953-49B1-9AF0-1DE88900199B}"/>
            </ac:cxnSpMkLst>
          </pc:cxnChg>
        </pc:sldLayoutChg>
      </pc:sldMasterChg>
    </pc:docChg>
  </pc:docChgLst>
  <pc:docChgLst>
    <pc:chgData name="Lim Wen-I" userId="S::limwen-i@segi.edu.my::4f6c7eb3-5643-4e91-aeb7-39086a2dad27" providerId="AD" clId="Web-{AC2D9DE6-9E6E-9E3C-54EB-A23F3A71842E}"/>
    <pc:docChg chg="delSld">
      <pc:chgData name="Lim Wen-I" userId="S::limwen-i@segi.edu.my::4f6c7eb3-5643-4e91-aeb7-39086a2dad27" providerId="AD" clId="Web-{AC2D9DE6-9E6E-9E3C-54EB-A23F3A71842E}" dt="2025-11-13T04:55:51.173" v="3"/>
      <pc:docMkLst>
        <pc:docMk/>
      </pc:docMkLst>
      <pc:sldChg chg="del">
        <pc:chgData name="Lim Wen-I" userId="S::limwen-i@segi.edu.my::4f6c7eb3-5643-4e91-aeb7-39086a2dad27" providerId="AD" clId="Web-{AC2D9DE6-9E6E-9E3C-54EB-A23F3A71842E}" dt="2025-11-13T04:55:24.360" v="0"/>
        <pc:sldMkLst>
          <pc:docMk/>
          <pc:sldMk cId="0" sldId="792"/>
        </pc:sldMkLst>
      </pc:sldChg>
      <pc:sldChg chg="del">
        <pc:chgData name="Lim Wen-I" userId="S::limwen-i@segi.edu.my::4f6c7eb3-5643-4e91-aeb7-39086a2dad27" providerId="AD" clId="Web-{AC2D9DE6-9E6E-9E3C-54EB-A23F3A71842E}" dt="2025-11-13T04:55:45.907" v="1"/>
        <pc:sldMkLst>
          <pc:docMk/>
          <pc:sldMk cId="0" sldId="808"/>
        </pc:sldMkLst>
      </pc:sldChg>
      <pc:sldChg chg="del">
        <pc:chgData name="Lim Wen-I" userId="S::limwen-i@segi.edu.my::4f6c7eb3-5643-4e91-aeb7-39086a2dad27" providerId="AD" clId="Web-{AC2D9DE6-9E6E-9E3C-54EB-A23F3A71842E}" dt="2025-11-13T04:55:48.970" v="2"/>
        <pc:sldMkLst>
          <pc:docMk/>
          <pc:sldMk cId="0" sldId="809"/>
        </pc:sldMkLst>
      </pc:sldChg>
      <pc:sldChg chg="del">
        <pc:chgData name="Lim Wen-I" userId="S::limwen-i@segi.edu.my::4f6c7eb3-5643-4e91-aeb7-39086a2dad27" providerId="AD" clId="Web-{AC2D9DE6-9E6E-9E3C-54EB-A23F3A71842E}" dt="2025-11-13T04:55:51.173" v="3"/>
        <pc:sldMkLst>
          <pc:docMk/>
          <pc:sldMk cId="0" sldId="81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1826" name="Rectangle 2">
            <a:extLst>
              <a:ext uri="{FF2B5EF4-FFF2-40B4-BE49-F238E27FC236}">
                <a16:creationId xmlns:a16="http://schemas.microsoft.com/office/drawing/2014/main" id="{9A55E2EE-A2DA-D788-EB4D-C1CD841178B8}"/>
              </a:ext>
            </a:extLst>
          </p:cNvPr>
          <p:cNvSpPr>
            <a:spLocks noGrp="1" noChangeArrowheads="1"/>
          </p:cNvSpPr>
          <p:nvPr>
            <p:ph type="hdr" sz="quarter"/>
          </p:nvPr>
        </p:nvSpPr>
        <p:spPr bwMode="auto">
          <a:xfrm>
            <a:off x="0" y="0"/>
            <a:ext cx="56070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68" tIns="45734" rIns="91468" bIns="45734" numCol="1" anchor="t" anchorCtr="0" compatLnSpc="1">
            <a:prstTxWarp prst="textNoShape">
              <a:avLst/>
            </a:prstTxWarp>
          </a:bodyPr>
          <a:lstStyle>
            <a:lvl1pPr defTabSz="912813" eaLnBrk="1" hangingPunct="1">
              <a:defRPr sz="1100">
                <a:solidFill>
                  <a:schemeClr val="tx1"/>
                </a:solidFill>
                <a:latin typeface="Arial" charset="0"/>
                <a:cs typeface="Arial" charset="0"/>
              </a:defRPr>
            </a:lvl1pPr>
          </a:lstStyle>
          <a:p>
            <a:pPr>
              <a:defRPr/>
            </a:pPr>
            <a:endParaRPr lang="en-US" altLang="en-US"/>
          </a:p>
        </p:txBody>
      </p:sp>
      <p:sp>
        <p:nvSpPr>
          <p:cNvPr id="461827" name="Rectangle 3">
            <a:extLst>
              <a:ext uri="{FF2B5EF4-FFF2-40B4-BE49-F238E27FC236}">
                <a16:creationId xmlns:a16="http://schemas.microsoft.com/office/drawing/2014/main" id="{B874B4BE-3C94-6ED0-686C-7FEF30F3DD98}"/>
              </a:ext>
            </a:extLst>
          </p:cNvPr>
          <p:cNvSpPr>
            <a:spLocks noGrp="1" noChangeArrowheads="1"/>
          </p:cNvSpPr>
          <p:nvPr>
            <p:ph type="dt" sz="quarter" idx="1"/>
          </p:nvPr>
        </p:nvSpPr>
        <p:spPr bwMode="auto">
          <a:xfrm>
            <a:off x="5865813" y="0"/>
            <a:ext cx="9398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68" tIns="45734" rIns="91468" bIns="45734" numCol="1" anchor="t" anchorCtr="0" compatLnSpc="1">
            <a:prstTxWarp prst="textNoShape">
              <a:avLst/>
            </a:prstTxWarp>
          </a:bodyPr>
          <a:lstStyle>
            <a:lvl1pPr algn="r" defTabSz="912813" eaLnBrk="1" hangingPunct="1">
              <a:defRPr sz="1100">
                <a:solidFill>
                  <a:schemeClr val="tx1"/>
                </a:solidFill>
                <a:latin typeface="Arial" charset="0"/>
                <a:cs typeface="Arial" charset="0"/>
              </a:defRPr>
            </a:lvl1pPr>
          </a:lstStyle>
          <a:p>
            <a:pPr>
              <a:defRPr/>
            </a:pPr>
            <a:fld id="{4792655C-2ECA-421F-BE5A-ED9FAEECC356}" type="datetime1">
              <a:rPr lang="en-GB" altLang="en-US"/>
              <a:pPr>
                <a:defRPr/>
              </a:pPr>
              <a:t>12/11/2025</a:t>
            </a:fld>
            <a:endParaRPr lang="en-GB" altLang="en-US"/>
          </a:p>
        </p:txBody>
      </p:sp>
      <p:sp>
        <p:nvSpPr>
          <p:cNvPr id="461828" name="Rectangle 4">
            <a:extLst>
              <a:ext uri="{FF2B5EF4-FFF2-40B4-BE49-F238E27FC236}">
                <a16:creationId xmlns:a16="http://schemas.microsoft.com/office/drawing/2014/main" id="{9CE37D4D-5ABE-5163-CD3A-D9CA6F373F11}"/>
              </a:ext>
            </a:extLst>
          </p:cNvPr>
          <p:cNvSpPr>
            <a:spLocks noGrp="1" noChangeArrowheads="1"/>
          </p:cNvSpPr>
          <p:nvPr>
            <p:ph type="ftr" sz="quarter" idx="2"/>
          </p:nvPr>
        </p:nvSpPr>
        <p:spPr bwMode="auto">
          <a:xfrm>
            <a:off x="0" y="9439275"/>
            <a:ext cx="5697538"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68" tIns="45734" rIns="91468" bIns="45734" numCol="1" anchor="b" anchorCtr="0" compatLnSpc="1">
            <a:prstTxWarp prst="textNoShape">
              <a:avLst/>
            </a:prstTxWarp>
          </a:bodyPr>
          <a:lstStyle>
            <a:lvl1pPr defTabSz="912813" eaLnBrk="1" hangingPunct="1">
              <a:defRPr sz="1100">
                <a:solidFill>
                  <a:schemeClr val="tx1"/>
                </a:solidFill>
                <a:latin typeface="Arial" charset="0"/>
                <a:cs typeface="Arial" charset="0"/>
              </a:defRPr>
            </a:lvl1pPr>
          </a:lstStyle>
          <a:p>
            <a:pPr>
              <a:defRPr/>
            </a:pPr>
            <a:endParaRPr lang="en-US" altLang="en-US"/>
          </a:p>
        </p:txBody>
      </p:sp>
      <p:sp>
        <p:nvSpPr>
          <p:cNvPr id="461829" name="Rectangle 5">
            <a:extLst>
              <a:ext uri="{FF2B5EF4-FFF2-40B4-BE49-F238E27FC236}">
                <a16:creationId xmlns:a16="http://schemas.microsoft.com/office/drawing/2014/main" id="{DFBAA59F-476F-4A0D-50A2-74549F12F882}"/>
              </a:ext>
            </a:extLst>
          </p:cNvPr>
          <p:cNvSpPr>
            <a:spLocks noGrp="1" noChangeArrowheads="1"/>
          </p:cNvSpPr>
          <p:nvPr>
            <p:ph type="sldNum" sz="quarter" idx="3"/>
          </p:nvPr>
        </p:nvSpPr>
        <p:spPr bwMode="auto">
          <a:xfrm>
            <a:off x="5975350" y="9439275"/>
            <a:ext cx="830263"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68" tIns="45734" rIns="91468" bIns="45734" numCol="1" anchor="b" anchorCtr="0" compatLnSpc="1">
            <a:prstTxWarp prst="textNoShape">
              <a:avLst/>
            </a:prstTxWarp>
          </a:bodyPr>
          <a:lstStyle>
            <a:lvl1pPr algn="r" defTabSz="912813" eaLnBrk="1" hangingPunct="1">
              <a:defRPr sz="1100">
                <a:solidFill>
                  <a:schemeClr val="tx1"/>
                </a:solidFill>
                <a:latin typeface="Arial" panose="020B0604020202020204" pitchFamily="34" charset="0"/>
              </a:defRPr>
            </a:lvl1pPr>
          </a:lstStyle>
          <a:p>
            <a:fld id="{84E517C0-F2F8-4232-B6EA-D09D96D0AE68}"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7C39F9FC-EE0D-5F23-BE74-608F8A78EEE3}"/>
              </a:ext>
            </a:extLst>
          </p:cNvPr>
          <p:cNvSpPr>
            <a:spLocks noGrp="1" noChangeArrowheads="1"/>
          </p:cNvSpPr>
          <p:nvPr>
            <p:ph type="hdr" sz="quarter"/>
          </p:nvPr>
        </p:nvSpPr>
        <p:spPr bwMode="auto">
          <a:xfrm>
            <a:off x="0" y="0"/>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68" tIns="45734" rIns="91468" bIns="45734" numCol="1" anchor="t" anchorCtr="0" compatLnSpc="1">
            <a:prstTxWarp prst="textNoShape">
              <a:avLst/>
            </a:prstTxWarp>
          </a:bodyPr>
          <a:lstStyle>
            <a:lvl1pPr defTabSz="912813" eaLnBrk="1" hangingPunct="1">
              <a:defRPr sz="1100">
                <a:solidFill>
                  <a:schemeClr val="tx1"/>
                </a:solidFill>
                <a:latin typeface="Arial" charset="0"/>
                <a:cs typeface="Arial" charset="0"/>
              </a:defRPr>
            </a:lvl1pPr>
          </a:lstStyle>
          <a:p>
            <a:pPr>
              <a:defRPr/>
            </a:pPr>
            <a:endParaRPr lang="en-US" altLang="en-US"/>
          </a:p>
        </p:txBody>
      </p:sp>
      <p:sp>
        <p:nvSpPr>
          <p:cNvPr id="116739" name="Rectangle 3">
            <a:extLst>
              <a:ext uri="{FF2B5EF4-FFF2-40B4-BE49-F238E27FC236}">
                <a16:creationId xmlns:a16="http://schemas.microsoft.com/office/drawing/2014/main" id="{F589016E-FAC5-FA8F-49DF-921613A21D5B}"/>
              </a:ext>
            </a:extLst>
          </p:cNvPr>
          <p:cNvSpPr>
            <a:spLocks noGrp="1" noChangeArrowheads="1"/>
          </p:cNvSpPr>
          <p:nvPr>
            <p:ph type="dt" idx="1"/>
          </p:nvPr>
        </p:nvSpPr>
        <p:spPr bwMode="auto">
          <a:xfrm>
            <a:off x="3857625" y="0"/>
            <a:ext cx="2947988"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68" tIns="45734" rIns="91468" bIns="45734" numCol="1" anchor="t" anchorCtr="0" compatLnSpc="1">
            <a:prstTxWarp prst="textNoShape">
              <a:avLst/>
            </a:prstTxWarp>
          </a:bodyPr>
          <a:lstStyle>
            <a:lvl1pPr algn="r" defTabSz="912813" eaLnBrk="1" hangingPunct="1">
              <a:defRPr sz="1100">
                <a:solidFill>
                  <a:schemeClr val="tx1"/>
                </a:solidFill>
                <a:latin typeface="Arial" charset="0"/>
                <a:cs typeface="Arial" charset="0"/>
              </a:defRPr>
            </a:lvl1pPr>
          </a:lstStyle>
          <a:p>
            <a:pPr>
              <a:defRPr/>
            </a:pPr>
            <a:fld id="{CA750F84-A04D-4BD1-B61E-36E299304C36}" type="datetime1">
              <a:rPr lang="en-GB" altLang="en-US"/>
              <a:pPr>
                <a:defRPr/>
              </a:pPr>
              <a:t>12/11/2025</a:t>
            </a:fld>
            <a:endParaRPr lang="en-GB" altLang="en-US"/>
          </a:p>
        </p:txBody>
      </p:sp>
      <p:sp>
        <p:nvSpPr>
          <p:cNvPr id="77828" name="Rectangle 4">
            <a:extLst>
              <a:ext uri="{FF2B5EF4-FFF2-40B4-BE49-F238E27FC236}">
                <a16:creationId xmlns:a16="http://schemas.microsoft.com/office/drawing/2014/main" id="{79C79DD5-67F4-0454-B20F-14205464B313}"/>
              </a:ext>
            </a:extLst>
          </p:cNvPr>
          <p:cNvSpPr>
            <a:spLocks noGrp="1" noRot="1" noChangeAspect="1" noChangeArrowheads="1" noTextEdit="1"/>
          </p:cNvSpPr>
          <p:nvPr>
            <p:ph type="sldImg" idx="2"/>
          </p:nvPr>
        </p:nvSpPr>
        <p:spPr bwMode="auto">
          <a:xfrm>
            <a:off x="919163" y="746125"/>
            <a:ext cx="4968875" cy="3727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6741" name="Rectangle 5">
            <a:extLst>
              <a:ext uri="{FF2B5EF4-FFF2-40B4-BE49-F238E27FC236}">
                <a16:creationId xmlns:a16="http://schemas.microsoft.com/office/drawing/2014/main" id="{8CD0167C-84AB-3973-EEB6-03DA7C512608}"/>
              </a:ext>
            </a:extLst>
          </p:cNvPr>
          <p:cNvSpPr>
            <a:spLocks noGrp="1" noChangeArrowheads="1"/>
          </p:cNvSpPr>
          <p:nvPr>
            <p:ph type="body" sz="quarter" idx="3"/>
          </p:nvPr>
        </p:nvSpPr>
        <p:spPr bwMode="auto">
          <a:xfrm>
            <a:off x="681038" y="4721225"/>
            <a:ext cx="5445125" cy="447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68" tIns="45734" rIns="91468" bIns="45734"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16742" name="Rectangle 6">
            <a:extLst>
              <a:ext uri="{FF2B5EF4-FFF2-40B4-BE49-F238E27FC236}">
                <a16:creationId xmlns:a16="http://schemas.microsoft.com/office/drawing/2014/main" id="{3B1EC78F-43E6-1068-A86C-C12D0BFDD460}"/>
              </a:ext>
            </a:extLst>
          </p:cNvPr>
          <p:cNvSpPr>
            <a:spLocks noGrp="1" noChangeArrowheads="1"/>
          </p:cNvSpPr>
          <p:nvPr>
            <p:ph type="ftr" sz="quarter" idx="4"/>
          </p:nvPr>
        </p:nvSpPr>
        <p:spPr bwMode="auto">
          <a:xfrm>
            <a:off x="0" y="9439275"/>
            <a:ext cx="5808663"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68" tIns="45734" rIns="91468" bIns="45734" numCol="1" anchor="b" anchorCtr="0" compatLnSpc="1">
            <a:prstTxWarp prst="textNoShape">
              <a:avLst/>
            </a:prstTxWarp>
          </a:bodyPr>
          <a:lstStyle>
            <a:lvl1pPr defTabSz="912813" eaLnBrk="1" hangingPunct="1">
              <a:defRPr sz="1100">
                <a:solidFill>
                  <a:schemeClr val="tx1"/>
                </a:solidFill>
                <a:latin typeface="Arial" charset="0"/>
                <a:cs typeface="Arial" charset="0"/>
              </a:defRPr>
            </a:lvl1pPr>
          </a:lstStyle>
          <a:p>
            <a:pPr>
              <a:defRPr/>
            </a:pPr>
            <a:endParaRPr lang="en-US" altLang="en-US"/>
          </a:p>
        </p:txBody>
      </p:sp>
      <p:sp>
        <p:nvSpPr>
          <p:cNvPr id="116743" name="Rectangle 7">
            <a:extLst>
              <a:ext uri="{FF2B5EF4-FFF2-40B4-BE49-F238E27FC236}">
                <a16:creationId xmlns:a16="http://schemas.microsoft.com/office/drawing/2014/main" id="{8324BF24-BEDC-8B2A-E6C0-009829A51B15}"/>
              </a:ext>
            </a:extLst>
          </p:cNvPr>
          <p:cNvSpPr>
            <a:spLocks noGrp="1" noChangeArrowheads="1"/>
          </p:cNvSpPr>
          <p:nvPr>
            <p:ph type="sldNum" sz="quarter" idx="5"/>
          </p:nvPr>
        </p:nvSpPr>
        <p:spPr bwMode="auto">
          <a:xfrm>
            <a:off x="5907088" y="9439275"/>
            <a:ext cx="898525" cy="49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68" tIns="45734" rIns="91468" bIns="45734" numCol="1" anchor="b" anchorCtr="0" compatLnSpc="1">
            <a:prstTxWarp prst="textNoShape">
              <a:avLst/>
            </a:prstTxWarp>
          </a:bodyPr>
          <a:lstStyle>
            <a:lvl1pPr algn="r" defTabSz="912813" eaLnBrk="1" hangingPunct="1">
              <a:defRPr sz="1100">
                <a:solidFill>
                  <a:schemeClr val="tx1"/>
                </a:solidFill>
                <a:latin typeface="Arial" panose="020B0604020202020204" pitchFamily="34" charset="0"/>
              </a:defRPr>
            </a:lvl1pPr>
          </a:lstStyle>
          <a:p>
            <a:fld id="{11CE817D-2CE2-455A-8DA3-9A1A7A929714}"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B1FC0023-5506-B6C8-6166-1A46C96D3E3B}"/>
              </a:ext>
            </a:extLst>
          </p:cNvPr>
          <p:cNvSpPr>
            <a:spLocks noGrp="1" noRot="1" noChangeAspect="1" noTextEdit="1"/>
          </p:cNvSpPr>
          <p:nvPr>
            <p:ph type="sldImg"/>
          </p:nvPr>
        </p:nvSpPr>
        <p:spPr>
          <a:ln/>
        </p:spPr>
      </p:sp>
      <p:sp>
        <p:nvSpPr>
          <p:cNvPr id="78851" name="Notes Placeholder 2">
            <a:extLst>
              <a:ext uri="{FF2B5EF4-FFF2-40B4-BE49-F238E27FC236}">
                <a16:creationId xmlns:a16="http://schemas.microsoft.com/office/drawing/2014/main" id="{52E29D4D-8206-72D3-ABBE-15E5CF410637}"/>
              </a:ext>
            </a:extLst>
          </p:cNvPr>
          <p:cNvSpPr>
            <a:spLocks noGrp="1"/>
          </p:cNvSpPr>
          <p:nvPr>
            <p:ph type="body" idx="1"/>
          </p:nvPr>
        </p:nvSpPr>
        <p:spPr>
          <a:noFill/>
        </p:spPr>
        <p:txBody>
          <a:bodyPr/>
          <a:lstStyle/>
          <a:p>
            <a:endParaRPr lang="en-US" altLang="en-US">
              <a:latin typeface="Arial" panose="020B0604020202020204" pitchFamily="34" charset="0"/>
            </a:endParaRPr>
          </a:p>
        </p:txBody>
      </p:sp>
      <p:sp>
        <p:nvSpPr>
          <p:cNvPr id="78852" name="Slide Number Placeholder 3">
            <a:extLst>
              <a:ext uri="{FF2B5EF4-FFF2-40B4-BE49-F238E27FC236}">
                <a16:creationId xmlns:a16="http://schemas.microsoft.com/office/drawing/2014/main" id="{EF11ADCD-B401-D13E-9DD6-2A072B5B1CC8}"/>
              </a:ext>
            </a:extLst>
          </p:cNvPr>
          <p:cNvSpPr>
            <a:spLocks noGrp="1"/>
          </p:cNvSpPr>
          <p:nvPr>
            <p:ph type="sldNum" sz="quarter" idx="5"/>
          </p:nvPr>
        </p:nvSpPr>
        <p:spPr>
          <a:noFill/>
        </p:spPr>
        <p:txBody>
          <a:bodyPr/>
          <a:lstStyle>
            <a:lvl1pPr defTabSz="912813">
              <a:defRPr sz="1000">
                <a:solidFill>
                  <a:srgbClr val="004D75"/>
                </a:solidFill>
                <a:latin typeface="Verdana" panose="020B0604030504040204" pitchFamily="34" charset="0"/>
                <a:cs typeface="Arial" panose="020B0604020202020204" pitchFamily="34" charset="0"/>
              </a:defRPr>
            </a:lvl1pPr>
            <a:lvl2pPr marL="742950" indent="-285750" defTabSz="912813">
              <a:defRPr sz="1000">
                <a:solidFill>
                  <a:srgbClr val="004D75"/>
                </a:solidFill>
                <a:latin typeface="Verdana" panose="020B0604030504040204" pitchFamily="34" charset="0"/>
                <a:cs typeface="Arial" panose="020B0604020202020204" pitchFamily="34" charset="0"/>
              </a:defRPr>
            </a:lvl2pPr>
            <a:lvl3pPr marL="1143000" indent="-228600" defTabSz="912813">
              <a:defRPr sz="1000">
                <a:solidFill>
                  <a:srgbClr val="004D75"/>
                </a:solidFill>
                <a:latin typeface="Verdana" panose="020B0604030504040204" pitchFamily="34" charset="0"/>
                <a:cs typeface="Arial" panose="020B0604020202020204" pitchFamily="34" charset="0"/>
              </a:defRPr>
            </a:lvl3pPr>
            <a:lvl4pPr marL="1600200" indent="-228600" defTabSz="912813">
              <a:defRPr sz="1000">
                <a:solidFill>
                  <a:srgbClr val="004D75"/>
                </a:solidFill>
                <a:latin typeface="Verdana" panose="020B0604030504040204" pitchFamily="34" charset="0"/>
                <a:cs typeface="Arial" panose="020B0604020202020204" pitchFamily="34" charset="0"/>
              </a:defRPr>
            </a:lvl4pPr>
            <a:lvl5pPr marL="2057400" indent="-228600" defTabSz="912813">
              <a:defRPr sz="1000">
                <a:solidFill>
                  <a:srgbClr val="004D75"/>
                </a:solidFill>
                <a:latin typeface="Verdana" panose="020B0604030504040204" pitchFamily="34" charset="0"/>
                <a:cs typeface="Arial" panose="020B0604020202020204" pitchFamily="34" charset="0"/>
              </a:defRPr>
            </a:lvl5pPr>
            <a:lvl6pPr marL="25146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fld id="{8035738E-79F7-495F-942D-CE474B670D60}" type="slidenum">
              <a:rPr lang="en-GB" altLang="en-US" sz="1100">
                <a:solidFill>
                  <a:schemeClr val="tx1"/>
                </a:solidFill>
                <a:latin typeface="Arial" panose="020B0604020202020204" pitchFamily="34" charset="0"/>
              </a:rPr>
              <a:pPr/>
              <a:t>1</a:t>
            </a:fld>
            <a:endParaRPr lang="en-GB" altLang="en-US" sz="1100">
              <a:solidFill>
                <a:schemeClr val="tx1"/>
              </a:solidFill>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B9832AF9-59E8-33C2-6436-87EB1BE79297}"/>
              </a:ext>
            </a:extLst>
          </p:cNvPr>
          <p:cNvSpPr>
            <a:spLocks noGrp="1" noRot="1" noChangeAspect="1" noTextEdit="1"/>
          </p:cNvSpPr>
          <p:nvPr>
            <p:ph type="sldImg"/>
          </p:nvPr>
        </p:nvSpPr>
        <p:spPr>
          <a:ln/>
        </p:spPr>
      </p:sp>
      <p:sp>
        <p:nvSpPr>
          <p:cNvPr id="79875" name="Notes Placeholder 2">
            <a:extLst>
              <a:ext uri="{FF2B5EF4-FFF2-40B4-BE49-F238E27FC236}">
                <a16:creationId xmlns:a16="http://schemas.microsoft.com/office/drawing/2014/main" id="{20D43432-14EB-5AD9-E678-E53775E00830}"/>
              </a:ext>
            </a:extLst>
          </p:cNvPr>
          <p:cNvSpPr>
            <a:spLocks noGrp="1"/>
          </p:cNvSpPr>
          <p:nvPr>
            <p:ph type="body" idx="1"/>
          </p:nvPr>
        </p:nvSpPr>
        <p:spPr>
          <a:noFill/>
        </p:spPr>
        <p:txBody>
          <a:bodyPr/>
          <a:lstStyle/>
          <a:p>
            <a:endParaRPr lang="en-US" altLang="en-US">
              <a:latin typeface="Arial" panose="020B0604020202020204" pitchFamily="34" charset="0"/>
            </a:endParaRPr>
          </a:p>
        </p:txBody>
      </p:sp>
      <p:sp>
        <p:nvSpPr>
          <p:cNvPr id="79876" name="Slide Number Placeholder 3">
            <a:extLst>
              <a:ext uri="{FF2B5EF4-FFF2-40B4-BE49-F238E27FC236}">
                <a16:creationId xmlns:a16="http://schemas.microsoft.com/office/drawing/2014/main" id="{534B68FB-9EE1-D66D-9F59-368FCD820062}"/>
              </a:ext>
            </a:extLst>
          </p:cNvPr>
          <p:cNvSpPr>
            <a:spLocks noGrp="1"/>
          </p:cNvSpPr>
          <p:nvPr>
            <p:ph type="sldNum" sz="quarter" idx="5"/>
          </p:nvPr>
        </p:nvSpPr>
        <p:spPr>
          <a:noFill/>
        </p:spPr>
        <p:txBody>
          <a:bodyPr/>
          <a:lstStyle>
            <a:lvl1pPr defTabSz="912813">
              <a:defRPr sz="1000">
                <a:solidFill>
                  <a:srgbClr val="004D75"/>
                </a:solidFill>
                <a:latin typeface="Verdana" panose="020B0604030504040204" pitchFamily="34" charset="0"/>
                <a:cs typeface="Arial" panose="020B0604020202020204" pitchFamily="34" charset="0"/>
              </a:defRPr>
            </a:lvl1pPr>
            <a:lvl2pPr marL="742950" indent="-285750" defTabSz="912813">
              <a:defRPr sz="1000">
                <a:solidFill>
                  <a:srgbClr val="004D75"/>
                </a:solidFill>
                <a:latin typeface="Verdana" panose="020B0604030504040204" pitchFamily="34" charset="0"/>
                <a:cs typeface="Arial" panose="020B0604020202020204" pitchFamily="34" charset="0"/>
              </a:defRPr>
            </a:lvl2pPr>
            <a:lvl3pPr marL="1143000" indent="-228600" defTabSz="912813">
              <a:defRPr sz="1000">
                <a:solidFill>
                  <a:srgbClr val="004D75"/>
                </a:solidFill>
                <a:latin typeface="Verdana" panose="020B0604030504040204" pitchFamily="34" charset="0"/>
                <a:cs typeface="Arial" panose="020B0604020202020204" pitchFamily="34" charset="0"/>
              </a:defRPr>
            </a:lvl3pPr>
            <a:lvl4pPr marL="1600200" indent="-228600" defTabSz="912813">
              <a:defRPr sz="1000">
                <a:solidFill>
                  <a:srgbClr val="004D75"/>
                </a:solidFill>
                <a:latin typeface="Verdana" panose="020B0604030504040204" pitchFamily="34" charset="0"/>
                <a:cs typeface="Arial" panose="020B0604020202020204" pitchFamily="34" charset="0"/>
              </a:defRPr>
            </a:lvl4pPr>
            <a:lvl5pPr marL="2057400" indent="-228600" defTabSz="912813">
              <a:defRPr sz="1000">
                <a:solidFill>
                  <a:srgbClr val="004D75"/>
                </a:solidFill>
                <a:latin typeface="Verdana" panose="020B0604030504040204" pitchFamily="34" charset="0"/>
                <a:cs typeface="Arial" panose="020B0604020202020204" pitchFamily="34" charset="0"/>
              </a:defRPr>
            </a:lvl5pPr>
            <a:lvl6pPr marL="25146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fld id="{29D708F6-06D7-4118-8399-FA48D67DC3B0}" type="slidenum">
              <a:rPr lang="en-GB" altLang="en-US" sz="1100">
                <a:solidFill>
                  <a:schemeClr val="tx1"/>
                </a:solidFill>
                <a:latin typeface="Arial" panose="020B0604020202020204" pitchFamily="34" charset="0"/>
              </a:rPr>
              <a:pPr/>
              <a:t>2</a:t>
            </a:fld>
            <a:endParaRPr lang="en-GB" altLang="en-US" sz="1100">
              <a:solidFill>
                <a:schemeClr val="tx1"/>
              </a:solidFill>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77A49FF0-1EF4-A533-21B9-BB94CE61EED5}"/>
              </a:ext>
            </a:extLst>
          </p:cNvPr>
          <p:cNvSpPr>
            <a:spLocks noGrp="1" noRot="1" noChangeAspect="1" noChangeArrowheads="1" noTextEdit="1"/>
          </p:cNvSpPr>
          <p:nvPr>
            <p:ph type="sldImg"/>
          </p:nvPr>
        </p:nvSpPr>
        <p:spPr>
          <a:ln/>
        </p:spPr>
      </p:sp>
      <p:sp>
        <p:nvSpPr>
          <p:cNvPr id="80899" name="Rectangle 3">
            <a:extLst>
              <a:ext uri="{FF2B5EF4-FFF2-40B4-BE49-F238E27FC236}">
                <a16:creationId xmlns:a16="http://schemas.microsoft.com/office/drawing/2014/main" id="{D4B32323-81B7-1EAB-9CB7-7E305D320094}"/>
              </a:ext>
            </a:extLst>
          </p:cNvPr>
          <p:cNvSpPr>
            <a:spLocks noGrp="1" noChangeArrowheads="1"/>
          </p:cNvSpPr>
          <p:nvPr>
            <p:ph type="body" idx="1"/>
          </p:nvPr>
        </p:nvSpPr>
        <p:spPr>
          <a:noFill/>
        </p:spPr>
        <p:txBody>
          <a:bodyPr/>
          <a:lstStyle/>
          <a:p>
            <a:pPr eaLnBrk="1" hangingPunct="1"/>
            <a:endParaRPr lang="en-GB" altLang="en-US">
              <a:latin typeface="Arial" panose="020B0604020202020204" pitchFamily="34" charset="0"/>
            </a:endParaRPr>
          </a:p>
          <a:p>
            <a:pPr eaLnBrk="1" hangingPunct="1"/>
            <a:r>
              <a:rPr lang="en-GB" altLang="en-US">
                <a:latin typeface="Arial" panose="020B0604020202020204" pitchFamily="34" charset="0"/>
              </a:rPr>
              <a:t>ERD current system: </a:t>
            </a:r>
            <a:r>
              <a:rPr lang="en-US" altLang="en-US">
                <a:latin typeface="Arial" panose="020B0604020202020204" pitchFamily="34" charset="0"/>
              </a:rPr>
              <a:t>for the whole database from which data, for the application system being replaced, is drawn</a:t>
            </a:r>
          </a:p>
          <a:p>
            <a:pPr eaLnBrk="1" hangingPunct="1"/>
            <a:r>
              <a:rPr lang="en-GB" altLang="en-US">
                <a:latin typeface="Arial" panose="020B0604020202020204" pitchFamily="34" charset="0"/>
              </a:rPr>
              <a:t>ERD new system: </a:t>
            </a:r>
            <a:r>
              <a:rPr lang="en-US" altLang="en-US">
                <a:latin typeface="Arial" panose="020B0604020202020204" pitchFamily="34" charset="0"/>
              </a:rPr>
              <a:t>for the whole database from which the new application’s data are extracted</a:t>
            </a:r>
          </a:p>
          <a:p>
            <a:pPr eaLnBrk="1" hangingPunct="1"/>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a:extLst>
              <a:ext uri="{FF2B5EF4-FFF2-40B4-BE49-F238E27FC236}">
                <a16:creationId xmlns:a16="http://schemas.microsoft.com/office/drawing/2014/main" id="{B75DA176-44F0-0E9E-E898-1B3FA67E6A5E}"/>
              </a:ext>
            </a:extLst>
          </p:cNvPr>
          <p:cNvSpPr>
            <a:spLocks noGrp="1" noRot="1" noChangeAspect="1" noTextEdit="1"/>
          </p:cNvSpPr>
          <p:nvPr>
            <p:ph type="sldImg"/>
          </p:nvPr>
        </p:nvSpPr>
        <p:spPr>
          <a:ln/>
        </p:spPr>
      </p:sp>
      <p:sp>
        <p:nvSpPr>
          <p:cNvPr id="81923" name="Notes Placeholder 2">
            <a:extLst>
              <a:ext uri="{FF2B5EF4-FFF2-40B4-BE49-F238E27FC236}">
                <a16:creationId xmlns:a16="http://schemas.microsoft.com/office/drawing/2014/main" id="{E3B57236-1652-6702-AA7A-287DFD165C63}"/>
              </a:ext>
            </a:extLst>
          </p:cNvPr>
          <p:cNvSpPr>
            <a:spLocks noGrp="1"/>
          </p:cNvSpPr>
          <p:nvPr>
            <p:ph type="body" idx="1"/>
          </p:nvPr>
        </p:nvSpPr>
        <p:spPr>
          <a:noFill/>
        </p:spPr>
        <p:txBody>
          <a:bodyPr/>
          <a:lstStyle/>
          <a:p>
            <a:endParaRPr lang="en-US" altLang="en-US">
              <a:latin typeface="Arial" panose="020B0604020202020204" pitchFamily="34" charset="0"/>
            </a:endParaRPr>
          </a:p>
        </p:txBody>
      </p:sp>
      <p:sp>
        <p:nvSpPr>
          <p:cNvPr id="81924" name="Slide Number Placeholder 3">
            <a:extLst>
              <a:ext uri="{FF2B5EF4-FFF2-40B4-BE49-F238E27FC236}">
                <a16:creationId xmlns:a16="http://schemas.microsoft.com/office/drawing/2014/main" id="{0E24163A-1EEC-2ACE-A723-D1C1E5F1278E}"/>
              </a:ext>
            </a:extLst>
          </p:cNvPr>
          <p:cNvSpPr>
            <a:spLocks noGrp="1"/>
          </p:cNvSpPr>
          <p:nvPr>
            <p:ph type="sldNum" sz="quarter" idx="5"/>
          </p:nvPr>
        </p:nvSpPr>
        <p:spPr>
          <a:noFill/>
        </p:spPr>
        <p:txBody>
          <a:bodyPr/>
          <a:lstStyle>
            <a:lvl1pPr defTabSz="912813">
              <a:defRPr sz="1000">
                <a:solidFill>
                  <a:srgbClr val="004D75"/>
                </a:solidFill>
                <a:latin typeface="Verdana" panose="020B0604030504040204" pitchFamily="34" charset="0"/>
                <a:cs typeface="Arial" panose="020B0604020202020204" pitchFamily="34" charset="0"/>
              </a:defRPr>
            </a:lvl1pPr>
            <a:lvl2pPr marL="742950" indent="-285750" defTabSz="912813">
              <a:defRPr sz="1000">
                <a:solidFill>
                  <a:srgbClr val="004D75"/>
                </a:solidFill>
                <a:latin typeface="Verdana" panose="020B0604030504040204" pitchFamily="34" charset="0"/>
                <a:cs typeface="Arial" panose="020B0604020202020204" pitchFamily="34" charset="0"/>
              </a:defRPr>
            </a:lvl2pPr>
            <a:lvl3pPr marL="1143000" indent="-228600" defTabSz="912813">
              <a:defRPr sz="1000">
                <a:solidFill>
                  <a:srgbClr val="004D75"/>
                </a:solidFill>
                <a:latin typeface="Verdana" panose="020B0604030504040204" pitchFamily="34" charset="0"/>
                <a:cs typeface="Arial" panose="020B0604020202020204" pitchFamily="34" charset="0"/>
              </a:defRPr>
            </a:lvl3pPr>
            <a:lvl4pPr marL="1600200" indent="-228600" defTabSz="912813">
              <a:defRPr sz="1000">
                <a:solidFill>
                  <a:srgbClr val="004D75"/>
                </a:solidFill>
                <a:latin typeface="Verdana" panose="020B0604030504040204" pitchFamily="34" charset="0"/>
                <a:cs typeface="Arial" panose="020B0604020202020204" pitchFamily="34" charset="0"/>
              </a:defRPr>
            </a:lvl4pPr>
            <a:lvl5pPr marL="2057400" indent="-228600" defTabSz="912813">
              <a:defRPr sz="1000">
                <a:solidFill>
                  <a:srgbClr val="004D75"/>
                </a:solidFill>
                <a:latin typeface="Verdana" panose="020B0604030504040204" pitchFamily="34" charset="0"/>
                <a:cs typeface="Arial" panose="020B0604020202020204" pitchFamily="34" charset="0"/>
              </a:defRPr>
            </a:lvl5pPr>
            <a:lvl6pPr marL="25146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fld id="{C4F7F424-9689-4832-AC72-71A15D3B8ACA}" type="slidenum">
              <a:rPr lang="en-GB" altLang="en-US" sz="1100">
                <a:solidFill>
                  <a:schemeClr val="tx1"/>
                </a:solidFill>
                <a:latin typeface="Arial" panose="020B0604020202020204" pitchFamily="34" charset="0"/>
              </a:rPr>
              <a:pPr/>
              <a:t>7</a:t>
            </a:fld>
            <a:endParaRPr lang="en-GB" altLang="en-US" sz="1100">
              <a:solidFill>
                <a:schemeClr val="tx1"/>
              </a:solidFill>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38138279-6F02-9801-8367-034A2A0BFF16}"/>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986E6596-0136-F089-27FC-EA582532F653}"/>
              </a:ext>
            </a:extLst>
          </p:cNvPr>
          <p:cNvSpPr>
            <a:spLocks noGrp="1" noChangeArrowheads="1"/>
          </p:cNvSpPr>
          <p:nvPr>
            <p:ph type="body" idx="1"/>
          </p:nvPr>
        </p:nvSpPr>
        <p:spPr>
          <a:xfrm>
            <a:off x="906463" y="4721225"/>
            <a:ext cx="4994275" cy="4471988"/>
          </a:xfrm>
          <a:noFill/>
        </p:spPr>
        <p:txBody>
          <a:bodyPr/>
          <a:lstStyle/>
          <a:p>
            <a:pPr eaLnBrk="1" hangingPunct="1"/>
            <a:r>
              <a:rPr lang="en-GB" altLang="en-US">
                <a:latin typeface="Arial" panose="020B0604020202020204" pitchFamily="34" charset="0"/>
              </a:rPr>
              <a:t>An entity is also referred to as a type</a:t>
            </a:r>
          </a:p>
          <a:p>
            <a:pPr eaLnBrk="1" hangingPunct="1"/>
            <a:r>
              <a:rPr lang="en-GB" altLang="en-US">
                <a:latin typeface="Arial" panose="020B0604020202020204" pitchFamily="34" charset="0"/>
              </a:rPr>
              <a:t>An occurrence is also referred to as a tuple</a:t>
            </a:r>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18E39B29-7429-29D3-6659-827C13874099}"/>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9C68BB49-C10A-CFD9-30ED-0A422BE91966}"/>
              </a:ext>
            </a:extLst>
          </p:cNvPr>
          <p:cNvSpPr>
            <a:spLocks noGrp="1" noChangeArrowheads="1"/>
          </p:cNvSpPr>
          <p:nvPr>
            <p:ph type="body" idx="1"/>
          </p:nvPr>
        </p:nvSpPr>
        <p:spPr>
          <a:noFill/>
        </p:spPr>
        <p:txBody>
          <a:bodyPr/>
          <a:lstStyle/>
          <a:p>
            <a:pPr eaLnBrk="1" hangingPunct="1"/>
            <a:endParaRPr lang="en-GB" altLang="en-US">
              <a:latin typeface="Arial" panose="020B0604020202020204" pitchFamily="34" charset="0"/>
            </a:endParaRPr>
          </a:p>
          <a:p>
            <a:pPr eaLnBrk="1" hangingPunct="1"/>
            <a:endParaRPr lang="en-GB" altLang="en-US">
              <a:latin typeface="Arial" panose="020B0604020202020204" pitchFamily="34" charset="0"/>
            </a:endParaRPr>
          </a:p>
          <a:p>
            <a:pPr eaLnBrk="1" hangingPunct="1"/>
            <a:r>
              <a:rPr lang="en-GB" altLang="en-US">
                <a:latin typeface="Arial" panose="020B0604020202020204" pitchFamily="34" charset="0"/>
              </a:rPr>
              <a:t>Explicitly state what an occurrence table is</a:t>
            </a:r>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40F232AA-2630-4FA4-0B2F-733D146901B5}"/>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455359DF-C159-54E5-01A7-98CFB91C1A76}"/>
              </a:ext>
            </a:extLst>
          </p:cNvPr>
          <p:cNvSpPr>
            <a:spLocks noGrp="1" noChangeArrowheads="1"/>
          </p:cNvSpPr>
          <p:nvPr>
            <p:ph type="body" idx="1"/>
          </p:nvPr>
        </p:nvSpPr>
        <p:spPr>
          <a:noFill/>
        </p:spPr>
        <p:txBody>
          <a:bodyPr/>
          <a:lstStyle/>
          <a:p>
            <a:pPr eaLnBrk="1" hangingPunct="1"/>
            <a:r>
              <a:rPr lang="en-US" altLang="en-US" sz="1600">
                <a:latin typeface="Arial" panose="020B0604020202020204" pitchFamily="34" charset="0"/>
              </a:rPr>
              <a:t>A core concept of data modelling is </a:t>
            </a:r>
            <a:r>
              <a:rPr lang="en-US" altLang="en-US" sz="1600" b="1">
                <a:latin typeface="Arial" panose="020B0604020202020204" pitchFamily="34" charset="0"/>
              </a:rPr>
              <a:t>functional dependency </a:t>
            </a:r>
            <a:r>
              <a:rPr lang="en-US" altLang="en-US" sz="1600">
                <a:latin typeface="Arial" panose="020B0604020202020204" pitchFamily="34" charset="0"/>
              </a:rPr>
              <a:t>or </a:t>
            </a:r>
            <a:r>
              <a:rPr lang="en-US" altLang="en-US" sz="1600" b="1">
                <a:latin typeface="Arial" panose="020B0604020202020204" pitchFamily="34" charset="0"/>
              </a:rPr>
              <a:t>determinacy</a:t>
            </a:r>
            <a:endParaRPr lang="en-US" altLang="en-US" sz="1600">
              <a:latin typeface="Arial" panose="020B0604020202020204" pitchFamily="34" charset="0"/>
            </a:endParaRPr>
          </a:p>
          <a:p>
            <a:pPr eaLnBrk="1" hangingPunct="1"/>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B7229077-9D9B-CD16-B488-731388D06A6B}"/>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354E3E27-EBA6-22AF-37B4-9211EB04EF35}"/>
              </a:ext>
            </a:extLst>
          </p:cNvPr>
          <p:cNvSpPr>
            <a:spLocks noGrp="1" noChangeArrowheads="1"/>
          </p:cNvSpPr>
          <p:nvPr>
            <p:ph type="body" idx="1"/>
          </p:nvPr>
        </p:nvSpPr>
        <p:spPr>
          <a:noFill/>
        </p:spPr>
        <p:txBody>
          <a:bodyPr/>
          <a:lstStyle/>
          <a:p>
            <a:pPr eaLnBrk="1" hangingPunct="1"/>
            <a:endParaRPr lang="en-GB" altLang="en-US">
              <a:latin typeface="Arial" panose="020B0604020202020204" pitchFamily="34" charset="0"/>
            </a:endParaRPr>
          </a:p>
          <a:p>
            <a:pPr lvl="1" eaLnBrk="1" hangingPunct="1"/>
            <a:r>
              <a:rPr lang="en-US" altLang="en-US">
                <a:latin typeface="Arial" panose="020B0604020202020204" pitchFamily="34" charset="0"/>
              </a:rPr>
              <a:t>We need </a:t>
            </a:r>
            <a:r>
              <a:rPr lang="en-US" altLang="en-US" b="1">
                <a:latin typeface="Arial" panose="020B0604020202020204" pitchFamily="34" charset="0"/>
              </a:rPr>
              <a:t>both </a:t>
            </a:r>
            <a:r>
              <a:rPr lang="en-US" altLang="en-US">
                <a:latin typeface="Arial" panose="020B0604020202020204" pitchFamily="34" charset="0"/>
              </a:rPr>
              <a:t>pieces of data to identify a specific tape e.g. copy #3 of The Minority Report</a:t>
            </a:r>
          </a:p>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3E419225-E02A-2372-D2A2-7C2199E5749B}"/>
              </a:ext>
            </a:extLst>
          </p:cNvPr>
          <p:cNvSpPr>
            <a:spLocks noGrp="1" noRot="1" noChangeAspect="1" noChangeArrowheads="1" noTextEdit="1"/>
          </p:cNvSpPr>
          <p:nvPr>
            <p:ph type="sldImg"/>
          </p:nvPr>
        </p:nvSpPr>
        <p:spPr>
          <a:ln/>
        </p:spPr>
      </p:sp>
      <p:sp>
        <p:nvSpPr>
          <p:cNvPr id="87043" name="Rectangle 3">
            <a:extLst>
              <a:ext uri="{FF2B5EF4-FFF2-40B4-BE49-F238E27FC236}">
                <a16:creationId xmlns:a16="http://schemas.microsoft.com/office/drawing/2014/main" id="{EF061CC4-03CF-801B-BCDD-9113A419F971}"/>
              </a:ext>
            </a:extLst>
          </p:cNvPr>
          <p:cNvSpPr>
            <a:spLocks noGrp="1" noChangeArrowheads="1"/>
          </p:cNvSpPr>
          <p:nvPr>
            <p:ph type="body" idx="1"/>
          </p:nvPr>
        </p:nvSpPr>
        <p:spPr>
          <a:noFill/>
        </p:spPr>
        <p:txBody>
          <a:bodyPr/>
          <a:lstStyle/>
          <a:p>
            <a:pPr eaLnBrk="1" hangingPunct="1"/>
            <a:endParaRPr lang="en-GB" altLang="en-US">
              <a:latin typeface="Arial" panose="020B0604020202020204" pitchFamily="34" charset="0"/>
            </a:endParaRPr>
          </a:p>
          <a:p>
            <a:pPr lvl="1" eaLnBrk="1" hangingPunct="1"/>
            <a:r>
              <a:rPr lang="en-US" altLang="en-US">
                <a:latin typeface="Arial" panose="020B0604020202020204" pitchFamily="34" charset="0"/>
              </a:rPr>
              <a:t>We need </a:t>
            </a:r>
            <a:r>
              <a:rPr lang="en-US" altLang="en-US" b="1">
                <a:latin typeface="Arial" panose="020B0604020202020204" pitchFamily="34" charset="0"/>
              </a:rPr>
              <a:t>both </a:t>
            </a:r>
            <a:r>
              <a:rPr lang="en-US" altLang="en-US">
                <a:latin typeface="Arial" panose="020B0604020202020204" pitchFamily="34" charset="0"/>
              </a:rPr>
              <a:t>pieces of data to identify a specific tape e.g. copy #3 of The Minority Report</a:t>
            </a:r>
          </a:p>
          <a:p>
            <a:pPr eaLnBrk="1" hangingPunct="1"/>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BE6C0216-D5E6-E5C6-D1B4-DFE36090AA21}"/>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DC5E7D7C-FEEF-81BB-FB04-8D23924CE7CE}"/>
              </a:ext>
            </a:extLst>
          </p:cNvPr>
          <p:cNvSpPr>
            <a:spLocks noGrp="1" noChangeArrowheads="1"/>
          </p:cNvSpPr>
          <p:nvPr>
            <p:ph type="body" idx="1"/>
          </p:nvPr>
        </p:nvSpPr>
        <p:spPr>
          <a:noFill/>
        </p:spPr>
        <p:txBody>
          <a:bodyPr/>
          <a:lstStyle/>
          <a:p>
            <a:pPr eaLnBrk="1" hangingPunct="1"/>
            <a:endParaRPr lang="en-GB" altLang="en-US">
              <a:latin typeface="Arial" panose="020B0604020202020204" pitchFamily="34" charset="0"/>
            </a:endParaRPr>
          </a:p>
          <a:p>
            <a:pPr eaLnBrk="1" hangingPunct="1"/>
            <a:r>
              <a:rPr lang="en-GB" altLang="en-US">
                <a:latin typeface="Arial" panose="020B0604020202020204" pitchFamily="34" charset="0"/>
              </a:rPr>
              <a:t>HIGH LEVEL STRUCTURAL VIEW - NO ATTRIBUTE VALUES SHOWN THEREFORE NO SPECIFIC INSTANCES (WE NEED TABLE VIEW FOR THAT)</a:t>
            </a:r>
          </a:p>
          <a:p>
            <a:pPr eaLnBrk="1" hangingPunct="1"/>
            <a:endParaRPr lang="en-GB" altLang="en-US">
              <a:latin typeface="Arial" panose="020B0604020202020204" pitchFamily="34" charset="0"/>
            </a:endParaRPr>
          </a:p>
          <a:p>
            <a:pPr eaLnBrk="1" hangingPunct="1"/>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6B9170C9-AAC4-A9E0-BA36-CD3903AB8FE0}"/>
              </a:ext>
            </a:extLst>
          </p:cNvPr>
          <p:cNvSpPr>
            <a:spLocks noGrp="1" noRot="1" noChangeAspect="1" noChangeArrowheads="1" noTextEdit="1"/>
          </p:cNvSpPr>
          <p:nvPr>
            <p:ph type="sldImg"/>
          </p:nvPr>
        </p:nvSpPr>
        <p:spPr>
          <a:ln/>
        </p:spPr>
      </p:sp>
      <p:sp>
        <p:nvSpPr>
          <p:cNvPr id="89091" name="Rectangle 3">
            <a:extLst>
              <a:ext uri="{FF2B5EF4-FFF2-40B4-BE49-F238E27FC236}">
                <a16:creationId xmlns:a16="http://schemas.microsoft.com/office/drawing/2014/main" id="{58F098E2-A01E-057B-B60C-3C5B05230C38}"/>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a:extLst>
              <a:ext uri="{FF2B5EF4-FFF2-40B4-BE49-F238E27FC236}">
                <a16:creationId xmlns:a16="http://schemas.microsoft.com/office/drawing/2014/main" id="{3200F8E4-75CC-C25D-D314-2A792C74EBDC}"/>
              </a:ext>
            </a:extLst>
          </p:cNvPr>
          <p:cNvSpPr>
            <a:spLocks noGrp="1" noRot="1" noChangeAspect="1" noTextEdit="1"/>
          </p:cNvSpPr>
          <p:nvPr>
            <p:ph type="sldImg"/>
          </p:nvPr>
        </p:nvSpPr>
        <p:spPr>
          <a:ln/>
        </p:spPr>
      </p:sp>
      <p:sp>
        <p:nvSpPr>
          <p:cNvPr id="90115" name="Notes Placeholder 2">
            <a:extLst>
              <a:ext uri="{FF2B5EF4-FFF2-40B4-BE49-F238E27FC236}">
                <a16:creationId xmlns:a16="http://schemas.microsoft.com/office/drawing/2014/main" id="{F629C7C3-A48B-2596-DF53-08BB9CEE4407}"/>
              </a:ext>
            </a:extLst>
          </p:cNvPr>
          <p:cNvSpPr>
            <a:spLocks noGrp="1"/>
          </p:cNvSpPr>
          <p:nvPr>
            <p:ph type="body" idx="1"/>
          </p:nvPr>
        </p:nvSpPr>
        <p:spPr>
          <a:noFill/>
        </p:spPr>
        <p:txBody>
          <a:bodyPr/>
          <a:lstStyle/>
          <a:p>
            <a:endParaRPr lang="en-US" altLang="en-US">
              <a:latin typeface="Arial" panose="020B0604020202020204" pitchFamily="34" charset="0"/>
            </a:endParaRPr>
          </a:p>
        </p:txBody>
      </p:sp>
      <p:sp>
        <p:nvSpPr>
          <p:cNvPr id="90116" name="Slide Number Placeholder 3">
            <a:extLst>
              <a:ext uri="{FF2B5EF4-FFF2-40B4-BE49-F238E27FC236}">
                <a16:creationId xmlns:a16="http://schemas.microsoft.com/office/drawing/2014/main" id="{A4BC2320-15BF-047F-621E-EF342929519A}"/>
              </a:ext>
            </a:extLst>
          </p:cNvPr>
          <p:cNvSpPr>
            <a:spLocks noGrp="1"/>
          </p:cNvSpPr>
          <p:nvPr>
            <p:ph type="sldNum" sz="quarter" idx="5"/>
          </p:nvPr>
        </p:nvSpPr>
        <p:spPr>
          <a:noFill/>
        </p:spPr>
        <p:txBody>
          <a:bodyPr/>
          <a:lstStyle>
            <a:lvl1pPr defTabSz="912813">
              <a:defRPr sz="1000">
                <a:solidFill>
                  <a:srgbClr val="004D75"/>
                </a:solidFill>
                <a:latin typeface="Verdana" panose="020B0604030504040204" pitchFamily="34" charset="0"/>
                <a:cs typeface="Arial" panose="020B0604020202020204" pitchFamily="34" charset="0"/>
              </a:defRPr>
            </a:lvl1pPr>
            <a:lvl2pPr marL="742950" indent="-285750" defTabSz="912813">
              <a:defRPr sz="1000">
                <a:solidFill>
                  <a:srgbClr val="004D75"/>
                </a:solidFill>
                <a:latin typeface="Verdana" panose="020B0604030504040204" pitchFamily="34" charset="0"/>
                <a:cs typeface="Arial" panose="020B0604020202020204" pitchFamily="34" charset="0"/>
              </a:defRPr>
            </a:lvl2pPr>
            <a:lvl3pPr marL="1143000" indent="-228600" defTabSz="912813">
              <a:defRPr sz="1000">
                <a:solidFill>
                  <a:srgbClr val="004D75"/>
                </a:solidFill>
                <a:latin typeface="Verdana" panose="020B0604030504040204" pitchFamily="34" charset="0"/>
                <a:cs typeface="Arial" panose="020B0604020202020204" pitchFamily="34" charset="0"/>
              </a:defRPr>
            </a:lvl3pPr>
            <a:lvl4pPr marL="1600200" indent="-228600" defTabSz="912813">
              <a:defRPr sz="1000">
                <a:solidFill>
                  <a:srgbClr val="004D75"/>
                </a:solidFill>
                <a:latin typeface="Verdana" panose="020B0604030504040204" pitchFamily="34" charset="0"/>
                <a:cs typeface="Arial" panose="020B0604020202020204" pitchFamily="34" charset="0"/>
              </a:defRPr>
            </a:lvl4pPr>
            <a:lvl5pPr marL="2057400" indent="-228600" defTabSz="912813">
              <a:defRPr sz="1000">
                <a:solidFill>
                  <a:srgbClr val="004D75"/>
                </a:solidFill>
                <a:latin typeface="Verdana" panose="020B0604030504040204" pitchFamily="34" charset="0"/>
                <a:cs typeface="Arial" panose="020B0604020202020204" pitchFamily="34" charset="0"/>
              </a:defRPr>
            </a:lvl5pPr>
            <a:lvl6pPr marL="25146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fld id="{8BFBB782-759F-44C5-832C-5C16B9904E15}" type="slidenum">
              <a:rPr lang="en-GB" altLang="en-US" sz="1100">
                <a:solidFill>
                  <a:schemeClr val="tx1"/>
                </a:solidFill>
                <a:latin typeface="Arial" panose="020B0604020202020204" pitchFamily="34" charset="0"/>
              </a:rPr>
              <a:pPr/>
              <a:t>28</a:t>
            </a:fld>
            <a:endParaRPr lang="en-GB" altLang="en-US" sz="1100">
              <a:solidFill>
                <a:schemeClr val="tx1"/>
              </a:solidFill>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a:extLst>
              <a:ext uri="{FF2B5EF4-FFF2-40B4-BE49-F238E27FC236}">
                <a16:creationId xmlns:a16="http://schemas.microsoft.com/office/drawing/2014/main" id="{FA97B03C-E444-1870-3EFC-344472AC8555}"/>
              </a:ext>
            </a:extLst>
          </p:cNvPr>
          <p:cNvSpPr>
            <a:spLocks noGrp="1" noRot="1" noChangeAspect="1" noTextEdit="1"/>
          </p:cNvSpPr>
          <p:nvPr>
            <p:ph type="sldImg"/>
          </p:nvPr>
        </p:nvSpPr>
        <p:spPr>
          <a:ln/>
        </p:spPr>
      </p:sp>
      <p:sp>
        <p:nvSpPr>
          <p:cNvPr id="91139" name="Notes Placeholder 2">
            <a:extLst>
              <a:ext uri="{FF2B5EF4-FFF2-40B4-BE49-F238E27FC236}">
                <a16:creationId xmlns:a16="http://schemas.microsoft.com/office/drawing/2014/main" id="{5049486B-2958-305E-E84C-8A8B67D713A5}"/>
              </a:ext>
            </a:extLst>
          </p:cNvPr>
          <p:cNvSpPr>
            <a:spLocks noGrp="1"/>
          </p:cNvSpPr>
          <p:nvPr>
            <p:ph type="body" idx="1"/>
          </p:nvPr>
        </p:nvSpPr>
        <p:spPr>
          <a:noFill/>
        </p:spPr>
        <p:txBody>
          <a:bodyPr/>
          <a:lstStyle/>
          <a:p>
            <a:endParaRPr lang="en-GB" altLang="en-US">
              <a:latin typeface="Arial" panose="020B0604020202020204" pitchFamily="34" charset="0"/>
            </a:endParaRPr>
          </a:p>
        </p:txBody>
      </p:sp>
      <p:sp>
        <p:nvSpPr>
          <p:cNvPr id="91140" name="Slide Number Placeholder 3">
            <a:extLst>
              <a:ext uri="{FF2B5EF4-FFF2-40B4-BE49-F238E27FC236}">
                <a16:creationId xmlns:a16="http://schemas.microsoft.com/office/drawing/2014/main" id="{AEE3DA8E-0E56-4630-E241-08088F4AE169}"/>
              </a:ext>
            </a:extLst>
          </p:cNvPr>
          <p:cNvSpPr>
            <a:spLocks noGrp="1"/>
          </p:cNvSpPr>
          <p:nvPr>
            <p:ph type="sldNum" sz="quarter" idx="5"/>
          </p:nvPr>
        </p:nvSpPr>
        <p:spPr>
          <a:noFill/>
        </p:spPr>
        <p:txBody>
          <a:bodyPr/>
          <a:lstStyle>
            <a:lvl1pPr defTabSz="912813">
              <a:defRPr sz="1000">
                <a:solidFill>
                  <a:srgbClr val="004D75"/>
                </a:solidFill>
                <a:latin typeface="Verdana" panose="020B0604030504040204" pitchFamily="34" charset="0"/>
                <a:cs typeface="Arial" panose="020B0604020202020204" pitchFamily="34" charset="0"/>
              </a:defRPr>
            </a:lvl1pPr>
            <a:lvl2pPr marL="742950" indent="-285750" defTabSz="912813">
              <a:defRPr sz="1000">
                <a:solidFill>
                  <a:srgbClr val="004D75"/>
                </a:solidFill>
                <a:latin typeface="Verdana" panose="020B0604030504040204" pitchFamily="34" charset="0"/>
                <a:cs typeface="Arial" panose="020B0604020202020204" pitchFamily="34" charset="0"/>
              </a:defRPr>
            </a:lvl2pPr>
            <a:lvl3pPr marL="1143000" indent="-228600" defTabSz="912813">
              <a:defRPr sz="1000">
                <a:solidFill>
                  <a:srgbClr val="004D75"/>
                </a:solidFill>
                <a:latin typeface="Verdana" panose="020B0604030504040204" pitchFamily="34" charset="0"/>
                <a:cs typeface="Arial" panose="020B0604020202020204" pitchFamily="34" charset="0"/>
              </a:defRPr>
            </a:lvl3pPr>
            <a:lvl4pPr marL="1600200" indent="-228600" defTabSz="912813">
              <a:defRPr sz="1000">
                <a:solidFill>
                  <a:srgbClr val="004D75"/>
                </a:solidFill>
                <a:latin typeface="Verdana" panose="020B0604030504040204" pitchFamily="34" charset="0"/>
                <a:cs typeface="Arial" panose="020B0604020202020204" pitchFamily="34" charset="0"/>
              </a:defRPr>
            </a:lvl4pPr>
            <a:lvl5pPr marL="2057400" indent="-228600" defTabSz="912813">
              <a:defRPr sz="1000">
                <a:solidFill>
                  <a:srgbClr val="004D75"/>
                </a:solidFill>
                <a:latin typeface="Verdana" panose="020B0604030504040204" pitchFamily="34" charset="0"/>
                <a:cs typeface="Arial" panose="020B0604020202020204" pitchFamily="34" charset="0"/>
              </a:defRPr>
            </a:lvl5pPr>
            <a:lvl6pPr marL="25146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fld id="{200B897C-54AB-416E-A58B-A8ADB32EDD1C}" type="slidenum">
              <a:rPr lang="en-GB" altLang="en-US" sz="1100">
                <a:solidFill>
                  <a:schemeClr val="tx1"/>
                </a:solidFill>
                <a:latin typeface="Arial" panose="020B0604020202020204" pitchFamily="34" charset="0"/>
              </a:rPr>
              <a:pPr/>
              <a:t>29</a:t>
            </a:fld>
            <a:endParaRPr lang="en-GB" altLang="en-US" sz="1100">
              <a:solidFill>
                <a:schemeClr val="tx1"/>
              </a:solidFill>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F178C13C-4B63-71B6-060E-6002615DBEC9}"/>
              </a:ext>
            </a:extLst>
          </p:cNvPr>
          <p:cNvSpPr>
            <a:spLocks noGrp="1" noRot="1" noChangeAspect="1" noChangeArrowheads="1" noTextEdit="1"/>
          </p:cNvSpPr>
          <p:nvPr>
            <p:ph type="sldImg"/>
          </p:nvPr>
        </p:nvSpPr>
        <p:spPr>
          <a:xfrm>
            <a:off x="917575" y="746125"/>
            <a:ext cx="4970463" cy="3729038"/>
          </a:xfrm>
          <a:ln/>
        </p:spPr>
      </p:sp>
      <p:sp>
        <p:nvSpPr>
          <p:cNvPr id="92163" name="Rectangle 3">
            <a:extLst>
              <a:ext uri="{FF2B5EF4-FFF2-40B4-BE49-F238E27FC236}">
                <a16:creationId xmlns:a16="http://schemas.microsoft.com/office/drawing/2014/main" id="{66FF1F96-206F-3164-00EB-972C77221771}"/>
              </a:ext>
            </a:extLst>
          </p:cNvPr>
          <p:cNvSpPr>
            <a:spLocks noGrp="1" noChangeArrowheads="1"/>
          </p:cNvSpPr>
          <p:nvPr>
            <p:ph type="body" idx="1"/>
          </p:nvPr>
        </p:nvSpPr>
        <p:spPr>
          <a:xfrm>
            <a:off x="906463" y="4721225"/>
            <a:ext cx="4994275" cy="4471988"/>
          </a:xfrm>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013834FE-2FA5-0FA3-452E-A6B46E30FD50}"/>
              </a:ext>
            </a:extLst>
          </p:cNvPr>
          <p:cNvSpPr>
            <a:spLocks noGrp="1" noRot="1" noChangeAspect="1" noChangeArrowheads="1" noTextEdit="1"/>
          </p:cNvSpPr>
          <p:nvPr>
            <p:ph type="sldImg"/>
          </p:nvPr>
        </p:nvSpPr>
        <p:spPr>
          <a:xfrm>
            <a:off x="917575" y="746125"/>
            <a:ext cx="4970463" cy="3729038"/>
          </a:xfrm>
          <a:ln/>
        </p:spPr>
      </p:sp>
      <p:sp>
        <p:nvSpPr>
          <p:cNvPr id="93187" name="Rectangle 3">
            <a:extLst>
              <a:ext uri="{FF2B5EF4-FFF2-40B4-BE49-F238E27FC236}">
                <a16:creationId xmlns:a16="http://schemas.microsoft.com/office/drawing/2014/main" id="{6DFC5172-3CA0-7FBB-ECD1-D89E9589F3BC}"/>
              </a:ext>
            </a:extLst>
          </p:cNvPr>
          <p:cNvSpPr>
            <a:spLocks noGrp="1" noChangeArrowheads="1"/>
          </p:cNvSpPr>
          <p:nvPr>
            <p:ph type="body" idx="1"/>
          </p:nvPr>
        </p:nvSpPr>
        <p:spPr>
          <a:xfrm>
            <a:off x="906463" y="4721225"/>
            <a:ext cx="4994275" cy="4471988"/>
          </a:xfrm>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4165A2B1-DA9C-F3C7-7B02-77487190935A}"/>
              </a:ext>
            </a:extLst>
          </p:cNvPr>
          <p:cNvSpPr>
            <a:spLocks noGrp="1" noRot="1" noChangeAspect="1" noChangeArrowheads="1" noTextEdit="1"/>
          </p:cNvSpPr>
          <p:nvPr>
            <p:ph type="sldImg"/>
          </p:nvPr>
        </p:nvSpPr>
        <p:spPr>
          <a:xfrm>
            <a:off x="917575" y="746125"/>
            <a:ext cx="4970463" cy="3729038"/>
          </a:xfrm>
          <a:ln/>
        </p:spPr>
      </p:sp>
      <p:sp>
        <p:nvSpPr>
          <p:cNvPr id="94211" name="Rectangle 3">
            <a:extLst>
              <a:ext uri="{FF2B5EF4-FFF2-40B4-BE49-F238E27FC236}">
                <a16:creationId xmlns:a16="http://schemas.microsoft.com/office/drawing/2014/main" id="{5025732C-5F2D-FB64-6099-AF87681E3AE3}"/>
              </a:ext>
            </a:extLst>
          </p:cNvPr>
          <p:cNvSpPr>
            <a:spLocks noGrp="1" noChangeArrowheads="1"/>
          </p:cNvSpPr>
          <p:nvPr>
            <p:ph type="body" idx="1"/>
          </p:nvPr>
        </p:nvSpPr>
        <p:spPr>
          <a:xfrm>
            <a:off x="906463" y="4721225"/>
            <a:ext cx="4994275" cy="4471988"/>
          </a:xfrm>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CC5B8509-6958-30D5-DB90-242300803010}"/>
              </a:ext>
            </a:extLst>
          </p:cNvPr>
          <p:cNvSpPr>
            <a:spLocks noGrp="1" noRot="1" noChangeAspect="1" noChangeArrowheads="1" noTextEdit="1"/>
          </p:cNvSpPr>
          <p:nvPr>
            <p:ph type="sldImg"/>
          </p:nvPr>
        </p:nvSpPr>
        <p:spPr>
          <a:xfrm>
            <a:off x="917575" y="746125"/>
            <a:ext cx="4970463" cy="3729038"/>
          </a:xfrm>
          <a:ln/>
        </p:spPr>
      </p:sp>
      <p:sp>
        <p:nvSpPr>
          <p:cNvPr id="95235" name="Rectangle 3">
            <a:extLst>
              <a:ext uri="{FF2B5EF4-FFF2-40B4-BE49-F238E27FC236}">
                <a16:creationId xmlns:a16="http://schemas.microsoft.com/office/drawing/2014/main" id="{940A6F72-7569-1FB1-44E5-4407E4D4A935}"/>
              </a:ext>
            </a:extLst>
          </p:cNvPr>
          <p:cNvSpPr>
            <a:spLocks noGrp="1" noChangeArrowheads="1"/>
          </p:cNvSpPr>
          <p:nvPr>
            <p:ph type="body" idx="1"/>
          </p:nvPr>
        </p:nvSpPr>
        <p:spPr>
          <a:xfrm>
            <a:off x="906463" y="4721225"/>
            <a:ext cx="4994275" cy="4471988"/>
          </a:xfrm>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18F6B7DB-558D-42C3-E7C7-C8F0EF75EAE2}"/>
              </a:ext>
            </a:extLst>
          </p:cNvPr>
          <p:cNvSpPr>
            <a:spLocks noGrp="1" noRot="1" noChangeAspect="1" noChangeArrowheads="1" noTextEdit="1"/>
          </p:cNvSpPr>
          <p:nvPr>
            <p:ph type="sldImg"/>
          </p:nvPr>
        </p:nvSpPr>
        <p:spPr>
          <a:xfrm>
            <a:off x="917575" y="746125"/>
            <a:ext cx="4970463" cy="3729038"/>
          </a:xfrm>
          <a:ln/>
        </p:spPr>
      </p:sp>
      <p:sp>
        <p:nvSpPr>
          <p:cNvPr id="96259" name="Rectangle 3">
            <a:extLst>
              <a:ext uri="{FF2B5EF4-FFF2-40B4-BE49-F238E27FC236}">
                <a16:creationId xmlns:a16="http://schemas.microsoft.com/office/drawing/2014/main" id="{5A441973-32A3-9C47-AE88-F5E0B3CBD669}"/>
              </a:ext>
            </a:extLst>
          </p:cNvPr>
          <p:cNvSpPr>
            <a:spLocks noGrp="1" noChangeArrowheads="1"/>
          </p:cNvSpPr>
          <p:nvPr>
            <p:ph type="body" idx="1"/>
          </p:nvPr>
        </p:nvSpPr>
        <p:spPr>
          <a:xfrm>
            <a:off x="906463" y="4721225"/>
            <a:ext cx="4994275" cy="4471988"/>
          </a:xfrm>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a:extLst>
              <a:ext uri="{FF2B5EF4-FFF2-40B4-BE49-F238E27FC236}">
                <a16:creationId xmlns:a16="http://schemas.microsoft.com/office/drawing/2014/main" id="{32735448-1F7B-8F4B-C693-BF47870D6D84}"/>
              </a:ext>
            </a:extLst>
          </p:cNvPr>
          <p:cNvSpPr>
            <a:spLocks noGrp="1" noRot="1" noChangeAspect="1" noTextEdit="1"/>
          </p:cNvSpPr>
          <p:nvPr>
            <p:ph type="sldImg"/>
          </p:nvPr>
        </p:nvSpPr>
        <p:spPr>
          <a:ln/>
        </p:spPr>
      </p:sp>
      <p:sp>
        <p:nvSpPr>
          <p:cNvPr id="97283" name="Notes Placeholder 2">
            <a:extLst>
              <a:ext uri="{FF2B5EF4-FFF2-40B4-BE49-F238E27FC236}">
                <a16:creationId xmlns:a16="http://schemas.microsoft.com/office/drawing/2014/main" id="{904D7DBE-4531-7A43-23B1-7BF80697FE6C}"/>
              </a:ext>
            </a:extLst>
          </p:cNvPr>
          <p:cNvSpPr>
            <a:spLocks noGrp="1"/>
          </p:cNvSpPr>
          <p:nvPr>
            <p:ph type="body" idx="1"/>
          </p:nvPr>
        </p:nvSpPr>
        <p:spPr>
          <a:noFill/>
        </p:spPr>
        <p:txBody>
          <a:bodyPr/>
          <a:lstStyle/>
          <a:p>
            <a:r>
              <a:rPr lang="en-US" altLang="en-US">
                <a:latin typeface="Arial" panose="020B0604020202020204" pitchFamily="34" charset="0"/>
              </a:rPr>
              <a:t>Refer slide 20 for ERD</a:t>
            </a:r>
          </a:p>
          <a:p>
            <a:endParaRPr lang="en-US" altLang="en-US">
              <a:latin typeface="Arial" panose="020B0604020202020204" pitchFamily="34" charset="0"/>
            </a:endParaRPr>
          </a:p>
        </p:txBody>
      </p:sp>
      <p:sp>
        <p:nvSpPr>
          <p:cNvPr id="97284" name="Slide Number Placeholder 3">
            <a:extLst>
              <a:ext uri="{FF2B5EF4-FFF2-40B4-BE49-F238E27FC236}">
                <a16:creationId xmlns:a16="http://schemas.microsoft.com/office/drawing/2014/main" id="{7054ED96-AB90-494C-EB74-EE40FDE70BBC}"/>
              </a:ext>
            </a:extLst>
          </p:cNvPr>
          <p:cNvSpPr>
            <a:spLocks noGrp="1"/>
          </p:cNvSpPr>
          <p:nvPr>
            <p:ph type="sldNum" sz="quarter" idx="5"/>
          </p:nvPr>
        </p:nvSpPr>
        <p:spPr>
          <a:noFill/>
        </p:spPr>
        <p:txBody>
          <a:bodyPr/>
          <a:lstStyle>
            <a:lvl1pPr defTabSz="912813">
              <a:defRPr sz="1000">
                <a:solidFill>
                  <a:srgbClr val="004D75"/>
                </a:solidFill>
                <a:latin typeface="Verdana" panose="020B0604030504040204" pitchFamily="34" charset="0"/>
                <a:cs typeface="Arial" panose="020B0604020202020204" pitchFamily="34" charset="0"/>
              </a:defRPr>
            </a:lvl1pPr>
            <a:lvl2pPr marL="742950" indent="-285750" defTabSz="912813">
              <a:defRPr sz="1000">
                <a:solidFill>
                  <a:srgbClr val="004D75"/>
                </a:solidFill>
                <a:latin typeface="Verdana" panose="020B0604030504040204" pitchFamily="34" charset="0"/>
                <a:cs typeface="Arial" panose="020B0604020202020204" pitchFamily="34" charset="0"/>
              </a:defRPr>
            </a:lvl2pPr>
            <a:lvl3pPr marL="1143000" indent="-228600" defTabSz="912813">
              <a:defRPr sz="1000">
                <a:solidFill>
                  <a:srgbClr val="004D75"/>
                </a:solidFill>
                <a:latin typeface="Verdana" panose="020B0604030504040204" pitchFamily="34" charset="0"/>
                <a:cs typeface="Arial" panose="020B0604020202020204" pitchFamily="34" charset="0"/>
              </a:defRPr>
            </a:lvl3pPr>
            <a:lvl4pPr marL="1600200" indent="-228600" defTabSz="912813">
              <a:defRPr sz="1000">
                <a:solidFill>
                  <a:srgbClr val="004D75"/>
                </a:solidFill>
                <a:latin typeface="Verdana" panose="020B0604030504040204" pitchFamily="34" charset="0"/>
                <a:cs typeface="Arial" panose="020B0604020202020204" pitchFamily="34" charset="0"/>
              </a:defRPr>
            </a:lvl4pPr>
            <a:lvl5pPr marL="2057400" indent="-228600" defTabSz="912813">
              <a:defRPr sz="1000">
                <a:solidFill>
                  <a:srgbClr val="004D75"/>
                </a:solidFill>
                <a:latin typeface="Verdana" panose="020B0604030504040204" pitchFamily="34" charset="0"/>
                <a:cs typeface="Arial" panose="020B0604020202020204" pitchFamily="34" charset="0"/>
              </a:defRPr>
            </a:lvl5pPr>
            <a:lvl6pPr marL="25146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fld id="{0D541CD9-10CC-45A7-947D-D4310C9D4F1B}" type="slidenum">
              <a:rPr lang="en-GB" altLang="en-US" sz="1100">
                <a:solidFill>
                  <a:schemeClr val="tx1"/>
                </a:solidFill>
                <a:latin typeface="Arial" panose="020B0604020202020204" pitchFamily="34" charset="0"/>
              </a:rPr>
              <a:pPr/>
              <a:t>35</a:t>
            </a:fld>
            <a:endParaRPr lang="en-GB" altLang="en-US" sz="1100">
              <a:solidFill>
                <a:schemeClr val="tx1"/>
              </a:solidFill>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a:extLst>
              <a:ext uri="{FF2B5EF4-FFF2-40B4-BE49-F238E27FC236}">
                <a16:creationId xmlns:a16="http://schemas.microsoft.com/office/drawing/2014/main" id="{5D5027B2-999C-8668-6327-CFA0BBF9E3FD}"/>
              </a:ext>
            </a:extLst>
          </p:cNvPr>
          <p:cNvSpPr>
            <a:spLocks noGrp="1" noRot="1" noChangeAspect="1" noTextEdit="1"/>
          </p:cNvSpPr>
          <p:nvPr>
            <p:ph type="sldImg"/>
          </p:nvPr>
        </p:nvSpPr>
        <p:spPr>
          <a:ln/>
        </p:spPr>
      </p:sp>
      <p:sp>
        <p:nvSpPr>
          <p:cNvPr id="98307" name="Notes Placeholder 2">
            <a:extLst>
              <a:ext uri="{FF2B5EF4-FFF2-40B4-BE49-F238E27FC236}">
                <a16:creationId xmlns:a16="http://schemas.microsoft.com/office/drawing/2014/main" id="{7D345740-D814-0442-AF67-5CED73EFF52F}"/>
              </a:ext>
            </a:extLst>
          </p:cNvPr>
          <p:cNvSpPr>
            <a:spLocks noGrp="1"/>
          </p:cNvSpPr>
          <p:nvPr>
            <p:ph type="body" idx="1"/>
          </p:nvPr>
        </p:nvSpPr>
        <p:spPr>
          <a:noFill/>
        </p:spPr>
        <p:txBody>
          <a:bodyPr/>
          <a:lstStyle/>
          <a:p>
            <a:r>
              <a:rPr lang="en-US" altLang="en-US">
                <a:latin typeface="Arial" panose="020B0604020202020204" pitchFamily="34" charset="0"/>
              </a:rPr>
              <a:t>Refer to slide 32 for tips</a:t>
            </a:r>
          </a:p>
        </p:txBody>
      </p:sp>
      <p:sp>
        <p:nvSpPr>
          <p:cNvPr id="98308" name="Slide Number Placeholder 3">
            <a:extLst>
              <a:ext uri="{FF2B5EF4-FFF2-40B4-BE49-F238E27FC236}">
                <a16:creationId xmlns:a16="http://schemas.microsoft.com/office/drawing/2014/main" id="{115A017B-B7F2-9612-8992-670AB3C951EE}"/>
              </a:ext>
            </a:extLst>
          </p:cNvPr>
          <p:cNvSpPr>
            <a:spLocks noGrp="1"/>
          </p:cNvSpPr>
          <p:nvPr>
            <p:ph type="sldNum" sz="quarter" idx="5"/>
          </p:nvPr>
        </p:nvSpPr>
        <p:spPr>
          <a:noFill/>
        </p:spPr>
        <p:txBody>
          <a:bodyPr/>
          <a:lstStyle>
            <a:lvl1pPr defTabSz="912813">
              <a:defRPr sz="1000">
                <a:solidFill>
                  <a:srgbClr val="004D75"/>
                </a:solidFill>
                <a:latin typeface="Verdana" panose="020B0604030504040204" pitchFamily="34" charset="0"/>
                <a:cs typeface="Arial" panose="020B0604020202020204" pitchFamily="34" charset="0"/>
              </a:defRPr>
            </a:lvl1pPr>
            <a:lvl2pPr marL="742950" indent="-285750" defTabSz="912813">
              <a:defRPr sz="1000">
                <a:solidFill>
                  <a:srgbClr val="004D75"/>
                </a:solidFill>
                <a:latin typeface="Verdana" panose="020B0604030504040204" pitchFamily="34" charset="0"/>
                <a:cs typeface="Arial" panose="020B0604020202020204" pitchFamily="34" charset="0"/>
              </a:defRPr>
            </a:lvl2pPr>
            <a:lvl3pPr marL="1143000" indent="-228600" defTabSz="912813">
              <a:defRPr sz="1000">
                <a:solidFill>
                  <a:srgbClr val="004D75"/>
                </a:solidFill>
                <a:latin typeface="Verdana" panose="020B0604030504040204" pitchFamily="34" charset="0"/>
                <a:cs typeface="Arial" panose="020B0604020202020204" pitchFamily="34" charset="0"/>
              </a:defRPr>
            </a:lvl3pPr>
            <a:lvl4pPr marL="1600200" indent="-228600" defTabSz="912813">
              <a:defRPr sz="1000">
                <a:solidFill>
                  <a:srgbClr val="004D75"/>
                </a:solidFill>
                <a:latin typeface="Verdana" panose="020B0604030504040204" pitchFamily="34" charset="0"/>
                <a:cs typeface="Arial" panose="020B0604020202020204" pitchFamily="34" charset="0"/>
              </a:defRPr>
            </a:lvl4pPr>
            <a:lvl5pPr marL="2057400" indent="-228600" defTabSz="912813">
              <a:defRPr sz="1000">
                <a:solidFill>
                  <a:srgbClr val="004D75"/>
                </a:solidFill>
                <a:latin typeface="Verdana" panose="020B0604030504040204" pitchFamily="34" charset="0"/>
                <a:cs typeface="Arial" panose="020B0604020202020204" pitchFamily="34" charset="0"/>
              </a:defRPr>
            </a:lvl5pPr>
            <a:lvl6pPr marL="25146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fld id="{67CF6672-F6AB-47FC-A438-29F903CD860B}" type="slidenum">
              <a:rPr lang="en-GB" altLang="en-US" sz="1100">
                <a:solidFill>
                  <a:schemeClr val="tx1"/>
                </a:solidFill>
                <a:latin typeface="Arial" panose="020B0604020202020204" pitchFamily="34" charset="0"/>
              </a:rPr>
              <a:pPr/>
              <a:t>36</a:t>
            </a:fld>
            <a:endParaRPr lang="en-GB" altLang="en-US" sz="1100">
              <a:solidFill>
                <a:schemeClr val="tx1"/>
              </a:solidFill>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2ECB974F-06CC-370C-8DA0-C2A23932A1E2}"/>
              </a:ext>
            </a:extLst>
          </p:cNvPr>
          <p:cNvSpPr>
            <a:spLocks noGrp="1" noRot="1" noChangeAspect="1" noChangeArrowheads="1" noTextEdit="1"/>
          </p:cNvSpPr>
          <p:nvPr>
            <p:ph type="sldImg"/>
          </p:nvPr>
        </p:nvSpPr>
        <p:spPr>
          <a:xfrm>
            <a:off x="917575" y="746125"/>
            <a:ext cx="4970463" cy="3729038"/>
          </a:xfrm>
          <a:ln/>
        </p:spPr>
      </p:sp>
      <p:sp>
        <p:nvSpPr>
          <p:cNvPr id="99331" name="Rectangle 3">
            <a:extLst>
              <a:ext uri="{FF2B5EF4-FFF2-40B4-BE49-F238E27FC236}">
                <a16:creationId xmlns:a16="http://schemas.microsoft.com/office/drawing/2014/main" id="{7CBDD4B8-02C4-66C7-E731-F60EE4225B32}"/>
              </a:ext>
            </a:extLst>
          </p:cNvPr>
          <p:cNvSpPr>
            <a:spLocks noGrp="1" noChangeArrowheads="1"/>
          </p:cNvSpPr>
          <p:nvPr>
            <p:ph type="body" idx="1"/>
          </p:nvPr>
        </p:nvSpPr>
        <p:spPr>
          <a:xfrm>
            <a:off x="906463" y="4721225"/>
            <a:ext cx="4994275" cy="4471988"/>
          </a:xfrm>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AF7B62D2-24BB-46F4-E9AE-AFD7FB6BC8F9}"/>
              </a:ext>
            </a:extLst>
          </p:cNvPr>
          <p:cNvSpPr>
            <a:spLocks noGrp="1" noRot="1" noChangeAspect="1" noChangeArrowheads="1" noTextEdit="1"/>
          </p:cNvSpPr>
          <p:nvPr>
            <p:ph type="sldImg"/>
          </p:nvPr>
        </p:nvSpPr>
        <p:spPr>
          <a:xfrm>
            <a:off x="917575" y="746125"/>
            <a:ext cx="4970463" cy="3729038"/>
          </a:xfrm>
          <a:ln/>
        </p:spPr>
      </p:sp>
      <p:sp>
        <p:nvSpPr>
          <p:cNvPr id="100355" name="Rectangle 3">
            <a:extLst>
              <a:ext uri="{FF2B5EF4-FFF2-40B4-BE49-F238E27FC236}">
                <a16:creationId xmlns:a16="http://schemas.microsoft.com/office/drawing/2014/main" id="{04566FF1-E4BF-59BF-5534-A97B09845F2E}"/>
              </a:ext>
            </a:extLst>
          </p:cNvPr>
          <p:cNvSpPr>
            <a:spLocks noGrp="1" noChangeArrowheads="1"/>
          </p:cNvSpPr>
          <p:nvPr>
            <p:ph type="body" idx="1"/>
          </p:nvPr>
        </p:nvSpPr>
        <p:spPr>
          <a:xfrm>
            <a:off x="906463" y="4721225"/>
            <a:ext cx="4994275" cy="4471988"/>
          </a:xfrm>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C93A9112-0374-88C3-C76C-E269881C3402}"/>
              </a:ext>
            </a:extLst>
          </p:cNvPr>
          <p:cNvSpPr>
            <a:spLocks noGrp="1" noRot="1" noChangeAspect="1" noChangeArrowheads="1" noTextEdit="1"/>
          </p:cNvSpPr>
          <p:nvPr>
            <p:ph type="sldImg"/>
          </p:nvPr>
        </p:nvSpPr>
        <p:spPr>
          <a:xfrm>
            <a:off x="917575" y="746125"/>
            <a:ext cx="4970463" cy="3729038"/>
          </a:xfrm>
          <a:ln/>
        </p:spPr>
      </p:sp>
      <p:sp>
        <p:nvSpPr>
          <p:cNvPr id="101379" name="Rectangle 3">
            <a:extLst>
              <a:ext uri="{FF2B5EF4-FFF2-40B4-BE49-F238E27FC236}">
                <a16:creationId xmlns:a16="http://schemas.microsoft.com/office/drawing/2014/main" id="{8B4341B5-E60D-12CB-FA23-0B16D45926E4}"/>
              </a:ext>
            </a:extLst>
          </p:cNvPr>
          <p:cNvSpPr>
            <a:spLocks noGrp="1" noChangeArrowheads="1"/>
          </p:cNvSpPr>
          <p:nvPr>
            <p:ph type="body" idx="1"/>
          </p:nvPr>
        </p:nvSpPr>
        <p:spPr>
          <a:xfrm>
            <a:off x="906463" y="4721225"/>
            <a:ext cx="4994275" cy="4471988"/>
          </a:xfrm>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0A5B29B4-B1B3-3FB7-26F4-C0DA0E6C114C}"/>
              </a:ext>
            </a:extLst>
          </p:cNvPr>
          <p:cNvSpPr>
            <a:spLocks noGrp="1" noRot="1" noChangeAspect="1" noChangeArrowheads="1" noTextEdit="1"/>
          </p:cNvSpPr>
          <p:nvPr>
            <p:ph type="sldImg"/>
          </p:nvPr>
        </p:nvSpPr>
        <p:spPr>
          <a:xfrm>
            <a:off x="917575" y="746125"/>
            <a:ext cx="4970463" cy="3729038"/>
          </a:xfrm>
          <a:ln/>
        </p:spPr>
      </p:sp>
      <p:sp>
        <p:nvSpPr>
          <p:cNvPr id="102403" name="Rectangle 3">
            <a:extLst>
              <a:ext uri="{FF2B5EF4-FFF2-40B4-BE49-F238E27FC236}">
                <a16:creationId xmlns:a16="http://schemas.microsoft.com/office/drawing/2014/main" id="{E281E8C1-299B-D524-D17C-FCA7013020D8}"/>
              </a:ext>
            </a:extLst>
          </p:cNvPr>
          <p:cNvSpPr>
            <a:spLocks noGrp="1" noChangeArrowheads="1"/>
          </p:cNvSpPr>
          <p:nvPr>
            <p:ph type="body" idx="1"/>
          </p:nvPr>
        </p:nvSpPr>
        <p:spPr>
          <a:xfrm>
            <a:off x="906463" y="4721225"/>
            <a:ext cx="4994275" cy="4471988"/>
          </a:xfrm>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EB2F5774-8382-C6CB-69D1-313BEF44A451}"/>
              </a:ext>
            </a:extLst>
          </p:cNvPr>
          <p:cNvSpPr>
            <a:spLocks noGrp="1" noRot="1" noChangeAspect="1" noChangeArrowheads="1" noTextEdit="1"/>
          </p:cNvSpPr>
          <p:nvPr>
            <p:ph type="sldImg"/>
          </p:nvPr>
        </p:nvSpPr>
        <p:spPr>
          <a:xfrm>
            <a:off x="917575" y="746125"/>
            <a:ext cx="4970463" cy="3729038"/>
          </a:xfrm>
          <a:ln/>
        </p:spPr>
      </p:sp>
      <p:sp>
        <p:nvSpPr>
          <p:cNvPr id="103427" name="Rectangle 3">
            <a:extLst>
              <a:ext uri="{FF2B5EF4-FFF2-40B4-BE49-F238E27FC236}">
                <a16:creationId xmlns:a16="http://schemas.microsoft.com/office/drawing/2014/main" id="{0BDB225D-B7A8-E108-0F3B-598EB8B7FEFD}"/>
              </a:ext>
            </a:extLst>
          </p:cNvPr>
          <p:cNvSpPr>
            <a:spLocks noGrp="1" noChangeArrowheads="1"/>
          </p:cNvSpPr>
          <p:nvPr>
            <p:ph type="body" idx="1"/>
          </p:nvPr>
        </p:nvSpPr>
        <p:spPr>
          <a:xfrm>
            <a:off x="906463" y="4721225"/>
            <a:ext cx="4994275" cy="4471988"/>
          </a:xfrm>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470C2D68-E39F-B981-934A-A1246257EC8A}"/>
              </a:ext>
            </a:extLst>
          </p:cNvPr>
          <p:cNvSpPr>
            <a:spLocks noGrp="1" noRot="1" noChangeAspect="1" noChangeArrowheads="1" noTextEdit="1"/>
          </p:cNvSpPr>
          <p:nvPr>
            <p:ph type="sldImg"/>
          </p:nvPr>
        </p:nvSpPr>
        <p:spPr>
          <a:xfrm>
            <a:off x="917575" y="746125"/>
            <a:ext cx="4970463" cy="3729038"/>
          </a:xfrm>
          <a:ln/>
        </p:spPr>
      </p:sp>
      <p:sp>
        <p:nvSpPr>
          <p:cNvPr id="104451" name="Rectangle 3">
            <a:extLst>
              <a:ext uri="{FF2B5EF4-FFF2-40B4-BE49-F238E27FC236}">
                <a16:creationId xmlns:a16="http://schemas.microsoft.com/office/drawing/2014/main" id="{1BD90AD2-7BEA-21BE-347A-C803C21EDB70}"/>
              </a:ext>
            </a:extLst>
          </p:cNvPr>
          <p:cNvSpPr>
            <a:spLocks noGrp="1" noChangeArrowheads="1"/>
          </p:cNvSpPr>
          <p:nvPr>
            <p:ph type="body" idx="1"/>
          </p:nvPr>
        </p:nvSpPr>
        <p:spPr>
          <a:xfrm>
            <a:off x="906463" y="4721225"/>
            <a:ext cx="4994275" cy="4471988"/>
          </a:xfrm>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49523C9E-1403-1588-6EB4-1EA5409CAF81}"/>
              </a:ext>
            </a:extLst>
          </p:cNvPr>
          <p:cNvSpPr>
            <a:spLocks noGrp="1" noRot="1" noChangeAspect="1" noChangeArrowheads="1" noTextEdit="1"/>
          </p:cNvSpPr>
          <p:nvPr>
            <p:ph type="sldImg"/>
          </p:nvPr>
        </p:nvSpPr>
        <p:spPr>
          <a:xfrm>
            <a:off x="917575" y="746125"/>
            <a:ext cx="4970463" cy="3729038"/>
          </a:xfrm>
          <a:ln/>
        </p:spPr>
      </p:sp>
      <p:sp>
        <p:nvSpPr>
          <p:cNvPr id="105475" name="Rectangle 3">
            <a:extLst>
              <a:ext uri="{FF2B5EF4-FFF2-40B4-BE49-F238E27FC236}">
                <a16:creationId xmlns:a16="http://schemas.microsoft.com/office/drawing/2014/main" id="{B1BD524D-0E88-0C55-77EC-B8661E634BC4}"/>
              </a:ext>
            </a:extLst>
          </p:cNvPr>
          <p:cNvSpPr>
            <a:spLocks noGrp="1" noChangeArrowheads="1"/>
          </p:cNvSpPr>
          <p:nvPr>
            <p:ph type="body" idx="1"/>
          </p:nvPr>
        </p:nvSpPr>
        <p:spPr>
          <a:xfrm>
            <a:off x="906463" y="4721225"/>
            <a:ext cx="4994275" cy="4471988"/>
          </a:xfrm>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a:extLst>
              <a:ext uri="{FF2B5EF4-FFF2-40B4-BE49-F238E27FC236}">
                <a16:creationId xmlns:a16="http://schemas.microsoft.com/office/drawing/2014/main" id="{BE6F0C82-2D44-5F92-50B5-985E409F98B5}"/>
              </a:ext>
            </a:extLst>
          </p:cNvPr>
          <p:cNvSpPr>
            <a:spLocks noGrp="1" noRot="1" noChangeAspect="1" noTextEdit="1"/>
          </p:cNvSpPr>
          <p:nvPr>
            <p:ph type="sldImg"/>
          </p:nvPr>
        </p:nvSpPr>
        <p:spPr>
          <a:ln/>
        </p:spPr>
      </p:sp>
      <p:sp>
        <p:nvSpPr>
          <p:cNvPr id="107523" name="Notes Placeholder 2">
            <a:extLst>
              <a:ext uri="{FF2B5EF4-FFF2-40B4-BE49-F238E27FC236}">
                <a16:creationId xmlns:a16="http://schemas.microsoft.com/office/drawing/2014/main" id="{2C7542EE-0EC5-058F-D96B-BE519BD92850}"/>
              </a:ext>
            </a:extLst>
          </p:cNvPr>
          <p:cNvSpPr>
            <a:spLocks noGrp="1"/>
          </p:cNvSpPr>
          <p:nvPr>
            <p:ph type="body" idx="1"/>
          </p:nvPr>
        </p:nvSpPr>
        <p:spPr>
          <a:noFill/>
        </p:spPr>
        <p:txBody>
          <a:bodyPr/>
          <a:lstStyle/>
          <a:p>
            <a:endParaRPr lang="en-US" altLang="en-US">
              <a:latin typeface="Arial" panose="020B0604020202020204" pitchFamily="34" charset="0"/>
            </a:endParaRPr>
          </a:p>
        </p:txBody>
      </p:sp>
      <p:sp>
        <p:nvSpPr>
          <p:cNvPr id="107524" name="Slide Number Placeholder 3">
            <a:extLst>
              <a:ext uri="{FF2B5EF4-FFF2-40B4-BE49-F238E27FC236}">
                <a16:creationId xmlns:a16="http://schemas.microsoft.com/office/drawing/2014/main" id="{3DDA891D-F4E7-EA7D-5B44-07DDCE9ED35B}"/>
              </a:ext>
            </a:extLst>
          </p:cNvPr>
          <p:cNvSpPr>
            <a:spLocks noGrp="1"/>
          </p:cNvSpPr>
          <p:nvPr>
            <p:ph type="sldNum" sz="quarter" idx="5"/>
          </p:nvPr>
        </p:nvSpPr>
        <p:spPr>
          <a:noFill/>
        </p:spPr>
        <p:txBody>
          <a:bodyPr/>
          <a:lstStyle>
            <a:lvl1pPr defTabSz="912813">
              <a:defRPr sz="1000">
                <a:solidFill>
                  <a:srgbClr val="004D75"/>
                </a:solidFill>
                <a:latin typeface="Verdana" panose="020B0604030504040204" pitchFamily="34" charset="0"/>
                <a:cs typeface="Arial" panose="020B0604020202020204" pitchFamily="34" charset="0"/>
              </a:defRPr>
            </a:lvl1pPr>
            <a:lvl2pPr marL="742950" indent="-285750" defTabSz="912813">
              <a:defRPr sz="1000">
                <a:solidFill>
                  <a:srgbClr val="004D75"/>
                </a:solidFill>
                <a:latin typeface="Verdana" panose="020B0604030504040204" pitchFamily="34" charset="0"/>
                <a:cs typeface="Arial" panose="020B0604020202020204" pitchFamily="34" charset="0"/>
              </a:defRPr>
            </a:lvl2pPr>
            <a:lvl3pPr marL="1143000" indent="-228600" defTabSz="912813">
              <a:defRPr sz="1000">
                <a:solidFill>
                  <a:srgbClr val="004D75"/>
                </a:solidFill>
                <a:latin typeface="Verdana" panose="020B0604030504040204" pitchFamily="34" charset="0"/>
                <a:cs typeface="Arial" panose="020B0604020202020204" pitchFamily="34" charset="0"/>
              </a:defRPr>
            </a:lvl3pPr>
            <a:lvl4pPr marL="1600200" indent="-228600" defTabSz="912813">
              <a:defRPr sz="1000">
                <a:solidFill>
                  <a:srgbClr val="004D75"/>
                </a:solidFill>
                <a:latin typeface="Verdana" panose="020B0604030504040204" pitchFamily="34" charset="0"/>
                <a:cs typeface="Arial" panose="020B0604020202020204" pitchFamily="34" charset="0"/>
              </a:defRPr>
            </a:lvl4pPr>
            <a:lvl5pPr marL="2057400" indent="-228600" defTabSz="912813">
              <a:defRPr sz="1000">
                <a:solidFill>
                  <a:srgbClr val="004D75"/>
                </a:solidFill>
                <a:latin typeface="Verdana" panose="020B0604030504040204" pitchFamily="34" charset="0"/>
                <a:cs typeface="Arial" panose="020B0604020202020204" pitchFamily="34" charset="0"/>
              </a:defRPr>
            </a:lvl5pPr>
            <a:lvl6pPr marL="25146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defTabSz="912813"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fld id="{9F5F3ECD-651F-4B09-A512-48520F8A82CB}" type="slidenum">
              <a:rPr lang="en-GB" altLang="en-US" sz="1100">
                <a:solidFill>
                  <a:schemeClr val="tx1"/>
                </a:solidFill>
                <a:latin typeface="Arial" panose="020B0604020202020204" pitchFamily="34" charset="0"/>
              </a:rPr>
              <a:pPr/>
              <a:t>46</a:t>
            </a:fld>
            <a:endParaRPr lang="en-GB" altLang="en-US" sz="1100">
              <a:solidFill>
                <a:schemeClr val="tx1"/>
              </a:solidFill>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B74E845D-B98D-477B-9DFB-1C52CB565C75}"/>
              </a:ext>
            </a:extLst>
          </p:cNvPr>
          <p:cNvSpPr>
            <a:spLocks noGrp="1" noRot="1" noChangeAspect="1" noChangeArrowheads="1" noTextEdit="1"/>
          </p:cNvSpPr>
          <p:nvPr>
            <p:ph type="sldImg"/>
          </p:nvPr>
        </p:nvSpPr>
        <p:spPr>
          <a:xfrm>
            <a:off x="917575" y="746125"/>
            <a:ext cx="4970463" cy="3729038"/>
          </a:xfrm>
          <a:ln/>
        </p:spPr>
      </p:sp>
      <p:sp>
        <p:nvSpPr>
          <p:cNvPr id="108547" name="Rectangle 3">
            <a:extLst>
              <a:ext uri="{FF2B5EF4-FFF2-40B4-BE49-F238E27FC236}">
                <a16:creationId xmlns:a16="http://schemas.microsoft.com/office/drawing/2014/main" id="{D499DA31-A0E1-1094-5FDE-3303286DB7E2}"/>
              </a:ext>
            </a:extLst>
          </p:cNvPr>
          <p:cNvSpPr>
            <a:spLocks noGrp="1" noChangeArrowheads="1"/>
          </p:cNvSpPr>
          <p:nvPr>
            <p:ph type="body" idx="1"/>
          </p:nvPr>
        </p:nvSpPr>
        <p:spPr>
          <a:xfrm>
            <a:off x="906463" y="4721225"/>
            <a:ext cx="4994275" cy="4471988"/>
          </a:xfrm>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15540995-CEF1-0C06-19BF-48D9092EB6DD}"/>
              </a:ext>
            </a:extLst>
          </p:cNvPr>
          <p:cNvSpPr>
            <a:spLocks noGrp="1" noRot="1" noChangeAspect="1" noChangeArrowheads="1" noTextEdit="1"/>
          </p:cNvSpPr>
          <p:nvPr>
            <p:ph type="sldImg"/>
          </p:nvPr>
        </p:nvSpPr>
        <p:spPr>
          <a:xfrm>
            <a:off x="917575" y="746125"/>
            <a:ext cx="4970463" cy="3729038"/>
          </a:xfrm>
          <a:ln/>
        </p:spPr>
      </p:sp>
      <p:sp>
        <p:nvSpPr>
          <p:cNvPr id="109571" name="Rectangle 3">
            <a:extLst>
              <a:ext uri="{FF2B5EF4-FFF2-40B4-BE49-F238E27FC236}">
                <a16:creationId xmlns:a16="http://schemas.microsoft.com/office/drawing/2014/main" id="{A18AD397-D98F-6E14-53D0-B6D63E2EB35B}"/>
              </a:ext>
            </a:extLst>
          </p:cNvPr>
          <p:cNvSpPr>
            <a:spLocks noGrp="1" noChangeArrowheads="1"/>
          </p:cNvSpPr>
          <p:nvPr>
            <p:ph type="body" idx="1"/>
          </p:nvPr>
        </p:nvSpPr>
        <p:spPr>
          <a:xfrm>
            <a:off x="906463" y="4721225"/>
            <a:ext cx="4994275" cy="4471988"/>
          </a:xfrm>
          <a:noFill/>
        </p:spPr>
        <p:txBody>
          <a:bodyPr/>
          <a:lstStyle/>
          <a:p>
            <a:pPr eaLnBrk="1" hangingPunct="1"/>
            <a:endParaRPr lang="en-US" altLang="en-US">
              <a:latin typeface="Arial" panose="020B0604020202020204" pitchFamily="34" charset="0"/>
            </a:endParaRPr>
          </a:p>
          <a:p>
            <a:pPr eaLnBrk="1" hangingPunct="1"/>
            <a:endParaRPr lang="en-US" altLang="en-US">
              <a:latin typeface="Arial" panose="020B0604020202020204" pitchFamily="34" charset="0"/>
            </a:endParaRPr>
          </a:p>
          <a:p>
            <a:pPr eaLnBrk="1" hangingPunct="1"/>
            <a:endParaRPr lang="en-US" altLang="en-US">
              <a:latin typeface="Arial" panose="020B0604020202020204" pitchFamily="34" charset="0"/>
            </a:endParaRPr>
          </a:p>
          <a:p>
            <a:pPr eaLnBrk="1" hangingPunct="1"/>
            <a:r>
              <a:rPr lang="en-US" altLang="en-US">
                <a:latin typeface="Arial" panose="020B0604020202020204" pitchFamily="34" charset="0"/>
              </a:rPr>
              <a:t>Or consider how you would model data relating to the performance of a </a:t>
            </a:r>
            <a:r>
              <a:rPr lang="en-US" altLang="en-US" b="1">
                <a:latin typeface="Arial" panose="020B0604020202020204" pitchFamily="34" charset="0"/>
              </a:rPr>
              <a:t>worker </a:t>
            </a:r>
            <a:r>
              <a:rPr lang="en-US" altLang="en-US">
                <a:latin typeface="Arial" panose="020B0604020202020204" pitchFamily="34" charset="0"/>
              </a:rPr>
              <a:t>undertaking an </a:t>
            </a:r>
            <a:r>
              <a:rPr lang="en-US" altLang="en-US" b="1">
                <a:latin typeface="Arial" panose="020B0604020202020204" pitchFamily="34" charset="0"/>
              </a:rPr>
              <a:t>operation </a:t>
            </a:r>
            <a:r>
              <a:rPr lang="en-US" altLang="en-US">
                <a:latin typeface="Arial" panose="020B0604020202020204" pitchFamily="34" charset="0"/>
              </a:rPr>
              <a:t>using a particular </a:t>
            </a:r>
            <a:r>
              <a:rPr lang="en-US" altLang="en-US" b="1">
                <a:latin typeface="Arial" panose="020B0604020202020204" pitchFamily="34" charset="0"/>
              </a:rPr>
              <a:t>tool</a:t>
            </a:r>
            <a:r>
              <a:rPr lang="en-US" altLang="en-US">
                <a:latin typeface="Arial" panose="020B0604020202020204" pitchFamily="34" charset="0"/>
              </a:rPr>
              <a:t>?</a:t>
            </a:r>
          </a:p>
          <a:p>
            <a:pPr eaLnBrk="1" hangingPunct="1"/>
            <a:endParaRPr lang="en-US" altLang="en-US">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BF344162-6FDB-6366-4873-DEE1CB27BF33}"/>
              </a:ext>
            </a:extLst>
          </p:cNvPr>
          <p:cNvSpPr>
            <a:spLocks noGrp="1" noRot="1" noChangeAspect="1" noChangeArrowheads="1" noTextEdit="1"/>
          </p:cNvSpPr>
          <p:nvPr>
            <p:ph type="sldImg"/>
          </p:nvPr>
        </p:nvSpPr>
        <p:spPr>
          <a:xfrm>
            <a:off x="917575" y="746125"/>
            <a:ext cx="4970463" cy="3729038"/>
          </a:xfrm>
          <a:ln/>
        </p:spPr>
      </p:sp>
      <p:sp>
        <p:nvSpPr>
          <p:cNvPr id="111619" name="Rectangle 3">
            <a:extLst>
              <a:ext uri="{FF2B5EF4-FFF2-40B4-BE49-F238E27FC236}">
                <a16:creationId xmlns:a16="http://schemas.microsoft.com/office/drawing/2014/main" id="{5504BF5E-34E9-0B6D-4549-F7CF844F1D66}"/>
              </a:ext>
            </a:extLst>
          </p:cNvPr>
          <p:cNvSpPr>
            <a:spLocks noGrp="1" noChangeArrowheads="1"/>
          </p:cNvSpPr>
          <p:nvPr>
            <p:ph type="body" idx="1"/>
          </p:nvPr>
        </p:nvSpPr>
        <p:spPr>
          <a:xfrm>
            <a:off x="906463" y="4721225"/>
            <a:ext cx="4994275" cy="4471988"/>
          </a:xfrm>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FD504344-63A3-7926-D665-3EB5A3301EAB}"/>
              </a:ext>
            </a:extLst>
          </p:cNvPr>
          <p:cNvSpPr>
            <a:spLocks noChangeArrowheads="1"/>
          </p:cNvSpPr>
          <p:nvPr/>
        </p:nvSpPr>
        <p:spPr bwMode="auto">
          <a:xfrm>
            <a:off x="152400" y="3073400"/>
            <a:ext cx="8839200" cy="3635375"/>
          </a:xfrm>
          <a:prstGeom prst="rect">
            <a:avLst/>
          </a:prstGeom>
          <a:solidFill>
            <a:schemeClr val="accent1">
              <a:lumMod val="50000"/>
            </a:schemeClr>
          </a:solidFill>
          <a:ln w="9525">
            <a:noFill/>
            <a:miter lim="800000"/>
            <a:headEnd/>
            <a:tailEnd/>
          </a:ln>
          <a:effectLst/>
        </p:spPr>
        <p:txBody>
          <a:bodyPr wrap="none" anchor="ctr"/>
          <a:lstStyle/>
          <a:p>
            <a:pPr algn="ctr">
              <a:defRPr/>
            </a:pPr>
            <a:endParaRPr lang="en-US" sz="2400">
              <a:solidFill>
                <a:schemeClr val="tx1"/>
              </a:solidFill>
              <a:latin typeface="Times" pitchFamily="48" charset="0"/>
              <a:cs typeface="Arial" charset="0"/>
            </a:endParaRPr>
          </a:p>
        </p:txBody>
      </p:sp>
      <p:pic>
        <p:nvPicPr>
          <p:cNvPr id="3" name="Picture 9" descr="nav_logo_medium">
            <a:extLst>
              <a:ext uri="{FF2B5EF4-FFF2-40B4-BE49-F238E27FC236}">
                <a16:creationId xmlns:a16="http://schemas.microsoft.com/office/drawing/2014/main" id="{95D6B4B5-9756-0115-1A1B-76BD017582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8600" y="38100"/>
            <a:ext cx="2370138"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descr="Systems Analysis 64">
            <a:extLst>
              <a:ext uri="{FF2B5EF4-FFF2-40B4-BE49-F238E27FC236}">
                <a16:creationId xmlns:a16="http://schemas.microsoft.com/office/drawing/2014/main" id="{0F59D748-D5E8-3110-9ED7-2A6B201CB8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563" y="1130300"/>
            <a:ext cx="8796337"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9" descr="j0316554">
            <a:extLst>
              <a:ext uri="{FF2B5EF4-FFF2-40B4-BE49-F238E27FC236}">
                <a16:creationId xmlns:a16="http://schemas.microsoft.com/office/drawing/2014/main" id="{8AFBFDBA-2012-4790-87A8-0553D97D88BB}"/>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76213" y="1152525"/>
            <a:ext cx="8804275" cy="181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9187" name="Rectangle 3"/>
          <p:cNvSpPr>
            <a:spLocks noGrp="1" noChangeArrowheads="1"/>
          </p:cNvSpPr>
          <p:nvPr>
            <p:ph type="ctrTitle"/>
          </p:nvPr>
        </p:nvSpPr>
        <p:spPr>
          <a:xfrm>
            <a:off x="685800" y="4000500"/>
            <a:ext cx="7772400" cy="990600"/>
          </a:xfrm>
        </p:spPr>
        <p:txBody>
          <a:bodyPr/>
          <a:lstStyle>
            <a:lvl1pPr>
              <a:defRPr sz="2400">
                <a:solidFill>
                  <a:schemeClr val="bg1"/>
                </a:solidFill>
              </a:defRPr>
            </a:lvl1pPr>
          </a:lstStyle>
          <a:p>
            <a:pPr lvl="0"/>
            <a:r>
              <a:rPr lang="en-US" noProof="0"/>
              <a:t>Click to edit Master title style</a:t>
            </a:r>
            <a:endParaRPr lang="en-GB" noProof="0" dirty="0"/>
          </a:p>
        </p:txBody>
      </p:sp>
      <p:sp>
        <p:nvSpPr>
          <p:cNvPr id="349188" name="Rectangle 4"/>
          <p:cNvSpPr>
            <a:spLocks noGrp="1" noChangeArrowheads="1"/>
          </p:cNvSpPr>
          <p:nvPr>
            <p:ph type="subTitle" idx="1"/>
          </p:nvPr>
        </p:nvSpPr>
        <p:spPr>
          <a:xfrm>
            <a:off x="685800" y="4991100"/>
            <a:ext cx="7772400" cy="762000"/>
          </a:xfrm>
        </p:spPr>
        <p:txBody>
          <a:bodyPr/>
          <a:lstStyle>
            <a:lvl1pPr marL="0" indent="0">
              <a:buFontTx/>
              <a:buNone/>
              <a:defRPr>
                <a:solidFill>
                  <a:schemeClr val="bg1"/>
                </a:solidFill>
              </a:defRPr>
            </a:lvl1pPr>
          </a:lstStyle>
          <a:p>
            <a:pPr lvl="0"/>
            <a:r>
              <a:rPr lang="en-US" noProof="0"/>
              <a:t>Click to edit Master subtitle style</a:t>
            </a:r>
            <a:endParaRPr lang="en-GB" noProof="0"/>
          </a:p>
        </p:txBody>
      </p:sp>
    </p:spTree>
    <p:extLst>
      <p:ext uri="{BB962C8B-B14F-4D97-AF65-F5344CB8AC3E}">
        <p14:creationId xmlns:p14="http://schemas.microsoft.com/office/powerpoint/2010/main" val="1600756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0">
            <a:extLst>
              <a:ext uri="{FF2B5EF4-FFF2-40B4-BE49-F238E27FC236}">
                <a16:creationId xmlns:a16="http://schemas.microsoft.com/office/drawing/2014/main" id="{88917A8C-DD31-1895-AAD3-F4C32A8712E9}"/>
              </a:ext>
            </a:extLst>
          </p:cNvPr>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3291071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
            <a:extLst>
              <a:ext uri="{FF2B5EF4-FFF2-40B4-BE49-F238E27FC236}">
                <a16:creationId xmlns:a16="http://schemas.microsoft.com/office/drawing/2014/main" id="{E17E0CC3-FD02-6491-75BA-5AED6572A8F5}"/>
              </a:ext>
            </a:extLst>
          </p:cNvPr>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480202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81000" y="1447800"/>
            <a:ext cx="4076700" cy="1401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10100" y="1447800"/>
            <a:ext cx="4076700" cy="14017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0">
            <a:extLst>
              <a:ext uri="{FF2B5EF4-FFF2-40B4-BE49-F238E27FC236}">
                <a16:creationId xmlns:a16="http://schemas.microsoft.com/office/drawing/2014/main" id="{4C92FE91-076D-C03F-0EDF-EEEE224C9389}"/>
              </a:ext>
            </a:extLst>
          </p:cNvPr>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2149363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0">
            <a:extLst>
              <a:ext uri="{FF2B5EF4-FFF2-40B4-BE49-F238E27FC236}">
                <a16:creationId xmlns:a16="http://schemas.microsoft.com/office/drawing/2014/main" id="{F03C7489-8753-C809-D4BD-682B4B44D357}"/>
              </a:ext>
            </a:extLst>
          </p:cNvPr>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3267203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0">
            <a:extLst>
              <a:ext uri="{FF2B5EF4-FFF2-40B4-BE49-F238E27FC236}">
                <a16:creationId xmlns:a16="http://schemas.microsoft.com/office/drawing/2014/main" id="{0816B174-5A12-42EE-0740-8219A38D35D0}"/>
              </a:ext>
            </a:extLst>
          </p:cNvPr>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3847558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FD683639-8938-5522-5445-768158333163}"/>
              </a:ext>
            </a:extLst>
          </p:cNvPr>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814252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a:extLst>
              <a:ext uri="{FF2B5EF4-FFF2-40B4-BE49-F238E27FC236}">
                <a16:creationId xmlns:a16="http://schemas.microsoft.com/office/drawing/2014/main" id="{27CC2BA3-B54A-8623-3E56-6C6A46EAE712}"/>
              </a:ext>
            </a:extLst>
          </p:cNvPr>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1254489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a:extLst>
              <a:ext uri="{FF2B5EF4-FFF2-40B4-BE49-F238E27FC236}">
                <a16:creationId xmlns:a16="http://schemas.microsoft.com/office/drawing/2014/main" id="{DFD63BA3-84DE-F0C4-01CE-F15D06281061}"/>
              </a:ext>
            </a:extLst>
          </p:cNvPr>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2367110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0">
            <a:extLst>
              <a:ext uri="{FF2B5EF4-FFF2-40B4-BE49-F238E27FC236}">
                <a16:creationId xmlns:a16="http://schemas.microsoft.com/office/drawing/2014/main" id="{5DD29217-88FA-2970-670F-99AEA6D4B66D}"/>
              </a:ext>
            </a:extLst>
          </p:cNvPr>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1873617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81000"/>
            <a:ext cx="2076450" cy="2468563"/>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81000" y="381000"/>
            <a:ext cx="6076950" cy="24685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0">
            <a:extLst>
              <a:ext uri="{FF2B5EF4-FFF2-40B4-BE49-F238E27FC236}">
                <a16:creationId xmlns:a16="http://schemas.microsoft.com/office/drawing/2014/main" id="{7A4B9182-53D9-E12C-3A50-E67BCE4465E7}"/>
              </a:ext>
            </a:extLst>
          </p:cNvPr>
          <p:cNvSpPr>
            <a:spLocks noGrp="1" noChangeArrowheads="1"/>
          </p:cNvSpPr>
          <p:nvPr>
            <p:ph type="ftr" sz="quarter" idx="10"/>
          </p:nvPr>
        </p:nvSpPr>
        <p:spPr>
          <a:ln/>
        </p:spPr>
        <p:txBody>
          <a:bodyPr/>
          <a:lstStyle>
            <a:lvl1pPr>
              <a:defRPr/>
            </a:lvl1pPr>
          </a:lstStyle>
          <a:p>
            <a:pPr>
              <a:defRPr/>
            </a:pPr>
            <a:r>
              <a:rPr lang="en-US"/>
              <a:t>Introduction to Outcome-based Module Design</a:t>
            </a:r>
          </a:p>
        </p:txBody>
      </p:sp>
    </p:spTree>
    <p:extLst>
      <p:ext uri="{BB962C8B-B14F-4D97-AF65-F5344CB8AC3E}">
        <p14:creationId xmlns:p14="http://schemas.microsoft.com/office/powerpoint/2010/main" val="20119412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305800" cy="1066800"/>
          </a:xfrm>
        </p:spPr>
        <p:txBody>
          <a:bodyPr/>
          <a:lstStyle/>
          <a:p>
            <a:r>
              <a:rPr lang="en-US"/>
              <a:t>Click to edit Master title style</a:t>
            </a:r>
            <a:endParaRPr lang="en-GB"/>
          </a:p>
        </p:txBody>
      </p:sp>
      <p:sp>
        <p:nvSpPr>
          <p:cNvPr id="3" name="ClipArt Placeholder 2"/>
          <p:cNvSpPr>
            <a:spLocks noGrp="1"/>
          </p:cNvSpPr>
          <p:nvPr>
            <p:ph type="clipArt" sz="half" idx="1"/>
          </p:nvPr>
        </p:nvSpPr>
        <p:spPr>
          <a:xfrm>
            <a:off x="381000" y="1447800"/>
            <a:ext cx="4076700" cy="1401763"/>
          </a:xfrm>
        </p:spPr>
        <p:txBody>
          <a:bodyPr/>
          <a:lstStyle/>
          <a:p>
            <a:pPr lvl="0"/>
            <a:endParaRPr lang="en-GB" noProof="0"/>
          </a:p>
        </p:txBody>
      </p:sp>
      <p:sp>
        <p:nvSpPr>
          <p:cNvPr id="4" name="Text Placeholder 3"/>
          <p:cNvSpPr>
            <a:spLocks noGrp="1"/>
          </p:cNvSpPr>
          <p:nvPr>
            <p:ph type="body" sz="half" idx="2"/>
          </p:nvPr>
        </p:nvSpPr>
        <p:spPr>
          <a:xfrm>
            <a:off x="4610100" y="1447800"/>
            <a:ext cx="4076700" cy="1401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425088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9144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10" name="Rectangle 9"/>
          <p:cNvSpPr/>
          <p:nvPr/>
        </p:nvSpPr>
        <p:spPr>
          <a:xfrm>
            <a:off x="980902" y="1275025"/>
            <a:ext cx="7182197"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a:lstStyle/>
          <a:p>
            <a:endParaRPr lang="en-MY"/>
          </a:p>
        </p:txBody>
      </p:sp>
      <p:sp>
        <p:nvSpPr>
          <p:cNvPr id="11" name="Rectangle 10"/>
          <p:cNvSpPr/>
          <p:nvPr/>
        </p:nvSpPr>
        <p:spPr>
          <a:xfrm>
            <a:off x="1088136" y="1385316"/>
            <a:ext cx="6967728" cy="4087368"/>
          </a:xfrm>
          <a:prstGeom prst="rect">
            <a:avLst/>
          </a:prstGeom>
          <a:noFill/>
          <a:ln w="6350" cap="sq" cmpd="sng" algn="ctr">
            <a:solidFill>
              <a:schemeClr val="tx1">
                <a:lumMod val="75000"/>
                <a:lumOff val="25000"/>
              </a:schemeClr>
            </a:solidFill>
            <a:prstDash val="solid"/>
            <a:miter lim="800000"/>
          </a:ln>
          <a:effectLst/>
        </p:spPr>
        <p:txBody>
          <a:bodyPr/>
          <a:lstStyle/>
          <a:p>
            <a:endParaRPr lang="en-MY"/>
          </a:p>
        </p:txBody>
      </p:sp>
      <p:sp>
        <p:nvSpPr>
          <p:cNvPr id="15" name="Rectangle 14"/>
          <p:cNvSpPr/>
          <p:nvPr/>
        </p:nvSpPr>
        <p:spPr>
          <a:xfrm>
            <a:off x="3794760" y="1267730"/>
            <a:ext cx="1554480" cy="640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grpSp>
        <p:nvGrpSpPr>
          <p:cNvPr id="4" name="Group 3"/>
          <p:cNvGrpSpPr/>
          <p:nvPr/>
        </p:nvGrpSpPr>
        <p:grpSpPr>
          <a:xfrm>
            <a:off x="3886200" y="1267731"/>
            <a:ext cx="1371600" cy="548640"/>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71281" y="2091263"/>
            <a:ext cx="6801440" cy="2590800"/>
          </a:xfrm>
        </p:spPr>
        <p:txBody>
          <a:bodyPr tIns="45720" bIns="45720" anchor="ctr">
            <a:noAutofit/>
          </a:bodyPr>
          <a:lstStyle>
            <a:lvl1pPr algn="ctr">
              <a:lnSpc>
                <a:spcPct val="83000"/>
              </a:lnSpc>
              <a:defRPr lang="en-US" sz="6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171575" y="4682062"/>
            <a:ext cx="6803136" cy="502920"/>
          </a:xfrm>
        </p:spPr>
        <p:txBody>
          <a:bodyPr>
            <a:normAutofit/>
          </a:bodyPr>
          <a:lstStyle>
            <a:lvl1pPr marL="0" indent="0" algn="ctr">
              <a:spcBef>
                <a:spcPts val="0"/>
              </a:spcBef>
              <a:buNone/>
              <a:defRPr sz="1400" spc="80" baseline="0">
                <a:solidFill>
                  <a:schemeClr val="tx1"/>
                </a:solidFill>
              </a:defRPr>
            </a:lvl1pPr>
            <a:lvl2pPr marL="457200" indent="0" algn="ctr">
              <a:buNone/>
              <a:defRPr sz="1400"/>
            </a:lvl2pPr>
            <a:lvl3pPr marL="914400" indent="0" algn="ctr">
              <a:buNone/>
              <a:defRPr sz="1400"/>
            </a:lvl3pPr>
            <a:lvl4pPr marL="1371600" indent="0" algn="ctr">
              <a:buNone/>
              <a:defRPr sz="1400"/>
            </a:lvl4pPr>
            <a:lvl5pPr marL="1828800" indent="0" algn="ctr">
              <a:buNone/>
              <a:defRPr sz="1400"/>
            </a:lvl5pPr>
            <a:lvl6pPr marL="2286000" indent="0" algn="ctr">
              <a:buNone/>
              <a:defRPr sz="1400"/>
            </a:lvl6pPr>
            <a:lvl7pPr marL="2743200" indent="0" algn="ctr">
              <a:buNone/>
              <a:defRPr sz="1400"/>
            </a:lvl7pPr>
            <a:lvl8pPr marL="3200400" indent="0" algn="ctr">
              <a:buNone/>
              <a:defRPr sz="1400"/>
            </a:lvl8pPr>
            <a:lvl9pPr marL="3657600" indent="0" algn="ctr">
              <a:buNone/>
              <a:defRPr sz="1400"/>
            </a:lvl9pPr>
          </a:lstStyle>
          <a:p>
            <a:r>
              <a:rPr lang="en-US"/>
              <a:t>Click to edit Master subtitle style</a:t>
            </a:r>
            <a:endParaRPr lang="en-US" dirty="0"/>
          </a:p>
        </p:txBody>
      </p:sp>
      <p:sp>
        <p:nvSpPr>
          <p:cNvPr id="20" name="Date Placeholder 19"/>
          <p:cNvSpPr>
            <a:spLocks noGrp="1"/>
          </p:cNvSpPr>
          <p:nvPr>
            <p:ph type="dt" sz="half" idx="10"/>
          </p:nvPr>
        </p:nvSpPr>
        <p:spPr>
          <a:xfrm>
            <a:off x="3931920" y="1327188"/>
            <a:ext cx="1280160" cy="457200"/>
          </a:xfrm>
        </p:spPr>
        <p:txBody>
          <a:bodyPr/>
          <a:lstStyle>
            <a:lvl1pPr algn="ctr">
              <a:defRPr sz="1100" spc="0" baseline="0">
                <a:solidFill>
                  <a:schemeClr val="tx1"/>
                </a:solidFill>
                <a:latin typeface="+mn-lt"/>
              </a:defRPr>
            </a:lvl1pPr>
          </a:lstStyle>
          <a:p>
            <a:fld id="{361D8292-7A5A-44EB-ADEC-AA767D00200F}" type="datetimeFigureOut">
              <a:rPr lang="en-US" dirty="0"/>
              <a:t>11/12/2025</a:t>
            </a:fld>
            <a:endParaRPr lang="en-US" dirty="0"/>
          </a:p>
        </p:txBody>
      </p:sp>
      <p:sp>
        <p:nvSpPr>
          <p:cNvPr id="21" name="Footer Placeholder 20"/>
          <p:cNvSpPr>
            <a:spLocks noGrp="1"/>
          </p:cNvSpPr>
          <p:nvPr>
            <p:ph type="ftr" sz="quarter" idx="11"/>
          </p:nvPr>
        </p:nvSpPr>
        <p:spPr>
          <a:xfrm>
            <a:off x="1104936" y="5211060"/>
            <a:ext cx="4429125" cy="228600"/>
          </a:xfrm>
        </p:spPr>
        <p:txBody>
          <a:bodyPr/>
          <a:lstStyle>
            <a:lvl1pPr algn="l">
              <a:defRPr sz="900">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6455190" y="5212080"/>
            <a:ext cx="1583911" cy="228600"/>
          </a:xfrm>
        </p:spPr>
        <p:txBody>
          <a:bodyPr/>
          <a:lstStyle>
            <a:lvl1pPr>
              <a:defRPr>
                <a:solidFill>
                  <a:schemeClr val="tx1">
                    <a:lumMod val="75000"/>
                    <a:lumOff val="25000"/>
                  </a:schemeClr>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46858519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BADEACD-722F-4835-8C36-350D1156C46F}" type="datetimeFigureOut">
              <a:rPr lang="en-US" dirty="0"/>
              <a:t>11/12/2025</a:t>
            </a:fld>
            <a:endParaRPr lang="en-US" dirty="0"/>
          </a:p>
        </p:txBody>
      </p:sp>
      <p:sp>
        <p:nvSpPr>
          <p:cNvPr id="8" name="Footer Placeholder 7"/>
          <p:cNvSpPr>
            <a:spLocks noGrp="1"/>
          </p:cNvSpPr>
          <p:nvPr>
            <p:ph type="ftr" sz="quarter" idx="11"/>
          </p:nvPr>
        </p:nvSpPr>
        <p:spPr/>
        <p:txBody>
          <a:bodyPr/>
          <a:lstStyle/>
          <a:p>
            <a:pPr>
              <a:defRPr/>
            </a:pPr>
            <a:r>
              <a:rPr lang="en-US"/>
              <a:t>© Copyright 2011 John Wiley &amp; Sons, Inc.</a:t>
            </a:r>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cxnSp>
        <p:nvCxnSpPr>
          <p:cNvPr id="4" name="Straight Connector 3">
            <a:extLst>
              <a:ext uri="{FF2B5EF4-FFF2-40B4-BE49-F238E27FC236}">
                <a16:creationId xmlns:a16="http://schemas.microsoft.com/office/drawing/2014/main" id="{155FEAA0-8953-49B1-9AF0-1DE88900199B}"/>
              </a:ext>
            </a:extLst>
          </p:cNvPr>
          <p:cNvCxnSpPr/>
          <p:nvPr userDrawn="1"/>
        </p:nvCxnSpPr>
        <p:spPr>
          <a:xfrm>
            <a:off x="457200" y="1447800"/>
            <a:ext cx="8229600" cy="0"/>
          </a:xfrm>
          <a:prstGeom prst="line">
            <a:avLst/>
          </a:prstGeom>
          <a:ln w="762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84103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9144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980902" y="1275025"/>
            <a:ext cx="7182197"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088136" y="1385316"/>
            <a:ext cx="6967728" cy="4087368"/>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3794760" y="1267730"/>
            <a:ext cx="1554480" cy="6400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3886200" y="1267731"/>
            <a:ext cx="1371600" cy="548640"/>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172717" y="2094309"/>
            <a:ext cx="6803136" cy="2587752"/>
          </a:xfrm>
        </p:spPr>
        <p:txBody>
          <a:bodyPr anchor="ctr">
            <a:noAutofit/>
          </a:bodyPr>
          <a:lstStyle>
            <a:lvl1pPr algn="ctr">
              <a:lnSpc>
                <a:spcPct val="83000"/>
              </a:lnSpc>
              <a:defRPr lang="en-US" sz="6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172718" y="4682062"/>
            <a:ext cx="6803136" cy="502920"/>
          </a:xfrm>
        </p:spPr>
        <p:txBody>
          <a:bodyPr anchor="t">
            <a:normAutofit/>
          </a:bodyPr>
          <a:lstStyle>
            <a:lvl1pPr marL="0" indent="0" algn="ctr">
              <a:buNone/>
              <a:defRPr sz="1400">
                <a:solidFill>
                  <a:schemeClr val="tx1"/>
                </a:solidFill>
                <a:effectLst/>
              </a:defRPr>
            </a:lvl1pPr>
            <a:lvl2pPr marL="457200" indent="0">
              <a:buNone/>
              <a:defRPr sz="1400">
                <a:solidFill>
                  <a:schemeClr val="tx1">
                    <a:tint val="75000"/>
                  </a:schemeClr>
                </a:solidFill>
              </a:defRPr>
            </a:lvl2pPr>
            <a:lvl3pPr marL="914400" indent="0">
              <a:buNone/>
              <a:defRPr sz="14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931920" y="1325880"/>
            <a:ext cx="1280160" cy="457200"/>
          </a:xfrm>
        </p:spPr>
        <p:txBody>
          <a:bodyPr/>
          <a:lstStyle>
            <a:lvl1pPr algn="ctr">
              <a:defRPr lang="en-US" sz="1100" kern="1200" spc="0" baseline="0">
                <a:solidFill>
                  <a:schemeClr val="tx1"/>
                </a:solidFill>
                <a:latin typeface="+mn-lt"/>
                <a:ea typeface="+mn-ea"/>
                <a:cs typeface="+mn-cs"/>
              </a:defRPr>
            </a:lvl1pPr>
          </a:lstStyle>
          <a:p>
            <a:fld id="{DC829D4D-0BFC-4907-B876-8D0F29D25B8B}" type="datetimeFigureOut">
              <a:rPr lang="en-US" dirty="0"/>
              <a:t>11/12/2025</a:t>
            </a:fld>
            <a:endParaRPr lang="en-US" dirty="0"/>
          </a:p>
        </p:txBody>
      </p:sp>
      <p:sp>
        <p:nvSpPr>
          <p:cNvPr id="5" name="Footer Placeholder 4"/>
          <p:cNvSpPr>
            <a:spLocks noGrp="1"/>
          </p:cNvSpPr>
          <p:nvPr>
            <p:ph type="ftr" sz="quarter" idx="11"/>
          </p:nvPr>
        </p:nvSpPr>
        <p:spPr>
          <a:xfrm>
            <a:off x="1104679" y="5211060"/>
            <a:ext cx="4430268" cy="228600"/>
          </a:xfrm>
        </p:spPr>
        <p:txBody>
          <a:bodyPr/>
          <a:lstStyle>
            <a:lvl1pPr algn="l">
              <a:defRPr/>
            </a:lvl1pPr>
          </a:lstStyle>
          <a:p>
            <a:pPr>
              <a:defRPr/>
            </a:pPr>
            <a:r>
              <a:rPr lang="en-US"/>
              <a:t>© Copyright 2011 John Wiley &amp; Sons, Inc.</a:t>
            </a:r>
          </a:p>
        </p:txBody>
      </p:sp>
      <p:sp>
        <p:nvSpPr>
          <p:cNvPr id="6" name="Slide Number Placeholder 5"/>
          <p:cNvSpPr>
            <a:spLocks noGrp="1"/>
          </p:cNvSpPr>
          <p:nvPr>
            <p:ph type="sldNum" sz="quarter" idx="12"/>
          </p:nvPr>
        </p:nvSpPr>
        <p:spPr>
          <a:xfrm>
            <a:off x="6453378" y="5211060"/>
            <a:ext cx="1584198" cy="228600"/>
          </a:xfrm>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17828160"/>
      </p:ext>
    </p:extLst>
  </p:cSld>
  <p:clrMapOvr>
    <a:overrideClrMapping bg1="lt1" tx1="dk1" bg2="lt2" tx2="dk2" accent1="accent1" accent2="accent2" accent3="accent3" accent4="accent4" accent5="accent5" accent6="accent6" hlink="hlink" folHlink="folHlink"/>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31520" y="2103120"/>
            <a:ext cx="3657600" cy="393192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4880" y="2103120"/>
            <a:ext cx="3657600" cy="393192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D4F713-3024-4B60-8C85-AB19FBDEA5C9}" type="datetimeFigureOut">
              <a:rPr lang="en-US" dirty="0"/>
              <a:t>11/12/2025</a:t>
            </a:fld>
            <a:endParaRPr lang="en-US" dirty="0"/>
          </a:p>
        </p:txBody>
      </p:sp>
      <p:sp>
        <p:nvSpPr>
          <p:cNvPr id="6" name="Footer Placeholder 5"/>
          <p:cNvSpPr>
            <a:spLocks noGrp="1"/>
          </p:cNvSpPr>
          <p:nvPr>
            <p:ph type="ftr" sz="quarter" idx="11"/>
          </p:nvPr>
        </p:nvSpPr>
        <p:spPr/>
        <p:txBody>
          <a:bodyPr/>
          <a:lstStyle/>
          <a:p>
            <a:pPr>
              <a:defRPr/>
            </a:pPr>
            <a:r>
              <a:rPr lang="en-US"/>
              <a:t>© Copyright 2011 John Wiley &amp; Sons, Inc.</a:t>
            </a:r>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1647053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731520" y="2074334"/>
            <a:ext cx="365760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31520" y="2755898"/>
            <a:ext cx="365760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2074334"/>
            <a:ext cx="365760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756581"/>
            <a:ext cx="365760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370D8C-FEE3-44E4-9FC3-58ECB605B60D}" type="datetimeFigureOut">
              <a:rPr lang="en-US" dirty="0"/>
              <a:t>11/12/2025</a:t>
            </a:fld>
            <a:endParaRPr lang="en-US" dirty="0"/>
          </a:p>
        </p:txBody>
      </p:sp>
      <p:sp>
        <p:nvSpPr>
          <p:cNvPr id="8" name="Footer Placeholder 7"/>
          <p:cNvSpPr>
            <a:spLocks noGrp="1"/>
          </p:cNvSpPr>
          <p:nvPr>
            <p:ph type="ftr" sz="quarter" idx="11"/>
          </p:nvPr>
        </p:nvSpPr>
        <p:spPr/>
        <p:txBody>
          <a:bodyPr/>
          <a:lstStyle/>
          <a:p>
            <a:pPr>
              <a:defRPr/>
            </a:pPr>
            <a:r>
              <a:rPr lang="en-US"/>
              <a:t>© Copyright 2011 John Wiley &amp; Sons, Inc.</a:t>
            </a:r>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702381060"/>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A7AFF06-CDBB-4575-A3CF-D3C40F356B44}" type="datetimeFigureOut">
              <a:rPr lang="en-US" dirty="0"/>
              <a:t>11/12/2025</a:t>
            </a:fld>
            <a:endParaRPr lang="en-US" dirty="0"/>
          </a:p>
        </p:txBody>
      </p:sp>
      <p:sp>
        <p:nvSpPr>
          <p:cNvPr id="4" name="Footer Placeholder 3"/>
          <p:cNvSpPr>
            <a:spLocks noGrp="1"/>
          </p:cNvSpPr>
          <p:nvPr>
            <p:ph type="ftr" sz="quarter" idx="11"/>
          </p:nvPr>
        </p:nvSpPr>
        <p:spPr/>
        <p:txBody>
          <a:bodyPr/>
          <a:lstStyle/>
          <a:p>
            <a:pPr>
              <a:defRPr/>
            </a:pPr>
            <a:r>
              <a:rPr lang="en-US"/>
              <a:t>© Copyright 2011 John Wiley &amp; Sons, Inc.</a:t>
            </a:r>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995614792"/>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9B23BA-8BFA-4D1F-A6AD-B650E27402E6}" type="datetimeFigureOut">
              <a:rPr lang="en-US" dirty="0"/>
              <a:t>11/12/2025</a:t>
            </a:fld>
            <a:endParaRPr lang="en-US" dirty="0"/>
          </a:p>
        </p:txBody>
      </p:sp>
      <p:sp>
        <p:nvSpPr>
          <p:cNvPr id="3" name="Footer Placeholder 2"/>
          <p:cNvSpPr>
            <a:spLocks noGrp="1"/>
          </p:cNvSpPr>
          <p:nvPr>
            <p:ph type="ftr" sz="quarter" idx="11"/>
          </p:nvPr>
        </p:nvSpPr>
        <p:spPr/>
        <p:txBody>
          <a:bodyPr/>
          <a:lstStyle/>
          <a:p>
            <a:pPr>
              <a:defRPr/>
            </a:pPr>
            <a:r>
              <a:rPr lang="en-US"/>
              <a:t>© Copyright 2011 John Wiley &amp; Sons, Inc.</a:t>
            </a:r>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4068904412"/>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184147" y="173736"/>
            <a:ext cx="6398514" cy="65105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6765290" y="173736"/>
            <a:ext cx="2194560" cy="65105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607392"/>
            <a:ext cx="1823085" cy="1645920"/>
          </a:xfrm>
        </p:spPr>
        <p:txBody>
          <a:bodyPr anchor="b">
            <a:normAutofit/>
          </a:bodyPr>
          <a:lstStyle>
            <a:lvl1pPr algn="l" defTabSz="914400" rtl="0" eaLnBrk="1" latinLnBrk="0" hangingPunct="1">
              <a:lnSpc>
                <a:spcPct val="90000"/>
              </a:lnSpc>
              <a:spcBef>
                <a:spcPct val="0"/>
              </a:spcBef>
              <a:buNone/>
              <a:defRPr lang="en-US" sz="24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68976" y="907143"/>
            <a:ext cx="5428856" cy="5043714"/>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72300" y="2286000"/>
            <a:ext cx="1823085" cy="3505200"/>
          </a:xfrm>
        </p:spPr>
        <p:txBody>
          <a:bodyPr>
            <a:normAutofit/>
          </a:bodyPr>
          <a:lstStyle>
            <a:lvl1pPr marL="0" indent="0">
              <a:lnSpc>
                <a:spcPct val="110000"/>
              </a:lnSpc>
              <a:spcBef>
                <a:spcPts val="800"/>
              </a:spcBef>
              <a:buNone/>
              <a:defRPr sz="13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E5F43E8C-8E71-4ACB-A6F3-3C86F80AFB02}" type="datetimeFigureOut">
              <a:rPr lang="en-US" dirty="0"/>
              <a:t>11/12/2025</a:t>
            </a:fld>
            <a:endParaRPr lang="en-US" dirty="0"/>
          </a:p>
        </p:txBody>
      </p:sp>
      <p:sp>
        <p:nvSpPr>
          <p:cNvPr id="9" name="Footer Placeholder 8"/>
          <p:cNvSpPr>
            <a:spLocks noGrp="1"/>
          </p:cNvSpPr>
          <p:nvPr>
            <p:ph type="ftr" sz="quarter" idx="11"/>
          </p:nvPr>
        </p:nvSpPr>
        <p:spPr/>
        <p:txBody>
          <a:bodyPr/>
          <a:lstStyle>
            <a:lvl1pPr algn="r">
              <a:defRPr/>
            </a:lvl1pPr>
          </a:lstStyle>
          <a:p>
            <a:pPr>
              <a:defRPr/>
            </a:pPr>
            <a:r>
              <a:rPr lang="en-US"/>
              <a:t>© Copyright 2011 John Wiley &amp; Sons, Inc.</a:t>
            </a:r>
          </a:p>
        </p:txBody>
      </p:sp>
      <p:sp>
        <p:nvSpPr>
          <p:cNvPr id="11" name="Slide Number Placeholder 10"/>
          <p:cNvSpPr>
            <a:spLocks noGrp="1"/>
          </p:cNvSpPr>
          <p:nvPr>
            <p:ph type="sldNum" sz="quarter" idx="12"/>
          </p:nvPr>
        </p:nvSpPr>
        <p:spPr>
          <a:xfrm>
            <a:off x="7795258" y="6310086"/>
            <a:ext cx="109728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2" name="Rectangle 11"/>
          <p:cNvSpPr/>
          <p:nvPr/>
        </p:nvSpPr>
        <p:spPr>
          <a:xfrm>
            <a:off x="6868160" y="274320"/>
            <a:ext cx="1988820" cy="630936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12776383"/>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6765290" y="173736"/>
            <a:ext cx="2194560" cy="65105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972300" y="603504"/>
            <a:ext cx="1824228" cy="1645920"/>
          </a:xfrm>
        </p:spPr>
        <p:txBody>
          <a:bodyPr anchor="b">
            <a:noAutofit/>
          </a:bodyPr>
          <a:lstStyle>
            <a:lvl1pPr algn="l">
              <a:defRPr sz="24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1449" y="173736"/>
            <a:ext cx="6398514" cy="6510528"/>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972300" y="2286000"/>
            <a:ext cx="1824228" cy="3502152"/>
          </a:xfrm>
        </p:spPr>
        <p:txBody>
          <a:bodyPr>
            <a:normAutofit/>
          </a:bodyPr>
          <a:lstStyle>
            <a:lvl1pPr marL="0" indent="0" algn="l">
              <a:lnSpc>
                <a:spcPct val="110000"/>
              </a:lnSpc>
              <a:spcBef>
                <a:spcPts val="800"/>
              </a:spcBef>
              <a:buNone/>
              <a:defRPr sz="13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F5ABCC35-AE37-4B74-AFDC-2B5B2D807A04}" type="datetimeFigureOut">
              <a:rPr lang="en-US" dirty="0"/>
              <a:t>11/12/2025</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9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pPr>
              <a:defRPr/>
            </a:pPr>
            <a:r>
              <a:rPr lang="en-US"/>
              <a:t>© Copyright 2011 John Wiley &amp; Sons, Inc.</a:t>
            </a:r>
          </a:p>
        </p:txBody>
      </p:sp>
      <p:sp>
        <p:nvSpPr>
          <p:cNvPr id="7" name="Slide Number Placeholder 6"/>
          <p:cNvSpPr>
            <a:spLocks noGrp="1"/>
          </p:cNvSpPr>
          <p:nvPr>
            <p:ph type="sldNum" sz="quarter" idx="12"/>
          </p:nvPr>
        </p:nvSpPr>
        <p:spPr>
          <a:xfrm>
            <a:off x="7797546" y="6309360"/>
            <a:ext cx="109728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1" name="Rectangle 10"/>
          <p:cNvSpPr/>
          <p:nvPr/>
        </p:nvSpPr>
        <p:spPr>
          <a:xfrm>
            <a:off x="6868160" y="274320"/>
            <a:ext cx="1988820" cy="6309360"/>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65727070"/>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E1D73B-AC12-4256-9E12-E45AB393862B}" type="datetimeFigureOut">
              <a:rPr lang="en-US" dirty="0"/>
              <a:t>11/12/2025</a:t>
            </a:fld>
            <a:endParaRPr lang="en-US" dirty="0"/>
          </a:p>
        </p:txBody>
      </p:sp>
      <p:sp>
        <p:nvSpPr>
          <p:cNvPr id="5" name="Footer Placeholder 4"/>
          <p:cNvSpPr>
            <a:spLocks noGrp="1"/>
          </p:cNvSpPr>
          <p:nvPr>
            <p:ph type="ftr" sz="quarter" idx="11"/>
          </p:nvPr>
        </p:nvSpPr>
        <p:spPr/>
        <p:txBody>
          <a:bodyPr/>
          <a:lstStyle/>
          <a:p>
            <a:pPr>
              <a:defRPr/>
            </a:pPr>
            <a:r>
              <a:rPr lang="en-US"/>
              <a:t>© Copyright 2011 John Wiley &amp; Sons, Inc.</a:t>
            </a:r>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253508379"/>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762000"/>
            <a:ext cx="177165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762000"/>
            <a:ext cx="60579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D1E8A7-06A9-4796-98A4-479CF7079753}" type="datetimeFigureOut">
              <a:rPr lang="en-US" dirty="0"/>
              <a:t>11/12/2025</a:t>
            </a:fld>
            <a:endParaRPr lang="en-US" dirty="0"/>
          </a:p>
        </p:txBody>
      </p:sp>
      <p:sp>
        <p:nvSpPr>
          <p:cNvPr id="5" name="Footer Placeholder 4"/>
          <p:cNvSpPr>
            <a:spLocks noGrp="1"/>
          </p:cNvSpPr>
          <p:nvPr>
            <p:ph type="ftr" sz="quarter" idx="11"/>
          </p:nvPr>
        </p:nvSpPr>
        <p:spPr/>
        <p:txBody>
          <a:bodyPr/>
          <a:lstStyle/>
          <a:p>
            <a:pPr>
              <a:defRPr/>
            </a:pPr>
            <a:r>
              <a:rPr lang="en-US"/>
              <a:t>© Copyright 2011 John Wiley &amp; Sons, Inc.</a:t>
            </a:r>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422276247"/>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C9BCE39-90BA-3A3D-8D29-325ACA39D01E}"/>
              </a:ext>
            </a:extLst>
          </p:cNvPr>
          <p:cNvSpPr>
            <a:spLocks noGrp="1" noChangeArrowheads="1"/>
          </p:cNvSpPr>
          <p:nvPr>
            <p:ph type="title"/>
          </p:nvPr>
        </p:nvSpPr>
        <p:spPr bwMode="auto">
          <a:xfrm>
            <a:off x="381000" y="381000"/>
            <a:ext cx="8305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endParaRPr lang="en-GB" altLang="en-US"/>
          </a:p>
        </p:txBody>
      </p:sp>
      <p:sp>
        <p:nvSpPr>
          <p:cNvPr id="1027" name="Rectangle 3">
            <a:extLst>
              <a:ext uri="{FF2B5EF4-FFF2-40B4-BE49-F238E27FC236}">
                <a16:creationId xmlns:a16="http://schemas.microsoft.com/office/drawing/2014/main" id="{49D897E2-E341-0B71-9D31-E59C7977563E}"/>
              </a:ext>
            </a:extLst>
          </p:cNvPr>
          <p:cNvSpPr>
            <a:spLocks noGrp="1" noChangeArrowheads="1"/>
          </p:cNvSpPr>
          <p:nvPr>
            <p:ph type="body" idx="1"/>
          </p:nvPr>
        </p:nvSpPr>
        <p:spPr bwMode="auto">
          <a:xfrm>
            <a:off x="381000" y="1447800"/>
            <a:ext cx="8305800" cy="140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1028" name="Line 5">
            <a:extLst>
              <a:ext uri="{FF2B5EF4-FFF2-40B4-BE49-F238E27FC236}">
                <a16:creationId xmlns:a16="http://schemas.microsoft.com/office/drawing/2014/main" id="{2A91BB01-EC7A-6E7F-D02E-9778D4B6D006}"/>
              </a:ext>
            </a:extLst>
          </p:cNvPr>
          <p:cNvSpPr>
            <a:spLocks noChangeShapeType="1"/>
          </p:cNvSpPr>
          <p:nvPr/>
        </p:nvSpPr>
        <p:spPr bwMode="auto">
          <a:xfrm flipH="1">
            <a:off x="457200" y="6019800"/>
            <a:ext cx="8229600" cy="0"/>
          </a:xfrm>
          <a:prstGeom prst="line">
            <a:avLst/>
          </a:prstGeom>
          <a:noFill/>
          <a:ln w="15875">
            <a:solidFill>
              <a:srgbClr val="B2C9D5"/>
            </a:solidFill>
            <a:round/>
            <a:headEnd/>
            <a:tailEnd/>
          </a:ln>
          <a:extLst>
            <a:ext uri="{909E8E84-426E-40DD-AFC4-6F175D3DCCD1}">
              <a14:hiddenFill xmlns:a14="http://schemas.microsoft.com/office/drawing/2010/main">
                <a:noFill/>
              </a14:hiddenFill>
            </a:ext>
          </a:extLst>
        </p:spPr>
        <p:txBody>
          <a:bodyPr wrap="none" anchor="ctr"/>
          <a:lstStyle/>
          <a:p>
            <a:endParaRPr lang="en-MY"/>
          </a:p>
        </p:txBody>
      </p:sp>
      <p:sp>
        <p:nvSpPr>
          <p:cNvPr id="1029" name="Text Box 6">
            <a:extLst>
              <a:ext uri="{FF2B5EF4-FFF2-40B4-BE49-F238E27FC236}">
                <a16:creationId xmlns:a16="http://schemas.microsoft.com/office/drawing/2014/main" id="{CE74E332-7718-8AE8-1C3D-F78247667CC5}"/>
              </a:ext>
            </a:extLst>
          </p:cNvPr>
          <p:cNvSpPr txBox="1">
            <a:spLocks noChangeArrowheads="1"/>
          </p:cNvSpPr>
          <p:nvPr/>
        </p:nvSpPr>
        <p:spPr bwMode="auto">
          <a:xfrm>
            <a:off x="395288" y="6165850"/>
            <a:ext cx="1008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rgbClr val="004D75"/>
                </a:solidFill>
                <a:latin typeface="Verdana" pitchFamily="34" charset="0"/>
                <a:cs typeface="Arial" charset="0"/>
              </a:defRPr>
            </a:lvl1pPr>
            <a:lvl2pPr marL="742950" indent="-285750">
              <a:defRPr sz="1000">
                <a:solidFill>
                  <a:srgbClr val="004D75"/>
                </a:solidFill>
                <a:latin typeface="Verdana" pitchFamily="34" charset="0"/>
                <a:cs typeface="Arial" charset="0"/>
              </a:defRPr>
            </a:lvl2pPr>
            <a:lvl3pPr marL="1143000" indent="-228600">
              <a:defRPr sz="1000">
                <a:solidFill>
                  <a:srgbClr val="004D75"/>
                </a:solidFill>
                <a:latin typeface="Verdana" pitchFamily="34" charset="0"/>
                <a:cs typeface="Arial" charset="0"/>
              </a:defRPr>
            </a:lvl3pPr>
            <a:lvl4pPr marL="1600200" indent="-228600">
              <a:defRPr sz="1000">
                <a:solidFill>
                  <a:srgbClr val="004D75"/>
                </a:solidFill>
                <a:latin typeface="Verdana" pitchFamily="34" charset="0"/>
                <a:cs typeface="Arial" charset="0"/>
              </a:defRPr>
            </a:lvl4pPr>
            <a:lvl5pPr marL="2057400" indent="-228600">
              <a:defRPr sz="1000">
                <a:solidFill>
                  <a:srgbClr val="004D75"/>
                </a:solidFill>
                <a:latin typeface="Verdana" pitchFamily="34" charset="0"/>
                <a:cs typeface="Arial" charset="0"/>
              </a:defRPr>
            </a:lvl5pPr>
            <a:lvl6pPr marL="2514600" indent="-228600" eaLnBrk="0" fontAlgn="base" hangingPunct="0">
              <a:spcBef>
                <a:spcPct val="0"/>
              </a:spcBef>
              <a:spcAft>
                <a:spcPct val="0"/>
              </a:spcAft>
              <a:defRPr sz="1000">
                <a:solidFill>
                  <a:srgbClr val="004D75"/>
                </a:solidFill>
                <a:latin typeface="Verdana" pitchFamily="34" charset="0"/>
                <a:cs typeface="Arial" charset="0"/>
              </a:defRPr>
            </a:lvl6pPr>
            <a:lvl7pPr marL="2971800" indent="-228600" eaLnBrk="0" fontAlgn="base" hangingPunct="0">
              <a:spcBef>
                <a:spcPct val="0"/>
              </a:spcBef>
              <a:spcAft>
                <a:spcPct val="0"/>
              </a:spcAft>
              <a:defRPr sz="1000">
                <a:solidFill>
                  <a:srgbClr val="004D75"/>
                </a:solidFill>
                <a:latin typeface="Verdana" pitchFamily="34" charset="0"/>
                <a:cs typeface="Arial" charset="0"/>
              </a:defRPr>
            </a:lvl7pPr>
            <a:lvl8pPr marL="3429000" indent="-228600" eaLnBrk="0" fontAlgn="base" hangingPunct="0">
              <a:spcBef>
                <a:spcPct val="0"/>
              </a:spcBef>
              <a:spcAft>
                <a:spcPct val="0"/>
              </a:spcAft>
              <a:defRPr sz="1000">
                <a:solidFill>
                  <a:srgbClr val="004D75"/>
                </a:solidFill>
                <a:latin typeface="Verdana" pitchFamily="34" charset="0"/>
                <a:cs typeface="Arial" charset="0"/>
              </a:defRPr>
            </a:lvl8pPr>
            <a:lvl9pPr marL="3886200" indent="-228600" eaLnBrk="0" fontAlgn="base" hangingPunct="0">
              <a:spcBef>
                <a:spcPct val="0"/>
              </a:spcBef>
              <a:spcAft>
                <a:spcPct val="0"/>
              </a:spcAft>
              <a:defRPr sz="1000">
                <a:solidFill>
                  <a:srgbClr val="004D75"/>
                </a:solidFill>
                <a:latin typeface="Verdana" pitchFamily="34" charset="0"/>
                <a:cs typeface="Arial" charset="0"/>
              </a:defRPr>
            </a:lvl9pPr>
          </a:lstStyle>
          <a:p>
            <a:pPr>
              <a:spcBef>
                <a:spcPct val="50000"/>
              </a:spcBef>
              <a:defRPr/>
            </a:pPr>
            <a:endParaRPr lang="en-US" altLang="en-US" sz="2400">
              <a:solidFill>
                <a:schemeClr val="tx1"/>
              </a:solidFill>
              <a:latin typeface="Times" pitchFamily="48" charset="0"/>
            </a:endParaRPr>
          </a:p>
        </p:txBody>
      </p:sp>
      <p:sp>
        <p:nvSpPr>
          <p:cNvPr id="348170" name="Rectangle 10">
            <a:extLst>
              <a:ext uri="{FF2B5EF4-FFF2-40B4-BE49-F238E27FC236}">
                <a16:creationId xmlns:a16="http://schemas.microsoft.com/office/drawing/2014/main" id="{A4F918BF-5408-D1ED-1262-7FB1D70AE8C1}"/>
              </a:ext>
            </a:extLst>
          </p:cNvPr>
          <p:cNvSpPr>
            <a:spLocks noGrp="1" noChangeArrowheads="1"/>
          </p:cNvSpPr>
          <p:nvPr>
            <p:ph type="ftr" sz="quarter" idx="3"/>
          </p:nvPr>
        </p:nvSpPr>
        <p:spPr bwMode="auto">
          <a:xfrm>
            <a:off x="482600" y="6126163"/>
            <a:ext cx="5256213"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cs typeface="Arial" charset="0"/>
              </a:defRPr>
            </a:lvl1pPr>
          </a:lstStyle>
          <a:p>
            <a:pPr>
              <a:defRPr/>
            </a:pPr>
            <a:r>
              <a:rPr lang="en-US"/>
              <a:t>Introduction to Outcome-based Module Design</a:t>
            </a:r>
          </a:p>
        </p:txBody>
      </p:sp>
      <p:pic>
        <p:nvPicPr>
          <p:cNvPr id="1031" name="Picture 7" descr="nav_logo_medium">
            <a:extLst>
              <a:ext uri="{FF2B5EF4-FFF2-40B4-BE49-F238E27FC236}">
                <a16:creationId xmlns:a16="http://schemas.microsoft.com/office/drawing/2014/main" id="{B1A8F06A-6E3A-81F0-606E-069BB3E6184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35875" y="6165850"/>
            <a:ext cx="1019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78" r:id="rId1"/>
    <p:sldLayoutId id="2147484068" r:id="rId2"/>
    <p:sldLayoutId id="2147484069" r:id="rId3"/>
    <p:sldLayoutId id="2147484070" r:id="rId4"/>
    <p:sldLayoutId id="2147484071" r:id="rId5"/>
    <p:sldLayoutId id="2147484072" r:id="rId6"/>
    <p:sldLayoutId id="2147484073" r:id="rId7"/>
    <p:sldLayoutId id="2147484074" r:id="rId8"/>
    <p:sldLayoutId id="2147484075" r:id="rId9"/>
    <p:sldLayoutId id="2147484076" r:id="rId10"/>
    <p:sldLayoutId id="2147484077" r:id="rId11"/>
    <p:sldLayoutId id="2147484079" r:id="rId12"/>
  </p:sldLayoutIdLst>
  <p:txStyles>
    <p:titleStyle>
      <a:lvl1pPr algn="l" rtl="0" eaLnBrk="0" fontAlgn="base" hangingPunct="0">
        <a:spcBef>
          <a:spcPct val="0"/>
        </a:spcBef>
        <a:spcAft>
          <a:spcPct val="0"/>
        </a:spcAft>
        <a:defRPr sz="2800">
          <a:solidFill>
            <a:srgbClr val="004D75"/>
          </a:solidFill>
          <a:latin typeface="+mj-lt"/>
          <a:ea typeface="+mj-ea"/>
          <a:cs typeface="+mj-cs"/>
        </a:defRPr>
      </a:lvl1pPr>
      <a:lvl2pPr algn="l" rtl="0" eaLnBrk="0" fontAlgn="base" hangingPunct="0">
        <a:spcBef>
          <a:spcPct val="0"/>
        </a:spcBef>
        <a:spcAft>
          <a:spcPct val="0"/>
        </a:spcAft>
        <a:defRPr sz="2800">
          <a:solidFill>
            <a:srgbClr val="004D75"/>
          </a:solidFill>
          <a:latin typeface="Verdana" pitchFamily="34" charset="0"/>
        </a:defRPr>
      </a:lvl2pPr>
      <a:lvl3pPr algn="l" rtl="0" eaLnBrk="0" fontAlgn="base" hangingPunct="0">
        <a:spcBef>
          <a:spcPct val="0"/>
        </a:spcBef>
        <a:spcAft>
          <a:spcPct val="0"/>
        </a:spcAft>
        <a:defRPr sz="2800">
          <a:solidFill>
            <a:srgbClr val="004D75"/>
          </a:solidFill>
          <a:latin typeface="Verdana" pitchFamily="34" charset="0"/>
        </a:defRPr>
      </a:lvl3pPr>
      <a:lvl4pPr algn="l" rtl="0" eaLnBrk="0" fontAlgn="base" hangingPunct="0">
        <a:spcBef>
          <a:spcPct val="0"/>
        </a:spcBef>
        <a:spcAft>
          <a:spcPct val="0"/>
        </a:spcAft>
        <a:defRPr sz="2800">
          <a:solidFill>
            <a:srgbClr val="004D75"/>
          </a:solidFill>
          <a:latin typeface="Verdana" pitchFamily="34" charset="0"/>
        </a:defRPr>
      </a:lvl4pPr>
      <a:lvl5pPr algn="l" rtl="0" eaLnBrk="0" fontAlgn="base" hangingPunct="0">
        <a:spcBef>
          <a:spcPct val="0"/>
        </a:spcBef>
        <a:spcAft>
          <a:spcPct val="0"/>
        </a:spcAft>
        <a:defRPr sz="2800">
          <a:solidFill>
            <a:srgbClr val="004D75"/>
          </a:solidFill>
          <a:latin typeface="Verdana" pitchFamily="34" charset="0"/>
        </a:defRPr>
      </a:lvl5pPr>
      <a:lvl6pPr marL="457200" algn="l" rtl="0" eaLnBrk="1" fontAlgn="base" hangingPunct="1">
        <a:spcBef>
          <a:spcPct val="0"/>
        </a:spcBef>
        <a:spcAft>
          <a:spcPct val="0"/>
        </a:spcAft>
        <a:defRPr sz="2800">
          <a:solidFill>
            <a:srgbClr val="004D75"/>
          </a:solidFill>
          <a:latin typeface="Verdana" pitchFamily="34" charset="0"/>
        </a:defRPr>
      </a:lvl6pPr>
      <a:lvl7pPr marL="914400" algn="l" rtl="0" eaLnBrk="1" fontAlgn="base" hangingPunct="1">
        <a:spcBef>
          <a:spcPct val="0"/>
        </a:spcBef>
        <a:spcAft>
          <a:spcPct val="0"/>
        </a:spcAft>
        <a:defRPr sz="2800">
          <a:solidFill>
            <a:srgbClr val="004D75"/>
          </a:solidFill>
          <a:latin typeface="Verdana" pitchFamily="34" charset="0"/>
        </a:defRPr>
      </a:lvl7pPr>
      <a:lvl8pPr marL="1371600" algn="l" rtl="0" eaLnBrk="1" fontAlgn="base" hangingPunct="1">
        <a:spcBef>
          <a:spcPct val="0"/>
        </a:spcBef>
        <a:spcAft>
          <a:spcPct val="0"/>
        </a:spcAft>
        <a:defRPr sz="2800">
          <a:solidFill>
            <a:srgbClr val="004D75"/>
          </a:solidFill>
          <a:latin typeface="Verdana" pitchFamily="34" charset="0"/>
        </a:defRPr>
      </a:lvl8pPr>
      <a:lvl9pPr marL="1828800" algn="l" rtl="0" eaLnBrk="1" fontAlgn="base" hangingPunct="1">
        <a:spcBef>
          <a:spcPct val="0"/>
        </a:spcBef>
        <a:spcAft>
          <a:spcPct val="0"/>
        </a:spcAft>
        <a:defRPr sz="2800">
          <a:solidFill>
            <a:srgbClr val="004D75"/>
          </a:solidFill>
          <a:latin typeface="Verdana" pitchFamily="34" charset="0"/>
        </a:defRPr>
      </a:lvl9pPr>
    </p:titleStyle>
    <p:bodyStyle>
      <a:lvl1pPr marL="188913" indent="-188913" algn="l" rtl="0" eaLnBrk="0" fontAlgn="base" hangingPunct="0">
        <a:lnSpc>
          <a:spcPct val="110000"/>
        </a:lnSpc>
        <a:spcBef>
          <a:spcPct val="30000"/>
        </a:spcBef>
        <a:spcAft>
          <a:spcPct val="20000"/>
        </a:spcAft>
        <a:buChar char="•"/>
        <a:defRPr>
          <a:solidFill>
            <a:srgbClr val="004D75"/>
          </a:solidFill>
          <a:latin typeface="+mn-lt"/>
          <a:ea typeface="+mn-ea"/>
          <a:cs typeface="+mn-cs"/>
        </a:defRPr>
      </a:lvl1pPr>
      <a:lvl2pPr marL="379413" indent="-188913" algn="l" rtl="0" eaLnBrk="0" fontAlgn="base" hangingPunct="0">
        <a:lnSpc>
          <a:spcPct val="90000"/>
        </a:lnSpc>
        <a:spcBef>
          <a:spcPct val="20000"/>
        </a:spcBef>
        <a:spcAft>
          <a:spcPct val="10000"/>
        </a:spcAft>
        <a:buChar char="–"/>
        <a:defRPr sz="1500">
          <a:solidFill>
            <a:srgbClr val="004D75"/>
          </a:solidFill>
          <a:latin typeface="+mn-lt"/>
        </a:defRPr>
      </a:lvl2pPr>
      <a:lvl3pPr marL="530225" indent="-149225" algn="l" rtl="0" eaLnBrk="0" fontAlgn="base" hangingPunct="0">
        <a:lnSpc>
          <a:spcPct val="90000"/>
        </a:lnSpc>
        <a:spcBef>
          <a:spcPct val="20000"/>
        </a:spcBef>
        <a:spcAft>
          <a:spcPct val="20000"/>
        </a:spcAft>
        <a:buChar char="•"/>
        <a:defRPr sz="1200">
          <a:solidFill>
            <a:srgbClr val="004D75"/>
          </a:solidFill>
          <a:latin typeface="+mn-lt"/>
        </a:defRPr>
      </a:lvl3pPr>
      <a:lvl4pPr marL="862013" indent="-141288" algn="l" rtl="0" eaLnBrk="0" fontAlgn="base" hangingPunct="0">
        <a:lnSpc>
          <a:spcPct val="90000"/>
        </a:lnSpc>
        <a:spcBef>
          <a:spcPct val="20000"/>
        </a:spcBef>
        <a:spcAft>
          <a:spcPct val="20000"/>
        </a:spcAft>
        <a:buChar char="–"/>
        <a:defRPr sz="1200">
          <a:solidFill>
            <a:srgbClr val="004D75"/>
          </a:solidFill>
          <a:latin typeface="+mn-lt"/>
        </a:defRPr>
      </a:lvl4pPr>
      <a:lvl5pPr marL="1235075" indent="-182563" algn="l" rtl="0" eaLnBrk="0" fontAlgn="base" hangingPunct="0">
        <a:lnSpc>
          <a:spcPct val="90000"/>
        </a:lnSpc>
        <a:spcBef>
          <a:spcPct val="20000"/>
        </a:spcBef>
        <a:spcAft>
          <a:spcPct val="20000"/>
        </a:spcAft>
        <a:buChar char="»"/>
        <a:defRPr sz="1200">
          <a:solidFill>
            <a:srgbClr val="004D75"/>
          </a:solidFill>
          <a:latin typeface="+mn-lt"/>
        </a:defRPr>
      </a:lvl5pPr>
      <a:lvl6pPr marL="1692275" indent="-182563" algn="l" rtl="0" eaLnBrk="1" fontAlgn="base" hangingPunct="1">
        <a:lnSpc>
          <a:spcPct val="90000"/>
        </a:lnSpc>
        <a:spcBef>
          <a:spcPct val="20000"/>
        </a:spcBef>
        <a:spcAft>
          <a:spcPct val="20000"/>
        </a:spcAft>
        <a:buChar char="»"/>
        <a:defRPr sz="1200">
          <a:solidFill>
            <a:srgbClr val="004D75"/>
          </a:solidFill>
          <a:latin typeface="+mn-lt"/>
        </a:defRPr>
      </a:lvl6pPr>
      <a:lvl7pPr marL="2149475" indent="-182563" algn="l" rtl="0" eaLnBrk="1" fontAlgn="base" hangingPunct="1">
        <a:lnSpc>
          <a:spcPct val="90000"/>
        </a:lnSpc>
        <a:spcBef>
          <a:spcPct val="20000"/>
        </a:spcBef>
        <a:spcAft>
          <a:spcPct val="20000"/>
        </a:spcAft>
        <a:buChar char="»"/>
        <a:defRPr sz="1200">
          <a:solidFill>
            <a:srgbClr val="004D75"/>
          </a:solidFill>
          <a:latin typeface="+mn-lt"/>
        </a:defRPr>
      </a:lvl7pPr>
      <a:lvl8pPr marL="2606675" indent="-182563" algn="l" rtl="0" eaLnBrk="1" fontAlgn="base" hangingPunct="1">
        <a:lnSpc>
          <a:spcPct val="90000"/>
        </a:lnSpc>
        <a:spcBef>
          <a:spcPct val="20000"/>
        </a:spcBef>
        <a:spcAft>
          <a:spcPct val="20000"/>
        </a:spcAft>
        <a:buChar char="»"/>
        <a:defRPr sz="1200">
          <a:solidFill>
            <a:srgbClr val="004D75"/>
          </a:solidFill>
          <a:latin typeface="+mn-lt"/>
        </a:defRPr>
      </a:lvl8pPr>
      <a:lvl9pPr marL="3063875" indent="-182563" algn="l" rtl="0" eaLnBrk="1" fontAlgn="base" hangingPunct="1">
        <a:lnSpc>
          <a:spcPct val="90000"/>
        </a:lnSpc>
        <a:spcBef>
          <a:spcPct val="20000"/>
        </a:spcBef>
        <a:spcAft>
          <a:spcPct val="20000"/>
        </a:spcAft>
        <a:buChar char="»"/>
        <a:defRPr sz="1200">
          <a:solidFill>
            <a:srgbClr val="004D75"/>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176022" y="173736"/>
            <a:ext cx="8791956" cy="6510528"/>
          </a:xfrm>
          <a:prstGeom prst="rect">
            <a:avLst/>
          </a:prstGeom>
          <a:solidFill>
            <a:schemeClr val="bg2"/>
          </a:solidFill>
          <a:ln w="6350" cap="flat" cmpd="sng" algn="ctr">
            <a:noFill/>
            <a:prstDash val="solid"/>
          </a:ln>
          <a:effectLst>
            <a:softEdge rad="0"/>
          </a:effectLst>
        </p:spPr>
        <p:txBody>
          <a:bodyPr/>
          <a:lstStyle/>
          <a:p>
            <a:endParaRPr lang="en-MY"/>
          </a:p>
        </p:txBody>
      </p:sp>
      <p:sp>
        <p:nvSpPr>
          <p:cNvPr id="2" name="Title Placeholder 1"/>
          <p:cNvSpPr>
            <a:spLocks noGrp="1"/>
          </p:cNvSpPr>
          <p:nvPr>
            <p:ph type="title"/>
          </p:nvPr>
        </p:nvSpPr>
        <p:spPr>
          <a:xfrm>
            <a:off x="731520" y="642594"/>
            <a:ext cx="768096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31520" y="2103120"/>
            <a:ext cx="768096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34768" y="6309360"/>
            <a:ext cx="2057400" cy="274320"/>
          </a:xfrm>
          <a:prstGeom prst="rect">
            <a:avLst/>
          </a:prstGeom>
        </p:spPr>
        <p:txBody>
          <a:bodyPr vert="horz" lIns="91440" tIns="45720" rIns="91440" bIns="45720" rtlCol="0" anchor="b"/>
          <a:lstStyle>
            <a:lvl1pPr algn="l">
              <a:defRPr sz="900">
                <a:solidFill>
                  <a:schemeClr val="tx1">
                    <a:lumMod val="75000"/>
                    <a:lumOff val="25000"/>
                  </a:schemeClr>
                </a:solidFill>
              </a:defRPr>
            </a:lvl1pPr>
          </a:lstStyle>
          <a:p>
            <a:fld id="{89D66BB5-FA43-4133-A57F-33DEFA0D4249}" type="datetimeFigureOut">
              <a:rPr lang="en-US" dirty="0"/>
              <a:t>11/12/2025</a:t>
            </a:fld>
            <a:endParaRPr lang="en-US" dirty="0"/>
          </a:p>
        </p:txBody>
      </p:sp>
      <p:sp>
        <p:nvSpPr>
          <p:cNvPr id="5" name="Footer Placeholder 4"/>
          <p:cNvSpPr>
            <a:spLocks noGrp="1"/>
          </p:cNvSpPr>
          <p:nvPr>
            <p:ph type="ftr" sz="quarter" idx="3"/>
          </p:nvPr>
        </p:nvSpPr>
        <p:spPr>
          <a:xfrm>
            <a:off x="2596896" y="6309360"/>
            <a:ext cx="3950208" cy="274320"/>
          </a:xfrm>
          <a:prstGeom prst="rect">
            <a:avLst/>
          </a:prstGeom>
        </p:spPr>
        <p:txBody>
          <a:bodyPr vert="horz" lIns="91440" tIns="45720" rIns="91440" bIns="45720" rtlCol="0" anchor="b"/>
          <a:lstStyle>
            <a:lvl1pPr algn="ctr">
              <a:defRPr sz="900">
                <a:solidFill>
                  <a:schemeClr val="tx1">
                    <a:lumMod val="75000"/>
                    <a:lumOff val="25000"/>
                  </a:schemeClr>
                </a:solidFill>
              </a:defRPr>
            </a:lvl1pPr>
          </a:lstStyle>
          <a:p>
            <a:pPr>
              <a:defRPr/>
            </a:pPr>
            <a:r>
              <a:rPr lang="en-US"/>
              <a:t>Introduction to Outcome-based Module Design</a:t>
            </a:r>
          </a:p>
        </p:txBody>
      </p:sp>
      <p:sp>
        <p:nvSpPr>
          <p:cNvPr id="6" name="Slide Number Placeholder 5"/>
          <p:cNvSpPr>
            <a:spLocks noGrp="1"/>
          </p:cNvSpPr>
          <p:nvPr>
            <p:ph type="sldNum" sz="quarter" idx="4"/>
          </p:nvPr>
        </p:nvSpPr>
        <p:spPr>
          <a:xfrm>
            <a:off x="7823382" y="6309360"/>
            <a:ext cx="1097280" cy="274320"/>
          </a:xfrm>
          <a:prstGeom prst="rect">
            <a:avLst/>
          </a:prstGeom>
        </p:spPr>
        <p:txBody>
          <a:bodyPr vert="horz" lIns="91440" tIns="45720" rIns="91440" bIns="45720" rtlCol="0" anchor="b"/>
          <a:lstStyle>
            <a:lvl1pPr algn="r">
              <a:defRPr sz="900">
                <a:solidFill>
                  <a:schemeClr val="tx1">
                    <a:lumMod val="75000"/>
                    <a:lumOff val="25000"/>
                  </a:schemeClr>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457022481"/>
      </p:ext>
    </p:extLst>
  </p:cSld>
  <p:clrMap bg1="lt1" tx1="dk1" bg2="lt2" tx2="dk2" accent1="accent1" accent2="accent2" accent3="accent3" accent4="accent4" accent5="accent5" accent6="accent6" hlink="hlink" folHlink="folHlink"/>
  <p:sldLayoutIdLst>
    <p:sldLayoutId id="2147484092" r:id="rId1"/>
    <p:sldLayoutId id="2147484093" r:id="rId2"/>
    <p:sldLayoutId id="2147484094" r:id="rId3"/>
    <p:sldLayoutId id="2147484095" r:id="rId4"/>
    <p:sldLayoutId id="2147484096" r:id="rId5"/>
    <p:sldLayoutId id="2147484097" r:id="rId6"/>
    <p:sldLayoutId id="2147484098" r:id="rId7"/>
    <p:sldLayoutId id="2147484099" r:id="rId8"/>
    <p:sldLayoutId id="2147484100" r:id="rId9"/>
    <p:sldLayoutId id="2147484101" r:id="rId10"/>
    <p:sldLayoutId id="2147484102" r:id="rId11"/>
  </p:sldLayoutIdLst>
  <p:txStyles>
    <p:titleStyle>
      <a:lvl1pPr algn="l" defTabSz="914400" rtl="0" eaLnBrk="1" latinLnBrk="0" hangingPunct="1">
        <a:lnSpc>
          <a:spcPct val="90000"/>
        </a:lnSpc>
        <a:spcBef>
          <a:spcPct val="0"/>
        </a:spcBef>
        <a:buNone/>
        <a:defRPr lang="en-US" sz="40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3" Type="http://schemas.openxmlformats.org/officeDocument/2006/relationships/hyperlink" Target="https://youtu.be/-fQ-bRllhXc"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www.youtube.com/watch?v=-CuY5ADwn24" TargetMode="External"/><Relationship Id="rId4" Type="http://schemas.openxmlformats.org/officeDocument/2006/relationships/hyperlink" Target="https://www.youtube.com/watch?v=QpdhBUYk7Kk"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0.emf"/><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2.xml"/><Relationship Id="rId1" Type="http://schemas.openxmlformats.org/officeDocument/2006/relationships/tags" Target="../tags/tag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4">
            <a:extLst>
              <a:ext uri="{FF2B5EF4-FFF2-40B4-BE49-F238E27FC236}">
                <a16:creationId xmlns:a16="http://schemas.microsoft.com/office/drawing/2014/main" id="{8DCB79EC-9D4E-8EC1-35D1-066C2FFEEAA5}"/>
              </a:ext>
            </a:extLst>
          </p:cNvPr>
          <p:cNvSpPr>
            <a:spLocks noGrp="1" noChangeArrowheads="1"/>
          </p:cNvSpPr>
          <p:nvPr>
            <p:ph type="ctrTitle"/>
          </p:nvPr>
        </p:nvSpPr>
        <p:spPr>
          <a:xfrm>
            <a:off x="188686" y="3222172"/>
            <a:ext cx="8466138" cy="1497013"/>
          </a:xfrm>
        </p:spPr>
        <p:txBody>
          <a:bodyPr/>
          <a:lstStyle/>
          <a:p>
            <a:pPr eaLnBrk="1" hangingPunct="1"/>
            <a:r>
              <a:rPr lang="en-GB" altLang="en-US" sz="3200" b="1" dirty="0"/>
              <a:t>Chap 7 – Data </a:t>
            </a:r>
            <a:r>
              <a:rPr lang="en-GB" altLang="en-US" sz="3200" b="1" dirty="0" err="1"/>
              <a:t>Modeling</a:t>
            </a:r>
            <a:br>
              <a:rPr lang="en-GB" altLang="en-US" sz="3200" b="1" dirty="0"/>
            </a:br>
            <a:br>
              <a:rPr lang="en-GB" altLang="en-US" sz="3200" dirty="0"/>
            </a:br>
            <a:r>
              <a:rPr lang="en-GB" altLang="en-US" sz="2400" b="1" dirty="0">
                <a:solidFill>
                  <a:schemeClr val="tx2">
                    <a:lumMod val="60000"/>
                    <a:lumOff val="40000"/>
                  </a:schemeClr>
                </a:solidFill>
              </a:rPr>
              <a:t>Entity Relationship Diagram (ERD)</a:t>
            </a:r>
            <a:br>
              <a:rPr lang="en-GB" altLang="en-US" sz="2000" dirty="0"/>
            </a:br>
            <a:endParaRPr lang="en-GB" altLang="en-US" i="1" dirty="0"/>
          </a:p>
        </p:txBody>
      </p:sp>
      <p:sp>
        <p:nvSpPr>
          <p:cNvPr id="16386" name="Slide Number Placeholder 3">
            <a:extLst>
              <a:ext uri="{FF2B5EF4-FFF2-40B4-BE49-F238E27FC236}">
                <a16:creationId xmlns:a16="http://schemas.microsoft.com/office/drawing/2014/main" id="{4374F02D-18E9-2C66-6D6E-7156FF3DF598}"/>
              </a:ext>
            </a:extLst>
          </p:cNvPr>
          <p:cNvSpPr>
            <a:spLocks noGrp="1"/>
          </p:cNvSpPr>
          <p:nvPr>
            <p:ph type="sldNum" sz="quarter" idx="12"/>
          </p:nvPr>
        </p:nvSpPr>
        <p:spPr bwMode="auto">
          <a:xfrm>
            <a:off x="70104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anose="020B0604030504040204" pitchFamily="34" charset="0"/>
              </a:defRPr>
            </a:lvl1pPr>
            <a:lvl2pPr marL="742950" indent="-285750">
              <a:lnSpc>
                <a:spcPct val="90000"/>
              </a:lnSpc>
              <a:spcBef>
                <a:spcPct val="20000"/>
              </a:spcBef>
              <a:spcAft>
                <a:spcPct val="10000"/>
              </a:spcAft>
              <a:buChar char="–"/>
              <a:defRPr sz="1500">
                <a:solidFill>
                  <a:srgbClr val="004D75"/>
                </a:solidFill>
                <a:latin typeface="Verdana" panose="020B0604030504040204" pitchFamily="34" charset="0"/>
              </a:defRPr>
            </a:lvl2pPr>
            <a:lvl3pPr marL="1143000" indent="-228600">
              <a:lnSpc>
                <a:spcPct val="90000"/>
              </a:lnSpc>
              <a:spcBef>
                <a:spcPct val="20000"/>
              </a:spcBef>
              <a:spcAft>
                <a:spcPct val="20000"/>
              </a:spcAft>
              <a:buChar char="•"/>
              <a:defRPr sz="1200">
                <a:solidFill>
                  <a:srgbClr val="004D75"/>
                </a:solidFill>
                <a:latin typeface="Verdana" panose="020B0604030504040204" pitchFamily="34" charset="0"/>
              </a:defRPr>
            </a:lvl3pPr>
            <a:lvl4pPr marL="1600200" indent="-228600">
              <a:lnSpc>
                <a:spcPct val="90000"/>
              </a:lnSpc>
              <a:spcBef>
                <a:spcPct val="20000"/>
              </a:spcBef>
              <a:spcAft>
                <a:spcPct val="20000"/>
              </a:spcAft>
              <a:buChar char="–"/>
              <a:defRPr sz="1200">
                <a:solidFill>
                  <a:srgbClr val="004D75"/>
                </a:solidFill>
                <a:latin typeface="Verdana" panose="020B0604030504040204" pitchFamily="34" charset="0"/>
              </a:defRPr>
            </a:lvl4pPr>
            <a:lvl5pPr marL="2057400" indent="-228600">
              <a:lnSpc>
                <a:spcPct val="90000"/>
              </a:lnSpc>
              <a:spcBef>
                <a:spcPct val="20000"/>
              </a:spcBef>
              <a:spcAft>
                <a:spcPct val="20000"/>
              </a:spcAft>
              <a:buChar char="»"/>
              <a:defRPr sz="1200">
                <a:solidFill>
                  <a:srgbClr val="004D75"/>
                </a:solidFill>
                <a:latin typeface="Verdana" panose="020B0604030504040204"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9pPr>
          </a:lstStyle>
          <a:p>
            <a:pPr>
              <a:lnSpc>
                <a:spcPct val="100000"/>
              </a:lnSpc>
              <a:spcBef>
                <a:spcPct val="0"/>
              </a:spcBef>
              <a:spcAft>
                <a:spcPct val="0"/>
              </a:spcAft>
              <a:buFontTx/>
              <a:buNone/>
            </a:pPr>
            <a:r>
              <a:rPr lang="en-US" altLang="en-US" sz="1200">
                <a:solidFill>
                  <a:srgbClr val="898989"/>
                </a:solidFill>
                <a:latin typeface="Calibri" panose="020F0502020204030204" pitchFamily="34" charset="0"/>
              </a:rPr>
              <a:t>6-</a:t>
            </a:r>
            <a:fld id="{1F3B0009-3164-4B7C-8CC3-7355E494D96C}" type="slidenum">
              <a:rPr lang="en-US" altLang="en-US" sz="1200">
                <a:solidFill>
                  <a:srgbClr val="898989"/>
                </a:solidFill>
                <a:latin typeface="Calibri" panose="020F0502020204030204" pitchFamily="34" charset="0"/>
              </a:rPr>
              <a:pPr>
                <a:lnSpc>
                  <a:spcPct val="100000"/>
                </a:lnSpc>
                <a:spcBef>
                  <a:spcPct val="0"/>
                </a:spcBef>
                <a:spcAft>
                  <a:spcPct val="0"/>
                </a:spcAft>
                <a:buFontTx/>
                <a:buNone/>
              </a:pPr>
              <a:t>1</a:t>
            </a:fld>
            <a:endParaRPr lang="en-US" altLang="en-US" sz="1200">
              <a:solidFill>
                <a:srgbClr val="898989"/>
              </a:solidFill>
              <a:latin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03D18766-9143-822B-361D-2ECD3A672B7A}"/>
              </a:ext>
            </a:extLst>
          </p:cNvPr>
          <p:cNvSpPr>
            <a:spLocks noGrp="1" noChangeArrowheads="1"/>
          </p:cNvSpPr>
          <p:nvPr>
            <p:ph type="title"/>
          </p:nvPr>
        </p:nvSpPr>
        <p:spPr>
          <a:xfrm>
            <a:off x="731520" y="501076"/>
            <a:ext cx="7680960" cy="1371600"/>
          </a:xfrm>
        </p:spPr>
        <p:txBody>
          <a:bodyPr/>
          <a:lstStyle/>
          <a:p>
            <a:pPr eaLnBrk="1" hangingPunct="1"/>
            <a:r>
              <a:rPr lang="en-GB" altLang="en-US" sz="3600" b="1" dirty="0"/>
              <a:t>Learning Objectives</a:t>
            </a:r>
          </a:p>
        </p:txBody>
      </p:sp>
      <p:sp>
        <p:nvSpPr>
          <p:cNvPr id="17411" name="Rectangle 3">
            <a:extLst>
              <a:ext uri="{FF2B5EF4-FFF2-40B4-BE49-F238E27FC236}">
                <a16:creationId xmlns:a16="http://schemas.microsoft.com/office/drawing/2014/main" id="{34D9D5DF-A907-E456-0B7F-514E85F2AFDD}"/>
              </a:ext>
            </a:extLst>
          </p:cNvPr>
          <p:cNvSpPr>
            <a:spLocks noGrp="1" noChangeArrowheads="1"/>
          </p:cNvSpPr>
          <p:nvPr>
            <p:ph idx="1"/>
          </p:nvPr>
        </p:nvSpPr>
        <p:spPr>
          <a:xfrm>
            <a:off x="306388" y="2039938"/>
            <a:ext cx="8305800" cy="2085975"/>
          </a:xfrm>
        </p:spPr>
        <p:txBody>
          <a:bodyPr/>
          <a:lstStyle/>
          <a:p>
            <a:pPr eaLnBrk="1" hangingPunct="1"/>
            <a:r>
              <a:rPr lang="en-GB" altLang="en-US" sz="2400"/>
              <a:t>Identify entities and relationships from a simple narrative</a:t>
            </a:r>
          </a:p>
          <a:p>
            <a:pPr eaLnBrk="1" hangingPunct="1"/>
            <a:r>
              <a:rPr lang="en-GB" altLang="en-US" sz="2400"/>
              <a:t>Draw ERDs to show relationships between entities</a:t>
            </a:r>
          </a:p>
          <a:p>
            <a:pPr eaLnBrk="1" hangingPunct="1"/>
            <a:endParaRPr lang="en-GB" altLang="en-US" sz="2400"/>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5120B31B-8EAD-2BB9-1A58-D63E372A0CFF}"/>
              </a:ext>
            </a:extLst>
          </p:cNvPr>
          <p:cNvSpPr>
            <a:spLocks noGrp="1" noChangeArrowheads="1"/>
          </p:cNvSpPr>
          <p:nvPr>
            <p:ph type="title"/>
          </p:nvPr>
        </p:nvSpPr>
        <p:spPr>
          <a:xfrm>
            <a:off x="381000" y="381000"/>
            <a:ext cx="8305800" cy="584200"/>
          </a:xfrm>
        </p:spPr>
        <p:txBody>
          <a:bodyPr/>
          <a:lstStyle/>
          <a:p>
            <a:pPr eaLnBrk="1" hangingPunct="1"/>
            <a:r>
              <a:rPr lang="en-GB" altLang="en-US" sz="3200" b="1"/>
              <a:t>Main Deliverables &amp; Outcomes</a:t>
            </a:r>
          </a:p>
        </p:txBody>
      </p:sp>
      <p:sp>
        <p:nvSpPr>
          <p:cNvPr id="18435" name="Rectangle 3">
            <a:extLst>
              <a:ext uri="{FF2B5EF4-FFF2-40B4-BE49-F238E27FC236}">
                <a16:creationId xmlns:a16="http://schemas.microsoft.com/office/drawing/2014/main" id="{3BF72C9D-CD75-E2A6-2B8F-4181C4547FFC}"/>
              </a:ext>
            </a:extLst>
          </p:cNvPr>
          <p:cNvSpPr>
            <a:spLocks noGrp="1" noChangeArrowheads="1"/>
          </p:cNvSpPr>
          <p:nvPr>
            <p:ph idx="1"/>
          </p:nvPr>
        </p:nvSpPr>
        <p:spPr>
          <a:xfrm>
            <a:off x="381000" y="1447800"/>
            <a:ext cx="8305800" cy="3748088"/>
          </a:xfrm>
        </p:spPr>
        <p:txBody>
          <a:bodyPr/>
          <a:lstStyle/>
          <a:p>
            <a:pPr eaLnBrk="1" hangingPunct="1"/>
            <a:r>
              <a:rPr lang="en-US" altLang="en-US" sz="2400"/>
              <a:t>ERDs produced during Analysis phase:</a:t>
            </a:r>
          </a:p>
          <a:p>
            <a:pPr lvl="1" eaLnBrk="1" hangingPunct="1"/>
            <a:r>
              <a:rPr lang="en-US" altLang="en-US" sz="1800"/>
              <a:t>ERD for </a:t>
            </a:r>
            <a:r>
              <a:rPr lang="en-US" altLang="en-US" sz="1800" b="1"/>
              <a:t>current system</a:t>
            </a:r>
            <a:r>
              <a:rPr lang="en-US" altLang="en-US" sz="1800"/>
              <a:t> </a:t>
            </a:r>
          </a:p>
          <a:p>
            <a:pPr lvl="1" eaLnBrk="1" hangingPunct="1"/>
            <a:r>
              <a:rPr lang="en-US" altLang="en-US" sz="1800"/>
              <a:t>ERD for </a:t>
            </a:r>
            <a:r>
              <a:rPr lang="en-US" altLang="en-US" sz="1800" b="1"/>
              <a:t>new system</a:t>
            </a:r>
            <a:endParaRPr lang="en-US" altLang="en-US" sz="1800"/>
          </a:p>
          <a:p>
            <a:pPr eaLnBrk="1" hangingPunct="1"/>
            <a:endParaRPr lang="en-US" altLang="en-US"/>
          </a:p>
          <a:p>
            <a:pPr eaLnBrk="1" hangingPunct="1"/>
            <a:r>
              <a:rPr lang="en-US" altLang="en-US" sz="2400"/>
              <a:t>Covers just data needed in the project’s application</a:t>
            </a:r>
          </a:p>
          <a:p>
            <a:pPr eaLnBrk="1" hangingPunct="1"/>
            <a:endParaRPr lang="en-GB" altLang="en-US" sz="2400"/>
          </a:p>
          <a:p>
            <a:pPr eaLnBrk="1" hangingPunct="1"/>
            <a:r>
              <a:rPr lang="en-GB" altLang="en-US" sz="2400"/>
              <a:t>Remember that the priority is always to produce models of the </a:t>
            </a:r>
            <a:r>
              <a:rPr lang="en-GB" altLang="en-US" sz="2400" b="1"/>
              <a:t>new</a:t>
            </a:r>
            <a:r>
              <a:rPr lang="en-GB" altLang="en-US" sz="2400"/>
              <a:t> </a:t>
            </a:r>
            <a:r>
              <a:rPr lang="en-GB" altLang="en-US" sz="2400" b="1"/>
              <a:t>system</a:t>
            </a:r>
            <a:endParaRPr lang="en-US" altLang="en-US" sz="2400" b="1" i="1"/>
          </a:p>
        </p:txBody>
      </p:sp>
      <p:sp>
        <p:nvSpPr>
          <p:cNvPr id="2" name="Rectangle 1">
            <a:extLst>
              <a:ext uri="{FF2B5EF4-FFF2-40B4-BE49-F238E27FC236}">
                <a16:creationId xmlns:a16="http://schemas.microsoft.com/office/drawing/2014/main" id="{7E178007-3D2C-FC96-E399-606608984433}"/>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76C771D2-D149-ECF8-E8EE-C3FFA243FB92}"/>
              </a:ext>
            </a:extLst>
          </p:cNvPr>
          <p:cNvSpPr>
            <a:spLocks noGrp="1" noChangeArrowheads="1"/>
          </p:cNvSpPr>
          <p:nvPr>
            <p:ph type="title"/>
          </p:nvPr>
        </p:nvSpPr>
        <p:spPr>
          <a:xfrm>
            <a:off x="381000" y="381000"/>
            <a:ext cx="8305800" cy="647700"/>
          </a:xfrm>
        </p:spPr>
        <p:txBody>
          <a:bodyPr/>
          <a:lstStyle/>
          <a:p>
            <a:pPr eaLnBrk="1" hangingPunct="1"/>
            <a:r>
              <a:rPr lang="en-GB" altLang="en-US" sz="3200" b="1"/>
              <a:t>Other Deliverables &amp; Outcomes</a:t>
            </a:r>
          </a:p>
        </p:txBody>
      </p:sp>
      <p:sp>
        <p:nvSpPr>
          <p:cNvPr id="19459" name="Rectangle 3">
            <a:extLst>
              <a:ext uri="{FF2B5EF4-FFF2-40B4-BE49-F238E27FC236}">
                <a16:creationId xmlns:a16="http://schemas.microsoft.com/office/drawing/2014/main" id="{A799FC2D-2C66-3DCE-8C22-E082938A5FF3}"/>
              </a:ext>
            </a:extLst>
          </p:cNvPr>
          <p:cNvSpPr>
            <a:spLocks noGrp="1" noChangeArrowheads="1"/>
          </p:cNvSpPr>
          <p:nvPr>
            <p:ph idx="1"/>
          </p:nvPr>
        </p:nvSpPr>
        <p:spPr>
          <a:xfrm>
            <a:off x="381000" y="1447800"/>
            <a:ext cx="8305800" cy="3538538"/>
          </a:xfrm>
        </p:spPr>
        <p:txBody>
          <a:bodyPr/>
          <a:lstStyle/>
          <a:p>
            <a:pPr eaLnBrk="1" hangingPunct="1"/>
            <a:r>
              <a:rPr lang="en-US" altLang="en-US" sz="2200"/>
              <a:t>A set of entries about data objects to be stored in the </a:t>
            </a:r>
            <a:r>
              <a:rPr lang="en-US" altLang="en-US" sz="2200" b="1"/>
              <a:t>data dictionary</a:t>
            </a:r>
            <a:r>
              <a:rPr lang="en-US" altLang="en-US" sz="2200"/>
              <a:t> and </a:t>
            </a:r>
            <a:r>
              <a:rPr lang="en-US" altLang="en-US" sz="2200" b="1"/>
              <a:t>repository</a:t>
            </a:r>
          </a:p>
          <a:p>
            <a:pPr eaLnBrk="1" hangingPunct="1"/>
            <a:r>
              <a:rPr lang="en-US" altLang="en-US" sz="2200"/>
              <a:t>Repository links data, process and logic models of a computer-based system</a:t>
            </a:r>
          </a:p>
          <a:p>
            <a:pPr eaLnBrk="1" hangingPunct="1"/>
            <a:r>
              <a:rPr lang="en-US" altLang="en-US" sz="2200"/>
              <a:t>Data elements that are included in the DFD must appear in the data model and visa versa</a:t>
            </a:r>
          </a:p>
          <a:p>
            <a:pPr eaLnBrk="1" hangingPunct="1"/>
            <a:r>
              <a:rPr lang="en-US" altLang="en-US" sz="2200"/>
              <a:t>Each data store in a process model must relate to business objects represented in the data model</a:t>
            </a:r>
          </a:p>
        </p:txBody>
      </p:sp>
      <p:sp>
        <p:nvSpPr>
          <p:cNvPr id="2" name="Rectangle 1">
            <a:extLst>
              <a:ext uri="{FF2B5EF4-FFF2-40B4-BE49-F238E27FC236}">
                <a16:creationId xmlns:a16="http://schemas.microsoft.com/office/drawing/2014/main" id="{BF9DDFE4-B26A-4589-F997-C4263A53E586}"/>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2E149A36-C7F6-D4D1-D62D-D75E2BBDAD79}"/>
              </a:ext>
            </a:extLst>
          </p:cNvPr>
          <p:cNvSpPr>
            <a:spLocks noGrp="1"/>
          </p:cNvSpPr>
          <p:nvPr>
            <p:ph type="title"/>
          </p:nvPr>
        </p:nvSpPr>
        <p:spPr/>
        <p:txBody>
          <a:bodyPr/>
          <a:lstStyle/>
          <a:p>
            <a:pPr eaLnBrk="1" hangingPunct="1"/>
            <a:r>
              <a:rPr lang="en-US" altLang="en-US" b="1"/>
              <a:t>THE ENTITY-RELATIONSHIP DIAGRAM (ERD)</a:t>
            </a:r>
          </a:p>
        </p:txBody>
      </p:sp>
      <p:sp>
        <p:nvSpPr>
          <p:cNvPr id="20483" name="Content Placeholder 2">
            <a:extLst>
              <a:ext uri="{FF2B5EF4-FFF2-40B4-BE49-F238E27FC236}">
                <a16:creationId xmlns:a16="http://schemas.microsoft.com/office/drawing/2014/main" id="{71298D4C-8462-207C-DEFB-71AAF5A19C1D}"/>
              </a:ext>
            </a:extLst>
          </p:cNvPr>
          <p:cNvSpPr>
            <a:spLocks noGrp="1"/>
          </p:cNvSpPr>
          <p:nvPr>
            <p:ph idx="1"/>
          </p:nvPr>
        </p:nvSpPr>
        <p:spPr>
          <a:xfrm>
            <a:off x="381000" y="1874838"/>
            <a:ext cx="8305800" cy="1401762"/>
          </a:xfrm>
        </p:spPr>
        <p:txBody>
          <a:bodyPr/>
          <a:lstStyle/>
          <a:p>
            <a:pPr eaLnBrk="1" hangingPunct="1">
              <a:spcAft>
                <a:spcPct val="0"/>
              </a:spcAft>
            </a:pPr>
            <a:r>
              <a:rPr lang="en-US" altLang="en-US" sz="2400"/>
              <a:t>An </a:t>
            </a:r>
            <a:r>
              <a:rPr lang="en-US" altLang="en-US" sz="2400" b="1" i="1">
                <a:solidFill>
                  <a:srgbClr val="0000FF"/>
                </a:solidFill>
              </a:rPr>
              <a:t>entity-relationship diagram (ERD) </a:t>
            </a:r>
            <a:r>
              <a:rPr lang="en-US" altLang="en-US" sz="2400"/>
              <a:t>is a </a:t>
            </a:r>
            <a:r>
              <a:rPr lang="en-US" altLang="en-US" sz="2400">
                <a:solidFill>
                  <a:srgbClr val="00B0F0"/>
                </a:solidFill>
              </a:rPr>
              <a:t>picture</a:t>
            </a:r>
            <a:r>
              <a:rPr lang="en-US" altLang="en-US" sz="2400"/>
              <a:t> showing the </a:t>
            </a:r>
            <a:r>
              <a:rPr lang="en-US" altLang="en-US" sz="2400">
                <a:solidFill>
                  <a:srgbClr val="00B0F0"/>
                </a:solidFill>
              </a:rPr>
              <a:t>information that is created, stored, and used by a business system</a:t>
            </a:r>
            <a:r>
              <a:rPr lang="en-US" altLang="en-US" sz="2400"/>
              <a:t>. </a:t>
            </a:r>
          </a:p>
          <a:p>
            <a:pPr eaLnBrk="1" hangingPunct="1">
              <a:spcAft>
                <a:spcPct val="0"/>
              </a:spcAft>
            </a:pPr>
            <a:r>
              <a:rPr lang="en-US" altLang="en-US" sz="2400" b="1">
                <a:solidFill>
                  <a:srgbClr val="0000FF"/>
                </a:solidFill>
              </a:rPr>
              <a:t>Entities</a:t>
            </a:r>
            <a:r>
              <a:rPr lang="en-US" altLang="en-US" sz="2400"/>
              <a:t> lists similar kinds of </a:t>
            </a:r>
            <a:r>
              <a:rPr lang="en-US" altLang="en-US" sz="2400">
                <a:solidFill>
                  <a:srgbClr val="00B0F0"/>
                </a:solidFill>
              </a:rPr>
              <a:t>information</a:t>
            </a:r>
          </a:p>
          <a:p>
            <a:pPr eaLnBrk="1" hangingPunct="1">
              <a:spcAft>
                <a:spcPct val="0"/>
              </a:spcAft>
            </a:pPr>
            <a:r>
              <a:rPr lang="en-US" altLang="en-US" sz="2400">
                <a:solidFill>
                  <a:srgbClr val="00B0F0"/>
                </a:solidFill>
              </a:rPr>
              <a:t>Lines</a:t>
            </a:r>
            <a:r>
              <a:rPr lang="en-US" altLang="en-US" sz="2400"/>
              <a:t> drawn between entities represent </a:t>
            </a:r>
            <a:r>
              <a:rPr lang="en-US" altLang="en-US" sz="2400" b="1">
                <a:solidFill>
                  <a:srgbClr val="0000FF"/>
                </a:solidFill>
              </a:rPr>
              <a:t>relationships </a:t>
            </a:r>
            <a:r>
              <a:rPr lang="en-US" altLang="en-US" sz="2400"/>
              <a:t>among the data.</a:t>
            </a:r>
          </a:p>
          <a:p>
            <a:pPr eaLnBrk="1" hangingPunct="1">
              <a:spcAft>
                <a:spcPct val="0"/>
              </a:spcAft>
            </a:pPr>
            <a:r>
              <a:rPr lang="en-US" altLang="en-US" sz="2400"/>
              <a:t>Special symbols communicate high-level </a:t>
            </a:r>
            <a:r>
              <a:rPr lang="en-US" altLang="en-US" sz="2400">
                <a:solidFill>
                  <a:srgbClr val="0000FF"/>
                </a:solidFill>
              </a:rPr>
              <a:t>business rules</a:t>
            </a:r>
            <a:r>
              <a:rPr lang="en-US" altLang="en-US" sz="2400"/>
              <a:t>.</a:t>
            </a:r>
          </a:p>
          <a:p>
            <a:pPr eaLnBrk="1" hangingPunct="1">
              <a:spcAft>
                <a:spcPct val="0"/>
              </a:spcAft>
            </a:pPr>
            <a:endParaRPr lang="en-US" altLang="en-US" sz="2400"/>
          </a:p>
        </p:txBody>
      </p:sp>
      <p:sp>
        <p:nvSpPr>
          <p:cNvPr id="20484" name="Slide Number Placeholder 4">
            <a:extLst>
              <a:ext uri="{FF2B5EF4-FFF2-40B4-BE49-F238E27FC236}">
                <a16:creationId xmlns:a16="http://schemas.microsoft.com/office/drawing/2014/main" id="{9D22B9D9-02D6-A5BB-23F2-1EE724DE0360}"/>
              </a:ext>
            </a:extLst>
          </p:cNvPr>
          <p:cNvSpPr>
            <a:spLocks noGrp="1"/>
          </p:cNvSpPr>
          <p:nvPr>
            <p:ph type="sldNum" sz="quarter" idx="4294967295"/>
          </p:nvPr>
        </p:nvSpPr>
        <p:spPr bwMode="auto">
          <a:xfrm>
            <a:off x="70104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anose="020B0604030504040204" pitchFamily="34" charset="0"/>
              </a:defRPr>
            </a:lvl1pPr>
            <a:lvl2pPr marL="742950" indent="-285750">
              <a:lnSpc>
                <a:spcPct val="90000"/>
              </a:lnSpc>
              <a:spcBef>
                <a:spcPct val="20000"/>
              </a:spcBef>
              <a:spcAft>
                <a:spcPct val="10000"/>
              </a:spcAft>
              <a:buChar char="–"/>
              <a:defRPr sz="1500">
                <a:solidFill>
                  <a:srgbClr val="004D75"/>
                </a:solidFill>
                <a:latin typeface="Verdana" panose="020B0604030504040204" pitchFamily="34" charset="0"/>
              </a:defRPr>
            </a:lvl2pPr>
            <a:lvl3pPr marL="1143000" indent="-228600">
              <a:lnSpc>
                <a:spcPct val="90000"/>
              </a:lnSpc>
              <a:spcBef>
                <a:spcPct val="20000"/>
              </a:spcBef>
              <a:spcAft>
                <a:spcPct val="20000"/>
              </a:spcAft>
              <a:buChar char="•"/>
              <a:defRPr sz="1200">
                <a:solidFill>
                  <a:srgbClr val="004D75"/>
                </a:solidFill>
                <a:latin typeface="Verdana" panose="020B0604030504040204" pitchFamily="34" charset="0"/>
              </a:defRPr>
            </a:lvl3pPr>
            <a:lvl4pPr marL="1600200" indent="-228600">
              <a:lnSpc>
                <a:spcPct val="90000"/>
              </a:lnSpc>
              <a:spcBef>
                <a:spcPct val="20000"/>
              </a:spcBef>
              <a:spcAft>
                <a:spcPct val="20000"/>
              </a:spcAft>
              <a:buChar char="–"/>
              <a:defRPr sz="1200">
                <a:solidFill>
                  <a:srgbClr val="004D75"/>
                </a:solidFill>
                <a:latin typeface="Verdana" panose="020B0604030504040204" pitchFamily="34" charset="0"/>
              </a:defRPr>
            </a:lvl4pPr>
            <a:lvl5pPr marL="2057400" indent="-228600">
              <a:lnSpc>
                <a:spcPct val="90000"/>
              </a:lnSpc>
              <a:spcBef>
                <a:spcPct val="20000"/>
              </a:spcBef>
              <a:spcAft>
                <a:spcPct val="20000"/>
              </a:spcAft>
              <a:buChar char="»"/>
              <a:defRPr sz="1200">
                <a:solidFill>
                  <a:srgbClr val="004D75"/>
                </a:solidFill>
                <a:latin typeface="Verdana" panose="020B0604030504040204"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9pPr>
          </a:lstStyle>
          <a:p>
            <a:pPr>
              <a:lnSpc>
                <a:spcPct val="100000"/>
              </a:lnSpc>
              <a:spcBef>
                <a:spcPct val="0"/>
              </a:spcBef>
              <a:spcAft>
                <a:spcPct val="0"/>
              </a:spcAft>
              <a:buFontTx/>
              <a:buNone/>
            </a:pPr>
            <a:r>
              <a:rPr lang="en-US" altLang="en-US" sz="1200">
                <a:solidFill>
                  <a:srgbClr val="898989"/>
                </a:solidFill>
                <a:latin typeface="Calibri" panose="020F0502020204030204" pitchFamily="34" charset="0"/>
              </a:rPr>
              <a:t>6-</a:t>
            </a:r>
            <a:fld id="{D52B0573-F873-46CE-BE29-39E7604E2058}" type="slidenum">
              <a:rPr lang="en-US" altLang="en-US" sz="1200">
                <a:solidFill>
                  <a:srgbClr val="898989"/>
                </a:solidFill>
                <a:latin typeface="Calibri" panose="020F0502020204030204" pitchFamily="34" charset="0"/>
              </a:rPr>
              <a:pPr>
                <a:lnSpc>
                  <a:spcPct val="100000"/>
                </a:lnSpc>
                <a:spcBef>
                  <a:spcPct val="0"/>
                </a:spcBef>
                <a:spcAft>
                  <a:spcPct val="0"/>
                </a:spcAft>
                <a:buFontTx/>
                <a:buNone/>
              </a:pPr>
              <a:t>5</a:t>
            </a:fld>
            <a:endParaRPr lang="en-US" altLang="en-US" sz="1200">
              <a:solidFill>
                <a:srgbClr val="898989"/>
              </a:solidFill>
              <a:latin typeface="Calibri" panose="020F0502020204030204" pitchFamily="34" charset="0"/>
            </a:endParaRPr>
          </a:p>
        </p:txBody>
      </p:sp>
      <p:sp>
        <p:nvSpPr>
          <p:cNvPr id="2" name="Rectangle 1">
            <a:extLst>
              <a:ext uri="{FF2B5EF4-FFF2-40B4-BE49-F238E27FC236}">
                <a16:creationId xmlns:a16="http://schemas.microsoft.com/office/drawing/2014/main" id="{EA8DC497-1350-35C9-A65B-94691C5795E1}"/>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1A1559C4-1B6D-1D5E-A6B5-F195FF15099E}"/>
              </a:ext>
            </a:extLst>
          </p:cNvPr>
          <p:cNvSpPr>
            <a:spLocks noGrp="1"/>
          </p:cNvSpPr>
          <p:nvPr>
            <p:ph type="title"/>
          </p:nvPr>
        </p:nvSpPr>
        <p:spPr/>
        <p:txBody>
          <a:bodyPr/>
          <a:lstStyle/>
          <a:p>
            <a:pPr eaLnBrk="1" hangingPunct="1"/>
            <a:r>
              <a:rPr lang="en-US" altLang="en-US" b="1"/>
              <a:t>Elements of an Entity Relationship Diagram</a:t>
            </a:r>
          </a:p>
        </p:txBody>
      </p:sp>
      <p:pic>
        <p:nvPicPr>
          <p:cNvPr id="21507" name="Picture 2" descr="fig_06_02">
            <a:extLst>
              <a:ext uri="{FF2B5EF4-FFF2-40B4-BE49-F238E27FC236}">
                <a16:creationId xmlns:a16="http://schemas.microsoft.com/office/drawing/2014/main" id="{36AB06D7-27C6-B9D6-2900-DB5BE070A05B}"/>
              </a:ext>
            </a:extLst>
          </p:cNvPr>
          <p:cNvPicPr preferRelativeResize="0">
            <a:picLocks noGrp="1" noChangeAspect="1" noChangeArrowheads="1"/>
          </p:cNvPicPr>
          <p:nvPr>
            <p:ph idx="1"/>
            <p:custDataLst>
              <p:tags r:id="rId1"/>
            </p:custDataLst>
          </p:nvPr>
        </p:nvPicPr>
        <p:blipFill>
          <a:blip r:embed="rId3">
            <a:extLst>
              <a:ext uri="{28A0092B-C50C-407E-A947-70E740481C1C}">
                <a14:useLocalDpi xmlns:a14="http://schemas.microsoft.com/office/drawing/2010/main" val="0"/>
              </a:ext>
            </a:extLst>
          </a:blip>
          <a:srcRect/>
          <a:stretch>
            <a:fillRect/>
          </a:stretch>
        </p:blipFill>
        <p:spPr>
          <a:xfrm>
            <a:off x="228600" y="1600200"/>
            <a:ext cx="8763000" cy="5070475"/>
          </a:xfrm>
        </p:spPr>
      </p:pic>
      <p:sp>
        <p:nvSpPr>
          <p:cNvPr id="21508" name="Slide Number Placeholder 4">
            <a:extLst>
              <a:ext uri="{FF2B5EF4-FFF2-40B4-BE49-F238E27FC236}">
                <a16:creationId xmlns:a16="http://schemas.microsoft.com/office/drawing/2014/main" id="{B599B7C7-E790-C747-BE9D-F0E0CA087EE6}"/>
              </a:ext>
            </a:extLst>
          </p:cNvPr>
          <p:cNvSpPr>
            <a:spLocks noGrp="1"/>
          </p:cNvSpPr>
          <p:nvPr>
            <p:ph type="sldNum" sz="quarter" idx="4294967295"/>
          </p:nvPr>
        </p:nvSpPr>
        <p:spPr bwMode="auto">
          <a:xfrm>
            <a:off x="70104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anose="020B0604030504040204" pitchFamily="34" charset="0"/>
              </a:defRPr>
            </a:lvl1pPr>
            <a:lvl2pPr marL="742950" indent="-285750">
              <a:lnSpc>
                <a:spcPct val="90000"/>
              </a:lnSpc>
              <a:spcBef>
                <a:spcPct val="20000"/>
              </a:spcBef>
              <a:spcAft>
                <a:spcPct val="10000"/>
              </a:spcAft>
              <a:buChar char="–"/>
              <a:defRPr sz="1500">
                <a:solidFill>
                  <a:srgbClr val="004D75"/>
                </a:solidFill>
                <a:latin typeface="Verdana" panose="020B0604030504040204" pitchFamily="34" charset="0"/>
              </a:defRPr>
            </a:lvl2pPr>
            <a:lvl3pPr marL="1143000" indent="-228600">
              <a:lnSpc>
                <a:spcPct val="90000"/>
              </a:lnSpc>
              <a:spcBef>
                <a:spcPct val="20000"/>
              </a:spcBef>
              <a:spcAft>
                <a:spcPct val="20000"/>
              </a:spcAft>
              <a:buChar char="•"/>
              <a:defRPr sz="1200">
                <a:solidFill>
                  <a:srgbClr val="004D75"/>
                </a:solidFill>
                <a:latin typeface="Verdana" panose="020B0604030504040204" pitchFamily="34" charset="0"/>
              </a:defRPr>
            </a:lvl3pPr>
            <a:lvl4pPr marL="1600200" indent="-228600">
              <a:lnSpc>
                <a:spcPct val="90000"/>
              </a:lnSpc>
              <a:spcBef>
                <a:spcPct val="20000"/>
              </a:spcBef>
              <a:spcAft>
                <a:spcPct val="20000"/>
              </a:spcAft>
              <a:buChar char="–"/>
              <a:defRPr sz="1200">
                <a:solidFill>
                  <a:srgbClr val="004D75"/>
                </a:solidFill>
                <a:latin typeface="Verdana" panose="020B0604030504040204" pitchFamily="34" charset="0"/>
              </a:defRPr>
            </a:lvl4pPr>
            <a:lvl5pPr marL="2057400" indent="-228600">
              <a:lnSpc>
                <a:spcPct val="90000"/>
              </a:lnSpc>
              <a:spcBef>
                <a:spcPct val="20000"/>
              </a:spcBef>
              <a:spcAft>
                <a:spcPct val="20000"/>
              </a:spcAft>
              <a:buChar char="»"/>
              <a:defRPr sz="1200">
                <a:solidFill>
                  <a:srgbClr val="004D75"/>
                </a:solidFill>
                <a:latin typeface="Verdana" panose="020B0604030504040204"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9pPr>
          </a:lstStyle>
          <a:p>
            <a:pPr>
              <a:lnSpc>
                <a:spcPct val="100000"/>
              </a:lnSpc>
              <a:spcBef>
                <a:spcPct val="0"/>
              </a:spcBef>
              <a:spcAft>
                <a:spcPct val="0"/>
              </a:spcAft>
              <a:buFontTx/>
              <a:buNone/>
            </a:pPr>
            <a:r>
              <a:rPr lang="en-US" altLang="en-US" sz="1200">
                <a:solidFill>
                  <a:srgbClr val="898989"/>
                </a:solidFill>
                <a:latin typeface="Calibri" panose="020F0502020204030204" pitchFamily="34" charset="0"/>
              </a:rPr>
              <a:t>6-</a:t>
            </a:r>
            <a:fld id="{C9ED5D23-ACBE-4FB4-9C90-A4414901119C}" type="slidenum">
              <a:rPr lang="en-US" altLang="en-US" sz="1200">
                <a:solidFill>
                  <a:srgbClr val="898989"/>
                </a:solidFill>
                <a:latin typeface="Calibri" panose="020F0502020204030204" pitchFamily="34" charset="0"/>
              </a:rPr>
              <a:pPr>
                <a:lnSpc>
                  <a:spcPct val="100000"/>
                </a:lnSpc>
                <a:spcBef>
                  <a:spcPct val="0"/>
                </a:spcBef>
                <a:spcAft>
                  <a:spcPct val="0"/>
                </a:spcAft>
                <a:buFontTx/>
                <a:buNone/>
              </a:pPr>
              <a:t>6</a:t>
            </a:fld>
            <a:endParaRPr lang="en-US" altLang="en-US" sz="1200">
              <a:solidFill>
                <a:srgbClr val="898989"/>
              </a:solidFill>
              <a:latin typeface="Calibri" panose="020F0502020204030204" pitchFamily="34" charset="0"/>
            </a:endParaRPr>
          </a:p>
        </p:txBody>
      </p:sp>
      <p:sp>
        <p:nvSpPr>
          <p:cNvPr id="21509" name="Rectangle 1">
            <a:extLst>
              <a:ext uri="{FF2B5EF4-FFF2-40B4-BE49-F238E27FC236}">
                <a16:creationId xmlns:a16="http://schemas.microsoft.com/office/drawing/2014/main" id="{577AB9FA-BA67-653B-5DCD-9EBBF4F7E0A2}"/>
              </a:ext>
            </a:extLst>
          </p:cNvPr>
          <p:cNvSpPr>
            <a:spLocks noChangeArrowheads="1"/>
          </p:cNvSpPr>
          <p:nvPr/>
        </p:nvSpPr>
        <p:spPr bwMode="auto">
          <a:xfrm>
            <a:off x="6865938" y="1571625"/>
            <a:ext cx="2070100" cy="5086350"/>
          </a:xfrm>
          <a:prstGeom prst="rect">
            <a:avLst/>
          </a:prstGeom>
          <a:noFill/>
          <a:ln w="571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21510" name="TextBox 2">
            <a:extLst>
              <a:ext uri="{FF2B5EF4-FFF2-40B4-BE49-F238E27FC236}">
                <a16:creationId xmlns:a16="http://schemas.microsoft.com/office/drawing/2014/main" id="{6539D2DA-EB7C-38B5-DF85-D79445EF656C}"/>
              </a:ext>
            </a:extLst>
          </p:cNvPr>
          <p:cNvSpPr txBox="1">
            <a:spLocks noChangeArrowheads="1"/>
          </p:cNvSpPr>
          <p:nvPr/>
        </p:nvSpPr>
        <p:spPr bwMode="auto">
          <a:xfrm>
            <a:off x="7443788" y="5918200"/>
            <a:ext cx="1379537"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US" altLang="en-US" sz="1400">
                <a:solidFill>
                  <a:srgbClr val="FF0000"/>
                </a:solidFill>
              </a:rPr>
              <a:t>We will use Crow’s Foot Notation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AD87A886-92E8-6804-26BC-69DF6FDC7BE6}"/>
              </a:ext>
            </a:extLst>
          </p:cNvPr>
          <p:cNvSpPr>
            <a:spLocks noGrp="1"/>
          </p:cNvSpPr>
          <p:nvPr>
            <p:ph type="title"/>
          </p:nvPr>
        </p:nvSpPr>
        <p:spPr/>
        <p:txBody>
          <a:bodyPr/>
          <a:lstStyle/>
          <a:p>
            <a:pPr eaLnBrk="1" hangingPunct="1"/>
            <a:r>
              <a:rPr lang="en-US" altLang="en-US" b="1"/>
              <a:t>Videos Links</a:t>
            </a:r>
          </a:p>
        </p:txBody>
      </p:sp>
      <p:sp>
        <p:nvSpPr>
          <p:cNvPr id="3" name="Content Placeholder 2">
            <a:extLst>
              <a:ext uri="{FF2B5EF4-FFF2-40B4-BE49-F238E27FC236}">
                <a16:creationId xmlns:a16="http://schemas.microsoft.com/office/drawing/2014/main" id="{9CABA081-600E-0235-5D6A-9FD4460C9C49}"/>
              </a:ext>
            </a:extLst>
          </p:cNvPr>
          <p:cNvSpPr>
            <a:spLocks noGrp="1"/>
          </p:cNvSpPr>
          <p:nvPr>
            <p:ph idx="1"/>
          </p:nvPr>
        </p:nvSpPr>
        <p:spPr>
          <a:xfrm>
            <a:off x="381000" y="1447800"/>
            <a:ext cx="8305800" cy="3933825"/>
          </a:xfrm>
        </p:spPr>
        <p:txBody>
          <a:bodyPr/>
          <a:lstStyle/>
          <a:p>
            <a:pPr eaLnBrk="1" hangingPunct="1">
              <a:defRPr/>
            </a:pPr>
            <a:r>
              <a:rPr lang="en-US" sz="2400" dirty="0"/>
              <a:t>Entity Relationship Diagram (ERD) Training Video</a:t>
            </a:r>
          </a:p>
          <a:p>
            <a:pPr lvl="1" eaLnBrk="1" hangingPunct="1">
              <a:defRPr/>
            </a:pPr>
            <a:r>
              <a:rPr lang="en-US" sz="2400" dirty="0">
                <a:hlinkClick r:id="rId3"/>
              </a:rPr>
              <a:t>https://youtu.be/-fQ-bRllhXc</a:t>
            </a:r>
            <a:endParaRPr lang="en-US" sz="2400" dirty="0">
              <a:hlinkClick r:id="rId4"/>
            </a:endParaRPr>
          </a:p>
          <a:p>
            <a:pPr marL="190500" lvl="1" indent="0" eaLnBrk="1" hangingPunct="1">
              <a:buFontTx/>
              <a:buNone/>
              <a:defRPr/>
            </a:pPr>
            <a:endParaRPr lang="en-US" sz="2400" dirty="0">
              <a:hlinkClick r:id="rId4"/>
            </a:endParaRPr>
          </a:p>
          <a:p>
            <a:pPr eaLnBrk="1" hangingPunct="1">
              <a:defRPr/>
            </a:pPr>
            <a:r>
              <a:rPr lang="en-US" sz="2400" dirty="0"/>
              <a:t>Entity Relationship Diagram (ERD) Tutorial </a:t>
            </a:r>
          </a:p>
          <a:p>
            <a:pPr marL="0" indent="0" eaLnBrk="1" hangingPunct="1">
              <a:buFontTx/>
              <a:buNone/>
              <a:defRPr/>
            </a:pPr>
            <a:r>
              <a:rPr lang="en-US" sz="2400" dirty="0"/>
              <a:t>– Part 1 &amp; Part 2</a:t>
            </a:r>
          </a:p>
          <a:p>
            <a:pPr lvl="1" eaLnBrk="1" hangingPunct="1">
              <a:defRPr/>
            </a:pPr>
            <a:r>
              <a:rPr lang="en-US" sz="2100" dirty="0">
                <a:hlinkClick r:id="rId4"/>
              </a:rPr>
              <a:t>https://www.youtube.com/watch?v=QpdhBUYk7Kk</a:t>
            </a:r>
            <a:endParaRPr lang="en-US" sz="2100" dirty="0"/>
          </a:p>
          <a:p>
            <a:pPr lvl="1" eaLnBrk="1" hangingPunct="1">
              <a:defRPr/>
            </a:pPr>
            <a:r>
              <a:rPr lang="en-US" sz="2100" dirty="0">
                <a:hlinkClick r:id="rId5"/>
              </a:rPr>
              <a:t>https://www.youtube.com/watch?v=-CuY5ADwn24</a:t>
            </a:r>
            <a:endParaRPr lang="en-US" sz="2100" dirty="0"/>
          </a:p>
          <a:p>
            <a:pPr eaLnBrk="1" hangingPunct="1">
              <a:defRPr/>
            </a:pPr>
            <a:endParaRPr lang="en-US" sz="2400" dirty="0"/>
          </a:p>
        </p:txBody>
      </p:sp>
      <p:sp>
        <p:nvSpPr>
          <p:cNvPr id="2" name="Rectangle 1">
            <a:extLst>
              <a:ext uri="{FF2B5EF4-FFF2-40B4-BE49-F238E27FC236}">
                <a16:creationId xmlns:a16="http://schemas.microsoft.com/office/drawing/2014/main" id="{4B753773-993F-6458-F621-1AA2E9FA59F5}"/>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1DA6FF7C-DE72-F0F7-BF74-09E47C9F4D10}"/>
              </a:ext>
            </a:extLst>
          </p:cNvPr>
          <p:cNvSpPr>
            <a:spLocks noGrp="1"/>
          </p:cNvSpPr>
          <p:nvPr>
            <p:ph type="title"/>
          </p:nvPr>
        </p:nvSpPr>
        <p:spPr/>
        <p:txBody>
          <a:bodyPr/>
          <a:lstStyle/>
          <a:p>
            <a:pPr eaLnBrk="1" hangingPunct="1"/>
            <a:r>
              <a:rPr lang="en-US" altLang="en-US" b="1"/>
              <a:t>CREATING AN ENTITY RELATIONSHIP DIAGRAM (ERD)</a:t>
            </a:r>
          </a:p>
        </p:txBody>
      </p:sp>
      <p:sp>
        <p:nvSpPr>
          <p:cNvPr id="23555" name="Content Placeholder 2">
            <a:extLst>
              <a:ext uri="{FF2B5EF4-FFF2-40B4-BE49-F238E27FC236}">
                <a16:creationId xmlns:a16="http://schemas.microsoft.com/office/drawing/2014/main" id="{B283396F-7146-6766-8994-5F2E522B17B5}"/>
              </a:ext>
            </a:extLst>
          </p:cNvPr>
          <p:cNvSpPr>
            <a:spLocks noGrp="1"/>
          </p:cNvSpPr>
          <p:nvPr>
            <p:ph idx="1"/>
          </p:nvPr>
        </p:nvSpPr>
        <p:spPr>
          <a:xfrm>
            <a:off x="381000" y="1646238"/>
            <a:ext cx="8305800" cy="4918075"/>
          </a:xfrm>
        </p:spPr>
        <p:txBody>
          <a:bodyPr/>
          <a:lstStyle/>
          <a:p>
            <a:pPr eaLnBrk="1" hangingPunct="1">
              <a:spcBef>
                <a:spcPct val="0"/>
              </a:spcBef>
            </a:pPr>
            <a:r>
              <a:rPr lang="en-US" altLang="en-US" sz="3200"/>
              <a:t>Drawing the ERD is an iterative process of trial and revision.</a:t>
            </a:r>
          </a:p>
          <a:p>
            <a:pPr eaLnBrk="1" hangingPunct="1">
              <a:spcBef>
                <a:spcPct val="0"/>
              </a:spcBef>
            </a:pPr>
            <a:r>
              <a:rPr lang="en-US" altLang="en-US" sz="3200"/>
              <a:t>The basic </a:t>
            </a:r>
            <a:r>
              <a:rPr lang="en-US" altLang="en-US" sz="3200">
                <a:solidFill>
                  <a:srgbClr val="00B0F0"/>
                </a:solidFill>
              </a:rPr>
              <a:t>steps</a:t>
            </a:r>
            <a:r>
              <a:rPr lang="en-US" altLang="en-US" sz="3200"/>
              <a:t> in </a:t>
            </a:r>
            <a:r>
              <a:rPr lang="en-US" altLang="en-US" sz="3200">
                <a:solidFill>
                  <a:srgbClr val="00B0F0"/>
                </a:solidFill>
              </a:rPr>
              <a:t>building</a:t>
            </a:r>
            <a:r>
              <a:rPr lang="en-US" altLang="en-US" sz="3200"/>
              <a:t> an </a:t>
            </a:r>
            <a:r>
              <a:rPr lang="en-US" altLang="en-US" sz="3200">
                <a:solidFill>
                  <a:srgbClr val="00B0F0"/>
                </a:solidFill>
              </a:rPr>
              <a:t>ERD</a:t>
            </a:r>
            <a:r>
              <a:rPr lang="en-US" altLang="en-US" sz="3200"/>
              <a:t>:</a:t>
            </a:r>
          </a:p>
          <a:p>
            <a:pPr eaLnBrk="1" hangingPunct="1">
              <a:spcBef>
                <a:spcPct val="0"/>
              </a:spcBef>
              <a:buFont typeface="Wingdings" panose="05000000000000000000" pitchFamily="2" charset="2"/>
              <a:buNone/>
            </a:pPr>
            <a:r>
              <a:rPr lang="en-US" altLang="en-US" sz="3200"/>
              <a:t>1. Identify the </a:t>
            </a:r>
            <a:r>
              <a:rPr lang="en-US" altLang="en-US" sz="3200">
                <a:solidFill>
                  <a:srgbClr val="00B0F0"/>
                </a:solidFill>
              </a:rPr>
              <a:t>entities</a:t>
            </a:r>
            <a:r>
              <a:rPr lang="en-US" altLang="en-US" sz="3200"/>
              <a:t>;</a:t>
            </a:r>
          </a:p>
          <a:p>
            <a:pPr eaLnBrk="1" hangingPunct="1">
              <a:spcBef>
                <a:spcPct val="0"/>
              </a:spcBef>
              <a:buFont typeface="Wingdings" panose="05000000000000000000" pitchFamily="2" charset="2"/>
              <a:buNone/>
            </a:pPr>
            <a:r>
              <a:rPr lang="en-US" altLang="en-US" sz="3200"/>
              <a:t>2. add the appropriate </a:t>
            </a:r>
            <a:r>
              <a:rPr lang="en-US" altLang="en-US" sz="3200">
                <a:solidFill>
                  <a:srgbClr val="00B0F0"/>
                </a:solidFill>
              </a:rPr>
              <a:t>attributes</a:t>
            </a:r>
            <a:r>
              <a:rPr lang="en-US" altLang="en-US" sz="3200"/>
              <a:t> to each entity; and</a:t>
            </a:r>
          </a:p>
          <a:p>
            <a:pPr eaLnBrk="1" hangingPunct="1">
              <a:spcBef>
                <a:spcPct val="0"/>
              </a:spcBef>
              <a:buFont typeface="Wingdings" panose="05000000000000000000" pitchFamily="2" charset="2"/>
              <a:buNone/>
            </a:pPr>
            <a:r>
              <a:rPr lang="en-US" altLang="en-US" sz="3200"/>
              <a:t>3. draw </a:t>
            </a:r>
            <a:r>
              <a:rPr lang="en-US" altLang="en-US" sz="3200">
                <a:solidFill>
                  <a:srgbClr val="00B0F0"/>
                </a:solidFill>
              </a:rPr>
              <a:t>relationships</a:t>
            </a:r>
            <a:r>
              <a:rPr lang="en-US" altLang="en-US" sz="3200"/>
              <a:t> among entities.</a:t>
            </a:r>
            <a:endParaRPr lang="en-US" altLang="en-US" sz="5400"/>
          </a:p>
          <a:p>
            <a:pPr eaLnBrk="1" hangingPunct="1">
              <a:spcBef>
                <a:spcPct val="0"/>
              </a:spcBef>
            </a:pPr>
            <a:endParaRPr lang="en-US" altLang="en-US" sz="3200"/>
          </a:p>
        </p:txBody>
      </p:sp>
      <p:sp>
        <p:nvSpPr>
          <p:cNvPr id="23556" name="Slide Number Placeholder 4">
            <a:extLst>
              <a:ext uri="{FF2B5EF4-FFF2-40B4-BE49-F238E27FC236}">
                <a16:creationId xmlns:a16="http://schemas.microsoft.com/office/drawing/2014/main" id="{21F7C5E5-A6A0-D263-D4C5-505CD61A2763}"/>
              </a:ext>
            </a:extLst>
          </p:cNvPr>
          <p:cNvSpPr>
            <a:spLocks noGrp="1"/>
          </p:cNvSpPr>
          <p:nvPr>
            <p:ph type="sldNum" sz="quarter" idx="4294967295"/>
          </p:nvPr>
        </p:nvSpPr>
        <p:spPr bwMode="auto">
          <a:xfrm>
            <a:off x="70104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anose="020B0604030504040204" pitchFamily="34" charset="0"/>
              </a:defRPr>
            </a:lvl1pPr>
            <a:lvl2pPr marL="742950" indent="-285750">
              <a:lnSpc>
                <a:spcPct val="90000"/>
              </a:lnSpc>
              <a:spcBef>
                <a:spcPct val="20000"/>
              </a:spcBef>
              <a:spcAft>
                <a:spcPct val="10000"/>
              </a:spcAft>
              <a:buChar char="–"/>
              <a:defRPr sz="1500">
                <a:solidFill>
                  <a:srgbClr val="004D75"/>
                </a:solidFill>
                <a:latin typeface="Verdana" panose="020B0604030504040204" pitchFamily="34" charset="0"/>
              </a:defRPr>
            </a:lvl2pPr>
            <a:lvl3pPr marL="1143000" indent="-228600">
              <a:lnSpc>
                <a:spcPct val="90000"/>
              </a:lnSpc>
              <a:spcBef>
                <a:spcPct val="20000"/>
              </a:spcBef>
              <a:spcAft>
                <a:spcPct val="20000"/>
              </a:spcAft>
              <a:buChar char="•"/>
              <a:defRPr sz="1200">
                <a:solidFill>
                  <a:srgbClr val="004D75"/>
                </a:solidFill>
                <a:latin typeface="Verdana" panose="020B0604030504040204" pitchFamily="34" charset="0"/>
              </a:defRPr>
            </a:lvl3pPr>
            <a:lvl4pPr marL="1600200" indent="-228600">
              <a:lnSpc>
                <a:spcPct val="90000"/>
              </a:lnSpc>
              <a:spcBef>
                <a:spcPct val="20000"/>
              </a:spcBef>
              <a:spcAft>
                <a:spcPct val="20000"/>
              </a:spcAft>
              <a:buChar char="–"/>
              <a:defRPr sz="1200">
                <a:solidFill>
                  <a:srgbClr val="004D75"/>
                </a:solidFill>
                <a:latin typeface="Verdana" panose="020B0604030504040204" pitchFamily="34" charset="0"/>
              </a:defRPr>
            </a:lvl4pPr>
            <a:lvl5pPr marL="2057400" indent="-228600">
              <a:lnSpc>
                <a:spcPct val="90000"/>
              </a:lnSpc>
              <a:spcBef>
                <a:spcPct val="20000"/>
              </a:spcBef>
              <a:spcAft>
                <a:spcPct val="20000"/>
              </a:spcAft>
              <a:buChar char="»"/>
              <a:defRPr sz="1200">
                <a:solidFill>
                  <a:srgbClr val="004D75"/>
                </a:solidFill>
                <a:latin typeface="Verdana" panose="020B0604030504040204"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9pPr>
          </a:lstStyle>
          <a:p>
            <a:pPr>
              <a:lnSpc>
                <a:spcPct val="100000"/>
              </a:lnSpc>
              <a:spcBef>
                <a:spcPct val="0"/>
              </a:spcBef>
              <a:spcAft>
                <a:spcPct val="0"/>
              </a:spcAft>
              <a:buFontTx/>
              <a:buNone/>
            </a:pPr>
            <a:r>
              <a:rPr lang="en-US" altLang="en-US" sz="1200">
                <a:solidFill>
                  <a:srgbClr val="898989"/>
                </a:solidFill>
                <a:latin typeface="Calibri" panose="020F0502020204030204" pitchFamily="34" charset="0"/>
              </a:rPr>
              <a:t>6-</a:t>
            </a:r>
            <a:fld id="{D8291AE1-87C0-4F42-8ACC-303C0C580ED8}" type="slidenum">
              <a:rPr lang="en-US" altLang="en-US" sz="1200">
                <a:solidFill>
                  <a:srgbClr val="898989"/>
                </a:solidFill>
                <a:latin typeface="Calibri" panose="020F0502020204030204" pitchFamily="34" charset="0"/>
              </a:rPr>
              <a:pPr>
                <a:lnSpc>
                  <a:spcPct val="100000"/>
                </a:lnSpc>
                <a:spcBef>
                  <a:spcPct val="0"/>
                </a:spcBef>
                <a:spcAft>
                  <a:spcPct val="0"/>
                </a:spcAft>
                <a:buFontTx/>
                <a:buNone/>
              </a:pPr>
              <a:t>8</a:t>
            </a:fld>
            <a:endParaRPr lang="en-US" altLang="en-US" sz="1200">
              <a:solidFill>
                <a:srgbClr val="898989"/>
              </a:solidFill>
              <a:latin typeface="Calibri" panose="020F0502020204030204" pitchFamily="34" charset="0"/>
            </a:endParaRPr>
          </a:p>
        </p:txBody>
      </p:sp>
      <p:sp>
        <p:nvSpPr>
          <p:cNvPr id="2" name="Rectangle 1">
            <a:extLst>
              <a:ext uri="{FF2B5EF4-FFF2-40B4-BE49-F238E27FC236}">
                <a16:creationId xmlns:a16="http://schemas.microsoft.com/office/drawing/2014/main" id="{6952AEA7-E055-5372-128C-3453BB4E9C25}"/>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4C75FCC9-3AEA-E122-E2C3-52CD59D337E1}"/>
              </a:ext>
            </a:extLst>
          </p:cNvPr>
          <p:cNvSpPr>
            <a:spLocks noGrp="1"/>
          </p:cNvSpPr>
          <p:nvPr>
            <p:ph type="title"/>
          </p:nvPr>
        </p:nvSpPr>
        <p:spPr/>
        <p:txBody>
          <a:bodyPr/>
          <a:lstStyle/>
          <a:p>
            <a:pPr eaLnBrk="1" hangingPunct="1"/>
            <a:r>
              <a:rPr lang="en-US" altLang="en-US" b="1"/>
              <a:t>Step 1: Identify the Entities</a:t>
            </a:r>
          </a:p>
        </p:txBody>
      </p:sp>
      <p:sp>
        <p:nvSpPr>
          <p:cNvPr id="3" name="Content Placeholder 2">
            <a:extLst>
              <a:ext uri="{FF2B5EF4-FFF2-40B4-BE49-F238E27FC236}">
                <a16:creationId xmlns:a16="http://schemas.microsoft.com/office/drawing/2014/main" id="{34599F63-D132-FD3F-3F77-BC565C7FBE96}"/>
              </a:ext>
            </a:extLst>
          </p:cNvPr>
          <p:cNvSpPr>
            <a:spLocks noGrp="1"/>
          </p:cNvSpPr>
          <p:nvPr>
            <p:ph idx="1"/>
          </p:nvPr>
        </p:nvSpPr>
        <p:spPr>
          <a:xfrm>
            <a:off x="457200" y="1600200"/>
            <a:ext cx="8229600" cy="4876800"/>
          </a:xfrm>
        </p:spPr>
        <p:txBody>
          <a:bodyPr rtlCol="0">
            <a:normAutofit fontScale="70000" lnSpcReduction="20000"/>
          </a:bodyPr>
          <a:lstStyle/>
          <a:p>
            <a:pPr eaLnBrk="1" fontAlgn="auto" hangingPunct="1">
              <a:spcAft>
                <a:spcPts val="0"/>
              </a:spcAft>
              <a:defRPr/>
            </a:pPr>
            <a:r>
              <a:rPr lang="en-US" sz="4200" dirty="0"/>
              <a:t> </a:t>
            </a:r>
            <a:r>
              <a:rPr lang="en-US" sz="4600" dirty="0"/>
              <a:t>The </a:t>
            </a:r>
            <a:r>
              <a:rPr lang="en-US" sz="4600" dirty="0">
                <a:solidFill>
                  <a:srgbClr val="0000FF"/>
                </a:solidFill>
              </a:rPr>
              <a:t>entities</a:t>
            </a:r>
            <a:r>
              <a:rPr lang="en-US" sz="4600" dirty="0"/>
              <a:t> should represent the </a:t>
            </a:r>
            <a:r>
              <a:rPr lang="en-US" sz="4600" dirty="0">
                <a:solidFill>
                  <a:srgbClr val="00B0F0"/>
                </a:solidFill>
              </a:rPr>
              <a:t>major categories of information</a:t>
            </a:r>
            <a:r>
              <a:rPr lang="en-US" sz="4600" dirty="0"/>
              <a:t> that you need to store in your system.</a:t>
            </a:r>
          </a:p>
          <a:p>
            <a:pPr marL="342900" lvl="1" indent="-342900" eaLnBrk="1" fontAlgn="auto" hangingPunct="1">
              <a:lnSpc>
                <a:spcPct val="110000"/>
              </a:lnSpc>
              <a:spcBef>
                <a:spcPts val="0"/>
              </a:spcBef>
              <a:spcAft>
                <a:spcPts val="0"/>
              </a:spcAft>
              <a:buClr>
                <a:srgbClr val="0070C0"/>
              </a:buClr>
              <a:buSzPct val="150000"/>
              <a:buFont typeface="Wingdings" pitchFamily="2" charset="2"/>
              <a:buChar char="§"/>
              <a:defRPr/>
            </a:pPr>
            <a:r>
              <a:rPr lang="en-US" sz="4600" dirty="0"/>
              <a:t>If you begin the </a:t>
            </a:r>
            <a:r>
              <a:rPr lang="en-US" sz="4600" dirty="0">
                <a:solidFill>
                  <a:srgbClr val="00B0F0"/>
                </a:solidFill>
              </a:rPr>
              <a:t>data model using a use case</a:t>
            </a:r>
            <a:r>
              <a:rPr lang="en-US" sz="4600" dirty="0"/>
              <a:t>, look at the </a:t>
            </a:r>
            <a:r>
              <a:rPr lang="en-US" sz="4600" dirty="0">
                <a:solidFill>
                  <a:srgbClr val="00B0F0"/>
                </a:solidFill>
              </a:rPr>
              <a:t>major inputs and outputs of the use case</a:t>
            </a:r>
            <a:r>
              <a:rPr lang="en-US" sz="4600" dirty="0"/>
              <a:t>.</a:t>
            </a:r>
          </a:p>
          <a:p>
            <a:pPr marL="342900" lvl="1" indent="-342900" eaLnBrk="1" fontAlgn="auto" hangingPunct="1">
              <a:lnSpc>
                <a:spcPct val="110000"/>
              </a:lnSpc>
              <a:spcBef>
                <a:spcPts val="0"/>
              </a:spcBef>
              <a:spcAft>
                <a:spcPts val="0"/>
              </a:spcAft>
              <a:buClr>
                <a:srgbClr val="0070C0"/>
              </a:buClr>
              <a:buSzPct val="150000"/>
              <a:buFont typeface="Wingdings" pitchFamily="2" charset="2"/>
              <a:buChar char="§"/>
              <a:defRPr/>
            </a:pPr>
            <a:r>
              <a:rPr lang="en-US" sz="4600" dirty="0"/>
              <a:t>If the process models are available,  look at the </a:t>
            </a:r>
            <a:r>
              <a:rPr lang="en-US" sz="4600" dirty="0">
                <a:solidFill>
                  <a:srgbClr val="00B0F0"/>
                </a:solidFill>
              </a:rPr>
              <a:t>data stores, external entities, and data flows</a:t>
            </a:r>
            <a:r>
              <a:rPr lang="en-US" sz="4600" dirty="0"/>
              <a:t>.</a:t>
            </a:r>
          </a:p>
          <a:p>
            <a:pPr marL="342900" lvl="1" indent="-342900" eaLnBrk="1" fontAlgn="auto" hangingPunct="1">
              <a:spcBef>
                <a:spcPts val="0"/>
              </a:spcBef>
              <a:spcAft>
                <a:spcPts val="0"/>
              </a:spcAft>
              <a:buClr>
                <a:srgbClr val="0070C0"/>
              </a:buClr>
              <a:buSzPct val="150000"/>
              <a:buFont typeface="Arial" panose="020B0604020202020204" pitchFamily="34" charset="0"/>
              <a:buNone/>
              <a:defRPr/>
            </a:pPr>
            <a:endParaRPr lang="en-US" sz="3600" dirty="0"/>
          </a:p>
        </p:txBody>
      </p:sp>
      <p:sp>
        <p:nvSpPr>
          <p:cNvPr id="24580" name="Slide Number Placeholder 4">
            <a:extLst>
              <a:ext uri="{FF2B5EF4-FFF2-40B4-BE49-F238E27FC236}">
                <a16:creationId xmlns:a16="http://schemas.microsoft.com/office/drawing/2014/main" id="{BD84BF02-50BD-6F95-A4B2-5D795C04181C}"/>
              </a:ext>
            </a:extLst>
          </p:cNvPr>
          <p:cNvSpPr>
            <a:spLocks noGrp="1"/>
          </p:cNvSpPr>
          <p:nvPr>
            <p:ph type="sldNum" sz="quarter" idx="4294967295"/>
          </p:nvPr>
        </p:nvSpPr>
        <p:spPr bwMode="auto">
          <a:xfrm>
            <a:off x="70104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anose="020B0604030504040204" pitchFamily="34" charset="0"/>
              </a:defRPr>
            </a:lvl1pPr>
            <a:lvl2pPr marL="742950" indent="-285750">
              <a:lnSpc>
                <a:spcPct val="90000"/>
              </a:lnSpc>
              <a:spcBef>
                <a:spcPct val="20000"/>
              </a:spcBef>
              <a:spcAft>
                <a:spcPct val="10000"/>
              </a:spcAft>
              <a:buChar char="–"/>
              <a:defRPr sz="1500">
                <a:solidFill>
                  <a:srgbClr val="004D75"/>
                </a:solidFill>
                <a:latin typeface="Verdana" panose="020B0604030504040204" pitchFamily="34" charset="0"/>
              </a:defRPr>
            </a:lvl2pPr>
            <a:lvl3pPr marL="1143000" indent="-228600">
              <a:lnSpc>
                <a:spcPct val="90000"/>
              </a:lnSpc>
              <a:spcBef>
                <a:spcPct val="20000"/>
              </a:spcBef>
              <a:spcAft>
                <a:spcPct val="20000"/>
              </a:spcAft>
              <a:buChar char="•"/>
              <a:defRPr sz="1200">
                <a:solidFill>
                  <a:srgbClr val="004D75"/>
                </a:solidFill>
                <a:latin typeface="Verdana" panose="020B0604030504040204" pitchFamily="34" charset="0"/>
              </a:defRPr>
            </a:lvl3pPr>
            <a:lvl4pPr marL="1600200" indent="-228600">
              <a:lnSpc>
                <a:spcPct val="90000"/>
              </a:lnSpc>
              <a:spcBef>
                <a:spcPct val="20000"/>
              </a:spcBef>
              <a:spcAft>
                <a:spcPct val="20000"/>
              </a:spcAft>
              <a:buChar char="–"/>
              <a:defRPr sz="1200">
                <a:solidFill>
                  <a:srgbClr val="004D75"/>
                </a:solidFill>
                <a:latin typeface="Verdana" panose="020B0604030504040204" pitchFamily="34" charset="0"/>
              </a:defRPr>
            </a:lvl4pPr>
            <a:lvl5pPr marL="2057400" indent="-228600">
              <a:lnSpc>
                <a:spcPct val="90000"/>
              </a:lnSpc>
              <a:spcBef>
                <a:spcPct val="20000"/>
              </a:spcBef>
              <a:spcAft>
                <a:spcPct val="20000"/>
              </a:spcAft>
              <a:buChar char="»"/>
              <a:defRPr sz="1200">
                <a:solidFill>
                  <a:srgbClr val="004D75"/>
                </a:solidFill>
                <a:latin typeface="Verdana" panose="020B0604030504040204"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9pPr>
          </a:lstStyle>
          <a:p>
            <a:pPr>
              <a:lnSpc>
                <a:spcPct val="100000"/>
              </a:lnSpc>
              <a:spcBef>
                <a:spcPct val="0"/>
              </a:spcBef>
              <a:spcAft>
                <a:spcPct val="0"/>
              </a:spcAft>
              <a:buFontTx/>
              <a:buNone/>
            </a:pPr>
            <a:r>
              <a:rPr lang="en-US" altLang="en-US" sz="1200">
                <a:solidFill>
                  <a:srgbClr val="898989"/>
                </a:solidFill>
                <a:latin typeface="Calibri" panose="020F0502020204030204" pitchFamily="34" charset="0"/>
              </a:rPr>
              <a:t>6-</a:t>
            </a:r>
            <a:fld id="{DA10E0C7-5760-4AEB-A11A-00668B138579}" type="slidenum">
              <a:rPr lang="en-US" altLang="en-US" sz="1200">
                <a:solidFill>
                  <a:srgbClr val="898989"/>
                </a:solidFill>
                <a:latin typeface="Calibri" panose="020F0502020204030204" pitchFamily="34" charset="0"/>
              </a:rPr>
              <a:pPr>
                <a:lnSpc>
                  <a:spcPct val="100000"/>
                </a:lnSpc>
                <a:spcBef>
                  <a:spcPct val="0"/>
                </a:spcBef>
                <a:spcAft>
                  <a:spcPct val="0"/>
                </a:spcAft>
                <a:buFontTx/>
                <a:buNone/>
              </a:pPr>
              <a:t>9</a:t>
            </a:fld>
            <a:endParaRPr lang="en-US" altLang="en-US" sz="1200">
              <a:solidFill>
                <a:srgbClr val="898989"/>
              </a:solidFill>
              <a:latin typeface="Calibri" panose="020F0502020204030204" pitchFamily="34" charset="0"/>
            </a:endParaRPr>
          </a:p>
        </p:txBody>
      </p:sp>
      <p:sp>
        <p:nvSpPr>
          <p:cNvPr id="2" name="Rectangle 1">
            <a:extLst>
              <a:ext uri="{FF2B5EF4-FFF2-40B4-BE49-F238E27FC236}">
                <a16:creationId xmlns:a16="http://schemas.microsoft.com/office/drawing/2014/main" id="{693D0360-66F0-F58F-719A-F8E9300F7538}"/>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BFCA05A1-31F7-44E2-3F9C-2134F66C818B}"/>
              </a:ext>
            </a:extLst>
          </p:cNvPr>
          <p:cNvSpPr>
            <a:spLocks noGrp="1"/>
          </p:cNvSpPr>
          <p:nvPr>
            <p:ph type="title"/>
          </p:nvPr>
        </p:nvSpPr>
        <p:spPr/>
        <p:txBody>
          <a:bodyPr/>
          <a:lstStyle/>
          <a:p>
            <a:pPr eaLnBrk="1" hangingPunct="1"/>
            <a:r>
              <a:rPr lang="en-US" altLang="en-US" b="1"/>
              <a:t>Step 2: Add Attributes and Assign Identifiers</a:t>
            </a:r>
          </a:p>
        </p:txBody>
      </p:sp>
      <p:sp>
        <p:nvSpPr>
          <p:cNvPr id="25603" name="Content Placeholder 2">
            <a:extLst>
              <a:ext uri="{FF2B5EF4-FFF2-40B4-BE49-F238E27FC236}">
                <a16:creationId xmlns:a16="http://schemas.microsoft.com/office/drawing/2014/main" id="{E7E6FC04-C60D-CF17-B205-45785A2E5B8A}"/>
              </a:ext>
            </a:extLst>
          </p:cNvPr>
          <p:cNvSpPr>
            <a:spLocks noGrp="1"/>
          </p:cNvSpPr>
          <p:nvPr>
            <p:ph idx="1"/>
          </p:nvPr>
        </p:nvSpPr>
        <p:spPr>
          <a:xfrm>
            <a:off x="457200" y="1600200"/>
            <a:ext cx="8229600" cy="4800600"/>
          </a:xfrm>
        </p:spPr>
        <p:txBody>
          <a:bodyPr/>
          <a:lstStyle/>
          <a:p>
            <a:pPr eaLnBrk="1" hangingPunct="1">
              <a:spcBef>
                <a:spcPct val="0"/>
              </a:spcBef>
            </a:pPr>
            <a:r>
              <a:rPr lang="en-US" altLang="en-US" sz="3200"/>
              <a:t>The </a:t>
            </a:r>
            <a:r>
              <a:rPr lang="en-US" altLang="en-US" sz="3200">
                <a:solidFill>
                  <a:srgbClr val="00B0F0"/>
                </a:solidFill>
              </a:rPr>
              <a:t>information that describes each entity </a:t>
            </a:r>
            <a:r>
              <a:rPr lang="en-US" altLang="en-US" sz="3200"/>
              <a:t>becomes its </a:t>
            </a:r>
            <a:r>
              <a:rPr lang="en-US" altLang="en-US" sz="3200">
                <a:solidFill>
                  <a:srgbClr val="0000FF"/>
                </a:solidFill>
              </a:rPr>
              <a:t>attributes</a:t>
            </a:r>
            <a:r>
              <a:rPr lang="en-US" altLang="en-US" sz="3200"/>
              <a:t>.</a:t>
            </a:r>
          </a:p>
          <a:p>
            <a:pPr eaLnBrk="1" hangingPunct="1">
              <a:spcBef>
                <a:spcPct val="0"/>
              </a:spcBef>
            </a:pPr>
            <a:r>
              <a:rPr lang="en-US" altLang="en-US" sz="3200"/>
              <a:t>One or more of the </a:t>
            </a:r>
            <a:r>
              <a:rPr lang="en-US" altLang="en-US" sz="3200">
                <a:solidFill>
                  <a:srgbClr val="00B0F0"/>
                </a:solidFill>
              </a:rPr>
              <a:t>attributes</a:t>
            </a:r>
            <a:r>
              <a:rPr lang="en-US" altLang="en-US" sz="3200"/>
              <a:t> will </a:t>
            </a:r>
            <a:r>
              <a:rPr lang="en-US" altLang="en-US" sz="3200">
                <a:solidFill>
                  <a:srgbClr val="00B0F0"/>
                </a:solidFill>
              </a:rPr>
              <a:t>become</a:t>
            </a:r>
            <a:r>
              <a:rPr lang="en-US" altLang="en-US" sz="3200"/>
              <a:t> the entity’s </a:t>
            </a:r>
            <a:r>
              <a:rPr lang="en-US" altLang="en-US" sz="3200">
                <a:solidFill>
                  <a:srgbClr val="00B0F0"/>
                </a:solidFill>
              </a:rPr>
              <a:t>identifier</a:t>
            </a:r>
            <a:r>
              <a:rPr lang="en-US" altLang="en-US" sz="3200"/>
              <a:t>.</a:t>
            </a:r>
          </a:p>
          <a:p>
            <a:pPr eaLnBrk="1" hangingPunct="1">
              <a:spcBef>
                <a:spcPct val="0"/>
              </a:spcBef>
            </a:pPr>
            <a:endParaRPr lang="en-US" altLang="en-US"/>
          </a:p>
        </p:txBody>
      </p:sp>
      <p:sp>
        <p:nvSpPr>
          <p:cNvPr id="25604" name="Slide Number Placeholder 4">
            <a:extLst>
              <a:ext uri="{FF2B5EF4-FFF2-40B4-BE49-F238E27FC236}">
                <a16:creationId xmlns:a16="http://schemas.microsoft.com/office/drawing/2014/main" id="{5AC9B243-46E2-A2DA-93B5-8C40BB19E848}"/>
              </a:ext>
            </a:extLst>
          </p:cNvPr>
          <p:cNvSpPr>
            <a:spLocks noGrp="1"/>
          </p:cNvSpPr>
          <p:nvPr>
            <p:ph type="sldNum" sz="quarter" idx="4294967295"/>
          </p:nvPr>
        </p:nvSpPr>
        <p:spPr bwMode="auto">
          <a:xfrm>
            <a:off x="70104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anose="020B0604030504040204" pitchFamily="34" charset="0"/>
              </a:defRPr>
            </a:lvl1pPr>
            <a:lvl2pPr marL="742950" indent="-285750">
              <a:lnSpc>
                <a:spcPct val="90000"/>
              </a:lnSpc>
              <a:spcBef>
                <a:spcPct val="20000"/>
              </a:spcBef>
              <a:spcAft>
                <a:spcPct val="10000"/>
              </a:spcAft>
              <a:buChar char="–"/>
              <a:defRPr sz="1500">
                <a:solidFill>
                  <a:srgbClr val="004D75"/>
                </a:solidFill>
                <a:latin typeface="Verdana" panose="020B0604030504040204" pitchFamily="34" charset="0"/>
              </a:defRPr>
            </a:lvl2pPr>
            <a:lvl3pPr marL="1143000" indent="-228600">
              <a:lnSpc>
                <a:spcPct val="90000"/>
              </a:lnSpc>
              <a:spcBef>
                <a:spcPct val="20000"/>
              </a:spcBef>
              <a:spcAft>
                <a:spcPct val="20000"/>
              </a:spcAft>
              <a:buChar char="•"/>
              <a:defRPr sz="1200">
                <a:solidFill>
                  <a:srgbClr val="004D75"/>
                </a:solidFill>
                <a:latin typeface="Verdana" panose="020B0604030504040204" pitchFamily="34" charset="0"/>
              </a:defRPr>
            </a:lvl3pPr>
            <a:lvl4pPr marL="1600200" indent="-228600">
              <a:lnSpc>
                <a:spcPct val="90000"/>
              </a:lnSpc>
              <a:spcBef>
                <a:spcPct val="20000"/>
              </a:spcBef>
              <a:spcAft>
                <a:spcPct val="20000"/>
              </a:spcAft>
              <a:buChar char="–"/>
              <a:defRPr sz="1200">
                <a:solidFill>
                  <a:srgbClr val="004D75"/>
                </a:solidFill>
                <a:latin typeface="Verdana" panose="020B0604030504040204" pitchFamily="34" charset="0"/>
              </a:defRPr>
            </a:lvl4pPr>
            <a:lvl5pPr marL="2057400" indent="-228600">
              <a:lnSpc>
                <a:spcPct val="90000"/>
              </a:lnSpc>
              <a:spcBef>
                <a:spcPct val="20000"/>
              </a:spcBef>
              <a:spcAft>
                <a:spcPct val="20000"/>
              </a:spcAft>
              <a:buChar char="»"/>
              <a:defRPr sz="1200">
                <a:solidFill>
                  <a:srgbClr val="004D75"/>
                </a:solidFill>
                <a:latin typeface="Verdana" panose="020B0604030504040204"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9pPr>
          </a:lstStyle>
          <a:p>
            <a:pPr>
              <a:lnSpc>
                <a:spcPct val="100000"/>
              </a:lnSpc>
              <a:spcBef>
                <a:spcPct val="0"/>
              </a:spcBef>
              <a:spcAft>
                <a:spcPct val="0"/>
              </a:spcAft>
              <a:buFontTx/>
              <a:buNone/>
            </a:pPr>
            <a:r>
              <a:rPr lang="en-US" altLang="en-US" sz="1200">
                <a:solidFill>
                  <a:srgbClr val="898989"/>
                </a:solidFill>
                <a:latin typeface="Calibri" panose="020F0502020204030204" pitchFamily="34" charset="0"/>
              </a:rPr>
              <a:t>6-</a:t>
            </a:r>
            <a:fld id="{538B7AB9-66E4-4AE6-84B2-B4F83C1C7A37}" type="slidenum">
              <a:rPr lang="en-US" altLang="en-US" sz="1200">
                <a:solidFill>
                  <a:srgbClr val="898989"/>
                </a:solidFill>
                <a:latin typeface="Calibri" panose="020F0502020204030204" pitchFamily="34" charset="0"/>
              </a:rPr>
              <a:pPr>
                <a:lnSpc>
                  <a:spcPct val="100000"/>
                </a:lnSpc>
                <a:spcBef>
                  <a:spcPct val="0"/>
                </a:spcBef>
                <a:spcAft>
                  <a:spcPct val="0"/>
                </a:spcAft>
                <a:buFontTx/>
                <a:buNone/>
              </a:pPr>
              <a:t>10</a:t>
            </a:fld>
            <a:endParaRPr lang="en-US" altLang="en-US" sz="1200">
              <a:solidFill>
                <a:srgbClr val="898989"/>
              </a:solidFill>
              <a:latin typeface="Calibri" panose="020F0502020204030204" pitchFamily="34" charset="0"/>
            </a:endParaRPr>
          </a:p>
        </p:txBody>
      </p:sp>
      <p:sp>
        <p:nvSpPr>
          <p:cNvPr id="2" name="Rectangle 1">
            <a:extLst>
              <a:ext uri="{FF2B5EF4-FFF2-40B4-BE49-F238E27FC236}">
                <a16:creationId xmlns:a16="http://schemas.microsoft.com/office/drawing/2014/main" id="{0020BE2F-420A-DC34-6607-4F2C0E7D58EA}"/>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9066F209-AC62-F1E8-5372-D223261BD2D7}"/>
              </a:ext>
            </a:extLst>
          </p:cNvPr>
          <p:cNvSpPr>
            <a:spLocks noGrp="1"/>
          </p:cNvSpPr>
          <p:nvPr>
            <p:ph type="title"/>
          </p:nvPr>
        </p:nvSpPr>
        <p:spPr/>
        <p:txBody>
          <a:bodyPr/>
          <a:lstStyle/>
          <a:p>
            <a:pPr eaLnBrk="1" hangingPunct="1"/>
            <a:r>
              <a:rPr lang="en-US" altLang="en-US" b="1"/>
              <a:t>Step3: Identify Relationships</a:t>
            </a:r>
          </a:p>
        </p:txBody>
      </p:sp>
      <p:sp>
        <p:nvSpPr>
          <p:cNvPr id="26627" name="Content Placeholder 2">
            <a:extLst>
              <a:ext uri="{FF2B5EF4-FFF2-40B4-BE49-F238E27FC236}">
                <a16:creationId xmlns:a16="http://schemas.microsoft.com/office/drawing/2014/main" id="{BC8CD1CB-AD06-D87D-9CAC-B32C29C65538}"/>
              </a:ext>
            </a:extLst>
          </p:cNvPr>
          <p:cNvSpPr>
            <a:spLocks noGrp="1"/>
          </p:cNvSpPr>
          <p:nvPr>
            <p:ph idx="1"/>
          </p:nvPr>
        </p:nvSpPr>
        <p:spPr>
          <a:xfrm>
            <a:off x="381000" y="1722438"/>
            <a:ext cx="8305800" cy="1401762"/>
          </a:xfrm>
        </p:spPr>
        <p:txBody>
          <a:bodyPr/>
          <a:lstStyle/>
          <a:p>
            <a:pPr eaLnBrk="1" hangingPunct="1">
              <a:spcAft>
                <a:spcPct val="0"/>
              </a:spcAft>
            </a:pPr>
            <a:r>
              <a:rPr lang="en-US" altLang="en-US" sz="2800"/>
              <a:t>The last step in creating ERDs is to determine </a:t>
            </a:r>
            <a:r>
              <a:rPr lang="en-US" altLang="en-US" sz="2800">
                <a:solidFill>
                  <a:srgbClr val="00B0F0"/>
                </a:solidFill>
              </a:rPr>
              <a:t>how the entities are related to each other</a:t>
            </a:r>
            <a:r>
              <a:rPr lang="en-US" altLang="en-US" sz="2800"/>
              <a:t>.</a:t>
            </a:r>
          </a:p>
          <a:p>
            <a:pPr eaLnBrk="1" hangingPunct="1">
              <a:spcAft>
                <a:spcPct val="0"/>
              </a:spcAft>
            </a:pPr>
            <a:r>
              <a:rPr lang="en-US" altLang="en-US" sz="2800">
                <a:solidFill>
                  <a:srgbClr val="00B0F0"/>
                </a:solidFill>
              </a:rPr>
              <a:t>Lines</a:t>
            </a:r>
            <a:r>
              <a:rPr lang="en-US" altLang="en-US" sz="2800"/>
              <a:t> are drawn between the entities  that have </a:t>
            </a:r>
            <a:r>
              <a:rPr lang="en-US" altLang="en-US" sz="2800" b="1">
                <a:solidFill>
                  <a:srgbClr val="0000FF"/>
                </a:solidFill>
              </a:rPr>
              <a:t>relationships</a:t>
            </a:r>
            <a:r>
              <a:rPr lang="en-US" altLang="en-US" sz="2800"/>
              <a:t>.</a:t>
            </a:r>
          </a:p>
          <a:p>
            <a:pPr eaLnBrk="1" hangingPunct="1">
              <a:spcAft>
                <a:spcPct val="0"/>
              </a:spcAft>
            </a:pPr>
            <a:r>
              <a:rPr lang="en-US" altLang="en-US" sz="2800">
                <a:solidFill>
                  <a:srgbClr val="00B0F0"/>
                </a:solidFill>
              </a:rPr>
              <a:t>Each relationship is labeled</a:t>
            </a:r>
            <a:r>
              <a:rPr lang="en-US" altLang="en-US" sz="2800"/>
              <a:t>, and </a:t>
            </a:r>
            <a:r>
              <a:rPr lang="en-US" altLang="en-US" sz="2800">
                <a:solidFill>
                  <a:srgbClr val="0000FF"/>
                </a:solidFill>
              </a:rPr>
              <a:t>cardinality</a:t>
            </a:r>
            <a:r>
              <a:rPr lang="en-US" altLang="en-US" sz="2800"/>
              <a:t> and </a:t>
            </a:r>
            <a:r>
              <a:rPr lang="en-US" altLang="en-US" sz="2800">
                <a:solidFill>
                  <a:srgbClr val="0000FF"/>
                </a:solidFill>
              </a:rPr>
              <a:t>modality</a:t>
            </a:r>
            <a:r>
              <a:rPr lang="en-US" altLang="en-US" sz="2800"/>
              <a:t> are assigned.</a:t>
            </a:r>
          </a:p>
          <a:p>
            <a:pPr eaLnBrk="1" hangingPunct="1">
              <a:spcAft>
                <a:spcPct val="0"/>
              </a:spcAft>
            </a:pPr>
            <a:endParaRPr lang="en-US" altLang="en-US" sz="2800"/>
          </a:p>
        </p:txBody>
      </p:sp>
      <p:sp>
        <p:nvSpPr>
          <p:cNvPr id="26628" name="Slide Number Placeholder 4">
            <a:extLst>
              <a:ext uri="{FF2B5EF4-FFF2-40B4-BE49-F238E27FC236}">
                <a16:creationId xmlns:a16="http://schemas.microsoft.com/office/drawing/2014/main" id="{BE1A01AC-3C60-609B-27C7-5F98AD0D2316}"/>
              </a:ext>
            </a:extLst>
          </p:cNvPr>
          <p:cNvSpPr>
            <a:spLocks noGrp="1"/>
          </p:cNvSpPr>
          <p:nvPr>
            <p:ph type="sldNum" sz="quarter" idx="4294967295"/>
          </p:nvPr>
        </p:nvSpPr>
        <p:spPr bwMode="auto">
          <a:xfrm>
            <a:off x="70104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anose="020B0604030504040204" pitchFamily="34" charset="0"/>
              </a:defRPr>
            </a:lvl1pPr>
            <a:lvl2pPr marL="742950" indent="-285750">
              <a:lnSpc>
                <a:spcPct val="90000"/>
              </a:lnSpc>
              <a:spcBef>
                <a:spcPct val="20000"/>
              </a:spcBef>
              <a:spcAft>
                <a:spcPct val="10000"/>
              </a:spcAft>
              <a:buChar char="–"/>
              <a:defRPr sz="1500">
                <a:solidFill>
                  <a:srgbClr val="004D75"/>
                </a:solidFill>
                <a:latin typeface="Verdana" panose="020B0604030504040204" pitchFamily="34" charset="0"/>
              </a:defRPr>
            </a:lvl2pPr>
            <a:lvl3pPr marL="1143000" indent="-228600">
              <a:lnSpc>
                <a:spcPct val="90000"/>
              </a:lnSpc>
              <a:spcBef>
                <a:spcPct val="20000"/>
              </a:spcBef>
              <a:spcAft>
                <a:spcPct val="20000"/>
              </a:spcAft>
              <a:buChar char="•"/>
              <a:defRPr sz="1200">
                <a:solidFill>
                  <a:srgbClr val="004D75"/>
                </a:solidFill>
                <a:latin typeface="Verdana" panose="020B0604030504040204" pitchFamily="34" charset="0"/>
              </a:defRPr>
            </a:lvl3pPr>
            <a:lvl4pPr marL="1600200" indent="-228600">
              <a:lnSpc>
                <a:spcPct val="90000"/>
              </a:lnSpc>
              <a:spcBef>
                <a:spcPct val="20000"/>
              </a:spcBef>
              <a:spcAft>
                <a:spcPct val="20000"/>
              </a:spcAft>
              <a:buChar char="–"/>
              <a:defRPr sz="1200">
                <a:solidFill>
                  <a:srgbClr val="004D75"/>
                </a:solidFill>
                <a:latin typeface="Verdana" panose="020B0604030504040204" pitchFamily="34" charset="0"/>
              </a:defRPr>
            </a:lvl4pPr>
            <a:lvl5pPr marL="2057400" indent="-228600">
              <a:lnSpc>
                <a:spcPct val="90000"/>
              </a:lnSpc>
              <a:spcBef>
                <a:spcPct val="20000"/>
              </a:spcBef>
              <a:spcAft>
                <a:spcPct val="20000"/>
              </a:spcAft>
              <a:buChar char="»"/>
              <a:defRPr sz="1200">
                <a:solidFill>
                  <a:srgbClr val="004D75"/>
                </a:solidFill>
                <a:latin typeface="Verdana" panose="020B0604030504040204"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9pPr>
          </a:lstStyle>
          <a:p>
            <a:pPr>
              <a:lnSpc>
                <a:spcPct val="100000"/>
              </a:lnSpc>
              <a:spcBef>
                <a:spcPct val="0"/>
              </a:spcBef>
              <a:spcAft>
                <a:spcPct val="0"/>
              </a:spcAft>
              <a:buFontTx/>
              <a:buNone/>
            </a:pPr>
            <a:r>
              <a:rPr lang="en-US" altLang="en-US" sz="1200">
                <a:solidFill>
                  <a:srgbClr val="898989"/>
                </a:solidFill>
                <a:latin typeface="Calibri" panose="020F0502020204030204" pitchFamily="34" charset="0"/>
              </a:rPr>
              <a:t>6-</a:t>
            </a:r>
            <a:fld id="{7A6DA0DD-E428-4B17-9601-46B85111ED9A}" type="slidenum">
              <a:rPr lang="en-US" altLang="en-US" sz="1200">
                <a:solidFill>
                  <a:srgbClr val="898989"/>
                </a:solidFill>
                <a:latin typeface="Calibri" panose="020F0502020204030204" pitchFamily="34" charset="0"/>
              </a:rPr>
              <a:pPr>
                <a:lnSpc>
                  <a:spcPct val="100000"/>
                </a:lnSpc>
                <a:spcBef>
                  <a:spcPct val="0"/>
                </a:spcBef>
                <a:spcAft>
                  <a:spcPct val="0"/>
                </a:spcAft>
                <a:buFontTx/>
                <a:buNone/>
              </a:pPr>
              <a:t>11</a:t>
            </a:fld>
            <a:endParaRPr lang="en-US" altLang="en-US" sz="1200">
              <a:solidFill>
                <a:srgbClr val="898989"/>
              </a:solidFill>
              <a:latin typeface="Calibri" panose="020F0502020204030204" pitchFamily="34" charset="0"/>
            </a:endParaRPr>
          </a:p>
        </p:txBody>
      </p:sp>
      <p:sp>
        <p:nvSpPr>
          <p:cNvPr id="2" name="Rectangle 1">
            <a:extLst>
              <a:ext uri="{FF2B5EF4-FFF2-40B4-BE49-F238E27FC236}">
                <a16:creationId xmlns:a16="http://schemas.microsoft.com/office/drawing/2014/main" id="{39D0ADBC-C445-0F06-91CF-1030DAD3A389}"/>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9E0FC3C8-D4AF-B8ED-EA33-34079D2CF10B}"/>
              </a:ext>
            </a:extLst>
          </p:cNvPr>
          <p:cNvSpPr>
            <a:spLocks noGrp="1" noChangeArrowheads="1"/>
          </p:cNvSpPr>
          <p:nvPr>
            <p:ph type="title"/>
          </p:nvPr>
        </p:nvSpPr>
        <p:spPr>
          <a:xfrm>
            <a:off x="381000" y="381000"/>
            <a:ext cx="8305800" cy="671513"/>
          </a:xfrm>
        </p:spPr>
        <p:txBody>
          <a:bodyPr/>
          <a:lstStyle/>
          <a:p>
            <a:pPr eaLnBrk="1" hangingPunct="1"/>
            <a:r>
              <a:rPr lang="en-GB" altLang="en-US" b="1">
                <a:solidFill>
                  <a:srgbClr val="FD0F0F"/>
                </a:solidFill>
              </a:rPr>
              <a:t>ENTITIES</a:t>
            </a:r>
          </a:p>
        </p:txBody>
      </p:sp>
      <p:sp>
        <p:nvSpPr>
          <p:cNvPr id="27651" name="Rectangle 3">
            <a:extLst>
              <a:ext uri="{FF2B5EF4-FFF2-40B4-BE49-F238E27FC236}">
                <a16:creationId xmlns:a16="http://schemas.microsoft.com/office/drawing/2014/main" id="{C261F332-501E-C6ED-8EDC-C4D83452A320}"/>
              </a:ext>
            </a:extLst>
          </p:cNvPr>
          <p:cNvSpPr>
            <a:spLocks noGrp="1" noChangeArrowheads="1"/>
          </p:cNvSpPr>
          <p:nvPr>
            <p:ph type="body" sz="half" idx="2"/>
          </p:nvPr>
        </p:nvSpPr>
        <p:spPr>
          <a:xfrm>
            <a:off x="3998913" y="515938"/>
            <a:ext cx="4895850" cy="5934075"/>
          </a:xfrm>
        </p:spPr>
        <p:txBody>
          <a:bodyPr/>
          <a:lstStyle/>
          <a:p>
            <a:pPr marL="342900" indent="-342900" eaLnBrk="1" hangingPunct="1">
              <a:lnSpc>
                <a:spcPct val="80000"/>
              </a:lnSpc>
              <a:buClr>
                <a:schemeClr val="tx1"/>
              </a:buClr>
              <a:buSzPct val="80000"/>
              <a:buFont typeface="Monotype Sorts" pitchFamily="2" charset="2"/>
              <a:buChar char="u"/>
            </a:pPr>
            <a:r>
              <a:rPr lang="en-GB" altLang="en-US" sz="2000" b="1"/>
              <a:t>Entity</a:t>
            </a:r>
          </a:p>
          <a:p>
            <a:pPr marL="742950" lvl="1" indent="-285750" eaLnBrk="1" hangingPunct="1">
              <a:lnSpc>
                <a:spcPct val="80000"/>
              </a:lnSpc>
              <a:buClr>
                <a:schemeClr val="tx1"/>
              </a:buClr>
              <a:buSzPct val="80000"/>
              <a:buFont typeface="Wingdings" panose="05000000000000000000" pitchFamily="2" charset="2"/>
              <a:buChar char="Ø"/>
            </a:pPr>
            <a:r>
              <a:rPr lang="en-US" altLang="en-US" sz="2000"/>
              <a:t>An entity is a business object or thing we want to store and process information about.</a:t>
            </a:r>
          </a:p>
          <a:p>
            <a:pPr marL="742950" lvl="1" indent="-285750" eaLnBrk="1" hangingPunct="1">
              <a:lnSpc>
                <a:spcPct val="80000"/>
              </a:lnSpc>
              <a:buClr>
                <a:schemeClr val="tx1"/>
              </a:buClr>
              <a:buSzPct val="80000"/>
              <a:buFont typeface="Wingdings" panose="05000000000000000000" pitchFamily="2" charset="2"/>
              <a:buChar char="Ø"/>
            </a:pPr>
            <a:r>
              <a:rPr lang="en-US" altLang="en-US" sz="2000"/>
              <a:t>Entities can be grouped into one of </a:t>
            </a:r>
            <a:r>
              <a:rPr lang="en-US" altLang="en-US" sz="2000" b="1"/>
              <a:t>5 classes</a:t>
            </a:r>
            <a:r>
              <a:rPr lang="en-US" altLang="en-US" sz="2000"/>
              <a:t>: persons, places, objects, events or concepts</a:t>
            </a:r>
            <a:endParaRPr lang="en-GB" altLang="en-US" sz="2000"/>
          </a:p>
          <a:p>
            <a:pPr marL="742950" lvl="1" indent="-285750" eaLnBrk="1" hangingPunct="1">
              <a:lnSpc>
                <a:spcPct val="80000"/>
              </a:lnSpc>
              <a:buClr>
                <a:schemeClr val="tx1"/>
              </a:buClr>
              <a:buSzPct val="80000"/>
              <a:buFont typeface="Wingdings" panose="05000000000000000000" pitchFamily="2" charset="2"/>
              <a:buChar char="Ø"/>
            </a:pPr>
            <a:r>
              <a:rPr lang="en-GB" altLang="en-US" sz="2000"/>
              <a:t>Nouns refer to entities</a:t>
            </a:r>
          </a:p>
          <a:p>
            <a:pPr marL="742950" lvl="1" indent="-285750" eaLnBrk="1" hangingPunct="1">
              <a:lnSpc>
                <a:spcPct val="80000"/>
              </a:lnSpc>
              <a:buClr>
                <a:schemeClr val="tx1"/>
              </a:buClr>
              <a:buSzPct val="80000"/>
              <a:buFont typeface="Wingdings" panose="05000000000000000000" pitchFamily="2" charset="2"/>
              <a:buChar char="Ø"/>
            </a:pPr>
            <a:r>
              <a:rPr lang="en-GB" altLang="en-US" sz="2000"/>
              <a:t>Entities are described by </a:t>
            </a:r>
            <a:r>
              <a:rPr lang="en-GB" altLang="en-US" sz="2000" b="1"/>
              <a:t>attributes</a:t>
            </a:r>
            <a:endParaRPr lang="en-GB" altLang="en-US" sz="2000"/>
          </a:p>
          <a:p>
            <a:pPr marL="742950" lvl="1" indent="-285750" eaLnBrk="1" hangingPunct="1">
              <a:lnSpc>
                <a:spcPct val="80000"/>
              </a:lnSpc>
              <a:buClr>
                <a:schemeClr val="tx1"/>
              </a:buClr>
              <a:buSzPct val="80000"/>
              <a:buFont typeface="Wingdings" panose="05000000000000000000" pitchFamily="2" charset="2"/>
              <a:buChar char="Ø"/>
            </a:pPr>
            <a:endParaRPr lang="en-GB" altLang="en-US" sz="2000" b="1"/>
          </a:p>
          <a:p>
            <a:pPr marL="342900" indent="-342900" eaLnBrk="1" hangingPunct="1">
              <a:lnSpc>
                <a:spcPct val="80000"/>
              </a:lnSpc>
              <a:buClr>
                <a:schemeClr val="tx1"/>
              </a:buClr>
              <a:buSzPct val="80000"/>
              <a:buFont typeface="Monotype Sorts" pitchFamily="2" charset="2"/>
              <a:buChar char="u"/>
            </a:pPr>
            <a:r>
              <a:rPr lang="en-GB" altLang="en-US" sz="2000" b="1"/>
              <a:t>Entity Occurrences/instances</a:t>
            </a:r>
          </a:p>
          <a:p>
            <a:pPr marL="742950" lvl="1" indent="-285750" eaLnBrk="1" hangingPunct="1">
              <a:lnSpc>
                <a:spcPct val="80000"/>
              </a:lnSpc>
              <a:buClr>
                <a:schemeClr val="tx1"/>
              </a:buClr>
              <a:buSzPct val="80000"/>
              <a:buFont typeface="Wingdings" panose="05000000000000000000" pitchFamily="2" charset="2"/>
              <a:buChar char="Ø"/>
            </a:pPr>
            <a:r>
              <a:rPr lang="en-US" altLang="en-US" sz="2000">
                <a:solidFill>
                  <a:srgbClr val="0000FF"/>
                </a:solidFill>
              </a:rPr>
              <a:t>Entities</a:t>
            </a:r>
            <a:r>
              <a:rPr lang="en-US" altLang="en-US" sz="2000"/>
              <a:t> represent something for which there exist multiple </a:t>
            </a:r>
            <a:r>
              <a:rPr lang="en-US" altLang="en-US" sz="2000" b="1" i="1">
                <a:solidFill>
                  <a:srgbClr val="0000FF"/>
                </a:solidFill>
              </a:rPr>
              <a:t>instances</a:t>
            </a:r>
            <a:r>
              <a:rPr lang="en-US" altLang="en-US" sz="2000"/>
              <a:t>, or </a:t>
            </a:r>
            <a:r>
              <a:rPr lang="en-US" altLang="en-US" sz="2000" i="1">
                <a:solidFill>
                  <a:srgbClr val="0000FF"/>
                </a:solidFill>
              </a:rPr>
              <a:t>occurrences</a:t>
            </a:r>
            <a:endParaRPr lang="en-GB" altLang="en-US" sz="2000"/>
          </a:p>
          <a:p>
            <a:pPr marL="742950" lvl="1" indent="-285750" eaLnBrk="1" hangingPunct="1">
              <a:lnSpc>
                <a:spcPct val="80000"/>
              </a:lnSpc>
              <a:buClr>
                <a:schemeClr val="tx1"/>
              </a:buClr>
              <a:buSzPct val="80000"/>
              <a:buFont typeface="Wingdings" panose="05000000000000000000" pitchFamily="2" charset="2"/>
              <a:buChar char="Ø"/>
            </a:pPr>
            <a:r>
              <a:rPr lang="en-GB" altLang="en-US" sz="2000"/>
              <a:t>Each set of values for the attributes represents an occurrence of an entity</a:t>
            </a:r>
          </a:p>
        </p:txBody>
      </p:sp>
      <p:sp>
        <p:nvSpPr>
          <p:cNvPr id="27652" name="Text Box 8">
            <a:extLst>
              <a:ext uri="{FF2B5EF4-FFF2-40B4-BE49-F238E27FC236}">
                <a16:creationId xmlns:a16="http://schemas.microsoft.com/office/drawing/2014/main" id="{67C47E33-2ED1-6FA1-809F-874897792E87}"/>
              </a:ext>
            </a:extLst>
          </p:cNvPr>
          <p:cNvSpPr txBox="1">
            <a:spLocks noChangeArrowheads="1"/>
          </p:cNvSpPr>
          <p:nvPr/>
        </p:nvSpPr>
        <p:spPr bwMode="auto">
          <a:xfrm rot="15347">
            <a:off x="566738" y="2778125"/>
            <a:ext cx="3135312" cy="131445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600" b="1" u="sng">
                <a:solidFill>
                  <a:schemeClr val="tx1"/>
                </a:solidFill>
                <a:latin typeface="Times New Roman" panose="02020603050405020304" pitchFamily="18" charset="0"/>
              </a:rPr>
              <a:t>Examples</a:t>
            </a:r>
          </a:p>
          <a:p>
            <a:r>
              <a:rPr lang="en-GB" altLang="en-US" sz="1600">
                <a:solidFill>
                  <a:schemeClr val="tx1"/>
                </a:solidFill>
                <a:latin typeface="Times New Roman" panose="02020603050405020304" pitchFamily="18" charset="0"/>
              </a:rPr>
              <a:t>STUDENT, CUSTOMER, DOCTOR, ESTIMATE, DVD, LOAN, ORDER, ORDER-LINE, STOCK ITEM, RESERVATION</a:t>
            </a:r>
            <a:endParaRPr lang="en-GB" altLang="en-US" sz="1600" b="1" u="sng">
              <a:solidFill>
                <a:schemeClr val="tx1"/>
              </a:solidFill>
              <a:latin typeface="Times New Roman" panose="02020603050405020304" pitchFamily="18" charset="0"/>
            </a:endParaRPr>
          </a:p>
        </p:txBody>
      </p:sp>
      <p:grpSp>
        <p:nvGrpSpPr>
          <p:cNvPr id="27653" name="Group 10">
            <a:extLst>
              <a:ext uri="{FF2B5EF4-FFF2-40B4-BE49-F238E27FC236}">
                <a16:creationId xmlns:a16="http://schemas.microsoft.com/office/drawing/2014/main" id="{18F5582F-E83C-C714-8FBF-29C42A1DC800}"/>
              </a:ext>
            </a:extLst>
          </p:cNvPr>
          <p:cNvGrpSpPr>
            <a:grpSpLocks/>
          </p:cNvGrpSpPr>
          <p:nvPr/>
        </p:nvGrpSpPr>
        <p:grpSpPr bwMode="auto">
          <a:xfrm>
            <a:off x="1247775" y="1246188"/>
            <a:ext cx="1778000" cy="1319212"/>
            <a:chOff x="786" y="970"/>
            <a:chExt cx="934" cy="646"/>
          </a:xfrm>
        </p:grpSpPr>
        <p:sp>
          <p:nvSpPr>
            <p:cNvPr id="27654" name="AutoShape 5">
              <a:extLst>
                <a:ext uri="{FF2B5EF4-FFF2-40B4-BE49-F238E27FC236}">
                  <a16:creationId xmlns:a16="http://schemas.microsoft.com/office/drawing/2014/main" id="{4398728A-082D-12AC-D18E-2DE80116736B}"/>
                </a:ext>
              </a:extLst>
            </p:cNvPr>
            <p:cNvSpPr>
              <a:spLocks noChangeArrowheads="1"/>
            </p:cNvSpPr>
            <p:nvPr/>
          </p:nvSpPr>
          <p:spPr bwMode="auto">
            <a:xfrm>
              <a:off x="873" y="1026"/>
              <a:ext cx="847" cy="59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27655" name="AutoShape 6">
              <a:extLst>
                <a:ext uri="{FF2B5EF4-FFF2-40B4-BE49-F238E27FC236}">
                  <a16:creationId xmlns:a16="http://schemas.microsoft.com/office/drawing/2014/main" id="{A399D3EB-AFAB-702F-D244-AA88ACEA3169}"/>
                </a:ext>
              </a:extLst>
            </p:cNvPr>
            <p:cNvSpPr>
              <a:spLocks noChangeArrowheads="1"/>
            </p:cNvSpPr>
            <p:nvPr/>
          </p:nvSpPr>
          <p:spPr bwMode="auto">
            <a:xfrm>
              <a:off x="832" y="992"/>
              <a:ext cx="847" cy="59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27656" name="Text Box 7">
              <a:extLst>
                <a:ext uri="{FF2B5EF4-FFF2-40B4-BE49-F238E27FC236}">
                  <a16:creationId xmlns:a16="http://schemas.microsoft.com/office/drawing/2014/main" id="{48D971FF-6182-08B5-467E-B3209AF145E0}"/>
                </a:ext>
              </a:extLst>
            </p:cNvPr>
            <p:cNvSpPr txBox="1">
              <a:spLocks noChangeArrowheads="1"/>
            </p:cNvSpPr>
            <p:nvPr/>
          </p:nvSpPr>
          <p:spPr bwMode="auto">
            <a:xfrm>
              <a:off x="786" y="970"/>
              <a:ext cx="913" cy="206"/>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200" b="1">
                  <a:solidFill>
                    <a:schemeClr val="tx1"/>
                  </a:solidFill>
                  <a:latin typeface="Times New Roman" panose="02020603050405020304" pitchFamily="18" charset="0"/>
                </a:rPr>
                <a:t>ENTITY NAME</a:t>
              </a:r>
            </a:p>
          </p:txBody>
        </p:sp>
        <p:sp>
          <p:nvSpPr>
            <p:cNvPr id="27657" name="Line 9">
              <a:extLst>
                <a:ext uri="{FF2B5EF4-FFF2-40B4-BE49-F238E27FC236}">
                  <a16:creationId xmlns:a16="http://schemas.microsoft.com/office/drawing/2014/main" id="{BC2EC3FF-60D1-64DB-51CE-FC65B3300D8F}"/>
                </a:ext>
              </a:extLst>
            </p:cNvPr>
            <p:cNvSpPr>
              <a:spLocks noChangeShapeType="1"/>
            </p:cNvSpPr>
            <p:nvPr/>
          </p:nvSpPr>
          <p:spPr bwMode="auto">
            <a:xfrm>
              <a:off x="832" y="1152"/>
              <a:ext cx="8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2" name="Rectangle 1">
            <a:extLst>
              <a:ext uri="{FF2B5EF4-FFF2-40B4-BE49-F238E27FC236}">
                <a16:creationId xmlns:a16="http://schemas.microsoft.com/office/drawing/2014/main" id="{2079D505-4CA3-B5B6-322F-22EE94061EBF}"/>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F29A490F-C8D6-F421-4342-4D41B9AE2FE7}"/>
              </a:ext>
            </a:extLst>
          </p:cNvPr>
          <p:cNvSpPr>
            <a:spLocks noGrp="1" noChangeArrowheads="1"/>
          </p:cNvSpPr>
          <p:nvPr>
            <p:ph type="title"/>
          </p:nvPr>
        </p:nvSpPr>
        <p:spPr>
          <a:xfrm>
            <a:off x="381000" y="381000"/>
            <a:ext cx="8305800" cy="571500"/>
          </a:xfrm>
        </p:spPr>
        <p:txBody>
          <a:bodyPr/>
          <a:lstStyle/>
          <a:p>
            <a:pPr eaLnBrk="1" hangingPunct="1"/>
            <a:r>
              <a:rPr lang="en-GB" altLang="en-US" sz="3200" b="1">
                <a:solidFill>
                  <a:srgbClr val="FD0F0F"/>
                </a:solidFill>
              </a:rPr>
              <a:t>ATTRIBUTES</a:t>
            </a:r>
          </a:p>
        </p:txBody>
      </p:sp>
      <p:sp>
        <p:nvSpPr>
          <p:cNvPr id="28675" name="Rectangle 3">
            <a:extLst>
              <a:ext uri="{FF2B5EF4-FFF2-40B4-BE49-F238E27FC236}">
                <a16:creationId xmlns:a16="http://schemas.microsoft.com/office/drawing/2014/main" id="{FCB5AF7F-A008-AB48-FF5B-960D0538904D}"/>
              </a:ext>
            </a:extLst>
          </p:cNvPr>
          <p:cNvSpPr>
            <a:spLocks noGrp="1" noChangeArrowheads="1"/>
          </p:cNvSpPr>
          <p:nvPr>
            <p:ph idx="1"/>
          </p:nvPr>
        </p:nvSpPr>
        <p:spPr>
          <a:xfrm>
            <a:off x="381000" y="1005107"/>
            <a:ext cx="8305800" cy="5484813"/>
          </a:xfrm>
        </p:spPr>
        <p:txBody>
          <a:bodyPr/>
          <a:lstStyle/>
          <a:p>
            <a:pPr eaLnBrk="1" hangingPunct="1"/>
            <a:r>
              <a:rPr lang="en-US" altLang="en-US" sz="2400" dirty="0"/>
              <a:t>An attribute is a descriptive property or characteristic of an entity</a:t>
            </a:r>
          </a:p>
          <a:p>
            <a:pPr lvl="1" eaLnBrk="1" hangingPunct="1"/>
            <a:r>
              <a:rPr lang="en-US" altLang="en-US" sz="2000" b="1" dirty="0"/>
              <a:t>e.g.</a:t>
            </a:r>
            <a:r>
              <a:rPr lang="en-US" altLang="en-US" sz="2000" dirty="0"/>
              <a:t> For entity STUDENT we have such attributes as NAME, ADDRESS, DATE OF BIRTH </a:t>
            </a:r>
            <a:r>
              <a:rPr lang="en-US" altLang="en-US" sz="2000" dirty="0" err="1"/>
              <a:t>etc</a:t>
            </a:r>
            <a:endParaRPr lang="en-US" altLang="en-US" sz="2000" dirty="0"/>
          </a:p>
          <a:p>
            <a:pPr lvl="1" eaLnBrk="1" hangingPunct="1"/>
            <a:r>
              <a:rPr lang="en-US" altLang="en-US" sz="2000" b="1" dirty="0"/>
              <a:t>Synonyms :</a:t>
            </a:r>
            <a:r>
              <a:rPr lang="en-US" altLang="en-US" sz="2000" dirty="0"/>
              <a:t> element, column, field, variable</a:t>
            </a:r>
          </a:p>
          <a:p>
            <a:pPr eaLnBrk="1" hangingPunct="1"/>
            <a:endParaRPr lang="en-US" altLang="en-US" sz="2000" dirty="0"/>
          </a:p>
          <a:p>
            <a:pPr eaLnBrk="1" hangingPunct="1"/>
            <a:r>
              <a:rPr lang="en-US" altLang="en-US" sz="2400" dirty="0"/>
              <a:t>A </a:t>
            </a:r>
            <a:r>
              <a:rPr lang="en-US" altLang="en-US" sz="2400" b="1" dirty="0">
                <a:solidFill>
                  <a:srgbClr val="0070C0"/>
                </a:solidFill>
              </a:rPr>
              <a:t>compound attribute </a:t>
            </a:r>
            <a:r>
              <a:rPr lang="en-US" altLang="en-US" sz="2400" dirty="0"/>
              <a:t>is actually one that  consists of other attributes </a:t>
            </a:r>
          </a:p>
          <a:p>
            <a:pPr lvl="1" eaLnBrk="1" hangingPunct="1"/>
            <a:r>
              <a:rPr lang="en-US" altLang="en-US" sz="2000" b="1" dirty="0"/>
              <a:t>e.g.</a:t>
            </a:r>
            <a:r>
              <a:rPr lang="en-US" altLang="en-US" sz="2000" dirty="0"/>
              <a:t> for entity STUDENT, a student’s NAME is actually a compound attribute that consists of FIRST NAME, SURNAME and MIDDLE INITIAL</a:t>
            </a:r>
          </a:p>
          <a:p>
            <a:pPr lvl="1" eaLnBrk="1" hangingPunct="1"/>
            <a:r>
              <a:rPr lang="en-US" altLang="en-US" sz="2000" b="1" dirty="0"/>
              <a:t>Synonyms :</a:t>
            </a:r>
            <a:r>
              <a:rPr lang="en-US" altLang="en-US" sz="2000" dirty="0"/>
              <a:t> composite attribute, concatenated attribute</a:t>
            </a:r>
            <a:r>
              <a:rPr lang="en-US" altLang="en-US" sz="2000" b="1" dirty="0"/>
              <a:t> </a:t>
            </a:r>
            <a:r>
              <a:rPr lang="en-US" altLang="en-US" sz="2000" dirty="0"/>
              <a:t>and data structure</a:t>
            </a:r>
          </a:p>
          <a:p>
            <a:pPr eaLnBrk="1" hangingPunct="1"/>
            <a:endParaRPr lang="en-US" altLang="en-US" sz="2000" dirty="0"/>
          </a:p>
        </p:txBody>
      </p:sp>
      <p:sp>
        <p:nvSpPr>
          <p:cNvPr id="2" name="Rectangle 1">
            <a:extLst>
              <a:ext uri="{FF2B5EF4-FFF2-40B4-BE49-F238E27FC236}">
                <a16:creationId xmlns:a16="http://schemas.microsoft.com/office/drawing/2014/main" id="{9851A293-D722-BD6C-7AF2-BE8A0D88AD3D}"/>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a:extLst>
              <a:ext uri="{FF2B5EF4-FFF2-40B4-BE49-F238E27FC236}">
                <a16:creationId xmlns:a16="http://schemas.microsoft.com/office/drawing/2014/main" id="{8D6CEDC7-7D51-DD85-C7C7-31D63DAEA92B}"/>
              </a:ext>
            </a:extLst>
          </p:cNvPr>
          <p:cNvSpPr txBox="1">
            <a:spLocks noChangeArrowheads="1"/>
          </p:cNvSpPr>
          <p:nvPr/>
        </p:nvSpPr>
        <p:spPr bwMode="auto">
          <a:xfrm>
            <a:off x="88900" y="188913"/>
            <a:ext cx="89344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2800" b="1">
                <a:solidFill>
                  <a:schemeClr val="tx1"/>
                </a:solidFill>
              </a:rPr>
              <a:t>Different Views of an Entity with Attributes</a:t>
            </a:r>
            <a:endParaRPr lang="en-GB" altLang="en-US" sz="3200" b="1">
              <a:solidFill>
                <a:schemeClr val="tx1"/>
              </a:solidFill>
            </a:endParaRPr>
          </a:p>
        </p:txBody>
      </p:sp>
      <p:sp>
        <p:nvSpPr>
          <p:cNvPr id="29699" name="Text Box 5">
            <a:extLst>
              <a:ext uri="{FF2B5EF4-FFF2-40B4-BE49-F238E27FC236}">
                <a16:creationId xmlns:a16="http://schemas.microsoft.com/office/drawing/2014/main" id="{85743138-410E-116F-FF1D-6415024D452F}"/>
              </a:ext>
            </a:extLst>
          </p:cNvPr>
          <p:cNvSpPr txBox="1">
            <a:spLocks noChangeArrowheads="1"/>
          </p:cNvSpPr>
          <p:nvPr/>
        </p:nvSpPr>
        <p:spPr bwMode="auto">
          <a:xfrm>
            <a:off x="5038725" y="1973263"/>
            <a:ext cx="4159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79</a:t>
            </a:r>
          </a:p>
        </p:txBody>
      </p:sp>
      <p:sp>
        <p:nvSpPr>
          <p:cNvPr id="29700" name="Text Box 6">
            <a:extLst>
              <a:ext uri="{FF2B5EF4-FFF2-40B4-BE49-F238E27FC236}">
                <a16:creationId xmlns:a16="http://schemas.microsoft.com/office/drawing/2014/main" id="{1CD22835-527F-9F71-763E-A0EF100F281E}"/>
              </a:ext>
            </a:extLst>
          </p:cNvPr>
          <p:cNvSpPr txBox="1">
            <a:spLocks noChangeArrowheads="1"/>
          </p:cNvSpPr>
          <p:nvPr/>
        </p:nvSpPr>
        <p:spPr bwMode="auto">
          <a:xfrm>
            <a:off x="5648325" y="1963738"/>
            <a:ext cx="4159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P</a:t>
            </a:r>
          </a:p>
        </p:txBody>
      </p:sp>
      <p:sp>
        <p:nvSpPr>
          <p:cNvPr id="29701" name="Text Box 7">
            <a:extLst>
              <a:ext uri="{FF2B5EF4-FFF2-40B4-BE49-F238E27FC236}">
                <a16:creationId xmlns:a16="http://schemas.microsoft.com/office/drawing/2014/main" id="{D75F9FD3-0E8C-9875-A567-BB55748610EC}"/>
              </a:ext>
            </a:extLst>
          </p:cNvPr>
          <p:cNvSpPr txBox="1">
            <a:spLocks noChangeArrowheads="1"/>
          </p:cNvSpPr>
          <p:nvPr/>
        </p:nvSpPr>
        <p:spPr bwMode="auto">
          <a:xfrm>
            <a:off x="3165475" y="2008188"/>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CC1001</a:t>
            </a:r>
          </a:p>
        </p:txBody>
      </p:sp>
      <p:sp>
        <p:nvSpPr>
          <p:cNvPr id="29702" name="Text Box 8">
            <a:extLst>
              <a:ext uri="{FF2B5EF4-FFF2-40B4-BE49-F238E27FC236}">
                <a16:creationId xmlns:a16="http://schemas.microsoft.com/office/drawing/2014/main" id="{32A12A89-9FA4-DC94-8B76-0BF35151E568}"/>
              </a:ext>
            </a:extLst>
          </p:cNvPr>
          <p:cNvSpPr txBox="1">
            <a:spLocks noChangeArrowheads="1"/>
          </p:cNvSpPr>
          <p:nvPr/>
        </p:nvSpPr>
        <p:spPr bwMode="auto">
          <a:xfrm>
            <a:off x="4054475" y="2008188"/>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CMA113</a:t>
            </a:r>
          </a:p>
        </p:txBody>
      </p:sp>
      <p:sp>
        <p:nvSpPr>
          <p:cNvPr id="29703" name="Text Box 9">
            <a:extLst>
              <a:ext uri="{FF2B5EF4-FFF2-40B4-BE49-F238E27FC236}">
                <a16:creationId xmlns:a16="http://schemas.microsoft.com/office/drawing/2014/main" id="{ECC8AC24-07C7-5C27-8259-B99CAD47A28B}"/>
              </a:ext>
            </a:extLst>
          </p:cNvPr>
          <p:cNvSpPr txBox="1">
            <a:spLocks noChangeArrowheads="1"/>
          </p:cNvSpPr>
          <p:nvPr/>
        </p:nvSpPr>
        <p:spPr bwMode="auto">
          <a:xfrm>
            <a:off x="4054475" y="2312988"/>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CIS101</a:t>
            </a:r>
          </a:p>
        </p:txBody>
      </p:sp>
      <p:sp>
        <p:nvSpPr>
          <p:cNvPr id="29704" name="Text Box 11">
            <a:extLst>
              <a:ext uri="{FF2B5EF4-FFF2-40B4-BE49-F238E27FC236}">
                <a16:creationId xmlns:a16="http://schemas.microsoft.com/office/drawing/2014/main" id="{98CA4766-6240-08AB-17DF-39631159CF32}"/>
              </a:ext>
            </a:extLst>
          </p:cNvPr>
          <p:cNvSpPr txBox="1">
            <a:spLocks noChangeArrowheads="1"/>
          </p:cNvSpPr>
          <p:nvPr/>
        </p:nvSpPr>
        <p:spPr bwMode="auto">
          <a:xfrm>
            <a:off x="5038725" y="2306638"/>
            <a:ext cx="39687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60</a:t>
            </a:r>
          </a:p>
        </p:txBody>
      </p:sp>
      <p:sp>
        <p:nvSpPr>
          <p:cNvPr id="29705" name="Text Box 13">
            <a:extLst>
              <a:ext uri="{FF2B5EF4-FFF2-40B4-BE49-F238E27FC236}">
                <a16:creationId xmlns:a16="http://schemas.microsoft.com/office/drawing/2014/main" id="{6E1543AC-ACD1-4B4F-2C6D-3F7DA2417B92}"/>
              </a:ext>
            </a:extLst>
          </p:cNvPr>
          <p:cNvSpPr txBox="1">
            <a:spLocks noChangeArrowheads="1"/>
          </p:cNvSpPr>
          <p:nvPr/>
        </p:nvSpPr>
        <p:spPr bwMode="auto">
          <a:xfrm>
            <a:off x="5648325" y="2297113"/>
            <a:ext cx="39687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P</a:t>
            </a:r>
          </a:p>
        </p:txBody>
      </p:sp>
      <p:sp>
        <p:nvSpPr>
          <p:cNvPr id="29706" name="Text Box 15">
            <a:extLst>
              <a:ext uri="{FF2B5EF4-FFF2-40B4-BE49-F238E27FC236}">
                <a16:creationId xmlns:a16="http://schemas.microsoft.com/office/drawing/2014/main" id="{F102EF93-D81E-6076-39E7-E6ACF935C584}"/>
              </a:ext>
            </a:extLst>
          </p:cNvPr>
          <p:cNvSpPr txBox="1">
            <a:spLocks noChangeArrowheads="1"/>
          </p:cNvSpPr>
          <p:nvPr/>
        </p:nvSpPr>
        <p:spPr bwMode="auto">
          <a:xfrm>
            <a:off x="3165475" y="2333625"/>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CC1001</a:t>
            </a:r>
          </a:p>
        </p:txBody>
      </p:sp>
      <p:sp>
        <p:nvSpPr>
          <p:cNvPr id="29707" name="Text Box 17">
            <a:extLst>
              <a:ext uri="{FF2B5EF4-FFF2-40B4-BE49-F238E27FC236}">
                <a16:creationId xmlns:a16="http://schemas.microsoft.com/office/drawing/2014/main" id="{1F148129-ADDF-6AC3-B1B2-0B33AA0BF107}"/>
              </a:ext>
            </a:extLst>
          </p:cNvPr>
          <p:cNvSpPr txBox="1">
            <a:spLocks noChangeArrowheads="1"/>
          </p:cNvSpPr>
          <p:nvPr/>
        </p:nvSpPr>
        <p:spPr bwMode="auto">
          <a:xfrm>
            <a:off x="3165475" y="2659063"/>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CC1002</a:t>
            </a:r>
          </a:p>
        </p:txBody>
      </p:sp>
      <p:sp>
        <p:nvSpPr>
          <p:cNvPr id="29708" name="Text Box 18">
            <a:extLst>
              <a:ext uri="{FF2B5EF4-FFF2-40B4-BE49-F238E27FC236}">
                <a16:creationId xmlns:a16="http://schemas.microsoft.com/office/drawing/2014/main" id="{9259049C-F2EB-5CE8-FF6A-F054D67A0647}"/>
              </a:ext>
            </a:extLst>
          </p:cNvPr>
          <p:cNvSpPr txBox="1">
            <a:spLocks noChangeArrowheads="1"/>
          </p:cNvSpPr>
          <p:nvPr/>
        </p:nvSpPr>
        <p:spPr bwMode="auto">
          <a:xfrm>
            <a:off x="4054475" y="2655888"/>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CMA113</a:t>
            </a:r>
          </a:p>
        </p:txBody>
      </p:sp>
      <p:sp>
        <p:nvSpPr>
          <p:cNvPr id="29709" name="Text Box 19">
            <a:extLst>
              <a:ext uri="{FF2B5EF4-FFF2-40B4-BE49-F238E27FC236}">
                <a16:creationId xmlns:a16="http://schemas.microsoft.com/office/drawing/2014/main" id="{7A074859-A74E-0D2A-4646-0CF4675FE219}"/>
              </a:ext>
            </a:extLst>
          </p:cNvPr>
          <p:cNvSpPr txBox="1">
            <a:spLocks noChangeArrowheads="1"/>
          </p:cNvSpPr>
          <p:nvPr/>
        </p:nvSpPr>
        <p:spPr bwMode="auto">
          <a:xfrm>
            <a:off x="4054475" y="2960688"/>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CIS101</a:t>
            </a:r>
          </a:p>
        </p:txBody>
      </p:sp>
      <p:sp>
        <p:nvSpPr>
          <p:cNvPr id="29710" name="Text Box 21">
            <a:extLst>
              <a:ext uri="{FF2B5EF4-FFF2-40B4-BE49-F238E27FC236}">
                <a16:creationId xmlns:a16="http://schemas.microsoft.com/office/drawing/2014/main" id="{F8EB64EC-9512-A4AB-3812-927B570AF8C5}"/>
              </a:ext>
            </a:extLst>
          </p:cNvPr>
          <p:cNvSpPr txBox="1">
            <a:spLocks noChangeArrowheads="1"/>
          </p:cNvSpPr>
          <p:nvPr/>
        </p:nvSpPr>
        <p:spPr bwMode="auto">
          <a:xfrm>
            <a:off x="5038725" y="2640013"/>
            <a:ext cx="4159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33</a:t>
            </a:r>
          </a:p>
        </p:txBody>
      </p:sp>
      <p:sp>
        <p:nvSpPr>
          <p:cNvPr id="29711" name="Text Box 22">
            <a:extLst>
              <a:ext uri="{FF2B5EF4-FFF2-40B4-BE49-F238E27FC236}">
                <a16:creationId xmlns:a16="http://schemas.microsoft.com/office/drawing/2014/main" id="{C57DDCD1-E551-371A-7F34-46C69F9919C2}"/>
              </a:ext>
            </a:extLst>
          </p:cNvPr>
          <p:cNvSpPr txBox="1">
            <a:spLocks noChangeArrowheads="1"/>
          </p:cNvSpPr>
          <p:nvPr/>
        </p:nvSpPr>
        <p:spPr bwMode="auto">
          <a:xfrm>
            <a:off x="5038725" y="2973388"/>
            <a:ext cx="39687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20</a:t>
            </a:r>
          </a:p>
        </p:txBody>
      </p:sp>
      <p:sp>
        <p:nvSpPr>
          <p:cNvPr id="29712" name="Text Box 24">
            <a:extLst>
              <a:ext uri="{FF2B5EF4-FFF2-40B4-BE49-F238E27FC236}">
                <a16:creationId xmlns:a16="http://schemas.microsoft.com/office/drawing/2014/main" id="{97747BF3-3632-F9CC-B6CB-BB29FDD3C537}"/>
              </a:ext>
            </a:extLst>
          </p:cNvPr>
          <p:cNvSpPr txBox="1">
            <a:spLocks noChangeArrowheads="1"/>
          </p:cNvSpPr>
          <p:nvPr/>
        </p:nvSpPr>
        <p:spPr bwMode="auto">
          <a:xfrm>
            <a:off x="5648325" y="2630488"/>
            <a:ext cx="4159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F</a:t>
            </a:r>
          </a:p>
        </p:txBody>
      </p:sp>
      <p:sp>
        <p:nvSpPr>
          <p:cNvPr id="29713" name="Text Box 25">
            <a:extLst>
              <a:ext uri="{FF2B5EF4-FFF2-40B4-BE49-F238E27FC236}">
                <a16:creationId xmlns:a16="http://schemas.microsoft.com/office/drawing/2014/main" id="{B6CD552D-A97D-D93E-C909-7A59E4229D47}"/>
              </a:ext>
            </a:extLst>
          </p:cNvPr>
          <p:cNvSpPr txBox="1">
            <a:spLocks noChangeArrowheads="1"/>
          </p:cNvSpPr>
          <p:nvPr/>
        </p:nvSpPr>
        <p:spPr bwMode="auto">
          <a:xfrm>
            <a:off x="5648325" y="2963863"/>
            <a:ext cx="5302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F</a:t>
            </a:r>
          </a:p>
        </p:txBody>
      </p:sp>
      <p:sp>
        <p:nvSpPr>
          <p:cNvPr id="29714" name="Text Box 27">
            <a:extLst>
              <a:ext uri="{FF2B5EF4-FFF2-40B4-BE49-F238E27FC236}">
                <a16:creationId xmlns:a16="http://schemas.microsoft.com/office/drawing/2014/main" id="{17EDB400-D5DD-9616-78FB-F3B2F5561638}"/>
              </a:ext>
            </a:extLst>
          </p:cNvPr>
          <p:cNvSpPr txBox="1">
            <a:spLocks noChangeArrowheads="1"/>
          </p:cNvSpPr>
          <p:nvPr/>
        </p:nvSpPr>
        <p:spPr bwMode="auto">
          <a:xfrm>
            <a:off x="3165475" y="2984500"/>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CC1002</a:t>
            </a:r>
          </a:p>
        </p:txBody>
      </p:sp>
      <p:sp>
        <p:nvSpPr>
          <p:cNvPr id="29715" name="Text Box 32">
            <a:extLst>
              <a:ext uri="{FF2B5EF4-FFF2-40B4-BE49-F238E27FC236}">
                <a16:creationId xmlns:a16="http://schemas.microsoft.com/office/drawing/2014/main" id="{A9EF7187-ED8C-023E-AC2A-ADC8BE7063B3}"/>
              </a:ext>
            </a:extLst>
          </p:cNvPr>
          <p:cNvSpPr txBox="1">
            <a:spLocks noChangeArrowheads="1"/>
          </p:cNvSpPr>
          <p:nvPr/>
        </p:nvSpPr>
        <p:spPr bwMode="auto">
          <a:xfrm>
            <a:off x="4054475" y="3303588"/>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CCT103</a:t>
            </a:r>
          </a:p>
        </p:txBody>
      </p:sp>
      <p:sp>
        <p:nvSpPr>
          <p:cNvPr id="29716" name="Text Box 33">
            <a:extLst>
              <a:ext uri="{FF2B5EF4-FFF2-40B4-BE49-F238E27FC236}">
                <a16:creationId xmlns:a16="http://schemas.microsoft.com/office/drawing/2014/main" id="{63EF47F3-F1D9-867F-69CA-D06CADA732AA}"/>
              </a:ext>
            </a:extLst>
          </p:cNvPr>
          <p:cNvSpPr txBox="1">
            <a:spLocks noChangeArrowheads="1"/>
          </p:cNvSpPr>
          <p:nvPr/>
        </p:nvSpPr>
        <p:spPr bwMode="auto">
          <a:xfrm>
            <a:off x="4054475" y="3621088"/>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CCM118</a:t>
            </a:r>
          </a:p>
        </p:txBody>
      </p:sp>
      <p:sp>
        <p:nvSpPr>
          <p:cNvPr id="29717" name="Text Box 36">
            <a:extLst>
              <a:ext uri="{FF2B5EF4-FFF2-40B4-BE49-F238E27FC236}">
                <a16:creationId xmlns:a16="http://schemas.microsoft.com/office/drawing/2014/main" id="{E5E7E42B-96E6-C4EF-F47B-03291AA0BBE4}"/>
              </a:ext>
            </a:extLst>
          </p:cNvPr>
          <p:cNvSpPr txBox="1">
            <a:spLocks noChangeArrowheads="1"/>
          </p:cNvSpPr>
          <p:nvPr/>
        </p:nvSpPr>
        <p:spPr bwMode="auto">
          <a:xfrm>
            <a:off x="5038725" y="3306763"/>
            <a:ext cx="4921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99</a:t>
            </a:r>
          </a:p>
        </p:txBody>
      </p:sp>
      <p:sp>
        <p:nvSpPr>
          <p:cNvPr id="29718" name="Text Box 37">
            <a:extLst>
              <a:ext uri="{FF2B5EF4-FFF2-40B4-BE49-F238E27FC236}">
                <a16:creationId xmlns:a16="http://schemas.microsoft.com/office/drawing/2014/main" id="{E0E92678-E83D-4051-102B-1290F9EDCA63}"/>
              </a:ext>
            </a:extLst>
          </p:cNvPr>
          <p:cNvSpPr txBox="1">
            <a:spLocks noChangeArrowheads="1"/>
          </p:cNvSpPr>
          <p:nvPr/>
        </p:nvSpPr>
        <p:spPr bwMode="auto">
          <a:xfrm>
            <a:off x="5038725" y="3640138"/>
            <a:ext cx="4921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99</a:t>
            </a:r>
          </a:p>
        </p:txBody>
      </p:sp>
      <p:sp>
        <p:nvSpPr>
          <p:cNvPr id="29719" name="Text Box 40">
            <a:extLst>
              <a:ext uri="{FF2B5EF4-FFF2-40B4-BE49-F238E27FC236}">
                <a16:creationId xmlns:a16="http://schemas.microsoft.com/office/drawing/2014/main" id="{F8252BE0-D17E-4D0F-C057-9EBE72E627A9}"/>
              </a:ext>
            </a:extLst>
          </p:cNvPr>
          <p:cNvSpPr txBox="1">
            <a:spLocks noChangeArrowheads="1"/>
          </p:cNvSpPr>
          <p:nvPr/>
        </p:nvSpPr>
        <p:spPr bwMode="auto">
          <a:xfrm>
            <a:off x="5648325" y="3297238"/>
            <a:ext cx="4921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P</a:t>
            </a:r>
          </a:p>
        </p:txBody>
      </p:sp>
      <p:sp>
        <p:nvSpPr>
          <p:cNvPr id="29720" name="Text Box 41">
            <a:extLst>
              <a:ext uri="{FF2B5EF4-FFF2-40B4-BE49-F238E27FC236}">
                <a16:creationId xmlns:a16="http://schemas.microsoft.com/office/drawing/2014/main" id="{764332A5-7FE7-643E-A38C-949E326444ED}"/>
              </a:ext>
            </a:extLst>
          </p:cNvPr>
          <p:cNvSpPr txBox="1">
            <a:spLocks noChangeArrowheads="1"/>
          </p:cNvSpPr>
          <p:nvPr/>
        </p:nvSpPr>
        <p:spPr bwMode="auto">
          <a:xfrm>
            <a:off x="5648325" y="3630613"/>
            <a:ext cx="4921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P</a:t>
            </a:r>
          </a:p>
        </p:txBody>
      </p:sp>
      <p:sp>
        <p:nvSpPr>
          <p:cNvPr id="29721" name="Text Box 43">
            <a:extLst>
              <a:ext uri="{FF2B5EF4-FFF2-40B4-BE49-F238E27FC236}">
                <a16:creationId xmlns:a16="http://schemas.microsoft.com/office/drawing/2014/main" id="{7853F6BF-B86D-5102-6207-E5B96158C700}"/>
              </a:ext>
            </a:extLst>
          </p:cNvPr>
          <p:cNvSpPr txBox="1">
            <a:spLocks noChangeArrowheads="1"/>
          </p:cNvSpPr>
          <p:nvPr/>
        </p:nvSpPr>
        <p:spPr bwMode="auto">
          <a:xfrm>
            <a:off x="3165475" y="3309938"/>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CC1003</a:t>
            </a:r>
          </a:p>
        </p:txBody>
      </p:sp>
      <p:sp>
        <p:nvSpPr>
          <p:cNvPr id="29722" name="Text Box 44">
            <a:extLst>
              <a:ext uri="{FF2B5EF4-FFF2-40B4-BE49-F238E27FC236}">
                <a16:creationId xmlns:a16="http://schemas.microsoft.com/office/drawing/2014/main" id="{6BFA12B9-29C3-3F4E-45B7-15BBA05055AC}"/>
              </a:ext>
            </a:extLst>
          </p:cNvPr>
          <p:cNvSpPr txBox="1">
            <a:spLocks noChangeArrowheads="1"/>
          </p:cNvSpPr>
          <p:nvPr/>
        </p:nvSpPr>
        <p:spPr bwMode="auto">
          <a:xfrm>
            <a:off x="3165475" y="3636963"/>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CC1003</a:t>
            </a:r>
          </a:p>
        </p:txBody>
      </p:sp>
      <p:sp>
        <p:nvSpPr>
          <p:cNvPr id="29723" name="Text Box 45">
            <a:extLst>
              <a:ext uri="{FF2B5EF4-FFF2-40B4-BE49-F238E27FC236}">
                <a16:creationId xmlns:a16="http://schemas.microsoft.com/office/drawing/2014/main" id="{D62E032C-1A16-56A9-4E22-E65E084F8DAA}"/>
              </a:ext>
            </a:extLst>
          </p:cNvPr>
          <p:cNvSpPr txBox="1">
            <a:spLocks noChangeArrowheads="1"/>
          </p:cNvSpPr>
          <p:nvPr/>
        </p:nvSpPr>
        <p:spPr bwMode="auto">
          <a:xfrm>
            <a:off x="4914900" y="1344613"/>
            <a:ext cx="1355725" cy="517525"/>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Grade</a:t>
            </a:r>
          </a:p>
          <a:p>
            <a:r>
              <a:rPr lang="en-GB" altLang="en-US" sz="1400" b="1">
                <a:solidFill>
                  <a:schemeClr val="tx1"/>
                </a:solidFill>
                <a:latin typeface="Times New Roman" panose="02020603050405020304" pitchFamily="18" charset="0"/>
              </a:rPr>
              <a:t>Point</a:t>
            </a:r>
          </a:p>
        </p:txBody>
      </p:sp>
      <p:sp>
        <p:nvSpPr>
          <p:cNvPr id="29724" name="Text Box 46">
            <a:extLst>
              <a:ext uri="{FF2B5EF4-FFF2-40B4-BE49-F238E27FC236}">
                <a16:creationId xmlns:a16="http://schemas.microsoft.com/office/drawing/2014/main" id="{AEE26E32-FD07-8A43-01BA-AAC5269EF3A2}"/>
              </a:ext>
            </a:extLst>
          </p:cNvPr>
          <p:cNvSpPr txBox="1">
            <a:spLocks noChangeArrowheads="1"/>
          </p:cNvSpPr>
          <p:nvPr/>
        </p:nvSpPr>
        <p:spPr bwMode="auto">
          <a:xfrm>
            <a:off x="5556250" y="1328738"/>
            <a:ext cx="923925" cy="517525"/>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#Result</a:t>
            </a:r>
          </a:p>
          <a:p>
            <a:r>
              <a:rPr lang="en-GB" altLang="en-US" sz="1400" b="1">
                <a:solidFill>
                  <a:schemeClr val="tx1"/>
                </a:solidFill>
                <a:latin typeface="Times New Roman" panose="02020603050405020304" pitchFamily="18" charset="0"/>
              </a:rPr>
              <a:t>Code</a:t>
            </a:r>
          </a:p>
        </p:txBody>
      </p:sp>
      <p:sp>
        <p:nvSpPr>
          <p:cNvPr id="29725" name="Text Box 47">
            <a:extLst>
              <a:ext uri="{FF2B5EF4-FFF2-40B4-BE49-F238E27FC236}">
                <a16:creationId xmlns:a16="http://schemas.microsoft.com/office/drawing/2014/main" id="{810C28BB-E01A-BF5D-6F52-95ADB3DAAA89}"/>
              </a:ext>
            </a:extLst>
          </p:cNvPr>
          <p:cNvSpPr txBox="1">
            <a:spLocks noChangeArrowheads="1"/>
          </p:cNvSpPr>
          <p:nvPr/>
        </p:nvSpPr>
        <p:spPr bwMode="auto">
          <a:xfrm>
            <a:off x="3159125" y="1389063"/>
            <a:ext cx="835025" cy="517525"/>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i="1">
                <a:solidFill>
                  <a:schemeClr val="hlink"/>
                </a:solidFill>
                <a:latin typeface="Times New Roman" panose="02020603050405020304" pitchFamily="18" charset="0"/>
              </a:rPr>
              <a:t>*Student</a:t>
            </a:r>
          </a:p>
          <a:p>
            <a:r>
              <a:rPr lang="en-GB" altLang="en-US" sz="1400" b="1" i="1">
                <a:solidFill>
                  <a:schemeClr val="hlink"/>
                </a:solidFill>
                <a:latin typeface="Times New Roman" panose="02020603050405020304" pitchFamily="18" charset="0"/>
              </a:rPr>
              <a:t> Number</a:t>
            </a:r>
          </a:p>
        </p:txBody>
      </p:sp>
      <p:sp>
        <p:nvSpPr>
          <p:cNvPr id="29726" name="Text Box 48">
            <a:extLst>
              <a:ext uri="{FF2B5EF4-FFF2-40B4-BE49-F238E27FC236}">
                <a16:creationId xmlns:a16="http://schemas.microsoft.com/office/drawing/2014/main" id="{A6138522-7BE4-5EF0-6DC2-81E860125676}"/>
              </a:ext>
            </a:extLst>
          </p:cNvPr>
          <p:cNvSpPr txBox="1">
            <a:spLocks noChangeArrowheads="1"/>
          </p:cNvSpPr>
          <p:nvPr/>
        </p:nvSpPr>
        <p:spPr bwMode="auto">
          <a:xfrm>
            <a:off x="4016375" y="1354138"/>
            <a:ext cx="873125" cy="517525"/>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i="1">
                <a:solidFill>
                  <a:schemeClr val="hlink"/>
                </a:solidFill>
                <a:latin typeface="Times New Roman" panose="02020603050405020304" pitchFamily="18" charset="0"/>
              </a:rPr>
              <a:t>*Module</a:t>
            </a:r>
          </a:p>
          <a:p>
            <a:r>
              <a:rPr lang="en-GB" altLang="en-US" sz="1400" b="1" i="1">
                <a:solidFill>
                  <a:schemeClr val="hlink"/>
                </a:solidFill>
                <a:latin typeface="Times New Roman" panose="02020603050405020304" pitchFamily="18" charset="0"/>
              </a:rPr>
              <a:t>Code</a:t>
            </a:r>
          </a:p>
        </p:txBody>
      </p:sp>
      <p:sp>
        <p:nvSpPr>
          <p:cNvPr id="29727" name="Text Box 49">
            <a:extLst>
              <a:ext uri="{FF2B5EF4-FFF2-40B4-BE49-F238E27FC236}">
                <a16:creationId xmlns:a16="http://schemas.microsoft.com/office/drawing/2014/main" id="{1A673073-84C9-457C-2187-6A30CE910688}"/>
              </a:ext>
            </a:extLst>
          </p:cNvPr>
          <p:cNvSpPr txBox="1">
            <a:spLocks noChangeArrowheads="1"/>
          </p:cNvSpPr>
          <p:nvPr/>
        </p:nvSpPr>
        <p:spPr bwMode="auto">
          <a:xfrm>
            <a:off x="3222625" y="1019175"/>
            <a:ext cx="2901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600" b="1" i="1">
                <a:solidFill>
                  <a:schemeClr val="tx1"/>
                </a:solidFill>
                <a:latin typeface="Times New Roman" panose="02020603050405020304" pitchFamily="18" charset="0"/>
              </a:rPr>
              <a:t>Table : Module Enrolment</a:t>
            </a:r>
            <a:endParaRPr lang="en-GB" altLang="en-US" sz="3000" b="1">
              <a:solidFill>
                <a:schemeClr val="tx1"/>
              </a:solidFill>
              <a:latin typeface="Times New Roman" panose="02020603050405020304" pitchFamily="18" charset="0"/>
            </a:endParaRPr>
          </a:p>
        </p:txBody>
      </p:sp>
      <p:sp>
        <p:nvSpPr>
          <p:cNvPr id="29728" name="Line 50">
            <a:extLst>
              <a:ext uri="{FF2B5EF4-FFF2-40B4-BE49-F238E27FC236}">
                <a16:creationId xmlns:a16="http://schemas.microsoft.com/office/drawing/2014/main" id="{784B6015-5601-D7CA-99A1-861F52A9C34E}"/>
              </a:ext>
            </a:extLst>
          </p:cNvPr>
          <p:cNvSpPr>
            <a:spLocks noChangeShapeType="1"/>
          </p:cNvSpPr>
          <p:nvPr/>
        </p:nvSpPr>
        <p:spPr bwMode="auto">
          <a:xfrm>
            <a:off x="3276600" y="1943100"/>
            <a:ext cx="2901950" cy="63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29729" name="Line 51">
            <a:extLst>
              <a:ext uri="{FF2B5EF4-FFF2-40B4-BE49-F238E27FC236}">
                <a16:creationId xmlns:a16="http://schemas.microsoft.com/office/drawing/2014/main" id="{15E7411B-FEC4-8D7F-6CCA-F3E9BD19D21A}"/>
              </a:ext>
            </a:extLst>
          </p:cNvPr>
          <p:cNvSpPr>
            <a:spLocks noChangeShapeType="1"/>
          </p:cNvSpPr>
          <p:nvPr/>
        </p:nvSpPr>
        <p:spPr bwMode="auto">
          <a:xfrm>
            <a:off x="3302000" y="1308100"/>
            <a:ext cx="2901950" cy="63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29730" name="Text Box 56">
            <a:extLst>
              <a:ext uri="{FF2B5EF4-FFF2-40B4-BE49-F238E27FC236}">
                <a16:creationId xmlns:a16="http://schemas.microsoft.com/office/drawing/2014/main" id="{D2324EE3-246D-1C83-57A5-A3F3F8954311}"/>
              </a:ext>
            </a:extLst>
          </p:cNvPr>
          <p:cNvSpPr txBox="1">
            <a:spLocks noChangeArrowheads="1"/>
          </p:cNvSpPr>
          <p:nvPr/>
        </p:nvSpPr>
        <p:spPr bwMode="auto">
          <a:xfrm rot="15347">
            <a:off x="982663" y="4422775"/>
            <a:ext cx="7072312" cy="33655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600" b="1">
                <a:solidFill>
                  <a:schemeClr val="tx1"/>
                </a:solidFill>
                <a:latin typeface="Times New Roman" panose="02020603050405020304" pitchFamily="18" charset="0"/>
              </a:rPr>
              <a:t>Module Enrolment</a:t>
            </a:r>
            <a:r>
              <a:rPr lang="en-GB" altLang="en-US" sz="1600">
                <a:solidFill>
                  <a:schemeClr val="tx1"/>
                </a:solidFill>
                <a:latin typeface="Times New Roman" panose="02020603050405020304" pitchFamily="18" charset="0"/>
              </a:rPr>
              <a:t>(*Student Number, *Module Code, Grade Point, #Result Code)</a:t>
            </a:r>
            <a:endParaRPr lang="en-GB" altLang="en-US" sz="1600" b="1" u="sng">
              <a:solidFill>
                <a:schemeClr val="tx1"/>
              </a:solidFill>
              <a:latin typeface="Times New Roman" panose="02020603050405020304" pitchFamily="18" charset="0"/>
            </a:endParaRPr>
          </a:p>
        </p:txBody>
      </p:sp>
      <p:sp>
        <p:nvSpPr>
          <p:cNvPr id="29731" name="AutoShape 57">
            <a:extLst>
              <a:ext uri="{FF2B5EF4-FFF2-40B4-BE49-F238E27FC236}">
                <a16:creationId xmlns:a16="http://schemas.microsoft.com/office/drawing/2014/main" id="{F43C84C3-5900-73A7-807F-053E0AE2BEC2}"/>
              </a:ext>
            </a:extLst>
          </p:cNvPr>
          <p:cNvSpPr>
            <a:spLocks/>
          </p:cNvSpPr>
          <p:nvPr/>
        </p:nvSpPr>
        <p:spPr bwMode="auto">
          <a:xfrm>
            <a:off x="6184900" y="2032000"/>
            <a:ext cx="419100" cy="1841500"/>
          </a:xfrm>
          <a:prstGeom prst="rightBrace">
            <a:avLst>
              <a:gd name="adj1" fmla="val 3661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29732" name="Rectangle 58">
            <a:extLst>
              <a:ext uri="{FF2B5EF4-FFF2-40B4-BE49-F238E27FC236}">
                <a16:creationId xmlns:a16="http://schemas.microsoft.com/office/drawing/2014/main" id="{1AC02209-F6BC-A130-B981-977E9806E511}"/>
              </a:ext>
            </a:extLst>
          </p:cNvPr>
          <p:cNvSpPr>
            <a:spLocks noChangeArrowheads="1"/>
          </p:cNvSpPr>
          <p:nvPr/>
        </p:nvSpPr>
        <p:spPr bwMode="auto">
          <a:xfrm>
            <a:off x="6680200" y="1993900"/>
            <a:ext cx="2197100" cy="190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eaLnBrk="1" hangingPunct="1">
              <a:lnSpc>
                <a:spcPct val="110000"/>
              </a:lnSpc>
              <a:spcBef>
                <a:spcPct val="30000"/>
              </a:spcBef>
              <a:spcAft>
                <a:spcPct val="20000"/>
              </a:spcAft>
            </a:pPr>
            <a:r>
              <a:rPr lang="en-GB" altLang="en-US" sz="1800">
                <a:solidFill>
                  <a:srgbClr val="C04C73"/>
                </a:solidFill>
              </a:rPr>
              <a:t>Each row is known as either an </a:t>
            </a:r>
            <a:r>
              <a:rPr lang="en-US" altLang="en-US" sz="1800">
                <a:solidFill>
                  <a:srgbClr val="C04C73"/>
                </a:solidFill>
              </a:rPr>
              <a:t>entity instance, tuple, record, or an occurrence</a:t>
            </a:r>
          </a:p>
        </p:txBody>
      </p:sp>
      <p:grpSp>
        <p:nvGrpSpPr>
          <p:cNvPr id="29733" name="Group 62">
            <a:extLst>
              <a:ext uri="{FF2B5EF4-FFF2-40B4-BE49-F238E27FC236}">
                <a16:creationId xmlns:a16="http://schemas.microsoft.com/office/drawing/2014/main" id="{DCB5ADF9-CEF9-D5B1-1204-0D096B0C2AB9}"/>
              </a:ext>
            </a:extLst>
          </p:cNvPr>
          <p:cNvGrpSpPr>
            <a:grpSpLocks/>
          </p:cNvGrpSpPr>
          <p:nvPr/>
        </p:nvGrpSpPr>
        <p:grpSpPr bwMode="auto">
          <a:xfrm>
            <a:off x="487363" y="1498600"/>
            <a:ext cx="2000250" cy="1358900"/>
            <a:chOff x="307" y="944"/>
            <a:chExt cx="1260" cy="856"/>
          </a:xfrm>
        </p:grpSpPr>
        <p:sp>
          <p:nvSpPr>
            <p:cNvPr id="29734" name="AutoShape 53">
              <a:extLst>
                <a:ext uri="{FF2B5EF4-FFF2-40B4-BE49-F238E27FC236}">
                  <a16:creationId xmlns:a16="http://schemas.microsoft.com/office/drawing/2014/main" id="{B98259EC-F7BA-E999-5100-6BCCDE04DAB4}"/>
                </a:ext>
              </a:extLst>
            </p:cNvPr>
            <p:cNvSpPr>
              <a:spLocks noChangeArrowheads="1"/>
            </p:cNvSpPr>
            <p:nvPr/>
          </p:nvSpPr>
          <p:spPr bwMode="auto">
            <a:xfrm>
              <a:off x="437" y="990"/>
              <a:ext cx="1091" cy="81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29735" name="AutoShape 54">
              <a:extLst>
                <a:ext uri="{FF2B5EF4-FFF2-40B4-BE49-F238E27FC236}">
                  <a16:creationId xmlns:a16="http://schemas.microsoft.com/office/drawing/2014/main" id="{675357D9-C43D-6708-C3A5-1B86BC4215CE}"/>
                </a:ext>
              </a:extLst>
            </p:cNvPr>
            <p:cNvSpPr>
              <a:spLocks noChangeArrowheads="1"/>
            </p:cNvSpPr>
            <p:nvPr/>
          </p:nvSpPr>
          <p:spPr bwMode="auto">
            <a:xfrm>
              <a:off x="384" y="944"/>
              <a:ext cx="1091" cy="81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29736" name="Text Box 55">
              <a:extLst>
                <a:ext uri="{FF2B5EF4-FFF2-40B4-BE49-F238E27FC236}">
                  <a16:creationId xmlns:a16="http://schemas.microsoft.com/office/drawing/2014/main" id="{3A4C625B-170C-A7E6-13B6-33D826D84675}"/>
                </a:ext>
              </a:extLst>
            </p:cNvPr>
            <p:cNvSpPr txBox="1">
              <a:spLocks noChangeArrowheads="1"/>
            </p:cNvSpPr>
            <p:nvPr/>
          </p:nvSpPr>
          <p:spPr bwMode="auto">
            <a:xfrm>
              <a:off x="379" y="1132"/>
              <a:ext cx="1084" cy="600"/>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a:solidFill>
                    <a:schemeClr val="tx1"/>
                  </a:solidFill>
                  <a:latin typeface="Times New Roman" panose="02020603050405020304" pitchFamily="18" charset="0"/>
                </a:rPr>
                <a:t>*Student Number</a:t>
              </a:r>
            </a:p>
            <a:p>
              <a:pPr algn="ctr"/>
              <a:r>
                <a:rPr lang="en-GB" altLang="en-US" sz="1400">
                  <a:solidFill>
                    <a:schemeClr val="tx1"/>
                  </a:solidFill>
                  <a:latin typeface="Times New Roman" panose="02020603050405020304" pitchFamily="18" charset="0"/>
                </a:rPr>
                <a:t>*Module Code</a:t>
              </a:r>
            </a:p>
            <a:p>
              <a:pPr algn="ctr"/>
              <a:r>
                <a:rPr lang="en-GB" altLang="en-US" sz="1400">
                  <a:solidFill>
                    <a:schemeClr val="tx1"/>
                  </a:solidFill>
                  <a:latin typeface="Times New Roman" panose="02020603050405020304" pitchFamily="18" charset="0"/>
                </a:rPr>
                <a:t>Grade Point</a:t>
              </a:r>
            </a:p>
            <a:p>
              <a:pPr algn="ctr"/>
              <a:r>
                <a:rPr lang="en-GB" altLang="en-US" sz="1400">
                  <a:solidFill>
                    <a:schemeClr val="tx1"/>
                  </a:solidFill>
                  <a:latin typeface="Times New Roman" panose="02020603050405020304" pitchFamily="18" charset="0"/>
                </a:rPr>
                <a:t>#Result Code</a:t>
              </a:r>
              <a:endParaRPr lang="en-GB" altLang="en-US" sz="1200">
                <a:solidFill>
                  <a:schemeClr val="tx1"/>
                </a:solidFill>
                <a:latin typeface="Times New Roman" panose="02020603050405020304" pitchFamily="18" charset="0"/>
              </a:endParaRPr>
            </a:p>
          </p:txBody>
        </p:sp>
        <p:sp>
          <p:nvSpPr>
            <p:cNvPr id="29737" name="Line 60">
              <a:extLst>
                <a:ext uri="{FF2B5EF4-FFF2-40B4-BE49-F238E27FC236}">
                  <a16:creationId xmlns:a16="http://schemas.microsoft.com/office/drawing/2014/main" id="{55139A21-1F8F-6DC3-239D-99B8636A71CB}"/>
                </a:ext>
              </a:extLst>
            </p:cNvPr>
            <p:cNvSpPr>
              <a:spLocks noChangeShapeType="1"/>
            </p:cNvSpPr>
            <p:nvPr/>
          </p:nvSpPr>
          <p:spPr bwMode="auto">
            <a:xfrm>
              <a:off x="392" y="1144"/>
              <a:ext cx="10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9738" name="Text Box 61">
              <a:extLst>
                <a:ext uri="{FF2B5EF4-FFF2-40B4-BE49-F238E27FC236}">
                  <a16:creationId xmlns:a16="http://schemas.microsoft.com/office/drawing/2014/main" id="{FCAD75F5-7EA5-D25D-E91A-4E7E0E42913D}"/>
                </a:ext>
              </a:extLst>
            </p:cNvPr>
            <p:cNvSpPr txBox="1">
              <a:spLocks noChangeArrowheads="1"/>
            </p:cNvSpPr>
            <p:nvPr/>
          </p:nvSpPr>
          <p:spPr bwMode="auto">
            <a:xfrm>
              <a:off x="307" y="956"/>
              <a:ext cx="1260" cy="168"/>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100" b="1">
                  <a:solidFill>
                    <a:schemeClr val="tx1"/>
                  </a:solidFill>
                  <a:latin typeface="Times New Roman" panose="02020603050405020304" pitchFamily="18" charset="0"/>
                </a:rPr>
                <a:t>MODULE ENROLMENT</a:t>
              </a:r>
            </a:p>
          </p:txBody>
        </p:sp>
      </p:grpSp>
      <p:sp>
        <p:nvSpPr>
          <p:cNvPr id="2" name="Rectangle 1">
            <a:extLst>
              <a:ext uri="{FF2B5EF4-FFF2-40B4-BE49-F238E27FC236}">
                <a16:creationId xmlns:a16="http://schemas.microsoft.com/office/drawing/2014/main" id="{6A6934E9-7176-E8EF-E009-2175B0C23B3B}"/>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28E46A30-6FD7-DE05-CBEC-C27FD778C0B4}"/>
              </a:ext>
            </a:extLst>
          </p:cNvPr>
          <p:cNvSpPr>
            <a:spLocks noGrp="1" noChangeArrowheads="1"/>
          </p:cNvSpPr>
          <p:nvPr>
            <p:ph type="title"/>
          </p:nvPr>
        </p:nvSpPr>
        <p:spPr/>
        <p:txBody>
          <a:bodyPr/>
          <a:lstStyle/>
          <a:p>
            <a:pPr eaLnBrk="1" hangingPunct="1"/>
            <a:r>
              <a:rPr lang="en-GB" altLang="en-US" b="1"/>
              <a:t>Student Activity #1</a:t>
            </a:r>
          </a:p>
        </p:txBody>
      </p:sp>
      <p:sp>
        <p:nvSpPr>
          <p:cNvPr id="30723" name="Rectangle 3">
            <a:extLst>
              <a:ext uri="{FF2B5EF4-FFF2-40B4-BE49-F238E27FC236}">
                <a16:creationId xmlns:a16="http://schemas.microsoft.com/office/drawing/2014/main" id="{12321A26-985D-1D8E-04E8-6E2869E87CA0}"/>
              </a:ext>
            </a:extLst>
          </p:cNvPr>
          <p:cNvSpPr>
            <a:spLocks noGrp="1" noChangeArrowheads="1"/>
          </p:cNvSpPr>
          <p:nvPr>
            <p:ph idx="1"/>
          </p:nvPr>
        </p:nvSpPr>
        <p:spPr>
          <a:xfrm>
            <a:off x="395288" y="1268413"/>
            <a:ext cx="8305800" cy="3390900"/>
          </a:xfrm>
        </p:spPr>
        <p:txBody>
          <a:bodyPr/>
          <a:lstStyle/>
          <a:p>
            <a:pPr eaLnBrk="1" hangingPunct="1"/>
            <a:r>
              <a:rPr lang="en-US" altLang="en-US" sz="2400"/>
              <a:t>In groups of two or three: </a:t>
            </a:r>
          </a:p>
          <a:p>
            <a:pPr lvl="1" eaLnBrk="1" hangingPunct="1"/>
            <a:r>
              <a:rPr lang="en-US" altLang="en-US" sz="2000"/>
              <a:t>Give an example for 2 of the 5 possible </a:t>
            </a:r>
            <a:r>
              <a:rPr lang="en-US" altLang="en-US" sz="2000" b="1"/>
              <a:t>entity types</a:t>
            </a:r>
            <a:r>
              <a:rPr lang="en-US" altLang="en-US" sz="2000"/>
              <a:t>.</a:t>
            </a:r>
          </a:p>
          <a:p>
            <a:pPr lvl="2" eaLnBrk="1" hangingPunct="1"/>
            <a:r>
              <a:rPr lang="en-US" altLang="en-US" sz="1800"/>
              <a:t>Persons</a:t>
            </a:r>
          </a:p>
          <a:p>
            <a:pPr lvl="2" eaLnBrk="1" hangingPunct="1"/>
            <a:r>
              <a:rPr lang="en-US" altLang="en-US" sz="1800"/>
              <a:t>Places</a:t>
            </a:r>
          </a:p>
          <a:p>
            <a:pPr lvl="2" eaLnBrk="1" hangingPunct="1"/>
            <a:r>
              <a:rPr lang="en-US" altLang="en-US" sz="1800"/>
              <a:t>Objects</a:t>
            </a:r>
          </a:p>
          <a:p>
            <a:pPr lvl="2" eaLnBrk="1" hangingPunct="1"/>
            <a:r>
              <a:rPr lang="en-US" altLang="en-US" sz="1800"/>
              <a:t>Events</a:t>
            </a:r>
          </a:p>
          <a:p>
            <a:pPr lvl="2" eaLnBrk="1" hangingPunct="1"/>
            <a:r>
              <a:rPr lang="en-US" altLang="en-US" sz="1800"/>
              <a:t>Concepts </a:t>
            </a:r>
          </a:p>
          <a:p>
            <a:pPr lvl="1" eaLnBrk="1" hangingPunct="1"/>
            <a:endParaRPr lang="en-US" altLang="en-US" sz="1800"/>
          </a:p>
          <a:p>
            <a:pPr lvl="1" eaLnBrk="1" hangingPunct="1"/>
            <a:r>
              <a:rPr lang="en-US" altLang="en-US" sz="2000"/>
              <a:t>Define  a two suitable </a:t>
            </a:r>
            <a:r>
              <a:rPr lang="en-US" altLang="en-US" sz="2000" b="1"/>
              <a:t>attributes</a:t>
            </a:r>
            <a:r>
              <a:rPr lang="en-US" altLang="en-US" sz="2000"/>
              <a:t> for each entity example.</a:t>
            </a:r>
          </a:p>
        </p:txBody>
      </p:sp>
      <p:sp>
        <p:nvSpPr>
          <p:cNvPr id="2" name="Rectangle 1">
            <a:extLst>
              <a:ext uri="{FF2B5EF4-FFF2-40B4-BE49-F238E27FC236}">
                <a16:creationId xmlns:a16="http://schemas.microsoft.com/office/drawing/2014/main" id="{4FF96303-2C07-3D1F-A83A-7B6D08D8764B}"/>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3B24FD97-D19E-FE85-299D-7262F52F9E8F}"/>
              </a:ext>
            </a:extLst>
          </p:cNvPr>
          <p:cNvSpPr>
            <a:spLocks noGrp="1" noChangeArrowheads="1"/>
          </p:cNvSpPr>
          <p:nvPr>
            <p:ph type="title"/>
          </p:nvPr>
        </p:nvSpPr>
        <p:spPr>
          <a:xfrm>
            <a:off x="381000" y="381000"/>
            <a:ext cx="8305800" cy="806450"/>
          </a:xfrm>
        </p:spPr>
        <p:txBody>
          <a:bodyPr/>
          <a:lstStyle/>
          <a:p>
            <a:pPr eaLnBrk="1" hangingPunct="1"/>
            <a:r>
              <a:rPr lang="en-GB" altLang="en-US" sz="3200" b="1"/>
              <a:t>Functional Dependency</a:t>
            </a:r>
          </a:p>
        </p:txBody>
      </p:sp>
      <p:sp>
        <p:nvSpPr>
          <p:cNvPr id="31747" name="Rectangle 4">
            <a:extLst>
              <a:ext uri="{FF2B5EF4-FFF2-40B4-BE49-F238E27FC236}">
                <a16:creationId xmlns:a16="http://schemas.microsoft.com/office/drawing/2014/main" id="{47955F19-80B4-9B00-559D-9878E66921AD}"/>
              </a:ext>
            </a:extLst>
          </p:cNvPr>
          <p:cNvSpPr>
            <a:spLocks noChangeArrowheads="1"/>
          </p:cNvSpPr>
          <p:nvPr/>
        </p:nvSpPr>
        <p:spPr bwMode="auto">
          <a:xfrm>
            <a:off x="392113" y="1482725"/>
            <a:ext cx="83058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8913" indent="-188913">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eaLnBrk="1" hangingPunct="1">
              <a:lnSpc>
                <a:spcPct val="110000"/>
              </a:lnSpc>
              <a:spcBef>
                <a:spcPct val="30000"/>
              </a:spcBef>
              <a:spcAft>
                <a:spcPct val="20000"/>
              </a:spcAft>
            </a:pPr>
            <a:r>
              <a:rPr lang="en-US" altLang="en-US" sz="2400" i="1">
                <a:solidFill>
                  <a:srgbClr val="C04C73"/>
                </a:solidFill>
              </a:rPr>
              <a:t>‘Given a relation R, the attribute B is said to be </a:t>
            </a:r>
            <a:r>
              <a:rPr lang="en-US" altLang="en-US" sz="2400" b="1" i="1">
                <a:solidFill>
                  <a:srgbClr val="C04C73"/>
                </a:solidFill>
              </a:rPr>
              <a:t>functionally dependent </a:t>
            </a:r>
            <a:r>
              <a:rPr lang="en-US" altLang="en-US" sz="2400" i="1">
                <a:solidFill>
                  <a:srgbClr val="C04C73"/>
                </a:solidFill>
              </a:rPr>
              <a:t>on attribute A if at every instant in time each value of A has no more than one value of B associated with it in the relation R’ </a:t>
            </a:r>
          </a:p>
          <a:p>
            <a:pPr algn="r" eaLnBrk="1" hangingPunct="1">
              <a:lnSpc>
                <a:spcPct val="110000"/>
              </a:lnSpc>
              <a:spcBef>
                <a:spcPct val="30000"/>
              </a:spcBef>
              <a:spcAft>
                <a:spcPct val="20000"/>
              </a:spcAft>
            </a:pPr>
            <a:r>
              <a:rPr lang="en-US" altLang="en-US" sz="2400">
                <a:solidFill>
                  <a:srgbClr val="C04C73"/>
                </a:solidFill>
              </a:rPr>
              <a:t>(Cardenas, 1985)</a:t>
            </a:r>
            <a:endParaRPr lang="en-US" altLang="en-US" sz="2400" i="1">
              <a:solidFill>
                <a:srgbClr val="C04C73"/>
              </a:solidFill>
            </a:endParaRPr>
          </a:p>
        </p:txBody>
      </p:sp>
      <p:sp>
        <p:nvSpPr>
          <p:cNvPr id="31748" name="Rectangle 5">
            <a:extLst>
              <a:ext uri="{FF2B5EF4-FFF2-40B4-BE49-F238E27FC236}">
                <a16:creationId xmlns:a16="http://schemas.microsoft.com/office/drawing/2014/main" id="{DADF55A7-1206-5D2A-E387-51D19192498C}"/>
              </a:ext>
            </a:extLst>
          </p:cNvPr>
          <p:cNvSpPr>
            <a:spLocks noChangeArrowheads="1"/>
          </p:cNvSpPr>
          <p:nvPr/>
        </p:nvSpPr>
        <p:spPr bwMode="auto">
          <a:xfrm>
            <a:off x="517525" y="4610100"/>
            <a:ext cx="8305800"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eaLnBrk="1" hangingPunct="1">
              <a:lnSpc>
                <a:spcPct val="110000"/>
              </a:lnSpc>
              <a:spcBef>
                <a:spcPct val="30000"/>
              </a:spcBef>
              <a:spcAft>
                <a:spcPct val="20000"/>
              </a:spcAft>
            </a:pPr>
            <a:r>
              <a:rPr lang="en-US" altLang="en-US" sz="2400"/>
              <a:t>If we know your student number we can find your name, associated address, telephone no etc.</a:t>
            </a:r>
            <a:endParaRPr lang="en-US" altLang="en-US" sz="3000"/>
          </a:p>
        </p:txBody>
      </p:sp>
      <p:sp>
        <p:nvSpPr>
          <p:cNvPr id="2" name="Rectangle 1">
            <a:extLst>
              <a:ext uri="{FF2B5EF4-FFF2-40B4-BE49-F238E27FC236}">
                <a16:creationId xmlns:a16="http://schemas.microsoft.com/office/drawing/2014/main" id="{D1DC0DA8-5256-0895-75B9-453695847035}"/>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656EBD6F-C27E-3979-C6FF-65BF2E45D2E5}"/>
              </a:ext>
            </a:extLst>
          </p:cNvPr>
          <p:cNvSpPr>
            <a:spLocks noGrp="1" noChangeArrowheads="1"/>
          </p:cNvSpPr>
          <p:nvPr>
            <p:ph type="title"/>
          </p:nvPr>
        </p:nvSpPr>
        <p:spPr>
          <a:xfrm>
            <a:off x="381000" y="381000"/>
            <a:ext cx="8305800" cy="673100"/>
          </a:xfrm>
        </p:spPr>
        <p:txBody>
          <a:bodyPr/>
          <a:lstStyle/>
          <a:p>
            <a:pPr eaLnBrk="1" hangingPunct="1"/>
            <a:r>
              <a:rPr lang="en-GB" altLang="en-US" b="1"/>
              <a:t>Keys Attributes (a.k.a Key Identifiers)</a:t>
            </a:r>
          </a:p>
        </p:txBody>
      </p:sp>
      <p:sp>
        <p:nvSpPr>
          <p:cNvPr id="32771" name="Rectangle 3">
            <a:extLst>
              <a:ext uri="{FF2B5EF4-FFF2-40B4-BE49-F238E27FC236}">
                <a16:creationId xmlns:a16="http://schemas.microsoft.com/office/drawing/2014/main" id="{3ED87583-E905-0096-1F0E-FBAFC86ADA2F}"/>
              </a:ext>
            </a:extLst>
          </p:cNvPr>
          <p:cNvSpPr>
            <a:spLocks noGrp="1" noChangeArrowheads="1"/>
          </p:cNvSpPr>
          <p:nvPr>
            <p:ph idx="1"/>
          </p:nvPr>
        </p:nvSpPr>
        <p:spPr>
          <a:xfrm>
            <a:off x="368300" y="1320800"/>
            <a:ext cx="8305800" cy="2452688"/>
          </a:xfrm>
        </p:spPr>
        <p:txBody>
          <a:bodyPr/>
          <a:lstStyle/>
          <a:p>
            <a:pPr eaLnBrk="1" hangingPunct="1"/>
            <a:r>
              <a:rPr lang="en-US" altLang="en-US"/>
              <a:t>An attribute, or group of attributes, that assumes a unique value for each entity instance</a:t>
            </a:r>
          </a:p>
          <a:p>
            <a:pPr lvl="1" eaLnBrk="1" hangingPunct="1"/>
            <a:r>
              <a:rPr lang="en-GB" altLang="en-US" b="1"/>
              <a:t>Identifies a specific instance of an entity</a:t>
            </a:r>
            <a:endParaRPr lang="en-US" altLang="en-US" b="1"/>
          </a:p>
          <a:p>
            <a:pPr eaLnBrk="1" hangingPunct="1"/>
            <a:r>
              <a:rPr lang="en-US" altLang="en-US"/>
              <a:t>Considered </a:t>
            </a:r>
            <a:r>
              <a:rPr lang="en-US" altLang="en-US" b="1"/>
              <a:t>relation variables </a:t>
            </a:r>
            <a:r>
              <a:rPr lang="en-US" altLang="en-US"/>
              <a:t>as they </a:t>
            </a:r>
            <a:r>
              <a:rPr lang="en-US" altLang="en-US" b="1"/>
              <a:t>determine</a:t>
            </a:r>
            <a:r>
              <a:rPr lang="en-US" altLang="en-US"/>
              <a:t> the value of other  attributes</a:t>
            </a:r>
          </a:p>
          <a:p>
            <a:pPr eaLnBrk="1" hangingPunct="1"/>
            <a:r>
              <a:rPr lang="en-US" altLang="en-US"/>
              <a:t>A group of attributes that uniquely identify an instance of an entity is referred to as a </a:t>
            </a:r>
            <a:r>
              <a:rPr lang="en-US" altLang="en-US" b="1"/>
              <a:t>compound, composite </a:t>
            </a:r>
            <a:r>
              <a:rPr lang="en-US" altLang="en-US"/>
              <a:t>or</a:t>
            </a:r>
            <a:r>
              <a:rPr lang="en-US" altLang="en-US" b="1"/>
              <a:t> concatenated key</a:t>
            </a:r>
          </a:p>
        </p:txBody>
      </p:sp>
      <p:sp>
        <p:nvSpPr>
          <p:cNvPr id="32772" name="Text Box 4">
            <a:extLst>
              <a:ext uri="{FF2B5EF4-FFF2-40B4-BE49-F238E27FC236}">
                <a16:creationId xmlns:a16="http://schemas.microsoft.com/office/drawing/2014/main" id="{E5AA9178-F017-0B96-3784-EE797396E02D}"/>
              </a:ext>
            </a:extLst>
          </p:cNvPr>
          <p:cNvSpPr txBox="1">
            <a:spLocks noChangeArrowheads="1"/>
          </p:cNvSpPr>
          <p:nvPr/>
        </p:nvSpPr>
        <p:spPr bwMode="auto">
          <a:xfrm>
            <a:off x="513556" y="3879851"/>
            <a:ext cx="21272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600" i="1"/>
              <a:t>Example #1</a:t>
            </a:r>
          </a:p>
        </p:txBody>
      </p:sp>
      <p:sp>
        <p:nvSpPr>
          <p:cNvPr id="32773" name="Text Box 5">
            <a:extLst>
              <a:ext uri="{FF2B5EF4-FFF2-40B4-BE49-F238E27FC236}">
                <a16:creationId xmlns:a16="http://schemas.microsoft.com/office/drawing/2014/main" id="{B5BF2683-1BAD-102B-EFD4-13C1AAA26FA2}"/>
              </a:ext>
            </a:extLst>
          </p:cNvPr>
          <p:cNvSpPr txBox="1">
            <a:spLocks noChangeArrowheads="1"/>
          </p:cNvSpPr>
          <p:nvPr/>
        </p:nvSpPr>
        <p:spPr bwMode="auto">
          <a:xfrm>
            <a:off x="4287838" y="3844925"/>
            <a:ext cx="21272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600" i="1"/>
              <a:t>Example #2</a:t>
            </a:r>
          </a:p>
        </p:txBody>
      </p:sp>
      <p:grpSp>
        <p:nvGrpSpPr>
          <p:cNvPr id="32774" name="Group 6">
            <a:extLst>
              <a:ext uri="{FF2B5EF4-FFF2-40B4-BE49-F238E27FC236}">
                <a16:creationId xmlns:a16="http://schemas.microsoft.com/office/drawing/2014/main" id="{9B74BF7E-5AC0-85ED-20E7-B92813B32201}"/>
              </a:ext>
            </a:extLst>
          </p:cNvPr>
          <p:cNvGrpSpPr>
            <a:grpSpLocks/>
          </p:cNvGrpSpPr>
          <p:nvPr/>
        </p:nvGrpSpPr>
        <p:grpSpPr bwMode="auto">
          <a:xfrm>
            <a:off x="946150" y="4759325"/>
            <a:ext cx="1011238" cy="695325"/>
            <a:chOff x="603" y="1892"/>
            <a:chExt cx="637" cy="438"/>
          </a:xfrm>
        </p:grpSpPr>
        <p:sp>
          <p:nvSpPr>
            <p:cNvPr id="32820" name="Rectangle 7">
              <a:extLst>
                <a:ext uri="{FF2B5EF4-FFF2-40B4-BE49-F238E27FC236}">
                  <a16:creationId xmlns:a16="http://schemas.microsoft.com/office/drawing/2014/main" id="{84411396-19FB-C23A-E427-75AAA14269B1}"/>
                </a:ext>
              </a:extLst>
            </p:cNvPr>
            <p:cNvSpPr>
              <a:spLocks noChangeArrowheads="1"/>
            </p:cNvSpPr>
            <p:nvPr/>
          </p:nvSpPr>
          <p:spPr bwMode="auto">
            <a:xfrm>
              <a:off x="629" y="1925"/>
              <a:ext cx="611" cy="405"/>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2821" name="Rectangle 8">
              <a:extLst>
                <a:ext uri="{FF2B5EF4-FFF2-40B4-BE49-F238E27FC236}">
                  <a16:creationId xmlns:a16="http://schemas.microsoft.com/office/drawing/2014/main" id="{769E419D-3AA7-B8CB-410D-E39781920EA1}"/>
                </a:ext>
              </a:extLst>
            </p:cNvPr>
            <p:cNvSpPr>
              <a:spLocks noChangeArrowheads="1"/>
            </p:cNvSpPr>
            <p:nvPr/>
          </p:nvSpPr>
          <p:spPr bwMode="auto">
            <a:xfrm>
              <a:off x="603" y="1892"/>
              <a:ext cx="604" cy="40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sp>
        <p:nvSpPr>
          <p:cNvPr id="32775" name="Text Box 9">
            <a:extLst>
              <a:ext uri="{FF2B5EF4-FFF2-40B4-BE49-F238E27FC236}">
                <a16:creationId xmlns:a16="http://schemas.microsoft.com/office/drawing/2014/main" id="{B61A105E-89CF-31FD-2F0A-C9CAAC2E77FA}"/>
              </a:ext>
            </a:extLst>
          </p:cNvPr>
          <p:cNvSpPr txBox="1">
            <a:spLocks noChangeArrowheads="1"/>
          </p:cNvSpPr>
          <p:nvPr/>
        </p:nvSpPr>
        <p:spPr bwMode="auto">
          <a:xfrm>
            <a:off x="933450" y="4935538"/>
            <a:ext cx="938213" cy="374650"/>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Film No</a:t>
            </a:r>
          </a:p>
        </p:txBody>
      </p:sp>
      <p:grpSp>
        <p:nvGrpSpPr>
          <p:cNvPr id="32776" name="Group 10">
            <a:extLst>
              <a:ext uri="{FF2B5EF4-FFF2-40B4-BE49-F238E27FC236}">
                <a16:creationId xmlns:a16="http://schemas.microsoft.com/office/drawing/2014/main" id="{AB814BE8-0101-9049-5EF0-71B6AE710E00}"/>
              </a:ext>
            </a:extLst>
          </p:cNvPr>
          <p:cNvGrpSpPr>
            <a:grpSpLocks/>
          </p:cNvGrpSpPr>
          <p:nvPr/>
        </p:nvGrpSpPr>
        <p:grpSpPr bwMode="auto">
          <a:xfrm>
            <a:off x="2870200" y="3995738"/>
            <a:ext cx="1011238" cy="695325"/>
            <a:chOff x="1747" y="3124"/>
            <a:chExt cx="637" cy="438"/>
          </a:xfrm>
        </p:grpSpPr>
        <p:grpSp>
          <p:nvGrpSpPr>
            <p:cNvPr id="32816" name="Group 11">
              <a:extLst>
                <a:ext uri="{FF2B5EF4-FFF2-40B4-BE49-F238E27FC236}">
                  <a16:creationId xmlns:a16="http://schemas.microsoft.com/office/drawing/2014/main" id="{194E89B1-3608-AF03-35BA-1B42B6DDA99F}"/>
                </a:ext>
              </a:extLst>
            </p:cNvPr>
            <p:cNvGrpSpPr>
              <a:grpSpLocks/>
            </p:cNvGrpSpPr>
            <p:nvPr/>
          </p:nvGrpSpPr>
          <p:grpSpPr bwMode="auto">
            <a:xfrm>
              <a:off x="1747" y="3124"/>
              <a:ext cx="637" cy="438"/>
              <a:chOff x="603" y="1892"/>
              <a:chExt cx="637" cy="438"/>
            </a:xfrm>
          </p:grpSpPr>
          <p:sp>
            <p:nvSpPr>
              <p:cNvPr id="32818" name="Rectangle 12">
                <a:extLst>
                  <a:ext uri="{FF2B5EF4-FFF2-40B4-BE49-F238E27FC236}">
                    <a16:creationId xmlns:a16="http://schemas.microsoft.com/office/drawing/2014/main" id="{1425108C-B53B-C660-8534-EFD3409A8B5B}"/>
                  </a:ext>
                </a:extLst>
              </p:cNvPr>
              <p:cNvSpPr>
                <a:spLocks noChangeArrowheads="1"/>
              </p:cNvSpPr>
              <p:nvPr/>
            </p:nvSpPr>
            <p:spPr bwMode="auto">
              <a:xfrm>
                <a:off x="629" y="1925"/>
                <a:ext cx="611" cy="405"/>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2819" name="Rectangle 13">
                <a:extLst>
                  <a:ext uri="{FF2B5EF4-FFF2-40B4-BE49-F238E27FC236}">
                    <a16:creationId xmlns:a16="http://schemas.microsoft.com/office/drawing/2014/main" id="{2AD94D1C-14DE-2C86-CF9A-FCB3CEDCA436}"/>
                  </a:ext>
                </a:extLst>
              </p:cNvPr>
              <p:cNvSpPr>
                <a:spLocks noChangeArrowheads="1"/>
              </p:cNvSpPr>
              <p:nvPr/>
            </p:nvSpPr>
            <p:spPr bwMode="auto">
              <a:xfrm>
                <a:off x="603" y="1892"/>
                <a:ext cx="604" cy="40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sp>
          <p:nvSpPr>
            <p:cNvPr id="32817" name="Text Box 14">
              <a:extLst>
                <a:ext uri="{FF2B5EF4-FFF2-40B4-BE49-F238E27FC236}">
                  <a16:creationId xmlns:a16="http://schemas.microsoft.com/office/drawing/2014/main" id="{AE0B1129-94BC-B38E-FCE6-05C9308E7FE1}"/>
                </a:ext>
              </a:extLst>
            </p:cNvPr>
            <p:cNvSpPr txBox="1">
              <a:spLocks noChangeArrowheads="1"/>
            </p:cNvSpPr>
            <p:nvPr/>
          </p:nvSpPr>
          <p:spPr bwMode="auto">
            <a:xfrm>
              <a:off x="1828" y="3221"/>
              <a:ext cx="474" cy="236"/>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Title</a:t>
              </a:r>
            </a:p>
          </p:txBody>
        </p:sp>
      </p:grpSp>
      <p:sp>
        <p:nvSpPr>
          <p:cNvPr id="32777" name="Line 15">
            <a:extLst>
              <a:ext uri="{FF2B5EF4-FFF2-40B4-BE49-F238E27FC236}">
                <a16:creationId xmlns:a16="http://schemas.microsoft.com/office/drawing/2014/main" id="{83EAB385-972C-FFB6-86E2-041E45256EBE}"/>
              </a:ext>
            </a:extLst>
          </p:cNvPr>
          <p:cNvSpPr>
            <a:spLocks noChangeShapeType="1"/>
          </p:cNvSpPr>
          <p:nvPr/>
        </p:nvSpPr>
        <p:spPr bwMode="auto">
          <a:xfrm flipV="1">
            <a:off x="1908175" y="4275138"/>
            <a:ext cx="954088" cy="769937"/>
          </a:xfrm>
          <a:prstGeom prst="line">
            <a:avLst/>
          </a:prstGeom>
          <a:noFill/>
          <a:ln w="1905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32778" name="Group 16">
            <a:extLst>
              <a:ext uri="{FF2B5EF4-FFF2-40B4-BE49-F238E27FC236}">
                <a16:creationId xmlns:a16="http://schemas.microsoft.com/office/drawing/2014/main" id="{7F07639F-7FB3-904A-22C2-4F91699A22E8}"/>
              </a:ext>
            </a:extLst>
          </p:cNvPr>
          <p:cNvGrpSpPr>
            <a:grpSpLocks/>
          </p:cNvGrpSpPr>
          <p:nvPr/>
        </p:nvGrpSpPr>
        <p:grpSpPr bwMode="auto">
          <a:xfrm>
            <a:off x="2835275" y="5661025"/>
            <a:ext cx="1046163" cy="695325"/>
            <a:chOff x="1724" y="3692"/>
            <a:chExt cx="659" cy="438"/>
          </a:xfrm>
        </p:grpSpPr>
        <p:grpSp>
          <p:nvGrpSpPr>
            <p:cNvPr id="32812" name="Group 17">
              <a:extLst>
                <a:ext uri="{FF2B5EF4-FFF2-40B4-BE49-F238E27FC236}">
                  <a16:creationId xmlns:a16="http://schemas.microsoft.com/office/drawing/2014/main" id="{727DC4B6-79E1-B798-C7A3-8A3D99263EEF}"/>
                </a:ext>
              </a:extLst>
            </p:cNvPr>
            <p:cNvGrpSpPr>
              <a:grpSpLocks/>
            </p:cNvGrpSpPr>
            <p:nvPr/>
          </p:nvGrpSpPr>
          <p:grpSpPr bwMode="auto">
            <a:xfrm>
              <a:off x="1746" y="3692"/>
              <a:ext cx="637" cy="438"/>
              <a:chOff x="603" y="1892"/>
              <a:chExt cx="637" cy="438"/>
            </a:xfrm>
          </p:grpSpPr>
          <p:sp>
            <p:nvSpPr>
              <p:cNvPr id="32814" name="Rectangle 18">
                <a:extLst>
                  <a:ext uri="{FF2B5EF4-FFF2-40B4-BE49-F238E27FC236}">
                    <a16:creationId xmlns:a16="http://schemas.microsoft.com/office/drawing/2014/main" id="{7BE25A71-0EC9-114B-C622-4C87453D4E3A}"/>
                  </a:ext>
                </a:extLst>
              </p:cNvPr>
              <p:cNvSpPr>
                <a:spLocks noChangeArrowheads="1"/>
              </p:cNvSpPr>
              <p:nvPr/>
            </p:nvSpPr>
            <p:spPr bwMode="auto">
              <a:xfrm>
                <a:off x="629" y="1925"/>
                <a:ext cx="611" cy="405"/>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2815" name="Rectangle 19">
                <a:extLst>
                  <a:ext uri="{FF2B5EF4-FFF2-40B4-BE49-F238E27FC236}">
                    <a16:creationId xmlns:a16="http://schemas.microsoft.com/office/drawing/2014/main" id="{5BD5BF1D-EF5E-D772-9DDF-2EEB45157F47}"/>
                  </a:ext>
                </a:extLst>
              </p:cNvPr>
              <p:cNvSpPr>
                <a:spLocks noChangeArrowheads="1"/>
              </p:cNvSpPr>
              <p:nvPr/>
            </p:nvSpPr>
            <p:spPr bwMode="auto">
              <a:xfrm>
                <a:off x="603" y="1892"/>
                <a:ext cx="604" cy="40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sp>
          <p:nvSpPr>
            <p:cNvPr id="32813" name="Text Box 20">
              <a:extLst>
                <a:ext uri="{FF2B5EF4-FFF2-40B4-BE49-F238E27FC236}">
                  <a16:creationId xmlns:a16="http://schemas.microsoft.com/office/drawing/2014/main" id="{9A3E0176-9167-A51D-E258-719723FC194F}"/>
                </a:ext>
              </a:extLst>
            </p:cNvPr>
            <p:cNvSpPr txBox="1">
              <a:spLocks noChangeArrowheads="1"/>
            </p:cNvSpPr>
            <p:nvPr/>
          </p:nvSpPr>
          <p:spPr bwMode="auto">
            <a:xfrm>
              <a:off x="1724" y="3782"/>
              <a:ext cx="598" cy="236"/>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Actor</a:t>
              </a:r>
            </a:p>
          </p:txBody>
        </p:sp>
      </p:grpSp>
      <p:grpSp>
        <p:nvGrpSpPr>
          <p:cNvPr id="32779" name="Group 21">
            <a:extLst>
              <a:ext uri="{FF2B5EF4-FFF2-40B4-BE49-F238E27FC236}">
                <a16:creationId xmlns:a16="http://schemas.microsoft.com/office/drawing/2014/main" id="{A85FCDFD-B89A-1B29-0EE2-E56459C556A0}"/>
              </a:ext>
            </a:extLst>
          </p:cNvPr>
          <p:cNvGrpSpPr>
            <a:grpSpLocks/>
          </p:cNvGrpSpPr>
          <p:nvPr/>
        </p:nvGrpSpPr>
        <p:grpSpPr bwMode="auto">
          <a:xfrm>
            <a:off x="2870200" y="4833938"/>
            <a:ext cx="1011238" cy="695325"/>
            <a:chOff x="2850" y="3247"/>
            <a:chExt cx="637" cy="438"/>
          </a:xfrm>
        </p:grpSpPr>
        <p:grpSp>
          <p:nvGrpSpPr>
            <p:cNvPr id="32808" name="Group 22">
              <a:extLst>
                <a:ext uri="{FF2B5EF4-FFF2-40B4-BE49-F238E27FC236}">
                  <a16:creationId xmlns:a16="http://schemas.microsoft.com/office/drawing/2014/main" id="{2FC8A884-2C6B-3DC1-FB37-6E85A9857FF2}"/>
                </a:ext>
              </a:extLst>
            </p:cNvPr>
            <p:cNvGrpSpPr>
              <a:grpSpLocks/>
            </p:cNvGrpSpPr>
            <p:nvPr/>
          </p:nvGrpSpPr>
          <p:grpSpPr bwMode="auto">
            <a:xfrm>
              <a:off x="2850" y="3247"/>
              <a:ext cx="637" cy="438"/>
              <a:chOff x="603" y="1892"/>
              <a:chExt cx="637" cy="438"/>
            </a:xfrm>
          </p:grpSpPr>
          <p:sp>
            <p:nvSpPr>
              <p:cNvPr id="32810" name="Rectangle 23">
                <a:extLst>
                  <a:ext uri="{FF2B5EF4-FFF2-40B4-BE49-F238E27FC236}">
                    <a16:creationId xmlns:a16="http://schemas.microsoft.com/office/drawing/2014/main" id="{6A45E1CA-6C3C-4B2F-3E32-7A4611A6757E}"/>
                  </a:ext>
                </a:extLst>
              </p:cNvPr>
              <p:cNvSpPr>
                <a:spLocks noChangeArrowheads="1"/>
              </p:cNvSpPr>
              <p:nvPr/>
            </p:nvSpPr>
            <p:spPr bwMode="auto">
              <a:xfrm>
                <a:off x="629" y="1925"/>
                <a:ext cx="611" cy="405"/>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2811" name="Rectangle 24">
                <a:extLst>
                  <a:ext uri="{FF2B5EF4-FFF2-40B4-BE49-F238E27FC236}">
                    <a16:creationId xmlns:a16="http://schemas.microsoft.com/office/drawing/2014/main" id="{F68BAAF0-DBBC-A2D5-909B-13D4D23A5849}"/>
                  </a:ext>
                </a:extLst>
              </p:cNvPr>
              <p:cNvSpPr>
                <a:spLocks noChangeArrowheads="1"/>
              </p:cNvSpPr>
              <p:nvPr/>
            </p:nvSpPr>
            <p:spPr bwMode="auto">
              <a:xfrm>
                <a:off x="603" y="1892"/>
                <a:ext cx="604" cy="40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sp>
          <p:nvSpPr>
            <p:cNvPr id="32809" name="Text Box 25">
              <a:extLst>
                <a:ext uri="{FF2B5EF4-FFF2-40B4-BE49-F238E27FC236}">
                  <a16:creationId xmlns:a16="http://schemas.microsoft.com/office/drawing/2014/main" id="{3DD8B3B4-E9E7-EDA6-C89E-B4B3C80C99FA}"/>
                </a:ext>
              </a:extLst>
            </p:cNvPr>
            <p:cNvSpPr txBox="1">
              <a:spLocks noChangeArrowheads="1"/>
            </p:cNvSpPr>
            <p:nvPr/>
          </p:nvSpPr>
          <p:spPr bwMode="auto">
            <a:xfrm>
              <a:off x="2931" y="3344"/>
              <a:ext cx="474" cy="236"/>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Year</a:t>
              </a:r>
            </a:p>
          </p:txBody>
        </p:sp>
      </p:grpSp>
      <p:sp>
        <p:nvSpPr>
          <p:cNvPr id="32780" name="Line 26">
            <a:extLst>
              <a:ext uri="{FF2B5EF4-FFF2-40B4-BE49-F238E27FC236}">
                <a16:creationId xmlns:a16="http://schemas.microsoft.com/office/drawing/2014/main" id="{BB8E2F94-6615-DAF6-8DDA-FE99F4B3A8BB}"/>
              </a:ext>
            </a:extLst>
          </p:cNvPr>
          <p:cNvSpPr>
            <a:spLocks noChangeShapeType="1"/>
          </p:cNvSpPr>
          <p:nvPr/>
        </p:nvSpPr>
        <p:spPr bwMode="auto">
          <a:xfrm>
            <a:off x="1905000" y="5080000"/>
            <a:ext cx="968375" cy="77788"/>
          </a:xfrm>
          <a:prstGeom prst="line">
            <a:avLst/>
          </a:prstGeom>
          <a:noFill/>
          <a:ln w="1905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2781" name="Line 27">
            <a:extLst>
              <a:ext uri="{FF2B5EF4-FFF2-40B4-BE49-F238E27FC236}">
                <a16:creationId xmlns:a16="http://schemas.microsoft.com/office/drawing/2014/main" id="{551C61FB-4820-93C0-6B63-CE46BCE007D5}"/>
              </a:ext>
            </a:extLst>
          </p:cNvPr>
          <p:cNvSpPr>
            <a:spLocks noChangeShapeType="1"/>
          </p:cNvSpPr>
          <p:nvPr/>
        </p:nvSpPr>
        <p:spPr bwMode="auto">
          <a:xfrm>
            <a:off x="1917700" y="5073650"/>
            <a:ext cx="954088" cy="915988"/>
          </a:xfrm>
          <a:prstGeom prst="line">
            <a:avLst/>
          </a:prstGeom>
          <a:noFill/>
          <a:ln w="1905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2782" name="Rectangle 28">
            <a:extLst>
              <a:ext uri="{FF2B5EF4-FFF2-40B4-BE49-F238E27FC236}">
                <a16:creationId xmlns:a16="http://schemas.microsoft.com/office/drawing/2014/main" id="{44A9C108-3CD8-6F9D-0335-F834119091C1}"/>
              </a:ext>
            </a:extLst>
          </p:cNvPr>
          <p:cNvSpPr>
            <a:spLocks noChangeArrowheads="1"/>
          </p:cNvSpPr>
          <p:nvPr/>
        </p:nvSpPr>
        <p:spPr bwMode="auto">
          <a:xfrm>
            <a:off x="4651375" y="4362450"/>
            <a:ext cx="1304925" cy="18097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2783" name="Rectangle 29">
            <a:extLst>
              <a:ext uri="{FF2B5EF4-FFF2-40B4-BE49-F238E27FC236}">
                <a16:creationId xmlns:a16="http://schemas.microsoft.com/office/drawing/2014/main" id="{5703AC34-555E-CC06-D82F-8B2137568974}"/>
              </a:ext>
            </a:extLst>
          </p:cNvPr>
          <p:cNvSpPr>
            <a:spLocks noChangeArrowheads="1"/>
          </p:cNvSpPr>
          <p:nvPr/>
        </p:nvSpPr>
        <p:spPr bwMode="auto">
          <a:xfrm>
            <a:off x="4597400" y="4318000"/>
            <a:ext cx="1304925" cy="180975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nvGrpSpPr>
          <p:cNvPr id="32784" name="Group 30">
            <a:extLst>
              <a:ext uri="{FF2B5EF4-FFF2-40B4-BE49-F238E27FC236}">
                <a16:creationId xmlns:a16="http://schemas.microsoft.com/office/drawing/2014/main" id="{420006A6-1116-E512-01ED-CA76903E837D}"/>
              </a:ext>
            </a:extLst>
          </p:cNvPr>
          <p:cNvGrpSpPr>
            <a:grpSpLocks/>
          </p:cNvGrpSpPr>
          <p:nvPr/>
        </p:nvGrpSpPr>
        <p:grpSpPr bwMode="auto">
          <a:xfrm>
            <a:off x="4741863" y="4418013"/>
            <a:ext cx="1011237" cy="695325"/>
            <a:chOff x="603" y="1892"/>
            <a:chExt cx="637" cy="438"/>
          </a:xfrm>
        </p:grpSpPr>
        <p:sp>
          <p:nvSpPr>
            <p:cNvPr id="32806" name="Rectangle 31">
              <a:extLst>
                <a:ext uri="{FF2B5EF4-FFF2-40B4-BE49-F238E27FC236}">
                  <a16:creationId xmlns:a16="http://schemas.microsoft.com/office/drawing/2014/main" id="{3AF08263-916D-9EDE-45A3-47F61197D377}"/>
                </a:ext>
              </a:extLst>
            </p:cNvPr>
            <p:cNvSpPr>
              <a:spLocks noChangeArrowheads="1"/>
            </p:cNvSpPr>
            <p:nvPr/>
          </p:nvSpPr>
          <p:spPr bwMode="auto">
            <a:xfrm>
              <a:off x="629" y="1925"/>
              <a:ext cx="611" cy="405"/>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2807" name="Rectangle 32">
              <a:extLst>
                <a:ext uri="{FF2B5EF4-FFF2-40B4-BE49-F238E27FC236}">
                  <a16:creationId xmlns:a16="http://schemas.microsoft.com/office/drawing/2014/main" id="{6911CD13-9179-3634-49FE-407AF9EC48F1}"/>
                </a:ext>
              </a:extLst>
            </p:cNvPr>
            <p:cNvSpPr>
              <a:spLocks noChangeArrowheads="1"/>
            </p:cNvSpPr>
            <p:nvPr/>
          </p:nvSpPr>
          <p:spPr bwMode="auto">
            <a:xfrm>
              <a:off x="603" y="1892"/>
              <a:ext cx="604" cy="40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sp>
        <p:nvSpPr>
          <p:cNvPr id="32785" name="Text Box 33">
            <a:extLst>
              <a:ext uri="{FF2B5EF4-FFF2-40B4-BE49-F238E27FC236}">
                <a16:creationId xmlns:a16="http://schemas.microsoft.com/office/drawing/2014/main" id="{EA861628-15BA-965B-0B61-17A2A737269B}"/>
              </a:ext>
            </a:extLst>
          </p:cNvPr>
          <p:cNvSpPr txBox="1">
            <a:spLocks noChangeArrowheads="1"/>
          </p:cNvSpPr>
          <p:nvPr/>
        </p:nvSpPr>
        <p:spPr bwMode="auto">
          <a:xfrm>
            <a:off x="4764088" y="4537075"/>
            <a:ext cx="909637" cy="374650"/>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Film No</a:t>
            </a:r>
          </a:p>
        </p:txBody>
      </p:sp>
      <p:grpSp>
        <p:nvGrpSpPr>
          <p:cNvPr id="32786" name="Group 34">
            <a:extLst>
              <a:ext uri="{FF2B5EF4-FFF2-40B4-BE49-F238E27FC236}">
                <a16:creationId xmlns:a16="http://schemas.microsoft.com/office/drawing/2014/main" id="{B9BCCD32-68DC-C4C2-9685-CC7099D3B174}"/>
              </a:ext>
            </a:extLst>
          </p:cNvPr>
          <p:cNvGrpSpPr>
            <a:grpSpLocks/>
          </p:cNvGrpSpPr>
          <p:nvPr/>
        </p:nvGrpSpPr>
        <p:grpSpPr bwMode="auto">
          <a:xfrm>
            <a:off x="4756150" y="5237163"/>
            <a:ext cx="1011238" cy="695325"/>
            <a:chOff x="603" y="1892"/>
            <a:chExt cx="637" cy="438"/>
          </a:xfrm>
        </p:grpSpPr>
        <p:sp>
          <p:nvSpPr>
            <p:cNvPr id="32804" name="Rectangle 35">
              <a:extLst>
                <a:ext uri="{FF2B5EF4-FFF2-40B4-BE49-F238E27FC236}">
                  <a16:creationId xmlns:a16="http://schemas.microsoft.com/office/drawing/2014/main" id="{D0C868E2-E796-4D57-5A16-06D811BBC5F1}"/>
                </a:ext>
              </a:extLst>
            </p:cNvPr>
            <p:cNvSpPr>
              <a:spLocks noChangeArrowheads="1"/>
            </p:cNvSpPr>
            <p:nvPr/>
          </p:nvSpPr>
          <p:spPr bwMode="auto">
            <a:xfrm>
              <a:off x="629" y="1925"/>
              <a:ext cx="611" cy="405"/>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2805" name="Rectangle 36">
              <a:extLst>
                <a:ext uri="{FF2B5EF4-FFF2-40B4-BE49-F238E27FC236}">
                  <a16:creationId xmlns:a16="http://schemas.microsoft.com/office/drawing/2014/main" id="{9A15576D-99CD-E851-7E97-25CE935E815F}"/>
                </a:ext>
              </a:extLst>
            </p:cNvPr>
            <p:cNvSpPr>
              <a:spLocks noChangeArrowheads="1"/>
            </p:cNvSpPr>
            <p:nvPr/>
          </p:nvSpPr>
          <p:spPr bwMode="auto">
            <a:xfrm>
              <a:off x="603" y="1892"/>
              <a:ext cx="604" cy="40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sp>
        <p:nvSpPr>
          <p:cNvPr id="32787" name="Text Box 37">
            <a:extLst>
              <a:ext uri="{FF2B5EF4-FFF2-40B4-BE49-F238E27FC236}">
                <a16:creationId xmlns:a16="http://schemas.microsoft.com/office/drawing/2014/main" id="{9300B4C8-2588-267B-8D9D-2AB30E70B3CA}"/>
              </a:ext>
            </a:extLst>
          </p:cNvPr>
          <p:cNvSpPr txBox="1">
            <a:spLocks noChangeArrowheads="1"/>
          </p:cNvSpPr>
          <p:nvPr/>
        </p:nvSpPr>
        <p:spPr bwMode="auto">
          <a:xfrm>
            <a:off x="4778375" y="5384800"/>
            <a:ext cx="928688" cy="374650"/>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Copy No</a:t>
            </a:r>
          </a:p>
        </p:txBody>
      </p:sp>
      <p:grpSp>
        <p:nvGrpSpPr>
          <p:cNvPr id="32788" name="Group 39">
            <a:extLst>
              <a:ext uri="{FF2B5EF4-FFF2-40B4-BE49-F238E27FC236}">
                <a16:creationId xmlns:a16="http://schemas.microsoft.com/office/drawing/2014/main" id="{A42A4E8D-D025-10DE-EC90-A1CA4B561F93}"/>
              </a:ext>
            </a:extLst>
          </p:cNvPr>
          <p:cNvGrpSpPr>
            <a:grpSpLocks/>
          </p:cNvGrpSpPr>
          <p:nvPr/>
        </p:nvGrpSpPr>
        <p:grpSpPr bwMode="auto">
          <a:xfrm>
            <a:off x="6784975" y="4189413"/>
            <a:ext cx="1011238" cy="695325"/>
            <a:chOff x="603" y="1892"/>
            <a:chExt cx="637" cy="438"/>
          </a:xfrm>
        </p:grpSpPr>
        <p:sp>
          <p:nvSpPr>
            <p:cNvPr id="32802" name="Rectangle 40">
              <a:extLst>
                <a:ext uri="{FF2B5EF4-FFF2-40B4-BE49-F238E27FC236}">
                  <a16:creationId xmlns:a16="http://schemas.microsoft.com/office/drawing/2014/main" id="{9D6FAE3D-19EB-850A-3055-EFE913982367}"/>
                </a:ext>
              </a:extLst>
            </p:cNvPr>
            <p:cNvSpPr>
              <a:spLocks noChangeArrowheads="1"/>
            </p:cNvSpPr>
            <p:nvPr/>
          </p:nvSpPr>
          <p:spPr bwMode="auto">
            <a:xfrm>
              <a:off x="629" y="1925"/>
              <a:ext cx="611" cy="405"/>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2803" name="Rectangle 41">
              <a:extLst>
                <a:ext uri="{FF2B5EF4-FFF2-40B4-BE49-F238E27FC236}">
                  <a16:creationId xmlns:a16="http://schemas.microsoft.com/office/drawing/2014/main" id="{1BA69B74-AF39-C5A4-01C6-BFD34C5FD81C}"/>
                </a:ext>
              </a:extLst>
            </p:cNvPr>
            <p:cNvSpPr>
              <a:spLocks noChangeArrowheads="1"/>
            </p:cNvSpPr>
            <p:nvPr/>
          </p:nvSpPr>
          <p:spPr bwMode="auto">
            <a:xfrm>
              <a:off x="603" y="1892"/>
              <a:ext cx="604" cy="40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sp>
        <p:nvSpPr>
          <p:cNvPr id="32789" name="Text Box 42">
            <a:extLst>
              <a:ext uri="{FF2B5EF4-FFF2-40B4-BE49-F238E27FC236}">
                <a16:creationId xmlns:a16="http://schemas.microsoft.com/office/drawing/2014/main" id="{0CA715AE-7471-42DB-7A17-2DD7ECB4A544}"/>
              </a:ext>
            </a:extLst>
          </p:cNvPr>
          <p:cNvSpPr txBox="1">
            <a:spLocks noChangeArrowheads="1"/>
          </p:cNvSpPr>
          <p:nvPr/>
        </p:nvSpPr>
        <p:spPr bwMode="auto">
          <a:xfrm>
            <a:off x="6824663" y="4330700"/>
            <a:ext cx="917575" cy="374650"/>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Location</a:t>
            </a:r>
          </a:p>
        </p:txBody>
      </p:sp>
      <p:sp>
        <p:nvSpPr>
          <p:cNvPr id="32790" name="Line 43">
            <a:extLst>
              <a:ext uri="{FF2B5EF4-FFF2-40B4-BE49-F238E27FC236}">
                <a16:creationId xmlns:a16="http://schemas.microsoft.com/office/drawing/2014/main" id="{FA8EC962-899B-DC9E-CE19-D546F5F32BFF}"/>
              </a:ext>
            </a:extLst>
          </p:cNvPr>
          <p:cNvSpPr>
            <a:spLocks noChangeShapeType="1"/>
          </p:cNvSpPr>
          <p:nvPr/>
        </p:nvSpPr>
        <p:spPr bwMode="auto">
          <a:xfrm flipV="1">
            <a:off x="5946775" y="4487863"/>
            <a:ext cx="839788" cy="827087"/>
          </a:xfrm>
          <a:prstGeom prst="line">
            <a:avLst/>
          </a:prstGeom>
          <a:noFill/>
          <a:ln w="1905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32791" name="Group 44">
            <a:extLst>
              <a:ext uri="{FF2B5EF4-FFF2-40B4-BE49-F238E27FC236}">
                <a16:creationId xmlns:a16="http://schemas.microsoft.com/office/drawing/2014/main" id="{2E4FE41A-007C-C827-4EAD-308801B3742B}"/>
              </a:ext>
            </a:extLst>
          </p:cNvPr>
          <p:cNvGrpSpPr>
            <a:grpSpLocks/>
          </p:cNvGrpSpPr>
          <p:nvPr/>
        </p:nvGrpSpPr>
        <p:grpSpPr bwMode="auto">
          <a:xfrm>
            <a:off x="6807200" y="5673725"/>
            <a:ext cx="1046163" cy="695325"/>
            <a:chOff x="1724" y="3692"/>
            <a:chExt cx="659" cy="438"/>
          </a:xfrm>
        </p:grpSpPr>
        <p:grpSp>
          <p:nvGrpSpPr>
            <p:cNvPr id="32798" name="Group 45">
              <a:extLst>
                <a:ext uri="{FF2B5EF4-FFF2-40B4-BE49-F238E27FC236}">
                  <a16:creationId xmlns:a16="http://schemas.microsoft.com/office/drawing/2014/main" id="{E724FD8F-1A65-2B23-17B1-C0C9248C4AA4}"/>
                </a:ext>
              </a:extLst>
            </p:cNvPr>
            <p:cNvGrpSpPr>
              <a:grpSpLocks/>
            </p:cNvGrpSpPr>
            <p:nvPr/>
          </p:nvGrpSpPr>
          <p:grpSpPr bwMode="auto">
            <a:xfrm>
              <a:off x="1746" y="3692"/>
              <a:ext cx="637" cy="438"/>
              <a:chOff x="603" y="1892"/>
              <a:chExt cx="637" cy="438"/>
            </a:xfrm>
          </p:grpSpPr>
          <p:sp>
            <p:nvSpPr>
              <p:cNvPr id="32800" name="Rectangle 46">
                <a:extLst>
                  <a:ext uri="{FF2B5EF4-FFF2-40B4-BE49-F238E27FC236}">
                    <a16:creationId xmlns:a16="http://schemas.microsoft.com/office/drawing/2014/main" id="{2D8089DF-227D-9201-1688-322A3015C4C2}"/>
                  </a:ext>
                </a:extLst>
              </p:cNvPr>
              <p:cNvSpPr>
                <a:spLocks noChangeArrowheads="1"/>
              </p:cNvSpPr>
              <p:nvPr/>
            </p:nvSpPr>
            <p:spPr bwMode="auto">
              <a:xfrm>
                <a:off x="629" y="1925"/>
                <a:ext cx="611" cy="405"/>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2801" name="Rectangle 47">
                <a:extLst>
                  <a:ext uri="{FF2B5EF4-FFF2-40B4-BE49-F238E27FC236}">
                    <a16:creationId xmlns:a16="http://schemas.microsoft.com/office/drawing/2014/main" id="{8686ECEE-1CD3-1D40-D428-54A7C35C0E6D}"/>
                  </a:ext>
                </a:extLst>
              </p:cNvPr>
              <p:cNvSpPr>
                <a:spLocks noChangeArrowheads="1"/>
              </p:cNvSpPr>
              <p:nvPr/>
            </p:nvSpPr>
            <p:spPr bwMode="auto">
              <a:xfrm>
                <a:off x="603" y="1892"/>
                <a:ext cx="604" cy="40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sp>
          <p:nvSpPr>
            <p:cNvPr id="32799" name="Text Box 48">
              <a:extLst>
                <a:ext uri="{FF2B5EF4-FFF2-40B4-BE49-F238E27FC236}">
                  <a16:creationId xmlns:a16="http://schemas.microsoft.com/office/drawing/2014/main" id="{CA0A3DED-9246-3A17-ECF4-A503EE017DF9}"/>
                </a:ext>
              </a:extLst>
            </p:cNvPr>
            <p:cNvSpPr txBox="1">
              <a:spLocks noChangeArrowheads="1"/>
            </p:cNvSpPr>
            <p:nvPr/>
          </p:nvSpPr>
          <p:spPr bwMode="auto">
            <a:xfrm>
              <a:off x="1724" y="3782"/>
              <a:ext cx="598" cy="236"/>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Supplier No</a:t>
              </a:r>
            </a:p>
          </p:txBody>
        </p:sp>
      </p:grpSp>
      <p:grpSp>
        <p:nvGrpSpPr>
          <p:cNvPr id="32792" name="Group 49">
            <a:extLst>
              <a:ext uri="{FF2B5EF4-FFF2-40B4-BE49-F238E27FC236}">
                <a16:creationId xmlns:a16="http://schemas.microsoft.com/office/drawing/2014/main" id="{0AD16FF2-C1EB-A020-3FF6-5373461A1380}"/>
              </a:ext>
            </a:extLst>
          </p:cNvPr>
          <p:cNvGrpSpPr>
            <a:grpSpLocks/>
          </p:cNvGrpSpPr>
          <p:nvPr/>
        </p:nvGrpSpPr>
        <p:grpSpPr bwMode="auto">
          <a:xfrm>
            <a:off x="6804025" y="4932363"/>
            <a:ext cx="1011238" cy="695325"/>
            <a:chOff x="603" y="1892"/>
            <a:chExt cx="637" cy="438"/>
          </a:xfrm>
        </p:grpSpPr>
        <p:sp>
          <p:nvSpPr>
            <p:cNvPr id="32796" name="Rectangle 50">
              <a:extLst>
                <a:ext uri="{FF2B5EF4-FFF2-40B4-BE49-F238E27FC236}">
                  <a16:creationId xmlns:a16="http://schemas.microsoft.com/office/drawing/2014/main" id="{F17B5025-CC07-A192-6D4D-8CADE78EDF7E}"/>
                </a:ext>
              </a:extLst>
            </p:cNvPr>
            <p:cNvSpPr>
              <a:spLocks noChangeArrowheads="1"/>
            </p:cNvSpPr>
            <p:nvPr/>
          </p:nvSpPr>
          <p:spPr bwMode="auto">
            <a:xfrm>
              <a:off x="629" y="1925"/>
              <a:ext cx="611" cy="405"/>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2797" name="Rectangle 51">
              <a:extLst>
                <a:ext uri="{FF2B5EF4-FFF2-40B4-BE49-F238E27FC236}">
                  <a16:creationId xmlns:a16="http://schemas.microsoft.com/office/drawing/2014/main" id="{E5B6BC62-2142-AC60-7693-AEE907F47E1B}"/>
                </a:ext>
              </a:extLst>
            </p:cNvPr>
            <p:cNvSpPr>
              <a:spLocks noChangeArrowheads="1"/>
            </p:cNvSpPr>
            <p:nvPr/>
          </p:nvSpPr>
          <p:spPr bwMode="auto">
            <a:xfrm>
              <a:off x="603" y="1892"/>
              <a:ext cx="604" cy="40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sp>
        <p:nvSpPr>
          <p:cNvPr id="32793" name="Text Box 52">
            <a:extLst>
              <a:ext uri="{FF2B5EF4-FFF2-40B4-BE49-F238E27FC236}">
                <a16:creationId xmlns:a16="http://schemas.microsoft.com/office/drawing/2014/main" id="{86E09038-1AE5-9A2B-7359-EB1449D9C7FB}"/>
              </a:ext>
            </a:extLst>
          </p:cNvPr>
          <p:cNvSpPr txBox="1">
            <a:spLocks noChangeArrowheads="1"/>
          </p:cNvSpPr>
          <p:nvPr/>
        </p:nvSpPr>
        <p:spPr bwMode="auto">
          <a:xfrm>
            <a:off x="6824663" y="5076825"/>
            <a:ext cx="895350" cy="374650"/>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Status</a:t>
            </a:r>
          </a:p>
        </p:txBody>
      </p:sp>
      <p:sp>
        <p:nvSpPr>
          <p:cNvPr id="32794" name="Line 53">
            <a:extLst>
              <a:ext uri="{FF2B5EF4-FFF2-40B4-BE49-F238E27FC236}">
                <a16:creationId xmlns:a16="http://schemas.microsoft.com/office/drawing/2014/main" id="{EF91C73B-5CCC-F4F9-72B9-65511010EA72}"/>
              </a:ext>
            </a:extLst>
          </p:cNvPr>
          <p:cNvSpPr>
            <a:spLocks noChangeShapeType="1"/>
          </p:cNvSpPr>
          <p:nvPr/>
        </p:nvSpPr>
        <p:spPr bwMode="auto">
          <a:xfrm flipV="1">
            <a:off x="5953125" y="5237163"/>
            <a:ext cx="844550" cy="65087"/>
          </a:xfrm>
          <a:prstGeom prst="line">
            <a:avLst/>
          </a:prstGeom>
          <a:noFill/>
          <a:ln w="1905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2795" name="Line 54">
            <a:extLst>
              <a:ext uri="{FF2B5EF4-FFF2-40B4-BE49-F238E27FC236}">
                <a16:creationId xmlns:a16="http://schemas.microsoft.com/office/drawing/2014/main" id="{CF8ED99A-CB26-86EC-66A3-7FD12D7A21A6}"/>
              </a:ext>
            </a:extLst>
          </p:cNvPr>
          <p:cNvSpPr>
            <a:spLocks noChangeShapeType="1"/>
          </p:cNvSpPr>
          <p:nvPr/>
        </p:nvSpPr>
        <p:spPr bwMode="auto">
          <a:xfrm>
            <a:off x="5965825" y="5305425"/>
            <a:ext cx="858838" cy="639763"/>
          </a:xfrm>
          <a:prstGeom prst="line">
            <a:avLst/>
          </a:prstGeom>
          <a:noFill/>
          <a:ln w="1905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1F4C318E-E5D2-6EB2-E428-CB74F8582E90}"/>
              </a:ext>
            </a:extLst>
          </p:cNvPr>
          <p:cNvSpPr>
            <a:spLocks noGrp="1" noChangeArrowheads="1"/>
          </p:cNvSpPr>
          <p:nvPr>
            <p:ph type="title"/>
          </p:nvPr>
        </p:nvSpPr>
        <p:spPr>
          <a:xfrm>
            <a:off x="381000" y="381000"/>
            <a:ext cx="8305800" cy="673100"/>
          </a:xfrm>
        </p:spPr>
        <p:txBody>
          <a:bodyPr/>
          <a:lstStyle/>
          <a:p>
            <a:pPr eaLnBrk="1" hangingPunct="1"/>
            <a:r>
              <a:rPr lang="en-GB" altLang="en-US" b="1"/>
              <a:t>Primary Key Attributes</a:t>
            </a:r>
          </a:p>
        </p:txBody>
      </p:sp>
      <p:sp>
        <p:nvSpPr>
          <p:cNvPr id="33795" name="Rectangle 3">
            <a:extLst>
              <a:ext uri="{FF2B5EF4-FFF2-40B4-BE49-F238E27FC236}">
                <a16:creationId xmlns:a16="http://schemas.microsoft.com/office/drawing/2014/main" id="{414CA822-3EE3-4A1D-4FCD-8487162F1105}"/>
              </a:ext>
            </a:extLst>
          </p:cNvPr>
          <p:cNvSpPr>
            <a:spLocks noGrp="1" noChangeArrowheads="1"/>
          </p:cNvSpPr>
          <p:nvPr>
            <p:ph idx="1"/>
          </p:nvPr>
        </p:nvSpPr>
        <p:spPr>
          <a:xfrm>
            <a:off x="381000" y="1282700"/>
            <a:ext cx="8305800" cy="1263650"/>
          </a:xfrm>
        </p:spPr>
        <p:txBody>
          <a:bodyPr/>
          <a:lstStyle/>
          <a:p>
            <a:pPr eaLnBrk="1" hangingPunct="1"/>
            <a:r>
              <a:rPr lang="en-US" altLang="en-US" sz="2200"/>
              <a:t>An attribute, or group of attributes, that assumes a unique value for each instance </a:t>
            </a:r>
            <a:r>
              <a:rPr lang="en-US" altLang="en-US" sz="2200" i="1"/>
              <a:t>of the entity in which it functions</a:t>
            </a:r>
          </a:p>
        </p:txBody>
      </p:sp>
      <p:grpSp>
        <p:nvGrpSpPr>
          <p:cNvPr id="3" name="Group 2">
            <a:extLst>
              <a:ext uri="{FF2B5EF4-FFF2-40B4-BE49-F238E27FC236}">
                <a16:creationId xmlns:a16="http://schemas.microsoft.com/office/drawing/2014/main" id="{74EB5B11-D53C-C806-EBD1-2D8688154EAC}"/>
              </a:ext>
            </a:extLst>
          </p:cNvPr>
          <p:cNvGrpSpPr/>
          <p:nvPr/>
        </p:nvGrpSpPr>
        <p:grpSpPr>
          <a:xfrm>
            <a:off x="533400" y="2266495"/>
            <a:ext cx="8286750" cy="3590925"/>
            <a:chOff x="533400" y="2930525"/>
            <a:chExt cx="8286750" cy="3590925"/>
          </a:xfrm>
        </p:grpSpPr>
        <p:sp>
          <p:nvSpPr>
            <p:cNvPr id="33796" name="Text Box 4">
              <a:extLst>
                <a:ext uri="{FF2B5EF4-FFF2-40B4-BE49-F238E27FC236}">
                  <a16:creationId xmlns:a16="http://schemas.microsoft.com/office/drawing/2014/main" id="{9573C787-1666-E02E-71B8-F02AFB53FC9C}"/>
                </a:ext>
              </a:extLst>
            </p:cNvPr>
            <p:cNvSpPr txBox="1">
              <a:spLocks noChangeArrowheads="1"/>
            </p:cNvSpPr>
            <p:nvPr/>
          </p:nvSpPr>
          <p:spPr bwMode="auto">
            <a:xfrm>
              <a:off x="579438" y="3959225"/>
              <a:ext cx="21272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600" i="1"/>
                <a:t>Example</a:t>
              </a:r>
            </a:p>
          </p:txBody>
        </p:sp>
        <p:sp>
          <p:nvSpPr>
            <p:cNvPr id="33797" name="Rectangle 5">
              <a:extLst>
                <a:ext uri="{FF2B5EF4-FFF2-40B4-BE49-F238E27FC236}">
                  <a16:creationId xmlns:a16="http://schemas.microsoft.com/office/drawing/2014/main" id="{6209E6C7-C3C8-F06B-4B8C-96CC9067C869}"/>
                </a:ext>
              </a:extLst>
            </p:cNvPr>
            <p:cNvSpPr>
              <a:spLocks noChangeArrowheads="1"/>
            </p:cNvSpPr>
            <p:nvPr/>
          </p:nvSpPr>
          <p:spPr bwMode="auto">
            <a:xfrm>
              <a:off x="587375" y="4514850"/>
              <a:ext cx="1304925" cy="180975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3798" name="Rectangle 6">
              <a:extLst>
                <a:ext uri="{FF2B5EF4-FFF2-40B4-BE49-F238E27FC236}">
                  <a16:creationId xmlns:a16="http://schemas.microsoft.com/office/drawing/2014/main" id="{AF758FA4-7741-9DB5-3566-7CC8781F690F}"/>
                </a:ext>
              </a:extLst>
            </p:cNvPr>
            <p:cNvSpPr>
              <a:spLocks noChangeArrowheads="1"/>
            </p:cNvSpPr>
            <p:nvPr/>
          </p:nvSpPr>
          <p:spPr bwMode="auto">
            <a:xfrm>
              <a:off x="533400" y="4470400"/>
              <a:ext cx="1304925" cy="180975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nvGrpSpPr>
            <p:cNvPr id="33799" name="Group 7">
              <a:extLst>
                <a:ext uri="{FF2B5EF4-FFF2-40B4-BE49-F238E27FC236}">
                  <a16:creationId xmlns:a16="http://schemas.microsoft.com/office/drawing/2014/main" id="{A10515B5-D191-F17D-B68A-2F0C3F27F496}"/>
                </a:ext>
              </a:extLst>
            </p:cNvPr>
            <p:cNvGrpSpPr>
              <a:grpSpLocks/>
            </p:cNvGrpSpPr>
            <p:nvPr/>
          </p:nvGrpSpPr>
          <p:grpSpPr bwMode="auto">
            <a:xfrm>
              <a:off x="677863" y="4570413"/>
              <a:ext cx="1011237" cy="695325"/>
              <a:chOff x="603" y="1892"/>
              <a:chExt cx="637" cy="438"/>
            </a:xfrm>
          </p:grpSpPr>
          <p:sp>
            <p:nvSpPr>
              <p:cNvPr id="33847" name="Rectangle 8">
                <a:extLst>
                  <a:ext uri="{FF2B5EF4-FFF2-40B4-BE49-F238E27FC236}">
                    <a16:creationId xmlns:a16="http://schemas.microsoft.com/office/drawing/2014/main" id="{5950D470-C9FB-10AC-E734-BB48721DDF7A}"/>
                  </a:ext>
                </a:extLst>
              </p:cNvPr>
              <p:cNvSpPr>
                <a:spLocks noChangeArrowheads="1"/>
              </p:cNvSpPr>
              <p:nvPr/>
            </p:nvSpPr>
            <p:spPr bwMode="auto">
              <a:xfrm>
                <a:off x="629" y="1925"/>
                <a:ext cx="611" cy="405"/>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3848" name="Rectangle 9">
                <a:extLst>
                  <a:ext uri="{FF2B5EF4-FFF2-40B4-BE49-F238E27FC236}">
                    <a16:creationId xmlns:a16="http://schemas.microsoft.com/office/drawing/2014/main" id="{C8E2BB62-2A0F-EF97-C449-843CB3C14151}"/>
                  </a:ext>
                </a:extLst>
              </p:cNvPr>
              <p:cNvSpPr>
                <a:spLocks noChangeArrowheads="1"/>
              </p:cNvSpPr>
              <p:nvPr/>
            </p:nvSpPr>
            <p:spPr bwMode="auto">
              <a:xfrm>
                <a:off x="603" y="1892"/>
                <a:ext cx="604" cy="40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sp>
          <p:nvSpPr>
            <p:cNvPr id="33800" name="Text Box 10">
              <a:extLst>
                <a:ext uri="{FF2B5EF4-FFF2-40B4-BE49-F238E27FC236}">
                  <a16:creationId xmlns:a16="http://schemas.microsoft.com/office/drawing/2014/main" id="{87FE7B27-8216-24D4-C178-8309C396E477}"/>
                </a:ext>
              </a:extLst>
            </p:cNvPr>
            <p:cNvSpPr txBox="1">
              <a:spLocks noChangeArrowheads="1"/>
            </p:cNvSpPr>
            <p:nvPr/>
          </p:nvSpPr>
          <p:spPr bwMode="auto">
            <a:xfrm>
              <a:off x="700088" y="4689475"/>
              <a:ext cx="909637" cy="374650"/>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Film No</a:t>
              </a:r>
            </a:p>
          </p:txBody>
        </p:sp>
        <p:grpSp>
          <p:nvGrpSpPr>
            <p:cNvPr id="33801" name="Group 11">
              <a:extLst>
                <a:ext uri="{FF2B5EF4-FFF2-40B4-BE49-F238E27FC236}">
                  <a16:creationId xmlns:a16="http://schemas.microsoft.com/office/drawing/2014/main" id="{721FD5A0-961D-BBE1-E57C-05B62818B9D5}"/>
                </a:ext>
              </a:extLst>
            </p:cNvPr>
            <p:cNvGrpSpPr>
              <a:grpSpLocks/>
            </p:cNvGrpSpPr>
            <p:nvPr/>
          </p:nvGrpSpPr>
          <p:grpSpPr bwMode="auto">
            <a:xfrm>
              <a:off x="692150" y="5389563"/>
              <a:ext cx="1011238" cy="695325"/>
              <a:chOff x="603" y="1892"/>
              <a:chExt cx="637" cy="438"/>
            </a:xfrm>
          </p:grpSpPr>
          <p:sp>
            <p:nvSpPr>
              <p:cNvPr id="33845" name="Rectangle 12">
                <a:extLst>
                  <a:ext uri="{FF2B5EF4-FFF2-40B4-BE49-F238E27FC236}">
                    <a16:creationId xmlns:a16="http://schemas.microsoft.com/office/drawing/2014/main" id="{561AF070-71DE-4055-C8FA-C653743BC0E4}"/>
                  </a:ext>
                </a:extLst>
              </p:cNvPr>
              <p:cNvSpPr>
                <a:spLocks noChangeArrowheads="1"/>
              </p:cNvSpPr>
              <p:nvPr/>
            </p:nvSpPr>
            <p:spPr bwMode="auto">
              <a:xfrm>
                <a:off x="629" y="1925"/>
                <a:ext cx="611" cy="405"/>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3846" name="Rectangle 13">
                <a:extLst>
                  <a:ext uri="{FF2B5EF4-FFF2-40B4-BE49-F238E27FC236}">
                    <a16:creationId xmlns:a16="http://schemas.microsoft.com/office/drawing/2014/main" id="{9C8DC49F-21B0-A6A0-C9EC-608F6767D74C}"/>
                  </a:ext>
                </a:extLst>
              </p:cNvPr>
              <p:cNvSpPr>
                <a:spLocks noChangeArrowheads="1"/>
              </p:cNvSpPr>
              <p:nvPr/>
            </p:nvSpPr>
            <p:spPr bwMode="auto">
              <a:xfrm>
                <a:off x="603" y="1892"/>
                <a:ext cx="604" cy="40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sp>
          <p:nvSpPr>
            <p:cNvPr id="33802" name="Text Box 14">
              <a:extLst>
                <a:ext uri="{FF2B5EF4-FFF2-40B4-BE49-F238E27FC236}">
                  <a16:creationId xmlns:a16="http://schemas.microsoft.com/office/drawing/2014/main" id="{FDE69D0E-5B71-253F-31BE-72E12111175A}"/>
                </a:ext>
              </a:extLst>
            </p:cNvPr>
            <p:cNvSpPr txBox="1">
              <a:spLocks noChangeArrowheads="1"/>
            </p:cNvSpPr>
            <p:nvPr/>
          </p:nvSpPr>
          <p:spPr bwMode="auto">
            <a:xfrm>
              <a:off x="714375" y="5537200"/>
              <a:ext cx="928688" cy="374650"/>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Copy No</a:t>
              </a:r>
            </a:p>
          </p:txBody>
        </p:sp>
        <p:grpSp>
          <p:nvGrpSpPr>
            <p:cNvPr id="33803" name="Group 15">
              <a:extLst>
                <a:ext uri="{FF2B5EF4-FFF2-40B4-BE49-F238E27FC236}">
                  <a16:creationId xmlns:a16="http://schemas.microsoft.com/office/drawing/2014/main" id="{94FE5B1B-F44C-93E8-75CC-E877AEECFB47}"/>
                </a:ext>
              </a:extLst>
            </p:cNvPr>
            <p:cNvGrpSpPr>
              <a:grpSpLocks/>
            </p:cNvGrpSpPr>
            <p:nvPr/>
          </p:nvGrpSpPr>
          <p:grpSpPr bwMode="auto">
            <a:xfrm>
              <a:off x="2720975" y="4341813"/>
              <a:ext cx="1011238" cy="695325"/>
              <a:chOff x="603" y="1892"/>
              <a:chExt cx="637" cy="438"/>
            </a:xfrm>
          </p:grpSpPr>
          <p:sp>
            <p:nvSpPr>
              <p:cNvPr id="33843" name="Rectangle 16">
                <a:extLst>
                  <a:ext uri="{FF2B5EF4-FFF2-40B4-BE49-F238E27FC236}">
                    <a16:creationId xmlns:a16="http://schemas.microsoft.com/office/drawing/2014/main" id="{1D4BC02A-F5E3-EA99-A0C8-448F734733AF}"/>
                  </a:ext>
                </a:extLst>
              </p:cNvPr>
              <p:cNvSpPr>
                <a:spLocks noChangeArrowheads="1"/>
              </p:cNvSpPr>
              <p:nvPr/>
            </p:nvSpPr>
            <p:spPr bwMode="auto">
              <a:xfrm>
                <a:off x="629" y="1925"/>
                <a:ext cx="611" cy="405"/>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3844" name="Rectangle 17">
                <a:extLst>
                  <a:ext uri="{FF2B5EF4-FFF2-40B4-BE49-F238E27FC236}">
                    <a16:creationId xmlns:a16="http://schemas.microsoft.com/office/drawing/2014/main" id="{89105F17-9B07-C41E-4AFD-D44D1657726D}"/>
                  </a:ext>
                </a:extLst>
              </p:cNvPr>
              <p:cNvSpPr>
                <a:spLocks noChangeArrowheads="1"/>
              </p:cNvSpPr>
              <p:nvPr/>
            </p:nvSpPr>
            <p:spPr bwMode="auto">
              <a:xfrm>
                <a:off x="603" y="1892"/>
                <a:ext cx="604" cy="40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sp>
          <p:nvSpPr>
            <p:cNvPr id="33804" name="Text Box 18">
              <a:extLst>
                <a:ext uri="{FF2B5EF4-FFF2-40B4-BE49-F238E27FC236}">
                  <a16:creationId xmlns:a16="http://schemas.microsoft.com/office/drawing/2014/main" id="{4564307E-283B-0197-18F4-3C581E29CD80}"/>
                </a:ext>
              </a:extLst>
            </p:cNvPr>
            <p:cNvSpPr txBox="1">
              <a:spLocks noChangeArrowheads="1"/>
            </p:cNvSpPr>
            <p:nvPr/>
          </p:nvSpPr>
          <p:spPr bwMode="auto">
            <a:xfrm>
              <a:off x="2760663" y="4483100"/>
              <a:ext cx="917575" cy="374650"/>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Location</a:t>
              </a:r>
            </a:p>
          </p:txBody>
        </p:sp>
        <p:sp>
          <p:nvSpPr>
            <p:cNvPr id="33805" name="Line 19">
              <a:extLst>
                <a:ext uri="{FF2B5EF4-FFF2-40B4-BE49-F238E27FC236}">
                  <a16:creationId xmlns:a16="http://schemas.microsoft.com/office/drawing/2014/main" id="{DCF5D17C-0902-292C-1EE0-5291C7C07B36}"/>
                </a:ext>
              </a:extLst>
            </p:cNvPr>
            <p:cNvSpPr>
              <a:spLocks noChangeShapeType="1"/>
            </p:cNvSpPr>
            <p:nvPr/>
          </p:nvSpPr>
          <p:spPr bwMode="auto">
            <a:xfrm flipV="1">
              <a:off x="1882775" y="4640263"/>
              <a:ext cx="839788" cy="827087"/>
            </a:xfrm>
            <a:prstGeom prst="line">
              <a:avLst/>
            </a:prstGeom>
            <a:noFill/>
            <a:ln w="1905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33806" name="Group 20">
              <a:extLst>
                <a:ext uri="{FF2B5EF4-FFF2-40B4-BE49-F238E27FC236}">
                  <a16:creationId xmlns:a16="http://schemas.microsoft.com/office/drawing/2014/main" id="{E59C9377-7EE6-B0DC-B3EA-81D4AF609066}"/>
                </a:ext>
              </a:extLst>
            </p:cNvPr>
            <p:cNvGrpSpPr>
              <a:grpSpLocks/>
            </p:cNvGrpSpPr>
            <p:nvPr/>
          </p:nvGrpSpPr>
          <p:grpSpPr bwMode="auto">
            <a:xfrm>
              <a:off x="2743200" y="5826125"/>
              <a:ext cx="1046163" cy="695325"/>
              <a:chOff x="1724" y="3692"/>
              <a:chExt cx="659" cy="438"/>
            </a:xfrm>
          </p:grpSpPr>
          <p:grpSp>
            <p:nvGrpSpPr>
              <p:cNvPr id="33839" name="Group 21">
                <a:extLst>
                  <a:ext uri="{FF2B5EF4-FFF2-40B4-BE49-F238E27FC236}">
                    <a16:creationId xmlns:a16="http://schemas.microsoft.com/office/drawing/2014/main" id="{380BAF2F-4A59-7115-FDD2-A0A5BF859CFD}"/>
                  </a:ext>
                </a:extLst>
              </p:cNvPr>
              <p:cNvGrpSpPr>
                <a:grpSpLocks/>
              </p:cNvGrpSpPr>
              <p:nvPr/>
            </p:nvGrpSpPr>
            <p:grpSpPr bwMode="auto">
              <a:xfrm>
                <a:off x="1746" y="3692"/>
                <a:ext cx="637" cy="438"/>
                <a:chOff x="603" y="1892"/>
                <a:chExt cx="637" cy="438"/>
              </a:xfrm>
            </p:grpSpPr>
            <p:sp>
              <p:nvSpPr>
                <p:cNvPr id="33841" name="Rectangle 22">
                  <a:extLst>
                    <a:ext uri="{FF2B5EF4-FFF2-40B4-BE49-F238E27FC236}">
                      <a16:creationId xmlns:a16="http://schemas.microsoft.com/office/drawing/2014/main" id="{E1577D10-1E91-2440-DC2F-0F6616CC22EB}"/>
                    </a:ext>
                  </a:extLst>
                </p:cNvPr>
                <p:cNvSpPr>
                  <a:spLocks noChangeArrowheads="1"/>
                </p:cNvSpPr>
                <p:nvPr/>
              </p:nvSpPr>
              <p:spPr bwMode="auto">
                <a:xfrm>
                  <a:off x="629" y="1925"/>
                  <a:ext cx="611" cy="405"/>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3842" name="Rectangle 23">
                  <a:extLst>
                    <a:ext uri="{FF2B5EF4-FFF2-40B4-BE49-F238E27FC236}">
                      <a16:creationId xmlns:a16="http://schemas.microsoft.com/office/drawing/2014/main" id="{42F3E11A-A100-75E6-E201-932BCDD99799}"/>
                    </a:ext>
                  </a:extLst>
                </p:cNvPr>
                <p:cNvSpPr>
                  <a:spLocks noChangeArrowheads="1"/>
                </p:cNvSpPr>
                <p:nvPr/>
              </p:nvSpPr>
              <p:spPr bwMode="auto">
                <a:xfrm>
                  <a:off x="603" y="1892"/>
                  <a:ext cx="604" cy="40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sp>
            <p:nvSpPr>
              <p:cNvPr id="33840" name="Text Box 24">
                <a:extLst>
                  <a:ext uri="{FF2B5EF4-FFF2-40B4-BE49-F238E27FC236}">
                    <a16:creationId xmlns:a16="http://schemas.microsoft.com/office/drawing/2014/main" id="{0A85A602-40A5-FF80-96CB-28D31D5211E2}"/>
                  </a:ext>
                </a:extLst>
              </p:cNvPr>
              <p:cNvSpPr txBox="1">
                <a:spLocks noChangeArrowheads="1"/>
              </p:cNvSpPr>
              <p:nvPr/>
            </p:nvSpPr>
            <p:spPr bwMode="auto">
              <a:xfrm>
                <a:off x="1724" y="3782"/>
                <a:ext cx="598" cy="236"/>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Supplier No</a:t>
                </a:r>
              </a:p>
            </p:txBody>
          </p:sp>
        </p:grpSp>
        <p:grpSp>
          <p:nvGrpSpPr>
            <p:cNvPr id="33807" name="Group 25">
              <a:extLst>
                <a:ext uri="{FF2B5EF4-FFF2-40B4-BE49-F238E27FC236}">
                  <a16:creationId xmlns:a16="http://schemas.microsoft.com/office/drawing/2014/main" id="{76BA0EF6-4A8E-E0C2-C7C1-622094EFFAF7}"/>
                </a:ext>
              </a:extLst>
            </p:cNvPr>
            <p:cNvGrpSpPr>
              <a:grpSpLocks/>
            </p:cNvGrpSpPr>
            <p:nvPr/>
          </p:nvGrpSpPr>
          <p:grpSpPr bwMode="auto">
            <a:xfrm>
              <a:off x="2740025" y="5084763"/>
              <a:ext cx="1011238" cy="695325"/>
              <a:chOff x="603" y="1892"/>
              <a:chExt cx="637" cy="438"/>
            </a:xfrm>
          </p:grpSpPr>
          <p:sp>
            <p:nvSpPr>
              <p:cNvPr id="33837" name="Rectangle 26">
                <a:extLst>
                  <a:ext uri="{FF2B5EF4-FFF2-40B4-BE49-F238E27FC236}">
                    <a16:creationId xmlns:a16="http://schemas.microsoft.com/office/drawing/2014/main" id="{8576740B-1156-2BAF-5AE7-34FD93A7D847}"/>
                  </a:ext>
                </a:extLst>
              </p:cNvPr>
              <p:cNvSpPr>
                <a:spLocks noChangeArrowheads="1"/>
              </p:cNvSpPr>
              <p:nvPr/>
            </p:nvSpPr>
            <p:spPr bwMode="auto">
              <a:xfrm>
                <a:off x="629" y="1925"/>
                <a:ext cx="611" cy="405"/>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3838" name="Rectangle 27">
                <a:extLst>
                  <a:ext uri="{FF2B5EF4-FFF2-40B4-BE49-F238E27FC236}">
                    <a16:creationId xmlns:a16="http://schemas.microsoft.com/office/drawing/2014/main" id="{F6CC8FA7-3EFC-8978-1E17-5A26A7A54609}"/>
                  </a:ext>
                </a:extLst>
              </p:cNvPr>
              <p:cNvSpPr>
                <a:spLocks noChangeArrowheads="1"/>
              </p:cNvSpPr>
              <p:nvPr/>
            </p:nvSpPr>
            <p:spPr bwMode="auto">
              <a:xfrm>
                <a:off x="603" y="1892"/>
                <a:ext cx="604" cy="40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sp>
          <p:nvSpPr>
            <p:cNvPr id="33808" name="Text Box 28">
              <a:extLst>
                <a:ext uri="{FF2B5EF4-FFF2-40B4-BE49-F238E27FC236}">
                  <a16:creationId xmlns:a16="http://schemas.microsoft.com/office/drawing/2014/main" id="{B92CE08E-6A5B-1EFF-FC2C-B2BC8DF2EC09}"/>
                </a:ext>
              </a:extLst>
            </p:cNvPr>
            <p:cNvSpPr txBox="1">
              <a:spLocks noChangeArrowheads="1"/>
            </p:cNvSpPr>
            <p:nvPr/>
          </p:nvSpPr>
          <p:spPr bwMode="auto">
            <a:xfrm>
              <a:off x="2760663" y="5229225"/>
              <a:ext cx="895350" cy="374650"/>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Status</a:t>
              </a:r>
            </a:p>
          </p:txBody>
        </p:sp>
        <p:sp>
          <p:nvSpPr>
            <p:cNvPr id="33809" name="Line 29">
              <a:extLst>
                <a:ext uri="{FF2B5EF4-FFF2-40B4-BE49-F238E27FC236}">
                  <a16:creationId xmlns:a16="http://schemas.microsoft.com/office/drawing/2014/main" id="{7AE3285F-DD12-1957-D451-41130E9E372B}"/>
                </a:ext>
              </a:extLst>
            </p:cNvPr>
            <p:cNvSpPr>
              <a:spLocks noChangeShapeType="1"/>
            </p:cNvSpPr>
            <p:nvPr/>
          </p:nvSpPr>
          <p:spPr bwMode="auto">
            <a:xfrm flipV="1">
              <a:off x="1889125" y="5389563"/>
              <a:ext cx="844550" cy="65087"/>
            </a:xfrm>
            <a:prstGeom prst="line">
              <a:avLst/>
            </a:prstGeom>
            <a:noFill/>
            <a:ln w="1905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3810" name="Line 30">
              <a:extLst>
                <a:ext uri="{FF2B5EF4-FFF2-40B4-BE49-F238E27FC236}">
                  <a16:creationId xmlns:a16="http://schemas.microsoft.com/office/drawing/2014/main" id="{18B2E740-2C2B-7ED8-A592-DBE952195893}"/>
                </a:ext>
              </a:extLst>
            </p:cNvPr>
            <p:cNvSpPr>
              <a:spLocks noChangeShapeType="1"/>
            </p:cNvSpPr>
            <p:nvPr/>
          </p:nvSpPr>
          <p:spPr bwMode="auto">
            <a:xfrm>
              <a:off x="1901825" y="5457825"/>
              <a:ext cx="858838" cy="639763"/>
            </a:xfrm>
            <a:prstGeom prst="line">
              <a:avLst/>
            </a:prstGeom>
            <a:noFill/>
            <a:ln w="1905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33811" name="Group 89">
              <a:extLst>
                <a:ext uri="{FF2B5EF4-FFF2-40B4-BE49-F238E27FC236}">
                  <a16:creationId xmlns:a16="http://schemas.microsoft.com/office/drawing/2014/main" id="{ECB45D96-157B-AAC3-04F6-15C94D04D721}"/>
                </a:ext>
              </a:extLst>
            </p:cNvPr>
            <p:cNvGrpSpPr>
              <a:grpSpLocks/>
            </p:cNvGrpSpPr>
            <p:nvPr/>
          </p:nvGrpSpPr>
          <p:grpSpPr bwMode="auto">
            <a:xfrm>
              <a:off x="4727575" y="5119688"/>
              <a:ext cx="1165225" cy="304800"/>
              <a:chOff x="2978" y="3225"/>
              <a:chExt cx="734" cy="192"/>
            </a:xfrm>
          </p:grpSpPr>
          <p:sp>
            <p:nvSpPr>
              <p:cNvPr id="33835" name="Text Box 35">
                <a:extLst>
                  <a:ext uri="{FF2B5EF4-FFF2-40B4-BE49-F238E27FC236}">
                    <a16:creationId xmlns:a16="http://schemas.microsoft.com/office/drawing/2014/main" id="{EB61E904-6F2C-B3FF-501C-D0ABEA362DF9}"/>
                  </a:ext>
                </a:extLst>
              </p:cNvPr>
              <p:cNvSpPr txBox="1">
                <a:spLocks noChangeArrowheads="1"/>
              </p:cNvSpPr>
              <p:nvPr/>
            </p:nvSpPr>
            <p:spPr bwMode="auto">
              <a:xfrm>
                <a:off x="2978" y="3225"/>
                <a:ext cx="366" cy="19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F01</a:t>
                </a:r>
              </a:p>
            </p:txBody>
          </p:sp>
          <p:sp>
            <p:nvSpPr>
              <p:cNvPr id="33836" name="Text Box 36">
                <a:extLst>
                  <a:ext uri="{FF2B5EF4-FFF2-40B4-BE49-F238E27FC236}">
                    <a16:creationId xmlns:a16="http://schemas.microsoft.com/office/drawing/2014/main" id="{6EF24D6E-2EF5-F926-F852-4BD968E18F7D}"/>
                  </a:ext>
                </a:extLst>
              </p:cNvPr>
              <p:cNvSpPr txBox="1">
                <a:spLocks noChangeArrowheads="1"/>
              </p:cNvSpPr>
              <p:nvPr/>
            </p:nvSpPr>
            <p:spPr bwMode="auto">
              <a:xfrm>
                <a:off x="3434" y="3225"/>
                <a:ext cx="278" cy="19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01</a:t>
                </a:r>
              </a:p>
            </p:txBody>
          </p:sp>
        </p:grpSp>
        <p:grpSp>
          <p:nvGrpSpPr>
            <p:cNvPr id="33812" name="Group 88">
              <a:extLst>
                <a:ext uri="{FF2B5EF4-FFF2-40B4-BE49-F238E27FC236}">
                  <a16:creationId xmlns:a16="http://schemas.microsoft.com/office/drawing/2014/main" id="{8A067EA0-5845-8C20-7A52-FB2F00D4C2CA}"/>
                </a:ext>
              </a:extLst>
            </p:cNvPr>
            <p:cNvGrpSpPr>
              <a:grpSpLocks/>
            </p:cNvGrpSpPr>
            <p:nvPr/>
          </p:nvGrpSpPr>
          <p:grpSpPr bwMode="auto">
            <a:xfrm>
              <a:off x="4727575" y="5459413"/>
              <a:ext cx="1114425" cy="304800"/>
              <a:chOff x="2978" y="3439"/>
              <a:chExt cx="702" cy="192"/>
            </a:xfrm>
          </p:grpSpPr>
          <p:sp>
            <p:nvSpPr>
              <p:cNvPr id="33833" name="Text Box 37">
                <a:extLst>
                  <a:ext uri="{FF2B5EF4-FFF2-40B4-BE49-F238E27FC236}">
                    <a16:creationId xmlns:a16="http://schemas.microsoft.com/office/drawing/2014/main" id="{6215850E-27A9-1609-DA3A-07950CB67D6E}"/>
                  </a:ext>
                </a:extLst>
              </p:cNvPr>
              <p:cNvSpPr txBox="1">
                <a:spLocks noChangeArrowheads="1"/>
              </p:cNvSpPr>
              <p:nvPr/>
            </p:nvSpPr>
            <p:spPr bwMode="auto">
              <a:xfrm>
                <a:off x="3434" y="3439"/>
                <a:ext cx="246" cy="19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05</a:t>
                </a:r>
              </a:p>
            </p:txBody>
          </p:sp>
          <p:sp>
            <p:nvSpPr>
              <p:cNvPr id="33834" name="Text Box 43">
                <a:extLst>
                  <a:ext uri="{FF2B5EF4-FFF2-40B4-BE49-F238E27FC236}">
                    <a16:creationId xmlns:a16="http://schemas.microsoft.com/office/drawing/2014/main" id="{8EE77166-C9BD-6B7A-66A9-580820851593}"/>
                  </a:ext>
                </a:extLst>
              </p:cNvPr>
              <p:cNvSpPr txBox="1">
                <a:spLocks noChangeArrowheads="1"/>
              </p:cNvSpPr>
              <p:nvPr/>
            </p:nvSpPr>
            <p:spPr bwMode="auto">
              <a:xfrm>
                <a:off x="2978" y="3439"/>
                <a:ext cx="302" cy="19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F01</a:t>
                </a:r>
              </a:p>
            </p:txBody>
          </p:sp>
        </p:grpSp>
        <p:sp>
          <p:nvSpPr>
            <p:cNvPr id="33813" name="Text Box 73">
              <a:extLst>
                <a:ext uri="{FF2B5EF4-FFF2-40B4-BE49-F238E27FC236}">
                  <a16:creationId xmlns:a16="http://schemas.microsoft.com/office/drawing/2014/main" id="{6516091A-16FC-5E40-3D66-129E42E5D685}"/>
                </a:ext>
              </a:extLst>
            </p:cNvPr>
            <p:cNvSpPr txBox="1">
              <a:spLocks noChangeArrowheads="1"/>
            </p:cNvSpPr>
            <p:nvPr/>
          </p:nvSpPr>
          <p:spPr bwMode="auto">
            <a:xfrm>
              <a:off x="6223000" y="4713288"/>
              <a:ext cx="10001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Location</a:t>
              </a:r>
            </a:p>
          </p:txBody>
        </p:sp>
        <p:sp>
          <p:nvSpPr>
            <p:cNvPr id="33814" name="Text Box 74">
              <a:extLst>
                <a:ext uri="{FF2B5EF4-FFF2-40B4-BE49-F238E27FC236}">
                  <a16:creationId xmlns:a16="http://schemas.microsoft.com/office/drawing/2014/main" id="{7510DC8A-0257-1CA4-3045-A6BA96989B8E}"/>
                </a:ext>
              </a:extLst>
            </p:cNvPr>
            <p:cNvSpPr txBox="1">
              <a:spLocks noChangeArrowheads="1"/>
            </p:cNvSpPr>
            <p:nvPr/>
          </p:nvSpPr>
          <p:spPr bwMode="auto">
            <a:xfrm>
              <a:off x="7270750" y="4500563"/>
              <a:ext cx="796925" cy="517525"/>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GB" altLang="en-US" sz="1400" b="1">
                <a:solidFill>
                  <a:schemeClr val="tx1"/>
                </a:solidFill>
                <a:latin typeface="Times New Roman" panose="02020603050405020304" pitchFamily="18" charset="0"/>
              </a:endParaRPr>
            </a:p>
            <a:p>
              <a:r>
                <a:rPr lang="en-GB" altLang="en-US" sz="1400" b="1">
                  <a:solidFill>
                    <a:schemeClr val="tx1"/>
                  </a:solidFill>
                  <a:latin typeface="Times New Roman" panose="02020603050405020304" pitchFamily="18" charset="0"/>
                </a:rPr>
                <a:t>Status</a:t>
              </a:r>
            </a:p>
          </p:txBody>
        </p:sp>
        <p:sp>
          <p:nvSpPr>
            <p:cNvPr id="33815" name="Text Box 75">
              <a:extLst>
                <a:ext uri="{FF2B5EF4-FFF2-40B4-BE49-F238E27FC236}">
                  <a16:creationId xmlns:a16="http://schemas.microsoft.com/office/drawing/2014/main" id="{DF9C224A-202A-2175-EBD1-93EDC931A5E2}"/>
                </a:ext>
              </a:extLst>
            </p:cNvPr>
            <p:cNvSpPr txBox="1">
              <a:spLocks noChangeArrowheads="1"/>
            </p:cNvSpPr>
            <p:nvPr/>
          </p:nvSpPr>
          <p:spPr bwMode="auto">
            <a:xfrm>
              <a:off x="4721225" y="4500563"/>
              <a:ext cx="835025" cy="517525"/>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i="1">
                  <a:solidFill>
                    <a:schemeClr val="hlink"/>
                  </a:solidFill>
                  <a:latin typeface="Times New Roman" panose="02020603050405020304" pitchFamily="18" charset="0"/>
                </a:rPr>
                <a:t>*Film</a:t>
              </a:r>
            </a:p>
            <a:p>
              <a:r>
                <a:rPr lang="en-GB" altLang="en-US" sz="1400" b="1" i="1">
                  <a:solidFill>
                    <a:schemeClr val="hlink"/>
                  </a:solidFill>
                  <a:latin typeface="Times New Roman" panose="02020603050405020304" pitchFamily="18" charset="0"/>
                </a:rPr>
                <a:t> No</a:t>
              </a:r>
            </a:p>
          </p:txBody>
        </p:sp>
        <p:sp>
          <p:nvSpPr>
            <p:cNvPr id="33816" name="Text Box 76">
              <a:extLst>
                <a:ext uri="{FF2B5EF4-FFF2-40B4-BE49-F238E27FC236}">
                  <a16:creationId xmlns:a16="http://schemas.microsoft.com/office/drawing/2014/main" id="{ECA80ECF-754B-D031-2667-349414F06369}"/>
                </a:ext>
              </a:extLst>
            </p:cNvPr>
            <p:cNvSpPr txBox="1">
              <a:spLocks noChangeArrowheads="1"/>
            </p:cNvSpPr>
            <p:nvPr/>
          </p:nvSpPr>
          <p:spPr bwMode="auto">
            <a:xfrm>
              <a:off x="5451475" y="4513263"/>
              <a:ext cx="809625" cy="517525"/>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i="1">
                  <a:solidFill>
                    <a:schemeClr val="hlink"/>
                  </a:solidFill>
                  <a:latin typeface="Times New Roman" panose="02020603050405020304" pitchFamily="18" charset="0"/>
                </a:rPr>
                <a:t>*Copy</a:t>
              </a:r>
            </a:p>
            <a:p>
              <a:r>
                <a:rPr lang="en-GB" altLang="en-US" sz="1400" b="1" i="1">
                  <a:solidFill>
                    <a:schemeClr val="hlink"/>
                  </a:solidFill>
                  <a:latin typeface="Times New Roman" panose="02020603050405020304" pitchFamily="18" charset="0"/>
                </a:rPr>
                <a:t>No</a:t>
              </a:r>
            </a:p>
          </p:txBody>
        </p:sp>
        <p:sp>
          <p:nvSpPr>
            <p:cNvPr id="33817" name="Line 79">
              <a:extLst>
                <a:ext uri="{FF2B5EF4-FFF2-40B4-BE49-F238E27FC236}">
                  <a16:creationId xmlns:a16="http://schemas.microsoft.com/office/drawing/2014/main" id="{53EA1877-1889-5388-2ED4-A630AAFFD648}"/>
                </a:ext>
              </a:extLst>
            </p:cNvPr>
            <p:cNvSpPr>
              <a:spLocks noChangeShapeType="1"/>
            </p:cNvSpPr>
            <p:nvPr/>
          </p:nvSpPr>
          <p:spPr bwMode="auto">
            <a:xfrm>
              <a:off x="4826000" y="4419600"/>
              <a:ext cx="3841750" cy="63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33818" name="AutoShape 80">
              <a:extLst>
                <a:ext uri="{FF2B5EF4-FFF2-40B4-BE49-F238E27FC236}">
                  <a16:creationId xmlns:a16="http://schemas.microsoft.com/office/drawing/2014/main" id="{8DBDB1C3-CF31-CF02-E6FE-823E0F56442F}"/>
                </a:ext>
              </a:extLst>
            </p:cNvPr>
            <p:cNvSpPr>
              <a:spLocks noChangeArrowheads="1"/>
            </p:cNvSpPr>
            <p:nvPr/>
          </p:nvSpPr>
          <p:spPr bwMode="auto">
            <a:xfrm>
              <a:off x="3949700" y="5054600"/>
              <a:ext cx="495300" cy="419100"/>
            </a:xfrm>
            <a:prstGeom prst="rightArrow">
              <a:avLst>
                <a:gd name="adj1" fmla="val 50000"/>
                <a:gd name="adj2" fmla="val 2954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nvGrpSpPr>
            <p:cNvPr id="33819" name="Group 91">
              <a:extLst>
                <a:ext uri="{FF2B5EF4-FFF2-40B4-BE49-F238E27FC236}">
                  <a16:creationId xmlns:a16="http://schemas.microsoft.com/office/drawing/2014/main" id="{1B8C0EBC-F22F-EE47-109E-5C4FBC53E130}"/>
                </a:ext>
              </a:extLst>
            </p:cNvPr>
            <p:cNvGrpSpPr>
              <a:grpSpLocks/>
            </p:cNvGrpSpPr>
            <p:nvPr/>
          </p:nvGrpSpPr>
          <p:grpSpPr bwMode="auto">
            <a:xfrm>
              <a:off x="6384925" y="5119688"/>
              <a:ext cx="2241550" cy="304800"/>
              <a:chOff x="4022" y="3225"/>
              <a:chExt cx="1412" cy="192"/>
            </a:xfrm>
          </p:grpSpPr>
          <p:sp>
            <p:nvSpPr>
              <p:cNvPr id="33830" name="Text Box 33">
                <a:extLst>
                  <a:ext uri="{FF2B5EF4-FFF2-40B4-BE49-F238E27FC236}">
                    <a16:creationId xmlns:a16="http://schemas.microsoft.com/office/drawing/2014/main" id="{76AF9316-99F1-8CB6-D881-7F7A92AD53EC}"/>
                  </a:ext>
                </a:extLst>
              </p:cNvPr>
              <p:cNvSpPr txBox="1">
                <a:spLocks noChangeArrowheads="1"/>
              </p:cNvSpPr>
              <p:nvPr/>
            </p:nvSpPr>
            <p:spPr bwMode="auto">
              <a:xfrm>
                <a:off x="4022" y="3225"/>
                <a:ext cx="390" cy="19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A3S1</a:t>
                </a:r>
              </a:p>
            </p:txBody>
          </p:sp>
          <p:sp>
            <p:nvSpPr>
              <p:cNvPr id="33831" name="Text Box 34">
                <a:extLst>
                  <a:ext uri="{FF2B5EF4-FFF2-40B4-BE49-F238E27FC236}">
                    <a16:creationId xmlns:a16="http://schemas.microsoft.com/office/drawing/2014/main" id="{FF8C4B98-6731-B4BA-52CF-EA6F4B35A404}"/>
                  </a:ext>
                </a:extLst>
              </p:cNvPr>
              <p:cNvSpPr txBox="1">
                <a:spLocks noChangeArrowheads="1"/>
              </p:cNvSpPr>
              <p:nvPr/>
            </p:nvSpPr>
            <p:spPr bwMode="auto">
              <a:xfrm>
                <a:off x="4670" y="3225"/>
                <a:ext cx="262" cy="19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L</a:t>
                </a:r>
              </a:p>
            </p:txBody>
          </p:sp>
          <p:sp>
            <p:nvSpPr>
              <p:cNvPr id="33832" name="Text Box 81">
                <a:extLst>
                  <a:ext uri="{FF2B5EF4-FFF2-40B4-BE49-F238E27FC236}">
                    <a16:creationId xmlns:a16="http://schemas.microsoft.com/office/drawing/2014/main" id="{B1DE2A3C-BC4A-4794-A723-4CCF44D21691}"/>
                  </a:ext>
                </a:extLst>
              </p:cNvPr>
              <p:cNvSpPr txBox="1">
                <a:spLocks noChangeArrowheads="1"/>
              </p:cNvSpPr>
              <p:nvPr/>
            </p:nvSpPr>
            <p:spPr bwMode="auto">
              <a:xfrm>
                <a:off x="5044" y="3225"/>
                <a:ext cx="390" cy="19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S01</a:t>
                </a:r>
              </a:p>
            </p:txBody>
          </p:sp>
        </p:grpSp>
        <p:grpSp>
          <p:nvGrpSpPr>
            <p:cNvPr id="33820" name="Group 90">
              <a:extLst>
                <a:ext uri="{FF2B5EF4-FFF2-40B4-BE49-F238E27FC236}">
                  <a16:creationId xmlns:a16="http://schemas.microsoft.com/office/drawing/2014/main" id="{4C66E527-9D58-707C-EFD1-BEE5D8986012}"/>
                </a:ext>
              </a:extLst>
            </p:cNvPr>
            <p:cNvGrpSpPr>
              <a:grpSpLocks/>
            </p:cNvGrpSpPr>
            <p:nvPr/>
          </p:nvGrpSpPr>
          <p:grpSpPr bwMode="auto">
            <a:xfrm>
              <a:off x="6384925" y="5459413"/>
              <a:ext cx="2146300" cy="304800"/>
              <a:chOff x="4022" y="3439"/>
              <a:chExt cx="1352" cy="192"/>
            </a:xfrm>
          </p:grpSpPr>
          <p:sp>
            <p:nvSpPr>
              <p:cNvPr id="33827" name="Text Box 39">
                <a:extLst>
                  <a:ext uri="{FF2B5EF4-FFF2-40B4-BE49-F238E27FC236}">
                    <a16:creationId xmlns:a16="http://schemas.microsoft.com/office/drawing/2014/main" id="{110034AD-21EA-C6C3-1B60-C805275136FD}"/>
                  </a:ext>
                </a:extLst>
              </p:cNvPr>
              <p:cNvSpPr txBox="1">
                <a:spLocks noChangeArrowheads="1"/>
              </p:cNvSpPr>
              <p:nvPr/>
            </p:nvSpPr>
            <p:spPr bwMode="auto">
              <a:xfrm>
                <a:off x="4022" y="3439"/>
                <a:ext cx="410" cy="19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dirty="0">
                    <a:solidFill>
                      <a:schemeClr val="tx1"/>
                    </a:solidFill>
                    <a:latin typeface="Times New Roman" panose="02020603050405020304" pitchFamily="18" charset="0"/>
                  </a:rPr>
                  <a:t>A3S2</a:t>
                </a:r>
              </a:p>
            </p:txBody>
          </p:sp>
          <p:sp>
            <p:nvSpPr>
              <p:cNvPr id="33828" name="Text Box 41">
                <a:extLst>
                  <a:ext uri="{FF2B5EF4-FFF2-40B4-BE49-F238E27FC236}">
                    <a16:creationId xmlns:a16="http://schemas.microsoft.com/office/drawing/2014/main" id="{C8BD798B-4A06-25B9-DF84-BBB321753318}"/>
                  </a:ext>
                </a:extLst>
              </p:cNvPr>
              <p:cNvSpPr txBox="1">
                <a:spLocks noChangeArrowheads="1"/>
              </p:cNvSpPr>
              <p:nvPr/>
            </p:nvSpPr>
            <p:spPr bwMode="auto">
              <a:xfrm>
                <a:off x="4670" y="3439"/>
                <a:ext cx="250" cy="19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A</a:t>
                </a:r>
              </a:p>
            </p:txBody>
          </p:sp>
          <p:sp>
            <p:nvSpPr>
              <p:cNvPr id="33829" name="Text Box 83">
                <a:extLst>
                  <a:ext uri="{FF2B5EF4-FFF2-40B4-BE49-F238E27FC236}">
                    <a16:creationId xmlns:a16="http://schemas.microsoft.com/office/drawing/2014/main" id="{87667D9A-AD54-9E81-95A1-0379384ACD4C}"/>
                  </a:ext>
                </a:extLst>
              </p:cNvPr>
              <p:cNvSpPr txBox="1">
                <a:spLocks noChangeArrowheads="1"/>
              </p:cNvSpPr>
              <p:nvPr/>
            </p:nvSpPr>
            <p:spPr bwMode="auto">
              <a:xfrm>
                <a:off x="5044" y="3439"/>
                <a:ext cx="330" cy="19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S08</a:t>
                </a:r>
              </a:p>
            </p:txBody>
          </p:sp>
        </p:grpSp>
        <p:sp>
          <p:nvSpPr>
            <p:cNvPr id="33821" name="Text Box 85">
              <a:extLst>
                <a:ext uri="{FF2B5EF4-FFF2-40B4-BE49-F238E27FC236}">
                  <a16:creationId xmlns:a16="http://schemas.microsoft.com/office/drawing/2014/main" id="{C096515F-882F-D572-E9A0-A01C49FCC5AC}"/>
                </a:ext>
              </a:extLst>
            </p:cNvPr>
            <p:cNvSpPr txBox="1">
              <a:spLocks noChangeArrowheads="1"/>
            </p:cNvSpPr>
            <p:nvPr/>
          </p:nvSpPr>
          <p:spPr bwMode="auto">
            <a:xfrm>
              <a:off x="7883525" y="4500563"/>
              <a:ext cx="936625" cy="517525"/>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#Supplier</a:t>
              </a:r>
            </a:p>
            <a:p>
              <a:r>
                <a:rPr lang="en-GB" altLang="en-US" sz="1400" b="1">
                  <a:solidFill>
                    <a:schemeClr val="tx1"/>
                  </a:solidFill>
                  <a:latin typeface="Times New Roman" panose="02020603050405020304" pitchFamily="18" charset="0"/>
                </a:rPr>
                <a:t> No</a:t>
              </a:r>
            </a:p>
          </p:txBody>
        </p:sp>
        <p:sp>
          <p:nvSpPr>
            <p:cNvPr id="33822" name="Line 87">
              <a:extLst>
                <a:ext uri="{FF2B5EF4-FFF2-40B4-BE49-F238E27FC236}">
                  <a16:creationId xmlns:a16="http://schemas.microsoft.com/office/drawing/2014/main" id="{061A711A-F26A-A1C2-C494-114DCE26DB15}"/>
                </a:ext>
              </a:extLst>
            </p:cNvPr>
            <p:cNvSpPr>
              <a:spLocks noChangeShapeType="1"/>
            </p:cNvSpPr>
            <p:nvPr/>
          </p:nvSpPr>
          <p:spPr bwMode="auto">
            <a:xfrm>
              <a:off x="4826000" y="5105400"/>
              <a:ext cx="3841750" cy="63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33823" name="Text Box 92">
              <a:extLst>
                <a:ext uri="{FF2B5EF4-FFF2-40B4-BE49-F238E27FC236}">
                  <a16:creationId xmlns:a16="http://schemas.microsoft.com/office/drawing/2014/main" id="{7501F795-766F-D13C-35B6-55AF7B8217D2}"/>
                </a:ext>
              </a:extLst>
            </p:cNvPr>
            <p:cNvSpPr txBox="1">
              <a:spLocks noChangeArrowheads="1"/>
            </p:cNvSpPr>
            <p:nvPr/>
          </p:nvSpPr>
          <p:spPr bwMode="auto">
            <a:xfrm>
              <a:off x="3462338" y="2930525"/>
              <a:ext cx="21272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600" b="1">
                  <a:solidFill>
                    <a:srgbClr val="C04C73"/>
                  </a:solidFill>
                </a:rPr>
                <a:t>Determinants</a:t>
              </a:r>
            </a:p>
          </p:txBody>
        </p:sp>
        <p:sp>
          <p:nvSpPr>
            <p:cNvPr id="33824" name="Line 93">
              <a:extLst>
                <a:ext uri="{FF2B5EF4-FFF2-40B4-BE49-F238E27FC236}">
                  <a16:creationId xmlns:a16="http://schemas.microsoft.com/office/drawing/2014/main" id="{C80C3122-A0A7-12C3-8AFC-85E8267DA720}"/>
                </a:ext>
              </a:extLst>
            </p:cNvPr>
            <p:cNvSpPr>
              <a:spLocks noChangeShapeType="1"/>
            </p:cNvSpPr>
            <p:nvPr/>
          </p:nvSpPr>
          <p:spPr bwMode="auto">
            <a:xfrm flipH="1">
              <a:off x="1866900" y="3289300"/>
              <a:ext cx="2413000" cy="1174750"/>
            </a:xfrm>
            <a:prstGeom prst="line">
              <a:avLst/>
            </a:prstGeom>
            <a:noFill/>
            <a:ln w="15875">
              <a:solidFill>
                <a:srgbClr val="C04C73"/>
              </a:solidFill>
              <a:prstDash val="dash"/>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3825" name="Line 94">
              <a:extLst>
                <a:ext uri="{FF2B5EF4-FFF2-40B4-BE49-F238E27FC236}">
                  <a16:creationId xmlns:a16="http://schemas.microsoft.com/office/drawing/2014/main" id="{1CA1A48E-14EB-7AC3-3C15-55BB22AE2632}"/>
                </a:ext>
              </a:extLst>
            </p:cNvPr>
            <p:cNvSpPr>
              <a:spLocks noChangeShapeType="1"/>
            </p:cNvSpPr>
            <p:nvPr/>
          </p:nvSpPr>
          <p:spPr bwMode="auto">
            <a:xfrm>
              <a:off x="4286250" y="3276600"/>
              <a:ext cx="1079500" cy="1352550"/>
            </a:xfrm>
            <a:prstGeom prst="line">
              <a:avLst/>
            </a:prstGeom>
            <a:noFill/>
            <a:ln w="15875">
              <a:solidFill>
                <a:srgbClr val="C04C73"/>
              </a:solidFill>
              <a:prstDash val="dash"/>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3826" name="Freeform 96">
              <a:extLst>
                <a:ext uri="{FF2B5EF4-FFF2-40B4-BE49-F238E27FC236}">
                  <a16:creationId xmlns:a16="http://schemas.microsoft.com/office/drawing/2014/main" id="{03E39BC0-CD6D-3B3C-7ADF-34419FFC9C6D}"/>
                </a:ext>
              </a:extLst>
            </p:cNvPr>
            <p:cNvSpPr>
              <a:spLocks/>
            </p:cNvSpPr>
            <p:nvPr/>
          </p:nvSpPr>
          <p:spPr bwMode="auto">
            <a:xfrm>
              <a:off x="4640263" y="4279900"/>
              <a:ext cx="1406525" cy="1065213"/>
            </a:xfrm>
            <a:custGeom>
              <a:avLst/>
              <a:gdLst>
                <a:gd name="T0" fmla="*/ 2147483647 w 886"/>
                <a:gd name="T1" fmla="*/ 2147483647 h 671"/>
                <a:gd name="T2" fmla="*/ 2147483647 w 886"/>
                <a:gd name="T3" fmla="*/ 2147483647 h 671"/>
                <a:gd name="T4" fmla="*/ 2147483647 w 886"/>
                <a:gd name="T5" fmla="*/ 2147483647 h 671"/>
                <a:gd name="T6" fmla="*/ 2147483647 w 886"/>
                <a:gd name="T7" fmla="*/ 2147483647 h 671"/>
                <a:gd name="T8" fmla="*/ 2147483647 w 886"/>
                <a:gd name="T9" fmla="*/ 2147483647 h 671"/>
                <a:gd name="T10" fmla="*/ 2147483647 w 886"/>
                <a:gd name="T11" fmla="*/ 2147483647 h 671"/>
                <a:gd name="T12" fmla="*/ 2147483647 w 886"/>
                <a:gd name="T13" fmla="*/ 2147483647 h 671"/>
                <a:gd name="T14" fmla="*/ 2147483647 w 886"/>
                <a:gd name="T15" fmla="*/ 2147483647 h 671"/>
                <a:gd name="T16" fmla="*/ 2147483647 w 886"/>
                <a:gd name="T17" fmla="*/ 2147483647 h 671"/>
                <a:gd name="T18" fmla="*/ 2147483647 w 886"/>
                <a:gd name="T19" fmla="*/ 2147483647 h 671"/>
                <a:gd name="T20" fmla="*/ 2147483647 w 886"/>
                <a:gd name="T21" fmla="*/ 2147483647 h 671"/>
                <a:gd name="T22" fmla="*/ 2147483647 w 886"/>
                <a:gd name="T23" fmla="*/ 2147483647 h 67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86" h="671">
                  <a:moveTo>
                    <a:pt x="401" y="12"/>
                  </a:moveTo>
                  <a:cubicBezTo>
                    <a:pt x="304" y="0"/>
                    <a:pt x="219" y="0"/>
                    <a:pt x="161" y="24"/>
                  </a:cubicBezTo>
                  <a:cubicBezTo>
                    <a:pt x="103" y="48"/>
                    <a:pt x="80" y="93"/>
                    <a:pt x="53" y="156"/>
                  </a:cubicBezTo>
                  <a:cubicBezTo>
                    <a:pt x="26" y="219"/>
                    <a:pt x="0" y="328"/>
                    <a:pt x="1" y="400"/>
                  </a:cubicBezTo>
                  <a:cubicBezTo>
                    <a:pt x="2" y="472"/>
                    <a:pt x="14" y="546"/>
                    <a:pt x="57" y="588"/>
                  </a:cubicBezTo>
                  <a:cubicBezTo>
                    <a:pt x="100" y="630"/>
                    <a:pt x="182" y="641"/>
                    <a:pt x="261" y="652"/>
                  </a:cubicBezTo>
                  <a:cubicBezTo>
                    <a:pt x="340" y="663"/>
                    <a:pt x="449" y="671"/>
                    <a:pt x="529" y="652"/>
                  </a:cubicBezTo>
                  <a:cubicBezTo>
                    <a:pt x="609" y="633"/>
                    <a:pt x="688" y="586"/>
                    <a:pt x="741" y="536"/>
                  </a:cubicBezTo>
                  <a:cubicBezTo>
                    <a:pt x="794" y="486"/>
                    <a:pt x="828" y="410"/>
                    <a:pt x="849" y="352"/>
                  </a:cubicBezTo>
                  <a:cubicBezTo>
                    <a:pt x="870" y="294"/>
                    <a:pt x="886" y="231"/>
                    <a:pt x="869" y="188"/>
                  </a:cubicBezTo>
                  <a:cubicBezTo>
                    <a:pt x="852" y="145"/>
                    <a:pt x="824" y="125"/>
                    <a:pt x="745" y="96"/>
                  </a:cubicBezTo>
                  <a:cubicBezTo>
                    <a:pt x="666" y="67"/>
                    <a:pt x="498" y="24"/>
                    <a:pt x="401" y="12"/>
                  </a:cubicBezTo>
                  <a:close/>
                </a:path>
              </a:pathLst>
            </a:custGeom>
            <a:noFill/>
            <a:ln w="15875" cap="flat">
              <a:solidFill>
                <a:srgbClr val="C04C73"/>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4" name="Rectangle 3">
            <a:extLst>
              <a:ext uri="{FF2B5EF4-FFF2-40B4-BE49-F238E27FC236}">
                <a16:creationId xmlns:a16="http://schemas.microsoft.com/office/drawing/2014/main" id="{6BAFC3DB-C2D2-80EE-80ED-E81B9D746127}"/>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2A1A36DE-BB71-3A83-5969-0D83033A108D}"/>
              </a:ext>
            </a:extLst>
          </p:cNvPr>
          <p:cNvSpPr>
            <a:spLocks noGrp="1" noChangeArrowheads="1"/>
          </p:cNvSpPr>
          <p:nvPr>
            <p:ph type="title"/>
          </p:nvPr>
        </p:nvSpPr>
        <p:spPr/>
        <p:txBody>
          <a:bodyPr/>
          <a:lstStyle/>
          <a:p>
            <a:pPr eaLnBrk="1" hangingPunct="1"/>
            <a:r>
              <a:rPr lang="en-GB" altLang="en-US" b="1"/>
              <a:t>Student Activity #2</a:t>
            </a:r>
          </a:p>
        </p:txBody>
      </p:sp>
      <p:sp>
        <p:nvSpPr>
          <p:cNvPr id="34819" name="Rectangle 3">
            <a:extLst>
              <a:ext uri="{FF2B5EF4-FFF2-40B4-BE49-F238E27FC236}">
                <a16:creationId xmlns:a16="http://schemas.microsoft.com/office/drawing/2014/main" id="{564454C6-D32B-E307-D8A6-9DD99D3D0B09}"/>
              </a:ext>
            </a:extLst>
          </p:cNvPr>
          <p:cNvSpPr>
            <a:spLocks noGrp="1" noChangeArrowheads="1"/>
          </p:cNvSpPr>
          <p:nvPr>
            <p:ph idx="1"/>
          </p:nvPr>
        </p:nvSpPr>
        <p:spPr>
          <a:xfrm>
            <a:off x="381000" y="1447800"/>
            <a:ext cx="8305800" cy="1390650"/>
          </a:xfrm>
        </p:spPr>
        <p:txBody>
          <a:bodyPr/>
          <a:lstStyle/>
          <a:p>
            <a:pPr eaLnBrk="1" hangingPunct="1"/>
            <a:r>
              <a:rPr lang="en-US" altLang="en-US" sz="2800"/>
              <a:t>In groups of two or three: </a:t>
            </a:r>
          </a:p>
          <a:p>
            <a:pPr lvl="1" eaLnBrk="1" hangingPunct="1"/>
            <a:r>
              <a:rPr lang="en-US" altLang="en-US" sz="2400"/>
              <a:t>Identify suitable primary key attributes for the entities you defined in the previous activity</a:t>
            </a:r>
          </a:p>
        </p:txBody>
      </p:sp>
      <p:sp>
        <p:nvSpPr>
          <p:cNvPr id="2" name="Rectangle 1">
            <a:extLst>
              <a:ext uri="{FF2B5EF4-FFF2-40B4-BE49-F238E27FC236}">
                <a16:creationId xmlns:a16="http://schemas.microsoft.com/office/drawing/2014/main" id="{21FEF8F2-3734-046F-ABED-CAEFE1AC5721}"/>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C8AE0E80-F334-63F8-3A3A-5007A4A29C3F}"/>
              </a:ext>
            </a:extLst>
          </p:cNvPr>
          <p:cNvSpPr>
            <a:spLocks noGrp="1" noChangeArrowheads="1"/>
          </p:cNvSpPr>
          <p:nvPr>
            <p:ph type="title"/>
          </p:nvPr>
        </p:nvSpPr>
        <p:spPr>
          <a:xfrm>
            <a:off x="381000" y="381000"/>
            <a:ext cx="8647113" cy="673100"/>
          </a:xfrm>
        </p:spPr>
        <p:txBody>
          <a:bodyPr/>
          <a:lstStyle/>
          <a:p>
            <a:pPr eaLnBrk="1" hangingPunct="1"/>
            <a:r>
              <a:rPr lang="en-GB" altLang="en-US" sz="2600" b="1"/>
              <a:t>Relating Entities with Foreign Key Attributes</a:t>
            </a:r>
          </a:p>
        </p:txBody>
      </p:sp>
      <p:sp>
        <p:nvSpPr>
          <p:cNvPr id="35843" name="Rectangle 3">
            <a:extLst>
              <a:ext uri="{FF2B5EF4-FFF2-40B4-BE49-F238E27FC236}">
                <a16:creationId xmlns:a16="http://schemas.microsoft.com/office/drawing/2014/main" id="{F61DC5CB-89E5-0113-94BA-ED52C88423F9}"/>
              </a:ext>
            </a:extLst>
          </p:cNvPr>
          <p:cNvSpPr>
            <a:spLocks noGrp="1" noChangeArrowheads="1"/>
          </p:cNvSpPr>
          <p:nvPr>
            <p:ph idx="1"/>
          </p:nvPr>
        </p:nvSpPr>
        <p:spPr>
          <a:xfrm>
            <a:off x="381000" y="1282700"/>
            <a:ext cx="8305800" cy="2100263"/>
          </a:xfrm>
        </p:spPr>
        <p:txBody>
          <a:bodyPr/>
          <a:lstStyle/>
          <a:p>
            <a:pPr eaLnBrk="1" hangingPunct="1"/>
            <a:r>
              <a:rPr lang="en-US" altLang="en-US" sz="2200"/>
              <a:t>An attribute, or group of attributes, within an entity that functions as a primary key attribute in </a:t>
            </a:r>
            <a:r>
              <a:rPr lang="en-US" altLang="en-US" sz="2200" b="1"/>
              <a:t>another entity</a:t>
            </a:r>
            <a:endParaRPr lang="en-US" altLang="en-US" sz="2200" b="1" i="1"/>
          </a:p>
          <a:p>
            <a:pPr eaLnBrk="1" hangingPunct="1"/>
            <a:r>
              <a:rPr lang="en-GB" altLang="en-US" sz="2200"/>
              <a:t>Serves to relate or link entities and fundamental to the relational data model</a:t>
            </a:r>
            <a:endParaRPr lang="en-US" altLang="en-US" sz="2200" b="1"/>
          </a:p>
        </p:txBody>
      </p:sp>
      <p:sp>
        <p:nvSpPr>
          <p:cNvPr id="35844" name="Text Box 53">
            <a:extLst>
              <a:ext uri="{FF2B5EF4-FFF2-40B4-BE49-F238E27FC236}">
                <a16:creationId xmlns:a16="http://schemas.microsoft.com/office/drawing/2014/main" id="{2910ECF9-EFF4-3581-CF0C-6CA3004AD88D}"/>
              </a:ext>
            </a:extLst>
          </p:cNvPr>
          <p:cNvSpPr txBox="1">
            <a:spLocks noChangeArrowheads="1"/>
          </p:cNvSpPr>
          <p:nvPr/>
        </p:nvSpPr>
        <p:spPr bwMode="auto">
          <a:xfrm>
            <a:off x="592138" y="3590925"/>
            <a:ext cx="72580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600" b="1"/>
              <a:t>Entity Relationship Diagram:</a:t>
            </a:r>
            <a:r>
              <a:rPr lang="en-GB" altLang="en-US" sz="1600"/>
              <a:t> a view at Entity level</a:t>
            </a:r>
          </a:p>
        </p:txBody>
      </p:sp>
      <p:grpSp>
        <p:nvGrpSpPr>
          <p:cNvPr id="35845" name="Group 2">
            <a:extLst>
              <a:ext uri="{FF2B5EF4-FFF2-40B4-BE49-F238E27FC236}">
                <a16:creationId xmlns:a16="http://schemas.microsoft.com/office/drawing/2014/main" id="{CFE4A6A8-A6E3-1F4B-4A81-93A258DF4149}"/>
              </a:ext>
            </a:extLst>
          </p:cNvPr>
          <p:cNvGrpSpPr>
            <a:grpSpLocks/>
          </p:cNvGrpSpPr>
          <p:nvPr/>
        </p:nvGrpSpPr>
        <p:grpSpPr bwMode="auto">
          <a:xfrm>
            <a:off x="1651000" y="4406900"/>
            <a:ext cx="5257800" cy="1371600"/>
            <a:chOff x="1651000" y="4406900"/>
            <a:chExt cx="5257800" cy="1371600"/>
          </a:xfrm>
        </p:grpSpPr>
        <p:sp>
          <p:nvSpPr>
            <p:cNvPr id="35846" name="Text Box 114">
              <a:extLst>
                <a:ext uri="{FF2B5EF4-FFF2-40B4-BE49-F238E27FC236}">
                  <a16:creationId xmlns:a16="http://schemas.microsoft.com/office/drawing/2014/main" id="{DB382C07-08F9-DF43-0243-8758A6E7218F}"/>
                </a:ext>
              </a:extLst>
            </p:cNvPr>
            <p:cNvSpPr txBox="1">
              <a:spLocks noChangeArrowheads="1"/>
            </p:cNvSpPr>
            <p:nvPr/>
          </p:nvSpPr>
          <p:spPr bwMode="auto">
            <a:xfrm>
              <a:off x="4767263" y="4653882"/>
              <a:ext cx="304800" cy="298450"/>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accent2"/>
                  </a:solidFill>
                  <a:latin typeface="Times New Roman" panose="02020603050405020304" pitchFamily="18" charset="0"/>
                </a:rPr>
                <a:t>1</a:t>
              </a:r>
            </a:p>
          </p:txBody>
        </p:sp>
        <p:sp>
          <p:nvSpPr>
            <p:cNvPr id="35847" name="Text Box 115">
              <a:extLst>
                <a:ext uri="{FF2B5EF4-FFF2-40B4-BE49-F238E27FC236}">
                  <a16:creationId xmlns:a16="http://schemas.microsoft.com/office/drawing/2014/main" id="{AD51C3FC-89FD-06C4-BC2C-5A703866460F}"/>
                </a:ext>
              </a:extLst>
            </p:cNvPr>
            <p:cNvSpPr txBox="1">
              <a:spLocks noChangeArrowheads="1"/>
            </p:cNvSpPr>
            <p:nvPr/>
          </p:nvSpPr>
          <p:spPr bwMode="auto">
            <a:xfrm>
              <a:off x="3516313" y="4692316"/>
              <a:ext cx="558800" cy="298450"/>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accent2"/>
                  </a:solidFill>
                  <a:latin typeface="Times New Roman" panose="02020603050405020304" pitchFamily="18" charset="0"/>
                </a:rPr>
                <a:t>0..M</a:t>
              </a:r>
            </a:p>
          </p:txBody>
        </p:sp>
        <p:grpSp>
          <p:nvGrpSpPr>
            <p:cNvPr id="35848" name="Group 124">
              <a:extLst>
                <a:ext uri="{FF2B5EF4-FFF2-40B4-BE49-F238E27FC236}">
                  <a16:creationId xmlns:a16="http://schemas.microsoft.com/office/drawing/2014/main" id="{64A3CAE3-E467-5509-753E-9F6A40B86645}"/>
                </a:ext>
              </a:extLst>
            </p:cNvPr>
            <p:cNvGrpSpPr>
              <a:grpSpLocks/>
            </p:cNvGrpSpPr>
            <p:nvPr/>
          </p:nvGrpSpPr>
          <p:grpSpPr bwMode="auto">
            <a:xfrm>
              <a:off x="1651000" y="4419600"/>
              <a:ext cx="1816100" cy="1358900"/>
              <a:chOff x="1040" y="2784"/>
              <a:chExt cx="1144" cy="856"/>
            </a:xfrm>
          </p:grpSpPr>
          <p:sp>
            <p:nvSpPr>
              <p:cNvPr id="35865" name="AutoShape 103">
                <a:extLst>
                  <a:ext uri="{FF2B5EF4-FFF2-40B4-BE49-F238E27FC236}">
                    <a16:creationId xmlns:a16="http://schemas.microsoft.com/office/drawing/2014/main" id="{87471932-7435-A70E-0A38-EF5532A459A8}"/>
                  </a:ext>
                </a:extLst>
              </p:cNvPr>
              <p:cNvSpPr>
                <a:spLocks noChangeArrowheads="1"/>
              </p:cNvSpPr>
              <p:nvPr/>
            </p:nvSpPr>
            <p:spPr bwMode="auto">
              <a:xfrm>
                <a:off x="1093" y="2830"/>
                <a:ext cx="1091" cy="81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5866" name="AutoShape 104">
                <a:extLst>
                  <a:ext uri="{FF2B5EF4-FFF2-40B4-BE49-F238E27FC236}">
                    <a16:creationId xmlns:a16="http://schemas.microsoft.com/office/drawing/2014/main" id="{A900948D-3F3A-76FB-A516-63FCC8B2068C}"/>
                  </a:ext>
                </a:extLst>
              </p:cNvPr>
              <p:cNvSpPr>
                <a:spLocks noChangeArrowheads="1"/>
              </p:cNvSpPr>
              <p:nvPr/>
            </p:nvSpPr>
            <p:spPr bwMode="auto">
              <a:xfrm>
                <a:off x="1040" y="2784"/>
                <a:ext cx="1091" cy="81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5867" name="Text Box 105">
                <a:extLst>
                  <a:ext uri="{FF2B5EF4-FFF2-40B4-BE49-F238E27FC236}">
                    <a16:creationId xmlns:a16="http://schemas.microsoft.com/office/drawing/2014/main" id="{5165B541-7290-B15E-0FB5-ECDE7EFFAD79}"/>
                  </a:ext>
                </a:extLst>
              </p:cNvPr>
              <p:cNvSpPr txBox="1">
                <a:spLocks noChangeArrowheads="1"/>
              </p:cNvSpPr>
              <p:nvPr/>
            </p:nvSpPr>
            <p:spPr bwMode="auto">
              <a:xfrm>
                <a:off x="1051" y="2980"/>
                <a:ext cx="1084" cy="600"/>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a:solidFill>
                      <a:schemeClr val="tx1"/>
                    </a:solidFill>
                    <a:latin typeface="Times New Roman" panose="02020603050405020304" pitchFamily="18" charset="0"/>
                  </a:rPr>
                  <a:t>*Student Number</a:t>
                </a:r>
              </a:p>
              <a:p>
                <a:pPr algn="ctr"/>
                <a:r>
                  <a:rPr lang="en-GB" altLang="en-US" sz="1400">
                    <a:solidFill>
                      <a:schemeClr val="tx1"/>
                    </a:solidFill>
                    <a:latin typeface="Times New Roman" panose="02020603050405020304" pitchFamily="18" charset="0"/>
                  </a:rPr>
                  <a:t>Name</a:t>
                </a:r>
              </a:p>
              <a:p>
                <a:pPr algn="ctr"/>
                <a:r>
                  <a:rPr lang="en-GB" altLang="en-US" sz="1400">
                    <a:solidFill>
                      <a:schemeClr val="tx1"/>
                    </a:solidFill>
                    <a:latin typeface="Times New Roman" panose="02020603050405020304" pitchFamily="18" charset="0"/>
                  </a:rPr>
                  <a:t>Address</a:t>
                </a:r>
              </a:p>
              <a:p>
                <a:pPr algn="ctr"/>
                <a:r>
                  <a:rPr lang="en-GB" altLang="en-US" sz="1400">
                    <a:solidFill>
                      <a:schemeClr val="tx1"/>
                    </a:solidFill>
                    <a:latin typeface="Times New Roman" panose="02020603050405020304" pitchFamily="18" charset="0"/>
                  </a:rPr>
                  <a:t>#Course Code</a:t>
                </a:r>
                <a:endParaRPr lang="en-GB" altLang="en-US" sz="1200">
                  <a:solidFill>
                    <a:schemeClr val="tx1"/>
                  </a:solidFill>
                  <a:latin typeface="Times New Roman" panose="02020603050405020304" pitchFamily="18" charset="0"/>
                </a:endParaRPr>
              </a:p>
            </p:txBody>
          </p:sp>
          <p:sp>
            <p:nvSpPr>
              <p:cNvPr id="35868" name="Text Box 117">
                <a:extLst>
                  <a:ext uri="{FF2B5EF4-FFF2-40B4-BE49-F238E27FC236}">
                    <a16:creationId xmlns:a16="http://schemas.microsoft.com/office/drawing/2014/main" id="{80E181A0-B490-445D-09E6-F9CB4614394F}"/>
                  </a:ext>
                </a:extLst>
              </p:cNvPr>
              <p:cNvSpPr txBox="1">
                <a:spLocks noChangeArrowheads="1"/>
              </p:cNvSpPr>
              <p:nvPr/>
            </p:nvSpPr>
            <p:spPr bwMode="auto">
              <a:xfrm>
                <a:off x="1207" y="2792"/>
                <a:ext cx="752" cy="188"/>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STUDENT</a:t>
                </a:r>
              </a:p>
            </p:txBody>
          </p:sp>
          <p:sp>
            <p:nvSpPr>
              <p:cNvPr id="35869" name="Line 121">
                <a:extLst>
                  <a:ext uri="{FF2B5EF4-FFF2-40B4-BE49-F238E27FC236}">
                    <a16:creationId xmlns:a16="http://schemas.microsoft.com/office/drawing/2014/main" id="{DF8233B3-B5BA-D026-4365-7C9429132F9F}"/>
                  </a:ext>
                </a:extLst>
              </p:cNvPr>
              <p:cNvSpPr>
                <a:spLocks noChangeShapeType="1"/>
              </p:cNvSpPr>
              <p:nvPr/>
            </p:nvSpPr>
            <p:spPr bwMode="auto">
              <a:xfrm>
                <a:off x="1040" y="2968"/>
                <a:ext cx="10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35849" name="Group 123">
              <a:extLst>
                <a:ext uri="{FF2B5EF4-FFF2-40B4-BE49-F238E27FC236}">
                  <a16:creationId xmlns:a16="http://schemas.microsoft.com/office/drawing/2014/main" id="{5493559C-2F5F-7DC6-4E71-2C8E12F69734}"/>
                </a:ext>
              </a:extLst>
            </p:cNvPr>
            <p:cNvGrpSpPr>
              <a:grpSpLocks/>
            </p:cNvGrpSpPr>
            <p:nvPr/>
          </p:nvGrpSpPr>
          <p:grpSpPr bwMode="auto">
            <a:xfrm>
              <a:off x="5072063" y="4406900"/>
              <a:ext cx="1836737" cy="1358900"/>
              <a:chOff x="3195" y="2776"/>
              <a:chExt cx="1157" cy="856"/>
            </a:xfrm>
          </p:grpSpPr>
          <p:sp>
            <p:nvSpPr>
              <p:cNvPr id="35860" name="AutoShape 107">
                <a:extLst>
                  <a:ext uri="{FF2B5EF4-FFF2-40B4-BE49-F238E27FC236}">
                    <a16:creationId xmlns:a16="http://schemas.microsoft.com/office/drawing/2014/main" id="{0B17DBB3-0956-2472-C454-DE711EE88F61}"/>
                  </a:ext>
                </a:extLst>
              </p:cNvPr>
              <p:cNvSpPr>
                <a:spLocks noChangeArrowheads="1"/>
              </p:cNvSpPr>
              <p:nvPr/>
            </p:nvSpPr>
            <p:spPr bwMode="auto">
              <a:xfrm>
                <a:off x="3261" y="2822"/>
                <a:ext cx="1091" cy="81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5861" name="AutoShape 108">
                <a:extLst>
                  <a:ext uri="{FF2B5EF4-FFF2-40B4-BE49-F238E27FC236}">
                    <a16:creationId xmlns:a16="http://schemas.microsoft.com/office/drawing/2014/main" id="{BF5EB990-E98F-7000-DD58-08A37CFC81AA}"/>
                  </a:ext>
                </a:extLst>
              </p:cNvPr>
              <p:cNvSpPr>
                <a:spLocks noChangeArrowheads="1"/>
              </p:cNvSpPr>
              <p:nvPr/>
            </p:nvSpPr>
            <p:spPr bwMode="auto">
              <a:xfrm>
                <a:off x="3208" y="2776"/>
                <a:ext cx="1091" cy="81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5862" name="Text Box 109">
                <a:extLst>
                  <a:ext uri="{FF2B5EF4-FFF2-40B4-BE49-F238E27FC236}">
                    <a16:creationId xmlns:a16="http://schemas.microsoft.com/office/drawing/2014/main" id="{53466F85-33CC-A582-FA23-46A556B995B0}"/>
                  </a:ext>
                </a:extLst>
              </p:cNvPr>
              <p:cNvSpPr txBox="1">
                <a:spLocks noChangeArrowheads="1"/>
              </p:cNvSpPr>
              <p:nvPr/>
            </p:nvSpPr>
            <p:spPr bwMode="auto">
              <a:xfrm>
                <a:off x="3195" y="3004"/>
                <a:ext cx="1084" cy="35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a:solidFill>
                      <a:schemeClr val="tx1"/>
                    </a:solidFill>
                    <a:latin typeface="Times New Roman" panose="02020603050405020304" pitchFamily="18" charset="0"/>
                  </a:rPr>
                  <a:t>*Course Code</a:t>
                </a:r>
              </a:p>
              <a:p>
                <a:pPr algn="ctr"/>
                <a:r>
                  <a:rPr lang="en-GB" altLang="en-US" sz="1400">
                    <a:solidFill>
                      <a:schemeClr val="tx1"/>
                    </a:solidFill>
                    <a:latin typeface="Times New Roman" panose="02020603050405020304" pitchFamily="18" charset="0"/>
                  </a:rPr>
                  <a:t>Course Name</a:t>
                </a:r>
              </a:p>
            </p:txBody>
          </p:sp>
          <p:sp>
            <p:nvSpPr>
              <p:cNvPr id="35863" name="Text Box 118">
                <a:extLst>
                  <a:ext uri="{FF2B5EF4-FFF2-40B4-BE49-F238E27FC236}">
                    <a16:creationId xmlns:a16="http://schemas.microsoft.com/office/drawing/2014/main" id="{0DD59CD1-1D86-4A42-AAF4-508C3DC87606}"/>
                  </a:ext>
                </a:extLst>
              </p:cNvPr>
              <p:cNvSpPr txBox="1">
                <a:spLocks noChangeArrowheads="1"/>
              </p:cNvSpPr>
              <p:nvPr/>
            </p:nvSpPr>
            <p:spPr bwMode="auto">
              <a:xfrm>
                <a:off x="3335" y="2776"/>
                <a:ext cx="856" cy="188"/>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COURSE</a:t>
                </a:r>
              </a:p>
            </p:txBody>
          </p:sp>
          <p:sp>
            <p:nvSpPr>
              <p:cNvPr id="35864" name="Line 122">
                <a:extLst>
                  <a:ext uri="{FF2B5EF4-FFF2-40B4-BE49-F238E27FC236}">
                    <a16:creationId xmlns:a16="http://schemas.microsoft.com/office/drawing/2014/main" id="{72D5F480-568D-F91B-4F1B-2C7C65A2C2A3}"/>
                  </a:ext>
                </a:extLst>
              </p:cNvPr>
              <p:cNvSpPr>
                <a:spLocks noChangeShapeType="1"/>
              </p:cNvSpPr>
              <p:nvPr/>
            </p:nvSpPr>
            <p:spPr bwMode="auto">
              <a:xfrm>
                <a:off x="3216" y="2936"/>
                <a:ext cx="10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35850" name="Group 127">
              <a:extLst>
                <a:ext uri="{FF2B5EF4-FFF2-40B4-BE49-F238E27FC236}">
                  <a16:creationId xmlns:a16="http://schemas.microsoft.com/office/drawing/2014/main" id="{E3D5EC9B-05CB-CF61-CB20-3F1F8142FA96}"/>
                </a:ext>
              </a:extLst>
            </p:cNvPr>
            <p:cNvGrpSpPr>
              <a:grpSpLocks/>
            </p:cNvGrpSpPr>
            <p:nvPr/>
          </p:nvGrpSpPr>
          <p:grpSpPr bwMode="auto">
            <a:xfrm>
              <a:off x="3378200" y="4870450"/>
              <a:ext cx="1714500" cy="368300"/>
              <a:chOff x="2128" y="3068"/>
              <a:chExt cx="1080" cy="232"/>
            </a:xfrm>
          </p:grpSpPr>
          <p:grpSp>
            <p:nvGrpSpPr>
              <p:cNvPr id="35854" name="Group 113">
                <a:extLst>
                  <a:ext uri="{FF2B5EF4-FFF2-40B4-BE49-F238E27FC236}">
                    <a16:creationId xmlns:a16="http://schemas.microsoft.com/office/drawing/2014/main" id="{4E819E2B-CE0F-CB5A-8AD6-7E660336E70A}"/>
                  </a:ext>
                </a:extLst>
              </p:cNvPr>
              <p:cNvGrpSpPr>
                <a:grpSpLocks/>
              </p:cNvGrpSpPr>
              <p:nvPr/>
            </p:nvGrpSpPr>
            <p:grpSpPr bwMode="auto">
              <a:xfrm>
                <a:off x="2128" y="3068"/>
                <a:ext cx="1080" cy="232"/>
                <a:chOff x="2128" y="3068"/>
                <a:chExt cx="1080" cy="232"/>
              </a:xfrm>
            </p:grpSpPr>
            <p:sp>
              <p:nvSpPr>
                <p:cNvPr id="35857" name="Line 110">
                  <a:extLst>
                    <a:ext uri="{FF2B5EF4-FFF2-40B4-BE49-F238E27FC236}">
                      <a16:creationId xmlns:a16="http://schemas.microsoft.com/office/drawing/2014/main" id="{35F4813B-AFE7-9E78-BED3-1A88DF65DAE2}"/>
                    </a:ext>
                  </a:extLst>
                </p:cNvPr>
                <p:cNvSpPr>
                  <a:spLocks noChangeShapeType="1"/>
                </p:cNvSpPr>
                <p:nvPr/>
              </p:nvSpPr>
              <p:spPr bwMode="auto">
                <a:xfrm flipH="1">
                  <a:off x="2128" y="3168"/>
                  <a:ext cx="10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5858" name="Line 111">
                  <a:extLst>
                    <a:ext uri="{FF2B5EF4-FFF2-40B4-BE49-F238E27FC236}">
                      <a16:creationId xmlns:a16="http://schemas.microsoft.com/office/drawing/2014/main" id="{3639268D-F732-BFC9-197E-FD46C4AA034F}"/>
                    </a:ext>
                  </a:extLst>
                </p:cNvPr>
                <p:cNvSpPr>
                  <a:spLocks noChangeShapeType="1"/>
                </p:cNvSpPr>
                <p:nvPr/>
              </p:nvSpPr>
              <p:spPr bwMode="auto">
                <a:xfrm>
                  <a:off x="2140" y="3068"/>
                  <a:ext cx="124" cy="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5859" name="Line 112">
                  <a:extLst>
                    <a:ext uri="{FF2B5EF4-FFF2-40B4-BE49-F238E27FC236}">
                      <a16:creationId xmlns:a16="http://schemas.microsoft.com/office/drawing/2014/main" id="{FD68C882-2E69-F07F-9EC8-CC2CE6C13279}"/>
                    </a:ext>
                  </a:extLst>
                </p:cNvPr>
                <p:cNvSpPr>
                  <a:spLocks noChangeShapeType="1"/>
                </p:cNvSpPr>
                <p:nvPr/>
              </p:nvSpPr>
              <p:spPr bwMode="auto">
                <a:xfrm flipH="1">
                  <a:off x="2132" y="3168"/>
                  <a:ext cx="128" cy="1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35855" name="Line 125">
                <a:extLst>
                  <a:ext uri="{FF2B5EF4-FFF2-40B4-BE49-F238E27FC236}">
                    <a16:creationId xmlns:a16="http://schemas.microsoft.com/office/drawing/2014/main" id="{5FEF95A0-B784-53DD-595F-E565B3789452}"/>
                  </a:ext>
                </a:extLst>
              </p:cNvPr>
              <p:cNvSpPr>
                <a:spLocks noChangeShapeType="1"/>
              </p:cNvSpPr>
              <p:nvPr/>
            </p:nvSpPr>
            <p:spPr bwMode="auto">
              <a:xfrm>
                <a:off x="3128" y="3088"/>
                <a:ext cx="0"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5856" name="Oval 126">
                <a:extLst>
                  <a:ext uri="{FF2B5EF4-FFF2-40B4-BE49-F238E27FC236}">
                    <a16:creationId xmlns:a16="http://schemas.microsoft.com/office/drawing/2014/main" id="{8192F21B-5A1F-D139-6D41-C19FE0CC0DB8}"/>
                  </a:ext>
                </a:extLst>
              </p:cNvPr>
              <p:cNvSpPr>
                <a:spLocks noChangeArrowheads="1"/>
              </p:cNvSpPr>
              <p:nvPr/>
            </p:nvSpPr>
            <p:spPr bwMode="auto">
              <a:xfrm>
                <a:off x="2264" y="3136"/>
                <a:ext cx="80" cy="72"/>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sp>
          <p:nvSpPr>
            <p:cNvPr id="35851" name="TextBox 1">
              <a:extLst>
                <a:ext uri="{FF2B5EF4-FFF2-40B4-BE49-F238E27FC236}">
                  <a16:creationId xmlns:a16="http://schemas.microsoft.com/office/drawing/2014/main" id="{2104DF32-BF27-DB91-D8DD-815C1352D5C0}"/>
                </a:ext>
              </a:extLst>
            </p:cNvPr>
            <p:cNvSpPr txBox="1">
              <a:spLocks noChangeArrowheads="1"/>
            </p:cNvSpPr>
            <p:nvPr/>
          </p:nvSpPr>
          <p:spPr bwMode="auto">
            <a:xfrm>
              <a:off x="3486150" y="5144159"/>
              <a:ext cx="90182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US" altLang="en-US"/>
                <a:t>is registered on</a:t>
              </a:r>
            </a:p>
          </p:txBody>
        </p:sp>
        <p:sp>
          <p:nvSpPr>
            <p:cNvPr id="35852" name="TextBox 26">
              <a:extLst>
                <a:ext uri="{FF2B5EF4-FFF2-40B4-BE49-F238E27FC236}">
                  <a16:creationId xmlns:a16="http://schemas.microsoft.com/office/drawing/2014/main" id="{3599AB5D-6736-470E-E08B-C889B0B33A03}"/>
                </a:ext>
              </a:extLst>
            </p:cNvPr>
            <p:cNvSpPr txBox="1">
              <a:spLocks noChangeArrowheads="1"/>
            </p:cNvSpPr>
            <p:nvPr/>
          </p:nvSpPr>
          <p:spPr bwMode="auto">
            <a:xfrm>
              <a:off x="4387975" y="5143249"/>
              <a:ext cx="64055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r"/>
              <a:r>
                <a:rPr lang="en-US" altLang="en-US"/>
                <a:t>has</a:t>
              </a:r>
            </a:p>
          </p:txBody>
        </p:sp>
        <p:sp>
          <p:nvSpPr>
            <p:cNvPr id="35853" name="Line 125">
              <a:extLst>
                <a:ext uri="{FF2B5EF4-FFF2-40B4-BE49-F238E27FC236}">
                  <a16:creationId xmlns:a16="http://schemas.microsoft.com/office/drawing/2014/main" id="{81376A51-C57D-7A3B-B25C-9B604246C697}"/>
                </a:ext>
              </a:extLst>
            </p:cNvPr>
            <p:cNvSpPr>
              <a:spLocks noChangeShapeType="1"/>
            </p:cNvSpPr>
            <p:nvPr/>
          </p:nvSpPr>
          <p:spPr bwMode="auto">
            <a:xfrm>
              <a:off x="4909554" y="4910222"/>
              <a:ext cx="0" cy="292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2" name="Rectangle 1">
            <a:extLst>
              <a:ext uri="{FF2B5EF4-FFF2-40B4-BE49-F238E27FC236}">
                <a16:creationId xmlns:a16="http://schemas.microsoft.com/office/drawing/2014/main" id="{A1B5D7BA-B97C-A765-5C9D-8DD9A4F943E6}"/>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56F1C0B6-61C8-C719-E1FE-B8EFEF4368B9}"/>
              </a:ext>
            </a:extLst>
          </p:cNvPr>
          <p:cNvSpPr>
            <a:spLocks noGrp="1" noChangeArrowheads="1"/>
          </p:cNvSpPr>
          <p:nvPr>
            <p:ph type="title"/>
          </p:nvPr>
        </p:nvSpPr>
        <p:spPr>
          <a:xfrm>
            <a:off x="381000" y="381000"/>
            <a:ext cx="8613775" cy="673100"/>
          </a:xfrm>
        </p:spPr>
        <p:txBody>
          <a:bodyPr/>
          <a:lstStyle/>
          <a:p>
            <a:pPr eaLnBrk="1" hangingPunct="1"/>
            <a:r>
              <a:rPr lang="en-GB" altLang="en-US" sz="2600" b="1"/>
              <a:t>Relating Entities with Foreign Key Attributes</a:t>
            </a:r>
          </a:p>
        </p:txBody>
      </p:sp>
      <p:sp>
        <p:nvSpPr>
          <p:cNvPr id="36867" name="Text Box 54">
            <a:extLst>
              <a:ext uri="{FF2B5EF4-FFF2-40B4-BE49-F238E27FC236}">
                <a16:creationId xmlns:a16="http://schemas.microsoft.com/office/drawing/2014/main" id="{AE3A4B06-26CB-CF1E-838D-A053E8DE4E89}"/>
              </a:ext>
            </a:extLst>
          </p:cNvPr>
          <p:cNvSpPr txBox="1">
            <a:spLocks noChangeArrowheads="1"/>
          </p:cNvSpPr>
          <p:nvPr/>
        </p:nvSpPr>
        <p:spPr bwMode="auto">
          <a:xfrm>
            <a:off x="2333625" y="2976563"/>
            <a:ext cx="10128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79, East St</a:t>
            </a:r>
          </a:p>
        </p:txBody>
      </p:sp>
      <p:sp>
        <p:nvSpPr>
          <p:cNvPr id="36868" name="Text Box 55">
            <a:extLst>
              <a:ext uri="{FF2B5EF4-FFF2-40B4-BE49-F238E27FC236}">
                <a16:creationId xmlns:a16="http://schemas.microsoft.com/office/drawing/2014/main" id="{DA47C7DB-A15F-6E54-8182-0E9DD9F2A4D5}"/>
              </a:ext>
            </a:extLst>
          </p:cNvPr>
          <p:cNvSpPr txBox="1">
            <a:spLocks noChangeArrowheads="1"/>
          </p:cNvSpPr>
          <p:nvPr/>
        </p:nvSpPr>
        <p:spPr bwMode="auto">
          <a:xfrm>
            <a:off x="3565525" y="2967038"/>
            <a:ext cx="6064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C001</a:t>
            </a:r>
          </a:p>
        </p:txBody>
      </p:sp>
      <p:sp>
        <p:nvSpPr>
          <p:cNvPr id="36869" name="Text Box 56">
            <a:extLst>
              <a:ext uri="{FF2B5EF4-FFF2-40B4-BE49-F238E27FC236}">
                <a16:creationId xmlns:a16="http://schemas.microsoft.com/office/drawing/2014/main" id="{E4FC6377-2C7E-AD9E-F7BE-8751A6AE81A9}"/>
              </a:ext>
            </a:extLst>
          </p:cNvPr>
          <p:cNvSpPr txBox="1">
            <a:spLocks noChangeArrowheads="1"/>
          </p:cNvSpPr>
          <p:nvPr/>
        </p:nvSpPr>
        <p:spPr bwMode="auto">
          <a:xfrm>
            <a:off x="460375" y="3011488"/>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CC1001</a:t>
            </a:r>
          </a:p>
        </p:txBody>
      </p:sp>
      <p:sp>
        <p:nvSpPr>
          <p:cNvPr id="36870" name="Text Box 57">
            <a:extLst>
              <a:ext uri="{FF2B5EF4-FFF2-40B4-BE49-F238E27FC236}">
                <a16:creationId xmlns:a16="http://schemas.microsoft.com/office/drawing/2014/main" id="{1E67E3A2-61EE-78C8-AC63-7283BAAC4875}"/>
              </a:ext>
            </a:extLst>
          </p:cNvPr>
          <p:cNvSpPr txBox="1">
            <a:spLocks noChangeArrowheads="1"/>
          </p:cNvSpPr>
          <p:nvPr/>
        </p:nvSpPr>
        <p:spPr bwMode="auto">
          <a:xfrm>
            <a:off x="1349375" y="3011488"/>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Bill Gates</a:t>
            </a:r>
          </a:p>
        </p:txBody>
      </p:sp>
      <p:sp>
        <p:nvSpPr>
          <p:cNvPr id="36871" name="Text Box 58">
            <a:extLst>
              <a:ext uri="{FF2B5EF4-FFF2-40B4-BE49-F238E27FC236}">
                <a16:creationId xmlns:a16="http://schemas.microsoft.com/office/drawing/2014/main" id="{1EA3D9A9-251B-FC39-7756-9F295719301C}"/>
              </a:ext>
            </a:extLst>
          </p:cNvPr>
          <p:cNvSpPr txBox="1">
            <a:spLocks noChangeArrowheads="1"/>
          </p:cNvSpPr>
          <p:nvPr/>
        </p:nvSpPr>
        <p:spPr bwMode="auto">
          <a:xfrm>
            <a:off x="1349375" y="3316288"/>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Bob Door</a:t>
            </a:r>
          </a:p>
        </p:txBody>
      </p:sp>
      <p:sp>
        <p:nvSpPr>
          <p:cNvPr id="36872" name="Text Box 59">
            <a:extLst>
              <a:ext uri="{FF2B5EF4-FFF2-40B4-BE49-F238E27FC236}">
                <a16:creationId xmlns:a16="http://schemas.microsoft.com/office/drawing/2014/main" id="{6A67BB62-A596-02AC-1CEB-1B7B5CD893C2}"/>
              </a:ext>
            </a:extLst>
          </p:cNvPr>
          <p:cNvSpPr txBox="1">
            <a:spLocks noChangeArrowheads="1"/>
          </p:cNvSpPr>
          <p:nvPr/>
        </p:nvSpPr>
        <p:spPr bwMode="auto">
          <a:xfrm>
            <a:off x="2333625" y="3309938"/>
            <a:ext cx="117157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60, West St</a:t>
            </a:r>
          </a:p>
        </p:txBody>
      </p:sp>
      <p:sp>
        <p:nvSpPr>
          <p:cNvPr id="36873" name="Text Box 60">
            <a:extLst>
              <a:ext uri="{FF2B5EF4-FFF2-40B4-BE49-F238E27FC236}">
                <a16:creationId xmlns:a16="http://schemas.microsoft.com/office/drawing/2014/main" id="{4AAEF497-E2D0-CA18-7421-B2BD9E4DCCAE}"/>
              </a:ext>
            </a:extLst>
          </p:cNvPr>
          <p:cNvSpPr txBox="1">
            <a:spLocks noChangeArrowheads="1"/>
          </p:cNvSpPr>
          <p:nvPr/>
        </p:nvSpPr>
        <p:spPr bwMode="auto">
          <a:xfrm>
            <a:off x="3565525" y="3300413"/>
            <a:ext cx="62547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C001</a:t>
            </a:r>
          </a:p>
        </p:txBody>
      </p:sp>
      <p:sp>
        <p:nvSpPr>
          <p:cNvPr id="36874" name="Text Box 61">
            <a:extLst>
              <a:ext uri="{FF2B5EF4-FFF2-40B4-BE49-F238E27FC236}">
                <a16:creationId xmlns:a16="http://schemas.microsoft.com/office/drawing/2014/main" id="{1CE854F7-F501-F3EC-09C4-5B2CA863EEB9}"/>
              </a:ext>
            </a:extLst>
          </p:cNvPr>
          <p:cNvSpPr txBox="1">
            <a:spLocks noChangeArrowheads="1"/>
          </p:cNvSpPr>
          <p:nvPr/>
        </p:nvSpPr>
        <p:spPr bwMode="auto">
          <a:xfrm>
            <a:off x="460375" y="3336925"/>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CC1002</a:t>
            </a:r>
          </a:p>
        </p:txBody>
      </p:sp>
      <p:sp>
        <p:nvSpPr>
          <p:cNvPr id="36875" name="Text Box 62">
            <a:extLst>
              <a:ext uri="{FF2B5EF4-FFF2-40B4-BE49-F238E27FC236}">
                <a16:creationId xmlns:a16="http://schemas.microsoft.com/office/drawing/2014/main" id="{835D99F3-6117-C68D-FC5A-6D7A6E5DC48D}"/>
              </a:ext>
            </a:extLst>
          </p:cNvPr>
          <p:cNvSpPr txBox="1">
            <a:spLocks noChangeArrowheads="1"/>
          </p:cNvSpPr>
          <p:nvPr/>
        </p:nvSpPr>
        <p:spPr bwMode="auto">
          <a:xfrm>
            <a:off x="460375" y="3662363"/>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CC1003</a:t>
            </a:r>
          </a:p>
        </p:txBody>
      </p:sp>
      <p:sp>
        <p:nvSpPr>
          <p:cNvPr id="36876" name="Text Box 63">
            <a:extLst>
              <a:ext uri="{FF2B5EF4-FFF2-40B4-BE49-F238E27FC236}">
                <a16:creationId xmlns:a16="http://schemas.microsoft.com/office/drawing/2014/main" id="{45A00B34-AB58-5241-9AB4-12AB4A3153E5}"/>
              </a:ext>
            </a:extLst>
          </p:cNvPr>
          <p:cNvSpPr txBox="1">
            <a:spLocks noChangeArrowheads="1"/>
          </p:cNvSpPr>
          <p:nvPr/>
        </p:nvSpPr>
        <p:spPr bwMode="auto">
          <a:xfrm>
            <a:off x="1349375" y="3659188"/>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Jane Smith</a:t>
            </a:r>
          </a:p>
        </p:txBody>
      </p:sp>
      <p:sp>
        <p:nvSpPr>
          <p:cNvPr id="36877" name="Text Box 64">
            <a:extLst>
              <a:ext uri="{FF2B5EF4-FFF2-40B4-BE49-F238E27FC236}">
                <a16:creationId xmlns:a16="http://schemas.microsoft.com/office/drawing/2014/main" id="{FC5F756A-4F4C-A8B0-5764-BB9EB051BEE2}"/>
              </a:ext>
            </a:extLst>
          </p:cNvPr>
          <p:cNvSpPr txBox="1">
            <a:spLocks noChangeArrowheads="1"/>
          </p:cNvSpPr>
          <p:nvPr/>
        </p:nvSpPr>
        <p:spPr bwMode="auto">
          <a:xfrm>
            <a:off x="1349375" y="3963988"/>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Rita Hoe</a:t>
            </a:r>
          </a:p>
        </p:txBody>
      </p:sp>
      <p:sp>
        <p:nvSpPr>
          <p:cNvPr id="36878" name="Text Box 65">
            <a:extLst>
              <a:ext uri="{FF2B5EF4-FFF2-40B4-BE49-F238E27FC236}">
                <a16:creationId xmlns:a16="http://schemas.microsoft.com/office/drawing/2014/main" id="{E53C60FC-21B0-8701-ADD1-DE989557CCA1}"/>
              </a:ext>
            </a:extLst>
          </p:cNvPr>
          <p:cNvSpPr txBox="1">
            <a:spLocks noChangeArrowheads="1"/>
          </p:cNvSpPr>
          <p:nvPr/>
        </p:nvSpPr>
        <p:spPr bwMode="auto">
          <a:xfrm>
            <a:off x="2333625" y="3643313"/>
            <a:ext cx="12541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33, North St</a:t>
            </a:r>
          </a:p>
        </p:txBody>
      </p:sp>
      <p:sp>
        <p:nvSpPr>
          <p:cNvPr id="36879" name="Text Box 66">
            <a:extLst>
              <a:ext uri="{FF2B5EF4-FFF2-40B4-BE49-F238E27FC236}">
                <a16:creationId xmlns:a16="http://schemas.microsoft.com/office/drawing/2014/main" id="{E38B45DB-72BC-B518-8C8E-3340164E00DD}"/>
              </a:ext>
            </a:extLst>
          </p:cNvPr>
          <p:cNvSpPr txBox="1">
            <a:spLocks noChangeArrowheads="1"/>
          </p:cNvSpPr>
          <p:nvPr/>
        </p:nvSpPr>
        <p:spPr bwMode="auto">
          <a:xfrm>
            <a:off x="2333625" y="3976688"/>
            <a:ext cx="112077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20, High St</a:t>
            </a:r>
          </a:p>
        </p:txBody>
      </p:sp>
      <p:sp>
        <p:nvSpPr>
          <p:cNvPr id="36880" name="Text Box 67">
            <a:extLst>
              <a:ext uri="{FF2B5EF4-FFF2-40B4-BE49-F238E27FC236}">
                <a16:creationId xmlns:a16="http://schemas.microsoft.com/office/drawing/2014/main" id="{4EF0985C-F148-56F0-E0DD-5E458D83C4AB}"/>
              </a:ext>
            </a:extLst>
          </p:cNvPr>
          <p:cNvSpPr txBox="1">
            <a:spLocks noChangeArrowheads="1"/>
          </p:cNvSpPr>
          <p:nvPr/>
        </p:nvSpPr>
        <p:spPr bwMode="auto">
          <a:xfrm>
            <a:off x="3565525" y="3633788"/>
            <a:ext cx="6699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C002</a:t>
            </a:r>
          </a:p>
        </p:txBody>
      </p:sp>
      <p:sp>
        <p:nvSpPr>
          <p:cNvPr id="36881" name="Text Box 68">
            <a:extLst>
              <a:ext uri="{FF2B5EF4-FFF2-40B4-BE49-F238E27FC236}">
                <a16:creationId xmlns:a16="http://schemas.microsoft.com/office/drawing/2014/main" id="{80185FAD-A506-81BC-AFA3-B768BE1CEB3F}"/>
              </a:ext>
            </a:extLst>
          </p:cNvPr>
          <p:cNvSpPr txBox="1">
            <a:spLocks noChangeArrowheads="1"/>
          </p:cNvSpPr>
          <p:nvPr/>
        </p:nvSpPr>
        <p:spPr bwMode="auto">
          <a:xfrm>
            <a:off x="3565525" y="3967163"/>
            <a:ext cx="7842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C002</a:t>
            </a:r>
          </a:p>
        </p:txBody>
      </p:sp>
      <p:sp>
        <p:nvSpPr>
          <p:cNvPr id="36882" name="Text Box 69">
            <a:extLst>
              <a:ext uri="{FF2B5EF4-FFF2-40B4-BE49-F238E27FC236}">
                <a16:creationId xmlns:a16="http://schemas.microsoft.com/office/drawing/2014/main" id="{071EF9C8-A447-8A59-E68C-1F66ED8C2AEC}"/>
              </a:ext>
            </a:extLst>
          </p:cNvPr>
          <p:cNvSpPr txBox="1">
            <a:spLocks noChangeArrowheads="1"/>
          </p:cNvSpPr>
          <p:nvPr/>
        </p:nvSpPr>
        <p:spPr bwMode="auto">
          <a:xfrm>
            <a:off x="460375" y="3987800"/>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CC1004</a:t>
            </a:r>
          </a:p>
        </p:txBody>
      </p:sp>
      <p:sp>
        <p:nvSpPr>
          <p:cNvPr id="36883" name="Text Box 70">
            <a:extLst>
              <a:ext uri="{FF2B5EF4-FFF2-40B4-BE49-F238E27FC236}">
                <a16:creationId xmlns:a16="http://schemas.microsoft.com/office/drawing/2014/main" id="{9C89C2E3-7A1E-3A95-7729-11EB01F4E51D}"/>
              </a:ext>
            </a:extLst>
          </p:cNvPr>
          <p:cNvSpPr txBox="1">
            <a:spLocks noChangeArrowheads="1"/>
          </p:cNvSpPr>
          <p:nvPr/>
        </p:nvSpPr>
        <p:spPr bwMode="auto">
          <a:xfrm>
            <a:off x="1349375" y="4306888"/>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Jim Lowe</a:t>
            </a:r>
          </a:p>
        </p:txBody>
      </p:sp>
      <p:sp>
        <p:nvSpPr>
          <p:cNvPr id="36884" name="Text Box 71">
            <a:extLst>
              <a:ext uri="{FF2B5EF4-FFF2-40B4-BE49-F238E27FC236}">
                <a16:creationId xmlns:a16="http://schemas.microsoft.com/office/drawing/2014/main" id="{E10F3DD9-397E-B224-DD40-B4BF6D43945D}"/>
              </a:ext>
            </a:extLst>
          </p:cNvPr>
          <p:cNvSpPr txBox="1">
            <a:spLocks noChangeArrowheads="1"/>
          </p:cNvSpPr>
          <p:nvPr/>
        </p:nvSpPr>
        <p:spPr bwMode="auto">
          <a:xfrm>
            <a:off x="1349375" y="4624388"/>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Don Duck</a:t>
            </a:r>
          </a:p>
        </p:txBody>
      </p:sp>
      <p:sp>
        <p:nvSpPr>
          <p:cNvPr id="36885" name="Text Box 72">
            <a:extLst>
              <a:ext uri="{FF2B5EF4-FFF2-40B4-BE49-F238E27FC236}">
                <a16:creationId xmlns:a16="http://schemas.microsoft.com/office/drawing/2014/main" id="{2AED31E4-732F-2715-C8F3-BDFBF7D9DD5E}"/>
              </a:ext>
            </a:extLst>
          </p:cNvPr>
          <p:cNvSpPr txBox="1">
            <a:spLocks noChangeArrowheads="1"/>
          </p:cNvSpPr>
          <p:nvPr/>
        </p:nvSpPr>
        <p:spPr bwMode="auto">
          <a:xfrm>
            <a:off x="2333625" y="4310063"/>
            <a:ext cx="11652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99, New St</a:t>
            </a:r>
          </a:p>
        </p:txBody>
      </p:sp>
      <p:sp>
        <p:nvSpPr>
          <p:cNvPr id="36886" name="Text Box 73">
            <a:extLst>
              <a:ext uri="{FF2B5EF4-FFF2-40B4-BE49-F238E27FC236}">
                <a16:creationId xmlns:a16="http://schemas.microsoft.com/office/drawing/2014/main" id="{1A26E341-DCFE-583A-B2A9-A9FC21C0AA2A}"/>
              </a:ext>
            </a:extLst>
          </p:cNvPr>
          <p:cNvSpPr txBox="1">
            <a:spLocks noChangeArrowheads="1"/>
          </p:cNvSpPr>
          <p:nvPr/>
        </p:nvSpPr>
        <p:spPr bwMode="auto">
          <a:xfrm>
            <a:off x="2333625" y="4643438"/>
            <a:ext cx="10509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99, Old St</a:t>
            </a:r>
          </a:p>
        </p:txBody>
      </p:sp>
      <p:sp>
        <p:nvSpPr>
          <p:cNvPr id="36887" name="Text Box 74">
            <a:extLst>
              <a:ext uri="{FF2B5EF4-FFF2-40B4-BE49-F238E27FC236}">
                <a16:creationId xmlns:a16="http://schemas.microsoft.com/office/drawing/2014/main" id="{1565B6C2-375A-B0CF-B56D-DD460456ABD0}"/>
              </a:ext>
            </a:extLst>
          </p:cNvPr>
          <p:cNvSpPr txBox="1">
            <a:spLocks noChangeArrowheads="1"/>
          </p:cNvSpPr>
          <p:nvPr/>
        </p:nvSpPr>
        <p:spPr bwMode="auto">
          <a:xfrm>
            <a:off x="3565525" y="4300538"/>
            <a:ext cx="6445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C001</a:t>
            </a:r>
          </a:p>
        </p:txBody>
      </p:sp>
      <p:sp>
        <p:nvSpPr>
          <p:cNvPr id="36888" name="Text Box 75">
            <a:extLst>
              <a:ext uri="{FF2B5EF4-FFF2-40B4-BE49-F238E27FC236}">
                <a16:creationId xmlns:a16="http://schemas.microsoft.com/office/drawing/2014/main" id="{AC0F5C35-ECF1-3873-1074-1725A676ACE1}"/>
              </a:ext>
            </a:extLst>
          </p:cNvPr>
          <p:cNvSpPr txBox="1">
            <a:spLocks noChangeArrowheads="1"/>
          </p:cNvSpPr>
          <p:nvPr/>
        </p:nvSpPr>
        <p:spPr bwMode="auto">
          <a:xfrm>
            <a:off x="3565525" y="4633913"/>
            <a:ext cx="682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C002</a:t>
            </a:r>
          </a:p>
        </p:txBody>
      </p:sp>
      <p:sp>
        <p:nvSpPr>
          <p:cNvPr id="36889" name="Text Box 76">
            <a:extLst>
              <a:ext uri="{FF2B5EF4-FFF2-40B4-BE49-F238E27FC236}">
                <a16:creationId xmlns:a16="http://schemas.microsoft.com/office/drawing/2014/main" id="{0798B399-0E42-DFC7-FEA3-9C4B3527F3BA}"/>
              </a:ext>
            </a:extLst>
          </p:cNvPr>
          <p:cNvSpPr txBox="1">
            <a:spLocks noChangeArrowheads="1"/>
          </p:cNvSpPr>
          <p:nvPr/>
        </p:nvSpPr>
        <p:spPr bwMode="auto">
          <a:xfrm>
            <a:off x="460375" y="4313238"/>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CC1005</a:t>
            </a:r>
          </a:p>
        </p:txBody>
      </p:sp>
      <p:sp>
        <p:nvSpPr>
          <p:cNvPr id="36890" name="Text Box 77">
            <a:extLst>
              <a:ext uri="{FF2B5EF4-FFF2-40B4-BE49-F238E27FC236}">
                <a16:creationId xmlns:a16="http://schemas.microsoft.com/office/drawing/2014/main" id="{C6E90B21-6FC0-F738-B3EA-A18B99AF3F38}"/>
              </a:ext>
            </a:extLst>
          </p:cNvPr>
          <p:cNvSpPr txBox="1">
            <a:spLocks noChangeArrowheads="1"/>
          </p:cNvSpPr>
          <p:nvPr/>
        </p:nvSpPr>
        <p:spPr bwMode="auto">
          <a:xfrm>
            <a:off x="460375" y="4640263"/>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CC1006</a:t>
            </a:r>
          </a:p>
        </p:txBody>
      </p:sp>
      <p:sp>
        <p:nvSpPr>
          <p:cNvPr id="36891" name="Text Box 78">
            <a:extLst>
              <a:ext uri="{FF2B5EF4-FFF2-40B4-BE49-F238E27FC236}">
                <a16:creationId xmlns:a16="http://schemas.microsoft.com/office/drawing/2014/main" id="{C9A95F32-EDD5-50DC-D6C5-1435E1D33103}"/>
              </a:ext>
            </a:extLst>
          </p:cNvPr>
          <p:cNvSpPr txBox="1">
            <a:spLocks noChangeArrowheads="1"/>
          </p:cNvSpPr>
          <p:nvPr/>
        </p:nvSpPr>
        <p:spPr bwMode="auto">
          <a:xfrm>
            <a:off x="2324100" y="2551113"/>
            <a:ext cx="9239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Address</a:t>
            </a:r>
          </a:p>
        </p:txBody>
      </p:sp>
      <p:sp>
        <p:nvSpPr>
          <p:cNvPr id="36892" name="Text Box 79">
            <a:extLst>
              <a:ext uri="{FF2B5EF4-FFF2-40B4-BE49-F238E27FC236}">
                <a16:creationId xmlns:a16="http://schemas.microsoft.com/office/drawing/2014/main" id="{C4A29E04-F28E-DBF9-1FAF-B43308967DEA}"/>
              </a:ext>
            </a:extLst>
          </p:cNvPr>
          <p:cNvSpPr txBox="1">
            <a:spLocks noChangeArrowheads="1"/>
          </p:cNvSpPr>
          <p:nvPr/>
        </p:nvSpPr>
        <p:spPr bwMode="auto">
          <a:xfrm>
            <a:off x="3371850" y="2370138"/>
            <a:ext cx="923925" cy="517525"/>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#Course</a:t>
            </a:r>
          </a:p>
          <a:p>
            <a:r>
              <a:rPr lang="en-GB" altLang="en-US" sz="1400" b="1">
                <a:solidFill>
                  <a:schemeClr val="tx1"/>
                </a:solidFill>
                <a:latin typeface="Times New Roman" panose="02020603050405020304" pitchFamily="18" charset="0"/>
              </a:rPr>
              <a:t>Code</a:t>
            </a:r>
          </a:p>
        </p:txBody>
      </p:sp>
      <p:sp>
        <p:nvSpPr>
          <p:cNvPr id="36893" name="Text Box 80">
            <a:extLst>
              <a:ext uri="{FF2B5EF4-FFF2-40B4-BE49-F238E27FC236}">
                <a16:creationId xmlns:a16="http://schemas.microsoft.com/office/drawing/2014/main" id="{65B532EA-F7AE-C305-EA0B-F2A44B451775}"/>
              </a:ext>
            </a:extLst>
          </p:cNvPr>
          <p:cNvSpPr txBox="1">
            <a:spLocks noChangeArrowheads="1"/>
          </p:cNvSpPr>
          <p:nvPr/>
        </p:nvSpPr>
        <p:spPr bwMode="auto">
          <a:xfrm>
            <a:off x="454025" y="2392363"/>
            <a:ext cx="860425" cy="517525"/>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i="1">
                <a:solidFill>
                  <a:schemeClr val="hlink"/>
                </a:solidFill>
                <a:latin typeface="Times New Roman" panose="02020603050405020304" pitchFamily="18" charset="0"/>
              </a:rPr>
              <a:t>*Student</a:t>
            </a:r>
          </a:p>
          <a:p>
            <a:r>
              <a:rPr lang="en-GB" altLang="en-US" sz="1400" b="1" i="1">
                <a:solidFill>
                  <a:schemeClr val="hlink"/>
                </a:solidFill>
                <a:latin typeface="Times New Roman" panose="02020603050405020304" pitchFamily="18" charset="0"/>
              </a:rPr>
              <a:t> Number</a:t>
            </a:r>
          </a:p>
        </p:txBody>
      </p:sp>
      <p:sp>
        <p:nvSpPr>
          <p:cNvPr id="36894" name="Text Box 81">
            <a:extLst>
              <a:ext uri="{FF2B5EF4-FFF2-40B4-BE49-F238E27FC236}">
                <a16:creationId xmlns:a16="http://schemas.microsoft.com/office/drawing/2014/main" id="{9B952475-3D1B-DB7C-9F41-AE77F41E1CC1}"/>
              </a:ext>
            </a:extLst>
          </p:cNvPr>
          <p:cNvSpPr txBox="1">
            <a:spLocks noChangeArrowheads="1"/>
          </p:cNvSpPr>
          <p:nvPr/>
        </p:nvSpPr>
        <p:spPr bwMode="auto">
          <a:xfrm>
            <a:off x="1323975" y="2573338"/>
            <a:ext cx="809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Name</a:t>
            </a:r>
          </a:p>
        </p:txBody>
      </p:sp>
      <p:sp>
        <p:nvSpPr>
          <p:cNvPr id="36895" name="Text Box 82">
            <a:extLst>
              <a:ext uri="{FF2B5EF4-FFF2-40B4-BE49-F238E27FC236}">
                <a16:creationId xmlns:a16="http://schemas.microsoft.com/office/drawing/2014/main" id="{5C5BE0F4-FBCC-C0E9-9BB3-9F03E2481FF4}"/>
              </a:ext>
            </a:extLst>
          </p:cNvPr>
          <p:cNvSpPr txBox="1">
            <a:spLocks noChangeArrowheads="1"/>
          </p:cNvSpPr>
          <p:nvPr/>
        </p:nvSpPr>
        <p:spPr bwMode="auto">
          <a:xfrm>
            <a:off x="517525" y="2022475"/>
            <a:ext cx="2901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600" b="1" i="1">
                <a:solidFill>
                  <a:schemeClr val="tx1"/>
                </a:solidFill>
                <a:latin typeface="Times New Roman" panose="02020603050405020304" pitchFamily="18" charset="0"/>
              </a:rPr>
              <a:t>Table : Student</a:t>
            </a:r>
            <a:endParaRPr lang="en-GB" altLang="en-US" sz="3000" b="1">
              <a:solidFill>
                <a:schemeClr val="tx1"/>
              </a:solidFill>
              <a:latin typeface="Times New Roman" panose="02020603050405020304" pitchFamily="18" charset="0"/>
            </a:endParaRPr>
          </a:p>
        </p:txBody>
      </p:sp>
      <p:sp>
        <p:nvSpPr>
          <p:cNvPr id="36896" name="Line 83">
            <a:extLst>
              <a:ext uri="{FF2B5EF4-FFF2-40B4-BE49-F238E27FC236}">
                <a16:creationId xmlns:a16="http://schemas.microsoft.com/office/drawing/2014/main" id="{3BF479B9-9C10-4B28-4C30-A741362D52FA}"/>
              </a:ext>
            </a:extLst>
          </p:cNvPr>
          <p:cNvSpPr>
            <a:spLocks noChangeShapeType="1"/>
          </p:cNvSpPr>
          <p:nvPr/>
        </p:nvSpPr>
        <p:spPr bwMode="auto">
          <a:xfrm>
            <a:off x="571500" y="2946400"/>
            <a:ext cx="3549650" cy="63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36897" name="Line 84">
            <a:extLst>
              <a:ext uri="{FF2B5EF4-FFF2-40B4-BE49-F238E27FC236}">
                <a16:creationId xmlns:a16="http://schemas.microsoft.com/office/drawing/2014/main" id="{8D558ACF-F4AF-D1BD-09A6-0C3B242CAD09}"/>
              </a:ext>
            </a:extLst>
          </p:cNvPr>
          <p:cNvSpPr>
            <a:spLocks noChangeShapeType="1"/>
          </p:cNvSpPr>
          <p:nvPr/>
        </p:nvSpPr>
        <p:spPr bwMode="auto">
          <a:xfrm>
            <a:off x="596900" y="2311400"/>
            <a:ext cx="3549650" cy="63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36898" name="Text Box 85">
            <a:extLst>
              <a:ext uri="{FF2B5EF4-FFF2-40B4-BE49-F238E27FC236}">
                <a16:creationId xmlns:a16="http://schemas.microsoft.com/office/drawing/2014/main" id="{32168359-BC73-C002-882F-78CCB7397DCE}"/>
              </a:ext>
            </a:extLst>
          </p:cNvPr>
          <p:cNvSpPr txBox="1">
            <a:spLocks noChangeArrowheads="1"/>
          </p:cNvSpPr>
          <p:nvPr/>
        </p:nvSpPr>
        <p:spPr bwMode="auto">
          <a:xfrm>
            <a:off x="490538" y="1254125"/>
            <a:ext cx="796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800" b="1"/>
              <a:t>Tables (or Relations):</a:t>
            </a:r>
            <a:r>
              <a:rPr lang="en-GB" altLang="en-US" sz="1800"/>
              <a:t> a view at attribute and occurrence level</a:t>
            </a:r>
          </a:p>
        </p:txBody>
      </p:sp>
      <p:sp>
        <p:nvSpPr>
          <p:cNvPr id="36899" name="Text Box 86">
            <a:extLst>
              <a:ext uri="{FF2B5EF4-FFF2-40B4-BE49-F238E27FC236}">
                <a16:creationId xmlns:a16="http://schemas.microsoft.com/office/drawing/2014/main" id="{06D253E6-9529-F5FF-0880-3A1BC4A9D783}"/>
              </a:ext>
            </a:extLst>
          </p:cNvPr>
          <p:cNvSpPr txBox="1">
            <a:spLocks noChangeArrowheads="1"/>
          </p:cNvSpPr>
          <p:nvPr/>
        </p:nvSpPr>
        <p:spPr bwMode="auto">
          <a:xfrm>
            <a:off x="5940425" y="2976563"/>
            <a:ext cx="2460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BSc Computing</a:t>
            </a:r>
          </a:p>
        </p:txBody>
      </p:sp>
      <p:sp>
        <p:nvSpPr>
          <p:cNvPr id="36900" name="Text Box 88">
            <a:extLst>
              <a:ext uri="{FF2B5EF4-FFF2-40B4-BE49-F238E27FC236}">
                <a16:creationId xmlns:a16="http://schemas.microsoft.com/office/drawing/2014/main" id="{094E6940-5E5B-5E4E-3081-94C8BBD9351A}"/>
              </a:ext>
            </a:extLst>
          </p:cNvPr>
          <p:cNvSpPr txBox="1">
            <a:spLocks noChangeArrowheads="1"/>
          </p:cNvSpPr>
          <p:nvPr/>
        </p:nvSpPr>
        <p:spPr bwMode="auto">
          <a:xfrm>
            <a:off x="5045075" y="2986088"/>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C001</a:t>
            </a:r>
          </a:p>
        </p:txBody>
      </p:sp>
      <p:sp>
        <p:nvSpPr>
          <p:cNvPr id="36901" name="Text Box 91">
            <a:extLst>
              <a:ext uri="{FF2B5EF4-FFF2-40B4-BE49-F238E27FC236}">
                <a16:creationId xmlns:a16="http://schemas.microsoft.com/office/drawing/2014/main" id="{6AA51E84-A4E4-2FFD-A62C-FF714ADA7179}"/>
              </a:ext>
            </a:extLst>
          </p:cNvPr>
          <p:cNvSpPr txBox="1">
            <a:spLocks noChangeArrowheads="1"/>
          </p:cNvSpPr>
          <p:nvPr/>
        </p:nvSpPr>
        <p:spPr bwMode="auto">
          <a:xfrm>
            <a:off x="5940425" y="3309938"/>
            <a:ext cx="141287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BSc Info Sys</a:t>
            </a:r>
          </a:p>
        </p:txBody>
      </p:sp>
      <p:sp>
        <p:nvSpPr>
          <p:cNvPr id="36902" name="Text Box 93">
            <a:extLst>
              <a:ext uri="{FF2B5EF4-FFF2-40B4-BE49-F238E27FC236}">
                <a16:creationId xmlns:a16="http://schemas.microsoft.com/office/drawing/2014/main" id="{0EB1F503-2B1D-0D8D-1953-8B14C769E089}"/>
              </a:ext>
            </a:extLst>
          </p:cNvPr>
          <p:cNvSpPr txBox="1">
            <a:spLocks noChangeArrowheads="1"/>
          </p:cNvSpPr>
          <p:nvPr/>
        </p:nvSpPr>
        <p:spPr bwMode="auto">
          <a:xfrm>
            <a:off x="5045075" y="3311525"/>
            <a:ext cx="10636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C002</a:t>
            </a:r>
          </a:p>
        </p:txBody>
      </p:sp>
      <p:sp>
        <p:nvSpPr>
          <p:cNvPr id="36903" name="Text Box 110">
            <a:extLst>
              <a:ext uri="{FF2B5EF4-FFF2-40B4-BE49-F238E27FC236}">
                <a16:creationId xmlns:a16="http://schemas.microsoft.com/office/drawing/2014/main" id="{251A2730-D77A-F57D-65C9-9F5140B869F5}"/>
              </a:ext>
            </a:extLst>
          </p:cNvPr>
          <p:cNvSpPr txBox="1">
            <a:spLocks noChangeArrowheads="1"/>
          </p:cNvSpPr>
          <p:nvPr/>
        </p:nvSpPr>
        <p:spPr bwMode="auto">
          <a:xfrm>
            <a:off x="5842000" y="2589213"/>
            <a:ext cx="13557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a:solidFill>
                  <a:schemeClr val="tx1"/>
                </a:solidFill>
                <a:latin typeface="Times New Roman" panose="02020603050405020304" pitchFamily="18" charset="0"/>
              </a:rPr>
              <a:t>Course Name</a:t>
            </a:r>
          </a:p>
        </p:txBody>
      </p:sp>
      <p:sp>
        <p:nvSpPr>
          <p:cNvPr id="36904" name="Text Box 112">
            <a:extLst>
              <a:ext uri="{FF2B5EF4-FFF2-40B4-BE49-F238E27FC236}">
                <a16:creationId xmlns:a16="http://schemas.microsoft.com/office/drawing/2014/main" id="{E079630D-A0DB-AC7B-1E32-01136D9373C3}"/>
              </a:ext>
            </a:extLst>
          </p:cNvPr>
          <p:cNvSpPr txBox="1">
            <a:spLocks noChangeArrowheads="1"/>
          </p:cNvSpPr>
          <p:nvPr/>
        </p:nvSpPr>
        <p:spPr bwMode="auto">
          <a:xfrm>
            <a:off x="5038725" y="2366963"/>
            <a:ext cx="835025" cy="517525"/>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b="1" i="1">
                <a:solidFill>
                  <a:schemeClr val="hlink"/>
                </a:solidFill>
                <a:latin typeface="Times New Roman" panose="02020603050405020304" pitchFamily="18" charset="0"/>
              </a:rPr>
              <a:t>*Course</a:t>
            </a:r>
          </a:p>
          <a:p>
            <a:r>
              <a:rPr lang="en-GB" altLang="en-US" sz="1400" b="1" i="1">
                <a:solidFill>
                  <a:schemeClr val="hlink"/>
                </a:solidFill>
                <a:latin typeface="Times New Roman" panose="02020603050405020304" pitchFamily="18" charset="0"/>
              </a:rPr>
              <a:t> Code</a:t>
            </a:r>
          </a:p>
        </p:txBody>
      </p:sp>
      <p:sp>
        <p:nvSpPr>
          <p:cNvPr id="36905" name="Text Box 114">
            <a:extLst>
              <a:ext uri="{FF2B5EF4-FFF2-40B4-BE49-F238E27FC236}">
                <a16:creationId xmlns:a16="http://schemas.microsoft.com/office/drawing/2014/main" id="{78B5D3BF-2B6B-C804-8A10-BF23435D5A7C}"/>
              </a:ext>
            </a:extLst>
          </p:cNvPr>
          <p:cNvSpPr txBox="1">
            <a:spLocks noChangeArrowheads="1"/>
          </p:cNvSpPr>
          <p:nvPr/>
        </p:nvSpPr>
        <p:spPr bwMode="auto">
          <a:xfrm>
            <a:off x="5102225" y="1997075"/>
            <a:ext cx="2901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600" b="1" i="1">
                <a:solidFill>
                  <a:schemeClr val="tx1"/>
                </a:solidFill>
                <a:latin typeface="Times New Roman" panose="02020603050405020304" pitchFamily="18" charset="0"/>
              </a:rPr>
              <a:t>Table : Course</a:t>
            </a:r>
            <a:endParaRPr lang="en-GB" altLang="en-US" sz="3000" b="1">
              <a:solidFill>
                <a:schemeClr val="tx1"/>
              </a:solidFill>
              <a:latin typeface="Times New Roman" panose="02020603050405020304" pitchFamily="18" charset="0"/>
            </a:endParaRPr>
          </a:p>
        </p:txBody>
      </p:sp>
      <p:sp>
        <p:nvSpPr>
          <p:cNvPr id="36906" name="Line 115">
            <a:extLst>
              <a:ext uri="{FF2B5EF4-FFF2-40B4-BE49-F238E27FC236}">
                <a16:creationId xmlns:a16="http://schemas.microsoft.com/office/drawing/2014/main" id="{5D3B4E89-25A1-759A-F2EE-FE1AD35CE662}"/>
              </a:ext>
            </a:extLst>
          </p:cNvPr>
          <p:cNvSpPr>
            <a:spLocks noChangeShapeType="1"/>
          </p:cNvSpPr>
          <p:nvPr/>
        </p:nvSpPr>
        <p:spPr bwMode="auto">
          <a:xfrm>
            <a:off x="5156200" y="2921000"/>
            <a:ext cx="2000250" cy="63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36907" name="Line 117">
            <a:extLst>
              <a:ext uri="{FF2B5EF4-FFF2-40B4-BE49-F238E27FC236}">
                <a16:creationId xmlns:a16="http://schemas.microsoft.com/office/drawing/2014/main" id="{FDD98C3F-9CED-13D3-F812-B7D11FFB7F6D}"/>
              </a:ext>
            </a:extLst>
          </p:cNvPr>
          <p:cNvSpPr>
            <a:spLocks noChangeShapeType="1"/>
          </p:cNvSpPr>
          <p:nvPr/>
        </p:nvSpPr>
        <p:spPr bwMode="auto">
          <a:xfrm>
            <a:off x="4152900" y="3149600"/>
            <a:ext cx="939800" cy="0"/>
          </a:xfrm>
          <a:prstGeom prst="line">
            <a:avLst/>
          </a:prstGeom>
          <a:noFill/>
          <a:ln w="15875">
            <a:solidFill>
              <a:srgbClr val="C04C73"/>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6908" name="Line 118">
            <a:extLst>
              <a:ext uri="{FF2B5EF4-FFF2-40B4-BE49-F238E27FC236}">
                <a16:creationId xmlns:a16="http://schemas.microsoft.com/office/drawing/2014/main" id="{5A3D5979-9FC8-79D3-0BAD-A5B2C1D4C8F8}"/>
              </a:ext>
            </a:extLst>
          </p:cNvPr>
          <p:cNvSpPr>
            <a:spLocks noChangeShapeType="1"/>
          </p:cNvSpPr>
          <p:nvPr/>
        </p:nvSpPr>
        <p:spPr bwMode="auto">
          <a:xfrm flipV="1">
            <a:off x="4165600" y="3238500"/>
            <a:ext cx="939800" cy="190500"/>
          </a:xfrm>
          <a:prstGeom prst="line">
            <a:avLst/>
          </a:prstGeom>
          <a:noFill/>
          <a:ln w="15875">
            <a:solidFill>
              <a:srgbClr val="C04C73"/>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6909" name="Line 119">
            <a:extLst>
              <a:ext uri="{FF2B5EF4-FFF2-40B4-BE49-F238E27FC236}">
                <a16:creationId xmlns:a16="http://schemas.microsoft.com/office/drawing/2014/main" id="{5D82420F-1DE4-7E78-7483-B04A6565A538}"/>
              </a:ext>
            </a:extLst>
          </p:cNvPr>
          <p:cNvSpPr>
            <a:spLocks noChangeShapeType="1"/>
          </p:cNvSpPr>
          <p:nvPr/>
        </p:nvSpPr>
        <p:spPr bwMode="auto">
          <a:xfrm flipV="1">
            <a:off x="4165600" y="3606800"/>
            <a:ext cx="952500" cy="520700"/>
          </a:xfrm>
          <a:prstGeom prst="line">
            <a:avLst/>
          </a:prstGeom>
          <a:noFill/>
          <a:ln w="15875">
            <a:solidFill>
              <a:schemeClr val="tx1"/>
            </a:solidFill>
            <a:prstDash val="dash"/>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6910" name="Line 120">
            <a:extLst>
              <a:ext uri="{FF2B5EF4-FFF2-40B4-BE49-F238E27FC236}">
                <a16:creationId xmlns:a16="http://schemas.microsoft.com/office/drawing/2014/main" id="{E1EC16D4-72C0-CDB7-AC06-CDE13163E0DD}"/>
              </a:ext>
            </a:extLst>
          </p:cNvPr>
          <p:cNvSpPr>
            <a:spLocks noChangeShapeType="1"/>
          </p:cNvSpPr>
          <p:nvPr/>
        </p:nvSpPr>
        <p:spPr bwMode="auto">
          <a:xfrm flipV="1">
            <a:off x="4152900" y="3289300"/>
            <a:ext cx="927100" cy="1168400"/>
          </a:xfrm>
          <a:prstGeom prst="line">
            <a:avLst/>
          </a:prstGeom>
          <a:noFill/>
          <a:ln w="15875">
            <a:solidFill>
              <a:srgbClr val="C04C73"/>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6911" name="Line 121">
            <a:extLst>
              <a:ext uri="{FF2B5EF4-FFF2-40B4-BE49-F238E27FC236}">
                <a16:creationId xmlns:a16="http://schemas.microsoft.com/office/drawing/2014/main" id="{07A9F63C-0994-3C4E-DB4A-DC4E117B8E96}"/>
              </a:ext>
            </a:extLst>
          </p:cNvPr>
          <p:cNvSpPr>
            <a:spLocks noChangeShapeType="1"/>
          </p:cNvSpPr>
          <p:nvPr/>
        </p:nvSpPr>
        <p:spPr bwMode="auto">
          <a:xfrm flipV="1">
            <a:off x="4165600" y="3492500"/>
            <a:ext cx="939800" cy="292100"/>
          </a:xfrm>
          <a:prstGeom prst="line">
            <a:avLst/>
          </a:prstGeom>
          <a:noFill/>
          <a:ln w="15875">
            <a:solidFill>
              <a:schemeClr val="tx1"/>
            </a:solidFill>
            <a:prstDash val="dash"/>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6912" name="Line 122">
            <a:extLst>
              <a:ext uri="{FF2B5EF4-FFF2-40B4-BE49-F238E27FC236}">
                <a16:creationId xmlns:a16="http://schemas.microsoft.com/office/drawing/2014/main" id="{ADC20A78-28FD-52EE-3265-5F15564127C0}"/>
              </a:ext>
            </a:extLst>
          </p:cNvPr>
          <p:cNvSpPr>
            <a:spLocks noChangeShapeType="1"/>
          </p:cNvSpPr>
          <p:nvPr/>
        </p:nvSpPr>
        <p:spPr bwMode="auto">
          <a:xfrm flipV="1">
            <a:off x="4165600" y="3721100"/>
            <a:ext cx="977900" cy="1028700"/>
          </a:xfrm>
          <a:prstGeom prst="line">
            <a:avLst/>
          </a:prstGeom>
          <a:noFill/>
          <a:ln w="15875">
            <a:solidFill>
              <a:schemeClr val="tx1"/>
            </a:solidFill>
            <a:prstDash val="dash"/>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6913" name="Line 123">
            <a:extLst>
              <a:ext uri="{FF2B5EF4-FFF2-40B4-BE49-F238E27FC236}">
                <a16:creationId xmlns:a16="http://schemas.microsoft.com/office/drawing/2014/main" id="{9FB3B7B8-5614-5F90-CDBD-225FDE29C217}"/>
              </a:ext>
            </a:extLst>
          </p:cNvPr>
          <p:cNvSpPr>
            <a:spLocks noChangeShapeType="1"/>
          </p:cNvSpPr>
          <p:nvPr/>
        </p:nvSpPr>
        <p:spPr bwMode="auto">
          <a:xfrm>
            <a:off x="5156200" y="2324100"/>
            <a:ext cx="2000250" cy="63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2" name="Rectangle 1">
            <a:extLst>
              <a:ext uri="{FF2B5EF4-FFF2-40B4-BE49-F238E27FC236}">
                <a16:creationId xmlns:a16="http://schemas.microsoft.com/office/drawing/2014/main" id="{3DF17934-F91F-4D91-BE45-D8BADF9594B1}"/>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17AA5A90-6BDE-31EB-53BF-E98B62F87185}"/>
              </a:ext>
            </a:extLst>
          </p:cNvPr>
          <p:cNvSpPr>
            <a:spLocks noGrp="1" noChangeArrowheads="1"/>
          </p:cNvSpPr>
          <p:nvPr>
            <p:ph type="title"/>
          </p:nvPr>
        </p:nvSpPr>
        <p:spPr/>
        <p:txBody>
          <a:bodyPr/>
          <a:lstStyle/>
          <a:p>
            <a:pPr eaLnBrk="1" hangingPunct="1"/>
            <a:r>
              <a:rPr lang="en-GB" altLang="en-US" b="1"/>
              <a:t>Student Activity #3</a:t>
            </a:r>
          </a:p>
        </p:txBody>
      </p:sp>
      <p:sp>
        <p:nvSpPr>
          <p:cNvPr id="37891" name="Rectangle 3">
            <a:extLst>
              <a:ext uri="{FF2B5EF4-FFF2-40B4-BE49-F238E27FC236}">
                <a16:creationId xmlns:a16="http://schemas.microsoft.com/office/drawing/2014/main" id="{3E65777D-F5B6-307D-D18E-DE223B3D0B32}"/>
              </a:ext>
            </a:extLst>
          </p:cNvPr>
          <p:cNvSpPr>
            <a:spLocks noGrp="1" noChangeArrowheads="1"/>
          </p:cNvSpPr>
          <p:nvPr>
            <p:ph idx="1"/>
          </p:nvPr>
        </p:nvSpPr>
        <p:spPr>
          <a:xfrm>
            <a:off x="381000" y="1447800"/>
            <a:ext cx="8305800" cy="1176338"/>
          </a:xfrm>
        </p:spPr>
        <p:txBody>
          <a:bodyPr/>
          <a:lstStyle/>
          <a:p>
            <a:pPr eaLnBrk="1" hangingPunct="1"/>
            <a:r>
              <a:rPr lang="en-US" altLang="en-US" sz="2400"/>
              <a:t>In groups of two or three: </a:t>
            </a:r>
          </a:p>
          <a:p>
            <a:pPr lvl="1" eaLnBrk="1" hangingPunct="1"/>
            <a:r>
              <a:rPr lang="en-US" altLang="en-US" sz="2000"/>
              <a:t>Draw a table view of the following entity relationship diagram</a:t>
            </a:r>
          </a:p>
        </p:txBody>
      </p:sp>
      <p:grpSp>
        <p:nvGrpSpPr>
          <p:cNvPr id="37892" name="Group 43">
            <a:extLst>
              <a:ext uri="{FF2B5EF4-FFF2-40B4-BE49-F238E27FC236}">
                <a16:creationId xmlns:a16="http://schemas.microsoft.com/office/drawing/2014/main" id="{398C153E-8E0D-07B3-06F9-37D6815B6F5E}"/>
              </a:ext>
            </a:extLst>
          </p:cNvPr>
          <p:cNvGrpSpPr>
            <a:grpSpLocks/>
          </p:cNvGrpSpPr>
          <p:nvPr/>
        </p:nvGrpSpPr>
        <p:grpSpPr bwMode="auto">
          <a:xfrm>
            <a:off x="1917700" y="3238500"/>
            <a:ext cx="5257800" cy="1371600"/>
            <a:chOff x="1208" y="2040"/>
            <a:chExt cx="3312" cy="864"/>
          </a:xfrm>
        </p:grpSpPr>
        <p:sp>
          <p:nvSpPr>
            <p:cNvPr id="37896" name="Text Box 21">
              <a:extLst>
                <a:ext uri="{FF2B5EF4-FFF2-40B4-BE49-F238E27FC236}">
                  <a16:creationId xmlns:a16="http://schemas.microsoft.com/office/drawing/2014/main" id="{41F19B06-5BE8-165F-2C69-390FC053BB0E}"/>
                </a:ext>
              </a:extLst>
            </p:cNvPr>
            <p:cNvSpPr txBox="1">
              <a:spLocks noChangeArrowheads="1"/>
            </p:cNvSpPr>
            <p:nvPr/>
          </p:nvSpPr>
          <p:spPr bwMode="auto">
            <a:xfrm>
              <a:off x="3171" y="2196"/>
              <a:ext cx="192" cy="188"/>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accent2"/>
                  </a:solidFill>
                  <a:latin typeface="Times New Roman" panose="02020603050405020304" pitchFamily="18" charset="0"/>
                </a:rPr>
                <a:t>1</a:t>
              </a:r>
            </a:p>
          </p:txBody>
        </p:sp>
        <p:sp>
          <p:nvSpPr>
            <p:cNvPr id="37897" name="Text Box 22">
              <a:extLst>
                <a:ext uri="{FF2B5EF4-FFF2-40B4-BE49-F238E27FC236}">
                  <a16:creationId xmlns:a16="http://schemas.microsoft.com/office/drawing/2014/main" id="{F2289DB9-497A-1A33-9A7C-965148D03685}"/>
                </a:ext>
              </a:extLst>
            </p:cNvPr>
            <p:cNvSpPr txBox="1">
              <a:spLocks noChangeArrowheads="1"/>
            </p:cNvSpPr>
            <p:nvPr/>
          </p:nvSpPr>
          <p:spPr bwMode="auto">
            <a:xfrm>
              <a:off x="2407" y="2224"/>
              <a:ext cx="352" cy="188"/>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accent2"/>
                  </a:solidFill>
                  <a:latin typeface="Times New Roman" panose="02020603050405020304" pitchFamily="18" charset="0"/>
                </a:rPr>
                <a:t>1..M</a:t>
              </a:r>
            </a:p>
          </p:txBody>
        </p:sp>
        <p:grpSp>
          <p:nvGrpSpPr>
            <p:cNvPr id="37898" name="Group 23">
              <a:extLst>
                <a:ext uri="{FF2B5EF4-FFF2-40B4-BE49-F238E27FC236}">
                  <a16:creationId xmlns:a16="http://schemas.microsoft.com/office/drawing/2014/main" id="{9D511B48-337C-1E91-E73B-06001CD3F77F}"/>
                </a:ext>
              </a:extLst>
            </p:cNvPr>
            <p:cNvGrpSpPr>
              <a:grpSpLocks/>
            </p:cNvGrpSpPr>
            <p:nvPr/>
          </p:nvGrpSpPr>
          <p:grpSpPr bwMode="auto">
            <a:xfrm>
              <a:off x="1208" y="2048"/>
              <a:ext cx="1144" cy="856"/>
              <a:chOff x="1040" y="2784"/>
              <a:chExt cx="1144" cy="856"/>
            </a:xfrm>
          </p:grpSpPr>
          <p:sp>
            <p:nvSpPr>
              <p:cNvPr id="37911" name="AutoShape 24">
                <a:extLst>
                  <a:ext uri="{FF2B5EF4-FFF2-40B4-BE49-F238E27FC236}">
                    <a16:creationId xmlns:a16="http://schemas.microsoft.com/office/drawing/2014/main" id="{FE851064-2C9B-C934-5463-B6536D19673D}"/>
                  </a:ext>
                </a:extLst>
              </p:cNvPr>
              <p:cNvSpPr>
                <a:spLocks noChangeArrowheads="1"/>
              </p:cNvSpPr>
              <p:nvPr/>
            </p:nvSpPr>
            <p:spPr bwMode="auto">
              <a:xfrm>
                <a:off x="1093" y="2830"/>
                <a:ext cx="1091" cy="81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7912" name="AutoShape 25">
                <a:extLst>
                  <a:ext uri="{FF2B5EF4-FFF2-40B4-BE49-F238E27FC236}">
                    <a16:creationId xmlns:a16="http://schemas.microsoft.com/office/drawing/2014/main" id="{509BE3CE-652E-1B9C-29C1-384F78FC3612}"/>
                  </a:ext>
                </a:extLst>
              </p:cNvPr>
              <p:cNvSpPr>
                <a:spLocks noChangeArrowheads="1"/>
              </p:cNvSpPr>
              <p:nvPr/>
            </p:nvSpPr>
            <p:spPr bwMode="auto">
              <a:xfrm>
                <a:off x="1040" y="2784"/>
                <a:ext cx="1091" cy="81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7913" name="Text Box 26">
                <a:extLst>
                  <a:ext uri="{FF2B5EF4-FFF2-40B4-BE49-F238E27FC236}">
                    <a16:creationId xmlns:a16="http://schemas.microsoft.com/office/drawing/2014/main" id="{5F7ABF49-EAA2-6310-E008-42838F2A558A}"/>
                  </a:ext>
                </a:extLst>
              </p:cNvPr>
              <p:cNvSpPr txBox="1">
                <a:spLocks noChangeArrowheads="1"/>
              </p:cNvSpPr>
              <p:nvPr/>
            </p:nvSpPr>
            <p:spPr bwMode="auto">
              <a:xfrm>
                <a:off x="1051" y="2980"/>
                <a:ext cx="1084" cy="600"/>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a:solidFill>
                      <a:schemeClr val="tx1"/>
                    </a:solidFill>
                    <a:latin typeface="Times New Roman" panose="02020603050405020304" pitchFamily="18" charset="0"/>
                  </a:rPr>
                  <a:t>*Staff Number</a:t>
                </a:r>
              </a:p>
              <a:p>
                <a:pPr algn="ctr"/>
                <a:r>
                  <a:rPr lang="en-GB" altLang="en-US" sz="1400">
                    <a:solidFill>
                      <a:schemeClr val="tx1"/>
                    </a:solidFill>
                    <a:latin typeface="Times New Roman" panose="02020603050405020304" pitchFamily="18" charset="0"/>
                  </a:rPr>
                  <a:t>Name</a:t>
                </a:r>
              </a:p>
              <a:p>
                <a:pPr algn="ctr"/>
                <a:r>
                  <a:rPr lang="en-GB" altLang="en-US" sz="1400">
                    <a:solidFill>
                      <a:schemeClr val="tx1"/>
                    </a:solidFill>
                    <a:latin typeface="Times New Roman" panose="02020603050405020304" pitchFamily="18" charset="0"/>
                  </a:rPr>
                  <a:t>Salary</a:t>
                </a:r>
              </a:p>
              <a:p>
                <a:pPr algn="ctr"/>
                <a:r>
                  <a:rPr lang="en-GB" altLang="en-US" sz="1400">
                    <a:solidFill>
                      <a:schemeClr val="tx1"/>
                    </a:solidFill>
                    <a:latin typeface="Times New Roman" panose="02020603050405020304" pitchFamily="18" charset="0"/>
                  </a:rPr>
                  <a:t>#Branch Code</a:t>
                </a:r>
                <a:endParaRPr lang="en-GB" altLang="en-US" sz="1200">
                  <a:solidFill>
                    <a:schemeClr val="tx1"/>
                  </a:solidFill>
                  <a:latin typeface="Times New Roman" panose="02020603050405020304" pitchFamily="18" charset="0"/>
                </a:endParaRPr>
              </a:p>
            </p:txBody>
          </p:sp>
          <p:sp>
            <p:nvSpPr>
              <p:cNvPr id="37914" name="Text Box 27">
                <a:extLst>
                  <a:ext uri="{FF2B5EF4-FFF2-40B4-BE49-F238E27FC236}">
                    <a16:creationId xmlns:a16="http://schemas.microsoft.com/office/drawing/2014/main" id="{B6EB4760-D728-3033-4CF9-0A277D08E183}"/>
                  </a:ext>
                </a:extLst>
              </p:cNvPr>
              <p:cNvSpPr txBox="1">
                <a:spLocks noChangeArrowheads="1"/>
              </p:cNvSpPr>
              <p:nvPr/>
            </p:nvSpPr>
            <p:spPr bwMode="auto">
              <a:xfrm>
                <a:off x="1207" y="2792"/>
                <a:ext cx="752" cy="188"/>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STAFF</a:t>
                </a:r>
              </a:p>
            </p:txBody>
          </p:sp>
          <p:sp>
            <p:nvSpPr>
              <p:cNvPr id="37915" name="Line 28">
                <a:extLst>
                  <a:ext uri="{FF2B5EF4-FFF2-40B4-BE49-F238E27FC236}">
                    <a16:creationId xmlns:a16="http://schemas.microsoft.com/office/drawing/2014/main" id="{5A90B555-2B6A-94FD-42EC-8C7DBC2B6BC4}"/>
                  </a:ext>
                </a:extLst>
              </p:cNvPr>
              <p:cNvSpPr>
                <a:spLocks noChangeShapeType="1"/>
              </p:cNvSpPr>
              <p:nvPr/>
            </p:nvSpPr>
            <p:spPr bwMode="auto">
              <a:xfrm>
                <a:off x="1040" y="2968"/>
                <a:ext cx="10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37899" name="Group 29">
              <a:extLst>
                <a:ext uri="{FF2B5EF4-FFF2-40B4-BE49-F238E27FC236}">
                  <a16:creationId xmlns:a16="http://schemas.microsoft.com/office/drawing/2014/main" id="{6D94E789-DF00-93EE-5DF5-925C9CCE0C0E}"/>
                </a:ext>
              </a:extLst>
            </p:cNvPr>
            <p:cNvGrpSpPr>
              <a:grpSpLocks/>
            </p:cNvGrpSpPr>
            <p:nvPr/>
          </p:nvGrpSpPr>
          <p:grpSpPr bwMode="auto">
            <a:xfrm>
              <a:off x="3363" y="2040"/>
              <a:ext cx="1157" cy="856"/>
              <a:chOff x="3195" y="2776"/>
              <a:chExt cx="1157" cy="856"/>
            </a:xfrm>
          </p:grpSpPr>
          <p:sp>
            <p:nvSpPr>
              <p:cNvPr id="37906" name="AutoShape 30">
                <a:extLst>
                  <a:ext uri="{FF2B5EF4-FFF2-40B4-BE49-F238E27FC236}">
                    <a16:creationId xmlns:a16="http://schemas.microsoft.com/office/drawing/2014/main" id="{0E52024D-862A-876E-516E-43CBC11CE594}"/>
                  </a:ext>
                </a:extLst>
              </p:cNvPr>
              <p:cNvSpPr>
                <a:spLocks noChangeArrowheads="1"/>
              </p:cNvSpPr>
              <p:nvPr/>
            </p:nvSpPr>
            <p:spPr bwMode="auto">
              <a:xfrm>
                <a:off x="3261" y="2822"/>
                <a:ext cx="1091" cy="81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7907" name="AutoShape 31">
                <a:extLst>
                  <a:ext uri="{FF2B5EF4-FFF2-40B4-BE49-F238E27FC236}">
                    <a16:creationId xmlns:a16="http://schemas.microsoft.com/office/drawing/2014/main" id="{18684C82-9711-E230-69B3-5424E4EBF05D}"/>
                  </a:ext>
                </a:extLst>
              </p:cNvPr>
              <p:cNvSpPr>
                <a:spLocks noChangeArrowheads="1"/>
              </p:cNvSpPr>
              <p:nvPr/>
            </p:nvSpPr>
            <p:spPr bwMode="auto">
              <a:xfrm>
                <a:off x="3208" y="2776"/>
                <a:ext cx="1091" cy="81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37908" name="Text Box 32">
                <a:extLst>
                  <a:ext uri="{FF2B5EF4-FFF2-40B4-BE49-F238E27FC236}">
                    <a16:creationId xmlns:a16="http://schemas.microsoft.com/office/drawing/2014/main" id="{187A3D69-45AD-E78A-46EF-18A661A73D79}"/>
                  </a:ext>
                </a:extLst>
              </p:cNvPr>
              <p:cNvSpPr txBox="1">
                <a:spLocks noChangeArrowheads="1"/>
              </p:cNvSpPr>
              <p:nvPr/>
            </p:nvSpPr>
            <p:spPr bwMode="auto">
              <a:xfrm>
                <a:off x="3195" y="3004"/>
                <a:ext cx="1084" cy="35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a:solidFill>
                      <a:schemeClr val="tx1"/>
                    </a:solidFill>
                    <a:latin typeface="Times New Roman" panose="02020603050405020304" pitchFamily="18" charset="0"/>
                  </a:rPr>
                  <a:t>*Branch Code</a:t>
                </a:r>
              </a:p>
              <a:p>
                <a:pPr algn="ctr"/>
                <a:r>
                  <a:rPr lang="en-GB" altLang="en-US" sz="1400">
                    <a:solidFill>
                      <a:schemeClr val="tx1"/>
                    </a:solidFill>
                    <a:latin typeface="Times New Roman" panose="02020603050405020304" pitchFamily="18" charset="0"/>
                  </a:rPr>
                  <a:t>Branch Location</a:t>
                </a:r>
              </a:p>
            </p:txBody>
          </p:sp>
          <p:sp>
            <p:nvSpPr>
              <p:cNvPr id="37909" name="Text Box 33">
                <a:extLst>
                  <a:ext uri="{FF2B5EF4-FFF2-40B4-BE49-F238E27FC236}">
                    <a16:creationId xmlns:a16="http://schemas.microsoft.com/office/drawing/2014/main" id="{7273294C-C265-C063-5F49-3BBDAC13B8D6}"/>
                  </a:ext>
                </a:extLst>
              </p:cNvPr>
              <p:cNvSpPr txBox="1">
                <a:spLocks noChangeArrowheads="1"/>
              </p:cNvSpPr>
              <p:nvPr/>
            </p:nvSpPr>
            <p:spPr bwMode="auto">
              <a:xfrm>
                <a:off x="3335" y="2776"/>
                <a:ext cx="856" cy="188"/>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BRANCH</a:t>
                </a:r>
              </a:p>
            </p:txBody>
          </p:sp>
          <p:sp>
            <p:nvSpPr>
              <p:cNvPr id="37910" name="Line 34">
                <a:extLst>
                  <a:ext uri="{FF2B5EF4-FFF2-40B4-BE49-F238E27FC236}">
                    <a16:creationId xmlns:a16="http://schemas.microsoft.com/office/drawing/2014/main" id="{3C9DE0D7-08E9-6F92-7AA4-B148BE99E403}"/>
                  </a:ext>
                </a:extLst>
              </p:cNvPr>
              <p:cNvSpPr>
                <a:spLocks noChangeShapeType="1"/>
              </p:cNvSpPr>
              <p:nvPr/>
            </p:nvSpPr>
            <p:spPr bwMode="auto">
              <a:xfrm>
                <a:off x="3216" y="2936"/>
                <a:ext cx="10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37900" name="Group 36">
              <a:extLst>
                <a:ext uri="{FF2B5EF4-FFF2-40B4-BE49-F238E27FC236}">
                  <a16:creationId xmlns:a16="http://schemas.microsoft.com/office/drawing/2014/main" id="{7CDCF53C-E842-C59B-D04A-44D0C00B294B}"/>
                </a:ext>
              </a:extLst>
            </p:cNvPr>
            <p:cNvGrpSpPr>
              <a:grpSpLocks/>
            </p:cNvGrpSpPr>
            <p:nvPr/>
          </p:nvGrpSpPr>
          <p:grpSpPr bwMode="auto">
            <a:xfrm>
              <a:off x="2296" y="2332"/>
              <a:ext cx="1080" cy="232"/>
              <a:chOff x="2128" y="3068"/>
              <a:chExt cx="1080" cy="232"/>
            </a:xfrm>
          </p:grpSpPr>
          <p:sp>
            <p:nvSpPr>
              <p:cNvPr id="37903" name="Line 37">
                <a:extLst>
                  <a:ext uri="{FF2B5EF4-FFF2-40B4-BE49-F238E27FC236}">
                    <a16:creationId xmlns:a16="http://schemas.microsoft.com/office/drawing/2014/main" id="{00331BB3-92FD-28E9-3AB9-E85239A67BAB}"/>
                  </a:ext>
                </a:extLst>
              </p:cNvPr>
              <p:cNvSpPr>
                <a:spLocks noChangeShapeType="1"/>
              </p:cNvSpPr>
              <p:nvPr/>
            </p:nvSpPr>
            <p:spPr bwMode="auto">
              <a:xfrm flipH="1">
                <a:off x="2128" y="3168"/>
                <a:ext cx="10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7904" name="Line 38">
                <a:extLst>
                  <a:ext uri="{FF2B5EF4-FFF2-40B4-BE49-F238E27FC236}">
                    <a16:creationId xmlns:a16="http://schemas.microsoft.com/office/drawing/2014/main" id="{FE9935C1-E272-E000-C1A3-73870218DFD2}"/>
                  </a:ext>
                </a:extLst>
              </p:cNvPr>
              <p:cNvSpPr>
                <a:spLocks noChangeShapeType="1"/>
              </p:cNvSpPr>
              <p:nvPr/>
            </p:nvSpPr>
            <p:spPr bwMode="auto">
              <a:xfrm>
                <a:off x="2140" y="3068"/>
                <a:ext cx="124" cy="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7905" name="Line 39">
                <a:extLst>
                  <a:ext uri="{FF2B5EF4-FFF2-40B4-BE49-F238E27FC236}">
                    <a16:creationId xmlns:a16="http://schemas.microsoft.com/office/drawing/2014/main" id="{289B872D-53A6-E76E-BAAE-57C32F208980}"/>
                  </a:ext>
                </a:extLst>
              </p:cNvPr>
              <p:cNvSpPr>
                <a:spLocks noChangeShapeType="1"/>
              </p:cNvSpPr>
              <p:nvPr/>
            </p:nvSpPr>
            <p:spPr bwMode="auto">
              <a:xfrm flipH="1">
                <a:off x="2132" y="3168"/>
                <a:ext cx="128" cy="1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37901" name="Line 40">
              <a:extLst>
                <a:ext uri="{FF2B5EF4-FFF2-40B4-BE49-F238E27FC236}">
                  <a16:creationId xmlns:a16="http://schemas.microsoft.com/office/drawing/2014/main" id="{E0138780-D83A-837D-B43D-5917B588B98D}"/>
                </a:ext>
              </a:extLst>
            </p:cNvPr>
            <p:cNvSpPr>
              <a:spLocks noChangeShapeType="1"/>
            </p:cNvSpPr>
            <p:nvPr/>
          </p:nvSpPr>
          <p:spPr bwMode="auto">
            <a:xfrm>
              <a:off x="3296" y="2352"/>
              <a:ext cx="0"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37902" name="Line 42">
              <a:extLst>
                <a:ext uri="{FF2B5EF4-FFF2-40B4-BE49-F238E27FC236}">
                  <a16:creationId xmlns:a16="http://schemas.microsoft.com/office/drawing/2014/main" id="{3CB202DB-1479-949F-C3E0-9AD42580E2DA}"/>
                </a:ext>
              </a:extLst>
            </p:cNvPr>
            <p:cNvSpPr>
              <a:spLocks noChangeShapeType="1"/>
            </p:cNvSpPr>
            <p:nvPr/>
          </p:nvSpPr>
          <p:spPr bwMode="auto">
            <a:xfrm>
              <a:off x="2432" y="2328"/>
              <a:ext cx="0"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37893" name="TextBox 24">
            <a:extLst>
              <a:ext uri="{FF2B5EF4-FFF2-40B4-BE49-F238E27FC236}">
                <a16:creationId xmlns:a16="http://schemas.microsoft.com/office/drawing/2014/main" id="{E80A12C7-7EB1-3338-E09D-68883BCDAB59}"/>
              </a:ext>
            </a:extLst>
          </p:cNvPr>
          <p:cNvSpPr txBox="1">
            <a:spLocks noChangeArrowheads="1"/>
          </p:cNvSpPr>
          <p:nvPr/>
        </p:nvSpPr>
        <p:spPr bwMode="auto">
          <a:xfrm>
            <a:off x="3733800" y="3173413"/>
            <a:ext cx="1281113"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US" altLang="en-US"/>
              <a:t>Is attached to</a:t>
            </a:r>
          </a:p>
        </p:txBody>
      </p:sp>
      <p:sp>
        <p:nvSpPr>
          <p:cNvPr id="37894" name="TextBox 25">
            <a:extLst>
              <a:ext uri="{FF2B5EF4-FFF2-40B4-BE49-F238E27FC236}">
                <a16:creationId xmlns:a16="http://schemas.microsoft.com/office/drawing/2014/main" id="{969303B2-8A62-E979-C252-2C88059EF7DE}"/>
              </a:ext>
            </a:extLst>
          </p:cNvPr>
          <p:cNvSpPr txBox="1">
            <a:spLocks noChangeArrowheads="1"/>
          </p:cNvSpPr>
          <p:nvPr/>
        </p:nvSpPr>
        <p:spPr bwMode="auto">
          <a:xfrm>
            <a:off x="4071938" y="4116388"/>
            <a:ext cx="1281112"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r"/>
            <a:r>
              <a:rPr lang="en-US" altLang="en-US"/>
              <a:t>has</a:t>
            </a:r>
          </a:p>
        </p:txBody>
      </p:sp>
      <p:sp>
        <p:nvSpPr>
          <p:cNvPr id="37895" name="Line 40">
            <a:extLst>
              <a:ext uri="{FF2B5EF4-FFF2-40B4-BE49-F238E27FC236}">
                <a16:creationId xmlns:a16="http://schemas.microsoft.com/office/drawing/2014/main" id="{9F76655A-1712-F8A9-0904-589CFC9FBB89}"/>
              </a:ext>
            </a:extLst>
          </p:cNvPr>
          <p:cNvSpPr>
            <a:spLocks noChangeShapeType="1"/>
          </p:cNvSpPr>
          <p:nvPr/>
        </p:nvSpPr>
        <p:spPr bwMode="auto">
          <a:xfrm>
            <a:off x="5160963" y="3741738"/>
            <a:ext cx="0" cy="292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2" name="Rectangle 1">
            <a:extLst>
              <a:ext uri="{FF2B5EF4-FFF2-40B4-BE49-F238E27FC236}">
                <a16:creationId xmlns:a16="http://schemas.microsoft.com/office/drawing/2014/main" id="{A5045EE4-B967-8E79-9A10-A83C7D16583F}"/>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36651E58-4BD2-5F75-5593-DE57AEC2000E}"/>
              </a:ext>
            </a:extLst>
          </p:cNvPr>
          <p:cNvSpPr>
            <a:spLocks noGrp="1" noChangeArrowheads="1"/>
          </p:cNvSpPr>
          <p:nvPr>
            <p:ph type="title"/>
          </p:nvPr>
        </p:nvSpPr>
        <p:spPr/>
        <p:txBody>
          <a:bodyPr/>
          <a:lstStyle/>
          <a:p>
            <a:pPr eaLnBrk="1" hangingPunct="1"/>
            <a:r>
              <a:rPr lang="en-GB" altLang="en-US" b="1"/>
              <a:t>Compound and Composite Keys</a:t>
            </a:r>
          </a:p>
        </p:txBody>
      </p:sp>
      <p:sp>
        <p:nvSpPr>
          <p:cNvPr id="38915" name="Rectangle 3">
            <a:extLst>
              <a:ext uri="{FF2B5EF4-FFF2-40B4-BE49-F238E27FC236}">
                <a16:creationId xmlns:a16="http://schemas.microsoft.com/office/drawing/2014/main" id="{62FCEE94-AE18-7BB5-1F1F-8405EF6C8294}"/>
              </a:ext>
            </a:extLst>
          </p:cNvPr>
          <p:cNvSpPr>
            <a:spLocks noGrp="1" noChangeArrowheads="1"/>
          </p:cNvSpPr>
          <p:nvPr>
            <p:ph idx="1"/>
          </p:nvPr>
        </p:nvSpPr>
        <p:spPr>
          <a:xfrm>
            <a:off x="381000" y="1447800"/>
            <a:ext cx="8305800" cy="3908425"/>
          </a:xfrm>
        </p:spPr>
        <p:txBody>
          <a:bodyPr/>
          <a:lstStyle/>
          <a:p>
            <a:pPr eaLnBrk="1" hangingPunct="1"/>
            <a:r>
              <a:rPr lang="en-US" altLang="en-US" sz="2400"/>
              <a:t>Compound/composite/concatenate keys indicate that </a:t>
            </a:r>
            <a:r>
              <a:rPr lang="en-US" altLang="en-US" sz="2400" b="1"/>
              <a:t>two or more</a:t>
            </a:r>
            <a:r>
              <a:rPr lang="en-US" altLang="en-US" sz="2400"/>
              <a:t> tables have been linked</a:t>
            </a:r>
          </a:p>
          <a:p>
            <a:pPr eaLnBrk="1" hangingPunct="1"/>
            <a:r>
              <a:rPr lang="en-US" altLang="en-US" sz="2400"/>
              <a:t>Each element in a compound key relates to a primary key in </a:t>
            </a:r>
            <a:r>
              <a:rPr lang="en-US" altLang="en-US" sz="2400" b="1"/>
              <a:t>another</a:t>
            </a:r>
            <a:r>
              <a:rPr lang="en-US" altLang="en-US" sz="2400"/>
              <a:t> table</a:t>
            </a:r>
          </a:p>
          <a:p>
            <a:pPr lvl="1" eaLnBrk="1" hangingPunct="1"/>
            <a:r>
              <a:rPr lang="en-US" altLang="en-US" sz="1800" b="1"/>
              <a:t>Student Number + Module Code </a:t>
            </a:r>
          </a:p>
          <a:p>
            <a:pPr lvl="1" eaLnBrk="1" hangingPunct="1">
              <a:buFontTx/>
              <a:buNone/>
            </a:pPr>
            <a:endParaRPr lang="en-US" altLang="en-US" sz="1800"/>
          </a:p>
          <a:p>
            <a:pPr eaLnBrk="1" hangingPunct="1"/>
            <a:r>
              <a:rPr lang="en-US" altLang="en-US" sz="2400" b="1"/>
              <a:t>Not </a:t>
            </a:r>
            <a:r>
              <a:rPr lang="en-US" altLang="en-US" sz="2400"/>
              <a:t>every element in a composite key relates to a primary key in another table</a:t>
            </a:r>
          </a:p>
          <a:p>
            <a:pPr lvl="1" eaLnBrk="1" hangingPunct="1"/>
            <a:r>
              <a:rPr lang="en-US" altLang="en-US" sz="1800" b="1"/>
              <a:t>Film No + Copy Number</a:t>
            </a:r>
          </a:p>
        </p:txBody>
      </p:sp>
      <p:sp>
        <p:nvSpPr>
          <p:cNvPr id="2" name="Rectangle 1">
            <a:extLst>
              <a:ext uri="{FF2B5EF4-FFF2-40B4-BE49-F238E27FC236}">
                <a16:creationId xmlns:a16="http://schemas.microsoft.com/office/drawing/2014/main" id="{F87C7354-7B5F-E4F7-8BAA-09CA84CFC24A}"/>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0A256B40-CA5B-CF84-C140-38C52A9956C5}"/>
              </a:ext>
            </a:extLst>
          </p:cNvPr>
          <p:cNvSpPr>
            <a:spLocks noGrp="1" noChangeArrowheads="1"/>
          </p:cNvSpPr>
          <p:nvPr>
            <p:ph type="title"/>
          </p:nvPr>
        </p:nvSpPr>
        <p:spPr/>
        <p:txBody>
          <a:bodyPr/>
          <a:lstStyle/>
          <a:p>
            <a:pPr eaLnBrk="1" hangingPunct="1"/>
            <a:r>
              <a:rPr lang="en-GB" altLang="en-US" b="1"/>
              <a:t>Candidate Key Identifiers</a:t>
            </a:r>
          </a:p>
        </p:txBody>
      </p:sp>
      <p:sp>
        <p:nvSpPr>
          <p:cNvPr id="39939" name="Rectangle 3">
            <a:extLst>
              <a:ext uri="{FF2B5EF4-FFF2-40B4-BE49-F238E27FC236}">
                <a16:creationId xmlns:a16="http://schemas.microsoft.com/office/drawing/2014/main" id="{C2269F65-1764-C8DC-B715-86BDA99C6FBA}"/>
              </a:ext>
            </a:extLst>
          </p:cNvPr>
          <p:cNvSpPr>
            <a:spLocks noGrp="1" noChangeArrowheads="1"/>
          </p:cNvSpPr>
          <p:nvPr>
            <p:ph idx="1"/>
          </p:nvPr>
        </p:nvSpPr>
        <p:spPr>
          <a:xfrm>
            <a:off x="381000" y="1447800"/>
            <a:ext cx="8305800" cy="3924300"/>
          </a:xfrm>
        </p:spPr>
        <p:txBody>
          <a:bodyPr/>
          <a:lstStyle/>
          <a:p>
            <a:pPr eaLnBrk="1" hangingPunct="1"/>
            <a:r>
              <a:rPr lang="en-US" altLang="en-US" sz="2400"/>
              <a:t>There may be more than one attribute that could be used to uniquely identify an instance of an entity</a:t>
            </a:r>
          </a:p>
          <a:p>
            <a:pPr lvl="1" eaLnBrk="1" hangingPunct="1"/>
            <a:r>
              <a:rPr lang="en-US" altLang="en-US" sz="1800" b="1"/>
              <a:t>e.g.</a:t>
            </a:r>
            <a:r>
              <a:rPr lang="en-US" altLang="en-US" sz="1800"/>
              <a:t> You could identify an individual student by their National Insurance Number or Passport number</a:t>
            </a:r>
            <a:endParaRPr lang="en-US" altLang="en-US" sz="1800" i="1"/>
          </a:p>
          <a:p>
            <a:pPr eaLnBrk="1" hangingPunct="1"/>
            <a:endParaRPr lang="en-US" altLang="en-US"/>
          </a:p>
          <a:p>
            <a:pPr eaLnBrk="1" hangingPunct="1"/>
            <a:r>
              <a:rPr lang="en-US" altLang="en-US" sz="2400"/>
              <a:t>A candidate key is a ‘candidate to become a primary key’ of instances of an entity</a:t>
            </a:r>
          </a:p>
          <a:p>
            <a:pPr lvl="1" eaLnBrk="1" hangingPunct="1"/>
            <a:r>
              <a:rPr lang="en-US" altLang="en-US" sz="1800"/>
              <a:t>Could be a single attribute or a collection of attributes (compound key)</a:t>
            </a:r>
          </a:p>
        </p:txBody>
      </p:sp>
      <p:sp>
        <p:nvSpPr>
          <p:cNvPr id="2" name="Rectangle 1">
            <a:extLst>
              <a:ext uri="{FF2B5EF4-FFF2-40B4-BE49-F238E27FC236}">
                <a16:creationId xmlns:a16="http://schemas.microsoft.com/office/drawing/2014/main" id="{DA34A601-2B09-3279-E8AA-F27FBD74D591}"/>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12DC3C51-3AED-6B3A-23B2-ECFABEF030B6}"/>
              </a:ext>
            </a:extLst>
          </p:cNvPr>
          <p:cNvSpPr>
            <a:spLocks noGrp="1"/>
          </p:cNvSpPr>
          <p:nvPr>
            <p:ph type="title"/>
          </p:nvPr>
        </p:nvSpPr>
        <p:spPr/>
        <p:txBody>
          <a:bodyPr/>
          <a:lstStyle/>
          <a:p>
            <a:pPr eaLnBrk="1" hangingPunct="1"/>
            <a:r>
              <a:rPr lang="en-US" altLang="en-US" b="1">
                <a:solidFill>
                  <a:srgbClr val="FD0F0F"/>
                </a:solidFill>
              </a:rPr>
              <a:t>RELATIONSHIPS</a:t>
            </a:r>
          </a:p>
        </p:txBody>
      </p:sp>
      <p:sp>
        <p:nvSpPr>
          <p:cNvPr id="40963" name="Content Placeholder 2">
            <a:extLst>
              <a:ext uri="{FF2B5EF4-FFF2-40B4-BE49-F238E27FC236}">
                <a16:creationId xmlns:a16="http://schemas.microsoft.com/office/drawing/2014/main" id="{16F484F6-F8AC-B48E-E48B-363DBAA49ED5}"/>
              </a:ext>
            </a:extLst>
          </p:cNvPr>
          <p:cNvSpPr>
            <a:spLocks noGrp="1"/>
          </p:cNvSpPr>
          <p:nvPr>
            <p:ph idx="1"/>
          </p:nvPr>
        </p:nvSpPr>
        <p:spPr>
          <a:xfrm>
            <a:off x="381000" y="1722438"/>
            <a:ext cx="8305800" cy="4129087"/>
          </a:xfrm>
        </p:spPr>
        <p:txBody>
          <a:bodyPr/>
          <a:lstStyle/>
          <a:p>
            <a:pPr eaLnBrk="1" hangingPunct="1">
              <a:spcBef>
                <a:spcPct val="0"/>
              </a:spcBef>
            </a:pPr>
            <a:r>
              <a:rPr lang="en-US" altLang="en-US" sz="3200" b="1" i="1">
                <a:solidFill>
                  <a:srgbClr val="0000FF"/>
                </a:solidFill>
              </a:rPr>
              <a:t>Relationships </a:t>
            </a:r>
            <a:r>
              <a:rPr lang="en-US" altLang="en-US" sz="3200"/>
              <a:t>are </a:t>
            </a:r>
            <a:r>
              <a:rPr lang="en-US" altLang="en-US" sz="3200">
                <a:solidFill>
                  <a:srgbClr val="00B0F0"/>
                </a:solidFill>
              </a:rPr>
              <a:t>associations between entities</a:t>
            </a:r>
            <a:r>
              <a:rPr lang="en-US" altLang="en-US" sz="3200"/>
              <a:t>.</a:t>
            </a:r>
          </a:p>
          <a:p>
            <a:pPr eaLnBrk="1" hangingPunct="1">
              <a:spcBef>
                <a:spcPct val="0"/>
              </a:spcBef>
            </a:pPr>
            <a:r>
              <a:rPr lang="en-US" altLang="en-US" sz="3200"/>
              <a:t>Every relationship has a </a:t>
            </a:r>
            <a:r>
              <a:rPr lang="en-US" altLang="en-US" sz="3200" b="1" i="1">
                <a:solidFill>
                  <a:srgbClr val="3333FF"/>
                </a:solidFill>
              </a:rPr>
              <a:t>parent</a:t>
            </a:r>
            <a:r>
              <a:rPr lang="en-US" altLang="en-US" sz="3200" b="1">
                <a:solidFill>
                  <a:srgbClr val="3333FF"/>
                </a:solidFill>
              </a:rPr>
              <a:t> </a:t>
            </a:r>
            <a:r>
              <a:rPr lang="en-US" altLang="en-US" sz="3200" b="1" i="1">
                <a:solidFill>
                  <a:srgbClr val="0000FF"/>
                </a:solidFill>
              </a:rPr>
              <a:t>entity</a:t>
            </a:r>
            <a:r>
              <a:rPr lang="en-US" altLang="en-US" sz="3200"/>
              <a:t> and a </a:t>
            </a:r>
            <a:r>
              <a:rPr lang="en-US" altLang="en-US" sz="3200" b="1" i="1">
                <a:solidFill>
                  <a:srgbClr val="0000FF"/>
                </a:solidFill>
              </a:rPr>
              <a:t>child entity.</a:t>
            </a:r>
          </a:p>
          <a:p>
            <a:pPr eaLnBrk="1" hangingPunct="1">
              <a:spcBef>
                <a:spcPct val="0"/>
              </a:spcBef>
            </a:pPr>
            <a:r>
              <a:rPr lang="en-US" altLang="en-US" sz="3200"/>
              <a:t>Relationships should be labeled with active verbs.</a:t>
            </a:r>
          </a:p>
          <a:p>
            <a:pPr eaLnBrk="1" hangingPunct="1">
              <a:spcBef>
                <a:spcPct val="0"/>
              </a:spcBef>
            </a:pPr>
            <a:endParaRPr lang="en-US" altLang="en-US" sz="3200"/>
          </a:p>
        </p:txBody>
      </p:sp>
      <p:sp>
        <p:nvSpPr>
          <p:cNvPr id="40964" name="Slide Number Placeholder 4">
            <a:extLst>
              <a:ext uri="{FF2B5EF4-FFF2-40B4-BE49-F238E27FC236}">
                <a16:creationId xmlns:a16="http://schemas.microsoft.com/office/drawing/2014/main" id="{393E23DF-E452-B3BE-CFA6-D0E92C965BD2}"/>
              </a:ext>
            </a:extLst>
          </p:cNvPr>
          <p:cNvSpPr>
            <a:spLocks noGrp="1"/>
          </p:cNvSpPr>
          <p:nvPr>
            <p:ph type="sldNum" sz="quarter" idx="4294967295"/>
          </p:nvPr>
        </p:nvSpPr>
        <p:spPr bwMode="auto">
          <a:xfrm>
            <a:off x="70104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anose="020B0604030504040204" pitchFamily="34" charset="0"/>
              </a:defRPr>
            </a:lvl1pPr>
            <a:lvl2pPr marL="742950" indent="-285750">
              <a:lnSpc>
                <a:spcPct val="90000"/>
              </a:lnSpc>
              <a:spcBef>
                <a:spcPct val="20000"/>
              </a:spcBef>
              <a:spcAft>
                <a:spcPct val="10000"/>
              </a:spcAft>
              <a:buChar char="–"/>
              <a:defRPr sz="1500">
                <a:solidFill>
                  <a:srgbClr val="004D75"/>
                </a:solidFill>
                <a:latin typeface="Verdana" panose="020B0604030504040204" pitchFamily="34" charset="0"/>
              </a:defRPr>
            </a:lvl2pPr>
            <a:lvl3pPr marL="1143000" indent="-228600">
              <a:lnSpc>
                <a:spcPct val="90000"/>
              </a:lnSpc>
              <a:spcBef>
                <a:spcPct val="20000"/>
              </a:spcBef>
              <a:spcAft>
                <a:spcPct val="20000"/>
              </a:spcAft>
              <a:buChar char="•"/>
              <a:defRPr sz="1200">
                <a:solidFill>
                  <a:srgbClr val="004D75"/>
                </a:solidFill>
                <a:latin typeface="Verdana" panose="020B0604030504040204" pitchFamily="34" charset="0"/>
              </a:defRPr>
            </a:lvl3pPr>
            <a:lvl4pPr marL="1600200" indent="-228600">
              <a:lnSpc>
                <a:spcPct val="90000"/>
              </a:lnSpc>
              <a:spcBef>
                <a:spcPct val="20000"/>
              </a:spcBef>
              <a:spcAft>
                <a:spcPct val="20000"/>
              </a:spcAft>
              <a:buChar char="–"/>
              <a:defRPr sz="1200">
                <a:solidFill>
                  <a:srgbClr val="004D75"/>
                </a:solidFill>
                <a:latin typeface="Verdana" panose="020B0604030504040204" pitchFamily="34" charset="0"/>
              </a:defRPr>
            </a:lvl4pPr>
            <a:lvl5pPr marL="2057400" indent="-228600">
              <a:lnSpc>
                <a:spcPct val="90000"/>
              </a:lnSpc>
              <a:spcBef>
                <a:spcPct val="20000"/>
              </a:spcBef>
              <a:spcAft>
                <a:spcPct val="20000"/>
              </a:spcAft>
              <a:buChar char="»"/>
              <a:defRPr sz="1200">
                <a:solidFill>
                  <a:srgbClr val="004D75"/>
                </a:solidFill>
                <a:latin typeface="Verdana" panose="020B0604030504040204"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9pPr>
          </a:lstStyle>
          <a:p>
            <a:pPr>
              <a:lnSpc>
                <a:spcPct val="100000"/>
              </a:lnSpc>
              <a:spcBef>
                <a:spcPct val="0"/>
              </a:spcBef>
              <a:spcAft>
                <a:spcPct val="0"/>
              </a:spcAft>
              <a:buFontTx/>
              <a:buNone/>
            </a:pPr>
            <a:r>
              <a:rPr lang="en-US" altLang="en-US" sz="1200">
                <a:solidFill>
                  <a:srgbClr val="898989"/>
                </a:solidFill>
                <a:latin typeface="Calibri" panose="020F0502020204030204" pitchFamily="34" charset="0"/>
              </a:rPr>
              <a:t>6-</a:t>
            </a:r>
            <a:fld id="{58386AE3-93CD-4CE1-98F8-F687F12A1D04}" type="slidenum">
              <a:rPr lang="en-US" altLang="en-US" sz="1200">
                <a:solidFill>
                  <a:srgbClr val="898989"/>
                </a:solidFill>
                <a:latin typeface="Calibri" panose="020F0502020204030204" pitchFamily="34" charset="0"/>
              </a:rPr>
              <a:pPr>
                <a:lnSpc>
                  <a:spcPct val="100000"/>
                </a:lnSpc>
                <a:spcBef>
                  <a:spcPct val="0"/>
                </a:spcBef>
                <a:spcAft>
                  <a:spcPct val="0"/>
                </a:spcAft>
                <a:buFontTx/>
                <a:buNone/>
              </a:pPr>
              <a:t>25</a:t>
            </a:fld>
            <a:endParaRPr lang="en-US" altLang="en-US" sz="1200">
              <a:solidFill>
                <a:srgbClr val="898989"/>
              </a:solidFill>
              <a:latin typeface="Calibri" panose="020F0502020204030204" pitchFamily="34" charset="0"/>
            </a:endParaRPr>
          </a:p>
        </p:txBody>
      </p:sp>
      <p:sp>
        <p:nvSpPr>
          <p:cNvPr id="2" name="Rectangle 1">
            <a:extLst>
              <a:ext uri="{FF2B5EF4-FFF2-40B4-BE49-F238E27FC236}">
                <a16:creationId xmlns:a16="http://schemas.microsoft.com/office/drawing/2014/main" id="{ABC5D101-2924-3C47-5EF4-1105BD282775}"/>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6F34620A-4395-C760-FEEB-FFE6C5822CCD}"/>
              </a:ext>
            </a:extLst>
          </p:cNvPr>
          <p:cNvSpPr>
            <a:spLocks noGrp="1"/>
          </p:cNvSpPr>
          <p:nvPr>
            <p:ph type="title"/>
          </p:nvPr>
        </p:nvSpPr>
        <p:spPr/>
        <p:txBody>
          <a:bodyPr/>
          <a:lstStyle/>
          <a:p>
            <a:r>
              <a:rPr lang="en-GB" altLang="en-US" b="1"/>
              <a:t>Cardinality </a:t>
            </a:r>
            <a:r>
              <a:rPr lang="en-GB" altLang="en-US"/>
              <a:t>and </a:t>
            </a:r>
            <a:r>
              <a:rPr lang="en-GB" altLang="en-US" b="1"/>
              <a:t>Modality</a:t>
            </a:r>
            <a:br>
              <a:rPr lang="en-GB" altLang="en-US"/>
            </a:br>
            <a:endParaRPr lang="en-US" altLang="en-US"/>
          </a:p>
        </p:txBody>
      </p:sp>
      <p:sp>
        <p:nvSpPr>
          <p:cNvPr id="41987" name="Content Placeholder 2">
            <a:extLst>
              <a:ext uri="{FF2B5EF4-FFF2-40B4-BE49-F238E27FC236}">
                <a16:creationId xmlns:a16="http://schemas.microsoft.com/office/drawing/2014/main" id="{C8A7738E-BC0E-1F8B-180B-B977D8D4B3E7}"/>
              </a:ext>
            </a:extLst>
          </p:cNvPr>
          <p:cNvSpPr>
            <a:spLocks noGrp="1"/>
          </p:cNvSpPr>
          <p:nvPr>
            <p:ph idx="1"/>
          </p:nvPr>
        </p:nvSpPr>
        <p:spPr>
          <a:xfrm>
            <a:off x="381000" y="1447800"/>
            <a:ext cx="8305800" cy="5226050"/>
          </a:xfrm>
        </p:spPr>
        <p:txBody>
          <a:bodyPr/>
          <a:lstStyle/>
          <a:p>
            <a:r>
              <a:rPr lang="en-GB" altLang="en-US" sz="2400" b="1"/>
              <a:t>Cardinality </a:t>
            </a:r>
            <a:r>
              <a:rPr lang="en-GB" altLang="en-US" sz="2400"/>
              <a:t>and </a:t>
            </a:r>
            <a:r>
              <a:rPr lang="en-GB" altLang="en-US" sz="2400" b="1"/>
              <a:t>Modality </a:t>
            </a:r>
            <a:r>
              <a:rPr lang="en-GB" altLang="en-US" sz="2400"/>
              <a:t>are the indicators of the business rules around a relationship. </a:t>
            </a:r>
          </a:p>
          <a:p>
            <a:endParaRPr lang="en-GB" altLang="en-US" sz="2000"/>
          </a:p>
          <a:p>
            <a:r>
              <a:rPr lang="en-GB" altLang="en-US" sz="2000" b="1">
                <a:solidFill>
                  <a:srgbClr val="FF0000"/>
                </a:solidFill>
              </a:rPr>
              <a:t>Cardinality</a:t>
            </a:r>
            <a:r>
              <a:rPr lang="en-GB" altLang="en-US" sz="2000"/>
              <a:t> refers to the </a:t>
            </a:r>
            <a:r>
              <a:rPr lang="en-GB" altLang="en-US" sz="2000">
                <a:solidFill>
                  <a:srgbClr val="FF0000"/>
                </a:solidFill>
              </a:rPr>
              <a:t>maximum</a:t>
            </a:r>
            <a:r>
              <a:rPr lang="en-GB" altLang="en-US" sz="2000"/>
              <a:t> number of times an instance in one entity can be associated with instances in the related entity. </a:t>
            </a:r>
          </a:p>
          <a:p>
            <a:endParaRPr lang="en-GB" altLang="en-US" sz="2000"/>
          </a:p>
          <a:p>
            <a:r>
              <a:rPr lang="en-GB" altLang="en-US" sz="2000" b="1">
                <a:solidFill>
                  <a:srgbClr val="FF0000"/>
                </a:solidFill>
              </a:rPr>
              <a:t>Modality/Optionality</a:t>
            </a:r>
            <a:r>
              <a:rPr lang="en-GB" altLang="en-US" sz="2000"/>
              <a:t> refers to the </a:t>
            </a:r>
            <a:r>
              <a:rPr lang="en-GB" altLang="en-US" sz="2000">
                <a:solidFill>
                  <a:srgbClr val="FF0000"/>
                </a:solidFill>
              </a:rPr>
              <a:t>minimum</a:t>
            </a:r>
            <a:r>
              <a:rPr lang="en-GB" altLang="en-US" sz="2000"/>
              <a:t> number of times an instance in one entity can be associated with an instance in the related entity.</a:t>
            </a:r>
          </a:p>
          <a:p>
            <a:endParaRPr lang="en-GB" altLang="en-US" sz="2000"/>
          </a:p>
          <a:p>
            <a:endParaRPr lang="en-US" altLang="en-US" sz="2000"/>
          </a:p>
        </p:txBody>
      </p:sp>
      <p:sp>
        <p:nvSpPr>
          <p:cNvPr id="2" name="Rectangle 1">
            <a:extLst>
              <a:ext uri="{FF2B5EF4-FFF2-40B4-BE49-F238E27FC236}">
                <a16:creationId xmlns:a16="http://schemas.microsoft.com/office/drawing/2014/main" id="{055B2525-C896-7553-4E94-53C6EBB24F7F}"/>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F3AD63D1-2170-94EB-9A3C-CA6889333123}"/>
              </a:ext>
            </a:extLst>
          </p:cNvPr>
          <p:cNvSpPr>
            <a:spLocks noGrp="1"/>
          </p:cNvSpPr>
          <p:nvPr>
            <p:ph type="title"/>
          </p:nvPr>
        </p:nvSpPr>
        <p:spPr/>
        <p:txBody>
          <a:bodyPr/>
          <a:lstStyle/>
          <a:p>
            <a:pPr eaLnBrk="1" hangingPunct="1"/>
            <a:r>
              <a:rPr lang="en-US" altLang="en-US" b="1"/>
              <a:t>Cardinality</a:t>
            </a:r>
          </a:p>
        </p:txBody>
      </p:sp>
      <p:sp>
        <p:nvSpPr>
          <p:cNvPr id="43011" name="Content Placeholder 2">
            <a:extLst>
              <a:ext uri="{FF2B5EF4-FFF2-40B4-BE49-F238E27FC236}">
                <a16:creationId xmlns:a16="http://schemas.microsoft.com/office/drawing/2014/main" id="{D101A012-915D-81E9-A71D-F396114F84DF}"/>
              </a:ext>
            </a:extLst>
          </p:cNvPr>
          <p:cNvSpPr>
            <a:spLocks noGrp="1"/>
          </p:cNvSpPr>
          <p:nvPr>
            <p:ph idx="1"/>
          </p:nvPr>
        </p:nvSpPr>
        <p:spPr>
          <a:xfrm>
            <a:off x="381000" y="1295400"/>
            <a:ext cx="8305800" cy="4745038"/>
          </a:xfrm>
        </p:spPr>
        <p:txBody>
          <a:bodyPr/>
          <a:lstStyle/>
          <a:p>
            <a:pPr eaLnBrk="1" hangingPunct="1">
              <a:spcBef>
                <a:spcPct val="0"/>
              </a:spcBef>
            </a:pPr>
            <a:r>
              <a:rPr lang="en-US" altLang="en-US" sz="2400"/>
              <a:t>A relationship has </a:t>
            </a:r>
            <a:r>
              <a:rPr lang="en-US" altLang="en-US" sz="2400" b="1" i="1">
                <a:solidFill>
                  <a:srgbClr val="3333FF"/>
                </a:solidFill>
              </a:rPr>
              <a:t>cardinality</a:t>
            </a:r>
            <a:r>
              <a:rPr lang="en-US" altLang="en-US" sz="2400"/>
              <a:t> which is </a:t>
            </a:r>
            <a:r>
              <a:rPr lang="en-US" altLang="en-US" sz="2400">
                <a:solidFill>
                  <a:srgbClr val="00B0F0"/>
                </a:solidFill>
              </a:rPr>
              <a:t>the ratio of parent instances to child instances</a:t>
            </a:r>
            <a:r>
              <a:rPr lang="en-US" altLang="en-US" sz="2400" b="1">
                <a:solidFill>
                  <a:srgbClr val="3333FF"/>
                </a:solidFill>
              </a:rPr>
              <a:t>.</a:t>
            </a:r>
          </a:p>
          <a:p>
            <a:pPr eaLnBrk="1" hangingPunct="1">
              <a:spcBef>
                <a:spcPct val="0"/>
              </a:spcBef>
            </a:pPr>
            <a:r>
              <a:rPr lang="en-US" altLang="en-US" sz="2400"/>
              <a:t> The </a:t>
            </a:r>
            <a:r>
              <a:rPr lang="en-US" altLang="en-US" sz="2400" b="1">
                <a:solidFill>
                  <a:srgbClr val="0000FF"/>
                </a:solidFill>
              </a:rPr>
              <a:t>1:1 relationship</a:t>
            </a:r>
            <a:r>
              <a:rPr lang="en-US" altLang="en-US" sz="2400"/>
              <a:t> means that </a:t>
            </a:r>
            <a:r>
              <a:rPr lang="en-US" altLang="en-US" sz="2400">
                <a:solidFill>
                  <a:srgbClr val="00B0F0"/>
                </a:solidFill>
              </a:rPr>
              <a:t>one instance of the parent entity is associated with one instance of the child entity</a:t>
            </a:r>
            <a:r>
              <a:rPr lang="en-US" altLang="en-US" sz="2400"/>
              <a:t>.</a:t>
            </a:r>
          </a:p>
          <a:p>
            <a:pPr eaLnBrk="1" hangingPunct="1">
              <a:spcBef>
                <a:spcPct val="0"/>
              </a:spcBef>
            </a:pPr>
            <a:r>
              <a:rPr lang="en-US" altLang="en-US" sz="2400"/>
              <a:t>The </a:t>
            </a:r>
            <a:r>
              <a:rPr lang="en-US" altLang="en-US" sz="2400" b="1">
                <a:solidFill>
                  <a:srgbClr val="0000FF"/>
                </a:solidFill>
              </a:rPr>
              <a:t>1:N relationship</a:t>
            </a:r>
            <a:r>
              <a:rPr lang="en-US" altLang="en-US" sz="2400"/>
              <a:t> means that a </a:t>
            </a:r>
            <a:r>
              <a:rPr lang="en-US" altLang="en-US" sz="2400">
                <a:solidFill>
                  <a:srgbClr val="00B0F0"/>
                </a:solidFill>
              </a:rPr>
              <a:t>single instance of a parent entity is associated with many instances of a child entity</a:t>
            </a:r>
            <a:r>
              <a:rPr lang="en-US" altLang="en-US" sz="2400"/>
              <a:t>.</a:t>
            </a:r>
            <a:endParaRPr lang="en-US" altLang="en-US" sz="2400" b="1">
              <a:solidFill>
                <a:srgbClr val="0000FF"/>
              </a:solidFill>
            </a:endParaRPr>
          </a:p>
          <a:p>
            <a:pPr eaLnBrk="1" hangingPunct="1">
              <a:spcBef>
                <a:spcPct val="0"/>
              </a:spcBef>
            </a:pPr>
            <a:r>
              <a:rPr lang="en-US" altLang="en-US" sz="2400"/>
              <a:t>The </a:t>
            </a:r>
            <a:r>
              <a:rPr lang="en-US" altLang="en-US" sz="2400" b="1">
                <a:solidFill>
                  <a:srgbClr val="0000FF"/>
                </a:solidFill>
              </a:rPr>
              <a:t>M:N relationship</a:t>
            </a:r>
            <a:r>
              <a:rPr lang="en-US" altLang="en-US" sz="2400"/>
              <a:t> means that </a:t>
            </a:r>
            <a:r>
              <a:rPr lang="en-US" altLang="en-US" sz="2400">
                <a:solidFill>
                  <a:srgbClr val="00B0F0"/>
                </a:solidFill>
              </a:rPr>
              <a:t>many instances of a parent entity can relate to many instances of a child entity</a:t>
            </a:r>
            <a:r>
              <a:rPr lang="en-US" altLang="en-US" sz="2400"/>
              <a:t>.</a:t>
            </a:r>
          </a:p>
        </p:txBody>
      </p:sp>
      <p:sp>
        <p:nvSpPr>
          <p:cNvPr id="43012" name="Slide Number Placeholder 4">
            <a:extLst>
              <a:ext uri="{FF2B5EF4-FFF2-40B4-BE49-F238E27FC236}">
                <a16:creationId xmlns:a16="http://schemas.microsoft.com/office/drawing/2014/main" id="{E26B8CB3-5AB0-0EAC-2E35-886F6B5FCA5B}"/>
              </a:ext>
            </a:extLst>
          </p:cNvPr>
          <p:cNvSpPr>
            <a:spLocks noGrp="1"/>
          </p:cNvSpPr>
          <p:nvPr>
            <p:ph type="sldNum" sz="quarter" idx="4294967295"/>
          </p:nvPr>
        </p:nvSpPr>
        <p:spPr bwMode="auto">
          <a:xfrm>
            <a:off x="70104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anose="020B0604030504040204" pitchFamily="34" charset="0"/>
              </a:defRPr>
            </a:lvl1pPr>
            <a:lvl2pPr marL="742950" indent="-285750">
              <a:lnSpc>
                <a:spcPct val="90000"/>
              </a:lnSpc>
              <a:spcBef>
                <a:spcPct val="20000"/>
              </a:spcBef>
              <a:spcAft>
                <a:spcPct val="10000"/>
              </a:spcAft>
              <a:buChar char="–"/>
              <a:defRPr sz="1500">
                <a:solidFill>
                  <a:srgbClr val="004D75"/>
                </a:solidFill>
                <a:latin typeface="Verdana" panose="020B0604030504040204" pitchFamily="34" charset="0"/>
              </a:defRPr>
            </a:lvl2pPr>
            <a:lvl3pPr marL="1143000" indent="-228600">
              <a:lnSpc>
                <a:spcPct val="90000"/>
              </a:lnSpc>
              <a:spcBef>
                <a:spcPct val="20000"/>
              </a:spcBef>
              <a:spcAft>
                <a:spcPct val="20000"/>
              </a:spcAft>
              <a:buChar char="•"/>
              <a:defRPr sz="1200">
                <a:solidFill>
                  <a:srgbClr val="004D75"/>
                </a:solidFill>
                <a:latin typeface="Verdana" panose="020B0604030504040204" pitchFamily="34" charset="0"/>
              </a:defRPr>
            </a:lvl3pPr>
            <a:lvl4pPr marL="1600200" indent="-228600">
              <a:lnSpc>
                <a:spcPct val="90000"/>
              </a:lnSpc>
              <a:spcBef>
                <a:spcPct val="20000"/>
              </a:spcBef>
              <a:spcAft>
                <a:spcPct val="20000"/>
              </a:spcAft>
              <a:buChar char="–"/>
              <a:defRPr sz="1200">
                <a:solidFill>
                  <a:srgbClr val="004D75"/>
                </a:solidFill>
                <a:latin typeface="Verdana" panose="020B0604030504040204" pitchFamily="34" charset="0"/>
              </a:defRPr>
            </a:lvl4pPr>
            <a:lvl5pPr marL="2057400" indent="-228600">
              <a:lnSpc>
                <a:spcPct val="90000"/>
              </a:lnSpc>
              <a:spcBef>
                <a:spcPct val="20000"/>
              </a:spcBef>
              <a:spcAft>
                <a:spcPct val="20000"/>
              </a:spcAft>
              <a:buChar char="»"/>
              <a:defRPr sz="1200">
                <a:solidFill>
                  <a:srgbClr val="004D75"/>
                </a:solidFill>
                <a:latin typeface="Verdana" panose="020B0604030504040204"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9pPr>
          </a:lstStyle>
          <a:p>
            <a:pPr>
              <a:lnSpc>
                <a:spcPct val="100000"/>
              </a:lnSpc>
              <a:spcBef>
                <a:spcPct val="0"/>
              </a:spcBef>
              <a:spcAft>
                <a:spcPct val="0"/>
              </a:spcAft>
              <a:buFontTx/>
              <a:buNone/>
            </a:pPr>
            <a:r>
              <a:rPr lang="en-US" altLang="en-US" sz="1200">
                <a:solidFill>
                  <a:srgbClr val="898989"/>
                </a:solidFill>
                <a:latin typeface="Calibri" panose="020F0502020204030204" pitchFamily="34" charset="0"/>
              </a:rPr>
              <a:t>6-</a:t>
            </a:r>
            <a:fld id="{5A675F6E-987D-4865-9CCA-E4594988E626}" type="slidenum">
              <a:rPr lang="en-US" altLang="en-US" sz="1200">
                <a:solidFill>
                  <a:srgbClr val="898989"/>
                </a:solidFill>
                <a:latin typeface="Calibri" panose="020F0502020204030204" pitchFamily="34" charset="0"/>
              </a:rPr>
              <a:pPr>
                <a:lnSpc>
                  <a:spcPct val="100000"/>
                </a:lnSpc>
                <a:spcBef>
                  <a:spcPct val="0"/>
                </a:spcBef>
                <a:spcAft>
                  <a:spcPct val="0"/>
                </a:spcAft>
                <a:buFontTx/>
                <a:buNone/>
              </a:pPr>
              <a:t>27</a:t>
            </a:fld>
            <a:endParaRPr lang="en-US" altLang="en-US" sz="1200">
              <a:solidFill>
                <a:srgbClr val="898989"/>
              </a:solidFill>
              <a:latin typeface="Calibri" panose="020F0502020204030204" pitchFamily="34" charset="0"/>
            </a:endParaRPr>
          </a:p>
        </p:txBody>
      </p:sp>
      <p:sp>
        <p:nvSpPr>
          <p:cNvPr id="2" name="Rectangle 1">
            <a:extLst>
              <a:ext uri="{FF2B5EF4-FFF2-40B4-BE49-F238E27FC236}">
                <a16:creationId xmlns:a16="http://schemas.microsoft.com/office/drawing/2014/main" id="{6DC368DE-3AF7-3DE0-1D77-5D5D3FC40579}"/>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5777BDCC-73A5-C9E9-A8F0-36DBC4577AF1}"/>
              </a:ext>
            </a:extLst>
          </p:cNvPr>
          <p:cNvSpPr>
            <a:spLocks noGrp="1"/>
          </p:cNvSpPr>
          <p:nvPr>
            <p:ph type="title"/>
          </p:nvPr>
        </p:nvSpPr>
        <p:spPr/>
        <p:txBody>
          <a:bodyPr/>
          <a:lstStyle/>
          <a:p>
            <a:pPr eaLnBrk="1" hangingPunct="1"/>
            <a:r>
              <a:rPr lang="en-US" altLang="en-US" b="1"/>
              <a:t>Cardinality (Cont.)</a:t>
            </a:r>
            <a:endParaRPr lang="en-US" altLang="en-US"/>
          </a:p>
        </p:txBody>
      </p:sp>
      <p:pic>
        <p:nvPicPr>
          <p:cNvPr id="18435" name="Picture 2">
            <a:extLst>
              <a:ext uri="{FF2B5EF4-FFF2-40B4-BE49-F238E27FC236}">
                <a16:creationId xmlns:a16="http://schemas.microsoft.com/office/drawing/2014/main" id="{B456036A-2E65-EBB3-4BD7-16FDD7138A1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04800" y="1090613"/>
            <a:ext cx="5118100" cy="2490787"/>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6" name="Picture 4">
            <a:extLst>
              <a:ext uri="{FF2B5EF4-FFF2-40B4-BE49-F238E27FC236}">
                <a16:creationId xmlns:a16="http://schemas.microsoft.com/office/drawing/2014/main" id="{87399E4C-9B47-49E2-A057-44658C041E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3733800"/>
            <a:ext cx="5005388"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7" name="Picture 5">
            <a:extLst>
              <a:ext uri="{FF2B5EF4-FFF2-40B4-BE49-F238E27FC236}">
                <a16:creationId xmlns:a16="http://schemas.microsoft.com/office/drawing/2014/main" id="{3B96B51A-0558-30E4-5C8E-F0306B2CAF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5950" y="381000"/>
            <a:ext cx="3378200"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6F890B25-A43C-39BC-6D5D-BC2E6137773E}"/>
              </a:ext>
            </a:extLst>
          </p:cNvPr>
          <p:cNvSpPr>
            <a:spLocks noChangeArrowheads="1"/>
          </p:cNvSpPr>
          <p:nvPr/>
        </p:nvSpPr>
        <p:spPr bwMode="auto">
          <a:xfrm>
            <a:off x="112713" y="962025"/>
            <a:ext cx="5454650" cy="2771775"/>
          </a:xfrm>
          <a:prstGeom prst="rect">
            <a:avLst/>
          </a:prstGeom>
          <a:noFill/>
          <a:ln w="57150" algn="ctr">
            <a:solidFill>
              <a:srgbClr val="FD0F0F"/>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435"/>
                                        </p:tgtEl>
                                        <p:attrNameLst>
                                          <p:attrName>style.visibility</p:attrName>
                                        </p:attrNameLst>
                                      </p:cBhvr>
                                      <p:to>
                                        <p:strVal val="visible"/>
                                      </p:to>
                                    </p:set>
                                    <p:anim calcmode="lin" valueType="num">
                                      <p:cBhvr additive="base">
                                        <p:cTn id="7" dur="500" fill="hold"/>
                                        <p:tgtEl>
                                          <p:spTgt spid="18435"/>
                                        </p:tgtEl>
                                        <p:attrNameLst>
                                          <p:attrName>ppt_x</p:attrName>
                                        </p:attrNameLst>
                                      </p:cBhvr>
                                      <p:tavLst>
                                        <p:tav tm="0">
                                          <p:val>
                                            <p:strVal val="#ppt_x"/>
                                          </p:val>
                                        </p:tav>
                                        <p:tav tm="100000">
                                          <p:val>
                                            <p:strVal val="#ppt_x"/>
                                          </p:val>
                                        </p:tav>
                                      </p:tavLst>
                                    </p:anim>
                                    <p:anim calcmode="lin" valueType="num">
                                      <p:cBhvr additive="base">
                                        <p:cTn id="8" dur="500" fill="hold"/>
                                        <p:tgtEl>
                                          <p:spTgt spid="1843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8436"/>
                                        </p:tgtEl>
                                        <p:attrNameLst>
                                          <p:attrName>style.visibility</p:attrName>
                                        </p:attrNameLst>
                                      </p:cBhvr>
                                      <p:to>
                                        <p:strVal val="visible"/>
                                      </p:to>
                                    </p:set>
                                    <p:anim calcmode="lin" valueType="num">
                                      <p:cBhvr additive="base">
                                        <p:cTn id="13" dur="500" fill="hold"/>
                                        <p:tgtEl>
                                          <p:spTgt spid="18436"/>
                                        </p:tgtEl>
                                        <p:attrNameLst>
                                          <p:attrName>ppt_x</p:attrName>
                                        </p:attrNameLst>
                                      </p:cBhvr>
                                      <p:tavLst>
                                        <p:tav tm="0">
                                          <p:val>
                                            <p:strVal val="#ppt_x"/>
                                          </p:val>
                                        </p:tav>
                                        <p:tav tm="100000">
                                          <p:val>
                                            <p:strVal val="#ppt_x"/>
                                          </p:val>
                                        </p:tav>
                                      </p:tavLst>
                                    </p:anim>
                                    <p:anim calcmode="lin" valueType="num">
                                      <p:cBhvr additive="base">
                                        <p:cTn id="14" dur="500" fill="hold"/>
                                        <p:tgtEl>
                                          <p:spTgt spid="1843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8437"/>
                                        </p:tgtEl>
                                        <p:attrNameLst>
                                          <p:attrName>style.visibility</p:attrName>
                                        </p:attrNameLst>
                                      </p:cBhvr>
                                      <p:to>
                                        <p:strVal val="visible"/>
                                      </p:to>
                                    </p:set>
                                    <p:anim calcmode="lin" valueType="num">
                                      <p:cBhvr additive="base">
                                        <p:cTn id="19" dur="500" fill="hold"/>
                                        <p:tgtEl>
                                          <p:spTgt spid="18437"/>
                                        </p:tgtEl>
                                        <p:attrNameLst>
                                          <p:attrName>ppt_x</p:attrName>
                                        </p:attrNameLst>
                                      </p:cBhvr>
                                      <p:tavLst>
                                        <p:tav tm="0">
                                          <p:val>
                                            <p:strVal val="#ppt_x"/>
                                          </p:val>
                                        </p:tav>
                                        <p:tav tm="100000">
                                          <p:val>
                                            <p:strVal val="#ppt_x"/>
                                          </p:val>
                                        </p:tav>
                                      </p:tavLst>
                                    </p:anim>
                                    <p:anim calcmode="lin" valueType="num">
                                      <p:cBhvr additive="base">
                                        <p:cTn id="20" dur="500" fill="hold"/>
                                        <p:tgtEl>
                                          <p:spTgt spid="1843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A66A675B-8007-1BC4-C7FB-2F5CB053F48B}"/>
              </a:ext>
            </a:extLst>
          </p:cNvPr>
          <p:cNvSpPr>
            <a:spLocks noGrp="1" noChangeArrowheads="1"/>
          </p:cNvSpPr>
          <p:nvPr>
            <p:ph type="title"/>
          </p:nvPr>
        </p:nvSpPr>
        <p:spPr/>
        <p:txBody>
          <a:bodyPr/>
          <a:lstStyle/>
          <a:p>
            <a:pPr eaLnBrk="1" hangingPunct="1"/>
            <a:r>
              <a:rPr lang="en-GB" altLang="en-US" b="1"/>
              <a:t>Modality/Optionality</a:t>
            </a:r>
          </a:p>
        </p:txBody>
      </p:sp>
      <p:sp>
        <p:nvSpPr>
          <p:cNvPr id="1006595" name="Rectangle 3">
            <a:extLst>
              <a:ext uri="{FF2B5EF4-FFF2-40B4-BE49-F238E27FC236}">
                <a16:creationId xmlns:a16="http://schemas.microsoft.com/office/drawing/2014/main" id="{7A9E5F01-7C35-1565-9CF1-3D74E7553E38}"/>
              </a:ext>
            </a:extLst>
          </p:cNvPr>
          <p:cNvSpPr>
            <a:spLocks noGrp="1" noChangeArrowheads="1"/>
          </p:cNvSpPr>
          <p:nvPr>
            <p:ph idx="1"/>
          </p:nvPr>
        </p:nvSpPr>
        <p:spPr>
          <a:xfrm>
            <a:off x="355600" y="1143000"/>
            <a:ext cx="8305800" cy="1255713"/>
          </a:xfrm>
        </p:spPr>
        <p:txBody>
          <a:bodyPr/>
          <a:lstStyle/>
          <a:p>
            <a:pPr eaLnBrk="1" hangingPunct="1"/>
            <a:r>
              <a:rPr lang="en-US" altLang="en-US" sz="2000"/>
              <a:t>Some relationships are </a:t>
            </a:r>
            <a:r>
              <a:rPr lang="en-US" altLang="en-US" sz="2000" b="1"/>
              <a:t>mandatory</a:t>
            </a:r>
            <a:r>
              <a:rPr lang="en-US" altLang="en-US" sz="2000"/>
              <a:t> and some are </a:t>
            </a:r>
            <a:r>
              <a:rPr lang="en-US" altLang="en-US" sz="2000" b="1"/>
              <a:t>optional</a:t>
            </a:r>
          </a:p>
          <a:p>
            <a:pPr eaLnBrk="1" hangingPunct="1"/>
            <a:r>
              <a:rPr lang="en-US" altLang="en-US" sz="2000"/>
              <a:t>Minimum and maximum cardinality </a:t>
            </a:r>
            <a:r>
              <a:rPr lang="en-US" altLang="en-US" sz="2000" u="sng"/>
              <a:t>must</a:t>
            </a:r>
            <a:r>
              <a:rPr lang="en-US" altLang="en-US" sz="2000"/>
              <a:t> be specified</a:t>
            </a:r>
          </a:p>
          <a:p>
            <a:pPr lvl="1" eaLnBrk="1" hangingPunct="1">
              <a:buFontTx/>
              <a:buNone/>
            </a:pPr>
            <a:endParaRPr lang="en-US" altLang="en-US" sz="1600"/>
          </a:p>
        </p:txBody>
      </p:sp>
      <p:sp>
        <p:nvSpPr>
          <p:cNvPr id="1006609" name="Text Box 17">
            <a:extLst>
              <a:ext uri="{FF2B5EF4-FFF2-40B4-BE49-F238E27FC236}">
                <a16:creationId xmlns:a16="http://schemas.microsoft.com/office/drawing/2014/main" id="{01B4BB8B-55DD-364B-A001-87CCBE49D731}"/>
              </a:ext>
            </a:extLst>
          </p:cNvPr>
          <p:cNvSpPr txBox="1">
            <a:spLocks noChangeArrowheads="1"/>
          </p:cNvSpPr>
          <p:nvPr/>
        </p:nvSpPr>
        <p:spPr bwMode="auto">
          <a:xfrm>
            <a:off x="4740275" y="2486025"/>
            <a:ext cx="3235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600">
                <a:solidFill>
                  <a:srgbClr val="C04C73"/>
                </a:solidFill>
              </a:rPr>
              <a:t>Exactly one (</a:t>
            </a:r>
            <a:r>
              <a:rPr lang="en-GB" altLang="en-US" sz="1600" b="1">
                <a:solidFill>
                  <a:srgbClr val="C04C73"/>
                </a:solidFill>
              </a:rPr>
              <a:t>mandatory</a:t>
            </a:r>
            <a:r>
              <a:rPr lang="en-GB" altLang="en-US" sz="1600">
                <a:solidFill>
                  <a:srgbClr val="C04C73"/>
                </a:solidFill>
              </a:rPr>
              <a:t>)</a:t>
            </a:r>
          </a:p>
        </p:txBody>
      </p:sp>
      <p:sp>
        <p:nvSpPr>
          <p:cNvPr id="1006610" name="Line 18">
            <a:extLst>
              <a:ext uri="{FF2B5EF4-FFF2-40B4-BE49-F238E27FC236}">
                <a16:creationId xmlns:a16="http://schemas.microsoft.com/office/drawing/2014/main" id="{C74B14ED-1A05-379B-B567-7263A7824C63}"/>
              </a:ext>
            </a:extLst>
          </p:cNvPr>
          <p:cNvSpPr>
            <a:spLocks noChangeShapeType="1"/>
          </p:cNvSpPr>
          <p:nvPr/>
        </p:nvSpPr>
        <p:spPr bwMode="auto">
          <a:xfrm flipV="1">
            <a:off x="4835525" y="2749550"/>
            <a:ext cx="298450" cy="869950"/>
          </a:xfrm>
          <a:prstGeom prst="line">
            <a:avLst/>
          </a:prstGeom>
          <a:noFill/>
          <a:ln w="19050">
            <a:solidFill>
              <a:srgbClr val="C04C73"/>
            </a:solidFill>
            <a:prstDash val="sysDot"/>
            <a:round/>
            <a:headEnd type="triangl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006611" name="Text Box 19">
            <a:extLst>
              <a:ext uri="{FF2B5EF4-FFF2-40B4-BE49-F238E27FC236}">
                <a16:creationId xmlns:a16="http://schemas.microsoft.com/office/drawing/2014/main" id="{7107ECBD-85D9-E072-D6D3-5C219DD9258D}"/>
              </a:ext>
            </a:extLst>
          </p:cNvPr>
          <p:cNvSpPr txBox="1">
            <a:spLocks noChangeArrowheads="1"/>
          </p:cNvSpPr>
          <p:nvPr/>
        </p:nvSpPr>
        <p:spPr bwMode="auto">
          <a:xfrm>
            <a:off x="1565275" y="2486025"/>
            <a:ext cx="2816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600">
                <a:solidFill>
                  <a:srgbClr val="C04C73"/>
                </a:solidFill>
              </a:rPr>
              <a:t>Zero or more (</a:t>
            </a:r>
            <a:r>
              <a:rPr lang="en-GB" altLang="en-US" sz="1600" b="1">
                <a:solidFill>
                  <a:srgbClr val="C04C73"/>
                </a:solidFill>
              </a:rPr>
              <a:t>optional</a:t>
            </a:r>
            <a:r>
              <a:rPr lang="en-GB" altLang="en-US" sz="1600">
                <a:solidFill>
                  <a:srgbClr val="C04C73"/>
                </a:solidFill>
              </a:rPr>
              <a:t>)</a:t>
            </a:r>
          </a:p>
        </p:txBody>
      </p:sp>
      <p:sp>
        <p:nvSpPr>
          <p:cNvPr id="1006612" name="Line 20">
            <a:extLst>
              <a:ext uri="{FF2B5EF4-FFF2-40B4-BE49-F238E27FC236}">
                <a16:creationId xmlns:a16="http://schemas.microsoft.com/office/drawing/2014/main" id="{EF09DCE7-ABB7-A357-F4E6-F8D85D9289FD}"/>
              </a:ext>
            </a:extLst>
          </p:cNvPr>
          <p:cNvSpPr>
            <a:spLocks noChangeShapeType="1"/>
          </p:cNvSpPr>
          <p:nvPr/>
        </p:nvSpPr>
        <p:spPr bwMode="auto">
          <a:xfrm flipH="1" flipV="1">
            <a:off x="2847975" y="2762250"/>
            <a:ext cx="615950" cy="920750"/>
          </a:xfrm>
          <a:prstGeom prst="line">
            <a:avLst/>
          </a:prstGeom>
          <a:noFill/>
          <a:ln w="19050">
            <a:solidFill>
              <a:srgbClr val="C04C73"/>
            </a:solidFill>
            <a:prstDash val="sysDot"/>
            <a:round/>
            <a:headEnd type="triangl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1006614" name="Group 22">
            <a:extLst>
              <a:ext uri="{FF2B5EF4-FFF2-40B4-BE49-F238E27FC236}">
                <a16:creationId xmlns:a16="http://schemas.microsoft.com/office/drawing/2014/main" id="{AF6BFF09-209C-3B84-DAC0-7D030D919BA7}"/>
              </a:ext>
            </a:extLst>
          </p:cNvPr>
          <p:cNvGrpSpPr>
            <a:grpSpLocks/>
          </p:cNvGrpSpPr>
          <p:nvPr/>
        </p:nvGrpSpPr>
        <p:grpSpPr bwMode="auto">
          <a:xfrm>
            <a:off x="3238500" y="4324350"/>
            <a:ext cx="1714500" cy="368300"/>
            <a:chOff x="2120" y="2924"/>
            <a:chExt cx="1080" cy="232"/>
          </a:xfrm>
        </p:grpSpPr>
        <p:grpSp>
          <p:nvGrpSpPr>
            <p:cNvPr id="45078" name="Group 11">
              <a:extLst>
                <a:ext uri="{FF2B5EF4-FFF2-40B4-BE49-F238E27FC236}">
                  <a16:creationId xmlns:a16="http://schemas.microsoft.com/office/drawing/2014/main" id="{15AADCCF-5089-D62A-419B-73EC3A13F96B}"/>
                </a:ext>
              </a:extLst>
            </p:cNvPr>
            <p:cNvGrpSpPr>
              <a:grpSpLocks/>
            </p:cNvGrpSpPr>
            <p:nvPr/>
          </p:nvGrpSpPr>
          <p:grpSpPr bwMode="auto">
            <a:xfrm>
              <a:off x="2120" y="2924"/>
              <a:ext cx="1080" cy="232"/>
              <a:chOff x="2128" y="3068"/>
              <a:chExt cx="1080" cy="232"/>
            </a:xfrm>
          </p:grpSpPr>
          <p:sp>
            <p:nvSpPr>
              <p:cNvPr id="45082" name="Line 12">
                <a:extLst>
                  <a:ext uri="{FF2B5EF4-FFF2-40B4-BE49-F238E27FC236}">
                    <a16:creationId xmlns:a16="http://schemas.microsoft.com/office/drawing/2014/main" id="{C2D22D2F-5774-6CC5-FCF0-7F78081AFCB2}"/>
                  </a:ext>
                </a:extLst>
              </p:cNvPr>
              <p:cNvSpPr>
                <a:spLocks noChangeShapeType="1"/>
              </p:cNvSpPr>
              <p:nvPr/>
            </p:nvSpPr>
            <p:spPr bwMode="auto">
              <a:xfrm flipH="1">
                <a:off x="2128" y="3168"/>
                <a:ext cx="10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5083" name="Line 13">
                <a:extLst>
                  <a:ext uri="{FF2B5EF4-FFF2-40B4-BE49-F238E27FC236}">
                    <a16:creationId xmlns:a16="http://schemas.microsoft.com/office/drawing/2014/main" id="{F3A1A1FD-2CD8-1E95-F9A4-36A8CBBB2DA1}"/>
                  </a:ext>
                </a:extLst>
              </p:cNvPr>
              <p:cNvSpPr>
                <a:spLocks noChangeShapeType="1"/>
              </p:cNvSpPr>
              <p:nvPr/>
            </p:nvSpPr>
            <p:spPr bwMode="auto">
              <a:xfrm>
                <a:off x="2140" y="3068"/>
                <a:ext cx="124" cy="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5084" name="Line 14">
                <a:extLst>
                  <a:ext uri="{FF2B5EF4-FFF2-40B4-BE49-F238E27FC236}">
                    <a16:creationId xmlns:a16="http://schemas.microsoft.com/office/drawing/2014/main" id="{370473F8-D292-00F3-1B9A-D2138C0B098F}"/>
                  </a:ext>
                </a:extLst>
              </p:cNvPr>
              <p:cNvSpPr>
                <a:spLocks noChangeShapeType="1"/>
              </p:cNvSpPr>
              <p:nvPr/>
            </p:nvSpPr>
            <p:spPr bwMode="auto">
              <a:xfrm flipH="1">
                <a:off x="2132" y="3168"/>
                <a:ext cx="128" cy="1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45079" name="Line 15">
              <a:extLst>
                <a:ext uri="{FF2B5EF4-FFF2-40B4-BE49-F238E27FC236}">
                  <a16:creationId xmlns:a16="http://schemas.microsoft.com/office/drawing/2014/main" id="{681F044F-1AF7-CCB7-B4D7-DAFB73E64A6A}"/>
                </a:ext>
              </a:extLst>
            </p:cNvPr>
            <p:cNvSpPr>
              <a:spLocks noChangeShapeType="1"/>
            </p:cNvSpPr>
            <p:nvPr/>
          </p:nvSpPr>
          <p:spPr bwMode="auto">
            <a:xfrm>
              <a:off x="3120" y="2944"/>
              <a:ext cx="0"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5080" name="Oval 16">
              <a:extLst>
                <a:ext uri="{FF2B5EF4-FFF2-40B4-BE49-F238E27FC236}">
                  <a16:creationId xmlns:a16="http://schemas.microsoft.com/office/drawing/2014/main" id="{523FE078-EEBB-F0FA-05B8-3A0B0B8E17F1}"/>
                </a:ext>
              </a:extLst>
            </p:cNvPr>
            <p:cNvSpPr>
              <a:spLocks noChangeArrowheads="1"/>
            </p:cNvSpPr>
            <p:nvPr/>
          </p:nvSpPr>
          <p:spPr bwMode="auto">
            <a:xfrm>
              <a:off x="3040" y="2992"/>
              <a:ext cx="80" cy="72"/>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5081" name="Line 21">
              <a:extLst>
                <a:ext uri="{FF2B5EF4-FFF2-40B4-BE49-F238E27FC236}">
                  <a16:creationId xmlns:a16="http://schemas.microsoft.com/office/drawing/2014/main" id="{33D52F0B-232B-15C2-BF96-94D235D05B12}"/>
                </a:ext>
              </a:extLst>
            </p:cNvPr>
            <p:cNvSpPr>
              <a:spLocks noChangeShapeType="1"/>
            </p:cNvSpPr>
            <p:nvPr/>
          </p:nvSpPr>
          <p:spPr bwMode="auto">
            <a:xfrm>
              <a:off x="2256" y="2936"/>
              <a:ext cx="0"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1006615" name="Text Box 23">
            <a:extLst>
              <a:ext uri="{FF2B5EF4-FFF2-40B4-BE49-F238E27FC236}">
                <a16:creationId xmlns:a16="http://schemas.microsoft.com/office/drawing/2014/main" id="{3AC74D93-B355-88DC-1388-8A20313703B0}"/>
              </a:ext>
            </a:extLst>
          </p:cNvPr>
          <p:cNvSpPr txBox="1">
            <a:spLocks noChangeArrowheads="1"/>
          </p:cNvSpPr>
          <p:nvPr/>
        </p:nvSpPr>
        <p:spPr bwMode="auto">
          <a:xfrm>
            <a:off x="1565275" y="5191125"/>
            <a:ext cx="30829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600">
                <a:solidFill>
                  <a:srgbClr val="C04C73"/>
                </a:solidFill>
              </a:rPr>
              <a:t>One or more (</a:t>
            </a:r>
            <a:r>
              <a:rPr lang="en-GB" altLang="en-US" sz="1600" b="1">
                <a:solidFill>
                  <a:srgbClr val="C04C73"/>
                </a:solidFill>
              </a:rPr>
              <a:t>mandatory</a:t>
            </a:r>
            <a:r>
              <a:rPr lang="en-GB" altLang="en-US" sz="1600">
                <a:solidFill>
                  <a:srgbClr val="C04C73"/>
                </a:solidFill>
              </a:rPr>
              <a:t>)</a:t>
            </a:r>
          </a:p>
        </p:txBody>
      </p:sp>
      <p:sp>
        <p:nvSpPr>
          <p:cNvPr id="1006616" name="Line 24">
            <a:extLst>
              <a:ext uri="{FF2B5EF4-FFF2-40B4-BE49-F238E27FC236}">
                <a16:creationId xmlns:a16="http://schemas.microsoft.com/office/drawing/2014/main" id="{4B9ED810-46EE-4361-87A9-C34394EDB1DD}"/>
              </a:ext>
            </a:extLst>
          </p:cNvPr>
          <p:cNvSpPr>
            <a:spLocks noChangeShapeType="1"/>
          </p:cNvSpPr>
          <p:nvPr/>
        </p:nvSpPr>
        <p:spPr bwMode="auto">
          <a:xfrm flipV="1">
            <a:off x="2968625" y="4654550"/>
            <a:ext cx="412750" cy="539750"/>
          </a:xfrm>
          <a:prstGeom prst="line">
            <a:avLst/>
          </a:prstGeom>
          <a:noFill/>
          <a:ln w="19050">
            <a:solidFill>
              <a:srgbClr val="C04C73"/>
            </a:solidFill>
            <a:prstDash val="sysDot"/>
            <a:round/>
            <a:headEnd type="non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1006617" name="Text Box 25">
            <a:extLst>
              <a:ext uri="{FF2B5EF4-FFF2-40B4-BE49-F238E27FC236}">
                <a16:creationId xmlns:a16="http://schemas.microsoft.com/office/drawing/2014/main" id="{BCDD5082-0748-E873-5DD0-0B475052512F}"/>
              </a:ext>
            </a:extLst>
          </p:cNvPr>
          <p:cNvSpPr txBox="1">
            <a:spLocks noChangeArrowheads="1"/>
          </p:cNvSpPr>
          <p:nvPr/>
        </p:nvSpPr>
        <p:spPr bwMode="auto">
          <a:xfrm>
            <a:off x="4740275" y="5191125"/>
            <a:ext cx="2854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600">
                <a:solidFill>
                  <a:srgbClr val="C04C73"/>
                </a:solidFill>
              </a:rPr>
              <a:t>Zero or one (</a:t>
            </a:r>
            <a:r>
              <a:rPr lang="en-GB" altLang="en-US" sz="1600" b="1">
                <a:solidFill>
                  <a:srgbClr val="C04C73"/>
                </a:solidFill>
              </a:rPr>
              <a:t>optional</a:t>
            </a:r>
            <a:r>
              <a:rPr lang="en-GB" altLang="en-US" sz="1600">
                <a:solidFill>
                  <a:srgbClr val="C04C73"/>
                </a:solidFill>
              </a:rPr>
              <a:t>)</a:t>
            </a:r>
          </a:p>
        </p:txBody>
      </p:sp>
      <p:sp>
        <p:nvSpPr>
          <p:cNvPr id="1006618" name="Line 26">
            <a:extLst>
              <a:ext uri="{FF2B5EF4-FFF2-40B4-BE49-F238E27FC236}">
                <a16:creationId xmlns:a16="http://schemas.microsoft.com/office/drawing/2014/main" id="{727DF2D2-AD71-987C-4B5C-F3310BEC8571}"/>
              </a:ext>
            </a:extLst>
          </p:cNvPr>
          <p:cNvSpPr>
            <a:spLocks noChangeShapeType="1"/>
          </p:cNvSpPr>
          <p:nvPr/>
        </p:nvSpPr>
        <p:spPr bwMode="auto">
          <a:xfrm>
            <a:off x="4772025" y="4635500"/>
            <a:ext cx="374650" cy="527050"/>
          </a:xfrm>
          <a:prstGeom prst="line">
            <a:avLst/>
          </a:prstGeom>
          <a:noFill/>
          <a:ln w="19050">
            <a:solidFill>
              <a:srgbClr val="C04C73"/>
            </a:solidFill>
            <a:prstDash val="sysDot"/>
            <a:round/>
            <a:headEnd type="triangle"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10" name="Group 9">
            <a:extLst>
              <a:ext uri="{FF2B5EF4-FFF2-40B4-BE49-F238E27FC236}">
                <a16:creationId xmlns:a16="http://schemas.microsoft.com/office/drawing/2014/main" id="{8D9665D8-202F-3ACA-D88C-174AF21A6B01}"/>
              </a:ext>
            </a:extLst>
          </p:cNvPr>
          <p:cNvGrpSpPr>
            <a:grpSpLocks/>
          </p:cNvGrpSpPr>
          <p:nvPr/>
        </p:nvGrpSpPr>
        <p:grpSpPr bwMode="auto">
          <a:xfrm>
            <a:off x="3225800" y="3600450"/>
            <a:ext cx="1714500" cy="368300"/>
            <a:chOff x="3225800" y="3600450"/>
            <a:chExt cx="1714500" cy="368300"/>
          </a:xfrm>
        </p:grpSpPr>
        <p:grpSp>
          <p:nvGrpSpPr>
            <p:cNvPr id="45070" name="Group 4">
              <a:extLst>
                <a:ext uri="{FF2B5EF4-FFF2-40B4-BE49-F238E27FC236}">
                  <a16:creationId xmlns:a16="http://schemas.microsoft.com/office/drawing/2014/main" id="{84278F49-9CFC-810B-46D8-2C8FC0688363}"/>
                </a:ext>
              </a:extLst>
            </p:cNvPr>
            <p:cNvGrpSpPr>
              <a:grpSpLocks/>
            </p:cNvGrpSpPr>
            <p:nvPr/>
          </p:nvGrpSpPr>
          <p:grpSpPr bwMode="auto">
            <a:xfrm>
              <a:off x="3225800" y="3600450"/>
              <a:ext cx="1714500" cy="368300"/>
              <a:chOff x="2128" y="3068"/>
              <a:chExt cx="1080" cy="232"/>
            </a:xfrm>
          </p:grpSpPr>
          <p:grpSp>
            <p:nvGrpSpPr>
              <p:cNvPr id="45072" name="Group 5">
                <a:extLst>
                  <a:ext uri="{FF2B5EF4-FFF2-40B4-BE49-F238E27FC236}">
                    <a16:creationId xmlns:a16="http://schemas.microsoft.com/office/drawing/2014/main" id="{D3EEF2AF-B869-850A-92CA-41E5C723B870}"/>
                  </a:ext>
                </a:extLst>
              </p:cNvPr>
              <p:cNvGrpSpPr>
                <a:grpSpLocks/>
              </p:cNvGrpSpPr>
              <p:nvPr/>
            </p:nvGrpSpPr>
            <p:grpSpPr bwMode="auto">
              <a:xfrm>
                <a:off x="2128" y="3068"/>
                <a:ext cx="1080" cy="232"/>
                <a:chOff x="2128" y="3068"/>
                <a:chExt cx="1080" cy="232"/>
              </a:xfrm>
            </p:grpSpPr>
            <p:sp>
              <p:nvSpPr>
                <p:cNvPr id="45075" name="Line 6">
                  <a:extLst>
                    <a:ext uri="{FF2B5EF4-FFF2-40B4-BE49-F238E27FC236}">
                      <a16:creationId xmlns:a16="http://schemas.microsoft.com/office/drawing/2014/main" id="{F82CBF5F-1AC1-5F91-FEC3-C558E88E370F}"/>
                    </a:ext>
                  </a:extLst>
                </p:cNvPr>
                <p:cNvSpPr>
                  <a:spLocks noChangeShapeType="1"/>
                </p:cNvSpPr>
                <p:nvPr/>
              </p:nvSpPr>
              <p:spPr bwMode="auto">
                <a:xfrm flipH="1">
                  <a:off x="2128" y="3168"/>
                  <a:ext cx="10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5076" name="Line 7">
                  <a:extLst>
                    <a:ext uri="{FF2B5EF4-FFF2-40B4-BE49-F238E27FC236}">
                      <a16:creationId xmlns:a16="http://schemas.microsoft.com/office/drawing/2014/main" id="{56909E4B-0A4E-A5F0-D304-539326EEEE33}"/>
                    </a:ext>
                  </a:extLst>
                </p:cNvPr>
                <p:cNvSpPr>
                  <a:spLocks noChangeShapeType="1"/>
                </p:cNvSpPr>
                <p:nvPr/>
              </p:nvSpPr>
              <p:spPr bwMode="auto">
                <a:xfrm>
                  <a:off x="2140" y="3068"/>
                  <a:ext cx="124" cy="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5077" name="Line 8">
                  <a:extLst>
                    <a:ext uri="{FF2B5EF4-FFF2-40B4-BE49-F238E27FC236}">
                      <a16:creationId xmlns:a16="http://schemas.microsoft.com/office/drawing/2014/main" id="{4562BC33-639D-BA81-BDE1-ABBA56DDD64C}"/>
                    </a:ext>
                  </a:extLst>
                </p:cNvPr>
                <p:cNvSpPr>
                  <a:spLocks noChangeShapeType="1"/>
                </p:cNvSpPr>
                <p:nvPr/>
              </p:nvSpPr>
              <p:spPr bwMode="auto">
                <a:xfrm flipH="1">
                  <a:off x="2132" y="3168"/>
                  <a:ext cx="128" cy="1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45073" name="Line 9">
                <a:extLst>
                  <a:ext uri="{FF2B5EF4-FFF2-40B4-BE49-F238E27FC236}">
                    <a16:creationId xmlns:a16="http://schemas.microsoft.com/office/drawing/2014/main" id="{8AA733B0-1872-CE92-ACB4-477D7C24507F}"/>
                  </a:ext>
                </a:extLst>
              </p:cNvPr>
              <p:cNvSpPr>
                <a:spLocks noChangeShapeType="1"/>
              </p:cNvSpPr>
              <p:nvPr/>
            </p:nvSpPr>
            <p:spPr bwMode="auto">
              <a:xfrm>
                <a:off x="3128" y="3088"/>
                <a:ext cx="0"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5074" name="Oval 10">
                <a:extLst>
                  <a:ext uri="{FF2B5EF4-FFF2-40B4-BE49-F238E27FC236}">
                    <a16:creationId xmlns:a16="http://schemas.microsoft.com/office/drawing/2014/main" id="{96E5A7EB-68CD-E8F0-8795-6B8BAC634EF9}"/>
                  </a:ext>
                </a:extLst>
              </p:cNvPr>
              <p:cNvSpPr>
                <a:spLocks noChangeArrowheads="1"/>
              </p:cNvSpPr>
              <p:nvPr/>
            </p:nvSpPr>
            <p:spPr bwMode="auto">
              <a:xfrm>
                <a:off x="2264" y="3136"/>
                <a:ext cx="80" cy="72"/>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cxnSp>
          <p:nvCxnSpPr>
            <p:cNvPr id="45071" name="Straight Connector 2">
              <a:extLst>
                <a:ext uri="{FF2B5EF4-FFF2-40B4-BE49-F238E27FC236}">
                  <a16:creationId xmlns:a16="http://schemas.microsoft.com/office/drawing/2014/main" id="{9A673B4C-443A-8827-7E17-387F1B355875}"/>
                </a:ext>
              </a:extLst>
            </p:cNvPr>
            <p:cNvCxnSpPr>
              <a:cxnSpLocks noChangeShapeType="1"/>
            </p:cNvCxnSpPr>
            <p:nvPr/>
          </p:nvCxnSpPr>
          <p:spPr bwMode="auto">
            <a:xfrm>
              <a:off x="4747796" y="3632200"/>
              <a:ext cx="0" cy="336550"/>
            </a:xfrm>
            <a:prstGeom prst="line">
              <a:avLst/>
            </a:prstGeom>
            <a:no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 name="Rectangle 1">
            <a:extLst>
              <a:ext uri="{FF2B5EF4-FFF2-40B4-BE49-F238E27FC236}">
                <a16:creationId xmlns:a16="http://schemas.microsoft.com/office/drawing/2014/main" id="{CDCDAFB7-2FA7-8811-DBC8-B06352F88BFB}"/>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006595">
                                            <p:txEl>
                                              <p:pRg st="0" end="0"/>
                                            </p:txEl>
                                          </p:spTgt>
                                        </p:tgtEl>
                                        <p:attrNameLst>
                                          <p:attrName>style.visibility</p:attrName>
                                        </p:attrNameLst>
                                      </p:cBhvr>
                                      <p:to>
                                        <p:strVal val="visible"/>
                                      </p:to>
                                    </p:set>
                                    <p:anim calcmode="discrete" valueType="clr">
                                      <p:cBhvr override="childStyle">
                                        <p:cTn id="7" dur="80"/>
                                        <p:tgtEl>
                                          <p:spTgt spid="100659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006595">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1006595">
                                            <p:txEl>
                                              <p:pRg st="0" end="0"/>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1006595">
                                            <p:txEl>
                                              <p:pRg st="1" end="1"/>
                                            </p:txEl>
                                          </p:spTgt>
                                        </p:tgtEl>
                                        <p:attrNameLst>
                                          <p:attrName>style.visibility</p:attrName>
                                        </p:attrNameLst>
                                      </p:cBhvr>
                                      <p:to>
                                        <p:strVal val="visible"/>
                                      </p:to>
                                    </p:set>
                                    <p:anim calcmode="discrete" valueType="clr">
                                      <p:cBhvr override="childStyle">
                                        <p:cTn id="14" dur="80"/>
                                        <p:tgtEl>
                                          <p:spTgt spid="100659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006595">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1006595">
                                            <p:txEl>
                                              <p:pRg st="1" end="1"/>
                                            </p:txEl>
                                          </p:spTgt>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7" presetClass="entr" presetSubtype="0" fill="hold" grpId="0" nodeType="clickEffect">
                                  <p:stCondLst>
                                    <p:cond delay="0"/>
                                  </p:stCondLst>
                                  <p:iterate type="lt">
                                    <p:tmPct val="50000"/>
                                  </p:iterate>
                                  <p:childTnLst>
                                    <p:set>
                                      <p:cBhvr>
                                        <p:cTn id="25" dur="1" fill="hold">
                                          <p:stCondLst>
                                            <p:cond delay="0"/>
                                          </p:stCondLst>
                                        </p:cTn>
                                        <p:tgtEl>
                                          <p:spTgt spid="1006611"/>
                                        </p:tgtEl>
                                        <p:attrNameLst>
                                          <p:attrName>style.visibility</p:attrName>
                                        </p:attrNameLst>
                                      </p:cBhvr>
                                      <p:to>
                                        <p:strVal val="visible"/>
                                      </p:to>
                                    </p:set>
                                    <p:anim calcmode="discrete" valueType="clr">
                                      <p:cBhvr override="childStyle">
                                        <p:cTn id="26" dur="80"/>
                                        <p:tgtEl>
                                          <p:spTgt spid="1006611"/>
                                        </p:tgtEl>
                                        <p:attrNameLst>
                                          <p:attrName>style.color</p:attrName>
                                        </p:attrNameLst>
                                      </p:cBhvr>
                                      <p:tavLst>
                                        <p:tav tm="0">
                                          <p:val>
                                            <p:clrVal>
                                              <a:schemeClr val="accent2"/>
                                            </p:clrVal>
                                          </p:val>
                                        </p:tav>
                                        <p:tav tm="50000">
                                          <p:val>
                                            <p:clrVal>
                                              <a:schemeClr val="hlink"/>
                                            </p:clrVal>
                                          </p:val>
                                        </p:tav>
                                      </p:tavLst>
                                    </p:anim>
                                    <p:anim calcmode="discrete" valueType="clr">
                                      <p:cBhvr>
                                        <p:cTn id="27" dur="80"/>
                                        <p:tgtEl>
                                          <p:spTgt spid="1006611"/>
                                        </p:tgtEl>
                                        <p:attrNameLst>
                                          <p:attrName>fillcolor</p:attrName>
                                        </p:attrNameLst>
                                      </p:cBhvr>
                                      <p:tavLst>
                                        <p:tav tm="0">
                                          <p:val>
                                            <p:clrVal>
                                              <a:schemeClr val="accent2"/>
                                            </p:clrVal>
                                          </p:val>
                                        </p:tav>
                                        <p:tav tm="50000">
                                          <p:val>
                                            <p:clrVal>
                                              <a:schemeClr val="hlink"/>
                                            </p:clrVal>
                                          </p:val>
                                        </p:tav>
                                      </p:tavLst>
                                    </p:anim>
                                    <p:set>
                                      <p:cBhvr>
                                        <p:cTn id="28" dur="80"/>
                                        <p:tgtEl>
                                          <p:spTgt spid="1006611"/>
                                        </p:tgtEl>
                                        <p:attrNameLst>
                                          <p:attrName>fill.type</p:attrName>
                                        </p:attrNameLst>
                                      </p:cBhvr>
                                      <p:to>
                                        <p:strVal val="solid"/>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1006612"/>
                                        </p:tgtEl>
                                        <p:attrNameLst>
                                          <p:attrName>style.visibility</p:attrName>
                                        </p:attrNameLst>
                                      </p:cBhvr>
                                      <p:to>
                                        <p:strVal val="visible"/>
                                      </p:to>
                                    </p:set>
                                    <p:animEffect transition="in" filter="wipe(up)">
                                      <p:cBhvr>
                                        <p:cTn id="33" dur="500"/>
                                        <p:tgtEl>
                                          <p:spTgt spid="100661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7" presetClass="entr" presetSubtype="0" fill="hold" grpId="0" nodeType="clickEffect">
                                  <p:stCondLst>
                                    <p:cond delay="0"/>
                                  </p:stCondLst>
                                  <p:iterate type="lt">
                                    <p:tmPct val="50000"/>
                                  </p:iterate>
                                  <p:childTnLst>
                                    <p:set>
                                      <p:cBhvr>
                                        <p:cTn id="37" dur="1" fill="hold">
                                          <p:stCondLst>
                                            <p:cond delay="0"/>
                                          </p:stCondLst>
                                        </p:cTn>
                                        <p:tgtEl>
                                          <p:spTgt spid="1006609"/>
                                        </p:tgtEl>
                                        <p:attrNameLst>
                                          <p:attrName>style.visibility</p:attrName>
                                        </p:attrNameLst>
                                      </p:cBhvr>
                                      <p:to>
                                        <p:strVal val="visible"/>
                                      </p:to>
                                    </p:set>
                                    <p:anim calcmode="discrete" valueType="clr">
                                      <p:cBhvr override="childStyle">
                                        <p:cTn id="38" dur="80"/>
                                        <p:tgtEl>
                                          <p:spTgt spid="1006609"/>
                                        </p:tgtEl>
                                        <p:attrNameLst>
                                          <p:attrName>style.color</p:attrName>
                                        </p:attrNameLst>
                                      </p:cBhvr>
                                      <p:tavLst>
                                        <p:tav tm="0">
                                          <p:val>
                                            <p:clrVal>
                                              <a:schemeClr val="accent2"/>
                                            </p:clrVal>
                                          </p:val>
                                        </p:tav>
                                        <p:tav tm="50000">
                                          <p:val>
                                            <p:clrVal>
                                              <a:schemeClr val="hlink"/>
                                            </p:clrVal>
                                          </p:val>
                                        </p:tav>
                                      </p:tavLst>
                                    </p:anim>
                                    <p:anim calcmode="discrete" valueType="clr">
                                      <p:cBhvr>
                                        <p:cTn id="39" dur="80"/>
                                        <p:tgtEl>
                                          <p:spTgt spid="1006609"/>
                                        </p:tgtEl>
                                        <p:attrNameLst>
                                          <p:attrName>fillcolor</p:attrName>
                                        </p:attrNameLst>
                                      </p:cBhvr>
                                      <p:tavLst>
                                        <p:tav tm="0">
                                          <p:val>
                                            <p:clrVal>
                                              <a:schemeClr val="accent2"/>
                                            </p:clrVal>
                                          </p:val>
                                        </p:tav>
                                        <p:tav tm="50000">
                                          <p:val>
                                            <p:clrVal>
                                              <a:schemeClr val="hlink"/>
                                            </p:clrVal>
                                          </p:val>
                                        </p:tav>
                                      </p:tavLst>
                                    </p:anim>
                                    <p:set>
                                      <p:cBhvr>
                                        <p:cTn id="40" dur="80"/>
                                        <p:tgtEl>
                                          <p:spTgt spid="1006609"/>
                                        </p:tgtEl>
                                        <p:attrNameLst>
                                          <p:attrName>fill.type</p:attrName>
                                        </p:attrNameLst>
                                      </p:cBhvr>
                                      <p:to>
                                        <p:strVal val="solid"/>
                                      </p:to>
                                    </p:set>
                                  </p:childTnLst>
                                </p:cTn>
                              </p:par>
                            </p:childTnLst>
                          </p:cTn>
                        </p:par>
                        <p:par>
                          <p:cTn id="41" fill="hold" nodeType="afterGroup">
                            <p:stCondLst>
                              <p:cond delay="880"/>
                            </p:stCondLst>
                            <p:childTnLst>
                              <p:par>
                                <p:cTn id="42" presetID="22" presetClass="entr" presetSubtype="1" fill="hold" nodeType="afterEffect">
                                  <p:stCondLst>
                                    <p:cond delay="0"/>
                                  </p:stCondLst>
                                  <p:childTnLst>
                                    <p:set>
                                      <p:cBhvr>
                                        <p:cTn id="43" dur="1" fill="hold">
                                          <p:stCondLst>
                                            <p:cond delay="0"/>
                                          </p:stCondLst>
                                        </p:cTn>
                                        <p:tgtEl>
                                          <p:spTgt spid="1006610"/>
                                        </p:tgtEl>
                                        <p:attrNameLst>
                                          <p:attrName>style.visibility</p:attrName>
                                        </p:attrNameLst>
                                      </p:cBhvr>
                                      <p:to>
                                        <p:strVal val="visible"/>
                                      </p:to>
                                    </p:set>
                                    <p:animEffect transition="in" filter="wipe(up)">
                                      <p:cBhvr>
                                        <p:cTn id="44" dur="500"/>
                                        <p:tgtEl>
                                          <p:spTgt spid="1006610"/>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0" presetClass="entr" presetSubtype="0" fill="hold" nodeType="clickEffect">
                                  <p:stCondLst>
                                    <p:cond delay="0"/>
                                  </p:stCondLst>
                                  <p:childTnLst>
                                    <p:set>
                                      <p:cBhvr>
                                        <p:cTn id="48" dur="1" fill="hold">
                                          <p:stCondLst>
                                            <p:cond delay="0"/>
                                          </p:stCondLst>
                                        </p:cTn>
                                        <p:tgtEl>
                                          <p:spTgt spid="1006614"/>
                                        </p:tgtEl>
                                        <p:attrNameLst>
                                          <p:attrName>style.visibility</p:attrName>
                                        </p:attrNameLst>
                                      </p:cBhvr>
                                      <p:to>
                                        <p:strVal val="visible"/>
                                      </p:to>
                                    </p:set>
                                    <p:animEffect transition="in" filter="fade">
                                      <p:cBhvr>
                                        <p:cTn id="49" dur="2000"/>
                                        <p:tgtEl>
                                          <p:spTgt spid="1006614"/>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7" presetClass="entr" presetSubtype="0" fill="hold" grpId="0" nodeType="clickEffect">
                                  <p:stCondLst>
                                    <p:cond delay="0"/>
                                  </p:stCondLst>
                                  <p:iterate type="lt">
                                    <p:tmPct val="50000"/>
                                  </p:iterate>
                                  <p:childTnLst>
                                    <p:set>
                                      <p:cBhvr>
                                        <p:cTn id="53" dur="1" fill="hold">
                                          <p:stCondLst>
                                            <p:cond delay="0"/>
                                          </p:stCondLst>
                                        </p:cTn>
                                        <p:tgtEl>
                                          <p:spTgt spid="1006615"/>
                                        </p:tgtEl>
                                        <p:attrNameLst>
                                          <p:attrName>style.visibility</p:attrName>
                                        </p:attrNameLst>
                                      </p:cBhvr>
                                      <p:to>
                                        <p:strVal val="visible"/>
                                      </p:to>
                                    </p:set>
                                    <p:anim calcmode="discrete" valueType="clr">
                                      <p:cBhvr override="childStyle">
                                        <p:cTn id="54" dur="80"/>
                                        <p:tgtEl>
                                          <p:spTgt spid="1006615"/>
                                        </p:tgtEl>
                                        <p:attrNameLst>
                                          <p:attrName>style.color</p:attrName>
                                        </p:attrNameLst>
                                      </p:cBhvr>
                                      <p:tavLst>
                                        <p:tav tm="0">
                                          <p:val>
                                            <p:clrVal>
                                              <a:schemeClr val="accent2"/>
                                            </p:clrVal>
                                          </p:val>
                                        </p:tav>
                                        <p:tav tm="50000">
                                          <p:val>
                                            <p:clrVal>
                                              <a:schemeClr val="hlink"/>
                                            </p:clrVal>
                                          </p:val>
                                        </p:tav>
                                      </p:tavLst>
                                    </p:anim>
                                    <p:anim calcmode="discrete" valueType="clr">
                                      <p:cBhvr>
                                        <p:cTn id="55" dur="80"/>
                                        <p:tgtEl>
                                          <p:spTgt spid="1006615"/>
                                        </p:tgtEl>
                                        <p:attrNameLst>
                                          <p:attrName>fillcolor</p:attrName>
                                        </p:attrNameLst>
                                      </p:cBhvr>
                                      <p:tavLst>
                                        <p:tav tm="0">
                                          <p:val>
                                            <p:clrVal>
                                              <a:schemeClr val="accent2"/>
                                            </p:clrVal>
                                          </p:val>
                                        </p:tav>
                                        <p:tav tm="50000">
                                          <p:val>
                                            <p:clrVal>
                                              <a:schemeClr val="hlink"/>
                                            </p:clrVal>
                                          </p:val>
                                        </p:tav>
                                      </p:tavLst>
                                    </p:anim>
                                    <p:set>
                                      <p:cBhvr>
                                        <p:cTn id="56" dur="80"/>
                                        <p:tgtEl>
                                          <p:spTgt spid="1006615"/>
                                        </p:tgtEl>
                                        <p:attrNameLst>
                                          <p:attrName>fill.type</p:attrName>
                                        </p:attrNameLst>
                                      </p:cBhvr>
                                      <p:to>
                                        <p:strVal val="solid"/>
                                      </p:to>
                                    </p:set>
                                  </p:childTnLst>
                                </p:cTn>
                              </p:par>
                            </p:childTnLst>
                          </p:cTn>
                        </p:par>
                        <p:par>
                          <p:cTn id="57" fill="hold" nodeType="afterGroup">
                            <p:stCondLst>
                              <p:cond delay="840"/>
                            </p:stCondLst>
                            <p:childTnLst>
                              <p:par>
                                <p:cTn id="58" presetID="22" presetClass="entr" presetSubtype="4" fill="hold" nodeType="afterEffect">
                                  <p:stCondLst>
                                    <p:cond delay="0"/>
                                  </p:stCondLst>
                                  <p:childTnLst>
                                    <p:set>
                                      <p:cBhvr>
                                        <p:cTn id="59" dur="1" fill="hold">
                                          <p:stCondLst>
                                            <p:cond delay="0"/>
                                          </p:stCondLst>
                                        </p:cTn>
                                        <p:tgtEl>
                                          <p:spTgt spid="1006616"/>
                                        </p:tgtEl>
                                        <p:attrNameLst>
                                          <p:attrName>style.visibility</p:attrName>
                                        </p:attrNameLst>
                                      </p:cBhvr>
                                      <p:to>
                                        <p:strVal val="visible"/>
                                      </p:to>
                                    </p:set>
                                    <p:animEffect transition="in" filter="wipe(down)">
                                      <p:cBhvr>
                                        <p:cTn id="60" dur="500"/>
                                        <p:tgtEl>
                                          <p:spTgt spid="100661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7" presetClass="entr" presetSubtype="0" fill="hold" grpId="0" nodeType="clickEffect">
                                  <p:stCondLst>
                                    <p:cond delay="0"/>
                                  </p:stCondLst>
                                  <p:iterate type="lt">
                                    <p:tmPct val="50000"/>
                                  </p:iterate>
                                  <p:childTnLst>
                                    <p:set>
                                      <p:cBhvr>
                                        <p:cTn id="64" dur="1" fill="hold">
                                          <p:stCondLst>
                                            <p:cond delay="0"/>
                                          </p:stCondLst>
                                        </p:cTn>
                                        <p:tgtEl>
                                          <p:spTgt spid="1006617"/>
                                        </p:tgtEl>
                                        <p:attrNameLst>
                                          <p:attrName>style.visibility</p:attrName>
                                        </p:attrNameLst>
                                      </p:cBhvr>
                                      <p:to>
                                        <p:strVal val="visible"/>
                                      </p:to>
                                    </p:set>
                                    <p:anim calcmode="discrete" valueType="clr">
                                      <p:cBhvr override="childStyle">
                                        <p:cTn id="65" dur="80"/>
                                        <p:tgtEl>
                                          <p:spTgt spid="1006617"/>
                                        </p:tgtEl>
                                        <p:attrNameLst>
                                          <p:attrName>style.color</p:attrName>
                                        </p:attrNameLst>
                                      </p:cBhvr>
                                      <p:tavLst>
                                        <p:tav tm="0">
                                          <p:val>
                                            <p:clrVal>
                                              <a:schemeClr val="accent2"/>
                                            </p:clrVal>
                                          </p:val>
                                        </p:tav>
                                        <p:tav tm="50000">
                                          <p:val>
                                            <p:clrVal>
                                              <a:schemeClr val="hlink"/>
                                            </p:clrVal>
                                          </p:val>
                                        </p:tav>
                                      </p:tavLst>
                                    </p:anim>
                                    <p:anim calcmode="discrete" valueType="clr">
                                      <p:cBhvr>
                                        <p:cTn id="66" dur="80"/>
                                        <p:tgtEl>
                                          <p:spTgt spid="1006617"/>
                                        </p:tgtEl>
                                        <p:attrNameLst>
                                          <p:attrName>fillcolor</p:attrName>
                                        </p:attrNameLst>
                                      </p:cBhvr>
                                      <p:tavLst>
                                        <p:tav tm="0">
                                          <p:val>
                                            <p:clrVal>
                                              <a:schemeClr val="accent2"/>
                                            </p:clrVal>
                                          </p:val>
                                        </p:tav>
                                        <p:tav tm="50000">
                                          <p:val>
                                            <p:clrVal>
                                              <a:schemeClr val="hlink"/>
                                            </p:clrVal>
                                          </p:val>
                                        </p:tav>
                                      </p:tavLst>
                                    </p:anim>
                                    <p:set>
                                      <p:cBhvr>
                                        <p:cTn id="67" dur="80"/>
                                        <p:tgtEl>
                                          <p:spTgt spid="1006617"/>
                                        </p:tgtEl>
                                        <p:attrNameLst>
                                          <p:attrName>fill.type</p:attrName>
                                        </p:attrNameLst>
                                      </p:cBhvr>
                                      <p:to>
                                        <p:strVal val="solid"/>
                                      </p:to>
                                    </p:set>
                                  </p:childTnLst>
                                </p:cTn>
                              </p:par>
                            </p:childTnLst>
                          </p:cTn>
                        </p:par>
                        <p:par>
                          <p:cTn id="68" fill="hold" nodeType="afterGroup">
                            <p:stCondLst>
                              <p:cond delay="800"/>
                            </p:stCondLst>
                            <p:childTnLst>
                              <p:par>
                                <p:cTn id="69" presetID="22" presetClass="entr" presetSubtype="4" fill="hold" nodeType="afterEffect">
                                  <p:stCondLst>
                                    <p:cond delay="0"/>
                                  </p:stCondLst>
                                  <p:childTnLst>
                                    <p:set>
                                      <p:cBhvr>
                                        <p:cTn id="70" dur="1" fill="hold">
                                          <p:stCondLst>
                                            <p:cond delay="0"/>
                                          </p:stCondLst>
                                        </p:cTn>
                                        <p:tgtEl>
                                          <p:spTgt spid="1006618"/>
                                        </p:tgtEl>
                                        <p:attrNameLst>
                                          <p:attrName>style.visibility</p:attrName>
                                        </p:attrNameLst>
                                      </p:cBhvr>
                                      <p:to>
                                        <p:strVal val="visible"/>
                                      </p:to>
                                    </p:set>
                                    <p:animEffect transition="in" filter="wipe(down)">
                                      <p:cBhvr>
                                        <p:cTn id="71" dur="500"/>
                                        <p:tgtEl>
                                          <p:spTgt spid="1006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6595" grpId="0" build="p"/>
      <p:bldP spid="1006609" grpId="0"/>
      <p:bldP spid="1006611" grpId="0"/>
      <p:bldP spid="1006615" grpId="0"/>
      <p:bldP spid="100661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387D8E4-F489-2426-8818-B1A640E731CB}"/>
              </a:ext>
            </a:extLst>
          </p:cNvPr>
          <p:cNvSpPr>
            <a:spLocks noGrp="1" noChangeArrowheads="1"/>
          </p:cNvSpPr>
          <p:nvPr>
            <p:ph type="title"/>
          </p:nvPr>
        </p:nvSpPr>
        <p:spPr>
          <a:xfrm>
            <a:off x="381000" y="381000"/>
            <a:ext cx="8305800" cy="533400"/>
          </a:xfrm>
        </p:spPr>
        <p:txBody>
          <a:bodyPr/>
          <a:lstStyle/>
          <a:p>
            <a:pPr eaLnBrk="1" hangingPunct="1"/>
            <a:r>
              <a:rPr lang="en-GB" altLang="en-US" b="1"/>
              <a:t>Optionality</a:t>
            </a:r>
          </a:p>
        </p:txBody>
      </p:sp>
      <p:grpSp>
        <p:nvGrpSpPr>
          <p:cNvPr id="2" name="Group 1">
            <a:extLst>
              <a:ext uri="{FF2B5EF4-FFF2-40B4-BE49-F238E27FC236}">
                <a16:creationId xmlns:a16="http://schemas.microsoft.com/office/drawing/2014/main" id="{6CDA6B9E-A778-ABFF-2268-EF39A5FB2D1F}"/>
              </a:ext>
            </a:extLst>
          </p:cNvPr>
          <p:cNvGrpSpPr>
            <a:grpSpLocks/>
          </p:cNvGrpSpPr>
          <p:nvPr/>
        </p:nvGrpSpPr>
        <p:grpSpPr bwMode="auto">
          <a:xfrm>
            <a:off x="862013" y="1868488"/>
            <a:ext cx="2139950" cy="3592512"/>
            <a:chOff x="1311275" y="1868488"/>
            <a:chExt cx="2139950" cy="3592512"/>
          </a:xfrm>
        </p:grpSpPr>
        <p:grpSp>
          <p:nvGrpSpPr>
            <p:cNvPr id="46123" name="Group 70">
              <a:extLst>
                <a:ext uri="{FF2B5EF4-FFF2-40B4-BE49-F238E27FC236}">
                  <a16:creationId xmlns:a16="http://schemas.microsoft.com/office/drawing/2014/main" id="{46DBB6D8-F67E-3B50-F97F-9F4CB32F1E9A}"/>
                </a:ext>
              </a:extLst>
            </p:cNvPr>
            <p:cNvGrpSpPr>
              <a:grpSpLocks/>
            </p:cNvGrpSpPr>
            <p:nvPr/>
          </p:nvGrpSpPr>
          <p:grpSpPr bwMode="auto">
            <a:xfrm>
              <a:off x="1311275" y="1868488"/>
              <a:ext cx="2139950" cy="3592512"/>
              <a:chOff x="826" y="1177"/>
              <a:chExt cx="1348" cy="2263"/>
            </a:xfrm>
          </p:grpSpPr>
          <p:sp>
            <p:nvSpPr>
              <p:cNvPr id="46125" name="AutoShape 19">
                <a:extLst>
                  <a:ext uri="{FF2B5EF4-FFF2-40B4-BE49-F238E27FC236}">
                    <a16:creationId xmlns:a16="http://schemas.microsoft.com/office/drawing/2014/main" id="{B35D370E-20A1-5A47-EF85-D25D6C853646}"/>
                  </a:ext>
                </a:extLst>
              </p:cNvPr>
              <p:cNvSpPr>
                <a:spLocks noChangeArrowheads="1"/>
              </p:cNvSpPr>
              <p:nvPr/>
            </p:nvSpPr>
            <p:spPr bwMode="auto">
              <a:xfrm>
                <a:off x="904" y="1216"/>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6126" name="AutoShape 20">
                <a:extLst>
                  <a:ext uri="{FF2B5EF4-FFF2-40B4-BE49-F238E27FC236}">
                    <a16:creationId xmlns:a16="http://schemas.microsoft.com/office/drawing/2014/main" id="{6644E117-F04C-1E44-5D36-A8B36FF3713F}"/>
                  </a:ext>
                </a:extLst>
              </p:cNvPr>
              <p:cNvSpPr>
                <a:spLocks noChangeArrowheads="1"/>
              </p:cNvSpPr>
              <p:nvPr/>
            </p:nvSpPr>
            <p:spPr bwMode="auto">
              <a:xfrm>
                <a:off x="864" y="1184"/>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6127" name="AutoShape 23">
                <a:extLst>
                  <a:ext uri="{FF2B5EF4-FFF2-40B4-BE49-F238E27FC236}">
                    <a16:creationId xmlns:a16="http://schemas.microsoft.com/office/drawing/2014/main" id="{723B613F-A7D4-A4F2-D3B5-F3992A3F46BB}"/>
                  </a:ext>
                </a:extLst>
              </p:cNvPr>
              <p:cNvSpPr>
                <a:spLocks noChangeArrowheads="1"/>
              </p:cNvSpPr>
              <p:nvPr/>
            </p:nvSpPr>
            <p:spPr bwMode="auto">
              <a:xfrm>
                <a:off x="928" y="2880"/>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6128" name="AutoShape 24">
                <a:extLst>
                  <a:ext uri="{FF2B5EF4-FFF2-40B4-BE49-F238E27FC236}">
                    <a16:creationId xmlns:a16="http://schemas.microsoft.com/office/drawing/2014/main" id="{B42C1C4E-8BB5-F84D-36F1-15E1678349C2}"/>
                  </a:ext>
                </a:extLst>
              </p:cNvPr>
              <p:cNvSpPr>
                <a:spLocks noChangeArrowheads="1"/>
              </p:cNvSpPr>
              <p:nvPr/>
            </p:nvSpPr>
            <p:spPr bwMode="auto">
              <a:xfrm>
                <a:off x="888" y="2848"/>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6129" name="Text Box 27">
                <a:extLst>
                  <a:ext uri="{FF2B5EF4-FFF2-40B4-BE49-F238E27FC236}">
                    <a16:creationId xmlns:a16="http://schemas.microsoft.com/office/drawing/2014/main" id="{B0B6009B-5B74-A272-F8E0-5AEACA90FD3A}"/>
                  </a:ext>
                </a:extLst>
              </p:cNvPr>
              <p:cNvSpPr txBox="1">
                <a:spLocks noChangeArrowheads="1"/>
              </p:cNvSpPr>
              <p:nvPr/>
            </p:nvSpPr>
            <p:spPr bwMode="auto">
              <a:xfrm rot="15347">
                <a:off x="1324" y="1779"/>
                <a:ext cx="850" cy="21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600">
                    <a:solidFill>
                      <a:schemeClr val="tx1"/>
                    </a:solidFill>
                    <a:latin typeface="Times New Roman" panose="02020603050405020304" pitchFamily="18" charset="0"/>
                  </a:rPr>
                  <a:t>may become</a:t>
                </a:r>
              </a:p>
            </p:txBody>
          </p:sp>
          <p:sp>
            <p:nvSpPr>
              <p:cNvPr id="46130" name="Line 28">
                <a:extLst>
                  <a:ext uri="{FF2B5EF4-FFF2-40B4-BE49-F238E27FC236}">
                    <a16:creationId xmlns:a16="http://schemas.microsoft.com/office/drawing/2014/main" id="{8108CE4B-DE95-D340-179B-4B4186D5816E}"/>
                  </a:ext>
                </a:extLst>
              </p:cNvPr>
              <p:cNvSpPr>
                <a:spLocks noChangeShapeType="1"/>
              </p:cNvSpPr>
              <p:nvPr/>
            </p:nvSpPr>
            <p:spPr bwMode="auto">
              <a:xfrm flipH="1" flipV="1">
                <a:off x="1236" y="1744"/>
                <a:ext cx="16" cy="10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46131" name="Text Box 29">
                <a:extLst>
                  <a:ext uri="{FF2B5EF4-FFF2-40B4-BE49-F238E27FC236}">
                    <a16:creationId xmlns:a16="http://schemas.microsoft.com/office/drawing/2014/main" id="{D230D081-1147-05EF-1D49-EEA3E88BF105}"/>
                  </a:ext>
                </a:extLst>
              </p:cNvPr>
              <p:cNvSpPr txBox="1">
                <a:spLocks noChangeArrowheads="1"/>
              </p:cNvSpPr>
              <p:nvPr/>
            </p:nvSpPr>
            <p:spPr bwMode="auto">
              <a:xfrm rot="15347">
                <a:off x="1320" y="2479"/>
                <a:ext cx="826" cy="366"/>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600">
                    <a:solidFill>
                      <a:schemeClr val="tx1"/>
                    </a:solidFill>
                    <a:latin typeface="Times New Roman" panose="02020603050405020304" pitchFamily="18" charset="0"/>
                  </a:rPr>
                  <a:t>is</a:t>
                </a:r>
              </a:p>
              <a:p>
                <a:r>
                  <a:rPr lang="en-GB" altLang="en-US" sz="1600">
                    <a:solidFill>
                      <a:schemeClr val="tx1"/>
                    </a:solidFill>
                    <a:latin typeface="Times New Roman" panose="02020603050405020304" pitchFamily="18" charset="0"/>
                  </a:rPr>
                  <a:t>derived from</a:t>
                </a:r>
              </a:p>
            </p:txBody>
          </p:sp>
          <p:sp>
            <p:nvSpPr>
              <p:cNvPr id="46132" name="Line 47">
                <a:extLst>
                  <a:ext uri="{FF2B5EF4-FFF2-40B4-BE49-F238E27FC236}">
                    <a16:creationId xmlns:a16="http://schemas.microsoft.com/office/drawing/2014/main" id="{A28486B6-8F39-1883-9786-B9C7F7D0B9C9}"/>
                  </a:ext>
                </a:extLst>
              </p:cNvPr>
              <p:cNvSpPr>
                <a:spLocks noChangeShapeType="1"/>
              </p:cNvSpPr>
              <p:nvPr/>
            </p:nvSpPr>
            <p:spPr bwMode="auto">
              <a:xfrm>
                <a:off x="1176" y="272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6133" name="Oval 48">
                <a:extLst>
                  <a:ext uri="{FF2B5EF4-FFF2-40B4-BE49-F238E27FC236}">
                    <a16:creationId xmlns:a16="http://schemas.microsoft.com/office/drawing/2014/main" id="{5581225F-B7CD-D3FE-14F6-492BBD053178}"/>
                  </a:ext>
                </a:extLst>
              </p:cNvPr>
              <p:cNvSpPr>
                <a:spLocks noChangeArrowheads="1"/>
              </p:cNvSpPr>
              <p:nvPr/>
            </p:nvSpPr>
            <p:spPr bwMode="auto">
              <a:xfrm>
                <a:off x="1208" y="2648"/>
                <a:ext cx="80" cy="72"/>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6134" name="Line 49">
                <a:extLst>
                  <a:ext uri="{FF2B5EF4-FFF2-40B4-BE49-F238E27FC236}">
                    <a16:creationId xmlns:a16="http://schemas.microsoft.com/office/drawing/2014/main" id="{134E67F4-CBCC-0B2D-8752-380AC9EF605B}"/>
                  </a:ext>
                </a:extLst>
              </p:cNvPr>
              <p:cNvSpPr>
                <a:spLocks noChangeShapeType="1"/>
              </p:cNvSpPr>
              <p:nvPr/>
            </p:nvSpPr>
            <p:spPr bwMode="auto">
              <a:xfrm>
                <a:off x="856" y="1360"/>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6135" name="Text Box 50">
                <a:extLst>
                  <a:ext uri="{FF2B5EF4-FFF2-40B4-BE49-F238E27FC236}">
                    <a16:creationId xmlns:a16="http://schemas.microsoft.com/office/drawing/2014/main" id="{D28CCFA0-91A3-C388-3A03-6B9CBFFA6ECC}"/>
                  </a:ext>
                </a:extLst>
              </p:cNvPr>
              <p:cNvSpPr txBox="1">
                <a:spLocks noChangeArrowheads="1"/>
              </p:cNvSpPr>
              <p:nvPr/>
            </p:nvSpPr>
            <p:spPr bwMode="auto">
              <a:xfrm>
                <a:off x="826" y="1177"/>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EMPLOYEE</a:t>
                </a:r>
                <a:endParaRPr lang="en-GB" altLang="en-US" sz="1200" b="1">
                  <a:solidFill>
                    <a:schemeClr val="tx1"/>
                  </a:solidFill>
                  <a:latin typeface="Times New Roman" panose="02020603050405020304" pitchFamily="18" charset="0"/>
                </a:endParaRPr>
              </a:p>
            </p:txBody>
          </p:sp>
          <p:sp>
            <p:nvSpPr>
              <p:cNvPr id="46136" name="Line 59">
                <a:extLst>
                  <a:ext uri="{FF2B5EF4-FFF2-40B4-BE49-F238E27FC236}">
                    <a16:creationId xmlns:a16="http://schemas.microsoft.com/office/drawing/2014/main" id="{C99D6AD7-9127-8897-6EB9-41476CDBBF5F}"/>
                  </a:ext>
                </a:extLst>
              </p:cNvPr>
              <p:cNvSpPr>
                <a:spLocks noChangeShapeType="1"/>
              </p:cNvSpPr>
              <p:nvPr/>
            </p:nvSpPr>
            <p:spPr bwMode="auto">
              <a:xfrm>
                <a:off x="1168" y="1832"/>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6137" name="Line 60">
                <a:extLst>
                  <a:ext uri="{FF2B5EF4-FFF2-40B4-BE49-F238E27FC236}">
                    <a16:creationId xmlns:a16="http://schemas.microsoft.com/office/drawing/2014/main" id="{36BE251C-A4B9-C008-5D48-CAD879BD3309}"/>
                  </a:ext>
                </a:extLst>
              </p:cNvPr>
              <p:cNvSpPr>
                <a:spLocks noChangeShapeType="1"/>
              </p:cNvSpPr>
              <p:nvPr/>
            </p:nvSpPr>
            <p:spPr bwMode="auto">
              <a:xfrm>
                <a:off x="880" y="3104"/>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6138" name="Text Box 61">
                <a:extLst>
                  <a:ext uri="{FF2B5EF4-FFF2-40B4-BE49-F238E27FC236}">
                    <a16:creationId xmlns:a16="http://schemas.microsoft.com/office/drawing/2014/main" id="{09B48FF3-C189-31F4-9FBF-8F73687BB752}"/>
                  </a:ext>
                </a:extLst>
              </p:cNvPr>
              <p:cNvSpPr txBox="1">
                <a:spLocks noChangeArrowheads="1"/>
              </p:cNvSpPr>
              <p:nvPr/>
            </p:nvSpPr>
            <p:spPr bwMode="auto">
              <a:xfrm>
                <a:off x="858" y="2817"/>
                <a:ext cx="875" cy="32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UNION MEMBER</a:t>
                </a:r>
                <a:endParaRPr lang="en-GB" altLang="en-US" sz="1200" b="1">
                  <a:solidFill>
                    <a:schemeClr val="tx1"/>
                  </a:solidFill>
                  <a:latin typeface="Times New Roman" panose="02020603050405020304" pitchFamily="18" charset="0"/>
                </a:endParaRPr>
              </a:p>
            </p:txBody>
          </p:sp>
        </p:grpSp>
        <p:sp>
          <p:nvSpPr>
            <p:cNvPr id="46124" name="Line 59">
              <a:extLst>
                <a:ext uri="{FF2B5EF4-FFF2-40B4-BE49-F238E27FC236}">
                  <a16:creationId xmlns:a16="http://schemas.microsoft.com/office/drawing/2014/main" id="{646DF923-6E89-3F58-B773-94CA30CBEAF0}"/>
                </a:ext>
              </a:extLst>
            </p:cNvPr>
            <p:cNvSpPr>
              <a:spLocks noChangeShapeType="1"/>
            </p:cNvSpPr>
            <p:nvPr/>
          </p:nvSpPr>
          <p:spPr bwMode="auto">
            <a:xfrm>
              <a:off x="1862222" y="298049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3" name="Group 2">
            <a:extLst>
              <a:ext uri="{FF2B5EF4-FFF2-40B4-BE49-F238E27FC236}">
                <a16:creationId xmlns:a16="http://schemas.microsoft.com/office/drawing/2014/main" id="{40175145-5E78-ABE3-83A1-2F30F1149E19}"/>
              </a:ext>
            </a:extLst>
          </p:cNvPr>
          <p:cNvGrpSpPr>
            <a:grpSpLocks/>
          </p:cNvGrpSpPr>
          <p:nvPr/>
        </p:nvGrpSpPr>
        <p:grpSpPr bwMode="auto">
          <a:xfrm>
            <a:off x="3659188" y="1866900"/>
            <a:ext cx="1706562" cy="3581400"/>
            <a:chOff x="3546475" y="1866900"/>
            <a:chExt cx="1706563" cy="3581400"/>
          </a:xfrm>
        </p:grpSpPr>
        <p:grpSp>
          <p:nvGrpSpPr>
            <p:cNvPr id="46106" name="Group 71">
              <a:extLst>
                <a:ext uri="{FF2B5EF4-FFF2-40B4-BE49-F238E27FC236}">
                  <a16:creationId xmlns:a16="http://schemas.microsoft.com/office/drawing/2014/main" id="{71853B4D-B7DE-8BDD-6BD1-B5C53E1D5612}"/>
                </a:ext>
              </a:extLst>
            </p:cNvPr>
            <p:cNvGrpSpPr>
              <a:grpSpLocks/>
            </p:cNvGrpSpPr>
            <p:nvPr/>
          </p:nvGrpSpPr>
          <p:grpSpPr bwMode="auto">
            <a:xfrm>
              <a:off x="3546475" y="1866900"/>
              <a:ext cx="1706563" cy="3581400"/>
              <a:chOff x="2234" y="1176"/>
              <a:chExt cx="1075" cy="2256"/>
            </a:xfrm>
          </p:grpSpPr>
          <p:sp>
            <p:nvSpPr>
              <p:cNvPr id="46108" name="AutoShape 32">
                <a:extLst>
                  <a:ext uri="{FF2B5EF4-FFF2-40B4-BE49-F238E27FC236}">
                    <a16:creationId xmlns:a16="http://schemas.microsoft.com/office/drawing/2014/main" id="{237596EF-10A4-A6A8-47FA-D1456A13852F}"/>
                  </a:ext>
                </a:extLst>
              </p:cNvPr>
              <p:cNvSpPr>
                <a:spLocks noChangeArrowheads="1"/>
              </p:cNvSpPr>
              <p:nvPr/>
            </p:nvSpPr>
            <p:spPr bwMode="auto">
              <a:xfrm>
                <a:off x="2320" y="1208"/>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6109" name="AutoShape 33">
                <a:extLst>
                  <a:ext uri="{FF2B5EF4-FFF2-40B4-BE49-F238E27FC236}">
                    <a16:creationId xmlns:a16="http://schemas.microsoft.com/office/drawing/2014/main" id="{D1C19C63-83F5-F577-7AD3-EDC737C3678B}"/>
                  </a:ext>
                </a:extLst>
              </p:cNvPr>
              <p:cNvSpPr>
                <a:spLocks noChangeArrowheads="1"/>
              </p:cNvSpPr>
              <p:nvPr/>
            </p:nvSpPr>
            <p:spPr bwMode="auto">
              <a:xfrm>
                <a:off x="2280" y="1176"/>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6110" name="AutoShape 36">
                <a:extLst>
                  <a:ext uri="{FF2B5EF4-FFF2-40B4-BE49-F238E27FC236}">
                    <a16:creationId xmlns:a16="http://schemas.microsoft.com/office/drawing/2014/main" id="{10CA9DCE-7614-D813-2D9E-A98DCC0F2D2B}"/>
                  </a:ext>
                </a:extLst>
              </p:cNvPr>
              <p:cNvSpPr>
                <a:spLocks noChangeArrowheads="1"/>
              </p:cNvSpPr>
              <p:nvPr/>
            </p:nvSpPr>
            <p:spPr bwMode="auto">
              <a:xfrm>
                <a:off x="2312" y="2872"/>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6111" name="AutoShape 37">
                <a:extLst>
                  <a:ext uri="{FF2B5EF4-FFF2-40B4-BE49-F238E27FC236}">
                    <a16:creationId xmlns:a16="http://schemas.microsoft.com/office/drawing/2014/main" id="{0F594A61-7310-03BF-C55C-EE9E0EAEFA8B}"/>
                  </a:ext>
                </a:extLst>
              </p:cNvPr>
              <p:cNvSpPr>
                <a:spLocks noChangeArrowheads="1"/>
              </p:cNvSpPr>
              <p:nvPr/>
            </p:nvSpPr>
            <p:spPr bwMode="auto">
              <a:xfrm>
                <a:off x="2272" y="2840"/>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6112" name="Text Box 40">
                <a:extLst>
                  <a:ext uri="{FF2B5EF4-FFF2-40B4-BE49-F238E27FC236}">
                    <a16:creationId xmlns:a16="http://schemas.microsoft.com/office/drawing/2014/main" id="{4BE97BF9-1381-1C9C-74FC-9C36C4CC6655}"/>
                  </a:ext>
                </a:extLst>
              </p:cNvPr>
              <p:cNvSpPr txBox="1">
                <a:spLocks noChangeArrowheads="1"/>
              </p:cNvSpPr>
              <p:nvPr/>
            </p:nvSpPr>
            <p:spPr bwMode="auto">
              <a:xfrm rot="15347">
                <a:off x="2722" y="1761"/>
                <a:ext cx="587" cy="19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may place</a:t>
                </a:r>
                <a:endParaRPr lang="en-GB" altLang="en-US" sz="1400" u="sng">
                  <a:solidFill>
                    <a:schemeClr val="tx1"/>
                  </a:solidFill>
                  <a:latin typeface="Times New Roman" panose="02020603050405020304" pitchFamily="18" charset="0"/>
                </a:endParaRPr>
              </a:p>
            </p:txBody>
          </p:sp>
          <p:sp>
            <p:nvSpPr>
              <p:cNvPr id="46113" name="Text Box 41">
                <a:extLst>
                  <a:ext uri="{FF2B5EF4-FFF2-40B4-BE49-F238E27FC236}">
                    <a16:creationId xmlns:a16="http://schemas.microsoft.com/office/drawing/2014/main" id="{80CD51A1-4492-EAC7-3CE2-13323C444437}"/>
                  </a:ext>
                </a:extLst>
              </p:cNvPr>
              <p:cNvSpPr txBox="1">
                <a:spLocks noChangeArrowheads="1"/>
              </p:cNvSpPr>
              <p:nvPr/>
            </p:nvSpPr>
            <p:spPr bwMode="auto">
              <a:xfrm rot="15347">
                <a:off x="2722" y="2537"/>
                <a:ext cx="522" cy="326"/>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is placed by</a:t>
                </a:r>
                <a:endParaRPr lang="en-GB" altLang="en-US" sz="1400" b="1" u="sng">
                  <a:solidFill>
                    <a:schemeClr val="tx1"/>
                  </a:solidFill>
                  <a:latin typeface="Times New Roman" panose="02020603050405020304" pitchFamily="18" charset="0"/>
                </a:endParaRPr>
              </a:p>
            </p:txBody>
          </p:sp>
          <p:sp>
            <p:nvSpPr>
              <p:cNvPr id="46114" name="Line 44">
                <a:extLst>
                  <a:ext uri="{FF2B5EF4-FFF2-40B4-BE49-F238E27FC236}">
                    <a16:creationId xmlns:a16="http://schemas.microsoft.com/office/drawing/2014/main" id="{38CD96C7-4906-1341-A936-061E3C939307}"/>
                  </a:ext>
                </a:extLst>
              </p:cNvPr>
              <p:cNvSpPr>
                <a:spLocks noChangeShapeType="1"/>
              </p:cNvSpPr>
              <p:nvPr/>
            </p:nvSpPr>
            <p:spPr bwMode="auto">
              <a:xfrm flipV="1">
                <a:off x="2532" y="2612"/>
                <a:ext cx="112" cy="2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46115" name="Line 45">
                <a:extLst>
                  <a:ext uri="{FF2B5EF4-FFF2-40B4-BE49-F238E27FC236}">
                    <a16:creationId xmlns:a16="http://schemas.microsoft.com/office/drawing/2014/main" id="{59E9DB4E-2A29-20E0-EF58-2E3216B587A8}"/>
                  </a:ext>
                </a:extLst>
              </p:cNvPr>
              <p:cNvSpPr>
                <a:spLocks noChangeShapeType="1"/>
              </p:cNvSpPr>
              <p:nvPr/>
            </p:nvSpPr>
            <p:spPr bwMode="auto">
              <a:xfrm flipH="1" flipV="1">
                <a:off x="2648" y="2616"/>
                <a:ext cx="96" cy="2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46116" name="Line 46">
                <a:extLst>
                  <a:ext uri="{FF2B5EF4-FFF2-40B4-BE49-F238E27FC236}">
                    <a16:creationId xmlns:a16="http://schemas.microsoft.com/office/drawing/2014/main" id="{5FF7B357-4A31-052C-5E83-FA392715BEED}"/>
                  </a:ext>
                </a:extLst>
              </p:cNvPr>
              <p:cNvSpPr>
                <a:spLocks noChangeShapeType="1"/>
              </p:cNvSpPr>
              <p:nvPr/>
            </p:nvSpPr>
            <p:spPr bwMode="auto">
              <a:xfrm flipH="1" flipV="1">
                <a:off x="2636" y="1744"/>
                <a:ext cx="4" cy="10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46117" name="Line 53">
                <a:extLst>
                  <a:ext uri="{FF2B5EF4-FFF2-40B4-BE49-F238E27FC236}">
                    <a16:creationId xmlns:a16="http://schemas.microsoft.com/office/drawing/2014/main" id="{17753CEB-2863-4B05-D6F8-996CFE44BC92}"/>
                  </a:ext>
                </a:extLst>
              </p:cNvPr>
              <p:cNvSpPr>
                <a:spLocks noChangeShapeType="1"/>
              </p:cNvSpPr>
              <p:nvPr/>
            </p:nvSpPr>
            <p:spPr bwMode="auto">
              <a:xfrm>
                <a:off x="2272" y="1360"/>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6118" name="Text Box 54">
                <a:extLst>
                  <a:ext uri="{FF2B5EF4-FFF2-40B4-BE49-F238E27FC236}">
                    <a16:creationId xmlns:a16="http://schemas.microsoft.com/office/drawing/2014/main" id="{092D4616-C312-7583-5773-F74CF075A8A1}"/>
                  </a:ext>
                </a:extLst>
              </p:cNvPr>
              <p:cNvSpPr txBox="1">
                <a:spLocks noChangeArrowheads="1"/>
              </p:cNvSpPr>
              <p:nvPr/>
            </p:nvSpPr>
            <p:spPr bwMode="auto">
              <a:xfrm>
                <a:off x="2242" y="1177"/>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CUSTOMER</a:t>
                </a:r>
                <a:endParaRPr lang="en-GB" altLang="en-US" sz="1200" b="1">
                  <a:solidFill>
                    <a:schemeClr val="tx1"/>
                  </a:solidFill>
                  <a:latin typeface="Times New Roman" panose="02020603050405020304" pitchFamily="18" charset="0"/>
                </a:endParaRPr>
              </a:p>
            </p:txBody>
          </p:sp>
          <p:sp>
            <p:nvSpPr>
              <p:cNvPr id="46119" name="Oval 56">
                <a:extLst>
                  <a:ext uri="{FF2B5EF4-FFF2-40B4-BE49-F238E27FC236}">
                    <a16:creationId xmlns:a16="http://schemas.microsoft.com/office/drawing/2014/main" id="{E84168CB-EE37-3292-95C8-0708DAB1EC8B}"/>
                  </a:ext>
                </a:extLst>
              </p:cNvPr>
              <p:cNvSpPr>
                <a:spLocks noChangeArrowheads="1"/>
              </p:cNvSpPr>
              <p:nvPr/>
            </p:nvSpPr>
            <p:spPr bwMode="auto">
              <a:xfrm>
                <a:off x="2608" y="2536"/>
                <a:ext cx="80" cy="72"/>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6120" name="Line 62">
                <a:extLst>
                  <a:ext uri="{FF2B5EF4-FFF2-40B4-BE49-F238E27FC236}">
                    <a16:creationId xmlns:a16="http://schemas.microsoft.com/office/drawing/2014/main" id="{FF87D22D-1DB6-EC2C-32E0-E8BD0AD983E2}"/>
                  </a:ext>
                </a:extLst>
              </p:cNvPr>
              <p:cNvSpPr>
                <a:spLocks noChangeShapeType="1"/>
              </p:cNvSpPr>
              <p:nvPr/>
            </p:nvSpPr>
            <p:spPr bwMode="auto">
              <a:xfrm>
                <a:off x="2560" y="180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6121" name="Line 63">
                <a:extLst>
                  <a:ext uri="{FF2B5EF4-FFF2-40B4-BE49-F238E27FC236}">
                    <a16:creationId xmlns:a16="http://schemas.microsoft.com/office/drawing/2014/main" id="{14E873B6-254B-247D-B0F2-74AAC4CA663F}"/>
                  </a:ext>
                </a:extLst>
              </p:cNvPr>
              <p:cNvSpPr>
                <a:spLocks noChangeShapeType="1"/>
              </p:cNvSpPr>
              <p:nvPr/>
            </p:nvSpPr>
            <p:spPr bwMode="auto">
              <a:xfrm>
                <a:off x="2264" y="3056"/>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6122" name="Text Box 64">
                <a:extLst>
                  <a:ext uri="{FF2B5EF4-FFF2-40B4-BE49-F238E27FC236}">
                    <a16:creationId xmlns:a16="http://schemas.microsoft.com/office/drawing/2014/main" id="{4D2FEDCE-D1AD-8B4D-B918-B6A3079421A0}"/>
                  </a:ext>
                </a:extLst>
              </p:cNvPr>
              <p:cNvSpPr txBox="1">
                <a:spLocks noChangeArrowheads="1"/>
              </p:cNvSpPr>
              <p:nvPr/>
            </p:nvSpPr>
            <p:spPr bwMode="auto">
              <a:xfrm>
                <a:off x="2234" y="2873"/>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ORDER</a:t>
                </a:r>
                <a:endParaRPr lang="en-GB" altLang="en-US" sz="1200" b="1">
                  <a:solidFill>
                    <a:schemeClr val="tx1"/>
                  </a:solidFill>
                  <a:latin typeface="Times New Roman" panose="02020603050405020304" pitchFamily="18" charset="0"/>
                </a:endParaRPr>
              </a:p>
            </p:txBody>
          </p:sp>
        </p:grpSp>
        <p:sp>
          <p:nvSpPr>
            <p:cNvPr id="46107" name="Line 62">
              <a:extLst>
                <a:ext uri="{FF2B5EF4-FFF2-40B4-BE49-F238E27FC236}">
                  <a16:creationId xmlns:a16="http://schemas.microsoft.com/office/drawing/2014/main" id="{613FF27B-CD75-2552-CB37-3C2D760B47B4}"/>
                </a:ext>
              </a:extLst>
            </p:cNvPr>
            <p:cNvSpPr>
              <a:spLocks noChangeShapeType="1"/>
            </p:cNvSpPr>
            <p:nvPr/>
          </p:nvSpPr>
          <p:spPr bwMode="auto">
            <a:xfrm>
              <a:off x="4072022" y="2958432"/>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6" name="Group 5">
            <a:extLst>
              <a:ext uri="{FF2B5EF4-FFF2-40B4-BE49-F238E27FC236}">
                <a16:creationId xmlns:a16="http://schemas.microsoft.com/office/drawing/2014/main" id="{6A824C7E-BDA7-F86D-1973-C05D20EBCC40}"/>
              </a:ext>
            </a:extLst>
          </p:cNvPr>
          <p:cNvGrpSpPr>
            <a:grpSpLocks/>
          </p:cNvGrpSpPr>
          <p:nvPr/>
        </p:nvGrpSpPr>
        <p:grpSpPr bwMode="auto">
          <a:xfrm>
            <a:off x="6311900" y="1893888"/>
            <a:ext cx="1803400" cy="3605212"/>
            <a:chOff x="6311729" y="1893888"/>
            <a:chExt cx="1803400" cy="3605212"/>
          </a:xfrm>
        </p:grpSpPr>
        <p:grpSp>
          <p:nvGrpSpPr>
            <p:cNvPr id="46086" name="Group 3">
              <a:extLst>
                <a:ext uri="{FF2B5EF4-FFF2-40B4-BE49-F238E27FC236}">
                  <a16:creationId xmlns:a16="http://schemas.microsoft.com/office/drawing/2014/main" id="{D7913C65-B589-5683-37DA-31357D1EDB06}"/>
                </a:ext>
              </a:extLst>
            </p:cNvPr>
            <p:cNvGrpSpPr>
              <a:grpSpLocks/>
            </p:cNvGrpSpPr>
            <p:nvPr/>
          </p:nvGrpSpPr>
          <p:grpSpPr bwMode="auto">
            <a:xfrm>
              <a:off x="6311729" y="1893888"/>
              <a:ext cx="1803400" cy="3605212"/>
              <a:chOff x="5718175" y="1893888"/>
              <a:chExt cx="1803400" cy="3605212"/>
            </a:xfrm>
          </p:grpSpPr>
          <p:grpSp>
            <p:nvGrpSpPr>
              <p:cNvPr id="46088" name="Group 72">
                <a:extLst>
                  <a:ext uri="{FF2B5EF4-FFF2-40B4-BE49-F238E27FC236}">
                    <a16:creationId xmlns:a16="http://schemas.microsoft.com/office/drawing/2014/main" id="{3C9CB249-6B9A-0781-ABA2-9095F88E733F}"/>
                  </a:ext>
                </a:extLst>
              </p:cNvPr>
              <p:cNvGrpSpPr>
                <a:grpSpLocks/>
              </p:cNvGrpSpPr>
              <p:nvPr/>
            </p:nvGrpSpPr>
            <p:grpSpPr bwMode="auto">
              <a:xfrm>
                <a:off x="5718175" y="1893888"/>
                <a:ext cx="1803400" cy="3605212"/>
                <a:chOff x="3602" y="1193"/>
                <a:chExt cx="1136" cy="2271"/>
              </a:xfrm>
            </p:grpSpPr>
            <p:sp>
              <p:nvSpPr>
                <p:cNvPr id="46090" name="AutoShape 4">
                  <a:extLst>
                    <a:ext uri="{FF2B5EF4-FFF2-40B4-BE49-F238E27FC236}">
                      <a16:creationId xmlns:a16="http://schemas.microsoft.com/office/drawing/2014/main" id="{A931F1A1-4F55-051E-1484-C05E2D0856CF}"/>
                    </a:ext>
                  </a:extLst>
                </p:cNvPr>
                <p:cNvSpPr>
                  <a:spLocks noChangeArrowheads="1"/>
                </p:cNvSpPr>
                <p:nvPr/>
              </p:nvSpPr>
              <p:spPr bwMode="auto">
                <a:xfrm>
                  <a:off x="3680" y="1240"/>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6091" name="AutoShape 5">
                  <a:extLst>
                    <a:ext uri="{FF2B5EF4-FFF2-40B4-BE49-F238E27FC236}">
                      <a16:creationId xmlns:a16="http://schemas.microsoft.com/office/drawing/2014/main" id="{80C5E858-1452-D2E0-D5AC-6987FE9ACE67}"/>
                    </a:ext>
                  </a:extLst>
                </p:cNvPr>
                <p:cNvSpPr>
                  <a:spLocks noChangeArrowheads="1"/>
                </p:cNvSpPr>
                <p:nvPr/>
              </p:nvSpPr>
              <p:spPr bwMode="auto">
                <a:xfrm>
                  <a:off x="3640" y="1208"/>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6092" name="AutoShape 8">
                  <a:extLst>
                    <a:ext uri="{FF2B5EF4-FFF2-40B4-BE49-F238E27FC236}">
                      <a16:creationId xmlns:a16="http://schemas.microsoft.com/office/drawing/2014/main" id="{3CF633B7-C608-61C8-CE42-F46C278FC1A3}"/>
                    </a:ext>
                  </a:extLst>
                </p:cNvPr>
                <p:cNvSpPr>
                  <a:spLocks noChangeArrowheads="1"/>
                </p:cNvSpPr>
                <p:nvPr/>
              </p:nvSpPr>
              <p:spPr bwMode="auto">
                <a:xfrm>
                  <a:off x="3672" y="2904"/>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6093" name="AutoShape 9">
                  <a:extLst>
                    <a:ext uri="{FF2B5EF4-FFF2-40B4-BE49-F238E27FC236}">
                      <a16:creationId xmlns:a16="http://schemas.microsoft.com/office/drawing/2014/main" id="{53428874-98A1-0DDB-41A8-9FE2F2352E8D}"/>
                    </a:ext>
                  </a:extLst>
                </p:cNvPr>
                <p:cNvSpPr>
                  <a:spLocks noChangeArrowheads="1"/>
                </p:cNvSpPr>
                <p:nvPr/>
              </p:nvSpPr>
              <p:spPr bwMode="auto">
                <a:xfrm>
                  <a:off x="3632" y="2872"/>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nvGrpSpPr>
                <p:cNvPr id="46094" name="Group 11">
                  <a:extLst>
                    <a:ext uri="{FF2B5EF4-FFF2-40B4-BE49-F238E27FC236}">
                      <a16:creationId xmlns:a16="http://schemas.microsoft.com/office/drawing/2014/main" id="{A194F8D4-6ABA-CEBF-C5CC-87492DE8808F}"/>
                    </a:ext>
                  </a:extLst>
                </p:cNvPr>
                <p:cNvGrpSpPr>
                  <a:grpSpLocks/>
                </p:cNvGrpSpPr>
                <p:nvPr/>
              </p:nvGrpSpPr>
              <p:grpSpPr bwMode="auto">
                <a:xfrm>
                  <a:off x="3916" y="1724"/>
                  <a:ext cx="822" cy="1144"/>
                  <a:chOff x="3916" y="1724"/>
                  <a:chExt cx="822" cy="1144"/>
                </a:xfrm>
              </p:grpSpPr>
              <p:sp>
                <p:nvSpPr>
                  <p:cNvPr id="46100" name="Text Box 12">
                    <a:extLst>
                      <a:ext uri="{FF2B5EF4-FFF2-40B4-BE49-F238E27FC236}">
                        <a16:creationId xmlns:a16="http://schemas.microsoft.com/office/drawing/2014/main" id="{18FDB88B-7AAF-B52B-202E-16F90EB2E87E}"/>
                      </a:ext>
                    </a:extLst>
                  </p:cNvPr>
                  <p:cNvSpPr txBox="1">
                    <a:spLocks noChangeArrowheads="1"/>
                  </p:cNvSpPr>
                  <p:nvPr/>
                </p:nvSpPr>
                <p:spPr bwMode="auto">
                  <a:xfrm rot="15347">
                    <a:off x="4082" y="1724"/>
                    <a:ext cx="587" cy="33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GB" altLang="en-US" sz="1400">
                      <a:solidFill>
                        <a:schemeClr val="tx1"/>
                      </a:solidFill>
                      <a:latin typeface="Times New Roman" panose="02020603050405020304" pitchFamily="18" charset="0"/>
                    </a:endParaRPr>
                  </a:p>
                  <a:p>
                    <a:r>
                      <a:rPr lang="en-GB" altLang="en-US" sz="1400">
                        <a:solidFill>
                          <a:schemeClr val="tx1"/>
                        </a:solidFill>
                        <a:latin typeface="Times New Roman" panose="02020603050405020304" pitchFamily="18" charset="0"/>
                      </a:rPr>
                      <a:t>may teach</a:t>
                    </a:r>
                    <a:endParaRPr lang="en-GB" altLang="en-US" sz="1400" u="sng">
                      <a:solidFill>
                        <a:schemeClr val="tx1"/>
                      </a:solidFill>
                      <a:latin typeface="Times New Roman" panose="02020603050405020304" pitchFamily="18" charset="0"/>
                    </a:endParaRPr>
                  </a:p>
                </p:txBody>
              </p:sp>
              <p:grpSp>
                <p:nvGrpSpPr>
                  <p:cNvPr id="46101" name="Group 13">
                    <a:extLst>
                      <a:ext uri="{FF2B5EF4-FFF2-40B4-BE49-F238E27FC236}">
                        <a16:creationId xmlns:a16="http://schemas.microsoft.com/office/drawing/2014/main" id="{57DFD5F7-5016-81BE-D301-6EF037603D53}"/>
                      </a:ext>
                    </a:extLst>
                  </p:cNvPr>
                  <p:cNvGrpSpPr>
                    <a:grpSpLocks/>
                  </p:cNvGrpSpPr>
                  <p:nvPr/>
                </p:nvGrpSpPr>
                <p:grpSpPr bwMode="auto">
                  <a:xfrm>
                    <a:off x="3916" y="1768"/>
                    <a:ext cx="212" cy="1100"/>
                    <a:chOff x="1292" y="2016"/>
                    <a:chExt cx="212" cy="1100"/>
                  </a:xfrm>
                </p:grpSpPr>
                <p:sp>
                  <p:nvSpPr>
                    <p:cNvPr id="46103" name="Line 14">
                      <a:extLst>
                        <a:ext uri="{FF2B5EF4-FFF2-40B4-BE49-F238E27FC236}">
                          <a16:creationId xmlns:a16="http://schemas.microsoft.com/office/drawing/2014/main" id="{7C4EA115-B3F4-3546-EC73-7E84DF5B0399}"/>
                        </a:ext>
                      </a:extLst>
                    </p:cNvPr>
                    <p:cNvSpPr>
                      <a:spLocks noChangeShapeType="1"/>
                    </p:cNvSpPr>
                    <p:nvPr/>
                  </p:nvSpPr>
                  <p:spPr bwMode="auto">
                    <a:xfrm flipH="1" flipV="1">
                      <a:off x="1404" y="2016"/>
                      <a:ext cx="0" cy="10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46104" name="Line 15">
                      <a:extLst>
                        <a:ext uri="{FF2B5EF4-FFF2-40B4-BE49-F238E27FC236}">
                          <a16:creationId xmlns:a16="http://schemas.microsoft.com/office/drawing/2014/main" id="{0D262FE5-38BF-3A0F-10AF-0CA1903D9FF2}"/>
                        </a:ext>
                      </a:extLst>
                    </p:cNvPr>
                    <p:cNvSpPr>
                      <a:spLocks noChangeShapeType="1"/>
                    </p:cNvSpPr>
                    <p:nvPr/>
                  </p:nvSpPr>
                  <p:spPr bwMode="auto">
                    <a:xfrm flipV="1">
                      <a:off x="1292" y="2896"/>
                      <a:ext cx="112" cy="2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46105" name="Line 16">
                      <a:extLst>
                        <a:ext uri="{FF2B5EF4-FFF2-40B4-BE49-F238E27FC236}">
                          <a16:creationId xmlns:a16="http://schemas.microsoft.com/office/drawing/2014/main" id="{8614B81F-3C44-E6DC-F729-7BB3E7565B2A}"/>
                        </a:ext>
                      </a:extLst>
                    </p:cNvPr>
                    <p:cNvSpPr>
                      <a:spLocks noChangeShapeType="1"/>
                    </p:cNvSpPr>
                    <p:nvPr/>
                  </p:nvSpPr>
                  <p:spPr bwMode="auto">
                    <a:xfrm flipH="1" flipV="1">
                      <a:off x="1408" y="2900"/>
                      <a:ext cx="96" cy="2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grpSp>
              <p:sp>
                <p:nvSpPr>
                  <p:cNvPr id="46102" name="Text Box 17">
                    <a:extLst>
                      <a:ext uri="{FF2B5EF4-FFF2-40B4-BE49-F238E27FC236}">
                        <a16:creationId xmlns:a16="http://schemas.microsoft.com/office/drawing/2014/main" id="{2405932E-3DBF-B6BC-B676-B7EC12F352D2}"/>
                      </a:ext>
                    </a:extLst>
                  </p:cNvPr>
                  <p:cNvSpPr txBox="1">
                    <a:spLocks noChangeArrowheads="1"/>
                  </p:cNvSpPr>
                  <p:nvPr/>
                </p:nvSpPr>
                <p:spPr bwMode="auto">
                  <a:xfrm rot="15347">
                    <a:off x="4081" y="2569"/>
                    <a:ext cx="657" cy="19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is taught by</a:t>
                    </a:r>
                    <a:endParaRPr lang="en-GB" altLang="en-US" sz="1400" b="1" u="sng">
                      <a:solidFill>
                        <a:schemeClr val="tx1"/>
                      </a:solidFill>
                      <a:latin typeface="Times New Roman" panose="02020603050405020304" pitchFamily="18" charset="0"/>
                    </a:endParaRPr>
                  </a:p>
                </p:txBody>
              </p:sp>
            </p:grpSp>
            <p:sp>
              <p:nvSpPr>
                <p:cNvPr id="46095" name="Line 55">
                  <a:extLst>
                    <a:ext uri="{FF2B5EF4-FFF2-40B4-BE49-F238E27FC236}">
                      <a16:creationId xmlns:a16="http://schemas.microsoft.com/office/drawing/2014/main" id="{B1A9A00D-DC35-3896-0682-34132C8AE931}"/>
                    </a:ext>
                  </a:extLst>
                </p:cNvPr>
                <p:cNvSpPr>
                  <a:spLocks noChangeShapeType="1"/>
                </p:cNvSpPr>
                <p:nvPr/>
              </p:nvSpPr>
              <p:spPr bwMode="auto">
                <a:xfrm>
                  <a:off x="3952" y="1840"/>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6096" name="Line 57">
                  <a:extLst>
                    <a:ext uri="{FF2B5EF4-FFF2-40B4-BE49-F238E27FC236}">
                      <a16:creationId xmlns:a16="http://schemas.microsoft.com/office/drawing/2014/main" id="{0EA31659-E0FB-AA57-8773-9E2645329A8A}"/>
                    </a:ext>
                  </a:extLst>
                </p:cNvPr>
                <p:cNvSpPr>
                  <a:spLocks noChangeShapeType="1"/>
                </p:cNvSpPr>
                <p:nvPr/>
              </p:nvSpPr>
              <p:spPr bwMode="auto">
                <a:xfrm>
                  <a:off x="3632" y="1376"/>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6097" name="Text Box 58">
                  <a:extLst>
                    <a:ext uri="{FF2B5EF4-FFF2-40B4-BE49-F238E27FC236}">
                      <a16:creationId xmlns:a16="http://schemas.microsoft.com/office/drawing/2014/main" id="{DD5AF9B3-C268-D06C-B6BF-4FB4C8B0C4B8}"/>
                    </a:ext>
                  </a:extLst>
                </p:cNvPr>
                <p:cNvSpPr txBox="1">
                  <a:spLocks noChangeArrowheads="1"/>
                </p:cNvSpPr>
                <p:nvPr/>
              </p:nvSpPr>
              <p:spPr bwMode="auto">
                <a:xfrm>
                  <a:off x="3602" y="1193"/>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LECTURER</a:t>
                  </a:r>
                  <a:endParaRPr lang="en-GB" altLang="en-US" sz="1200" b="1">
                    <a:solidFill>
                      <a:schemeClr val="tx1"/>
                    </a:solidFill>
                    <a:latin typeface="Times New Roman" panose="02020603050405020304" pitchFamily="18" charset="0"/>
                  </a:endParaRPr>
                </a:p>
              </p:txBody>
            </p:sp>
            <p:sp>
              <p:nvSpPr>
                <p:cNvPr id="46098" name="Line 66">
                  <a:extLst>
                    <a:ext uri="{FF2B5EF4-FFF2-40B4-BE49-F238E27FC236}">
                      <a16:creationId xmlns:a16="http://schemas.microsoft.com/office/drawing/2014/main" id="{8652C5F3-1662-56C7-6824-87A227CF01C4}"/>
                    </a:ext>
                  </a:extLst>
                </p:cNvPr>
                <p:cNvSpPr>
                  <a:spLocks noChangeShapeType="1"/>
                </p:cNvSpPr>
                <p:nvPr/>
              </p:nvSpPr>
              <p:spPr bwMode="auto">
                <a:xfrm>
                  <a:off x="3640" y="3040"/>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6099" name="Text Box 67">
                  <a:extLst>
                    <a:ext uri="{FF2B5EF4-FFF2-40B4-BE49-F238E27FC236}">
                      <a16:creationId xmlns:a16="http://schemas.microsoft.com/office/drawing/2014/main" id="{279EEF9F-214F-2C70-7883-0E0455B31B74}"/>
                    </a:ext>
                  </a:extLst>
                </p:cNvPr>
                <p:cNvSpPr txBox="1">
                  <a:spLocks noChangeArrowheads="1"/>
                </p:cNvSpPr>
                <p:nvPr/>
              </p:nvSpPr>
              <p:spPr bwMode="auto">
                <a:xfrm>
                  <a:off x="3610" y="2857"/>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MODULE</a:t>
                  </a:r>
                  <a:endParaRPr lang="en-GB" altLang="en-US" sz="1200" b="1">
                    <a:solidFill>
                      <a:schemeClr val="tx1"/>
                    </a:solidFill>
                    <a:latin typeface="Times New Roman" panose="02020603050405020304" pitchFamily="18" charset="0"/>
                  </a:endParaRPr>
                </a:p>
              </p:txBody>
            </p:sp>
          </p:grpSp>
          <p:sp>
            <p:nvSpPr>
              <p:cNvPr id="46089" name="Line 55">
                <a:extLst>
                  <a:ext uri="{FF2B5EF4-FFF2-40B4-BE49-F238E27FC236}">
                    <a16:creationId xmlns:a16="http://schemas.microsoft.com/office/drawing/2014/main" id="{741F44D6-22CB-C3B7-803D-6B13F75EF80E}"/>
                  </a:ext>
                </a:extLst>
              </p:cNvPr>
              <p:cNvSpPr>
                <a:spLocks noChangeShapeType="1"/>
              </p:cNvSpPr>
              <p:nvPr/>
            </p:nvSpPr>
            <p:spPr bwMode="auto">
              <a:xfrm>
                <a:off x="6265780" y="2977148"/>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46087" name="Oval 4">
              <a:extLst>
                <a:ext uri="{FF2B5EF4-FFF2-40B4-BE49-F238E27FC236}">
                  <a16:creationId xmlns:a16="http://schemas.microsoft.com/office/drawing/2014/main" id="{623F8E04-F010-19E2-3D3C-1218A908097B}"/>
                </a:ext>
              </a:extLst>
            </p:cNvPr>
            <p:cNvSpPr>
              <a:spLocks noChangeArrowheads="1"/>
            </p:cNvSpPr>
            <p:nvPr/>
          </p:nvSpPr>
          <p:spPr bwMode="auto">
            <a:xfrm>
              <a:off x="6899104" y="4075961"/>
              <a:ext cx="171450" cy="12774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sp>
        <p:nvSpPr>
          <p:cNvPr id="4" name="Rectangle 3">
            <a:extLst>
              <a:ext uri="{FF2B5EF4-FFF2-40B4-BE49-F238E27FC236}">
                <a16:creationId xmlns:a16="http://schemas.microsoft.com/office/drawing/2014/main" id="{C7A85CDC-1BC7-B722-9241-06EFAAFFA1F5}"/>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8C6C9E3F-5A2C-916F-2459-4D78448FEC64}"/>
              </a:ext>
            </a:extLst>
          </p:cNvPr>
          <p:cNvSpPr>
            <a:spLocks noGrp="1" noChangeArrowheads="1"/>
          </p:cNvSpPr>
          <p:nvPr>
            <p:ph type="title"/>
          </p:nvPr>
        </p:nvSpPr>
        <p:spPr/>
        <p:txBody>
          <a:bodyPr/>
          <a:lstStyle/>
          <a:p>
            <a:pPr eaLnBrk="1" hangingPunct="1"/>
            <a:r>
              <a:rPr lang="en-GB" altLang="en-US" b="1"/>
              <a:t>one-to-many (1:n or n:1)</a:t>
            </a:r>
          </a:p>
        </p:txBody>
      </p:sp>
      <p:sp>
        <p:nvSpPr>
          <p:cNvPr id="44035" name="Rectangle 3">
            <a:extLst>
              <a:ext uri="{FF2B5EF4-FFF2-40B4-BE49-F238E27FC236}">
                <a16:creationId xmlns:a16="http://schemas.microsoft.com/office/drawing/2014/main" id="{B71554B7-C1C8-9E57-E80B-324EA97E20C4}"/>
              </a:ext>
            </a:extLst>
          </p:cNvPr>
          <p:cNvSpPr>
            <a:spLocks noGrp="1" noChangeArrowheads="1"/>
          </p:cNvSpPr>
          <p:nvPr>
            <p:ph type="body" sz="half" idx="2"/>
          </p:nvPr>
        </p:nvSpPr>
        <p:spPr>
          <a:xfrm>
            <a:off x="4746625" y="1284288"/>
            <a:ext cx="3810000" cy="4340225"/>
          </a:xfrm>
        </p:spPr>
        <p:txBody>
          <a:bodyPr/>
          <a:lstStyle/>
          <a:p>
            <a:pPr marL="342900" indent="-342900" eaLnBrk="1" hangingPunct="1">
              <a:buClr>
                <a:schemeClr val="tx1"/>
              </a:buClr>
              <a:buSzPct val="80000"/>
              <a:buFont typeface="Monotype Sorts" pitchFamily="2" charset="2"/>
              <a:buChar char="u"/>
            </a:pPr>
            <a:r>
              <a:rPr lang="en-GB" altLang="en-US" sz="2400"/>
              <a:t>One instance of an entity is associated with many instances of another entity </a:t>
            </a:r>
            <a:endParaRPr lang="en-GB" altLang="en-US" sz="2400" i="1"/>
          </a:p>
          <a:p>
            <a:pPr marL="342900" indent="-342900" eaLnBrk="1" hangingPunct="1">
              <a:buClr>
                <a:schemeClr val="tx1"/>
              </a:buClr>
              <a:buSzPct val="80000"/>
              <a:buFont typeface="Monotype Sorts" pitchFamily="2" charset="2"/>
              <a:buChar char="u"/>
            </a:pPr>
            <a:r>
              <a:rPr lang="en-GB" altLang="en-US" sz="2400"/>
              <a:t>‘Crow’s feet’ at one end of relationship line depicts direction of 1:n relationship</a:t>
            </a:r>
          </a:p>
          <a:p>
            <a:pPr marL="742950" lvl="1" indent="-285750" eaLnBrk="1" hangingPunct="1">
              <a:buClr>
                <a:schemeClr val="tx1"/>
              </a:buClr>
              <a:buSzPct val="80000"/>
              <a:buFont typeface="Wingdings" panose="05000000000000000000" pitchFamily="2" charset="2"/>
              <a:buChar char="Ø"/>
            </a:pPr>
            <a:r>
              <a:rPr lang="en-GB" altLang="en-US" sz="2400"/>
              <a:t>n=0 or more (business specific)</a:t>
            </a:r>
          </a:p>
        </p:txBody>
      </p:sp>
      <p:grpSp>
        <p:nvGrpSpPr>
          <p:cNvPr id="2" name="Group 1">
            <a:extLst>
              <a:ext uri="{FF2B5EF4-FFF2-40B4-BE49-F238E27FC236}">
                <a16:creationId xmlns:a16="http://schemas.microsoft.com/office/drawing/2014/main" id="{FBA7239F-FC82-EB5C-77CD-706AA1A0CE5E}"/>
              </a:ext>
            </a:extLst>
          </p:cNvPr>
          <p:cNvGrpSpPr>
            <a:grpSpLocks/>
          </p:cNvGrpSpPr>
          <p:nvPr/>
        </p:nvGrpSpPr>
        <p:grpSpPr bwMode="auto">
          <a:xfrm>
            <a:off x="714375" y="1246188"/>
            <a:ext cx="3659188" cy="3617912"/>
            <a:chOff x="714375" y="1246188"/>
            <a:chExt cx="3659188" cy="3617912"/>
          </a:xfrm>
        </p:grpSpPr>
        <p:sp>
          <p:nvSpPr>
            <p:cNvPr id="47109" name="AutoShape 5">
              <a:extLst>
                <a:ext uri="{FF2B5EF4-FFF2-40B4-BE49-F238E27FC236}">
                  <a16:creationId xmlns:a16="http://schemas.microsoft.com/office/drawing/2014/main" id="{E76FD5BE-26CA-1448-D529-036B506FA72E}"/>
                </a:ext>
              </a:extLst>
            </p:cNvPr>
            <p:cNvSpPr>
              <a:spLocks noChangeArrowheads="1"/>
            </p:cNvSpPr>
            <p:nvPr/>
          </p:nvSpPr>
          <p:spPr bwMode="auto">
            <a:xfrm>
              <a:off x="800100" y="1333500"/>
              <a:ext cx="1295400" cy="88900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7110" name="AutoShape 6">
              <a:extLst>
                <a:ext uri="{FF2B5EF4-FFF2-40B4-BE49-F238E27FC236}">
                  <a16:creationId xmlns:a16="http://schemas.microsoft.com/office/drawing/2014/main" id="{FEF7D2F0-84B5-B1FB-BB0C-92299A9EDBA8}"/>
                </a:ext>
              </a:extLst>
            </p:cNvPr>
            <p:cNvSpPr>
              <a:spLocks noChangeArrowheads="1"/>
            </p:cNvSpPr>
            <p:nvPr/>
          </p:nvSpPr>
          <p:spPr bwMode="auto">
            <a:xfrm>
              <a:off x="736600" y="1282700"/>
              <a:ext cx="1295400" cy="889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7111" name="Text Box 7">
              <a:extLst>
                <a:ext uri="{FF2B5EF4-FFF2-40B4-BE49-F238E27FC236}">
                  <a16:creationId xmlns:a16="http://schemas.microsoft.com/office/drawing/2014/main" id="{ACE7CD58-E577-FCAE-07EE-47D436E650D2}"/>
                </a:ext>
              </a:extLst>
            </p:cNvPr>
            <p:cNvSpPr txBox="1">
              <a:spLocks noChangeArrowheads="1"/>
            </p:cNvSpPr>
            <p:nvPr/>
          </p:nvSpPr>
          <p:spPr bwMode="auto">
            <a:xfrm>
              <a:off x="714375" y="1246188"/>
              <a:ext cx="1389063" cy="32861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ENTITY  x</a:t>
              </a:r>
              <a:endParaRPr lang="en-GB" altLang="en-US" sz="1200" b="1">
                <a:solidFill>
                  <a:schemeClr val="tx1"/>
                </a:solidFill>
                <a:latin typeface="Times New Roman" panose="02020603050405020304" pitchFamily="18" charset="0"/>
              </a:endParaRPr>
            </a:p>
          </p:txBody>
        </p:sp>
        <p:sp>
          <p:nvSpPr>
            <p:cNvPr id="47112" name="AutoShape 9">
              <a:extLst>
                <a:ext uri="{FF2B5EF4-FFF2-40B4-BE49-F238E27FC236}">
                  <a16:creationId xmlns:a16="http://schemas.microsoft.com/office/drawing/2014/main" id="{D229103D-2CD5-979C-8A1A-DD7742EBA5EB}"/>
                </a:ext>
              </a:extLst>
            </p:cNvPr>
            <p:cNvSpPr>
              <a:spLocks noChangeArrowheads="1"/>
            </p:cNvSpPr>
            <p:nvPr/>
          </p:nvSpPr>
          <p:spPr bwMode="auto">
            <a:xfrm>
              <a:off x="787400" y="3975100"/>
              <a:ext cx="1295400" cy="88900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7113" name="AutoShape 10">
              <a:extLst>
                <a:ext uri="{FF2B5EF4-FFF2-40B4-BE49-F238E27FC236}">
                  <a16:creationId xmlns:a16="http://schemas.microsoft.com/office/drawing/2014/main" id="{BADE6246-FD4C-BA8B-F621-3032AB32B8DB}"/>
                </a:ext>
              </a:extLst>
            </p:cNvPr>
            <p:cNvSpPr>
              <a:spLocks noChangeArrowheads="1"/>
            </p:cNvSpPr>
            <p:nvPr/>
          </p:nvSpPr>
          <p:spPr bwMode="auto">
            <a:xfrm>
              <a:off x="723900" y="3924300"/>
              <a:ext cx="1295400" cy="889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nvGrpSpPr>
            <p:cNvPr id="47114" name="Group 35">
              <a:extLst>
                <a:ext uri="{FF2B5EF4-FFF2-40B4-BE49-F238E27FC236}">
                  <a16:creationId xmlns:a16="http://schemas.microsoft.com/office/drawing/2014/main" id="{98154152-5129-DB6E-CB10-72FCC6A07C92}"/>
                </a:ext>
              </a:extLst>
            </p:cNvPr>
            <p:cNvGrpSpPr>
              <a:grpSpLocks/>
            </p:cNvGrpSpPr>
            <p:nvPr/>
          </p:nvGrpSpPr>
          <p:grpSpPr bwMode="auto">
            <a:xfrm>
              <a:off x="1174750" y="2171700"/>
              <a:ext cx="3198813" cy="1762125"/>
              <a:chOff x="740" y="1368"/>
              <a:chExt cx="2015" cy="1110"/>
            </a:xfrm>
          </p:grpSpPr>
          <p:grpSp>
            <p:nvGrpSpPr>
              <p:cNvPr id="47119" name="Group 12">
                <a:extLst>
                  <a:ext uri="{FF2B5EF4-FFF2-40B4-BE49-F238E27FC236}">
                    <a16:creationId xmlns:a16="http://schemas.microsoft.com/office/drawing/2014/main" id="{52FB0F6A-EBFB-58D7-428D-274323DC976A}"/>
                  </a:ext>
                </a:extLst>
              </p:cNvPr>
              <p:cNvGrpSpPr>
                <a:grpSpLocks/>
              </p:cNvGrpSpPr>
              <p:nvPr/>
            </p:nvGrpSpPr>
            <p:grpSpPr bwMode="auto">
              <a:xfrm>
                <a:off x="740" y="1368"/>
                <a:ext cx="2015" cy="1110"/>
                <a:chOff x="1028" y="2016"/>
                <a:chExt cx="2015" cy="1110"/>
              </a:xfrm>
            </p:grpSpPr>
            <p:sp>
              <p:nvSpPr>
                <p:cNvPr id="47122" name="Text Box 13">
                  <a:extLst>
                    <a:ext uri="{FF2B5EF4-FFF2-40B4-BE49-F238E27FC236}">
                      <a16:creationId xmlns:a16="http://schemas.microsoft.com/office/drawing/2014/main" id="{7928C83F-986A-2C25-DDC2-971C756A5F13}"/>
                    </a:ext>
                  </a:extLst>
                </p:cNvPr>
                <p:cNvSpPr txBox="1">
                  <a:spLocks noChangeArrowheads="1"/>
                </p:cNvSpPr>
                <p:nvPr/>
              </p:nvSpPr>
              <p:spPr bwMode="auto">
                <a:xfrm rot="15347">
                  <a:off x="1338" y="2019"/>
                  <a:ext cx="1395" cy="499"/>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800" b="1">
                      <a:solidFill>
                        <a:schemeClr val="tx1"/>
                      </a:solidFill>
                      <a:latin typeface="Times New Roman" panose="02020603050405020304" pitchFamily="18" charset="0"/>
                    </a:rPr>
                    <a:t>1</a:t>
                  </a:r>
                </a:p>
                <a:p>
                  <a:r>
                    <a:rPr lang="en-GB" altLang="en-US" sz="1400" b="1" i="1">
                      <a:solidFill>
                        <a:schemeClr val="tx1"/>
                      </a:solidFill>
                      <a:latin typeface="Times New Roman" panose="02020603050405020304" pitchFamily="18" charset="0"/>
                    </a:rPr>
                    <a:t>x</a:t>
                  </a:r>
                  <a:r>
                    <a:rPr lang="en-GB" altLang="en-US" sz="1400" b="1">
                      <a:solidFill>
                        <a:schemeClr val="tx1"/>
                      </a:solidFill>
                      <a:latin typeface="Times New Roman" panose="02020603050405020304" pitchFamily="18" charset="0"/>
                    </a:rPr>
                    <a:t> </a:t>
                  </a:r>
                  <a:r>
                    <a:rPr lang="en-GB" altLang="en-US" sz="1400">
                      <a:solidFill>
                        <a:schemeClr val="tx1"/>
                      </a:solidFill>
                      <a:latin typeface="Times New Roman" panose="02020603050405020304" pitchFamily="18" charset="0"/>
                    </a:rPr>
                    <a:t>is known either as </a:t>
                  </a:r>
                  <a:r>
                    <a:rPr lang="en-GB" altLang="en-US" sz="1400" b="1">
                      <a:solidFill>
                        <a:schemeClr val="tx1"/>
                      </a:solidFill>
                      <a:latin typeface="Times New Roman" panose="02020603050405020304" pitchFamily="18" charset="0"/>
                    </a:rPr>
                    <a:t>master,  owner </a:t>
                  </a:r>
                  <a:r>
                    <a:rPr lang="en-GB" altLang="en-US" sz="1400">
                      <a:solidFill>
                        <a:schemeClr val="tx1"/>
                      </a:solidFill>
                      <a:latin typeface="Times New Roman" panose="02020603050405020304" pitchFamily="18" charset="0"/>
                    </a:rPr>
                    <a:t>or</a:t>
                  </a:r>
                  <a:r>
                    <a:rPr lang="en-GB" altLang="en-US" sz="1400" b="1">
                      <a:solidFill>
                        <a:schemeClr val="tx1"/>
                      </a:solidFill>
                      <a:latin typeface="Times New Roman" panose="02020603050405020304" pitchFamily="18" charset="0"/>
                    </a:rPr>
                    <a:t> parent</a:t>
                  </a:r>
                  <a:endParaRPr lang="en-GB" altLang="en-US" sz="1400" b="1" u="sng">
                    <a:solidFill>
                      <a:schemeClr val="tx1"/>
                    </a:solidFill>
                    <a:latin typeface="Times New Roman" panose="02020603050405020304" pitchFamily="18" charset="0"/>
                  </a:endParaRPr>
                </a:p>
              </p:txBody>
            </p:sp>
            <p:sp>
              <p:nvSpPr>
                <p:cNvPr id="47123" name="Line 14">
                  <a:extLst>
                    <a:ext uri="{FF2B5EF4-FFF2-40B4-BE49-F238E27FC236}">
                      <a16:creationId xmlns:a16="http://schemas.microsoft.com/office/drawing/2014/main" id="{40C28B35-FFE1-A112-85C3-D1A8A40D8A27}"/>
                    </a:ext>
                  </a:extLst>
                </p:cNvPr>
                <p:cNvSpPr>
                  <a:spLocks noChangeShapeType="1"/>
                </p:cNvSpPr>
                <p:nvPr/>
              </p:nvSpPr>
              <p:spPr bwMode="auto">
                <a:xfrm flipH="1" flipV="1">
                  <a:off x="1140" y="2016"/>
                  <a:ext cx="0" cy="7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47124" name="Line 15">
                  <a:extLst>
                    <a:ext uri="{FF2B5EF4-FFF2-40B4-BE49-F238E27FC236}">
                      <a16:creationId xmlns:a16="http://schemas.microsoft.com/office/drawing/2014/main" id="{098EBEB9-26B9-5BF2-4AA8-3E2DD971F599}"/>
                    </a:ext>
                  </a:extLst>
                </p:cNvPr>
                <p:cNvSpPr>
                  <a:spLocks noChangeShapeType="1"/>
                </p:cNvSpPr>
                <p:nvPr/>
              </p:nvSpPr>
              <p:spPr bwMode="auto">
                <a:xfrm flipV="1">
                  <a:off x="1028" y="2896"/>
                  <a:ext cx="112" cy="2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47125" name="Line 16">
                  <a:extLst>
                    <a:ext uri="{FF2B5EF4-FFF2-40B4-BE49-F238E27FC236}">
                      <a16:creationId xmlns:a16="http://schemas.microsoft.com/office/drawing/2014/main" id="{4F352D7A-8AC3-965E-5184-AE94005B0322}"/>
                    </a:ext>
                  </a:extLst>
                </p:cNvPr>
                <p:cNvSpPr>
                  <a:spLocks noChangeShapeType="1"/>
                </p:cNvSpPr>
                <p:nvPr/>
              </p:nvSpPr>
              <p:spPr bwMode="auto">
                <a:xfrm flipH="1" flipV="1">
                  <a:off x="1144" y="2900"/>
                  <a:ext cx="96" cy="2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47126" name="Text Box 17">
                  <a:extLst>
                    <a:ext uri="{FF2B5EF4-FFF2-40B4-BE49-F238E27FC236}">
                      <a16:creationId xmlns:a16="http://schemas.microsoft.com/office/drawing/2014/main" id="{E648930A-765C-F84B-DE80-BB415C781851}"/>
                    </a:ext>
                  </a:extLst>
                </p:cNvPr>
                <p:cNvSpPr txBox="1">
                  <a:spLocks noChangeArrowheads="1"/>
                </p:cNvSpPr>
                <p:nvPr/>
              </p:nvSpPr>
              <p:spPr bwMode="auto">
                <a:xfrm rot="15347">
                  <a:off x="1337" y="2627"/>
                  <a:ext cx="1706" cy="499"/>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800" b="1">
                      <a:solidFill>
                        <a:schemeClr val="tx1"/>
                      </a:solidFill>
                      <a:latin typeface="Times New Roman" panose="02020603050405020304" pitchFamily="18" charset="0"/>
                    </a:rPr>
                    <a:t>0..n</a:t>
                  </a:r>
                </a:p>
                <a:p>
                  <a:r>
                    <a:rPr lang="en-GB" altLang="en-US" sz="1400" b="1" i="1">
                      <a:solidFill>
                        <a:schemeClr val="tx1"/>
                      </a:solidFill>
                      <a:latin typeface="Times New Roman" panose="02020603050405020304" pitchFamily="18" charset="0"/>
                    </a:rPr>
                    <a:t>y</a:t>
                  </a:r>
                  <a:r>
                    <a:rPr lang="en-GB" altLang="en-US" sz="1400" b="1">
                      <a:solidFill>
                        <a:schemeClr val="tx1"/>
                      </a:solidFill>
                      <a:latin typeface="Times New Roman" panose="02020603050405020304" pitchFamily="18" charset="0"/>
                    </a:rPr>
                    <a:t> </a:t>
                  </a:r>
                  <a:r>
                    <a:rPr lang="en-GB" altLang="en-US" sz="1400">
                      <a:solidFill>
                        <a:schemeClr val="tx1"/>
                      </a:solidFill>
                      <a:latin typeface="Times New Roman" panose="02020603050405020304" pitchFamily="18" charset="0"/>
                    </a:rPr>
                    <a:t>is correspondingly known either as </a:t>
                  </a:r>
                  <a:r>
                    <a:rPr lang="en-GB" altLang="en-US" sz="1400" b="1">
                      <a:solidFill>
                        <a:schemeClr val="tx1"/>
                      </a:solidFill>
                      <a:latin typeface="Times New Roman" panose="02020603050405020304" pitchFamily="18" charset="0"/>
                    </a:rPr>
                    <a:t>details,  owned </a:t>
                  </a:r>
                  <a:r>
                    <a:rPr lang="en-GB" altLang="en-US" sz="1400">
                      <a:solidFill>
                        <a:schemeClr val="tx1"/>
                      </a:solidFill>
                      <a:latin typeface="Times New Roman" panose="02020603050405020304" pitchFamily="18" charset="0"/>
                    </a:rPr>
                    <a:t>or</a:t>
                  </a:r>
                  <a:r>
                    <a:rPr lang="en-GB" altLang="en-US" sz="1400" b="1">
                      <a:solidFill>
                        <a:schemeClr val="tx1"/>
                      </a:solidFill>
                      <a:latin typeface="Times New Roman" panose="02020603050405020304" pitchFamily="18" charset="0"/>
                    </a:rPr>
                    <a:t> child</a:t>
                  </a:r>
                  <a:endParaRPr lang="en-GB" altLang="en-US" sz="1400" b="1" u="sng">
                    <a:solidFill>
                      <a:schemeClr val="tx1"/>
                    </a:solidFill>
                    <a:latin typeface="Times New Roman" panose="02020603050405020304" pitchFamily="18" charset="0"/>
                  </a:endParaRPr>
                </a:p>
              </p:txBody>
            </p:sp>
            <p:sp>
              <p:nvSpPr>
                <p:cNvPr id="47127" name="Line 18">
                  <a:extLst>
                    <a:ext uri="{FF2B5EF4-FFF2-40B4-BE49-F238E27FC236}">
                      <a16:creationId xmlns:a16="http://schemas.microsoft.com/office/drawing/2014/main" id="{245907B8-4FCC-A28B-BDD7-4A7CF5B9B9F2}"/>
                    </a:ext>
                  </a:extLst>
                </p:cNvPr>
                <p:cNvSpPr>
                  <a:spLocks noChangeShapeType="1"/>
                </p:cNvSpPr>
                <p:nvPr/>
              </p:nvSpPr>
              <p:spPr bwMode="auto">
                <a:xfrm flipV="1">
                  <a:off x="1140" y="2792"/>
                  <a:ext cx="0" cy="3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grpSp>
          <p:sp>
            <p:nvSpPr>
              <p:cNvPr id="47120" name="Oval 33">
                <a:extLst>
                  <a:ext uri="{FF2B5EF4-FFF2-40B4-BE49-F238E27FC236}">
                    <a16:creationId xmlns:a16="http://schemas.microsoft.com/office/drawing/2014/main" id="{C01CBA3E-7CE4-03F0-FEF5-E89F311A3DBC}"/>
                  </a:ext>
                </a:extLst>
              </p:cNvPr>
              <p:cNvSpPr>
                <a:spLocks noChangeArrowheads="1"/>
              </p:cNvSpPr>
              <p:nvPr/>
            </p:nvSpPr>
            <p:spPr bwMode="auto">
              <a:xfrm>
                <a:off x="808" y="2176"/>
                <a:ext cx="80" cy="72"/>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7121" name="Line 34">
                <a:extLst>
                  <a:ext uri="{FF2B5EF4-FFF2-40B4-BE49-F238E27FC236}">
                    <a16:creationId xmlns:a16="http://schemas.microsoft.com/office/drawing/2014/main" id="{EDEC24E9-6853-44BF-5310-862165523E09}"/>
                  </a:ext>
                </a:extLst>
              </p:cNvPr>
              <p:cNvSpPr>
                <a:spLocks noChangeShapeType="1"/>
              </p:cNvSpPr>
              <p:nvPr/>
            </p:nvSpPr>
            <p:spPr bwMode="auto">
              <a:xfrm>
                <a:off x="744" y="1464"/>
                <a:ext cx="2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47115" name="Line 46">
              <a:extLst>
                <a:ext uri="{FF2B5EF4-FFF2-40B4-BE49-F238E27FC236}">
                  <a16:creationId xmlns:a16="http://schemas.microsoft.com/office/drawing/2014/main" id="{12681B0B-1FB7-172A-C96F-36936A8EC7EB}"/>
                </a:ext>
              </a:extLst>
            </p:cNvPr>
            <p:cNvSpPr>
              <a:spLocks noChangeShapeType="1"/>
            </p:cNvSpPr>
            <p:nvPr/>
          </p:nvSpPr>
          <p:spPr bwMode="auto">
            <a:xfrm>
              <a:off x="723900" y="1536700"/>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7116" name="Line 47">
              <a:extLst>
                <a:ext uri="{FF2B5EF4-FFF2-40B4-BE49-F238E27FC236}">
                  <a16:creationId xmlns:a16="http://schemas.microsoft.com/office/drawing/2014/main" id="{E3FB593A-A2C2-1A9B-2CE0-B5877C30598B}"/>
                </a:ext>
              </a:extLst>
            </p:cNvPr>
            <p:cNvSpPr>
              <a:spLocks noChangeShapeType="1"/>
            </p:cNvSpPr>
            <p:nvPr/>
          </p:nvSpPr>
          <p:spPr bwMode="auto">
            <a:xfrm>
              <a:off x="736600" y="4165600"/>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7117" name="Text Box 48">
              <a:extLst>
                <a:ext uri="{FF2B5EF4-FFF2-40B4-BE49-F238E27FC236}">
                  <a16:creationId xmlns:a16="http://schemas.microsoft.com/office/drawing/2014/main" id="{A277B8AF-B71D-F3FA-4618-7AF9D1F5B99E}"/>
                </a:ext>
              </a:extLst>
            </p:cNvPr>
            <p:cNvSpPr txBox="1">
              <a:spLocks noChangeArrowheads="1"/>
            </p:cNvSpPr>
            <p:nvPr/>
          </p:nvSpPr>
          <p:spPr bwMode="auto">
            <a:xfrm>
              <a:off x="714375" y="3900488"/>
              <a:ext cx="1389063" cy="32861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ENTITY  y</a:t>
              </a:r>
              <a:endParaRPr lang="en-GB" altLang="en-US" sz="1200" b="1">
                <a:solidFill>
                  <a:schemeClr val="tx1"/>
                </a:solidFill>
                <a:latin typeface="Times New Roman" panose="02020603050405020304" pitchFamily="18" charset="0"/>
              </a:endParaRPr>
            </a:p>
          </p:txBody>
        </p:sp>
        <p:sp>
          <p:nvSpPr>
            <p:cNvPr id="47118" name="Line 34">
              <a:extLst>
                <a:ext uri="{FF2B5EF4-FFF2-40B4-BE49-F238E27FC236}">
                  <a16:creationId xmlns:a16="http://schemas.microsoft.com/office/drawing/2014/main" id="{6A27FEC9-6A17-9360-104B-27248F11BAB5}"/>
                </a:ext>
              </a:extLst>
            </p:cNvPr>
            <p:cNvSpPr>
              <a:spLocks noChangeShapeType="1"/>
            </p:cNvSpPr>
            <p:nvPr/>
          </p:nvSpPr>
          <p:spPr bwMode="auto">
            <a:xfrm>
              <a:off x="1189122" y="2428374"/>
              <a:ext cx="330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3" name="Rectangle 2">
            <a:extLst>
              <a:ext uri="{FF2B5EF4-FFF2-40B4-BE49-F238E27FC236}">
                <a16:creationId xmlns:a16="http://schemas.microsoft.com/office/drawing/2014/main" id="{3675B68C-EA83-E8E2-62BD-A877D7AE3982}"/>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4035">
                                            <p:txEl>
                                              <p:pRg st="0" end="0"/>
                                            </p:txEl>
                                          </p:spTgt>
                                        </p:tgtEl>
                                        <p:attrNameLst>
                                          <p:attrName>style.visibility</p:attrName>
                                        </p:attrNameLst>
                                      </p:cBhvr>
                                      <p:to>
                                        <p:strVal val="visible"/>
                                      </p:to>
                                    </p:set>
                                    <p:anim calcmode="lin" valueType="num">
                                      <p:cBhvr additive="base">
                                        <p:cTn id="12" dur="500" fill="hold"/>
                                        <p:tgtEl>
                                          <p:spTgt spid="44035">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40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4035">
                                            <p:txEl>
                                              <p:pRg st="1" end="1"/>
                                            </p:txEl>
                                          </p:spTgt>
                                        </p:tgtEl>
                                        <p:attrNameLst>
                                          <p:attrName>style.visibility</p:attrName>
                                        </p:attrNameLst>
                                      </p:cBhvr>
                                      <p:to>
                                        <p:strVal val="visible"/>
                                      </p:to>
                                    </p:set>
                                    <p:anim calcmode="lin" valueType="num">
                                      <p:cBhvr additive="base">
                                        <p:cTn id="18" dur="500" fill="hold"/>
                                        <p:tgtEl>
                                          <p:spTgt spid="44035">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4035">
                                            <p:txEl>
                                              <p:pRg st="1" end="1"/>
                                            </p:txEl>
                                          </p:spTgt>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44035">
                                            <p:txEl>
                                              <p:pRg st="2" end="2"/>
                                            </p:txEl>
                                          </p:spTgt>
                                        </p:tgtEl>
                                        <p:attrNameLst>
                                          <p:attrName>style.visibility</p:attrName>
                                        </p:attrNameLst>
                                      </p:cBhvr>
                                      <p:to>
                                        <p:strVal val="visible"/>
                                      </p:to>
                                    </p:set>
                                    <p:anim calcmode="lin" valueType="num">
                                      <p:cBhvr additive="base">
                                        <p:cTn id="22" dur="500" fill="hold"/>
                                        <p:tgtEl>
                                          <p:spTgt spid="44035">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4403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052C7AA7-6899-3306-3BA2-5070785DAD04}"/>
              </a:ext>
            </a:extLst>
          </p:cNvPr>
          <p:cNvSpPr>
            <a:spLocks noGrp="1" noChangeArrowheads="1"/>
          </p:cNvSpPr>
          <p:nvPr>
            <p:ph type="title"/>
          </p:nvPr>
        </p:nvSpPr>
        <p:spPr/>
        <p:txBody>
          <a:bodyPr/>
          <a:lstStyle/>
          <a:p>
            <a:pPr eaLnBrk="1" hangingPunct="1"/>
            <a:r>
              <a:rPr lang="en-GB" altLang="en-US" b="1"/>
              <a:t>one-to-many (1:n or n:1)</a:t>
            </a:r>
          </a:p>
        </p:txBody>
      </p:sp>
      <p:grpSp>
        <p:nvGrpSpPr>
          <p:cNvPr id="2" name="Group 1">
            <a:extLst>
              <a:ext uri="{FF2B5EF4-FFF2-40B4-BE49-F238E27FC236}">
                <a16:creationId xmlns:a16="http://schemas.microsoft.com/office/drawing/2014/main" id="{6F106243-0CB2-61DC-0A62-CC4551FFBB3C}"/>
              </a:ext>
            </a:extLst>
          </p:cNvPr>
          <p:cNvGrpSpPr>
            <a:grpSpLocks/>
          </p:cNvGrpSpPr>
          <p:nvPr/>
        </p:nvGrpSpPr>
        <p:grpSpPr bwMode="auto">
          <a:xfrm>
            <a:off x="1133475" y="1993900"/>
            <a:ext cx="1668463" cy="3581400"/>
            <a:chOff x="1133475" y="1993900"/>
            <a:chExt cx="1668463" cy="3581400"/>
          </a:xfrm>
        </p:grpSpPr>
        <p:sp>
          <p:nvSpPr>
            <p:cNvPr id="48166" name="AutoShape 4">
              <a:extLst>
                <a:ext uri="{FF2B5EF4-FFF2-40B4-BE49-F238E27FC236}">
                  <a16:creationId xmlns:a16="http://schemas.microsoft.com/office/drawing/2014/main" id="{57DCCE4A-ACD4-8484-D922-B5C2BC2ED0F1}"/>
                </a:ext>
              </a:extLst>
            </p:cNvPr>
            <p:cNvSpPr>
              <a:spLocks noChangeArrowheads="1"/>
            </p:cNvSpPr>
            <p:nvPr/>
          </p:nvSpPr>
          <p:spPr bwMode="auto">
            <a:xfrm>
              <a:off x="1231900" y="2044700"/>
              <a:ext cx="1295400" cy="88900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8167" name="AutoShape 5">
              <a:extLst>
                <a:ext uri="{FF2B5EF4-FFF2-40B4-BE49-F238E27FC236}">
                  <a16:creationId xmlns:a16="http://schemas.microsoft.com/office/drawing/2014/main" id="{85911C76-97AE-3757-01AC-B11441D70AC8}"/>
                </a:ext>
              </a:extLst>
            </p:cNvPr>
            <p:cNvSpPr>
              <a:spLocks noChangeArrowheads="1"/>
            </p:cNvSpPr>
            <p:nvPr/>
          </p:nvSpPr>
          <p:spPr bwMode="auto">
            <a:xfrm>
              <a:off x="1168400" y="1993900"/>
              <a:ext cx="1295400" cy="889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8168" name="AutoShape 8">
              <a:extLst>
                <a:ext uri="{FF2B5EF4-FFF2-40B4-BE49-F238E27FC236}">
                  <a16:creationId xmlns:a16="http://schemas.microsoft.com/office/drawing/2014/main" id="{1248AA13-E96A-C638-B9F3-00CBF7A0F7B0}"/>
                </a:ext>
              </a:extLst>
            </p:cNvPr>
            <p:cNvSpPr>
              <a:spLocks noChangeArrowheads="1"/>
            </p:cNvSpPr>
            <p:nvPr/>
          </p:nvSpPr>
          <p:spPr bwMode="auto">
            <a:xfrm>
              <a:off x="1219200" y="4686300"/>
              <a:ext cx="1295400" cy="88900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8169" name="AutoShape 9">
              <a:extLst>
                <a:ext uri="{FF2B5EF4-FFF2-40B4-BE49-F238E27FC236}">
                  <a16:creationId xmlns:a16="http://schemas.microsoft.com/office/drawing/2014/main" id="{AD9B4D67-3A8C-CA92-559B-116808694EB0}"/>
                </a:ext>
              </a:extLst>
            </p:cNvPr>
            <p:cNvSpPr>
              <a:spLocks noChangeArrowheads="1"/>
            </p:cNvSpPr>
            <p:nvPr/>
          </p:nvSpPr>
          <p:spPr bwMode="auto">
            <a:xfrm>
              <a:off x="1155700" y="4635500"/>
              <a:ext cx="1295400" cy="889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8170" name="Line 12">
              <a:extLst>
                <a:ext uri="{FF2B5EF4-FFF2-40B4-BE49-F238E27FC236}">
                  <a16:creationId xmlns:a16="http://schemas.microsoft.com/office/drawing/2014/main" id="{A4F9A71F-24D3-61AA-CFE9-B6074B34C387}"/>
                </a:ext>
              </a:extLst>
            </p:cNvPr>
            <p:cNvSpPr>
              <a:spLocks noChangeShapeType="1"/>
            </p:cNvSpPr>
            <p:nvPr/>
          </p:nvSpPr>
          <p:spPr bwMode="auto">
            <a:xfrm flipV="1">
              <a:off x="1606550" y="4279900"/>
              <a:ext cx="177800" cy="349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48171" name="Line 13">
              <a:extLst>
                <a:ext uri="{FF2B5EF4-FFF2-40B4-BE49-F238E27FC236}">
                  <a16:creationId xmlns:a16="http://schemas.microsoft.com/office/drawing/2014/main" id="{70FAA75A-EF82-3D7B-5EF3-CD4A3CF5835B}"/>
                </a:ext>
              </a:extLst>
            </p:cNvPr>
            <p:cNvSpPr>
              <a:spLocks noChangeShapeType="1"/>
            </p:cNvSpPr>
            <p:nvPr/>
          </p:nvSpPr>
          <p:spPr bwMode="auto">
            <a:xfrm flipH="1" flipV="1">
              <a:off x="1790700" y="4286250"/>
              <a:ext cx="152400" cy="336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48172" name="Text Box 14">
              <a:extLst>
                <a:ext uri="{FF2B5EF4-FFF2-40B4-BE49-F238E27FC236}">
                  <a16:creationId xmlns:a16="http://schemas.microsoft.com/office/drawing/2014/main" id="{8ABB56CF-17BC-8852-1755-B826DD8BA478}"/>
                </a:ext>
              </a:extLst>
            </p:cNvPr>
            <p:cNvSpPr txBox="1">
              <a:spLocks noChangeArrowheads="1"/>
            </p:cNvSpPr>
            <p:nvPr/>
          </p:nvSpPr>
          <p:spPr bwMode="auto">
            <a:xfrm rot="15347">
              <a:off x="1870075" y="2922588"/>
              <a:ext cx="931863"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has</a:t>
              </a:r>
              <a:endParaRPr lang="en-GB" altLang="en-US" sz="1400" u="sng">
                <a:solidFill>
                  <a:schemeClr val="tx1"/>
                </a:solidFill>
                <a:latin typeface="Times New Roman" panose="02020603050405020304" pitchFamily="18" charset="0"/>
              </a:endParaRPr>
            </a:p>
          </p:txBody>
        </p:sp>
        <p:sp>
          <p:nvSpPr>
            <p:cNvPr id="48173" name="Text Box 15">
              <a:extLst>
                <a:ext uri="{FF2B5EF4-FFF2-40B4-BE49-F238E27FC236}">
                  <a16:creationId xmlns:a16="http://schemas.microsoft.com/office/drawing/2014/main" id="{CB3E9B88-254A-2DD1-A152-7481670D6C94}"/>
                </a:ext>
              </a:extLst>
            </p:cNvPr>
            <p:cNvSpPr txBox="1">
              <a:spLocks noChangeArrowheads="1"/>
            </p:cNvSpPr>
            <p:nvPr/>
          </p:nvSpPr>
          <p:spPr bwMode="auto">
            <a:xfrm rot="15347">
              <a:off x="1870075" y="4154488"/>
              <a:ext cx="82867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attends</a:t>
              </a:r>
              <a:endParaRPr lang="en-GB" altLang="en-US" sz="1400" b="1" u="sng">
                <a:solidFill>
                  <a:schemeClr val="tx1"/>
                </a:solidFill>
                <a:latin typeface="Times New Roman" panose="02020603050405020304" pitchFamily="18" charset="0"/>
              </a:endParaRPr>
            </a:p>
          </p:txBody>
        </p:sp>
        <p:sp>
          <p:nvSpPr>
            <p:cNvPr id="48174" name="Line 16">
              <a:extLst>
                <a:ext uri="{FF2B5EF4-FFF2-40B4-BE49-F238E27FC236}">
                  <a16:creationId xmlns:a16="http://schemas.microsoft.com/office/drawing/2014/main" id="{B368CD20-DCC4-D4A7-DEB2-FD0E0010F157}"/>
                </a:ext>
              </a:extLst>
            </p:cNvPr>
            <p:cNvSpPr>
              <a:spLocks noChangeShapeType="1"/>
            </p:cNvSpPr>
            <p:nvPr/>
          </p:nvSpPr>
          <p:spPr bwMode="auto">
            <a:xfrm flipH="1" flipV="1">
              <a:off x="1763713" y="2924175"/>
              <a:ext cx="14287" cy="17113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48175" name="Line 46">
              <a:extLst>
                <a:ext uri="{FF2B5EF4-FFF2-40B4-BE49-F238E27FC236}">
                  <a16:creationId xmlns:a16="http://schemas.microsoft.com/office/drawing/2014/main" id="{793B07D4-3E69-7420-CD1D-54E19EEF37CD}"/>
                </a:ext>
              </a:extLst>
            </p:cNvPr>
            <p:cNvSpPr>
              <a:spLocks noChangeShapeType="1"/>
            </p:cNvSpPr>
            <p:nvPr/>
          </p:nvSpPr>
          <p:spPr bwMode="auto">
            <a:xfrm>
              <a:off x="1654342" y="307340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8176" name="Line 47">
              <a:extLst>
                <a:ext uri="{FF2B5EF4-FFF2-40B4-BE49-F238E27FC236}">
                  <a16:creationId xmlns:a16="http://schemas.microsoft.com/office/drawing/2014/main" id="{C3BA821C-18A2-E792-22FD-9059D6B1F305}"/>
                </a:ext>
              </a:extLst>
            </p:cNvPr>
            <p:cNvSpPr>
              <a:spLocks noChangeShapeType="1"/>
            </p:cNvSpPr>
            <p:nvPr/>
          </p:nvSpPr>
          <p:spPr bwMode="auto">
            <a:xfrm>
              <a:off x="1663700" y="427990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8177" name="Line 52">
              <a:extLst>
                <a:ext uri="{FF2B5EF4-FFF2-40B4-BE49-F238E27FC236}">
                  <a16:creationId xmlns:a16="http://schemas.microsoft.com/office/drawing/2014/main" id="{75A798DC-B635-7B68-5CE1-55B588F41CF4}"/>
                </a:ext>
              </a:extLst>
            </p:cNvPr>
            <p:cNvSpPr>
              <a:spLocks noChangeShapeType="1"/>
            </p:cNvSpPr>
            <p:nvPr/>
          </p:nvSpPr>
          <p:spPr bwMode="auto">
            <a:xfrm>
              <a:off x="1155700" y="2260600"/>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8178" name="Text Box 53">
              <a:extLst>
                <a:ext uri="{FF2B5EF4-FFF2-40B4-BE49-F238E27FC236}">
                  <a16:creationId xmlns:a16="http://schemas.microsoft.com/office/drawing/2014/main" id="{3CFDB7EA-0C77-EAFC-189D-7C8D9F9C16A9}"/>
                </a:ext>
              </a:extLst>
            </p:cNvPr>
            <p:cNvSpPr txBox="1">
              <a:spLocks noChangeArrowheads="1"/>
            </p:cNvSpPr>
            <p:nvPr/>
          </p:nvSpPr>
          <p:spPr bwMode="auto">
            <a:xfrm>
              <a:off x="1133475" y="1995488"/>
              <a:ext cx="1389063" cy="32861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SCHOOL</a:t>
              </a:r>
              <a:endParaRPr lang="en-GB" altLang="en-US" sz="1200" b="1">
                <a:solidFill>
                  <a:schemeClr val="tx1"/>
                </a:solidFill>
                <a:latin typeface="Times New Roman" panose="02020603050405020304" pitchFamily="18" charset="0"/>
              </a:endParaRPr>
            </a:p>
          </p:txBody>
        </p:sp>
        <p:sp>
          <p:nvSpPr>
            <p:cNvPr id="48179" name="Line 54">
              <a:extLst>
                <a:ext uri="{FF2B5EF4-FFF2-40B4-BE49-F238E27FC236}">
                  <a16:creationId xmlns:a16="http://schemas.microsoft.com/office/drawing/2014/main" id="{DA92D08B-A796-E50A-4F6E-CD01E8BC1D5D}"/>
                </a:ext>
              </a:extLst>
            </p:cNvPr>
            <p:cNvSpPr>
              <a:spLocks noChangeShapeType="1"/>
            </p:cNvSpPr>
            <p:nvPr/>
          </p:nvSpPr>
          <p:spPr bwMode="auto">
            <a:xfrm>
              <a:off x="1168400" y="4864100"/>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8180" name="Text Box 55">
              <a:extLst>
                <a:ext uri="{FF2B5EF4-FFF2-40B4-BE49-F238E27FC236}">
                  <a16:creationId xmlns:a16="http://schemas.microsoft.com/office/drawing/2014/main" id="{7ECBE7DF-63FE-4C7A-50D7-B4522BF7D989}"/>
                </a:ext>
              </a:extLst>
            </p:cNvPr>
            <p:cNvSpPr txBox="1">
              <a:spLocks noChangeArrowheads="1"/>
            </p:cNvSpPr>
            <p:nvPr/>
          </p:nvSpPr>
          <p:spPr bwMode="auto">
            <a:xfrm>
              <a:off x="1146175" y="4598988"/>
              <a:ext cx="1389063" cy="32861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CHILD</a:t>
              </a:r>
              <a:endParaRPr lang="en-GB" altLang="en-US" sz="1200" b="1">
                <a:solidFill>
                  <a:schemeClr val="tx1"/>
                </a:solidFill>
                <a:latin typeface="Times New Roman" panose="02020603050405020304" pitchFamily="18" charset="0"/>
              </a:endParaRPr>
            </a:p>
          </p:txBody>
        </p:sp>
        <p:sp>
          <p:nvSpPr>
            <p:cNvPr id="48181" name="Line 46">
              <a:extLst>
                <a:ext uri="{FF2B5EF4-FFF2-40B4-BE49-F238E27FC236}">
                  <a16:creationId xmlns:a16="http://schemas.microsoft.com/office/drawing/2014/main" id="{E5F3932C-5459-4112-ADBD-FB31D3BD1F5C}"/>
                </a:ext>
              </a:extLst>
            </p:cNvPr>
            <p:cNvSpPr>
              <a:spLocks noChangeShapeType="1"/>
            </p:cNvSpPr>
            <p:nvPr/>
          </p:nvSpPr>
          <p:spPr bwMode="auto">
            <a:xfrm>
              <a:off x="1646322" y="314559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3" name="Group 2">
            <a:extLst>
              <a:ext uri="{FF2B5EF4-FFF2-40B4-BE49-F238E27FC236}">
                <a16:creationId xmlns:a16="http://schemas.microsoft.com/office/drawing/2014/main" id="{6B0F16FC-0326-917D-4187-21F1A9F4B63B}"/>
              </a:ext>
            </a:extLst>
          </p:cNvPr>
          <p:cNvGrpSpPr>
            <a:grpSpLocks/>
          </p:cNvGrpSpPr>
          <p:nvPr/>
        </p:nvGrpSpPr>
        <p:grpSpPr bwMode="auto">
          <a:xfrm>
            <a:off x="3736975" y="1995488"/>
            <a:ext cx="1770063" cy="3643312"/>
            <a:chOff x="3736975" y="1995488"/>
            <a:chExt cx="1770063" cy="3643312"/>
          </a:xfrm>
        </p:grpSpPr>
        <p:sp>
          <p:nvSpPr>
            <p:cNvPr id="48150" name="AutoShape 18">
              <a:extLst>
                <a:ext uri="{FF2B5EF4-FFF2-40B4-BE49-F238E27FC236}">
                  <a16:creationId xmlns:a16="http://schemas.microsoft.com/office/drawing/2014/main" id="{4527329C-3CC6-A56E-25B4-F27443B2B139}"/>
                </a:ext>
              </a:extLst>
            </p:cNvPr>
            <p:cNvSpPr>
              <a:spLocks noChangeArrowheads="1"/>
            </p:cNvSpPr>
            <p:nvPr/>
          </p:nvSpPr>
          <p:spPr bwMode="auto">
            <a:xfrm>
              <a:off x="3848100" y="2108200"/>
              <a:ext cx="1295400" cy="88900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8151" name="AutoShape 19">
              <a:extLst>
                <a:ext uri="{FF2B5EF4-FFF2-40B4-BE49-F238E27FC236}">
                  <a16:creationId xmlns:a16="http://schemas.microsoft.com/office/drawing/2014/main" id="{14F00C0D-73BF-CC46-9557-12AEDF1DC1DA}"/>
                </a:ext>
              </a:extLst>
            </p:cNvPr>
            <p:cNvSpPr>
              <a:spLocks noChangeArrowheads="1"/>
            </p:cNvSpPr>
            <p:nvPr/>
          </p:nvSpPr>
          <p:spPr bwMode="auto">
            <a:xfrm>
              <a:off x="3784600" y="2057400"/>
              <a:ext cx="1295400" cy="889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8152" name="AutoShape 22">
              <a:extLst>
                <a:ext uri="{FF2B5EF4-FFF2-40B4-BE49-F238E27FC236}">
                  <a16:creationId xmlns:a16="http://schemas.microsoft.com/office/drawing/2014/main" id="{1B71DD51-52B3-F06B-55B8-948AF10AA874}"/>
                </a:ext>
              </a:extLst>
            </p:cNvPr>
            <p:cNvSpPr>
              <a:spLocks noChangeArrowheads="1"/>
            </p:cNvSpPr>
            <p:nvPr/>
          </p:nvSpPr>
          <p:spPr bwMode="auto">
            <a:xfrm>
              <a:off x="3835400" y="4749800"/>
              <a:ext cx="1295400" cy="88900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8153" name="AutoShape 23">
              <a:extLst>
                <a:ext uri="{FF2B5EF4-FFF2-40B4-BE49-F238E27FC236}">
                  <a16:creationId xmlns:a16="http://schemas.microsoft.com/office/drawing/2014/main" id="{9C3B3C4B-FAF8-669D-C771-334D1FE12B31}"/>
                </a:ext>
              </a:extLst>
            </p:cNvPr>
            <p:cNvSpPr>
              <a:spLocks noChangeArrowheads="1"/>
            </p:cNvSpPr>
            <p:nvPr/>
          </p:nvSpPr>
          <p:spPr bwMode="auto">
            <a:xfrm>
              <a:off x="3771900" y="4699000"/>
              <a:ext cx="1295400" cy="889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8154" name="Text Box 26">
              <a:extLst>
                <a:ext uri="{FF2B5EF4-FFF2-40B4-BE49-F238E27FC236}">
                  <a16:creationId xmlns:a16="http://schemas.microsoft.com/office/drawing/2014/main" id="{9697D4C3-5110-F739-D58A-9DD9ACF97ED9}"/>
                </a:ext>
              </a:extLst>
            </p:cNvPr>
            <p:cNvSpPr txBox="1">
              <a:spLocks noChangeArrowheads="1"/>
            </p:cNvSpPr>
            <p:nvPr/>
          </p:nvSpPr>
          <p:spPr bwMode="auto">
            <a:xfrm rot="15347">
              <a:off x="4484688" y="2986088"/>
              <a:ext cx="1022350"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place</a:t>
              </a:r>
              <a:endParaRPr lang="en-GB" altLang="en-US" sz="1400" u="sng">
                <a:solidFill>
                  <a:schemeClr val="tx1"/>
                </a:solidFill>
                <a:latin typeface="Times New Roman" panose="02020603050405020304" pitchFamily="18" charset="0"/>
              </a:endParaRPr>
            </a:p>
          </p:txBody>
        </p:sp>
        <p:sp>
          <p:nvSpPr>
            <p:cNvPr id="48155" name="Text Box 27">
              <a:extLst>
                <a:ext uri="{FF2B5EF4-FFF2-40B4-BE49-F238E27FC236}">
                  <a16:creationId xmlns:a16="http://schemas.microsoft.com/office/drawing/2014/main" id="{2F40E4E4-B26D-5467-CE89-67CDEFD777CA}"/>
                </a:ext>
              </a:extLst>
            </p:cNvPr>
            <p:cNvSpPr txBox="1">
              <a:spLocks noChangeArrowheads="1"/>
            </p:cNvSpPr>
            <p:nvPr/>
          </p:nvSpPr>
          <p:spPr bwMode="auto">
            <a:xfrm rot="15347">
              <a:off x="4486275" y="4217988"/>
              <a:ext cx="828675" cy="517525"/>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is placed by</a:t>
              </a:r>
              <a:endParaRPr lang="en-GB" altLang="en-US" sz="1400" b="1" u="sng">
                <a:solidFill>
                  <a:schemeClr val="tx1"/>
                </a:solidFill>
                <a:latin typeface="Times New Roman" panose="02020603050405020304" pitchFamily="18" charset="0"/>
              </a:endParaRPr>
            </a:p>
          </p:txBody>
        </p:sp>
        <p:sp>
          <p:nvSpPr>
            <p:cNvPr id="48156" name="Line 28">
              <a:extLst>
                <a:ext uri="{FF2B5EF4-FFF2-40B4-BE49-F238E27FC236}">
                  <a16:creationId xmlns:a16="http://schemas.microsoft.com/office/drawing/2014/main" id="{902820DB-F4AA-886F-9687-FA363C17A466}"/>
                </a:ext>
              </a:extLst>
            </p:cNvPr>
            <p:cNvSpPr>
              <a:spLocks noChangeShapeType="1"/>
            </p:cNvSpPr>
            <p:nvPr/>
          </p:nvSpPr>
          <p:spPr bwMode="auto">
            <a:xfrm flipV="1">
              <a:off x="4184650" y="4337050"/>
              <a:ext cx="177800" cy="349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48157" name="Line 29">
              <a:extLst>
                <a:ext uri="{FF2B5EF4-FFF2-40B4-BE49-F238E27FC236}">
                  <a16:creationId xmlns:a16="http://schemas.microsoft.com/office/drawing/2014/main" id="{2F03C55E-9008-F2E5-C52D-D4FA26CE8830}"/>
                </a:ext>
              </a:extLst>
            </p:cNvPr>
            <p:cNvSpPr>
              <a:spLocks noChangeShapeType="1"/>
            </p:cNvSpPr>
            <p:nvPr/>
          </p:nvSpPr>
          <p:spPr bwMode="auto">
            <a:xfrm flipH="1" flipV="1">
              <a:off x="4368800" y="4343400"/>
              <a:ext cx="152400" cy="336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48158" name="Line 30">
              <a:extLst>
                <a:ext uri="{FF2B5EF4-FFF2-40B4-BE49-F238E27FC236}">
                  <a16:creationId xmlns:a16="http://schemas.microsoft.com/office/drawing/2014/main" id="{1ECE08FB-D7AA-1139-1372-2BED0BFF22CF}"/>
                </a:ext>
              </a:extLst>
            </p:cNvPr>
            <p:cNvSpPr>
              <a:spLocks noChangeShapeType="1"/>
            </p:cNvSpPr>
            <p:nvPr/>
          </p:nvSpPr>
          <p:spPr bwMode="auto">
            <a:xfrm flipV="1">
              <a:off x="4356100" y="2997200"/>
              <a:ext cx="0" cy="16954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48159" name="Line 48">
              <a:extLst>
                <a:ext uri="{FF2B5EF4-FFF2-40B4-BE49-F238E27FC236}">
                  <a16:creationId xmlns:a16="http://schemas.microsoft.com/office/drawing/2014/main" id="{E216FE3A-6C66-66BF-1151-F354B8DD73BA}"/>
                </a:ext>
              </a:extLst>
            </p:cNvPr>
            <p:cNvSpPr>
              <a:spLocks noChangeShapeType="1"/>
            </p:cNvSpPr>
            <p:nvPr/>
          </p:nvSpPr>
          <p:spPr bwMode="auto">
            <a:xfrm>
              <a:off x="4254500" y="311150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8160" name="Oval 49">
              <a:extLst>
                <a:ext uri="{FF2B5EF4-FFF2-40B4-BE49-F238E27FC236}">
                  <a16:creationId xmlns:a16="http://schemas.microsoft.com/office/drawing/2014/main" id="{6E8F8F08-458D-533D-0FA0-47AB9B43791F}"/>
                </a:ext>
              </a:extLst>
            </p:cNvPr>
            <p:cNvSpPr>
              <a:spLocks noChangeArrowheads="1"/>
            </p:cNvSpPr>
            <p:nvPr/>
          </p:nvSpPr>
          <p:spPr bwMode="auto">
            <a:xfrm>
              <a:off x="4292600" y="4216400"/>
              <a:ext cx="127000" cy="114300"/>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8161" name="Line 56">
              <a:extLst>
                <a:ext uri="{FF2B5EF4-FFF2-40B4-BE49-F238E27FC236}">
                  <a16:creationId xmlns:a16="http://schemas.microsoft.com/office/drawing/2014/main" id="{7B6063BC-9D19-1A8A-2E91-8352F1D85A18}"/>
                </a:ext>
              </a:extLst>
            </p:cNvPr>
            <p:cNvSpPr>
              <a:spLocks noChangeShapeType="1"/>
            </p:cNvSpPr>
            <p:nvPr/>
          </p:nvSpPr>
          <p:spPr bwMode="auto">
            <a:xfrm>
              <a:off x="3784600" y="2286000"/>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8162" name="Text Box 57">
              <a:extLst>
                <a:ext uri="{FF2B5EF4-FFF2-40B4-BE49-F238E27FC236}">
                  <a16:creationId xmlns:a16="http://schemas.microsoft.com/office/drawing/2014/main" id="{13A3BF13-CE91-5633-C0F9-9D9FE4EFDFD4}"/>
                </a:ext>
              </a:extLst>
            </p:cNvPr>
            <p:cNvSpPr txBox="1">
              <a:spLocks noChangeArrowheads="1"/>
            </p:cNvSpPr>
            <p:nvPr/>
          </p:nvSpPr>
          <p:spPr bwMode="auto">
            <a:xfrm>
              <a:off x="3736975" y="1995488"/>
              <a:ext cx="1389063" cy="32861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CUSTOMER</a:t>
              </a:r>
              <a:endParaRPr lang="en-GB" altLang="en-US" sz="1200" b="1">
                <a:solidFill>
                  <a:schemeClr val="tx1"/>
                </a:solidFill>
                <a:latin typeface="Times New Roman" panose="02020603050405020304" pitchFamily="18" charset="0"/>
              </a:endParaRPr>
            </a:p>
          </p:txBody>
        </p:sp>
        <p:sp>
          <p:nvSpPr>
            <p:cNvPr id="48163" name="Line 58">
              <a:extLst>
                <a:ext uri="{FF2B5EF4-FFF2-40B4-BE49-F238E27FC236}">
                  <a16:creationId xmlns:a16="http://schemas.microsoft.com/office/drawing/2014/main" id="{2429A89C-1A7C-16A7-F4A2-3D0EE022A1C6}"/>
                </a:ext>
              </a:extLst>
            </p:cNvPr>
            <p:cNvSpPr>
              <a:spLocks noChangeShapeType="1"/>
            </p:cNvSpPr>
            <p:nvPr/>
          </p:nvSpPr>
          <p:spPr bwMode="auto">
            <a:xfrm>
              <a:off x="3784600" y="4927600"/>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8164" name="Text Box 59">
              <a:extLst>
                <a:ext uri="{FF2B5EF4-FFF2-40B4-BE49-F238E27FC236}">
                  <a16:creationId xmlns:a16="http://schemas.microsoft.com/office/drawing/2014/main" id="{504AFE56-27F4-D6E0-34D1-79AE3A51CB49}"/>
                </a:ext>
              </a:extLst>
            </p:cNvPr>
            <p:cNvSpPr txBox="1">
              <a:spLocks noChangeArrowheads="1"/>
            </p:cNvSpPr>
            <p:nvPr/>
          </p:nvSpPr>
          <p:spPr bwMode="auto">
            <a:xfrm>
              <a:off x="3762375" y="4662488"/>
              <a:ext cx="1389063" cy="32861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ORDER</a:t>
              </a:r>
              <a:endParaRPr lang="en-GB" altLang="en-US" sz="1200" b="1">
                <a:solidFill>
                  <a:schemeClr val="tx1"/>
                </a:solidFill>
                <a:latin typeface="Times New Roman" panose="02020603050405020304" pitchFamily="18" charset="0"/>
              </a:endParaRPr>
            </a:p>
          </p:txBody>
        </p:sp>
        <p:sp>
          <p:nvSpPr>
            <p:cNvPr id="48165" name="Line 48">
              <a:extLst>
                <a:ext uri="{FF2B5EF4-FFF2-40B4-BE49-F238E27FC236}">
                  <a16:creationId xmlns:a16="http://schemas.microsoft.com/office/drawing/2014/main" id="{E4D8A115-6F6A-E38F-E25D-DAF0B12F6D77}"/>
                </a:ext>
              </a:extLst>
            </p:cNvPr>
            <p:cNvSpPr>
              <a:spLocks noChangeShapeType="1"/>
            </p:cNvSpPr>
            <p:nvPr/>
          </p:nvSpPr>
          <p:spPr bwMode="auto">
            <a:xfrm>
              <a:off x="4246480" y="318369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48133" name="AutoShape 32">
            <a:extLst>
              <a:ext uri="{FF2B5EF4-FFF2-40B4-BE49-F238E27FC236}">
                <a16:creationId xmlns:a16="http://schemas.microsoft.com/office/drawing/2014/main" id="{DC533D9D-F2C4-4537-BABF-34FF7FF8CD85}"/>
              </a:ext>
            </a:extLst>
          </p:cNvPr>
          <p:cNvSpPr>
            <a:spLocks noChangeArrowheads="1"/>
          </p:cNvSpPr>
          <p:nvPr/>
        </p:nvSpPr>
        <p:spPr bwMode="auto">
          <a:xfrm>
            <a:off x="6388100" y="2120900"/>
            <a:ext cx="1295400" cy="88900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8134" name="AutoShape 33">
            <a:extLst>
              <a:ext uri="{FF2B5EF4-FFF2-40B4-BE49-F238E27FC236}">
                <a16:creationId xmlns:a16="http://schemas.microsoft.com/office/drawing/2014/main" id="{56825180-B800-2513-B1A3-3DD673C0F6A1}"/>
              </a:ext>
            </a:extLst>
          </p:cNvPr>
          <p:cNvSpPr>
            <a:spLocks noChangeArrowheads="1"/>
          </p:cNvSpPr>
          <p:nvPr/>
        </p:nvSpPr>
        <p:spPr bwMode="auto">
          <a:xfrm>
            <a:off x="6324600" y="2070100"/>
            <a:ext cx="1295400" cy="889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8135" name="AutoShape 36">
            <a:extLst>
              <a:ext uri="{FF2B5EF4-FFF2-40B4-BE49-F238E27FC236}">
                <a16:creationId xmlns:a16="http://schemas.microsoft.com/office/drawing/2014/main" id="{140CFEC4-4E06-8FBA-5BED-6D722075CC91}"/>
              </a:ext>
            </a:extLst>
          </p:cNvPr>
          <p:cNvSpPr>
            <a:spLocks noChangeArrowheads="1"/>
          </p:cNvSpPr>
          <p:nvPr/>
        </p:nvSpPr>
        <p:spPr bwMode="auto">
          <a:xfrm>
            <a:off x="6375400" y="4762500"/>
            <a:ext cx="1295400" cy="88900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8136" name="AutoShape 37">
            <a:extLst>
              <a:ext uri="{FF2B5EF4-FFF2-40B4-BE49-F238E27FC236}">
                <a16:creationId xmlns:a16="http://schemas.microsoft.com/office/drawing/2014/main" id="{978610A4-82F8-581B-542B-445D0CEC4BE5}"/>
              </a:ext>
            </a:extLst>
          </p:cNvPr>
          <p:cNvSpPr>
            <a:spLocks noChangeArrowheads="1"/>
          </p:cNvSpPr>
          <p:nvPr/>
        </p:nvSpPr>
        <p:spPr bwMode="auto">
          <a:xfrm>
            <a:off x="6311900" y="4711700"/>
            <a:ext cx="1295400" cy="889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8137" name="Text Box 40">
            <a:extLst>
              <a:ext uri="{FF2B5EF4-FFF2-40B4-BE49-F238E27FC236}">
                <a16:creationId xmlns:a16="http://schemas.microsoft.com/office/drawing/2014/main" id="{56891EE1-FA83-C5A2-9E77-D01B86BDB672}"/>
              </a:ext>
            </a:extLst>
          </p:cNvPr>
          <p:cNvSpPr txBox="1">
            <a:spLocks noChangeArrowheads="1"/>
          </p:cNvSpPr>
          <p:nvPr/>
        </p:nvSpPr>
        <p:spPr bwMode="auto">
          <a:xfrm rot="15347">
            <a:off x="7026275" y="2998788"/>
            <a:ext cx="931863"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request</a:t>
            </a:r>
            <a:endParaRPr lang="en-GB" altLang="en-US" sz="1400" u="sng">
              <a:solidFill>
                <a:schemeClr val="tx1"/>
              </a:solidFill>
              <a:latin typeface="Times New Roman" panose="02020603050405020304" pitchFamily="18" charset="0"/>
            </a:endParaRPr>
          </a:p>
        </p:txBody>
      </p:sp>
      <p:sp>
        <p:nvSpPr>
          <p:cNvPr id="48138" name="Text Box 41">
            <a:extLst>
              <a:ext uri="{FF2B5EF4-FFF2-40B4-BE49-F238E27FC236}">
                <a16:creationId xmlns:a16="http://schemas.microsoft.com/office/drawing/2014/main" id="{BE22BD67-0768-3D40-A73E-B2213F8D7DD9}"/>
              </a:ext>
            </a:extLst>
          </p:cNvPr>
          <p:cNvSpPr txBox="1">
            <a:spLocks noChangeArrowheads="1"/>
          </p:cNvSpPr>
          <p:nvPr/>
        </p:nvSpPr>
        <p:spPr bwMode="auto">
          <a:xfrm rot="15347">
            <a:off x="7024688" y="4230688"/>
            <a:ext cx="1042987" cy="517525"/>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is requested by</a:t>
            </a:r>
            <a:endParaRPr lang="en-GB" altLang="en-US" sz="1400" b="1" u="sng">
              <a:solidFill>
                <a:schemeClr val="tx1"/>
              </a:solidFill>
              <a:latin typeface="Times New Roman" panose="02020603050405020304" pitchFamily="18" charset="0"/>
            </a:endParaRPr>
          </a:p>
        </p:txBody>
      </p:sp>
      <p:grpSp>
        <p:nvGrpSpPr>
          <p:cNvPr id="48139" name="Group 42">
            <a:extLst>
              <a:ext uri="{FF2B5EF4-FFF2-40B4-BE49-F238E27FC236}">
                <a16:creationId xmlns:a16="http://schemas.microsoft.com/office/drawing/2014/main" id="{CD5D4DC0-2C35-C14D-2315-3864D3587CA3}"/>
              </a:ext>
            </a:extLst>
          </p:cNvPr>
          <p:cNvGrpSpPr>
            <a:grpSpLocks/>
          </p:cNvGrpSpPr>
          <p:nvPr/>
        </p:nvGrpSpPr>
        <p:grpSpPr bwMode="auto">
          <a:xfrm>
            <a:off x="6762750" y="2997200"/>
            <a:ext cx="336550" cy="1714500"/>
            <a:chOff x="4260" y="1888"/>
            <a:chExt cx="212" cy="1080"/>
          </a:xfrm>
        </p:grpSpPr>
        <p:sp>
          <p:nvSpPr>
            <p:cNvPr id="48147" name="Line 43">
              <a:extLst>
                <a:ext uri="{FF2B5EF4-FFF2-40B4-BE49-F238E27FC236}">
                  <a16:creationId xmlns:a16="http://schemas.microsoft.com/office/drawing/2014/main" id="{EC98688B-C87C-FCA2-816A-CB52A7083456}"/>
                </a:ext>
              </a:extLst>
            </p:cNvPr>
            <p:cNvSpPr>
              <a:spLocks noChangeShapeType="1"/>
            </p:cNvSpPr>
            <p:nvPr/>
          </p:nvSpPr>
          <p:spPr bwMode="auto">
            <a:xfrm flipV="1">
              <a:off x="4260" y="2744"/>
              <a:ext cx="112" cy="2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48148" name="Line 44">
              <a:extLst>
                <a:ext uri="{FF2B5EF4-FFF2-40B4-BE49-F238E27FC236}">
                  <a16:creationId xmlns:a16="http://schemas.microsoft.com/office/drawing/2014/main" id="{60AD8056-8EDE-86D1-1862-82C6AF67828B}"/>
                </a:ext>
              </a:extLst>
            </p:cNvPr>
            <p:cNvSpPr>
              <a:spLocks noChangeShapeType="1"/>
            </p:cNvSpPr>
            <p:nvPr/>
          </p:nvSpPr>
          <p:spPr bwMode="auto">
            <a:xfrm flipH="1" flipV="1">
              <a:off x="4376" y="2748"/>
              <a:ext cx="96" cy="2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48149" name="Line 45">
              <a:extLst>
                <a:ext uri="{FF2B5EF4-FFF2-40B4-BE49-F238E27FC236}">
                  <a16:creationId xmlns:a16="http://schemas.microsoft.com/office/drawing/2014/main" id="{3C7A794A-54DB-26F8-2FD3-9005EE315777}"/>
                </a:ext>
              </a:extLst>
            </p:cNvPr>
            <p:cNvSpPr>
              <a:spLocks noChangeShapeType="1"/>
            </p:cNvSpPr>
            <p:nvPr/>
          </p:nvSpPr>
          <p:spPr bwMode="auto">
            <a:xfrm flipV="1">
              <a:off x="4368" y="1888"/>
              <a:ext cx="9" cy="10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grpSp>
      <p:sp>
        <p:nvSpPr>
          <p:cNvPr id="48140" name="Line 50">
            <a:extLst>
              <a:ext uri="{FF2B5EF4-FFF2-40B4-BE49-F238E27FC236}">
                <a16:creationId xmlns:a16="http://schemas.microsoft.com/office/drawing/2014/main" id="{2575C8ED-7CA9-49A6-847F-8213259D8847}"/>
              </a:ext>
            </a:extLst>
          </p:cNvPr>
          <p:cNvSpPr>
            <a:spLocks noChangeShapeType="1"/>
          </p:cNvSpPr>
          <p:nvPr/>
        </p:nvSpPr>
        <p:spPr bwMode="auto">
          <a:xfrm>
            <a:off x="6835775" y="311150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8141" name="Line 60">
            <a:extLst>
              <a:ext uri="{FF2B5EF4-FFF2-40B4-BE49-F238E27FC236}">
                <a16:creationId xmlns:a16="http://schemas.microsoft.com/office/drawing/2014/main" id="{6968CF6F-7CC9-A473-2CAC-BFB3039FE21D}"/>
              </a:ext>
            </a:extLst>
          </p:cNvPr>
          <p:cNvSpPr>
            <a:spLocks noChangeShapeType="1"/>
          </p:cNvSpPr>
          <p:nvPr/>
        </p:nvSpPr>
        <p:spPr bwMode="auto">
          <a:xfrm>
            <a:off x="6337300" y="2362200"/>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8142" name="Text Box 61">
            <a:extLst>
              <a:ext uri="{FF2B5EF4-FFF2-40B4-BE49-F238E27FC236}">
                <a16:creationId xmlns:a16="http://schemas.microsoft.com/office/drawing/2014/main" id="{ED10AF1C-8716-097E-9D5B-06DB56A292C0}"/>
              </a:ext>
            </a:extLst>
          </p:cNvPr>
          <p:cNvSpPr txBox="1">
            <a:spLocks noChangeArrowheads="1"/>
          </p:cNvSpPr>
          <p:nvPr/>
        </p:nvSpPr>
        <p:spPr bwMode="auto">
          <a:xfrm>
            <a:off x="6315075" y="2097088"/>
            <a:ext cx="1389063" cy="32861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BORROWER</a:t>
            </a:r>
            <a:endParaRPr lang="en-GB" altLang="en-US" sz="1200" b="1">
              <a:solidFill>
                <a:schemeClr val="tx1"/>
              </a:solidFill>
              <a:latin typeface="Times New Roman" panose="02020603050405020304" pitchFamily="18" charset="0"/>
            </a:endParaRPr>
          </a:p>
        </p:txBody>
      </p:sp>
      <p:sp>
        <p:nvSpPr>
          <p:cNvPr id="48143" name="Line 64">
            <a:extLst>
              <a:ext uri="{FF2B5EF4-FFF2-40B4-BE49-F238E27FC236}">
                <a16:creationId xmlns:a16="http://schemas.microsoft.com/office/drawing/2014/main" id="{D8157E2A-DB7F-7A22-BA95-012D8CF668E9}"/>
              </a:ext>
            </a:extLst>
          </p:cNvPr>
          <p:cNvSpPr>
            <a:spLocks noChangeShapeType="1"/>
          </p:cNvSpPr>
          <p:nvPr/>
        </p:nvSpPr>
        <p:spPr bwMode="auto">
          <a:xfrm>
            <a:off x="6324600" y="4978400"/>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8144" name="Text Box 65">
            <a:extLst>
              <a:ext uri="{FF2B5EF4-FFF2-40B4-BE49-F238E27FC236}">
                <a16:creationId xmlns:a16="http://schemas.microsoft.com/office/drawing/2014/main" id="{7F086127-4A52-689D-E4BE-B15EB10BEA26}"/>
              </a:ext>
            </a:extLst>
          </p:cNvPr>
          <p:cNvSpPr txBox="1">
            <a:spLocks noChangeArrowheads="1"/>
          </p:cNvSpPr>
          <p:nvPr/>
        </p:nvSpPr>
        <p:spPr bwMode="auto">
          <a:xfrm>
            <a:off x="6302375" y="4713288"/>
            <a:ext cx="1389063" cy="32861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LOAN</a:t>
            </a:r>
            <a:endParaRPr lang="en-GB" altLang="en-US" sz="1200" b="1">
              <a:solidFill>
                <a:schemeClr val="tx1"/>
              </a:solidFill>
              <a:latin typeface="Times New Roman" panose="02020603050405020304" pitchFamily="18" charset="0"/>
            </a:endParaRPr>
          </a:p>
        </p:txBody>
      </p:sp>
      <p:sp>
        <p:nvSpPr>
          <p:cNvPr id="48145" name="Line 50">
            <a:extLst>
              <a:ext uri="{FF2B5EF4-FFF2-40B4-BE49-F238E27FC236}">
                <a16:creationId xmlns:a16="http://schemas.microsoft.com/office/drawing/2014/main" id="{51753DF6-4467-8BA6-C911-E554FBE5AE60}"/>
              </a:ext>
            </a:extLst>
          </p:cNvPr>
          <p:cNvSpPr>
            <a:spLocks noChangeShapeType="1"/>
          </p:cNvSpPr>
          <p:nvPr/>
        </p:nvSpPr>
        <p:spPr bwMode="auto">
          <a:xfrm>
            <a:off x="6827838" y="3182938"/>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cxnSp>
        <p:nvCxnSpPr>
          <p:cNvPr id="48146" name="Straight Connector 5">
            <a:extLst>
              <a:ext uri="{FF2B5EF4-FFF2-40B4-BE49-F238E27FC236}">
                <a16:creationId xmlns:a16="http://schemas.microsoft.com/office/drawing/2014/main" id="{58E24F49-CB05-616E-26C8-7222A392F692}"/>
              </a:ext>
            </a:extLst>
          </p:cNvPr>
          <p:cNvCxnSpPr>
            <a:cxnSpLocks noChangeShapeType="1"/>
          </p:cNvCxnSpPr>
          <p:nvPr/>
        </p:nvCxnSpPr>
        <p:spPr bwMode="auto">
          <a:xfrm>
            <a:off x="6835775" y="4362450"/>
            <a:ext cx="228600" cy="0"/>
          </a:xfrm>
          <a:prstGeom prst="line">
            <a:avLst/>
          </a:prstGeom>
          <a:no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Rectangle 3">
            <a:extLst>
              <a:ext uri="{FF2B5EF4-FFF2-40B4-BE49-F238E27FC236}">
                <a16:creationId xmlns:a16="http://schemas.microsoft.com/office/drawing/2014/main" id="{58244F23-C5E3-C9D6-A72C-EC13195858F3}"/>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7BA6ABC7-3C51-48FC-A762-1A2448B2A4BF}"/>
              </a:ext>
            </a:extLst>
          </p:cNvPr>
          <p:cNvSpPr>
            <a:spLocks noGrp="1" noChangeArrowheads="1"/>
          </p:cNvSpPr>
          <p:nvPr>
            <p:ph type="title"/>
          </p:nvPr>
        </p:nvSpPr>
        <p:spPr>
          <a:xfrm>
            <a:off x="381000" y="381000"/>
            <a:ext cx="8305800" cy="622300"/>
          </a:xfrm>
        </p:spPr>
        <p:txBody>
          <a:bodyPr/>
          <a:lstStyle/>
          <a:p>
            <a:pPr eaLnBrk="1" hangingPunct="1"/>
            <a:r>
              <a:rPr lang="en-GB" altLang="en-US" b="1"/>
              <a:t>one-to-one (1:1)</a:t>
            </a:r>
          </a:p>
        </p:txBody>
      </p:sp>
      <p:sp>
        <p:nvSpPr>
          <p:cNvPr id="1002499" name="Rectangle 3">
            <a:extLst>
              <a:ext uri="{FF2B5EF4-FFF2-40B4-BE49-F238E27FC236}">
                <a16:creationId xmlns:a16="http://schemas.microsoft.com/office/drawing/2014/main" id="{0044F113-FDCE-ABFA-0C3D-DA39341CD936}"/>
              </a:ext>
            </a:extLst>
          </p:cNvPr>
          <p:cNvSpPr>
            <a:spLocks noGrp="1" noChangeArrowheads="1"/>
          </p:cNvSpPr>
          <p:nvPr>
            <p:ph type="body" sz="half" idx="2"/>
          </p:nvPr>
        </p:nvSpPr>
        <p:spPr>
          <a:xfrm>
            <a:off x="4648200" y="1981200"/>
            <a:ext cx="3810000" cy="2235200"/>
          </a:xfrm>
        </p:spPr>
        <p:txBody>
          <a:bodyPr/>
          <a:lstStyle/>
          <a:p>
            <a:pPr marL="342900" indent="-342900" eaLnBrk="1" hangingPunct="1">
              <a:buClr>
                <a:schemeClr val="tx1"/>
              </a:buClr>
              <a:buSzPct val="80000"/>
              <a:buFont typeface="Monotype Sorts" pitchFamily="2" charset="2"/>
              <a:buChar char="u"/>
            </a:pPr>
            <a:r>
              <a:rPr lang="en-GB" altLang="en-US"/>
              <a:t>One instance of an entity is associated with one instance of another entity </a:t>
            </a:r>
          </a:p>
          <a:p>
            <a:pPr marL="342900" indent="-342900" eaLnBrk="1" hangingPunct="1">
              <a:buClr>
                <a:schemeClr val="tx1"/>
              </a:buClr>
              <a:buSzPct val="80000"/>
              <a:buFont typeface="Monotype Sorts" pitchFamily="2" charset="2"/>
              <a:buChar char="u"/>
            </a:pPr>
            <a:endParaRPr lang="en-GB" altLang="en-US" i="1"/>
          </a:p>
          <a:p>
            <a:pPr marL="342900" indent="-342900" eaLnBrk="1" hangingPunct="1">
              <a:buClr>
                <a:schemeClr val="tx1"/>
              </a:buClr>
              <a:buSzPct val="80000"/>
              <a:buFont typeface="Monotype Sorts" pitchFamily="2" charset="2"/>
              <a:buChar char="u"/>
            </a:pPr>
            <a:r>
              <a:rPr lang="en-GB" altLang="en-US"/>
              <a:t>Rare</a:t>
            </a:r>
          </a:p>
          <a:p>
            <a:pPr marL="742950" lvl="1" indent="-285750" eaLnBrk="1" hangingPunct="1">
              <a:buClr>
                <a:schemeClr val="tx1"/>
              </a:buClr>
              <a:buSzPct val="80000"/>
              <a:buFont typeface="Wingdings" panose="05000000000000000000" pitchFamily="2" charset="2"/>
              <a:buNone/>
            </a:pPr>
            <a:endParaRPr lang="en-GB" altLang="en-US" sz="1800"/>
          </a:p>
        </p:txBody>
      </p:sp>
      <p:grpSp>
        <p:nvGrpSpPr>
          <p:cNvPr id="2" name="Group 1">
            <a:extLst>
              <a:ext uri="{FF2B5EF4-FFF2-40B4-BE49-F238E27FC236}">
                <a16:creationId xmlns:a16="http://schemas.microsoft.com/office/drawing/2014/main" id="{C589C580-D3BD-C5F1-6368-341C83C67A38}"/>
              </a:ext>
            </a:extLst>
          </p:cNvPr>
          <p:cNvGrpSpPr>
            <a:grpSpLocks/>
          </p:cNvGrpSpPr>
          <p:nvPr/>
        </p:nvGrpSpPr>
        <p:grpSpPr bwMode="auto">
          <a:xfrm>
            <a:off x="1552575" y="1627188"/>
            <a:ext cx="1425575" cy="3582987"/>
            <a:chOff x="1552575" y="1627188"/>
            <a:chExt cx="1425575" cy="3582987"/>
          </a:xfrm>
        </p:grpSpPr>
        <p:sp>
          <p:nvSpPr>
            <p:cNvPr id="49157" name="Text Box 13">
              <a:extLst>
                <a:ext uri="{FF2B5EF4-FFF2-40B4-BE49-F238E27FC236}">
                  <a16:creationId xmlns:a16="http://schemas.microsoft.com/office/drawing/2014/main" id="{670721D8-DD73-640B-493B-C4A487857B1E}"/>
                </a:ext>
              </a:extLst>
            </p:cNvPr>
            <p:cNvSpPr txBox="1">
              <a:spLocks noChangeArrowheads="1"/>
            </p:cNvSpPr>
            <p:nvPr/>
          </p:nvSpPr>
          <p:spPr bwMode="auto">
            <a:xfrm rot="15347">
              <a:off x="2498725" y="2555875"/>
              <a:ext cx="334963" cy="36671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800" b="1">
                  <a:solidFill>
                    <a:schemeClr val="tx1"/>
                  </a:solidFill>
                  <a:latin typeface="Times New Roman" panose="02020603050405020304" pitchFamily="18" charset="0"/>
                </a:rPr>
                <a:t>1</a:t>
              </a:r>
            </a:p>
          </p:txBody>
        </p:sp>
        <p:sp>
          <p:nvSpPr>
            <p:cNvPr id="49158" name="Line 14">
              <a:extLst>
                <a:ext uri="{FF2B5EF4-FFF2-40B4-BE49-F238E27FC236}">
                  <a16:creationId xmlns:a16="http://schemas.microsoft.com/office/drawing/2014/main" id="{D1BEE214-5BA6-A649-D784-5AABBF6D8D47}"/>
                </a:ext>
              </a:extLst>
            </p:cNvPr>
            <p:cNvSpPr>
              <a:spLocks noChangeShapeType="1"/>
            </p:cNvSpPr>
            <p:nvPr/>
          </p:nvSpPr>
          <p:spPr bwMode="auto">
            <a:xfrm flipH="1" flipV="1">
              <a:off x="2235200" y="2517775"/>
              <a:ext cx="0" cy="1739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49159" name="Text Box 15">
              <a:extLst>
                <a:ext uri="{FF2B5EF4-FFF2-40B4-BE49-F238E27FC236}">
                  <a16:creationId xmlns:a16="http://schemas.microsoft.com/office/drawing/2014/main" id="{8311936D-F1EF-7653-3D7A-138D807711FF}"/>
                </a:ext>
              </a:extLst>
            </p:cNvPr>
            <p:cNvSpPr txBox="1">
              <a:spLocks noChangeArrowheads="1"/>
            </p:cNvSpPr>
            <p:nvPr/>
          </p:nvSpPr>
          <p:spPr bwMode="auto">
            <a:xfrm rot="15347">
              <a:off x="2498725" y="3851275"/>
              <a:ext cx="423863" cy="36671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800" b="1">
                  <a:solidFill>
                    <a:schemeClr val="tx1"/>
                  </a:solidFill>
                  <a:latin typeface="Times New Roman" panose="02020603050405020304" pitchFamily="18" charset="0"/>
                </a:rPr>
                <a:t>1</a:t>
              </a:r>
              <a:endParaRPr lang="en-GB" altLang="en-US" sz="1400" b="1" u="sng">
                <a:solidFill>
                  <a:schemeClr val="tx1"/>
                </a:solidFill>
                <a:latin typeface="Times New Roman" panose="02020603050405020304" pitchFamily="18" charset="0"/>
              </a:endParaRPr>
            </a:p>
          </p:txBody>
        </p:sp>
        <p:sp>
          <p:nvSpPr>
            <p:cNvPr id="49160" name="Line 16">
              <a:extLst>
                <a:ext uri="{FF2B5EF4-FFF2-40B4-BE49-F238E27FC236}">
                  <a16:creationId xmlns:a16="http://schemas.microsoft.com/office/drawing/2014/main" id="{1970943F-C3F7-4323-3BAD-E1678F666579}"/>
                </a:ext>
              </a:extLst>
            </p:cNvPr>
            <p:cNvSpPr>
              <a:spLocks noChangeShapeType="1"/>
            </p:cNvSpPr>
            <p:nvPr/>
          </p:nvSpPr>
          <p:spPr bwMode="auto">
            <a:xfrm>
              <a:off x="2108200" y="267970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49161" name="Group 29">
              <a:extLst>
                <a:ext uri="{FF2B5EF4-FFF2-40B4-BE49-F238E27FC236}">
                  <a16:creationId xmlns:a16="http://schemas.microsoft.com/office/drawing/2014/main" id="{A4090C54-BCAE-7F10-ADB7-65039FCE4D41}"/>
                </a:ext>
              </a:extLst>
            </p:cNvPr>
            <p:cNvGrpSpPr>
              <a:grpSpLocks/>
            </p:cNvGrpSpPr>
            <p:nvPr/>
          </p:nvGrpSpPr>
          <p:grpSpPr bwMode="auto">
            <a:xfrm>
              <a:off x="1552575" y="1627188"/>
              <a:ext cx="1425575" cy="941387"/>
              <a:chOff x="978" y="1025"/>
              <a:chExt cx="898" cy="593"/>
            </a:xfrm>
          </p:grpSpPr>
          <p:sp>
            <p:nvSpPr>
              <p:cNvPr id="49170" name="AutoShape 5">
                <a:extLst>
                  <a:ext uri="{FF2B5EF4-FFF2-40B4-BE49-F238E27FC236}">
                    <a16:creationId xmlns:a16="http://schemas.microsoft.com/office/drawing/2014/main" id="{81CA4146-7879-1AE6-E75C-4CE944B33302}"/>
                  </a:ext>
                </a:extLst>
              </p:cNvPr>
              <p:cNvSpPr>
                <a:spLocks noChangeArrowheads="1"/>
              </p:cNvSpPr>
              <p:nvPr/>
            </p:nvSpPr>
            <p:spPr bwMode="auto">
              <a:xfrm>
                <a:off x="1060" y="1058"/>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9171" name="AutoShape 6">
                <a:extLst>
                  <a:ext uri="{FF2B5EF4-FFF2-40B4-BE49-F238E27FC236}">
                    <a16:creationId xmlns:a16="http://schemas.microsoft.com/office/drawing/2014/main" id="{36B1CB1E-FB1E-D68A-CE99-56B09BB8CE81}"/>
                  </a:ext>
                </a:extLst>
              </p:cNvPr>
              <p:cNvSpPr>
                <a:spLocks noChangeArrowheads="1"/>
              </p:cNvSpPr>
              <p:nvPr/>
            </p:nvSpPr>
            <p:spPr bwMode="auto">
              <a:xfrm>
                <a:off x="1020" y="1026"/>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9172" name="Line 18">
                <a:extLst>
                  <a:ext uri="{FF2B5EF4-FFF2-40B4-BE49-F238E27FC236}">
                    <a16:creationId xmlns:a16="http://schemas.microsoft.com/office/drawing/2014/main" id="{F8EA074B-CED7-8767-DFFD-EB7C419E09BB}"/>
                  </a:ext>
                </a:extLst>
              </p:cNvPr>
              <p:cNvSpPr>
                <a:spLocks noChangeShapeType="1"/>
              </p:cNvSpPr>
              <p:nvPr/>
            </p:nvSpPr>
            <p:spPr bwMode="auto">
              <a:xfrm>
                <a:off x="1016" y="1224"/>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9173" name="Text Box 19">
                <a:extLst>
                  <a:ext uri="{FF2B5EF4-FFF2-40B4-BE49-F238E27FC236}">
                    <a16:creationId xmlns:a16="http://schemas.microsoft.com/office/drawing/2014/main" id="{1D43F1AB-48BA-5E2C-8E20-66960C728DFB}"/>
                  </a:ext>
                </a:extLst>
              </p:cNvPr>
              <p:cNvSpPr txBox="1">
                <a:spLocks noChangeArrowheads="1"/>
              </p:cNvSpPr>
              <p:nvPr/>
            </p:nvSpPr>
            <p:spPr bwMode="auto">
              <a:xfrm>
                <a:off x="978" y="1025"/>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ENTITY X</a:t>
                </a:r>
                <a:endParaRPr lang="en-GB" altLang="en-US" sz="1200" b="1">
                  <a:solidFill>
                    <a:schemeClr val="tx1"/>
                  </a:solidFill>
                  <a:latin typeface="Times New Roman" panose="02020603050405020304" pitchFamily="18" charset="0"/>
                </a:endParaRPr>
              </a:p>
            </p:txBody>
          </p:sp>
        </p:grpSp>
        <p:sp>
          <p:nvSpPr>
            <p:cNvPr id="49162" name="Line 20">
              <a:extLst>
                <a:ext uri="{FF2B5EF4-FFF2-40B4-BE49-F238E27FC236}">
                  <a16:creationId xmlns:a16="http://schemas.microsoft.com/office/drawing/2014/main" id="{A692E3E4-6471-5AA1-D847-8035E0864EFE}"/>
                </a:ext>
              </a:extLst>
            </p:cNvPr>
            <p:cNvSpPr>
              <a:spLocks noChangeShapeType="1"/>
            </p:cNvSpPr>
            <p:nvPr/>
          </p:nvSpPr>
          <p:spPr bwMode="auto">
            <a:xfrm>
              <a:off x="2120900" y="411480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49163" name="Group 30">
              <a:extLst>
                <a:ext uri="{FF2B5EF4-FFF2-40B4-BE49-F238E27FC236}">
                  <a16:creationId xmlns:a16="http://schemas.microsoft.com/office/drawing/2014/main" id="{BDB7147A-2368-DC55-D691-0E1C70C64F75}"/>
                </a:ext>
              </a:extLst>
            </p:cNvPr>
            <p:cNvGrpSpPr>
              <a:grpSpLocks/>
            </p:cNvGrpSpPr>
            <p:nvPr/>
          </p:nvGrpSpPr>
          <p:grpSpPr bwMode="auto">
            <a:xfrm>
              <a:off x="1565275" y="4256088"/>
              <a:ext cx="1400175" cy="954087"/>
              <a:chOff x="986" y="2681"/>
              <a:chExt cx="882" cy="601"/>
            </a:xfrm>
          </p:grpSpPr>
          <p:sp>
            <p:nvSpPr>
              <p:cNvPr id="49166" name="AutoShape 9">
                <a:extLst>
                  <a:ext uri="{FF2B5EF4-FFF2-40B4-BE49-F238E27FC236}">
                    <a16:creationId xmlns:a16="http://schemas.microsoft.com/office/drawing/2014/main" id="{A2BD1B64-4377-5C67-A01E-080054146BA5}"/>
                  </a:ext>
                </a:extLst>
              </p:cNvPr>
              <p:cNvSpPr>
                <a:spLocks noChangeArrowheads="1"/>
              </p:cNvSpPr>
              <p:nvPr/>
            </p:nvSpPr>
            <p:spPr bwMode="auto">
              <a:xfrm>
                <a:off x="1052" y="2722"/>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9167" name="AutoShape 10">
                <a:extLst>
                  <a:ext uri="{FF2B5EF4-FFF2-40B4-BE49-F238E27FC236}">
                    <a16:creationId xmlns:a16="http://schemas.microsoft.com/office/drawing/2014/main" id="{D175DE78-E5A8-6E4C-C838-A95EA93E814E}"/>
                  </a:ext>
                </a:extLst>
              </p:cNvPr>
              <p:cNvSpPr>
                <a:spLocks noChangeArrowheads="1"/>
              </p:cNvSpPr>
              <p:nvPr/>
            </p:nvSpPr>
            <p:spPr bwMode="auto">
              <a:xfrm>
                <a:off x="1012" y="2690"/>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9168" name="Line 23">
                <a:extLst>
                  <a:ext uri="{FF2B5EF4-FFF2-40B4-BE49-F238E27FC236}">
                    <a16:creationId xmlns:a16="http://schemas.microsoft.com/office/drawing/2014/main" id="{C67931B6-ABCC-4198-1485-791743001B71}"/>
                  </a:ext>
                </a:extLst>
              </p:cNvPr>
              <p:cNvSpPr>
                <a:spLocks noChangeShapeType="1"/>
              </p:cNvSpPr>
              <p:nvPr/>
            </p:nvSpPr>
            <p:spPr bwMode="auto">
              <a:xfrm>
                <a:off x="1024" y="2880"/>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9169" name="Text Box 24">
                <a:extLst>
                  <a:ext uri="{FF2B5EF4-FFF2-40B4-BE49-F238E27FC236}">
                    <a16:creationId xmlns:a16="http://schemas.microsoft.com/office/drawing/2014/main" id="{AB75E8A8-3CCA-C2E5-0509-51C8FB42FC09}"/>
                  </a:ext>
                </a:extLst>
              </p:cNvPr>
              <p:cNvSpPr txBox="1">
                <a:spLocks noChangeArrowheads="1"/>
              </p:cNvSpPr>
              <p:nvPr/>
            </p:nvSpPr>
            <p:spPr bwMode="auto">
              <a:xfrm>
                <a:off x="986" y="2681"/>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ENTITY Y</a:t>
                </a:r>
                <a:endParaRPr lang="en-GB" altLang="en-US" sz="1200" b="1">
                  <a:solidFill>
                    <a:schemeClr val="tx1"/>
                  </a:solidFill>
                  <a:latin typeface="Times New Roman" panose="02020603050405020304" pitchFamily="18" charset="0"/>
                </a:endParaRPr>
              </a:p>
            </p:txBody>
          </p:sp>
        </p:grpSp>
        <p:sp>
          <p:nvSpPr>
            <p:cNvPr id="49164" name="Line 20">
              <a:extLst>
                <a:ext uri="{FF2B5EF4-FFF2-40B4-BE49-F238E27FC236}">
                  <a16:creationId xmlns:a16="http://schemas.microsoft.com/office/drawing/2014/main" id="{579CAC39-2985-6C41-B510-34C54D715BB4}"/>
                </a:ext>
              </a:extLst>
            </p:cNvPr>
            <p:cNvSpPr>
              <a:spLocks noChangeShapeType="1"/>
            </p:cNvSpPr>
            <p:nvPr/>
          </p:nvSpPr>
          <p:spPr bwMode="auto">
            <a:xfrm>
              <a:off x="2112880" y="4058654"/>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49165" name="Line 20">
              <a:extLst>
                <a:ext uri="{FF2B5EF4-FFF2-40B4-BE49-F238E27FC236}">
                  <a16:creationId xmlns:a16="http://schemas.microsoft.com/office/drawing/2014/main" id="{C23CCF81-DF1B-9E3B-F778-1A7D3489EB35}"/>
                </a:ext>
              </a:extLst>
            </p:cNvPr>
            <p:cNvSpPr>
              <a:spLocks noChangeShapeType="1"/>
            </p:cNvSpPr>
            <p:nvPr/>
          </p:nvSpPr>
          <p:spPr bwMode="auto">
            <a:xfrm>
              <a:off x="2112880" y="274321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3" name="Rectangle 2">
            <a:extLst>
              <a:ext uri="{FF2B5EF4-FFF2-40B4-BE49-F238E27FC236}">
                <a16:creationId xmlns:a16="http://schemas.microsoft.com/office/drawing/2014/main" id="{80BE1A09-5A88-BFDF-F186-0385A8EAD762}"/>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02499">
                                            <p:txEl>
                                              <p:pRg st="0" end="0"/>
                                            </p:txEl>
                                          </p:spTgt>
                                        </p:tgtEl>
                                        <p:attrNameLst>
                                          <p:attrName>style.visibility</p:attrName>
                                        </p:attrNameLst>
                                      </p:cBhvr>
                                      <p:to>
                                        <p:strVal val="visible"/>
                                      </p:to>
                                    </p:set>
                                    <p:anim calcmode="lin" valueType="num">
                                      <p:cBhvr additive="base">
                                        <p:cTn id="12" dur="500" fill="hold"/>
                                        <p:tgtEl>
                                          <p:spTgt spid="1002499">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0024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002499">
                                            <p:txEl>
                                              <p:pRg st="2" end="2"/>
                                            </p:txEl>
                                          </p:spTgt>
                                        </p:tgtEl>
                                        <p:attrNameLst>
                                          <p:attrName>style.visibility</p:attrName>
                                        </p:attrNameLst>
                                      </p:cBhvr>
                                      <p:to>
                                        <p:strVal val="visible"/>
                                      </p:to>
                                    </p:set>
                                    <p:anim calcmode="lin" valueType="num">
                                      <p:cBhvr additive="base">
                                        <p:cTn id="18" dur="500" fill="hold"/>
                                        <p:tgtEl>
                                          <p:spTgt spid="1002499">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00249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499"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E2951636-F72C-A819-00E4-A073E9B4C297}"/>
              </a:ext>
            </a:extLst>
          </p:cNvPr>
          <p:cNvSpPr>
            <a:spLocks noGrp="1" noChangeArrowheads="1"/>
          </p:cNvSpPr>
          <p:nvPr>
            <p:ph type="title"/>
          </p:nvPr>
        </p:nvSpPr>
        <p:spPr>
          <a:xfrm>
            <a:off x="349250" y="349250"/>
            <a:ext cx="8305800" cy="1066800"/>
          </a:xfrm>
        </p:spPr>
        <p:txBody>
          <a:bodyPr/>
          <a:lstStyle/>
          <a:p>
            <a:pPr eaLnBrk="1" hangingPunct="1"/>
            <a:r>
              <a:rPr lang="en-GB" altLang="en-US" b="1"/>
              <a:t>one-to-one (1:1)</a:t>
            </a:r>
          </a:p>
        </p:txBody>
      </p:sp>
      <p:grpSp>
        <p:nvGrpSpPr>
          <p:cNvPr id="2" name="Group 1">
            <a:extLst>
              <a:ext uri="{FF2B5EF4-FFF2-40B4-BE49-F238E27FC236}">
                <a16:creationId xmlns:a16="http://schemas.microsoft.com/office/drawing/2014/main" id="{7E0D71CD-E799-4362-6D1D-CEFAD0CF9B78}"/>
              </a:ext>
            </a:extLst>
          </p:cNvPr>
          <p:cNvGrpSpPr>
            <a:grpSpLocks/>
          </p:cNvGrpSpPr>
          <p:nvPr/>
        </p:nvGrpSpPr>
        <p:grpSpPr bwMode="auto">
          <a:xfrm>
            <a:off x="1133475" y="1716088"/>
            <a:ext cx="2133600" cy="3581400"/>
            <a:chOff x="1133475" y="1716088"/>
            <a:chExt cx="2133600" cy="3581400"/>
          </a:xfrm>
        </p:grpSpPr>
        <p:grpSp>
          <p:nvGrpSpPr>
            <p:cNvPr id="50200" name="Group 42">
              <a:extLst>
                <a:ext uri="{FF2B5EF4-FFF2-40B4-BE49-F238E27FC236}">
                  <a16:creationId xmlns:a16="http://schemas.microsoft.com/office/drawing/2014/main" id="{E17C35B3-AA68-A683-8F50-3854010521BF}"/>
                </a:ext>
              </a:extLst>
            </p:cNvPr>
            <p:cNvGrpSpPr>
              <a:grpSpLocks/>
            </p:cNvGrpSpPr>
            <p:nvPr/>
          </p:nvGrpSpPr>
          <p:grpSpPr bwMode="auto">
            <a:xfrm>
              <a:off x="1146175" y="1716088"/>
              <a:ext cx="1400175" cy="939800"/>
              <a:chOff x="722" y="1081"/>
              <a:chExt cx="882" cy="592"/>
            </a:xfrm>
          </p:grpSpPr>
          <p:sp>
            <p:nvSpPr>
              <p:cNvPr id="50215" name="AutoShape 4">
                <a:extLst>
                  <a:ext uri="{FF2B5EF4-FFF2-40B4-BE49-F238E27FC236}">
                    <a16:creationId xmlns:a16="http://schemas.microsoft.com/office/drawing/2014/main" id="{1A41E830-9DB6-14C7-2593-E2DB83619A53}"/>
                  </a:ext>
                </a:extLst>
              </p:cNvPr>
              <p:cNvSpPr>
                <a:spLocks noChangeArrowheads="1"/>
              </p:cNvSpPr>
              <p:nvPr/>
            </p:nvSpPr>
            <p:spPr bwMode="auto">
              <a:xfrm>
                <a:off x="788" y="1113"/>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0216" name="AutoShape 5">
                <a:extLst>
                  <a:ext uri="{FF2B5EF4-FFF2-40B4-BE49-F238E27FC236}">
                    <a16:creationId xmlns:a16="http://schemas.microsoft.com/office/drawing/2014/main" id="{31C1B3A8-3F46-1697-7717-747F4B9BFA71}"/>
                  </a:ext>
                </a:extLst>
              </p:cNvPr>
              <p:cNvSpPr>
                <a:spLocks noChangeArrowheads="1"/>
              </p:cNvSpPr>
              <p:nvPr/>
            </p:nvSpPr>
            <p:spPr bwMode="auto">
              <a:xfrm>
                <a:off x="748" y="1081"/>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0217" name="Line 33">
                <a:extLst>
                  <a:ext uri="{FF2B5EF4-FFF2-40B4-BE49-F238E27FC236}">
                    <a16:creationId xmlns:a16="http://schemas.microsoft.com/office/drawing/2014/main" id="{5CD1DAB3-B0B9-8904-0D96-29B0A0A40E65}"/>
                  </a:ext>
                </a:extLst>
              </p:cNvPr>
              <p:cNvSpPr>
                <a:spLocks noChangeShapeType="1"/>
              </p:cNvSpPr>
              <p:nvPr/>
            </p:nvSpPr>
            <p:spPr bwMode="auto">
              <a:xfrm>
                <a:off x="752" y="1264"/>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0218" name="Text Box 34">
                <a:extLst>
                  <a:ext uri="{FF2B5EF4-FFF2-40B4-BE49-F238E27FC236}">
                    <a16:creationId xmlns:a16="http://schemas.microsoft.com/office/drawing/2014/main" id="{83E3318A-71E0-7AC3-91CE-B4F16F99F523}"/>
                  </a:ext>
                </a:extLst>
              </p:cNvPr>
              <p:cNvSpPr txBox="1">
                <a:spLocks noChangeArrowheads="1"/>
              </p:cNvSpPr>
              <p:nvPr/>
            </p:nvSpPr>
            <p:spPr bwMode="auto">
              <a:xfrm>
                <a:off x="722" y="1081"/>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ESTIMATE</a:t>
                </a:r>
                <a:endParaRPr lang="en-GB" altLang="en-US" sz="1200" b="1">
                  <a:solidFill>
                    <a:schemeClr val="tx1"/>
                  </a:solidFill>
                  <a:latin typeface="Times New Roman" panose="02020603050405020304" pitchFamily="18" charset="0"/>
                </a:endParaRPr>
              </a:p>
            </p:txBody>
          </p:sp>
        </p:grpSp>
        <p:grpSp>
          <p:nvGrpSpPr>
            <p:cNvPr id="50201" name="Group 46">
              <a:extLst>
                <a:ext uri="{FF2B5EF4-FFF2-40B4-BE49-F238E27FC236}">
                  <a16:creationId xmlns:a16="http://schemas.microsoft.com/office/drawing/2014/main" id="{AE7C0C65-32EF-7AC1-3B24-135C331A1B44}"/>
                </a:ext>
              </a:extLst>
            </p:cNvPr>
            <p:cNvGrpSpPr>
              <a:grpSpLocks/>
            </p:cNvGrpSpPr>
            <p:nvPr/>
          </p:nvGrpSpPr>
          <p:grpSpPr bwMode="auto">
            <a:xfrm>
              <a:off x="1689100" y="2598738"/>
              <a:ext cx="1577975" cy="1754187"/>
              <a:chOff x="1064" y="1637"/>
              <a:chExt cx="994" cy="1105"/>
            </a:xfrm>
          </p:grpSpPr>
          <p:grpSp>
            <p:nvGrpSpPr>
              <p:cNvPr id="50208" name="Group 11">
                <a:extLst>
                  <a:ext uri="{FF2B5EF4-FFF2-40B4-BE49-F238E27FC236}">
                    <a16:creationId xmlns:a16="http://schemas.microsoft.com/office/drawing/2014/main" id="{51D859DE-23CD-45EF-6E30-2DEFD698E619}"/>
                  </a:ext>
                </a:extLst>
              </p:cNvPr>
              <p:cNvGrpSpPr>
                <a:grpSpLocks/>
              </p:cNvGrpSpPr>
              <p:nvPr/>
            </p:nvGrpSpPr>
            <p:grpSpPr bwMode="auto">
              <a:xfrm>
                <a:off x="1136" y="1637"/>
                <a:ext cx="922" cy="1105"/>
                <a:chOff x="1136" y="1637"/>
                <a:chExt cx="922" cy="1105"/>
              </a:xfrm>
            </p:grpSpPr>
            <p:sp>
              <p:nvSpPr>
                <p:cNvPr id="50212" name="Text Box 12">
                  <a:extLst>
                    <a:ext uri="{FF2B5EF4-FFF2-40B4-BE49-F238E27FC236}">
                      <a16:creationId xmlns:a16="http://schemas.microsoft.com/office/drawing/2014/main" id="{45DEF844-4DB8-D4AA-985F-52C605EBA13F}"/>
                    </a:ext>
                  </a:extLst>
                </p:cNvPr>
                <p:cNvSpPr txBox="1">
                  <a:spLocks noChangeArrowheads="1"/>
                </p:cNvSpPr>
                <p:nvPr/>
              </p:nvSpPr>
              <p:spPr bwMode="auto">
                <a:xfrm rot="15347">
                  <a:off x="1208" y="1676"/>
                  <a:ext cx="850" cy="21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600">
                      <a:solidFill>
                        <a:schemeClr val="tx1"/>
                      </a:solidFill>
                      <a:latin typeface="Times New Roman" panose="02020603050405020304" pitchFamily="18" charset="0"/>
                    </a:rPr>
                    <a:t>become</a:t>
                  </a:r>
                </a:p>
              </p:txBody>
            </p:sp>
            <p:sp>
              <p:nvSpPr>
                <p:cNvPr id="50213" name="Line 13">
                  <a:extLst>
                    <a:ext uri="{FF2B5EF4-FFF2-40B4-BE49-F238E27FC236}">
                      <a16:creationId xmlns:a16="http://schemas.microsoft.com/office/drawing/2014/main" id="{2DD99F92-77FA-A0CE-4D92-5BE9EEBBADDE}"/>
                    </a:ext>
                  </a:extLst>
                </p:cNvPr>
                <p:cNvSpPr>
                  <a:spLocks noChangeShapeType="1"/>
                </p:cNvSpPr>
                <p:nvPr/>
              </p:nvSpPr>
              <p:spPr bwMode="auto">
                <a:xfrm flipH="1" flipV="1">
                  <a:off x="1136" y="1637"/>
                  <a:ext cx="0" cy="1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0214" name="Text Box 14">
                  <a:extLst>
                    <a:ext uri="{FF2B5EF4-FFF2-40B4-BE49-F238E27FC236}">
                      <a16:creationId xmlns:a16="http://schemas.microsoft.com/office/drawing/2014/main" id="{BE862850-8A0C-4AFD-BEDA-1DC15884D29D}"/>
                    </a:ext>
                  </a:extLst>
                </p:cNvPr>
                <p:cNvSpPr txBox="1">
                  <a:spLocks noChangeArrowheads="1"/>
                </p:cNvSpPr>
                <p:nvPr/>
              </p:nvSpPr>
              <p:spPr bwMode="auto">
                <a:xfrm rot="15347">
                  <a:off x="1204" y="2376"/>
                  <a:ext cx="826" cy="366"/>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600">
                      <a:solidFill>
                        <a:schemeClr val="tx1"/>
                      </a:solidFill>
                      <a:latin typeface="Times New Roman" panose="02020603050405020304" pitchFamily="18" charset="0"/>
                    </a:rPr>
                    <a:t>is</a:t>
                  </a:r>
                </a:p>
                <a:p>
                  <a:r>
                    <a:rPr lang="en-GB" altLang="en-US" sz="1600">
                      <a:solidFill>
                        <a:schemeClr val="tx1"/>
                      </a:solidFill>
                      <a:latin typeface="Times New Roman" panose="02020603050405020304" pitchFamily="18" charset="0"/>
                    </a:rPr>
                    <a:t>derived from</a:t>
                  </a:r>
                </a:p>
              </p:txBody>
            </p:sp>
          </p:grpSp>
          <p:sp>
            <p:nvSpPr>
              <p:cNvPr id="50209" name="Oval 32">
                <a:extLst>
                  <a:ext uri="{FF2B5EF4-FFF2-40B4-BE49-F238E27FC236}">
                    <a16:creationId xmlns:a16="http://schemas.microsoft.com/office/drawing/2014/main" id="{4A6B6CA5-4122-7A1E-40BB-473BBF13FC6D}"/>
                  </a:ext>
                </a:extLst>
              </p:cNvPr>
              <p:cNvSpPr>
                <a:spLocks noChangeArrowheads="1"/>
              </p:cNvSpPr>
              <p:nvPr/>
            </p:nvSpPr>
            <p:spPr bwMode="auto">
              <a:xfrm>
                <a:off x="1104" y="2584"/>
                <a:ext cx="80" cy="72"/>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0210" name="Line 35">
                <a:extLst>
                  <a:ext uri="{FF2B5EF4-FFF2-40B4-BE49-F238E27FC236}">
                    <a16:creationId xmlns:a16="http://schemas.microsoft.com/office/drawing/2014/main" id="{C21B0849-2426-3528-40ED-A3EAB351C96B}"/>
                  </a:ext>
                </a:extLst>
              </p:cNvPr>
              <p:cNvSpPr>
                <a:spLocks noChangeShapeType="1"/>
              </p:cNvSpPr>
              <p:nvPr/>
            </p:nvSpPr>
            <p:spPr bwMode="auto">
              <a:xfrm>
                <a:off x="1064" y="1760"/>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0211" name="Line 36">
                <a:extLst>
                  <a:ext uri="{FF2B5EF4-FFF2-40B4-BE49-F238E27FC236}">
                    <a16:creationId xmlns:a16="http://schemas.microsoft.com/office/drawing/2014/main" id="{B00CA02C-EA20-BCBE-A988-5B90738F7607}"/>
                  </a:ext>
                </a:extLst>
              </p:cNvPr>
              <p:cNvSpPr>
                <a:spLocks noChangeShapeType="1"/>
              </p:cNvSpPr>
              <p:nvPr/>
            </p:nvSpPr>
            <p:spPr bwMode="auto">
              <a:xfrm>
                <a:off x="1072" y="2664"/>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50202" name="Group 43">
              <a:extLst>
                <a:ext uri="{FF2B5EF4-FFF2-40B4-BE49-F238E27FC236}">
                  <a16:creationId xmlns:a16="http://schemas.microsoft.com/office/drawing/2014/main" id="{8935FE8B-DE6C-6115-5BEE-63B1CB495F9A}"/>
                </a:ext>
              </a:extLst>
            </p:cNvPr>
            <p:cNvGrpSpPr>
              <a:grpSpLocks/>
            </p:cNvGrpSpPr>
            <p:nvPr/>
          </p:nvGrpSpPr>
          <p:grpSpPr bwMode="auto">
            <a:xfrm>
              <a:off x="1133475" y="4344988"/>
              <a:ext cx="1400175" cy="952500"/>
              <a:chOff x="714" y="2737"/>
              <a:chExt cx="882" cy="600"/>
            </a:xfrm>
          </p:grpSpPr>
          <p:sp>
            <p:nvSpPr>
              <p:cNvPr id="50204" name="AutoShape 8">
                <a:extLst>
                  <a:ext uri="{FF2B5EF4-FFF2-40B4-BE49-F238E27FC236}">
                    <a16:creationId xmlns:a16="http://schemas.microsoft.com/office/drawing/2014/main" id="{83C113A8-B84F-13FE-D6BD-A6190DE7D9B2}"/>
                  </a:ext>
                </a:extLst>
              </p:cNvPr>
              <p:cNvSpPr>
                <a:spLocks noChangeArrowheads="1"/>
              </p:cNvSpPr>
              <p:nvPr/>
            </p:nvSpPr>
            <p:spPr bwMode="auto">
              <a:xfrm>
                <a:off x="780" y="2777"/>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0205" name="AutoShape 9">
                <a:extLst>
                  <a:ext uri="{FF2B5EF4-FFF2-40B4-BE49-F238E27FC236}">
                    <a16:creationId xmlns:a16="http://schemas.microsoft.com/office/drawing/2014/main" id="{25B91895-12E9-950E-0852-8705BA351D6B}"/>
                  </a:ext>
                </a:extLst>
              </p:cNvPr>
              <p:cNvSpPr>
                <a:spLocks noChangeArrowheads="1"/>
              </p:cNvSpPr>
              <p:nvPr/>
            </p:nvSpPr>
            <p:spPr bwMode="auto">
              <a:xfrm>
                <a:off x="740" y="2745"/>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0206" name="Line 40">
                <a:extLst>
                  <a:ext uri="{FF2B5EF4-FFF2-40B4-BE49-F238E27FC236}">
                    <a16:creationId xmlns:a16="http://schemas.microsoft.com/office/drawing/2014/main" id="{7940F216-479C-2F51-E863-5A83E220DFBA}"/>
                  </a:ext>
                </a:extLst>
              </p:cNvPr>
              <p:cNvSpPr>
                <a:spLocks noChangeShapeType="1"/>
              </p:cNvSpPr>
              <p:nvPr/>
            </p:nvSpPr>
            <p:spPr bwMode="auto">
              <a:xfrm>
                <a:off x="744" y="2920"/>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0207" name="Text Box 41">
                <a:extLst>
                  <a:ext uri="{FF2B5EF4-FFF2-40B4-BE49-F238E27FC236}">
                    <a16:creationId xmlns:a16="http://schemas.microsoft.com/office/drawing/2014/main" id="{5EE7123B-FA3C-DB4F-75C3-3B1FB378E1D2}"/>
                  </a:ext>
                </a:extLst>
              </p:cNvPr>
              <p:cNvSpPr txBox="1">
                <a:spLocks noChangeArrowheads="1"/>
              </p:cNvSpPr>
              <p:nvPr/>
            </p:nvSpPr>
            <p:spPr bwMode="auto">
              <a:xfrm>
                <a:off x="714" y="2737"/>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ORDER</a:t>
                </a:r>
                <a:endParaRPr lang="en-GB" altLang="en-US" sz="1200" b="1">
                  <a:solidFill>
                    <a:schemeClr val="tx1"/>
                  </a:solidFill>
                  <a:latin typeface="Times New Roman" panose="02020603050405020304" pitchFamily="18" charset="0"/>
                </a:endParaRPr>
              </a:p>
            </p:txBody>
          </p:sp>
        </p:grpSp>
        <p:sp>
          <p:nvSpPr>
            <p:cNvPr id="50203" name="Line 35">
              <a:extLst>
                <a:ext uri="{FF2B5EF4-FFF2-40B4-BE49-F238E27FC236}">
                  <a16:creationId xmlns:a16="http://schemas.microsoft.com/office/drawing/2014/main" id="{22AB068D-800B-D949-F025-D775844CD447}"/>
                </a:ext>
              </a:extLst>
            </p:cNvPr>
            <p:cNvSpPr>
              <a:spLocks noChangeShapeType="1"/>
            </p:cNvSpPr>
            <p:nvPr/>
          </p:nvSpPr>
          <p:spPr bwMode="auto">
            <a:xfrm>
              <a:off x="1681080" y="2850148"/>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3" name="Group 2">
            <a:extLst>
              <a:ext uri="{FF2B5EF4-FFF2-40B4-BE49-F238E27FC236}">
                <a16:creationId xmlns:a16="http://schemas.microsoft.com/office/drawing/2014/main" id="{E4502AC0-6E05-B15F-E39B-E1EB51123C32}"/>
              </a:ext>
            </a:extLst>
          </p:cNvPr>
          <p:cNvGrpSpPr>
            <a:grpSpLocks/>
          </p:cNvGrpSpPr>
          <p:nvPr/>
        </p:nvGrpSpPr>
        <p:grpSpPr bwMode="auto">
          <a:xfrm>
            <a:off x="5553075" y="1716088"/>
            <a:ext cx="2138363" cy="3613150"/>
            <a:chOff x="5553075" y="1716088"/>
            <a:chExt cx="2138363" cy="3613150"/>
          </a:xfrm>
        </p:grpSpPr>
        <p:grpSp>
          <p:nvGrpSpPr>
            <p:cNvPr id="50181" name="Group 44">
              <a:extLst>
                <a:ext uri="{FF2B5EF4-FFF2-40B4-BE49-F238E27FC236}">
                  <a16:creationId xmlns:a16="http://schemas.microsoft.com/office/drawing/2014/main" id="{0CF9A636-9480-A2E6-0078-E6EB339FB1D6}"/>
                </a:ext>
              </a:extLst>
            </p:cNvPr>
            <p:cNvGrpSpPr>
              <a:grpSpLocks/>
            </p:cNvGrpSpPr>
            <p:nvPr/>
          </p:nvGrpSpPr>
          <p:grpSpPr bwMode="auto">
            <a:xfrm>
              <a:off x="5591175" y="1716088"/>
              <a:ext cx="1389063" cy="971550"/>
              <a:chOff x="3522" y="1081"/>
              <a:chExt cx="875" cy="612"/>
            </a:xfrm>
          </p:grpSpPr>
          <p:sp>
            <p:nvSpPr>
              <p:cNvPr id="50196" name="AutoShape 16">
                <a:extLst>
                  <a:ext uri="{FF2B5EF4-FFF2-40B4-BE49-F238E27FC236}">
                    <a16:creationId xmlns:a16="http://schemas.microsoft.com/office/drawing/2014/main" id="{22910597-BDA9-1D13-2D15-54D4930AB75F}"/>
                  </a:ext>
                </a:extLst>
              </p:cNvPr>
              <p:cNvSpPr>
                <a:spLocks noChangeArrowheads="1"/>
              </p:cNvSpPr>
              <p:nvPr/>
            </p:nvSpPr>
            <p:spPr bwMode="auto">
              <a:xfrm>
                <a:off x="3575" y="1133"/>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0197" name="AutoShape 17">
                <a:extLst>
                  <a:ext uri="{FF2B5EF4-FFF2-40B4-BE49-F238E27FC236}">
                    <a16:creationId xmlns:a16="http://schemas.microsoft.com/office/drawing/2014/main" id="{3149197C-C689-9F68-DBD5-F3628BBA516B}"/>
                  </a:ext>
                </a:extLst>
              </p:cNvPr>
              <p:cNvSpPr>
                <a:spLocks noChangeArrowheads="1"/>
              </p:cNvSpPr>
              <p:nvPr/>
            </p:nvSpPr>
            <p:spPr bwMode="auto">
              <a:xfrm>
                <a:off x="3535" y="1101"/>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0198" name="Line 29">
                <a:extLst>
                  <a:ext uri="{FF2B5EF4-FFF2-40B4-BE49-F238E27FC236}">
                    <a16:creationId xmlns:a16="http://schemas.microsoft.com/office/drawing/2014/main" id="{3A5981FD-5F66-D111-ED19-56BBD8958649}"/>
                  </a:ext>
                </a:extLst>
              </p:cNvPr>
              <p:cNvSpPr>
                <a:spLocks noChangeShapeType="1"/>
              </p:cNvSpPr>
              <p:nvPr/>
            </p:nvSpPr>
            <p:spPr bwMode="auto">
              <a:xfrm>
                <a:off x="3552" y="1264"/>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0199" name="Text Box 30">
                <a:extLst>
                  <a:ext uri="{FF2B5EF4-FFF2-40B4-BE49-F238E27FC236}">
                    <a16:creationId xmlns:a16="http://schemas.microsoft.com/office/drawing/2014/main" id="{5A2AB202-93A6-D72E-DA88-A7B8A6682989}"/>
                  </a:ext>
                </a:extLst>
              </p:cNvPr>
              <p:cNvSpPr txBox="1">
                <a:spLocks noChangeArrowheads="1"/>
              </p:cNvSpPr>
              <p:nvPr/>
            </p:nvSpPr>
            <p:spPr bwMode="auto">
              <a:xfrm>
                <a:off x="3522" y="1081"/>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HUSBAND</a:t>
                </a:r>
                <a:endParaRPr lang="en-GB" altLang="en-US" sz="1200" b="1">
                  <a:solidFill>
                    <a:schemeClr val="tx1"/>
                  </a:solidFill>
                  <a:latin typeface="Times New Roman" panose="02020603050405020304" pitchFamily="18" charset="0"/>
                </a:endParaRPr>
              </a:p>
            </p:txBody>
          </p:sp>
        </p:grpSp>
        <p:grpSp>
          <p:nvGrpSpPr>
            <p:cNvPr id="50182" name="Group 47">
              <a:extLst>
                <a:ext uri="{FF2B5EF4-FFF2-40B4-BE49-F238E27FC236}">
                  <a16:creationId xmlns:a16="http://schemas.microsoft.com/office/drawing/2014/main" id="{490487FA-1DA7-46EF-32C5-707A3EAC24DF}"/>
                </a:ext>
              </a:extLst>
            </p:cNvPr>
            <p:cNvGrpSpPr>
              <a:grpSpLocks/>
            </p:cNvGrpSpPr>
            <p:nvPr/>
          </p:nvGrpSpPr>
          <p:grpSpPr bwMode="auto">
            <a:xfrm>
              <a:off x="6108700" y="2636838"/>
              <a:ext cx="1582738" cy="1739900"/>
              <a:chOff x="3848" y="1661"/>
              <a:chExt cx="997" cy="1096"/>
            </a:xfrm>
          </p:grpSpPr>
          <p:grpSp>
            <p:nvGrpSpPr>
              <p:cNvPr id="50190" name="Group 23">
                <a:extLst>
                  <a:ext uri="{FF2B5EF4-FFF2-40B4-BE49-F238E27FC236}">
                    <a16:creationId xmlns:a16="http://schemas.microsoft.com/office/drawing/2014/main" id="{A15F5206-2FC3-52A3-8F33-C4781061DE48}"/>
                  </a:ext>
                </a:extLst>
              </p:cNvPr>
              <p:cNvGrpSpPr>
                <a:grpSpLocks/>
              </p:cNvGrpSpPr>
              <p:nvPr/>
            </p:nvGrpSpPr>
            <p:grpSpPr bwMode="auto">
              <a:xfrm>
                <a:off x="3923" y="1661"/>
                <a:ext cx="922" cy="1096"/>
                <a:chOff x="4180" y="1824"/>
                <a:chExt cx="922" cy="1096"/>
              </a:xfrm>
            </p:grpSpPr>
            <p:sp>
              <p:nvSpPr>
                <p:cNvPr id="50193" name="Line 24">
                  <a:extLst>
                    <a:ext uri="{FF2B5EF4-FFF2-40B4-BE49-F238E27FC236}">
                      <a16:creationId xmlns:a16="http://schemas.microsoft.com/office/drawing/2014/main" id="{2B5716C9-0D05-361E-A77D-A256241D6BEB}"/>
                    </a:ext>
                  </a:extLst>
                </p:cNvPr>
                <p:cNvSpPr>
                  <a:spLocks noChangeShapeType="1"/>
                </p:cNvSpPr>
                <p:nvPr/>
              </p:nvSpPr>
              <p:spPr bwMode="auto">
                <a:xfrm flipH="1" flipV="1">
                  <a:off x="4180" y="1824"/>
                  <a:ext cx="0" cy="10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0194" name="Text Box 25">
                  <a:extLst>
                    <a:ext uri="{FF2B5EF4-FFF2-40B4-BE49-F238E27FC236}">
                      <a16:creationId xmlns:a16="http://schemas.microsoft.com/office/drawing/2014/main" id="{4D06D9C8-4FA8-E00E-1717-BCB15AD3EA2A}"/>
                    </a:ext>
                  </a:extLst>
                </p:cNvPr>
                <p:cNvSpPr txBox="1">
                  <a:spLocks noChangeArrowheads="1"/>
                </p:cNvSpPr>
                <p:nvPr/>
              </p:nvSpPr>
              <p:spPr bwMode="auto">
                <a:xfrm rot="15347">
                  <a:off x="4276" y="2695"/>
                  <a:ext cx="826" cy="21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600">
                      <a:solidFill>
                        <a:schemeClr val="tx1"/>
                      </a:solidFill>
                      <a:latin typeface="Times New Roman" panose="02020603050405020304" pitchFamily="18" charset="0"/>
                    </a:rPr>
                    <a:t>is married to</a:t>
                  </a:r>
                </a:p>
              </p:txBody>
            </p:sp>
            <p:sp>
              <p:nvSpPr>
                <p:cNvPr id="50195" name="Text Box 26">
                  <a:extLst>
                    <a:ext uri="{FF2B5EF4-FFF2-40B4-BE49-F238E27FC236}">
                      <a16:creationId xmlns:a16="http://schemas.microsoft.com/office/drawing/2014/main" id="{344A47AB-410E-0F87-E707-4CE2EE15C8C5}"/>
                    </a:ext>
                  </a:extLst>
                </p:cNvPr>
                <p:cNvSpPr txBox="1">
                  <a:spLocks noChangeArrowheads="1"/>
                </p:cNvSpPr>
                <p:nvPr/>
              </p:nvSpPr>
              <p:spPr bwMode="auto">
                <a:xfrm rot="15347">
                  <a:off x="4276" y="1847"/>
                  <a:ext cx="826" cy="21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600">
                      <a:solidFill>
                        <a:schemeClr val="tx1"/>
                      </a:solidFill>
                      <a:latin typeface="Times New Roman" panose="02020603050405020304" pitchFamily="18" charset="0"/>
                    </a:rPr>
                    <a:t>is married to</a:t>
                  </a:r>
                </a:p>
              </p:txBody>
            </p:sp>
          </p:grpSp>
          <p:sp>
            <p:nvSpPr>
              <p:cNvPr id="50191" name="Line 27">
                <a:extLst>
                  <a:ext uri="{FF2B5EF4-FFF2-40B4-BE49-F238E27FC236}">
                    <a16:creationId xmlns:a16="http://schemas.microsoft.com/office/drawing/2014/main" id="{9BA26962-D122-86E7-EE01-58AD90AA5735}"/>
                  </a:ext>
                </a:extLst>
              </p:cNvPr>
              <p:cNvSpPr>
                <a:spLocks noChangeShapeType="1"/>
              </p:cNvSpPr>
              <p:nvPr/>
            </p:nvSpPr>
            <p:spPr bwMode="auto">
              <a:xfrm>
                <a:off x="3848" y="1776"/>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0192" name="Line 37">
                <a:extLst>
                  <a:ext uri="{FF2B5EF4-FFF2-40B4-BE49-F238E27FC236}">
                    <a16:creationId xmlns:a16="http://schemas.microsoft.com/office/drawing/2014/main" id="{DCF443E9-4A71-85C4-77E8-2F5A639A07FA}"/>
                  </a:ext>
                </a:extLst>
              </p:cNvPr>
              <p:cNvSpPr>
                <a:spLocks noChangeShapeType="1"/>
              </p:cNvSpPr>
              <p:nvPr/>
            </p:nvSpPr>
            <p:spPr bwMode="auto">
              <a:xfrm>
                <a:off x="3848" y="2696"/>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50183" name="Group 45">
              <a:extLst>
                <a:ext uri="{FF2B5EF4-FFF2-40B4-BE49-F238E27FC236}">
                  <a16:creationId xmlns:a16="http://schemas.microsoft.com/office/drawing/2014/main" id="{39EC0EF0-D2FB-2431-DE74-FF8602F2A03F}"/>
                </a:ext>
              </a:extLst>
            </p:cNvPr>
            <p:cNvGrpSpPr>
              <a:grpSpLocks/>
            </p:cNvGrpSpPr>
            <p:nvPr/>
          </p:nvGrpSpPr>
          <p:grpSpPr bwMode="auto">
            <a:xfrm>
              <a:off x="5553075" y="4389438"/>
              <a:ext cx="1404938" cy="939800"/>
              <a:chOff x="3498" y="2765"/>
              <a:chExt cx="885" cy="592"/>
            </a:xfrm>
          </p:grpSpPr>
          <p:sp>
            <p:nvSpPr>
              <p:cNvPr id="50186" name="AutoShape 20">
                <a:extLst>
                  <a:ext uri="{FF2B5EF4-FFF2-40B4-BE49-F238E27FC236}">
                    <a16:creationId xmlns:a16="http://schemas.microsoft.com/office/drawing/2014/main" id="{B8C940D0-8D60-8333-4A47-B4FB77D7BC7F}"/>
                  </a:ext>
                </a:extLst>
              </p:cNvPr>
              <p:cNvSpPr>
                <a:spLocks noChangeArrowheads="1"/>
              </p:cNvSpPr>
              <p:nvPr/>
            </p:nvSpPr>
            <p:spPr bwMode="auto">
              <a:xfrm>
                <a:off x="3567" y="2797"/>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0187" name="AutoShape 21">
                <a:extLst>
                  <a:ext uri="{FF2B5EF4-FFF2-40B4-BE49-F238E27FC236}">
                    <a16:creationId xmlns:a16="http://schemas.microsoft.com/office/drawing/2014/main" id="{8F5E7438-C748-61C6-A905-59F580A3ED36}"/>
                  </a:ext>
                </a:extLst>
              </p:cNvPr>
              <p:cNvSpPr>
                <a:spLocks noChangeArrowheads="1"/>
              </p:cNvSpPr>
              <p:nvPr/>
            </p:nvSpPr>
            <p:spPr bwMode="auto">
              <a:xfrm>
                <a:off x="3527" y="2765"/>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0188" name="Line 38">
                <a:extLst>
                  <a:ext uri="{FF2B5EF4-FFF2-40B4-BE49-F238E27FC236}">
                    <a16:creationId xmlns:a16="http://schemas.microsoft.com/office/drawing/2014/main" id="{C51AA975-DBD6-B81D-0466-7BFC0CE5DE2E}"/>
                  </a:ext>
                </a:extLst>
              </p:cNvPr>
              <p:cNvSpPr>
                <a:spLocks noChangeShapeType="1"/>
              </p:cNvSpPr>
              <p:nvPr/>
            </p:nvSpPr>
            <p:spPr bwMode="auto">
              <a:xfrm>
                <a:off x="3528" y="2968"/>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0189" name="Text Box 39">
                <a:extLst>
                  <a:ext uri="{FF2B5EF4-FFF2-40B4-BE49-F238E27FC236}">
                    <a16:creationId xmlns:a16="http://schemas.microsoft.com/office/drawing/2014/main" id="{942284D4-E56F-35D4-80F6-DFEC38F9B811}"/>
                  </a:ext>
                </a:extLst>
              </p:cNvPr>
              <p:cNvSpPr txBox="1">
                <a:spLocks noChangeArrowheads="1"/>
              </p:cNvSpPr>
              <p:nvPr/>
            </p:nvSpPr>
            <p:spPr bwMode="auto">
              <a:xfrm>
                <a:off x="3498" y="2785"/>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WIFE</a:t>
                </a:r>
                <a:endParaRPr lang="en-GB" altLang="en-US" sz="1200" b="1">
                  <a:solidFill>
                    <a:schemeClr val="tx1"/>
                  </a:solidFill>
                  <a:latin typeface="Times New Roman" panose="02020603050405020304" pitchFamily="18" charset="0"/>
                </a:endParaRPr>
              </a:p>
            </p:txBody>
          </p:sp>
        </p:grpSp>
        <p:sp>
          <p:nvSpPr>
            <p:cNvPr id="50184" name="Line 27">
              <a:extLst>
                <a:ext uri="{FF2B5EF4-FFF2-40B4-BE49-F238E27FC236}">
                  <a16:creationId xmlns:a16="http://schemas.microsoft.com/office/drawing/2014/main" id="{92706C49-B123-19D7-D626-267B7F5E0961}"/>
                </a:ext>
              </a:extLst>
            </p:cNvPr>
            <p:cNvSpPr>
              <a:spLocks noChangeShapeType="1"/>
            </p:cNvSpPr>
            <p:nvPr/>
          </p:nvSpPr>
          <p:spPr bwMode="auto">
            <a:xfrm>
              <a:off x="6116722" y="2891591"/>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0185" name="Line 27">
              <a:extLst>
                <a:ext uri="{FF2B5EF4-FFF2-40B4-BE49-F238E27FC236}">
                  <a16:creationId xmlns:a16="http://schemas.microsoft.com/office/drawing/2014/main" id="{8A408F93-767C-0203-4DFA-D8488ADA9C0B}"/>
                </a:ext>
              </a:extLst>
            </p:cNvPr>
            <p:cNvSpPr>
              <a:spLocks noChangeShapeType="1"/>
            </p:cNvSpPr>
            <p:nvPr/>
          </p:nvSpPr>
          <p:spPr bwMode="auto">
            <a:xfrm>
              <a:off x="6100680" y="420788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4" name="Rectangle 3">
            <a:extLst>
              <a:ext uri="{FF2B5EF4-FFF2-40B4-BE49-F238E27FC236}">
                <a16:creationId xmlns:a16="http://schemas.microsoft.com/office/drawing/2014/main" id="{34E88456-1D6B-D5B1-082A-54B820A6A69D}"/>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a:extLst>
              <a:ext uri="{FF2B5EF4-FFF2-40B4-BE49-F238E27FC236}">
                <a16:creationId xmlns:a16="http://schemas.microsoft.com/office/drawing/2014/main" id="{7E86F49E-865F-1D82-11E1-6C44491F9817}"/>
              </a:ext>
            </a:extLst>
          </p:cNvPr>
          <p:cNvSpPr txBox="1">
            <a:spLocks noChangeArrowheads="1"/>
          </p:cNvSpPr>
          <p:nvPr/>
        </p:nvSpPr>
        <p:spPr bwMode="auto">
          <a:xfrm>
            <a:off x="782638" y="198438"/>
            <a:ext cx="7921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2400" b="1">
                <a:solidFill>
                  <a:schemeClr val="tx1"/>
                </a:solidFill>
                <a:latin typeface="Times New Roman" panose="02020603050405020304" pitchFamily="18" charset="0"/>
              </a:rPr>
              <a:t>Implementing Entity Relationships: Tables &amp; Foreign Keys</a:t>
            </a:r>
            <a:endParaRPr lang="en-GB" altLang="en-US" sz="3000" b="1">
              <a:solidFill>
                <a:schemeClr val="tx1"/>
              </a:solidFill>
              <a:latin typeface="Times New Roman" panose="02020603050405020304" pitchFamily="18" charset="0"/>
            </a:endParaRPr>
          </a:p>
        </p:txBody>
      </p:sp>
      <p:grpSp>
        <p:nvGrpSpPr>
          <p:cNvPr id="18" name="Group 17">
            <a:extLst>
              <a:ext uri="{FF2B5EF4-FFF2-40B4-BE49-F238E27FC236}">
                <a16:creationId xmlns:a16="http://schemas.microsoft.com/office/drawing/2014/main" id="{FA7917E6-F174-BCA4-206E-C0B026492634}"/>
              </a:ext>
            </a:extLst>
          </p:cNvPr>
          <p:cNvGrpSpPr>
            <a:grpSpLocks/>
          </p:cNvGrpSpPr>
          <p:nvPr/>
        </p:nvGrpSpPr>
        <p:grpSpPr bwMode="auto">
          <a:xfrm>
            <a:off x="192088" y="1309688"/>
            <a:ext cx="3121025" cy="1982787"/>
            <a:chOff x="1166800" y="1235075"/>
            <a:chExt cx="3121025" cy="1982788"/>
          </a:xfrm>
        </p:grpSpPr>
        <p:sp>
          <p:nvSpPr>
            <p:cNvPr id="51244" name="Text Box 4">
              <a:extLst>
                <a:ext uri="{FF2B5EF4-FFF2-40B4-BE49-F238E27FC236}">
                  <a16:creationId xmlns:a16="http://schemas.microsoft.com/office/drawing/2014/main" id="{B569184E-2DEF-7356-F0A9-1B6AF68E2D5A}"/>
                </a:ext>
              </a:extLst>
            </p:cNvPr>
            <p:cNvSpPr txBox="1">
              <a:spLocks noChangeArrowheads="1"/>
            </p:cNvSpPr>
            <p:nvPr/>
          </p:nvSpPr>
          <p:spPr bwMode="auto">
            <a:xfrm>
              <a:off x="1204900" y="1630363"/>
              <a:ext cx="835025" cy="4572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b="1" i="1">
                  <a:solidFill>
                    <a:schemeClr val="tx1"/>
                  </a:solidFill>
                  <a:latin typeface="Times New Roman" panose="02020603050405020304" pitchFamily="18" charset="0"/>
                </a:rPr>
                <a:t>*Student</a:t>
              </a:r>
            </a:p>
            <a:p>
              <a:r>
                <a:rPr lang="en-GB" altLang="en-US" sz="1200" b="1" i="1">
                  <a:solidFill>
                    <a:schemeClr val="tx1"/>
                  </a:solidFill>
                  <a:latin typeface="Times New Roman" panose="02020603050405020304" pitchFamily="18" charset="0"/>
                </a:rPr>
                <a:t> Number</a:t>
              </a:r>
            </a:p>
          </p:txBody>
        </p:sp>
        <p:sp>
          <p:nvSpPr>
            <p:cNvPr id="51245" name="Text Box 5">
              <a:extLst>
                <a:ext uri="{FF2B5EF4-FFF2-40B4-BE49-F238E27FC236}">
                  <a16:creationId xmlns:a16="http://schemas.microsoft.com/office/drawing/2014/main" id="{DCD33547-9E41-B018-5599-0FC871D328F0}"/>
                </a:ext>
              </a:extLst>
            </p:cNvPr>
            <p:cNvSpPr txBox="1">
              <a:spLocks noChangeArrowheads="1"/>
            </p:cNvSpPr>
            <p:nvPr/>
          </p:nvSpPr>
          <p:spPr bwMode="auto">
            <a:xfrm>
              <a:off x="2179625" y="1614488"/>
              <a:ext cx="847725" cy="4572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Student </a:t>
              </a:r>
            </a:p>
            <a:p>
              <a:r>
                <a:rPr lang="en-GB" altLang="en-US" sz="1200">
                  <a:solidFill>
                    <a:schemeClr val="tx1"/>
                  </a:solidFill>
                  <a:latin typeface="Times New Roman" panose="02020603050405020304" pitchFamily="18" charset="0"/>
                </a:rPr>
                <a:t>Name</a:t>
              </a:r>
            </a:p>
          </p:txBody>
        </p:sp>
        <p:sp>
          <p:nvSpPr>
            <p:cNvPr id="51246" name="Text Box 6">
              <a:extLst>
                <a:ext uri="{FF2B5EF4-FFF2-40B4-BE49-F238E27FC236}">
                  <a16:creationId xmlns:a16="http://schemas.microsoft.com/office/drawing/2014/main" id="{8DD8DF86-FEE1-0958-A6C8-0D8D37999690}"/>
                </a:ext>
              </a:extLst>
            </p:cNvPr>
            <p:cNvSpPr txBox="1">
              <a:spLocks noChangeArrowheads="1"/>
            </p:cNvSpPr>
            <p:nvPr/>
          </p:nvSpPr>
          <p:spPr bwMode="auto">
            <a:xfrm>
              <a:off x="3297225" y="1598613"/>
              <a:ext cx="758825" cy="4572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#Course </a:t>
              </a:r>
            </a:p>
            <a:p>
              <a:r>
                <a:rPr lang="en-GB" altLang="en-US" sz="1200">
                  <a:solidFill>
                    <a:schemeClr val="tx1"/>
                  </a:solidFill>
                  <a:latin typeface="Times New Roman" panose="02020603050405020304" pitchFamily="18" charset="0"/>
                </a:rPr>
                <a:t>Code</a:t>
              </a:r>
            </a:p>
          </p:txBody>
        </p:sp>
        <p:sp>
          <p:nvSpPr>
            <p:cNvPr id="51247" name="Line 7">
              <a:extLst>
                <a:ext uri="{FF2B5EF4-FFF2-40B4-BE49-F238E27FC236}">
                  <a16:creationId xmlns:a16="http://schemas.microsoft.com/office/drawing/2014/main" id="{A37F45CD-EBDB-A21B-8281-D1B110121684}"/>
                </a:ext>
              </a:extLst>
            </p:cNvPr>
            <p:cNvSpPr>
              <a:spLocks noChangeShapeType="1"/>
            </p:cNvSpPr>
            <p:nvPr/>
          </p:nvSpPr>
          <p:spPr bwMode="auto">
            <a:xfrm flipV="1">
              <a:off x="1284275" y="2178050"/>
              <a:ext cx="2584450" cy="63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1248" name="Text Box 8">
              <a:extLst>
                <a:ext uri="{FF2B5EF4-FFF2-40B4-BE49-F238E27FC236}">
                  <a16:creationId xmlns:a16="http://schemas.microsoft.com/office/drawing/2014/main" id="{53203660-FA08-6455-7539-A9FA2C423B9C}"/>
                </a:ext>
              </a:extLst>
            </p:cNvPr>
            <p:cNvSpPr txBox="1">
              <a:spLocks noChangeArrowheads="1"/>
            </p:cNvSpPr>
            <p:nvPr/>
          </p:nvSpPr>
          <p:spPr bwMode="auto">
            <a:xfrm>
              <a:off x="1166800" y="1235075"/>
              <a:ext cx="15081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600" b="1" i="1">
                  <a:solidFill>
                    <a:schemeClr val="tx1"/>
                  </a:solidFill>
                  <a:latin typeface="Times New Roman" panose="02020603050405020304" pitchFamily="18" charset="0"/>
                </a:rPr>
                <a:t>Entity : Student</a:t>
              </a:r>
              <a:endParaRPr lang="en-GB" altLang="en-US" sz="1400" b="1">
                <a:solidFill>
                  <a:schemeClr val="tx1"/>
                </a:solidFill>
                <a:latin typeface="Times New Roman" panose="02020603050405020304" pitchFamily="18" charset="0"/>
              </a:endParaRPr>
            </a:p>
          </p:txBody>
        </p:sp>
        <p:sp>
          <p:nvSpPr>
            <p:cNvPr id="51249" name="Line 9">
              <a:extLst>
                <a:ext uri="{FF2B5EF4-FFF2-40B4-BE49-F238E27FC236}">
                  <a16:creationId xmlns:a16="http://schemas.microsoft.com/office/drawing/2014/main" id="{C30A8AF0-D7F0-D839-3127-1B47CB19F60F}"/>
                </a:ext>
              </a:extLst>
            </p:cNvPr>
            <p:cNvSpPr>
              <a:spLocks noChangeShapeType="1"/>
            </p:cNvSpPr>
            <p:nvPr/>
          </p:nvSpPr>
          <p:spPr bwMode="auto">
            <a:xfrm>
              <a:off x="1284275" y="1574800"/>
              <a:ext cx="2597150" cy="635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grpSp>
          <p:nvGrpSpPr>
            <p:cNvPr id="51250" name="Group 10">
              <a:extLst>
                <a:ext uri="{FF2B5EF4-FFF2-40B4-BE49-F238E27FC236}">
                  <a16:creationId xmlns:a16="http://schemas.microsoft.com/office/drawing/2014/main" id="{E4F829A3-AD24-3A57-D46F-D06DA762AF75}"/>
                </a:ext>
              </a:extLst>
            </p:cNvPr>
            <p:cNvGrpSpPr>
              <a:grpSpLocks/>
            </p:cNvGrpSpPr>
            <p:nvPr/>
          </p:nvGrpSpPr>
          <p:grpSpPr bwMode="auto">
            <a:xfrm>
              <a:off x="1204900" y="2224088"/>
              <a:ext cx="3082925" cy="993775"/>
              <a:chOff x="136" y="1137"/>
              <a:chExt cx="1942" cy="626"/>
            </a:xfrm>
          </p:grpSpPr>
          <p:sp>
            <p:nvSpPr>
              <p:cNvPr id="51251" name="Text Box 11">
                <a:extLst>
                  <a:ext uri="{FF2B5EF4-FFF2-40B4-BE49-F238E27FC236}">
                    <a16:creationId xmlns:a16="http://schemas.microsoft.com/office/drawing/2014/main" id="{6376564B-54EF-4FF8-81AB-CCE5B4AD8BD8}"/>
                  </a:ext>
                </a:extLst>
              </p:cNvPr>
              <p:cNvSpPr txBox="1">
                <a:spLocks noChangeArrowheads="1"/>
              </p:cNvSpPr>
              <p:nvPr/>
            </p:nvSpPr>
            <p:spPr bwMode="auto">
              <a:xfrm>
                <a:off x="706" y="1137"/>
                <a:ext cx="670"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Joe Bloggs</a:t>
                </a:r>
              </a:p>
            </p:txBody>
          </p:sp>
          <p:sp>
            <p:nvSpPr>
              <p:cNvPr id="51252" name="Text Box 12">
                <a:extLst>
                  <a:ext uri="{FF2B5EF4-FFF2-40B4-BE49-F238E27FC236}">
                    <a16:creationId xmlns:a16="http://schemas.microsoft.com/office/drawing/2014/main" id="{B791FB60-3EA2-564D-29EA-5094940DBC35}"/>
                  </a:ext>
                </a:extLst>
              </p:cNvPr>
              <p:cNvSpPr txBox="1">
                <a:spLocks noChangeArrowheads="1"/>
              </p:cNvSpPr>
              <p:nvPr/>
            </p:nvSpPr>
            <p:spPr bwMode="auto">
              <a:xfrm>
                <a:off x="136" y="1145"/>
                <a:ext cx="670"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CC1001</a:t>
                </a:r>
              </a:p>
            </p:txBody>
          </p:sp>
          <p:sp>
            <p:nvSpPr>
              <p:cNvPr id="51253" name="Text Box 13">
                <a:extLst>
                  <a:ext uri="{FF2B5EF4-FFF2-40B4-BE49-F238E27FC236}">
                    <a16:creationId xmlns:a16="http://schemas.microsoft.com/office/drawing/2014/main" id="{CFF67000-7093-3953-FB97-E5B116D979C8}"/>
                  </a:ext>
                </a:extLst>
              </p:cNvPr>
              <p:cNvSpPr txBox="1">
                <a:spLocks noChangeArrowheads="1"/>
              </p:cNvSpPr>
              <p:nvPr/>
            </p:nvSpPr>
            <p:spPr bwMode="auto">
              <a:xfrm>
                <a:off x="1408" y="1137"/>
                <a:ext cx="670"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BScL01</a:t>
                </a:r>
              </a:p>
            </p:txBody>
          </p:sp>
          <p:sp>
            <p:nvSpPr>
              <p:cNvPr id="51254" name="Text Box 14">
                <a:extLst>
                  <a:ext uri="{FF2B5EF4-FFF2-40B4-BE49-F238E27FC236}">
                    <a16:creationId xmlns:a16="http://schemas.microsoft.com/office/drawing/2014/main" id="{FCF73C4B-FA12-33F2-1210-E21292E87902}"/>
                  </a:ext>
                </a:extLst>
              </p:cNvPr>
              <p:cNvSpPr txBox="1">
                <a:spLocks noChangeArrowheads="1"/>
              </p:cNvSpPr>
              <p:nvPr/>
            </p:nvSpPr>
            <p:spPr bwMode="auto">
              <a:xfrm>
                <a:off x="136" y="1319"/>
                <a:ext cx="670"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CC1002</a:t>
                </a:r>
              </a:p>
            </p:txBody>
          </p:sp>
          <p:sp>
            <p:nvSpPr>
              <p:cNvPr id="51255" name="Text Box 15">
                <a:extLst>
                  <a:ext uri="{FF2B5EF4-FFF2-40B4-BE49-F238E27FC236}">
                    <a16:creationId xmlns:a16="http://schemas.microsoft.com/office/drawing/2014/main" id="{83979A77-8820-017B-2985-5C0F6113AD82}"/>
                  </a:ext>
                </a:extLst>
              </p:cNvPr>
              <p:cNvSpPr txBox="1">
                <a:spLocks noChangeArrowheads="1"/>
              </p:cNvSpPr>
              <p:nvPr/>
            </p:nvSpPr>
            <p:spPr bwMode="auto">
              <a:xfrm>
                <a:off x="1408" y="1311"/>
                <a:ext cx="670"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BScL01</a:t>
                </a:r>
              </a:p>
            </p:txBody>
          </p:sp>
          <p:sp>
            <p:nvSpPr>
              <p:cNvPr id="51256" name="Text Box 16">
                <a:extLst>
                  <a:ext uri="{FF2B5EF4-FFF2-40B4-BE49-F238E27FC236}">
                    <a16:creationId xmlns:a16="http://schemas.microsoft.com/office/drawing/2014/main" id="{04C261CE-C65A-3E33-387D-1A5288CBFEA3}"/>
                  </a:ext>
                </a:extLst>
              </p:cNvPr>
              <p:cNvSpPr txBox="1">
                <a:spLocks noChangeArrowheads="1"/>
              </p:cNvSpPr>
              <p:nvPr/>
            </p:nvSpPr>
            <p:spPr bwMode="auto">
              <a:xfrm>
                <a:off x="136" y="1523"/>
                <a:ext cx="670"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CC1003</a:t>
                </a:r>
              </a:p>
            </p:txBody>
          </p:sp>
          <p:sp>
            <p:nvSpPr>
              <p:cNvPr id="51257" name="Text Box 17">
                <a:extLst>
                  <a:ext uri="{FF2B5EF4-FFF2-40B4-BE49-F238E27FC236}">
                    <a16:creationId xmlns:a16="http://schemas.microsoft.com/office/drawing/2014/main" id="{1AFC1676-A5A2-87EE-E550-C18A1FD0C866}"/>
                  </a:ext>
                </a:extLst>
              </p:cNvPr>
              <p:cNvSpPr txBox="1">
                <a:spLocks noChangeArrowheads="1"/>
              </p:cNvSpPr>
              <p:nvPr/>
            </p:nvSpPr>
            <p:spPr bwMode="auto">
              <a:xfrm>
                <a:off x="1408" y="1515"/>
                <a:ext cx="670"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BScL01</a:t>
                </a:r>
              </a:p>
            </p:txBody>
          </p:sp>
          <p:sp>
            <p:nvSpPr>
              <p:cNvPr id="51258" name="Text Box 18">
                <a:extLst>
                  <a:ext uri="{FF2B5EF4-FFF2-40B4-BE49-F238E27FC236}">
                    <a16:creationId xmlns:a16="http://schemas.microsoft.com/office/drawing/2014/main" id="{A80017A2-AC1B-15A9-6442-BD0901B285CF}"/>
                  </a:ext>
                </a:extLst>
              </p:cNvPr>
              <p:cNvSpPr txBox="1">
                <a:spLocks noChangeArrowheads="1"/>
              </p:cNvSpPr>
              <p:nvPr/>
            </p:nvSpPr>
            <p:spPr bwMode="auto">
              <a:xfrm>
                <a:off x="696" y="1321"/>
                <a:ext cx="670"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Tim Dim</a:t>
                </a:r>
              </a:p>
            </p:txBody>
          </p:sp>
          <p:sp>
            <p:nvSpPr>
              <p:cNvPr id="51259" name="Text Box 19">
                <a:extLst>
                  <a:ext uri="{FF2B5EF4-FFF2-40B4-BE49-F238E27FC236}">
                    <a16:creationId xmlns:a16="http://schemas.microsoft.com/office/drawing/2014/main" id="{016216B6-D1F6-5FBC-8A99-345AE8027615}"/>
                  </a:ext>
                </a:extLst>
              </p:cNvPr>
              <p:cNvSpPr txBox="1">
                <a:spLocks noChangeArrowheads="1"/>
              </p:cNvSpPr>
              <p:nvPr/>
            </p:nvSpPr>
            <p:spPr bwMode="auto">
              <a:xfrm>
                <a:off x="712" y="1475"/>
                <a:ext cx="670" cy="288"/>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Albert Einstein</a:t>
                </a:r>
              </a:p>
            </p:txBody>
          </p:sp>
        </p:grpSp>
      </p:grpSp>
      <p:grpSp>
        <p:nvGrpSpPr>
          <p:cNvPr id="19" name="Group 18">
            <a:extLst>
              <a:ext uri="{FF2B5EF4-FFF2-40B4-BE49-F238E27FC236}">
                <a16:creationId xmlns:a16="http://schemas.microsoft.com/office/drawing/2014/main" id="{329C646C-4408-3149-8F70-383400E1E689}"/>
              </a:ext>
            </a:extLst>
          </p:cNvPr>
          <p:cNvGrpSpPr>
            <a:grpSpLocks/>
          </p:cNvGrpSpPr>
          <p:nvPr/>
        </p:nvGrpSpPr>
        <p:grpSpPr bwMode="auto">
          <a:xfrm>
            <a:off x="3009900" y="1325563"/>
            <a:ext cx="2327275" cy="1876425"/>
            <a:chOff x="5580093" y="1222375"/>
            <a:chExt cx="2327275" cy="1876425"/>
          </a:xfrm>
        </p:grpSpPr>
        <p:grpSp>
          <p:nvGrpSpPr>
            <p:cNvPr id="51231" name="Group 20">
              <a:extLst>
                <a:ext uri="{FF2B5EF4-FFF2-40B4-BE49-F238E27FC236}">
                  <a16:creationId xmlns:a16="http://schemas.microsoft.com/office/drawing/2014/main" id="{93E6C7F3-0825-DF0C-8782-DDD8F4BF8942}"/>
                </a:ext>
              </a:extLst>
            </p:cNvPr>
            <p:cNvGrpSpPr>
              <a:grpSpLocks/>
            </p:cNvGrpSpPr>
            <p:nvPr/>
          </p:nvGrpSpPr>
          <p:grpSpPr bwMode="auto">
            <a:xfrm>
              <a:off x="5646768" y="2211388"/>
              <a:ext cx="1965325" cy="887412"/>
              <a:chOff x="2824" y="1105"/>
              <a:chExt cx="1238" cy="559"/>
            </a:xfrm>
          </p:grpSpPr>
          <p:sp>
            <p:nvSpPr>
              <p:cNvPr id="51238" name="Text Box 21">
                <a:extLst>
                  <a:ext uri="{FF2B5EF4-FFF2-40B4-BE49-F238E27FC236}">
                    <a16:creationId xmlns:a16="http://schemas.microsoft.com/office/drawing/2014/main" id="{1938506B-58DF-8F42-8DE4-97EB36E7D737}"/>
                  </a:ext>
                </a:extLst>
              </p:cNvPr>
              <p:cNvSpPr txBox="1">
                <a:spLocks noChangeArrowheads="1"/>
              </p:cNvSpPr>
              <p:nvPr/>
            </p:nvSpPr>
            <p:spPr bwMode="auto">
              <a:xfrm>
                <a:off x="2824" y="1113"/>
                <a:ext cx="670"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BScL01</a:t>
                </a:r>
              </a:p>
            </p:txBody>
          </p:sp>
          <p:sp>
            <p:nvSpPr>
              <p:cNvPr id="51239" name="Text Box 22">
                <a:extLst>
                  <a:ext uri="{FF2B5EF4-FFF2-40B4-BE49-F238E27FC236}">
                    <a16:creationId xmlns:a16="http://schemas.microsoft.com/office/drawing/2014/main" id="{D65AC921-258C-2587-A877-4F3F727BC075}"/>
                  </a:ext>
                </a:extLst>
              </p:cNvPr>
              <p:cNvSpPr txBox="1">
                <a:spLocks noChangeArrowheads="1"/>
              </p:cNvSpPr>
              <p:nvPr/>
            </p:nvSpPr>
            <p:spPr bwMode="auto">
              <a:xfrm>
                <a:off x="3392" y="1105"/>
                <a:ext cx="670"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Computing</a:t>
                </a:r>
              </a:p>
            </p:txBody>
          </p:sp>
          <p:sp>
            <p:nvSpPr>
              <p:cNvPr id="51240" name="Text Box 23">
                <a:extLst>
                  <a:ext uri="{FF2B5EF4-FFF2-40B4-BE49-F238E27FC236}">
                    <a16:creationId xmlns:a16="http://schemas.microsoft.com/office/drawing/2014/main" id="{44C39B45-C2A4-2B0F-BF86-D870C29B0599}"/>
                  </a:ext>
                </a:extLst>
              </p:cNvPr>
              <p:cNvSpPr txBox="1">
                <a:spLocks noChangeArrowheads="1"/>
              </p:cNvSpPr>
              <p:nvPr/>
            </p:nvSpPr>
            <p:spPr bwMode="auto">
              <a:xfrm>
                <a:off x="2824" y="1287"/>
                <a:ext cx="670"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BScV01</a:t>
                </a:r>
              </a:p>
            </p:txBody>
          </p:sp>
          <p:sp>
            <p:nvSpPr>
              <p:cNvPr id="51241" name="Text Box 24">
                <a:extLst>
                  <a:ext uri="{FF2B5EF4-FFF2-40B4-BE49-F238E27FC236}">
                    <a16:creationId xmlns:a16="http://schemas.microsoft.com/office/drawing/2014/main" id="{8CD9B6A5-005B-751C-080D-693A1F6F78D9}"/>
                  </a:ext>
                </a:extLst>
              </p:cNvPr>
              <p:cNvSpPr txBox="1">
                <a:spLocks noChangeArrowheads="1"/>
              </p:cNvSpPr>
              <p:nvPr/>
            </p:nvSpPr>
            <p:spPr bwMode="auto">
              <a:xfrm>
                <a:off x="3392" y="1279"/>
                <a:ext cx="670"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Visualisation</a:t>
                </a:r>
              </a:p>
            </p:txBody>
          </p:sp>
          <p:sp>
            <p:nvSpPr>
              <p:cNvPr id="51242" name="Text Box 25">
                <a:extLst>
                  <a:ext uri="{FF2B5EF4-FFF2-40B4-BE49-F238E27FC236}">
                    <a16:creationId xmlns:a16="http://schemas.microsoft.com/office/drawing/2014/main" id="{160D8F1A-BE3D-237B-0733-AA343B6DC24B}"/>
                  </a:ext>
                </a:extLst>
              </p:cNvPr>
              <p:cNvSpPr txBox="1">
                <a:spLocks noChangeArrowheads="1"/>
              </p:cNvSpPr>
              <p:nvPr/>
            </p:nvSpPr>
            <p:spPr bwMode="auto">
              <a:xfrm>
                <a:off x="2824" y="1491"/>
                <a:ext cx="670"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BScI01</a:t>
                </a:r>
              </a:p>
            </p:txBody>
          </p:sp>
          <p:sp>
            <p:nvSpPr>
              <p:cNvPr id="51243" name="Text Box 26">
                <a:extLst>
                  <a:ext uri="{FF2B5EF4-FFF2-40B4-BE49-F238E27FC236}">
                    <a16:creationId xmlns:a16="http://schemas.microsoft.com/office/drawing/2014/main" id="{BF5FD1E6-6E4F-1726-FD75-C8FAE94FDAF1}"/>
                  </a:ext>
                </a:extLst>
              </p:cNvPr>
              <p:cNvSpPr txBox="1">
                <a:spLocks noChangeArrowheads="1"/>
              </p:cNvSpPr>
              <p:nvPr/>
            </p:nvSpPr>
            <p:spPr bwMode="auto">
              <a:xfrm>
                <a:off x="3392" y="1483"/>
                <a:ext cx="670"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Info. Sys</a:t>
                </a:r>
              </a:p>
            </p:txBody>
          </p:sp>
        </p:grpSp>
        <p:grpSp>
          <p:nvGrpSpPr>
            <p:cNvPr id="51232" name="Group 27">
              <a:extLst>
                <a:ext uri="{FF2B5EF4-FFF2-40B4-BE49-F238E27FC236}">
                  <a16:creationId xmlns:a16="http://schemas.microsoft.com/office/drawing/2014/main" id="{3E994EFE-5646-40BF-F980-236818E7FB23}"/>
                </a:ext>
              </a:extLst>
            </p:cNvPr>
            <p:cNvGrpSpPr>
              <a:grpSpLocks/>
            </p:cNvGrpSpPr>
            <p:nvPr/>
          </p:nvGrpSpPr>
          <p:grpSpPr bwMode="auto">
            <a:xfrm>
              <a:off x="5580093" y="1222375"/>
              <a:ext cx="2327275" cy="936625"/>
              <a:chOff x="2798" y="498"/>
              <a:chExt cx="1466" cy="590"/>
            </a:xfrm>
          </p:grpSpPr>
          <p:sp>
            <p:nvSpPr>
              <p:cNvPr id="51233" name="Text Box 28">
                <a:extLst>
                  <a:ext uri="{FF2B5EF4-FFF2-40B4-BE49-F238E27FC236}">
                    <a16:creationId xmlns:a16="http://schemas.microsoft.com/office/drawing/2014/main" id="{6D49F67E-C64D-E57E-E070-5E6825BC5B35}"/>
                  </a:ext>
                </a:extLst>
              </p:cNvPr>
              <p:cNvSpPr txBox="1">
                <a:spLocks noChangeArrowheads="1"/>
              </p:cNvSpPr>
              <p:nvPr/>
            </p:nvSpPr>
            <p:spPr bwMode="auto">
              <a:xfrm>
                <a:off x="2870" y="719"/>
                <a:ext cx="478" cy="288"/>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i="1">
                    <a:solidFill>
                      <a:schemeClr val="tx1"/>
                    </a:solidFill>
                    <a:latin typeface="Times New Roman" panose="02020603050405020304" pitchFamily="18" charset="0"/>
                  </a:rPr>
                  <a:t>*Course </a:t>
                </a:r>
              </a:p>
              <a:p>
                <a:r>
                  <a:rPr lang="en-GB" altLang="en-US" sz="1200" i="1">
                    <a:solidFill>
                      <a:schemeClr val="tx1"/>
                    </a:solidFill>
                    <a:latin typeface="Times New Roman" panose="02020603050405020304" pitchFamily="18" charset="0"/>
                  </a:rPr>
                  <a:t>Code</a:t>
                </a:r>
                <a:endParaRPr lang="en-GB" altLang="en-US" sz="1200">
                  <a:solidFill>
                    <a:schemeClr val="tx1"/>
                  </a:solidFill>
                  <a:latin typeface="Times New Roman" panose="02020603050405020304" pitchFamily="18" charset="0"/>
                </a:endParaRPr>
              </a:p>
            </p:txBody>
          </p:sp>
          <p:sp>
            <p:nvSpPr>
              <p:cNvPr id="51234" name="Text Box 29">
                <a:extLst>
                  <a:ext uri="{FF2B5EF4-FFF2-40B4-BE49-F238E27FC236}">
                    <a16:creationId xmlns:a16="http://schemas.microsoft.com/office/drawing/2014/main" id="{121E68A4-E960-8118-5BBC-DDB3FA95B2C0}"/>
                  </a:ext>
                </a:extLst>
              </p:cNvPr>
              <p:cNvSpPr txBox="1">
                <a:spLocks noChangeArrowheads="1"/>
              </p:cNvSpPr>
              <p:nvPr/>
            </p:nvSpPr>
            <p:spPr bwMode="auto">
              <a:xfrm>
                <a:off x="3410" y="709"/>
                <a:ext cx="854" cy="288"/>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Course </a:t>
                </a:r>
              </a:p>
              <a:p>
                <a:r>
                  <a:rPr lang="en-GB" altLang="en-US" sz="1200">
                    <a:solidFill>
                      <a:schemeClr val="tx1"/>
                    </a:solidFill>
                    <a:latin typeface="Times New Roman" panose="02020603050405020304" pitchFamily="18" charset="0"/>
                  </a:rPr>
                  <a:t>Title</a:t>
                </a:r>
              </a:p>
            </p:txBody>
          </p:sp>
          <p:sp>
            <p:nvSpPr>
              <p:cNvPr id="51235" name="Line 30">
                <a:extLst>
                  <a:ext uri="{FF2B5EF4-FFF2-40B4-BE49-F238E27FC236}">
                    <a16:creationId xmlns:a16="http://schemas.microsoft.com/office/drawing/2014/main" id="{470EB504-B735-C30B-8731-71119319A47F}"/>
                  </a:ext>
                </a:extLst>
              </p:cNvPr>
              <p:cNvSpPr>
                <a:spLocks noChangeShapeType="1"/>
              </p:cNvSpPr>
              <p:nvPr/>
            </p:nvSpPr>
            <p:spPr bwMode="auto">
              <a:xfrm flipV="1">
                <a:off x="2874" y="1084"/>
                <a:ext cx="1076" cy="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1236" name="Text Box 31">
                <a:extLst>
                  <a:ext uri="{FF2B5EF4-FFF2-40B4-BE49-F238E27FC236}">
                    <a16:creationId xmlns:a16="http://schemas.microsoft.com/office/drawing/2014/main" id="{1C002A31-E706-5F29-B366-D01ECE20CA82}"/>
                  </a:ext>
                </a:extLst>
              </p:cNvPr>
              <p:cNvSpPr txBox="1">
                <a:spLocks noChangeArrowheads="1"/>
              </p:cNvSpPr>
              <p:nvPr/>
            </p:nvSpPr>
            <p:spPr bwMode="auto">
              <a:xfrm>
                <a:off x="2798" y="498"/>
                <a:ext cx="92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600" b="1" i="1">
                    <a:solidFill>
                      <a:schemeClr val="tx1"/>
                    </a:solidFill>
                    <a:latin typeface="Times New Roman" panose="02020603050405020304" pitchFamily="18" charset="0"/>
                  </a:rPr>
                  <a:t>Entity : Course</a:t>
                </a:r>
                <a:endParaRPr lang="en-GB" altLang="en-US" sz="1400" b="1">
                  <a:solidFill>
                    <a:schemeClr val="tx1"/>
                  </a:solidFill>
                  <a:latin typeface="Times New Roman" panose="02020603050405020304" pitchFamily="18" charset="0"/>
                </a:endParaRPr>
              </a:p>
            </p:txBody>
          </p:sp>
          <p:sp>
            <p:nvSpPr>
              <p:cNvPr id="51237" name="Line 32">
                <a:extLst>
                  <a:ext uri="{FF2B5EF4-FFF2-40B4-BE49-F238E27FC236}">
                    <a16:creationId xmlns:a16="http://schemas.microsoft.com/office/drawing/2014/main" id="{66561B17-FF82-11AC-57B9-36665F4529E5}"/>
                  </a:ext>
                </a:extLst>
              </p:cNvPr>
              <p:cNvSpPr>
                <a:spLocks noChangeShapeType="1"/>
              </p:cNvSpPr>
              <p:nvPr/>
            </p:nvSpPr>
            <p:spPr bwMode="auto">
              <a:xfrm flipV="1">
                <a:off x="2882" y="692"/>
                <a:ext cx="1076" cy="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grpSp>
      </p:grpSp>
      <p:sp>
        <p:nvSpPr>
          <p:cNvPr id="48140" name="Text Box 33">
            <a:extLst>
              <a:ext uri="{FF2B5EF4-FFF2-40B4-BE49-F238E27FC236}">
                <a16:creationId xmlns:a16="http://schemas.microsoft.com/office/drawing/2014/main" id="{2A821A7F-7936-0E36-3097-596F137C5F5D}"/>
              </a:ext>
            </a:extLst>
          </p:cNvPr>
          <p:cNvSpPr txBox="1">
            <a:spLocks noChangeArrowheads="1"/>
          </p:cNvSpPr>
          <p:nvPr/>
        </p:nvSpPr>
        <p:spPr bwMode="auto">
          <a:xfrm rot="15347">
            <a:off x="877888" y="3668713"/>
            <a:ext cx="7070725" cy="396875"/>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2000" b="1">
                <a:solidFill>
                  <a:schemeClr val="tx1"/>
                </a:solidFill>
                <a:latin typeface="Times New Roman" panose="02020603050405020304" pitchFamily="18" charset="0"/>
              </a:rPr>
              <a:t>Student</a:t>
            </a:r>
            <a:r>
              <a:rPr lang="en-GB" altLang="en-US" sz="2000">
                <a:solidFill>
                  <a:schemeClr val="tx1"/>
                </a:solidFill>
                <a:latin typeface="Times New Roman" panose="02020603050405020304" pitchFamily="18" charset="0"/>
              </a:rPr>
              <a:t>(*Student Number, Student Name, #Course Code)</a:t>
            </a:r>
            <a:endParaRPr lang="en-GB" altLang="en-US" sz="2000" b="1" u="sng">
              <a:solidFill>
                <a:schemeClr val="tx1"/>
              </a:solidFill>
              <a:latin typeface="Times New Roman" panose="02020603050405020304" pitchFamily="18" charset="0"/>
            </a:endParaRPr>
          </a:p>
        </p:txBody>
      </p:sp>
      <p:sp>
        <p:nvSpPr>
          <p:cNvPr id="48141" name="Text Box 34">
            <a:extLst>
              <a:ext uri="{FF2B5EF4-FFF2-40B4-BE49-F238E27FC236}">
                <a16:creationId xmlns:a16="http://schemas.microsoft.com/office/drawing/2014/main" id="{AB5B084C-E7F2-124B-BCA8-11C8603BFDB9}"/>
              </a:ext>
            </a:extLst>
          </p:cNvPr>
          <p:cNvSpPr txBox="1">
            <a:spLocks noChangeArrowheads="1"/>
          </p:cNvSpPr>
          <p:nvPr/>
        </p:nvSpPr>
        <p:spPr bwMode="auto">
          <a:xfrm rot="15347">
            <a:off x="893763" y="4135438"/>
            <a:ext cx="7072312" cy="396875"/>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2000" b="1">
                <a:solidFill>
                  <a:schemeClr val="tx1"/>
                </a:solidFill>
                <a:latin typeface="Times New Roman" panose="02020603050405020304" pitchFamily="18" charset="0"/>
              </a:rPr>
              <a:t>Course</a:t>
            </a:r>
            <a:r>
              <a:rPr lang="en-GB" altLang="en-US" sz="2000">
                <a:solidFill>
                  <a:schemeClr val="tx1"/>
                </a:solidFill>
                <a:latin typeface="Times New Roman" panose="02020603050405020304" pitchFamily="18" charset="0"/>
              </a:rPr>
              <a:t>(*Course Code, Course Title)</a:t>
            </a:r>
            <a:endParaRPr lang="en-GB" altLang="en-US" sz="2000" b="1" u="sng">
              <a:solidFill>
                <a:schemeClr val="tx1"/>
              </a:solidFill>
              <a:latin typeface="Times New Roman" panose="02020603050405020304" pitchFamily="18" charset="0"/>
            </a:endParaRPr>
          </a:p>
        </p:txBody>
      </p:sp>
      <p:sp>
        <p:nvSpPr>
          <p:cNvPr id="48142" name="Text Box 35">
            <a:extLst>
              <a:ext uri="{FF2B5EF4-FFF2-40B4-BE49-F238E27FC236}">
                <a16:creationId xmlns:a16="http://schemas.microsoft.com/office/drawing/2014/main" id="{47894932-1500-D890-2C80-79857F6778E0}"/>
              </a:ext>
            </a:extLst>
          </p:cNvPr>
          <p:cNvSpPr txBox="1">
            <a:spLocks noChangeArrowheads="1"/>
          </p:cNvSpPr>
          <p:nvPr/>
        </p:nvSpPr>
        <p:spPr bwMode="auto">
          <a:xfrm rot="15347">
            <a:off x="879475" y="4692650"/>
            <a:ext cx="7397750" cy="1201738"/>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2400">
                <a:solidFill>
                  <a:srgbClr val="FF0000"/>
                </a:solidFill>
                <a:latin typeface="Times New Roman" panose="02020603050405020304" pitchFamily="18" charset="0"/>
              </a:rPr>
              <a:t>A</a:t>
            </a:r>
            <a:r>
              <a:rPr lang="en-GB" altLang="en-US" sz="2400" b="1">
                <a:solidFill>
                  <a:srgbClr val="FF0000"/>
                </a:solidFill>
                <a:latin typeface="Times New Roman" panose="02020603050405020304" pitchFamily="18" charset="0"/>
              </a:rPr>
              <a:t> foreign key </a:t>
            </a:r>
            <a:r>
              <a:rPr lang="en-GB" altLang="en-US" sz="2400">
                <a:solidFill>
                  <a:srgbClr val="FF0000"/>
                </a:solidFill>
                <a:latin typeface="Times New Roman" panose="02020603050405020304" pitchFamily="18" charset="0"/>
              </a:rPr>
              <a:t>in an entity, </a:t>
            </a:r>
            <a:r>
              <a:rPr lang="en-GB" altLang="en-US" sz="2400" i="1">
                <a:solidFill>
                  <a:srgbClr val="FF0000"/>
                </a:solidFill>
                <a:latin typeface="Times New Roman" panose="02020603050405020304" pitchFamily="18" charset="0"/>
              </a:rPr>
              <a:t>y</a:t>
            </a:r>
            <a:r>
              <a:rPr lang="en-GB" altLang="en-US" sz="2400">
                <a:solidFill>
                  <a:srgbClr val="FF0000"/>
                </a:solidFill>
                <a:latin typeface="Times New Roman" panose="02020603050405020304" pitchFamily="18" charset="0"/>
              </a:rPr>
              <a:t>, always matches a primary key in another entity, </a:t>
            </a:r>
            <a:r>
              <a:rPr lang="en-GB" altLang="en-US" sz="2400" i="1">
                <a:solidFill>
                  <a:srgbClr val="FF0000"/>
                </a:solidFill>
                <a:latin typeface="Times New Roman" panose="02020603050405020304" pitchFamily="18" charset="0"/>
              </a:rPr>
              <a:t>x</a:t>
            </a:r>
            <a:r>
              <a:rPr lang="en-GB" altLang="en-US" sz="2400">
                <a:solidFill>
                  <a:srgbClr val="FF0000"/>
                </a:solidFill>
                <a:latin typeface="Times New Roman" panose="02020603050405020304" pitchFamily="18" charset="0"/>
              </a:rPr>
              <a:t>, it is merely copied  from x (parent) to y (child) to establish a relationship between them. </a:t>
            </a:r>
            <a:endParaRPr lang="en-GB" altLang="en-US" sz="2400" b="1" u="sng">
              <a:solidFill>
                <a:srgbClr val="FF0000"/>
              </a:solidFill>
              <a:latin typeface="Times New Roman" panose="02020603050405020304" pitchFamily="18" charset="0"/>
            </a:endParaRPr>
          </a:p>
        </p:txBody>
      </p:sp>
      <p:sp>
        <p:nvSpPr>
          <p:cNvPr id="6" name="TextBox 5">
            <a:extLst>
              <a:ext uri="{FF2B5EF4-FFF2-40B4-BE49-F238E27FC236}">
                <a16:creationId xmlns:a16="http://schemas.microsoft.com/office/drawing/2014/main" id="{F7C681BA-89AD-4B67-7D3E-9F0D72C2BDE3}"/>
              </a:ext>
            </a:extLst>
          </p:cNvPr>
          <p:cNvSpPr txBox="1">
            <a:spLocks noChangeArrowheads="1"/>
          </p:cNvSpPr>
          <p:nvPr/>
        </p:nvSpPr>
        <p:spPr bwMode="auto">
          <a:xfrm>
            <a:off x="7599363" y="936625"/>
            <a:ext cx="12096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US" altLang="en-US" sz="1100" b="1">
                <a:solidFill>
                  <a:srgbClr val="FF0000"/>
                </a:solidFill>
              </a:rPr>
              <a:t>Parent (x)</a:t>
            </a:r>
          </a:p>
        </p:txBody>
      </p:sp>
      <p:sp>
        <p:nvSpPr>
          <p:cNvPr id="41" name="TextBox 40">
            <a:extLst>
              <a:ext uri="{FF2B5EF4-FFF2-40B4-BE49-F238E27FC236}">
                <a16:creationId xmlns:a16="http://schemas.microsoft.com/office/drawing/2014/main" id="{C0C96D23-E9BB-F9D1-9EB3-53ABDD3521A6}"/>
              </a:ext>
            </a:extLst>
          </p:cNvPr>
          <p:cNvSpPr txBox="1">
            <a:spLocks noChangeArrowheads="1"/>
          </p:cNvSpPr>
          <p:nvPr/>
        </p:nvSpPr>
        <p:spPr bwMode="auto">
          <a:xfrm>
            <a:off x="5140325" y="960438"/>
            <a:ext cx="120967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US" altLang="en-US" sz="1100" b="1">
                <a:solidFill>
                  <a:srgbClr val="FF0000"/>
                </a:solidFill>
              </a:rPr>
              <a:t>Child (y)</a:t>
            </a:r>
          </a:p>
        </p:txBody>
      </p:sp>
      <p:grpSp>
        <p:nvGrpSpPr>
          <p:cNvPr id="56" name="Group 55">
            <a:extLst>
              <a:ext uri="{FF2B5EF4-FFF2-40B4-BE49-F238E27FC236}">
                <a16:creationId xmlns:a16="http://schemas.microsoft.com/office/drawing/2014/main" id="{C6D38A8B-3BEC-5953-B469-68756648422A}"/>
              </a:ext>
            </a:extLst>
          </p:cNvPr>
          <p:cNvGrpSpPr>
            <a:grpSpLocks/>
          </p:cNvGrpSpPr>
          <p:nvPr/>
        </p:nvGrpSpPr>
        <p:grpSpPr bwMode="auto">
          <a:xfrm>
            <a:off x="5041900" y="1403350"/>
            <a:ext cx="3816350" cy="1928813"/>
            <a:chOff x="1512888" y="4406900"/>
            <a:chExt cx="5311776" cy="1298575"/>
          </a:xfrm>
        </p:grpSpPr>
        <p:grpSp>
          <p:nvGrpSpPr>
            <p:cNvPr id="51211" name="Group 124">
              <a:extLst>
                <a:ext uri="{FF2B5EF4-FFF2-40B4-BE49-F238E27FC236}">
                  <a16:creationId xmlns:a16="http://schemas.microsoft.com/office/drawing/2014/main" id="{590C1E6C-B84A-0B6B-7309-0BDB4B881427}"/>
                </a:ext>
              </a:extLst>
            </p:cNvPr>
            <p:cNvGrpSpPr>
              <a:grpSpLocks/>
            </p:cNvGrpSpPr>
            <p:nvPr/>
          </p:nvGrpSpPr>
          <p:grpSpPr bwMode="auto">
            <a:xfrm>
              <a:off x="1512888" y="4419600"/>
              <a:ext cx="1989138" cy="1285875"/>
              <a:chOff x="953" y="2784"/>
              <a:chExt cx="1253" cy="810"/>
            </a:xfrm>
          </p:grpSpPr>
          <p:sp>
            <p:nvSpPr>
              <p:cNvPr id="51227" name="AutoShape 104">
                <a:extLst>
                  <a:ext uri="{FF2B5EF4-FFF2-40B4-BE49-F238E27FC236}">
                    <a16:creationId xmlns:a16="http://schemas.microsoft.com/office/drawing/2014/main" id="{09B98949-0A79-C66B-5794-2B9C3FFBD0BA}"/>
                  </a:ext>
                </a:extLst>
              </p:cNvPr>
              <p:cNvSpPr>
                <a:spLocks noChangeArrowheads="1"/>
              </p:cNvSpPr>
              <p:nvPr/>
            </p:nvSpPr>
            <p:spPr bwMode="auto">
              <a:xfrm>
                <a:off x="1040" y="2784"/>
                <a:ext cx="1091" cy="81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1228" name="Text Box 105">
                <a:extLst>
                  <a:ext uri="{FF2B5EF4-FFF2-40B4-BE49-F238E27FC236}">
                    <a16:creationId xmlns:a16="http://schemas.microsoft.com/office/drawing/2014/main" id="{F672BA16-9D75-C7D0-A3E0-A4EA0C2D9B45}"/>
                  </a:ext>
                </a:extLst>
              </p:cNvPr>
              <p:cNvSpPr txBox="1">
                <a:spLocks noChangeArrowheads="1"/>
              </p:cNvSpPr>
              <p:nvPr/>
            </p:nvSpPr>
            <p:spPr bwMode="auto">
              <a:xfrm>
                <a:off x="953" y="2980"/>
                <a:ext cx="1253" cy="600"/>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a:solidFill>
                      <a:schemeClr val="tx1"/>
                    </a:solidFill>
                    <a:latin typeface="Times New Roman" panose="02020603050405020304" pitchFamily="18" charset="0"/>
                  </a:rPr>
                  <a:t>*Student Number</a:t>
                </a:r>
              </a:p>
              <a:p>
                <a:pPr algn="ctr"/>
                <a:r>
                  <a:rPr lang="en-GB" altLang="en-US" sz="1400">
                    <a:solidFill>
                      <a:schemeClr val="tx1"/>
                    </a:solidFill>
                    <a:latin typeface="Times New Roman" panose="02020603050405020304" pitchFamily="18" charset="0"/>
                  </a:rPr>
                  <a:t>Student Name</a:t>
                </a:r>
              </a:p>
              <a:p>
                <a:pPr algn="ctr"/>
                <a:r>
                  <a:rPr lang="en-GB" altLang="en-US" sz="1400">
                    <a:solidFill>
                      <a:schemeClr val="tx1"/>
                    </a:solidFill>
                    <a:latin typeface="Times New Roman" panose="02020603050405020304" pitchFamily="18" charset="0"/>
                  </a:rPr>
                  <a:t>#Course Code</a:t>
                </a:r>
                <a:endParaRPr lang="en-GB" altLang="en-US" sz="1200">
                  <a:solidFill>
                    <a:schemeClr val="tx1"/>
                  </a:solidFill>
                  <a:latin typeface="Times New Roman" panose="02020603050405020304" pitchFamily="18" charset="0"/>
                </a:endParaRPr>
              </a:p>
            </p:txBody>
          </p:sp>
          <p:sp>
            <p:nvSpPr>
              <p:cNvPr id="51229" name="Text Box 117">
                <a:extLst>
                  <a:ext uri="{FF2B5EF4-FFF2-40B4-BE49-F238E27FC236}">
                    <a16:creationId xmlns:a16="http://schemas.microsoft.com/office/drawing/2014/main" id="{B4CD2329-FE15-12E0-D0C6-DC0E7DAB1A40}"/>
                  </a:ext>
                </a:extLst>
              </p:cNvPr>
              <p:cNvSpPr txBox="1">
                <a:spLocks noChangeArrowheads="1"/>
              </p:cNvSpPr>
              <p:nvPr/>
            </p:nvSpPr>
            <p:spPr bwMode="auto">
              <a:xfrm>
                <a:off x="1142" y="2822"/>
                <a:ext cx="913" cy="188"/>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STUDENT</a:t>
                </a:r>
              </a:p>
            </p:txBody>
          </p:sp>
          <p:sp>
            <p:nvSpPr>
              <p:cNvPr id="51230" name="Line 121">
                <a:extLst>
                  <a:ext uri="{FF2B5EF4-FFF2-40B4-BE49-F238E27FC236}">
                    <a16:creationId xmlns:a16="http://schemas.microsoft.com/office/drawing/2014/main" id="{44EFFD94-3CE8-D955-B1EA-BC2FAFBBD07C}"/>
                  </a:ext>
                </a:extLst>
              </p:cNvPr>
              <p:cNvSpPr>
                <a:spLocks noChangeShapeType="1"/>
              </p:cNvSpPr>
              <p:nvPr/>
            </p:nvSpPr>
            <p:spPr bwMode="auto">
              <a:xfrm>
                <a:off x="1040" y="2968"/>
                <a:ext cx="10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51212" name="Group 123">
              <a:extLst>
                <a:ext uri="{FF2B5EF4-FFF2-40B4-BE49-F238E27FC236}">
                  <a16:creationId xmlns:a16="http://schemas.microsoft.com/office/drawing/2014/main" id="{5849DA8C-E556-53CA-0670-B1701C5DCAE1}"/>
                </a:ext>
              </a:extLst>
            </p:cNvPr>
            <p:cNvGrpSpPr>
              <a:grpSpLocks/>
            </p:cNvGrpSpPr>
            <p:nvPr/>
          </p:nvGrpSpPr>
          <p:grpSpPr bwMode="auto">
            <a:xfrm>
              <a:off x="5072064" y="4406900"/>
              <a:ext cx="1752600" cy="1285875"/>
              <a:chOff x="3195" y="2776"/>
              <a:chExt cx="1104" cy="810"/>
            </a:xfrm>
          </p:grpSpPr>
          <p:sp>
            <p:nvSpPr>
              <p:cNvPr id="51223" name="AutoShape 108">
                <a:extLst>
                  <a:ext uri="{FF2B5EF4-FFF2-40B4-BE49-F238E27FC236}">
                    <a16:creationId xmlns:a16="http://schemas.microsoft.com/office/drawing/2014/main" id="{B30B6652-A250-6358-3A52-BACD83814923}"/>
                  </a:ext>
                </a:extLst>
              </p:cNvPr>
              <p:cNvSpPr>
                <a:spLocks noChangeArrowheads="1"/>
              </p:cNvSpPr>
              <p:nvPr/>
            </p:nvSpPr>
            <p:spPr bwMode="auto">
              <a:xfrm>
                <a:off x="3208" y="2776"/>
                <a:ext cx="1091" cy="81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1224" name="Text Box 109">
                <a:extLst>
                  <a:ext uri="{FF2B5EF4-FFF2-40B4-BE49-F238E27FC236}">
                    <a16:creationId xmlns:a16="http://schemas.microsoft.com/office/drawing/2014/main" id="{DBBDB8F1-5211-2349-4765-2113F72F27D0}"/>
                  </a:ext>
                </a:extLst>
              </p:cNvPr>
              <p:cNvSpPr txBox="1">
                <a:spLocks noChangeArrowheads="1"/>
              </p:cNvSpPr>
              <p:nvPr/>
            </p:nvSpPr>
            <p:spPr bwMode="auto">
              <a:xfrm>
                <a:off x="3195" y="3004"/>
                <a:ext cx="1084" cy="35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a:solidFill>
                      <a:schemeClr val="tx1"/>
                    </a:solidFill>
                    <a:latin typeface="Times New Roman" panose="02020603050405020304" pitchFamily="18" charset="0"/>
                  </a:rPr>
                  <a:t>*Course Code</a:t>
                </a:r>
              </a:p>
              <a:p>
                <a:pPr algn="ctr"/>
                <a:r>
                  <a:rPr lang="en-GB" altLang="en-US" sz="1400">
                    <a:solidFill>
                      <a:schemeClr val="tx1"/>
                    </a:solidFill>
                    <a:latin typeface="Times New Roman" panose="02020603050405020304" pitchFamily="18" charset="0"/>
                  </a:rPr>
                  <a:t>Course Title</a:t>
                </a:r>
              </a:p>
            </p:txBody>
          </p:sp>
          <p:sp>
            <p:nvSpPr>
              <p:cNvPr id="51225" name="Text Box 118">
                <a:extLst>
                  <a:ext uri="{FF2B5EF4-FFF2-40B4-BE49-F238E27FC236}">
                    <a16:creationId xmlns:a16="http://schemas.microsoft.com/office/drawing/2014/main" id="{0F6BDAC9-54BC-0F8F-9CB0-FA3095D9CB6F}"/>
                  </a:ext>
                </a:extLst>
              </p:cNvPr>
              <p:cNvSpPr txBox="1">
                <a:spLocks noChangeArrowheads="1"/>
              </p:cNvSpPr>
              <p:nvPr/>
            </p:nvSpPr>
            <p:spPr bwMode="auto">
              <a:xfrm>
                <a:off x="3322" y="2812"/>
                <a:ext cx="856" cy="188"/>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COURSE</a:t>
                </a:r>
              </a:p>
            </p:txBody>
          </p:sp>
          <p:sp>
            <p:nvSpPr>
              <p:cNvPr id="51226" name="Line 122">
                <a:extLst>
                  <a:ext uri="{FF2B5EF4-FFF2-40B4-BE49-F238E27FC236}">
                    <a16:creationId xmlns:a16="http://schemas.microsoft.com/office/drawing/2014/main" id="{469DF808-354B-B9D1-F5B8-763E0A7459BF}"/>
                  </a:ext>
                </a:extLst>
              </p:cNvPr>
              <p:cNvSpPr>
                <a:spLocks noChangeShapeType="1"/>
              </p:cNvSpPr>
              <p:nvPr/>
            </p:nvSpPr>
            <p:spPr bwMode="auto">
              <a:xfrm>
                <a:off x="3216" y="2936"/>
                <a:ext cx="10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51213" name="Group 127">
              <a:extLst>
                <a:ext uri="{FF2B5EF4-FFF2-40B4-BE49-F238E27FC236}">
                  <a16:creationId xmlns:a16="http://schemas.microsoft.com/office/drawing/2014/main" id="{76A01A75-17CD-856B-92A6-29A1BADD5B76}"/>
                </a:ext>
              </a:extLst>
            </p:cNvPr>
            <p:cNvGrpSpPr>
              <a:grpSpLocks/>
            </p:cNvGrpSpPr>
            <p:nvPr/>
          </p:nvGrpSpPr>
          <p:grpSpPr bwMode="auto">
            <a:xfrm>
              <a:off x="3378200" y="4870450"/>
              <a:ext cx="1714500" cy="368300"/>
              <a:chOff x="2128" y="3068"/>
              <a:chExt cx="1080" cy="232"/>
            </a:xfrm>
          </p:grpSpPr>
          <p:grpSp>
            <p:nvGrpSpPr>
              <p:cNvPr id="51217" name="Group 113">
                <a:extLst>
                  <a:ext uri="{FF2B5EF4-FFF2-40B4-BE49-F238E27FC236}">
                    <a16:creationId xmlns:a16="http://schemas.microsoft.com/office/drawing/2014/main" id="{22415498-4EC7-1537-31C7-33C8E7D1675C}"/>
                  </a:ext>
                </a:extLst>
              </p:cNvPr>
              <p:cNvGrpSpPr>
                <a:grpSpLocks/>
              </p:cNvGrpSpPr>
              <p:nvPr/>
            </p:nvGrpSpPr>
            <p:grpSpPr bwMode="auto">
              <a:xfrm>
                <a:off x="2128" y="3068"/>
                <a:ext cx="1080" cy="232"/>
                <a:chOff x="2128" y="3068"/>
                <a:chExt cx="1080" cy="232"/>
              </a:xfrm>
            </p:grpSpPr>
            <p:sp>
              <p:nvSpPr>
                <p:cNvPr id="51220" name="Line 110">
                  <a:extLst>
                    <a:ext uri="{FF2B5EF4-FFF2-40B4-BE49-F238E27FC236}">
                      <a16:creationId xmlns:a16="http://schemas.microsoft.com/office/drawing/2014/main" id="{387A93F5-7D50-A6E5-765A-4DFF482BD65E}"/>
                    </a:ext>
                  </a:extLst>
                </p:cNvPr>
                <p:cNvSpPr>
                  <a:spLocks noChangeShapeType="1"/>
                </p:cNvSpPr>
                <p:nvPr/>
              </p:nvSpPr>
              <p:spPr bwMode="auto">
                <a:xfrm flipH="1">
                  <a:off x="2128" y="3168"/>
                  <a:ext cx="10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1221" name="Line 111">
                  <a:extLst>
                    <a:ext uri="{FF2B5EF4-FFF2-40B4-BE49-F238E27FC236}">
                      <a16:creationId xmlns:a16="http://schemas.microsoft.com/office/drawing/2014/main" id="{CFFD8B78-5DA8-A88D-6B49-1D21D81E6BE3}"/>
                    </a:ext>
                  </a:extLst>
                </p:cNvPr>
                <p:cNvSpPr>
                  <a:spLocks noChangeShapeType="1"/>
                </p:cNvSpPr>
                <p:nvPr/>
              </p:nvSpPr>
              <p:spPr bwMode="auto">
                <a:xfrm>
                  <a:off x="2140" y="3068"/>
                  <a:ext cx="124" cy="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1222" name="Line 112">
                  <a:extLst>
                    <a:ext uri="{FF2B5EF4-FFF2-40B4-BE49-F238E27FC236}">
                      <a16:creationId xmlns:a16="http://schemas.microsoft.com/office/drawing/2014/main" id="{D177686E-62B2-C050-F24C-7B3054226FA7}"/>
                    </a:ext>
                  </a:extLst>
                </p:cNvPr>
                <p:cNvSpPr>
                  <a:spLocks noChangeShapeType="1"/>
                </p:cNvSpPr>
                <p:nvPr/>
              </p:nvSpPr>
              <p:spPr bwMode="auto">
                <a:xfrm flipH="1">
                  <a:off x="2132" y="3168"/>
                  <a:ext cx="128" cy="13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51218" name="Line 125">
                <a:extLst>
                  <a:ext uri="{FF2B5EF4-FFF2-40B4-BE49-F238E27FC236}">
                    <a16:creationId xmlns:a16="http://schemas.microsoft.com/office/drawing/2014/main" id="{7466BF3B-06BA-7000-51CA-DC2E20D3E2C5}"/>
                  </a:ext>
                </a:extLst>
              </p:cNvPr>
              <p:cNvSpPr>
                <a:spLocks noChangeShapeType="1"/>
              </p:cNvSpPr>
              <p:nvPr/>
            </p:nvSpPr>
            <p:spPr bwMode="auto">
              <a:xfrm>
                <a:off x="3128" y="3088"/>
                <a:ext cx="0" cy="1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1219" name="Oval 126">
                <a:extLst>
                  <a:ext uri="{FF2B5EF4-FFF2-40B4-BE49-F238E27FC236}">
                    <a16:creationId xmlns:a16="http://schemas.microsoft.com/office/drawing/2014/main" id="{AFAD4A45-EC4B-47BD-2C85-FA72A103C8EF}"/>
                  </a:ext>
                </a:extLst>
              </p:cNvPr>
              <p:cNvSpPr>
                <a:spLocks noChangeArrowheads="1"/>
              </p:cNvSpPr>
              <p:nvPr/>
            </p:nvSpPr>
            <p:spPr bwMode="auto">
              <a:xfrm>
                <a:off x="2264" y="3136"/>
                <a:ext cx="80" cy="72"/>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sp>
          <p:nvSpPr>
            <p:cNvPr id="51214" name="TextBox 61">
              <a:extLst>
                <a:ext uri="{FF2B5EF4-FFF2-40B4-BE49-F238E27FC236}">
                  <a16:creationId xmlns:a16="http://schemas.microsoft.com/office/drawing/2014/main" id="{7896375E-4F0F-5342-1CCD-445886F3CF4E}"/>
                </a:ext>
              </a:extLst>
            </p:cNvPr>
            <p:cNvSpPr txBox="1">
              <a:spLocks noChangeArrowheads="1"/>
            </p:cNvSpPr>
            <p:nvPr/>
          </p:nvSpPr>
          <p:spPr bwMode="auto">
            <a:xfrm>
              <a:off x="3486150" y="5144159"/>
              <a:ext cx="90182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US" altLang="en-US"/>
                <a:t>is registered on</a:t>
              </a:r>
            </a:p>
          </p:txBody>
        </p:sp>
        <p:sp>
          <p:nvSpPr>
            <p:cNvPr id="51215" name="TextBox 62">
              <a:extLst>
                <a:ext uri="{FF2B5EF4-FFF2-40B4-BE49-F238E27FC236}">
                  <a16:creationId xmlns:a16="http://schemas.microsoft.com/office/drawing/2014/main" id="{69EC6F29-3520-C467-21E2-96ED2F903876}"/>
                </a:ext>
              </a:extLst>
            </p:cNvPr>
            <p:cNvSpPr txBox="1">
              <a:spLocks noChangeArrowheads="1"/>
            </p:cNvSpPr>
            <p:nvPr/>
          </p:nvSpPr>
          <p:spPr bwMode="auto">
            <a:xfrm>
              <a:off x="4387975" y="5143249"/>
              <a:ext cx="64055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r"/>
              <a:r>
                <a:rPr lang="en-US" altLang="en-US"/>
                <a:t>has</a:t>
              </a:r>
            </a:p>
          </p:txBody>
        </p:sp>
        <p:sp>
          <p:nvSpPr>
            <p:cNvPr id="51216" name="Line 125">
              <a:extLst>
                <a:ext uri="{FF2B5EF4-FFF2-40B4-BE49-F238E27FC236}">
                  <a16:creationId xmlns:a16="http://schemas.microsoft.com/office/drawing/2014/main" id="{EFDAC7D0-8931-836A-7A87-407ED8073DA4}"/>
                </a:ext>
              </a:extLst>
            </p:cNvPr>
            <p:cNvSpPr>
              <a:spLocks noChangeShapeType="1"/>
            </p:cNvSpPr>
            <p:nvPr/>
          </p:nvSpPr>
          <p:spPr bwMode="auto">
            <a:xfrm>
              <a:off x="4909554" y="4910222"/>
              <a:ext cx="0" cy="292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2" name="Rectangle 1">
            <a:extLst>
              <a:ext uri="{FF2B5EF4-FFF2-40B4-BE49-F238E27FC236}">
                <a16:creationId xmlns:a16="http://schemas.microsoft.com/office/drawing/2014/main" id="{AD6D3832-563C-D065-C786-D74F1D9B6449}"/>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8140"/>
                                        </p:tgtEl>
                                        <p:attrNameLst>
                                          <p:attrName>style.visibility</p:attrName>
                                        </p:attrNameLst>
                                      </p:cBhvr>
                                      <p:to>
                                        <p:strVal val="visible"/>
                                      </p:to>
                                    </p:set>
                                    <p:anim calcmode="lin" valueType="num">
                                      <p:cBhvr additive="base">
                                        <p:cTn id="17" dur="500" fill="hold"/>
                                        <p:tgtEl>
                                          <p:spTgt spid="48140"/>
                                        </p:tgtEl>
                                        <p:attrNameLst>
                                          <p:attrName>ppt_x</p:attrName>
                                        </p:attrNameLst>
                                      </p:cBhvr>
                                      <p:tavLst>
                                        <p:tav tm="0">
                                          <p:val>
                                            <p:strVal val="#ppt_x"/>
                                          </p:val>
                                        </p:tav>
                                        <p:tav tm="100000">
                                          <p:val>
                                            <p:strVal val="#ppt_x"/>
                                          </p:val>
                                        </p:tav>
                                      </p:tavLst>
                                    </p:anim>
                                    <p:anim calcmode="lin" valueType="num">
                                      <p:cBhvr additive="base">
                                        <p:cTn id="18" dur="500" fill="hold"/>
                                        <p:tgtEl>
                                          <p:spTgt spid="48140"/>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8141"/>
                                        </p:tgtEl>
                                        <p:attrNameLst>
                                          <p:attrName>style.visibility</p:attrName>
                                        </p:attrNameLst>
                                      </p:cBhvr>
                                      <p:to>
                                        <p:strVal val="visible"/>
                                      </p:to>
                                    </p:set>
                                    <p:anim calcmode="lin" valueType="num">
                                      <p:cBhvr additive="base">
                                        <p:cTn id="21" dur="500" fill="hold"/>
                                        <p:tgtEl>
                                          <p:spTgt spid="48141"/>
                                        </p:tgtEl>
                                        <p:attrNameLst>
                                          <p:attrName>ppt_x</p:attrName>
                                        </p:attrNameLst>
                                      </p:cBhvr>
                                      <p:tavLst>
                                        <p:tav tm="0">
                                          <p:val>
                                            <p:strVal val="#ppt_x"/>
                                          </p:val>
                                        </p:tav>
                                        <p:tav tm="100000">
                                          <p:val>
                                            <p:strVal val="#ppt_x"/>
                                          </p:val>
                                        </p:tav>
                                      </p:tavLst>
                                    </p:anim>
                                    <p:anim calcmode="lin" valueType="num">
                                      <p:cBhvr additive="base">
                                        <p:cTn id="22" dur="500" fill="hold"/>
                                        <p:tgtEl>
                                          <p:spTgt spid="48141"/>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2" fill="hold" nodeType="clickEffect">
                                  <p:stCondLst>
                                    <p:cond delay="0"/>
                                  </p:stCondLst>
                                  <p:childTnLst>
                                    <p:set>
                                      <p:cBhvr>
                                        <p:cTn id="26" dur="1" fill="hold">
                                          <p:stCondLst>
                                            <p:cond delay="0"/>
                                          </p:stCondLst>
                                        </p:cTn>
                                        <p:tgtEl>
                                          <p:spTgt spid="56"/>
                                        </p:tgtEl>
                                        <p:attrNameLst>
                                          <p:attrName>style.visibility</p:attrName>
                                        </p:attrNameLst>
                                      </p:cBhvr>
                                      <p:to>
                                        <p:strVal val="visible"/>
                                      </p:to>
                                    </p:set>
                                    <p:animEffect transition="in" filter="wipe(right)">
                                      <p:cBhvr>
                                        <p:cTn id="27" dur="500"/>
                                        <p:tgtEl>
                                          <p:spTgt spid="56"/>
                                        </p:tgtEl>
                                      </p:cBhvr>
                                    </p:animEffect>
                                  </p:childTnLst>
                                </p:cTn>
                              </p:par>
                            </p:childTnLst>
                          </p:cTn>
                        </p:par>
                        <p:par>
                          <p:cTn id="28" fill="hold" nodeType="afterGroup">
                            <p:stCondLst>
                              <p:cond delay="500"/>
                            </p:stCondLst>
                            <p:childTnLst>
                              <p:par>
                                <p:cTn id="29" presetID="1" presetClass="entr" presetSubtype="0"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par>
                          <p:cTn id="31" fill="hold" nodeType="afterGroup">
                            <p:stCondLst>
                              <p:cond delay="500"/>
                            </p:stCondLst>
                            <p:childTnLst>
                              <p:par>
                                <p:cTn id="32" presetID="1" presetClass="entr" presetSubtype="0" fill="hold" grpId="0" nodeType="afterEffect">
                                  <p:stCondLst>
                                    <p:cond delay="0"/>
                                  </p:stCondLst>
                                  <p:childTnLst>
                                    <p:set>
                                      <p:cBhvr>
                                        <p:cTn id="33" dur="1" fill="hold">
                                          <p:stCondLst>
                                            <p:cond delay="0"/>
                                          </p:stCondLst>
                                        </p:cTn>
                                        <p:tgtEl>
                                          <p:spTgt spid="41"/>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48142"/>
                                        </p:tgtEl>
                                        <p:attrNameLst>
                                          <p:attrName>style.visibility</p:attrName>
                                        </p:attrNameLst>
                                      </p:cBhvr>
                                      <p:to>
                                        <p:strVal val="visible"/>
                                      </p:to>
                                    </p:set>
                                    <p:anim calcmode="lin" valueType="num">
                                      <p:cBhvr additive="base">
                                        <p:cTn id="38" dur="500" fill="hold"/>
                                        <p:tgtEl>
                                          <p:spTgt spid="48142"/>
                                        </p:tgtEl>
                                        <p:attrNameLst>
                                          <p:attrName>ppt_x</p:attrName>
                                        </p:attrNameLst>
                                      </p:cBhvr>
                                      <p:tavLst>
                                        <p:tav tm="0">
                                          <p:val>
                                            <p:strVal val="#ppt_x"/>
                                          </p:val>
                                        </p:tav>
                                        <p:tav tm="100000">
                                          <p:val>
                                            <p:strVal val="#ppt_x"/>
                                          </p:val>
                                        </p:tav>
                                      </p:tavLst>
                                    </p:anim>
                                    <p:anim calcmode="lin" valueType="num">
                                      <p:cBhvr additive="base">
                                        <p:cTn id="39" dur="500" fill="hold"/>
                                        <p:tgtEl>
                                          <p:spTgt spid="481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40" grpId="0"/>
      <p:bldP spid="48141" grpId="0"/>
      <p:bldP spid="48142" grpId="0"/>
      <p:bldP spid="6" grpId="0"/>
      <p:bldP spid="4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B624F024-EABF-D26B-3114-73630FD08BE1}"/>
              </a:ext>
            </a:extLst>
          </p:cNvPr>
          <p:cNvSpPr>
            <a:spLocks noGrp="1" noChangeArrowheads="1"/>
          </p:cNvSpPr>
          <p:nvPr>
            <p:ph type="title"/>
          </p:nvPr>
        </p:nvSpPr>
        <p:spPr/>
        <p:txBody>
          <a:bodyPr/>
          <a:lstStyle/>
          <a:p>
            <a:pPr eaLnBrk="1" hangingPunct="1"/>
            <a:r>
              <a:rPr lang="en-GB" altLang="en-US" b="1"/>
              <a:t>Student Activity #4</a:t>
            </a:r>
          </a:p>
        </p:txBody>
      </p:sp>
      <p:sp>
        <p:nvSpPr>
          <p:cNvPr id="49155" name="Rectangle 3">
            <a:extLst>
              <a:ext uri="{FF2B5EF4-FFF2-40B4-BE49-F238E27FC236}">
                <a16:creationId xmlns:a16="http://schemas.microsoft.com/office/drawing/2014/main" id="{DC69CC9F-5F73-CCB6-0F22-9AB612D5A970}"/>
              </a:ext>
            </a:extLst>
          </p:cNvPr>
          <p:cNvSpPr>
            <a:spLocks noGrp="1" noChangeArrowheads="1"/>
          </p:cNvSpPr>
          <p:nvPr>
            <p:ph idx="1"/>
          </p:nvPr>
        </p:nvSpPr>
        <p:spPr>
          <a:xfrm>
            <a:off x="381000" y="1447800"/>
            <a:ext cx="8305800" cy="4610100"/>
          </a:xfrm>
        </p:spPr>
        <p:txBody>
          <a:bodyPr/>
          <a:lstStyle/>
          <a:p>
            <a:pPr marL="0" indent="0" eaLnBrk="1" hangingPunct="1">
              <a:buFontTx/>
              <a:buNone/>
              <a:defRPr/>
            </a:pPr>
            <a:r>
              <a:rPr lang="en-US" altLang="en-US" sz="2400" dirty="0"/>
              <a:t>Draw the ERD, with primary key and foreign key for the following entities:</a:t>
            </a:r>
          </a:p>
          <a:p>
            <a:pPr marL="0" indent="0" eaLnBrk="1" hangingPunct="1">
              <a:buFont typeface="Wingdings" pitchFamily="2" charset="2"/>
              <a:buNone/>
              <a:defRPr/>
            </a:pPr>
            <a:r>
              <a:rPr lang="en-GB" altLang="en-US" sz="2000" dirty="0"/>
              <a:t>a) - Customer</a:t>
            </a:r>
          </a:p>
          <a:p>
            <a:pPr lvl="2" eaLnBrk="1" hangingPunct="1">
              <a:buFontTx/>
              <a:buChar char="-"/>
              <a:defRPr/>
            </a:pPr>
            <a:r>
              <a:rPr lang="en-GB" altLang="en-US" sz="2000" dirty="0">
                <a:ea typeface="+mn-ea"/>
                <a:cs typeface="+mn-cs"/>
              </a:rPr>
              <a:t>Order</a:t>
            </a:r>
          </a:p>
          <a:p>
            <a:pPr marL="0" indent="0" eaLnBrk="1" hangingPunct="1">
              <a:buFontTx/>
              <a:buNone/>
              <a:defRPr/>
            </a:pPr>
            <a:endParaRPr lang="en-GB" altLang="en-US" sz="2000" dirty="0"/>
          </a:p>
          <a:p>
            <a:pPr marL="0" indent="0" eaLnBrk="1" hangingPunct="1">
              <a:buFont typeface="Wingdings" pitchFamily="2" charset="2"/>
              <a:buNone/>
              <a:defRPr/>
            </a:pPr>
            <a:r>
              <a:rPr lang="en-GB" altLang="en-US" sz="2000" dirty="0"/>
              <a:t>b) - Borrower</a:t>
            </a:r>
          </a:p>
          <a:p>
            <a:pPr marL="344488" indent="0" eaLnBrk="1" hangingPunct="1">
              <a:buFontTx/>
              <a:buChar char="-"/>
              <a:defRPr/>
            </a:pPr>
            <a:r>
              <a:rPr lang="en-GB" altLang="en-US" sz="2000" dirty="0"/>
              <a:t> Loan</a:t>
            </a:r>
          </a:p>
          <a:p>
            <a:pPr marL="0" indent="0" eaLnBrk="1" hangingPunct="1">
              <a:buFontTx/>
              <a:buNone/>
              <a:defRPr/>
            </a:pPr>
            <a:endParaRPr lang="en-GB" altLang="en-US" sz="2000" dirty="0"/>
          </a:p>
          <a:p>
            <a:pPr marL="0" indent="0" eaLnBrk="1" hangingPunct="1">
              <a:buFontTx/>
              <a:buNone/>
              <a:defRPr/>
            </a:pPr>
            <a:r>
              <a:rPr lang="en-GB" altLang="en-US" sz="2000" b="1" dirty="0">
                <a:solidFill>
                  <a:srgbClr val="C04C73"/>
                </a:solidFill>
              </a:rPr>
              <a:t>Can you see how the cardinality is influenced by the keys?</a:t>
            </a:r>
            <a:endParaRPr lang="en-US" altLang="en-US" sz="2000" b="1" dirty="0">
              <a:solidFill>
                <a:srgbClr val="C04C73"/>
              </a:solidFill>
            </a:endParaRPr>
          </a:p>
        </p:txBody>
      </p:sp>
      <p:sp>
        <p:nvSpPr>
          <p:cNvPr id="2" name="Rectangle 1">
            <a:extLst>
              <a:ext uri="{FF2B5EF4-FFF2-40B4-BE49-F238E27FC236}">
                <a16:creationId xmlns:a16="http://schemas.microsoft.com/office/drawing/2014/main" id="{DF111246-FAC5-D4F5-62C4-00895E75F051}"/>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ABE0E94F-9C8D-2068-EC18-9A0FC09E6052}"/>
              </a:ext>
            </a:extLst>
          </p:cNvPr>
          <p:cNvSpPr>
            <a:spLocks noGrp="1" noChangeArrowheads="1"/>
          </p:cNvSpPr>
          <p:nvPr>
            <p:ph type="title"/>
          </p:nvPr>
        </p:nvSpPr>
        <p:spPr>
          <a:xfrm>
            <a:off x="381000" y="381000"/>
            <a:ext cx="8305800" cy="584200"/>
          </a:xfrm>
        </p:spPr>
        <p:txBody>
          <a:bodyPr/>
          <a:lstStyle/>
          <a:p>
            <a:pPr eaLnBrk="1" hangingPunct="1"/>
            <a:r>
              <a:rPr lang="en-GB" altLang="en-US" b="1"/>
              <a:t>many-to-many (m:n)</a:t>
            </a:r>
          </a:p>
        </p:txBody>
      </p:sp>
      <p:sp>
        <p:nvSpPr>
          <p:cNvPr id="1009667" name="Rectangle 3">
            <a:extLst>
              <a:ext uri="{FF2B5EF4-FFF2-40B4-BE49-F238E27FC236}">
                <a16:creationId xmlns:a16="http://schemas.microsoft.com/office/drawing/2014/main" id="{8EEECE2F-EE32-4897-90F9-0ED150199D03}"/>
              </a:ext>
            </a:extLst>
          </p:cNvPr>
          <p:cNvSpPr>
            <a:spLocks noGrp="1" noChangeArrowheads="1"/>
          </p:cNvSpPr>
          <p:nvPr>
            <p:ph type="body" sz="half" idx="2"/>
          </p:nvPr>
        </p:nvSpPr>
        <p:spPr>
          <a:xfrm>
            <a:off x="4648200" y="1981200"/>
            <a:ext cx="3810000" cy="2781300"/>
          </a:xfrm>
        </p:spPr>
        <p:txBody>
          <a:bodyPr/>
          <a:lstStyle/>
          <a:p>
            <a:pPr marL="342900" indent="-342900" eaLnBrk="1" hangingPunct="1">
              <a:buClr>
                <a:schemeClr val="tx1"/>
              </a:buClr>
              <a:buSzPct val="80000"/>
              <a:buFont typeface="Monotype Sorts" pitchFamily="2" charset="2"/>
              <a:buChar char="u"/>
            </a:pPr>
            <a:r>
              <a:rPr lang="en-GB" altLang="en-US"/>
              <a:t>Many instances of an entity are associated with many instances of another entity </a:t>
            </a:r>
            <a:endParaRPr lang="en-GB" altLang="en-US" i="1"/>
          </a:p>
          <a:p>
            <a:pPr marL="342900" indent="-342900" eaLnBrk="1" hangingPunct="1">
              <a:buClr>
                <a:schemeClr val="tx1"/>
              </a:buClr>
              <a:buSzPct val="80000"/>
              <a:buFont typeface="Monotype Sorts" pitchFamily="2" charset="2"/>
              <a:buChar char="u"/>
            </a:pPr>
            <a:r>
              <a:rPr lang="en-GB" altLang="en-US"/>
              <a:t>Very common when first analysing business data</a:t>
            </a:r>
          </a:p>
          <a:p>
            <a:pPr marL="342900" indent="-342900" eaLnBrk="1" hangingPunct="1">
              <a:buClr>
                <a:schemeClr val="tx1"/>
              </a:buClr>
              <a:buSzPct val="80000"/>
              <a:buFont typeface="Monotype Sorts" pitchFamily="2" charset="2"/>
              <a:buChar char="u"/>
            </a:pPr>
            <a:r>
              <a:rPr lang="en-GB" altLang="en-US"/>
              <a:t>Such relationships </a:t>
            </a:r>
            <a:r>
              <a:rPr lang="en-GB" altLang="en-US" b="1"/>
              <a:t>ALWAYS</a:t>
            </a:r>
            <a:r>
              <a:rPr lang="en-GB" altLang="en-US"/>
              <a:t> imply that an entity is missing</a:t>
            </a:r>
          </a:p>
        </p:txBody>
      </p:sp>
      <p:grpSp>
        <p:nvGrpSpPr>
          <p:cNvPr id="1009695" name="Group 31">
            <a:extLst>
              <a:ext uri="{FF2B5EF4-FFF2-40B4-BE49-F238E27FC236}">
                <a16:creationId xmlns:a16="http://schemas.microsoft.com/office/drawing/2014/main" id="{05A4FE96-66B7-6B45-B5D5-73FE67D90AC5}"/>
              </a:ext>
            </a:extLst>
          </p:cNvPr>
          <p:cNvGrpSpPr>
            <a:grpSpLocks/>
          </p:cNvGrpSpPr>
          <p:nvPr/>
        </p:nvGrpSpPr>
        <p:grpSpPr bwMode="auto">
          <a:xfrm>
            <a:off x="2032000" y="2514600"/>
            <a:ext cx="869950" cy="1752600"/>
            <a:chOff x="1280" y="1584"/>
            <a:chExt cx="548" cy="1104"/>
          </a:xfrm>
        </p:grpSpPr>
        <p:grpSp>
          <p:nvGrpSpPr>
            <p:cNvPr id="53263" name="Group 12">
              <a:extLst>
                <a:ext uri="{FF2B5EF4-FFF2-40B4-BE49-F238E27FC236}">
                  <a16:creationId xmlns:a16="http://schemas.microsoft.com/office/drawing/2014/main" id="{4E027DBA-8813-2173-CAAF-B18D68DA1A40}"/>
                </a:ext>
              </a:extLst>
            </p:cNvPr>
            <p:cNvGrpSpPr>
              <a:grpSpLocks/>
            </p:cNvGrpSpPr>
            <p:nvPr/>
          </p:nvGrpSpPr>
          <p:grpSpPr bwMode="auto">
            <a:xfrm>
              <a:off x="1280" y="1584"/>
              <a:ext cx="548" cy="1104"/>
              <a:chOff x="1260" y="2012"/>
              <a:chExt cx="548" cy="1104"/>
            </a:xfrm>
          </p:grpSpPr>
          <p:sp>
            <p:nvSpPr>
              <p:cNvPr id="53266" name="Text Box 13">
                <a:extLst>
                  <a:ext uri="{FF2B5EF4-FFF2-40B4-BE49-F238E27FC236}">
                    <a16:creationId xmlns:a16="http://schemas.microsoft.com/office/drawing/2014/main" id="{148B1BB1-E51C-C81A-E177-AAB1A2D11A52}"/>
                  </a:ext>
                </a:extLst>
              </p:cNvPr>
              <p:cNvSpPr txBox="1">
                <a:spLocks noChangeArrowheads="1"/>
              </p:cNvSpPr>
              <p:nvPr/>
            </p:nvSpPr>
            <p:spPr bwMode="auto">
              <a:xfrm rot="15347">
                <a:off x="1570" y="2028"/>
                <a:ext cx="238" cy="231"/>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800" b="1">
                    <a:solidFill>
                      <a:schemeClr val="tx1"/>
                    </a:solidFill>
                    <a:latin typeface="Times New Roman" panose="02020603050405020304" pitchFamily="18" charset="0"/>
                  </a:rPr>
                  <a:t>m</a:t>
                </a:r>
              </a:p>
            </p:txBody>
          </p:sp>
          <p:sp>
            <p:nvSpPr>
              <p:cNvPr id="53267" name="Line 14">
                <a:extLst>
                  <a:ext uri="{FF2B5EF4-FFF2-40B4-BE49-F238E27FC236}">
                    <a16:creationId xmlns:a16="http://schemas.microsoft.com/office/drawing/2014/main" id="{F1939E81-3561-675A-3D37-CAB1655373AA}"/>
                  </a:ext>
                </a:extLst>
              </p:cNvPr>
              <p:cNvSpPr>
                <a:spLocks noChangeShapeType="1"/>
              </p:cNvSpPr>
              <p:nvPr/>
            </p:nvSpPr>
            <p:spPr bwMode="auto">
              <a:xfrm flipH="1" flipV="1">
                <a:off x="1404" y="2016"/>
                <a:ext cx="0" cy="10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3268" name="Line 15">
                <a:extLst>
                  <a:ext uri="{FF2B5EF4-FFF2-40B4-BE49-F238E27FC236}">
                    <a16:creationId xmlns:a16="http://schemas.microsoft.com/office/drawing/2014/main" id="{D16057F6-EF3F-98A2-A86D-C6D803D00FC3}"/>
                  </a:ext>
                </a:extLst>
              </p:cNvPr>
              <p:cNvSpPr>
                <a:spLocks noChangeShapeType="1"/>
              </p:cNvSpPr>
              <p:nvPr/>
            </p:nvSpPr>
            <p:spPr bwMode="auto">
              <a:xfrm flipV="1">
                <a:off x="1292" y="2896"/>
                <a:ext cx="112" cy="2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3269" name="Line 16">
                <a:extLst>
                  <a:ext uri="{FF2B5EF4-FFF2-40B4-BE49-F238E27FC236}">
                    <a16:creationId xmlns:a16="http://schemas.microsoft.com/office/drawing/2014/main" id="{4EF7150F-5224-619A-4A99-24F2564CB5BD}"/>
                  </a:ext>
                </a:extLst>
              </p:cNvPr>
              <p:cNvSpPr>
                <a:spLocks noChangeShapeType="1"/>
              </p:cNvSpPr>
              <p:nvPr/>
            </p:nvSpPr>
            <p:spPr bwMode="auto">
              <a:xfrm flipH="1" flipV="1">
                <a:off x="1408" y="2900"/>
                <a:ext cx="96" cy="2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3270" name="Text Box 17">
                <a:extLst>
                  <a:ext uri="{FF2B5EF4-FFF2-40B4-BE49-F238E27FC236}">
                    <a16:creationId xmlns:a16="http://schemas.microsoft.com/office/drawing/2014/main" id="{8CF255A2-8322-2428-004A-5790C509ACD7}"/>
                  </a:ext>
                </a:extLst>
              </p:cNvPr>
              <p:cNvSpPr txBox="1">
                <a:spLocks noChangeArrowheads="1"/>
              </p:cNvSpPr>
              <p:nvPr/>
            </p:nvSpPr>
            <p:spPr bwMode="auto">
              <a:xfrm rot="15347">
                <a:off x="1590" y="2860"/>
                <a:ext cx="218" cy="231"/>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800" b="1">
                    <a:solidFill>
                      <a:schemeClr val="tx1"/>
                    </a:solidFill>
                    <a:latin typeface="Times New Roman" panose="02020603050405020304" pitchFamily="18" charset="0"/>
                  </a:rPr>
                  <a:t>n</a:t>
                </a:r>
              </a:p>
            </p:txBody>
          </p:sp>
          <p:sp>
            <p:nvSpPr>
              <p:cNvPr id="53271" name="Line 18">
                <a:extLst>
                  <a:ext uri="{FF2B5EF4-FFF2-40B4-BE49-F238E27FC236}">
                    <a16:creationId xmlns:a16="http://schemas.microsoft.com/office/drawing/2014/main" id="{BD018081-7A77-2489-8B15-29AE8C2FC47C}"/>
                  </a:ext>
                </a:extLst>
              </p:cNvPr>
              <p:cNvSpPr>
                <a:spLocks noChangeShapeType="1"/>
              </p:cNvSpPr>
              <p:nvPr/>
            </p:nvSpPr>
            <p:spPr bwMode="auto">
              <a:xfrm>
                <a:off x="1260" y="2012"/>
                <a:ext cx="148" cy="2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3272" name="Line 19">
                <a:extLst>
                  <a:ext uri="{FF2B5EF4-FFF2-40B4-BE49-F238E27FC236}">
                    <a16:creationId xmlns:a16="http://schemas.microsoft.com/office/drawing/2014/main" id="{5D9AB2DA-8A09-0DA4-1681-11D33BB8FB47}"/>
                  </a:ext>
                </a:extLst>
              </p:cNvPr>
              <p:cNvSpPr>
                <a:spLocks noChangeShapeType="1"/>
              </p:cNvSpPr>
              <p:nvPr/>
            </p:nvSpPr>
            <p:spPr bwMode="auto">
              <a:xfrm flipV="1">
                <a:off x="1404" y="2012"/>
                <a:ext cx="112" cy="2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grpSp>
        <p:sp>
          <p:nvSpPr>
            <p:cNvPr id="53264" name="Oval 21">
              <a:extLst>
                <a:ext uri="{FF2B5EF4-FFF2-40B4-BE49-F238E27FC236}">
                  <a16:creationId xmlns:a16="http://schemas.microsoft.com/office/drawing/2014/main" id="{8ABE7F35-D2A8-19F1-AF8A-75BA88096767}"/>
                </a:ext>
              </a:extLst>
            </p:cNvPr>
            <p:cNvSpPr>
              <a:spLocks noChangeArrowheads="1"/>
            </p:cNvSpPr>
            <p:nvPr/>
          </p:nvSpPr>
          <p:spPr bwMode="auto">
            <a:xfrm>
              <a:off x="1384" y="1808"/>
              <a:ext cx="80" cy="72"/>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3265" name="Oval 24">
              <a:extLst>
                <a:ext uri="{FF2B5EF4-FFF2-40B4-BE49-F238E27FC236}">
                  <a16:creationId xmlns:a16="http://schemas.microsoft.com/office/drawing/2014/main" id="{77F6A01C-F1BE-304D-8306-6E9135DD7C2C}"/>
                </a:ext>
              </a:extLst>
            </p:cNvPr>
            <p:cNvSpPr>
              <a:spLocks noChangeArrowheads="1"/>
            </p:cNvSpPr>
            <p:nvPr/>
          </p:nvSpPr>
          <p:spPr bwMode="auto">
            <a:xfrm>
              <a:off x="1384" y="2432"/>
              <a:ext cx="80" cy="72"/>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grpSp>
        <p:nvGrpSpPr>
          <p:cNvPr id="1009693" name="Group 29">
            <a:extLst>
              <a:ext uri="{FF2B5EF4-FFF2-40B4-BE49-F238E27FC236}">
                <a16:creationId xmlns:a16="http://schemas.microsoft.com/office/drawing/2014/main" id="{41D4F5B8-CA3C-2786-8753-47CF8B58621E}"/>
              </a:ext>
            </a:extLst>
          </p:cNvPr>
          <p:cNvGrpSpPr>
            <a:grpSpLocks/>
          </p:cNvGrpSpPr>
          <p:nvPr/>
        </p:nvGrpSpPr>
        <p:grpSpPr bwMode="auto">
          <a:xfrm>
            <a:off x="1590675" y="1627188"/>
            <a:ext cx="1412875" cy="944562"/>
            <a:chOff x="1002" y="1025"/>
            <a:chExt cx="890" cy="595"/>
          </a:xfrm>
        </p:grpSpPr>
        <p:sp>
          <p:nvSpPr>
            <p:cNvPr id="53259" name="AutoShape 5">
              <a:extLst>
                <a:ext uri="{FF2B5EF4-FFF2-40B4-BE49-F238E27FC236}">
                  <a16:creationId xmlns:a16="http://schemas.microsoft.com/office/drawing/2014/main" id="{71C5CF95-0374-B47E-6702-6CC9664EFAF0}"/>
                </a:ext>
              </a:extLst>
            </p:cNvPr>
            <p:cNvSpPr>
              <a:spLocks noChangeArrowheads="1"/>
            </p:cNvSpPr>
            <p:nvPr/>
          </p:nvSpPr>
          <p:spPr bwMode="auto">
            <a:xfrm>
              <a:off x="1076" y="1060"/>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3260" name="AutoShape 6">
              <a:extLst>
                <a:ext uri="{FF2B5EF4-FFF2-40B4-BE49-F238E27FC236}">
                  <a16:creationId xmlns:a16="http://schemas.microsoft.com/office/drawing/2014/main" id="{7CDBF761-41BF-9CB0-4A0A-11E7A2C4EDEF}"/>
                </a:ext>
              </a:extLst>
            </p:cNvPr>
            <p:cNvSpPr>
              <a:spLocks noChangeArrowheads="1"/>
            </p:cNvSpPr>
            <p:nvPr/>
          </p:nvSpPr>
          <p:spPr bwMode="auto">
            <a:xfrm>
              <a:off x="1036" y="1028"/>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3261" name="Line 25">
              <a:extLst>
                <a:ext uri="{FF2B5EF4-FFF2-40B4-BE49-F238E27FC236}">
                  <a16:creationId xmlns:a16="http://schemas.microsoft.com/office/drawing/2014/main" id="{E214E8B5-6101-0484-537B-759D6153CFFB}"/>
                </a:ext>
              </a:extLst>
            </p:cNvPr>
            <p:cNvSpPr>
              <a:spLocks noChangeShapeType="1"/>
            </p:cNvSpPr>
            <p:nvPr/>
          </p:nvSpPr>
          <p:spPr bwMode="auto">
            <a:xfrm>
              <a:off x="1040" y="1224"/>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3262" name="Text Box 26">
              <a:extLst>
                <a:ext uri="{FF2B5EF4-FFF2-40B4-BE49-F238E27FC236}">
                  <a16:creationId xmlns:a16="http://schemas.microsoft.com/office/drawing/2014/main" id="{C0804991-3FF3-2843-62BD-E7B6731DC4C0}"/>
                </a:ext>
              </a:extLst>
            </p:cNvPr>
            <p:cNvSpPr txBox="1">
              <a:spLocks noChangeArrowheads="1"/>
            </p:cNvSpPr>
            <p:nvPr/>
          </p:nvSpPr>
          <p:spPr bwMode="auto">
            <a:xfrm>
              <a:off x="1002" y="1025"/>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ENTITY X</a:t>
              </a:r>
              <a:endParaRPr lang="en-GB" altLang="en-US" sz="1200" b="1">
                <a:solidFill>
                  <a:schemeClr val="tx1"/>
                </a:solidFill>
                <a:latin typeface="Times New Roman" panose="02020603050405020304" pitchFamily="18" charset="0"/>
              </a:endParaRPr>
            </a:p>
          </p:txBody>
        </p:sp>
      </p:grpSp>
      <p:grpSp>
        <p:nvGrpSpPr>
          <p:cNvPr id="1009694" name="Group 30">
            <a:extLst>
              <a:ext uri="{FF2B5EF4-FFF2-40B4-BE49-F238E27FC236}">
                <a16:creationId xmlns:a16="http://schemas.microsoft.com/office/drawing/2014/main" id="{B3E53B1D-CC88-A5E2-A2E5-5518093049C3}"/>
              </a:ext>
            </a:extLst>
          </p:cNvPr>
          <p:cNvGrpSpPr>
            <a:grpSpLocks/>
          </p:cNvGrpSpPr>
          <p:nvPr/>
        </p:nvGrpSpPr>
        <p:grpSpPr bwMode="auto">
          <a:xfrm>
            <a:off x="1565275" y="4268788"/>
            <a:ext cx="1425575" cy="944562"/>
            <a:chOff x="986" y="2689"/>
            <a:chExt cx="898" cy="595"/>
          </a:xfrm>
        </p:grpSpPr>
        <p:sp>
          <p:nvSpPr>
            <p:cNvPr id="53255" name="AutoShape 9">
              <a:extLst>
                <a:ext uri="{FF2B5EF4-FFF2-40B4-BE49-F238E27FC236}">
                  <a16:creationId xmlns:a16="http://schemas.microsoft.com/office/drawing/2014/main" id="{E48E19F2-83E0-7773-D2E3-B9EF62C29C6A}"/>
                </a:ext>
              </a:extLst>
            </p:cNvPr>
            <p:cNvSpPr>
              <a:spLocks noChangeArrowheads="1"/>
            </p:cNvSpPr>
            <p:nvPr/>
          </p:nvSpPr>
          <p:spPr bwMode="auto">
            <a:xfrm>
              <a:off x="1068" y="2724"/>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3256" name="AutoShape 10">
              <a:extLst>
                <a:ext uri="{FF2B5EF4-FFF2-40B4-BE49-F238E27FC236}">
                  <a16:creationId xmlns:a16="http://schemas.microsoft.com/office/drawing/2014/main" id="{ADF48A44-7FBF-139A-AEC9-66CF0B40E4A5}"/>
                </a:ext>
              </a:extLst>
            </p:cNvPr>
            <p:cNvSpPr>
              <a:spLocks noChangeArrowheads="1"/>
            </p:cNvSpPr>
            <p:nvPr/>
          </p:nvSpPr>
          <p:spPr bwMode="auto">
            <a:xfrm>
              <a:off x="1028" y="2692"/>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3257" name="Line 27">
              <a:extLst>
                <a:ext uri="{FF2B5EF4-FFF2-40B4-BE49-F238E27FC236}">
                  <a16:creationId xmlns:a16="http://schemas.microsoft.com/office/drawing/2014/main" id="{2972A147-A8E2-7CBB-C940-23F662A1CFA9}"/>
                </a:ext>
              </a:extLst>
            </p:cNvPr>
            <p:cNvSpPr>
              <a:spLocks noChangeShapeType="1"/>
            </p:cNvSpPr>
            <p:nvPr/>
          </p:nvSpPr>
          <p:spPr bwMode="auto">
            <a:xfrm>
              <a:off x="1024" y="2888"/>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3258" name="Text Box 28">
              <a:extLst>
                <a:ext uri="{FF2B5EF4-FFF2-40B4-BE49-F238E27FC236}">
                  <a16:creationId xmlns:a16="http://schemas.microsoft.com/office/drawing/2014/main" id="{3921949E-6376-0B94-9F83-DBF47ADF9103}"/>
                </a:ext>
              </a:extLst>
            </p:cNvPr>
            <p:cNvSpPr txBox="1">
              <a:spLocks noChangeArrowheads="1"/>
            </p:cNvSpPr>
            <p:nvPr/>
          </p:nvSpPr>
          <p:spPr bwMode="auto">
            <a:xfrm>
              <a:off x="986" y="2689"/>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ENTITY Y</a:t>
              </a:r>
              <a:endParaRPr lang="en-GB" altLang="en-US" sz="1200" b="1">
                <a:solidFill>
                  <a:schemeClr val="tx1"/>
                </a:solidFill>
                <a:latin typeface="Times New Roman" panose="02020603050405020304" pitchFamily="18" charset="0"/>
              </a:endParaRPr>
            </a:p>
          </p:txBody>
        </p:sp>
      </p:grpSp>
      <p:sp>
        <p:nvSpPr>
          <p:cNvPr id="2" name="Rectangle 1">
            <a:extLst>
              <a:ext uri="{FF2B5EF4-FFF2-40B4-BE49-F238E27FC236}">
                <a16:creationId xmlns:a16="http://schemas.microsoft.com/office/drawing/2014/main" id="{EC9611F3-69AB-6CE0-2249-01FAF6CE3DF3}"/>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009693"/>
                                        </p:tgtEl>
                                        <p:attrNameLst>
                                          <p:attrName>style.visibility</p:attrName>
                                        </p:attrNameLst>
                                      </p:cBhvr>
                                      <p:to>
                                        <p:strVal val="visible"/>
                                      </p:to>
                                    </p:set>
                                    <p:animEffect transition="in" filter="fade">
                                      <p:cBhvr>
                                        <p:cTn id="7" dur="2000"/>
                                        <p:tgtEl>
                                          <p:spTgt spid="1009693"/>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1009694"/>
                                        </p:tgtEl>
                                        <p:attrNameLst>
                                          <p:attrName>style.visibility</p:attrName>
                                        </p:attrNameLst>
                                      </p:cBhvr>
                                      <p:to>
                                        <p:strVal val="visible"/>
                                      </p:to>
                                    </p:set>
                                    <p:animEffect transition="in" filter="fade">
                                      <p:cBhvr>
                                        <p:cTn id="11" dur="2000"/>
                                        <p:tgtEl>
                                          <p:spTgt spid="100969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1009695"/>
                                        </p:tgtEl>
                                        <p:attrNameLst>
                                          <p:attrName>style.visibility</p:attrName>
                                        </p:attrNameLst>
                                      </p:cBhvr>
                                      <p:to>
                                        <p:strVal val="visible"/>
                                      </p:to>
                                    </p:set>
                                    <p:animEffect transition="in" filter="wipe(up)">
                                      <p:cBhvr>
                                        <p:cTn id="16" dur="500"/>
                                        <p:tgtEl>
                                          <p:spTgt spid="100969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1009667">
                                            <p:txEl>
                                              <p:pRg st="0" end="0"/>
                                            </p:txEl>
                                          </p:spTgt>
                                        </p:tgtEl>
                                        <p:attrNameLst>
                                          <p:attrName>style.visibility</p:attrName>
                                        </p:attrNameLst>
                                      </p:cBhvr>
                                      <p:to>
                                        <p:strVal val="visible"/>
                                      </p:to>
                                    </p:set>
                                    <p:anim calcmode="discrete" valueType="clr">
                                      <p:cBhvr override="childStyle">
                                        <p:cTn id="21" dur="80"/>
                                        <p:tgtEl>
                                          <p:spTgt spid="100966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1009667">
                                            <p:txEl>
                                              <p:pRg st="0" end="0"/>
                                            </p:txEl>
                                          </p:spTgt>
                                        </p:tgtEl>
                                        <p:attrNameLst>
                                          <p:attrName>fillcolor</p:attrName>
                                        </p:attrNameLst>
                                      </p:cBhvr>
                                      <p:tavLst>
                                        <p:tav tm="0">
                                          <p:val>
                                            <p:clrVal>
                                              <a:schemeClr val="accent2"/>
                                            </p:clrVal>
                                          </p:val>
                                        </p:tav>
                                        <p:tav tm="50000">
                                          <p:val>
                                            <p:clrVal>
                                              <a:schemeClr val="hlink"/>
                                            </p:clrVal>
                                          </p:val>
                                        </p:tav>
                                      </p:tavLst>
                                    </p:anim>
                                    <p:set>
                                      <p:cBhvr>
                                        <p:cTn id="23" dur="80"/>
                                        <p:tgtEl>
                                          <p:spTgt spid="1009667">
                                            <p:txEl>
                                              <p:pRg st="0" end="0"/>
                                            </p:txEl>
                                          </p:spTgt>
                                        </p:tgtEl>
                                        <p:attrNameLst>
                                          <p:attrName>fill.type</p:attrName>
                                        </p:attrNameLst>
                                      </p:cBhvr>
                                      <p:to>
                                        <p:strVal val="solid"/>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27" presetClass="entr" presetSubtype="0" fill="hold" grpId="0" nodeType="clickEffect">
                                  <p:stCondLst>
                                    <p:cond delay="0"/>
                                  </p:stCondLst>
                                  <p:iterate type="lt">
                                    <p:tmPct val="50000"/>
                                  </p:iterate>
                                  <p:childTnLst>
                                    <p:set>
                                      <p:cBhvr>
                                        <p:cTn id="27" dur="1" fill="hold">
                                          <p:stCondLst>
                                            <p:cond delay="0"/>
                                          </p:stCondLst>
                                        </p:cTn>
                                        <p:tgtEl>
                                          <p:spTgt spid="1009667">
                                            <p:txEl>
                                              <p:pRg st="1" end="1"/>
                                            </p:txEl>
                                          </p:spTgt>
                                        </p:tgtEl>
                                        <p:attrNameLst>
                                          <p:attrName>style.visibility</p:attrName>
                                        </p:attrNameLst>
                                      </p:cBhvr>
                                      <p:to>
                                        <p:strVal val="visible"/>
                                      </p:to>
                                    </p:set>
                                    <p:anim calcmode="discrete" valueType="clr">
                                      <p:cBhvr override="childStyle">
                                        <p:cTn id="28" dur="80"/>
                                        <p:tgtEl>
                                          <p:spTgt spid="1009667">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1009667">
                                            <p:txEl>
                                              <p:pRg st="1" end="1"/>
                                            </p:txEl>
                                          </p:spTgt>
                                        </p:tgtEl>
                                        <p:attrNameLst>
                                          <p:attrName>fillcolor</p:attrName>
                                        </p:attrNameLst>
                                      </p:cBhvr>
                                      <p:tavLst>
                                        <p:tav tm="0">
                                          <p:val>
                                            <p:clrVal>
                                              <a:schemeClr val="accent2"/>
                                            </p:clrVal>
                                          </p:val>
                                        </p:tav>
                                        <p:tav tm="50000">
                                          <p:val>
                                            <p:clrVal>
                                              <a:schemeClr val="hlink"/>
                                            </p:clrVal>
                                          </p:val>
                                        </p:tav>
                                      </p:tavLst>
                                    </p:anim>
                                    <p:set>
                                      <p:cBhvr>
                                        <p:cTn id="30" dur="80"/>
                                        <p:tgtEl>
                                          <p:spTgt spid="1009667">
                                            <p:txEl>
                                              <p:pRg st="1" end="1"/>
                                            </p:txEl>
                                          </p:spTgt>
                                        </p:tgtEl>
                                        <p:attrNameLst>
                                          <p:attrName>fill.type</p:attrName>
                                        </p:attrNameLst>
                                      </p:cBhvr>
                                      <p:to>
                                        <p:strVal val="solid"/>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7" presetClass="entr" presetSubtype="0" fill="hold" grpId="0" nodeType="clickEffect">
                                  <p:stCondLst>
                                    <p:cond delay="0"/>
                                  </p:stCondLst>
                                  <p:iterate type="lt">
                                    <p:tmPct val="50000"/>
                                  </p:iterate>
                                  <p:childTnLst>
                                    <p:set>
                                      <p:cBhvr>
                                        <p:cTn id="34" dur="1" fill="hold">
                                          <p:stCondLst>
                                            <p:cond delay="0"/>
                                          </p:stCondLst>
                                        </p:cTn>
                                        <p:tgtEl>
                                          <p:spTgt spid="1009667">
                                            <p:txEl>
                                              <p:pRg st="2" end="2"/>
                                            </p:txEl>
                                          </p:spTgt>
                                        </p:tgtEl>
                                        <p:attrNameLst>
                                          <p:attrName>style.visibility</p:attrName>
                                        </p:attrNameLst>
                                      </p:cBhvr>
                                      <p:to>
                                        <p:strVal val="visible"/>
                                      </p:to>
                                    </p:set>
                                    <p:anim calcmode="discrete" valueType="clr">
                                      <p:cBhvr override="childStyle">
                                        <p:cTn id="35" dur="80"/>
                                        <p:tgtEl>
                                          <p:spTgt spid="1009667">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6" dur="80"/>
                                        <p:tgtEl>
                                          <p:spTgt spid="1009667">
                                            <p:txEl>
                                              <p:pRg st="2" end="2"/>
                                            </p:txEl>
                                          </p:spTgt>
                                        </p:tgtEl>
                                        <p:attrNameLst>
                                          <p:attrName>fillcolor</p:attrName>
                                        </p:attrNameLst>
                                      </p:cBhvr>
                                      <p:tavLst>
                                        <p:tav tm="0">
                                          <p:val>
                                            <p:clrVal>
                                              <a:schemeClr val="accent2"/>
                                            </p:clrVal>
                                          </p:val>
                                        </p:tav>
                                        <p:tav tm="50000">
                                          <p:val>
                                            <p:clrVal>
                                              <a:schemeClr val="hlink"/>
                                            </p:clrVal>
                                          </p:val>
                                        </p:tav>
                                      </p:tavLst>
                                    </p:anim>
                                    <p:set>
                                      <p:cBhvr>
                                        <p:cTn id="37" dur="80"/>
                                        <p:tgtEl>
                                          <p:spTgt spid="1009667">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9667"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B6142F54-53C8-55F9-C903-D8DAB2133AED}"/>
              </a:ext>
            </a:extLst>
          </p:cNvPr>
          <p:cNvSpPr>
            <a:spLocks noGrp="1" noChangeArrowheads="1"/>
          </p:cNvSpPr>
          <p:nvPr>
            <p:ph type="title"/>
          </p:nvPr>
        </p:nvSpPr>
        <p:spPr/>
        <p:txBody>
          <a:bodyPr/>
          <a:lstStyle/>
          <a:p>
            <a:pPr eaLnBrk="1" hangingPunct="1"/>
            <a:r>
              <a:rPr lang="en-GB" altLang="en-US" b="1"/>
              <a:t>m:n Relationships Require Link Entities</a:t>
            </a:r>
          </a:p>
        </p:txBody>
      </p:sp>
      <p:sp>
        <p:nvSpPr>
          <p:cNvPr id="1011715" name="Rectangle 3">
            <a:extLst>
              <a:ext uri="{FF2B5EF4-FFF2-40B4-BE49-F238E27FC236}">
                <a16:creationId xmlns:a16="http://schemas.microsoft.com/office/drawing/2014/main" id="{17ABB646-D87E-8628-9B8A-7E4DDE6D0510}"/>
              </a:ext>
            </a:extLst>
          </p:cNvPr>
          <p:cNvSpPr>
            <a:spLocks noGrp="1" noChangeArrowheads="1"/>
          </p:cNvSpPr>
          <p:nvPr>
            <p:ph type="body" sz="half" idx="2"/>
          </p:nvPr>
        </p:nvSpPr>
        <p:spPr>
          <a:xfrm>
            <a:off x="4648200" y="1335088"/>
            <a:ext cx="3810000" cy="4524375"/>
          </a:xfrm>
        </p:spPr>
        <p:txBody>
          <a:bodyPr/>
          <a:lstStyle/>
          <a:p>
            <a:pPr marL="342900" indent="-342900" eaLnBrk="1" hangingPunct="1">
              <a:buClr>
                <a:schemeClr val="tx1"/>
              </a:buClr>
              <a:buSzPct val="80000"/>
              <a:buFont typeface="Monotype Sorts" pitchFamily="2" charset="2"/>
              <a:buChar char="u"/>
              <a:defRPr/>
            </a:pPr>
            <a:r>
              <a:rPr lang="en-GB" altLang="en-US" sz="2000" b="1" dirty="0"/>
              <a:t>Scenario </a:t>
            </a:r>
          </a:p>
          <a:p>
            <a:pPr marL="742950" lvl="1" indent="-285750" eaLnBrk="1" hangingPunct="1">
              <a:buClr>
                <a:schemeClr val="tx1"/>
              </a:buClr>
              <a:buSzPct val="80000"/>
              <a:buFont typeface="Wingdings" pitchFamily="2" charset="2"/>
              <a:buChar char="Ø"/>
              <a:defRPr/>
            </a:pPr>
            <a:r>
              <a:rPr lang="en-GB" altLang="en-US" sz="2000" dirty="0"/>
              <a:t>A doctors’ practice has many doctors and a doctor can have appointments with a number of patients. A patient could have an appointment with more than one doctor.</a:t>
            </a:r>
          </a:p>
          <a:p>
            <a:pPr marL="742950" lvl="1" indent="-285750" eaLnBrk="1" hangingPunct="1">
              <a:buClr>
                <a:schemeClr val="tx1"/>
              </a:buClr>
              <a:buSzPct val="80000"/>
              <a:buFont typeface="Wingdings" pitchFamily="2" charset="2"/>
              <a:buChar char="Ø"/>
              <a:defRPr/>
            </a:pPr>
            <a:endParaRPr lang="en-GB" altLang="en-US" sz="2000" i="1" dirty="0"/>
          </a:p>
          <a:p>
            <a:pPr marL="342900" indent="-342900" eaLnBrk="1" hangingPunct="1">
              <a:buClr>
                <a:schemeClr val="tx1"/>
              </a:buClr>
              <a:buSzPct val="80000"/>
              <a:buFont typeface="Monotype Sorts" pitchFamily="2" charset="2"/>
              <a:buChar char="u"/>
              <a:defRPr/>
            </a:pPr>
            <a:r>
              <a:rPr lang="en-GB" altLang="en-US" sz="2000" dirty="0"/>
              <a:t>What is missing in the ERD? </a:t>
            </a:r>
          </a:p>
          <a:p>
            <a:pPr marL="533400" lvl="1" indent="-342900" eaLnBrk="1" hangingPunct="1">
              <a:buClr>
                <a:schemeClr val="tx1"/>
              </a:buClr>
              <a:buSzPct val="80000"/>
              <a:buFont typeface="Monotype Sorts" pitchFamily="2" charset="2"/>
              <a:buChar char="u"/>
              <a:defRPr/>
            </a:pPr>
            <a:r>
              <a:rPr lang="en-GB" altLang="en-US" sz="1700" dirty="0">
                <a:solidFill>
                  <a:srgbClr val="FD0F0F"/>
                </a:solidFill>
              </a:rPr>
              <a:t>A bridge/link table is needed</a:t>
            </a:r>
          </a:p>
        </p:txBody>
      </p:sp>
      <p:sp>
        <p:nvSpPr>
          <p:cNvPr id="54276" name="Text Box 13">
            <a:extLst>
              <a:ext uri="{FF2B5EF4-FFF2-40B4-BE49-F238E27FC236}">
                <a16:creationId xmlns:a16="http://schemas.microsoft.com/office/drawing/2014/main" id="{CAF0F4C9-6758-D57F-7E7E-DBB5296023B9}"/>
              </a:ext>
            </a:extLst>
          </p:cNvPr>
          <p:cNvSpPr txBox="1">
            <a:spLocks noChangeArrowheads="1"/>
          </p:cNvSpPr>
          <p:nvPr/>
        </p:nvSpPr>
        <p:spPr bwMode="auto">
          <a:xfrm rot="15347">
            <a:off x="2082800" y="2609850"/>
            <a:ext cx="1101725" cy="517525"/>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may have appt with</a:t>
            </a:r>
          </a:p>
        </p:txBody>
      </p:sp>
      <p:sp>
        <p:nvSpPr>
          <p:cNvPr id="54277" name="Text Box 19">
            <a:extLst>
              <a:ext uri="{FF2B5EF4-FFF2-40B4-BE49-F238E27FC236}">
                <a16:creationId xmlns:a16="http://schemas.microsoft.com/office/drawing/2014/main" id="{F49CCB7A-5616-DF85-9AE0-C782B8FCB95C}"/>
              </a:ext>
            </a:extLst>
          </p:cNvPr>
          <p:cNvSpPr txBox="1">
            <a:spLocks noChangeArrowheads="1"/>
          </p:cNvSpPr>
          <p:nvPr/>
        </p:nvSpPr>
        <p:spPr bwMode="auto">
          <a:xfrm rot="15347">
            <a:off x="2070100" y="3829050"/>
            <a:ext cx="1101725" cy="517525"/>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may have appt with</a:t>
            </a:r>
          </a:p>
        </p:txBody>
      </p:sp>
      <p:sp>
        <p:nvSpPr>
          <p:cNvPr id="54278" name="AutoShape 28">
            <a:extLst>
              <a:ext uri="{FF2B5EF4-FFF2-40B4-BE49-F238E27FC236}">
                <a16:creationId xmlns:a16="http://schemas.microsoft.com/office/drawing/2014/main" id="{2F3D595A-8C04-506A-7592-DD9598C7630F}"/>
              </a:ext>
            </a:extLst>
          </p:cNvPr>
          <p:cNvSpPr>
            <a:spLocks noChangeArrowheads="1"/>
          </p:cNvSpPr>
          <p:nvPr/>
        </p:nvSpPr>
        <p:spPr bwMode="auto">
          <a:xfrm>
            <a:off x="1276350" y="1758950"/>
            <a:ext cx="1295400" cy="88900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4279" name="AutoShape 29">
            <a:extLst>
              <a:ext uri="{FF2B5EF4-FFF2-40B4-BE49-F238E27FC236}">
                <a16:creationId xmlns:a16="http://schemas.microsoft.com/office/drawing/2014/main" id="{F658D538-799F-6E90-D5AE-FA57DAE4672A}"/>
              </a:ext>
            </a:extLst>
          </p:cNvPr>
          <p:cNvSpPr>
            <a:spLocks noChangeArrowheads="1"/>
          </p:cNvSpPr>
          <p:nvPr/>
        </p:nvSpPr>
        <p:spPr bwMode="auto">
          <a:xfrm>
            <a:off x="1212850" y="1708150"/>
            <a:ext cx="1295400" cy="889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4280" name="AutoShape 30">
            <a:extLst>
              <a:ext uri="{FF2B5EF4-FFF2-40B4-BE49-F238E27FC236}">
                <a16:creationId xmlns:a16="http://schemas.microsoft.com/office/drawing/2014/main" id="{264D79A8-8F14-3A3A-8A5C-3ADE1E9F2F91}"/>
              </a:ext>
            </a:extLst>
          </p:cNvPr>
          <p:cNvSpPr>
            <a:spLocks noChangeArrowheads="1"/>
          </p:cNvSpPr>
          <p:nvPr/>
        </p:nvSpPr>
        <p:spPr bwMode="auto">
          <a:xfrm>
            <a:off x="1263650" y="4400550"/>
            <a:ext cx="1295400" cy="88900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4281" name="AutoShape 31">
            <a:extLst>
              <a:ext uri="{FF2B5EF4-FFF2-40B4-BE49-F238E27FC236}">
                <a16:creationId xmlns:a16="http://schemas.microsoft.com/office/drawing/2014/main" id="{61CDF71D-719A-6BDA-B724-2BE99409484B}"/>
              </a:ext>
            </a:extLst>
          </p:cNvPr>
          <p:cNvSpPr>
            <a:spLocks noChangeArrowheads="1"/>
          </p:cNvSpPr>
          <p:nvPr/>
        </p:nvSpPr>
        <p:spPr bwMode="auto">
          <a:xfrm>
            <a:off x="1200150" y="4349750"/>
            <a:ext cx="1295400" cy="889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4282" name="Line 34">
            <a:extLst>
              <a:ext uri="{FF2B5EF4-FFF2-40B4-BE49-F238E27FC236}">
                <a16:creationId xmlns:a16="http://schemas.microsoft.com/office/drawing/2014/main" id="{40F89371-7A68-E5A5-2EF1-EB5A11EF166B}"/>
              </a:ext>
            </a:extLst>
          </p:cNvPr>
          <p:cNvSpPr>
            <a:spLocks noChangeShapeType="1"/>
          </p:cNvSpPr>
          <p:nvPr/>
        </p:nvSpPr>
        <p:spPr bwMode="auto">
          <a:xfrm flipH="1" flipV="1">
            <a:off x="1828800" y="2597150"/>
            <a:ext cx="0" cy="1739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4283" name="Line 35">
            <a:extLst>
              <a:ext uri="{FF2B5EF4-FFF2-40B4-BE49-F238E27FC236}">
                <a16:creationId xmlns:a16="http://schemas.microsoft.com/office/drawing/2014/main" id="{5C4A401A-55E7-DA83-688E-AA789F48B981}"/>
              </a:ext>
            </a:extLst>
          </p:cNvPr>
          <p:cNvSpPr>
            <a:spLocks noChangeShapeType="1"/>
          </p:cNvSpPr>
          <p:nvPr/>
        </p:nvSpPr>
        <p:spPr bwMode="auto">
          <a:xfrm flipV="1">
            <a:off x="1651000" y="3994150"/>
            <a:ext cx="177800" cy="349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4284" name="Line 36">
            <a:extLst>
              <a:ext uri="{FF2B5EF4-FFF2-40B4-BE49-F238E27FC236}">
                <a16:creationId xmlns:a16="http://schemas.microsoft.com/office/drawing/2014/main" id="{D59A8216-B050-67D9-CF7A-2284ACEF34DC}"/>
              </a:ext>
            </a:extLst>
          </p:cNvPr>
          <p:cNvSpPr>
            <a:spLocks noChangeShapeType="1"/>
          </p:cNvSpPr>
          <p:nvPr/>
        </p:nvSpPr>
        <p:spPr bwMode="auto">
          <a:xfrm flipH="1" flipV="1">
            <a:off x="1835150" y="4000500"/>
            <a:ext cx="152400" cy="336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4285" name="Line 38">
            <a:extLst>
              <a:ext uri="{FF2B5EF4-FFF2-40B4-BE49-F238E27FC236}">
                <a16:creationId xmlns:a16="http://schemas.microsoft.com/office/drawing/2014/main" id="{E2B846BE-B53A-2CBC-13D4-E60F716920D1}"/>
              </a:ext>
            </a:extLst>
          </p:cNvPr>
          <p:cNvSpPr>
            <a:spLocks noChangeShapeType="1"/>
          </p:cNvSpPr>
          <p:nvPr/>
        </p:nvSpPr>
        <p:spPr bwMode="auto">
          <a:xfrm>
            <a:off x="1600200" y="2590800"/>
            <a:ext cx="234950" cy="342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4286" name="Line 39">
            <a:extLst>
              <a:ext uri="{FF2B5EF4-FFF2-40B4-BE49-F238E27FC236}">
                <a16:creationId xmlns:a16="http://schemas.microsoft.com/office/drawing/2014/main" id="{DAD694D7-3177-8672-6E56-2AB93F119918}"/>
              </a:ext>
            </a:extLst>
          </p:cNvPr>
          <p:cNvSpPr>
            <a:spLocks noChangeShapeType="1"/>
          </p:cNvSpPr>
          <p:nvPr/>
        </p:nvSpPr>
        <p:spPr bwMode="auto">
          <a:xfrm flipV="1">
            <a:off x="1828800" y="2590800"/>
            <a:ext cx="177800" cy="349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4287" name="Oval 41">
            <a:extLst>
              <a:ext uri="{FF2B5EF4-FFF2-40B4-BE49-F238E27FC236}">
                <a16:creationId xmlns:a16="http://schemas.microsoft.com/office/drawing/2014/main" id="{B1DA867D-AE4F-6EDE-A22C-6E707D97ED67}"/>
              </a:ext>
            </a:extLst>
          </p:cNvPr>
          <p:cNvSpPr>
            <a:spLocks noChangeArrowheads="1"/>
          </p:cNvSpPr>
          <p:nvPr/>
        </p:nvSpPr>
        <p:spPr bwMode="auto">
          <a:xfrm>
            <a:off x="1765300" y="3937000"/>
            <a:ext cx="127000" cy="114300"/>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4288" name="Line 42">
            <a:extLst>
              <a:ext uri="{FF2B5EF4-FFF2-40B4-BE49-F238E27FC236}">
                <a16:creationId xmlns:a16="http://schemas.microsoft.com/office/drawing/2014/main" id="{093750D0-82B9-DD21-071C-E27C47037BA3}"/>
              </a:ext>
            </a:extLst>
          </p:cNvPr>
          <p:cNvSpPr>
            <a:spLocks noChangeShapeType="1"/>
          </p:cNvSpPr>
          <p:nvPr/>
        </p:nvSpPr>
        <p:spPr bwMode="auto">
          <a:xfrm>
            <a:off x="1219200" y="2019300"/>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4289" name="Text Box 43">
            <a:extLst>
              <a:ext uri="{FF2B5EF4-FFF2-40B4-BE49-F238E27FC236}">
                <a16:creationId xmlns:a16="http://schemas.microsoft.com/office/drawing/2014/main" id="{D9A5188B-DC98-B564-DB11-C44E6F41111E}"/>
              </a:ext>
            </a:extLst>
          </p:cNvPr>
          <p:cNvSpPr txBox="1">
            <a:spLocks noChangeArrowheads="1"/>
          </p:cNvSpPr>
          <p:nvPr/>
        </p:nvSpPr>
        <p:spPr bwMode="auto">
          <a:xfrm>
            <a:off x="1158875" y="1703388"/>
            <a:ext cx="1389063" cy="32861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DOCTOR</a:t>
            </a:r>
            <a:endParaRPr lang="en-GB" altLang="en-US" sz="1200" b="1">
              <a:solidFill>
                <a:schemeClr val="tx1"/>
              </a:solidFill>
              <a:latin typeface="Times New Roman" panose="02020603050405020304" pitchFamily="18" charset="0"/>
            </a:endParaRPr>
          </a:p>
        </p:txBody>
      </p:sp>
      <p:sp>
        <p:nvSpPr>
          <p:cNvPr id="54290" name="Line 44">
            <a:extLst>
              <a:ext uri="{FF2B5EF4-FFF2-40B4-BE49-F238E27FC236}">
                <a16:creationId xmlns:a16="http://schemas.microsoft.com/office/drawing/2014/main" id="{980A59C8-3BBA-CFC9-DD7B-49E265BFC391}"/>
              </a:ext>
            </a:extLst>
          </p:cNvPr>
          <p:cNvSpPr>
            <a:spLocks noChangeShapeType="1"/>
          </p:cNvSpPr>
          <p:nvPr/>
        </p:nvSpPr>
        <p:spPr bwMode="auto">
          <a:xfrm>
            <a:off x="1193800" y="4660900"/>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4291" name="Text Box 45">
            <a:extLst>
              <a:ext uri="{FF2B5EF4-FFF2-40B4-BE49-F238E27FC236}">
                <a16:creationId xmlns:a16="http://schemas.microsoft.com/office/drawing/2014/main" id="{DBD0DF91-4549-F73B-62CA-17C5252CCFAC}"/>
              </a:ext>
            </a:extLst>
          </p:cNvPr>
          <p:cNvSpPr txBox="1">
            <a:spLocks noChangeArrowheads="1"/>
          </p:cNvSpPr>
          <p:nvPr/>
        </p:nvSpPr>
        <p:spPr bwMode="auto">
          <a:xfrm>
            <a:off x="1133475" y="4344988"/>
            <a:ext cx="1389063" cy="32861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PATIENT</a:t>
            </a:r>
            <a:endParaRPr lang="en-GB" altLang="en-US" sz="1200" b="1">
              <a:solidFill>
                <a:schemeClr val="tx1"/>
              </a:solidFill>
              <a:latin typeface="Times New Roman" panose="02020603050405020304" pitchFamily="18" charset="0"/>
            </a:endParaRPr>
          </a:p>
        </p:txBody>
      </p:sp>
      <p:sp>
        <p:nvSpPr>
          <p:cNvPr id="54292" name="Oval 41">
            <a:extLst>
              <a:ext uri="{FF2B5EF4-FFF2-40B4-BE49-F238E27FC236}">
                <a16:creationId xmlns:a16="http://schemas.microsoft.com/office/drawing/2014/main" id="{88B8E6A9-D6CC-CD77-5D71-2C2A7CF40E65}"/>
              </a:ext>
            </a:extLst>
          </p:cNvPr>
          <p:cNvSpPr>
            <a:spLocks noChangeArrowheads="1"/>
          </p:cNvSpPr>
          <p:nvPr/>
        </p:nvSpPr>
        <p:spPr bwMode="auto">
          <a:xfrm>
            <a:off x="1768475" y="2935288"/>
            <a:ext cx="127000" cy="114300"/>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2" name="Rectangle 1">
            <a:extLst>
              <a:ext uri="{FF2B5EF4-FFF2-40B4-BE49-F238E27FC236}">
                <a16:creationId xmlns:a16="http://schemas.microsoft.com/office/drawing/2014/main" id="{BC437ACB-8C56-FD09-4031-651E6519BCA2}"/>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011715">
                                            <p:txEl>
                                              <p:pRg st="0" end="0"/>
                                            </p:txEl>
                                          </p:spTgt>
                                        </p:tgtEl>
                                        <p:attrNameLst>
                                          <p:attrName>style.visibility</p:attrName>
                                        </p:attrNameLst>
                                      </p:cBhvr>
                                      <p:to>
                                        <p:strVal val="visible"/>
                                      </p:to>
                                    </p:set>
                                    <p:anim calcmode="discrete" valueType="clr">
                                      <p:cBhvr override="childStyle">
                                        <p:cTn id="7" dur="80"/>
                                        <p:tgtEl>
                                          <p:spTgt spid="101171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011715">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1011715">
                                            <p:txEl>
                                              <p:pRg st="0" end="0"/>
                                            </p:txEl>
                                          </p:spTgt>
                                        </p:tgtEl>
                                        <p:attrNameLst>
                                          <p:attrName>fill.type</p:attrName>
                                        </p:attrNameLst>
                                      </p:cBhvr>
                                      <p:to>
                                        <p:strVal val="solid"/>
                                      </p:to>
                                    </p:set>
                                  </p:childTnLst>
                                </p:cTn>
                              </p:par>
                            </p:childTnLst>
                          </p:cTn>
                        </p:par>
                        <p:par>
                          <p:cTn id="10" fill="hold" nodeType="afterGroup">
                            <p:stCondLst>
                              <p:cond delay="360"/>
                            </p:stCondLst>
                            <p:childTnLst>
                              <p:par>
                                <p:cTn id="11" presetID="27" presetClass="entr" presetSubtype="0" fill="hold" grpId="0" nodeType="afterEffect">
                                  <p:stCondLst>
                                    <p:cond delay="0"/>
                                  </p:stCondLst>
                                  <p:iterate type="lt">
                                    <p:tmPct val="50000"/>
                                  </p:iterate>
                                  <p:childTnLst>
                                    <p:set>
                                      <p:cBhvr>
                                        <p:cTn id="12" dur="1" fill="hold">
                                          <p:stCondLst>
                                            <p:cond delay="0"/>
                                          </p:stCondLst>
                                        </p:cTn>
                                        <p:tgtEl>
                                          <p:spTgt spid="1011715">
                                            <p:txEl>
                                              <p:pRg st="1" end="1"/>
                                            </p:txEl>
                                          </p:spTgt>
                                        </p:tgtEl>
                                        <p:attrNameLst>
                                          <p:attrName>style.visibility</p:attrName>
                                        </p:attrNameLst>
                                      </p:cBhvr>
                                      <p:to>
                                        <p:strVal val="visible"/>
                                      </p:to>
                                    </p:set>
                                    <p:anim calcmode="discrete" valueType="clr">
                                      <p:cBhvr override="childStyle">
                                        <p:cTn id="13" dur="80"/>
                                        <p:tgtEl>
                                          <p:spTgt spid="101171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4" dur="80"/>
                                        <p:tgtEl>
                                          <p:spTgt spid="1011715">
                                            <p:txEl>
                                              <p:pRg st="1" end="1"/>
                                            </p:txEl>
                                          </p:spTgt>
                                        </p:tgtEl>
                                        <p:attrNameLst>
                                          <p:attrName>fillcolor</p:attrName>
                                        </p:attrNameLst>
                                      </p:cBhvr>
                                      <p:tavLst>
                                        <p:tav tm="0">
                                          <p:val>
                                            <p:clrVal>
                                              <a:schemeClr val="accent2"/>
                                            </p:clrVal>
                                          </p:val>
                                        </p:tav>
                                        <p:tav tm="50000">
                                          <p:val>
                                            <p:clrVal>
                                              <a:schemeClr val="hlink"/>
                                            </p:clrVal>
                                          </p:val>
                                        </p:tav>
                                      </p:tavLst>
                                    </p:anim>
                                    <p:set>
                                      <p:cBhvr>
                                        <p:cTn id="15" dur="80"/>
                                        <p:tgtEl>
                                          <p:spTgt spid="1011715">
                                            <p:txEl>
                                              <p:pRg st="1" end="1"/>
                                            </p:txEl>
                                          </p:spTgt>
                                        </p:tgtEl>
                                        <p:attrNameLst>
                                          <p:attrName>fill.type</p:attrName>
                                        </p:attrNameLst>
                                      </p:cBhvr>
                                      <p:to>
                                        <p:strVal val="solid"/>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7" presetClass="entr" presetSubtype="0" fill="hold" grpId="0" nodeType="clickEffect">
                                  <p:stCondLst>
                                    <p:cond delay="0"/>
                                  </p:stCondLst>
                                  <p:iterate type="lt">
                                    <p:tmPct val="50000"/>
                                  </p:iterate>
                                  <p:childTnLst>
                                    <p:set>
                                      <p:cBhvr>
                                        <p:cTn id="19" dur="1" fill="hold">
                                          <p:stCondLst>
                                            <p:cond delay="0"/>
                                          </p:stCondLst>
                                        </p:cTn>
                                        <p:tgtEl>
                                          <p:spTgt spid="1011715">
                                            <p:txEl>
                                              <p:pRg st="3" end="3"/>
                                            </p:txEl>
                                          </p:spTgt>
                                        </p:tgtEl>
                                        <p:attrNameLst>
                                          <p:attrName>style.visibility</p:attrName>
                                        </p:attrNameLst>
                                      </p:cBhvr>
                                      <p:to>
                                        <p:strVal val="visible"/>
                                      </p:to>
                                    </p:set>
                                    <p:anim calcmode="discrete" valueType="clr">
                                      <p:cBhvr override="childStyle">
                                        <p:cTn id="20" dur="80"/>
                                        <p:tgtEl>
                                          <p:spTgt spid="1011715">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1" dur="80"/>
                                        <p:tgtEl>
                                          <p:spTgt spid="1011715">
                                            <p:txEl>
                                              <p:pRg st="3" end="3"/>
                                            </p:txEl>
                                          </p:spTgt>
                                        </p:tgtEl>
                                        <p:attrNameLst>
                                          <p:attrName>fillcolor</p:attrName>
                                        </p:attrNameLst>
                                      </p:cBhvr>
                                      <p:tavLst>
                                        <p:tav tm="0">
                                          <p:val>
                                            <p:clrVal>
                                              <a:schemeClr val="accent2"/>
                                            </p:clrVal>
                                          </p:val>
                                        </p:tav>
                                        <p:tav tm="50000">
                                          <p:val>
                                            <p:clrVal>
                                              <a:schemeClr val="hlink"/>
                                            </p:clrVal>
                                          </p:val>
                                        </p:tav>
                                      </p:tavLst>
                                    </p:anim>
                                    <p:set>
                                      <p:cBhvr>
                                        <p:cTn id="22" dur="80"/>
                                        <p:tgtEl>
                                          <p:spTgt spid="1011715">
                                            <p:txEl>
                                              <p:pRg st="3" end="3"/>
                                            </p:txEl>
                                          </p:spTgt>
                                        </p:tgtEl>
                                        <p:attrNameLst>
                                          <p:attrName>fill.type</p:attrName>
                                        </p:attrNameLst>
                                      </p:cBhvr>
                                      <p:to>
                                        <p:strVal val="solid"/>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7" presetClass="entr" presetSubtype="0" fill="hold" grpId="0" nodeType="clickEffect">
                                  <p:stCondLst>
                                    <p:cond delay="0"/>
                                  </p:stCondLst>
                                  <p:iterate type="lt">
                                    <p:tmPct val="50000"/>
                                  </p:iterate>
                                  <p:childTnLst>
                                    <p:set>
                                      <p:cBhvr>
                                        <p:cTn id="26" dur="1" fill="hold">
                                          <p:stCondLst>
                                            <p:cond delay="0"/>
                                          </p:stCondLst>
                                        </p:cTn>
                                        <p:tgtEl>
                                          <p:spTgt spid="1011715">
                                            <p:txEl>
                                              <p:pRg st="4" end="4"/>
                                            </p:txEl>
                                          </p:spTgt>
                                        </p:tgtEl>
                                        <p:attrNameLst>
                                          <p:attrName>style.visibility</p:attrName>
                                        </p:attrNameLst>
                                      </p:cBhvr>
                                      <p:to>
                                        <p:strVal val="visible"/>
                                      </p:to>
                                    </p:set>
                                    <p:anim calcmode="discrete" valueType="clr">
                                      <p:cBhvr override="childStyle">
                                        <p:cTn id="27" dur="80"/>
                                        <p:tgtEl>
                                          <p:spTgt spid="1011715">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8" dur="80"/>
                                        <p:tgtEl>
                                          <p:spTgt spid="1011715">
                                            <p:txEl>
                                              <p:pRg st="4" end="4"/>
                                            </p:txEl>
                                          </p:spTgt>
                                        </p:tgtEl>
                                        <p:attrNameLst>
                                          <p:attrName>fillcolor</p:attrName>
                                        </p:attrNameLst>
                                      </p:cBhvr>
                                      <p:tavLst>
                                        <p:tav tm="0">
                                          <p:val>
                                            <p:clrVal>
                                              <a:schemeClr val="accent2"/>
                                            </p:clrVal>
                                          </p:val>
                                        </p:tav>
                                        <p:tav tm="50000">
                                          <p:val>
                                            <p:clrVal>
                                              <a:schemeClr val="hlink"/>
                                            </p:clrVal>
                                          </p:val>
                                        </p:tav>
                                      </p:tavLst>
                                    </p:anim>
                                    <p:set>
                                      <p:cBhvr>
                                        <p:cTn id="29" dur="80"/>
                                        <p:tgtEl>
                                          <p:spTgt spid="1011715">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1715"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19695B5B-83C2-F108-0CDE-D33055DD5CF3}"/>
              </a:ext>
            </a:extLst>
          </p:cNvPr>
          <p:cNvSpPr>
            <a:spLocks noGrp="1" noChangeArrowheads="1"/>
          </p:cNvSpPr>
          <p:nvPr>
            <p:ph type="title"/>
          </p:nvPr>
        </p:nvSpPr>
        <p:spPr>
          <a:xfrm>
            <a:off x="381000" y="457200"/>
            <a:ext cx="8305800" cy="571500"/>
          </a:xfrm>
        </p:spPr>
        <p:txBody>
          <a:bodyPr/>
          <a:lstStyle/>
          <a:p>
            <a:pPr eaLnBrk="1" hangingPunct="1"/>
            <a:r>
              <a:rPr lang="en-GB" altLang="en-US" b="1"/>
              <a:t>Optionality and Link Entities</a:t>
            </a:r>
          </a:p>
        </p:txBody>
      </p:sp>
      <p:grpSp>
        <p:nvGrpSpPr>
          <p:cNvPr id="1013779" name="Group 19">
            <a:extLst>
              <a:ext uri="{FF2B5EF4-FFF2-40B4-BE49-F238E27FC236}">
                <a16:creationId xmlns:a16="http://schemas.microsoft.com/office/drawing/2014/main" id="{806EC199-DB51-09AB-C1A5-AFE00629BF36}"/>
              </a:ext>
            </a:extLst>
          </p:cNvPr>
          <p:cNvGrpSpPr>
            <a:grpSpLocks/>
          </p:cNvGrpSpPr>
          <p:nvPr/>
        </p:nvGrpSpPr>
        <p:grpSpPr bwMode="auto">
          <a:xfrm>
            <a:off x="3903663" y="1371600"/>
            <a:ext cx="1196975" cy="4124325"/>
            <a:chOff x="2480" y="1314"/>
            <a:chExt cx="754" cy="2598"/>
          </a:xfrm>
        </p:grpSpPr>
        <p:sp>
          <p:nvSpPr>
            <p:cNvPr id="55361" name="Text Box 20">
              <a:extLst>
                <a:ext uri="{FF2B5EF4-FFF2-40B4-BE49-F238E27FC236}">
                  <a16:creationId xmlns:a16="http://schemas.microsoft.com/office/drawing/2014/main" id="{EC05FF84-EB64-9D1A-7367-1339633D17A0}"/>
                </a:ext>
              </a:extLst>
            </p:cNvPr>
            <p:cNvSpPr txBox="1">
              <a:spLocks noChangeArrowheads="1"/>
            </p:cNvSpPr>
            <p:nvPr/>
          </p:nvSpPr>
          <p:spPr bwMode="auto">
            <a:xfrm rot="15347">
              <a:off x="2480" y="2512"/>
              <a:ext cx="694" cy="326"/>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r"/>
              <a:r>
                <a:rPr lang="en-GB" altLang="en-US" sz="1400" b="1">
                  <a:solidFill>
                    <a:schemeClr val="tx1"/>
                  </a:solidFill>
                  <a:latin typeface="Times New Roman" panose="02020603050405020304" pitchFamily="18" charset="0"/>
                </a:rPr>
                <a:t>Child/ Details</a:t>
              </a:r>
            </a:p>
          </p:txBody>
        </p:sp>
        <p:sp>
          <p:nvSpPr>
            <p:cNvPr id="55362" name="Text Box 21">
              <a:extLst>
                <a:ext uri="{FF2B5EF4-FFF2-40B4-BE49-F238E27FC236}">
                  <a16:creationId xmlns:a16="http://schemas.microsoft.com/office/drawing/2014/main" id="{650950AB-75D5-00FE-77EC-BA7EEA8CF4FF}"/>
                </a:ext>
              </a:extLst>
            </p:cNvPr>
            <p:cNvSpPr txBox="1">
              <a:spLocks noChangeArrowheads="1"/>
            </p:cNvSpPr>
            <p:nvPr/>
          </p:nvSpPr>
          <p:spPr bwMode="auto">
            <a:xfrm rot="15347">
              <a:off x="2488" y="1314"/>
              <a:ext cx="694" cy="326"/>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r"/>
              <a:r>
                <a:rPr lang="en-GB" altLang="en-US" sz="1400" b="1">
                  <a:solidFill>
                    <a:schemeClr val="tx1"/>
                  </a:solidFill>
                  <a:latin typeface="Times New Roman" panose="02020603050405020304" pitchFamily="18" charset="0"/>
                </a:rPr>
                <a:t>Parent/ Master</a:t>
              </a:r>
            </a:p>
          </p:txBody>
        </p:sp>
        <p:sp>
          <p:nvSpPr>
            <p:cNvPr id="55363" name="Text Box 22">
              <a:extLst>
                <a:ext uri="{FF2B5EF4-FFF2-40B4-BE49-F238E27FC236}">
                  <a16:creationId xmlns:a16="http://schemas.microsoft.com/office/drawing/2014/main" id="{96425A1D-4CB3-0E8A-1392-769F26AEAC6C}"/>
                </a:ext>
              </a:extLst>
            </p:cNvPr>
            <p:cNvSpPr txBox="1">
              <a:spLocks noChangeArrowheads="1"/>
            </p:cNvSpPr>
            <p:nvPr/>
          </p:nvSpPr>
          <p:spPr bwMode="auto">
            <a:xfrm rot="15347">
              <a:off x="2540" y="3586"/>
              <a:ext cx="694" cy="326"/>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r"/>
              <a:r>
                <a:rPr lang="en-GB" altLang="en-US" sz="1400" b="1">
                  <a:solidFill>
                    <a:schemeClr val="tx1"/>
                  </a:solidFill>
                  <a:latin typeface="Times New Roman" panose="02020603050405020304" pitchFamily="18" charset="0"/>
                </a:rPr>
                <a:t>Parent/ Master</a:t>
              </a:r>
            </a:p>
          </p:txBody>
        </p:sp>
      </p:grpSp>
      <p:grpSp>
        <p:nvGrpSpPr>
          <p:cNvPr id="1013857" name="Group 97">
            <a:extLst>
              <a:ext uri="{FF2B5EF4-FFF2-40B4-BE49-F238E27FC236}">
                <a16:creationId xmlns:a16="http://schemas.microsoft.com/office/drawing/2014/main" id="{3BB64FFB-E903-EFEF-0F03-0282E8405884}"/>
              </a:ext>
            </a:extLst>
          </p:cNvPr>
          <p:cNvGrpSpPr>
            <a:grpSpLocks/>
          </p:cNvGrpSpPr>
          <p:nvPr/>
        </p:nvGrpSpPr>
        <p:grpSpPr bwMode="auto">
          <a:xfrm>
            <a:off x="1441450" y="1728788"/>
            <a:ext cx="2051050" cy="3586162"/>
            <a:chOff x="908" y="1089"/>
            <a:chExt cx="1292" cy="2259"/>
          </a:xfrm>
        </p:grpSpPr>
        <p:sp>
          <p:nvSpPr>
            <p:cNvPr id="55344" name="Text Box 64">
              <a:extLst>
                <a:ext uri="{FF2B5EF4-FFF2-40B4-BE49-F238E27FC236}">
                  <a16:creationId xmlns:a16="http://schemas.microsoft.com/office/drawing/2014/main" id="{73C932A0-9B32-1440-A390-10E7F5BBD575}"/>
                </a:ext>
              </a:extLst>
            </p:cNvPr>
            <p:cNvSpPr txBox="1">
              <a:spLocks noChangeArrowheads="1"/>
            </p:cNvSpPr>
            <p:nvPr/>
          </p:nvSpPr>
          <p:spPr bwMode="auto">
            <a:xfrm rot="15347">
              <a:off x="1506" y="1660"/>
              <a:ext cx="694" cy="326"/>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may have appt with</a:t>
              </a:r>
            </a:p>
          </p:txBody>
        </p:sp>
        <p:sp>
          <p:nvSpPr>
            <p:cNvPr id="55345" name="Text Box 65">
              <a:extLst>
                <a:ext uri="{FF2B5EF4-FFF2-40B4-BE49-F238E27FC236}">
                  <a16:creationId xmlns:a16="http://schemas.microsoft.com/office/drawing/2014/main" id="{A9D9408B-60F1-5AC8-5500-93B72CD1D407}"/>
                </a:ext>
              </a:extLst>
            </p:cNvPr>
            <p:cNvSpPr txBox="1">
              <a:spLocks noChangeArrowheads="1"/>
            </p:cNvSpPr>
            <p:nvPr/>
          </p:nvSpPr>
          <p:spPr bwMode="auto">
            <a:xfrm rot="15347">
              <a:off x="1498" y="2428"/>
              <a:ext cx="694" cy="326"/>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may have appt with</a:t>
              </a:r>
            </a:p>
          </p:txBody>
        </p:sp>
        <p:sp>
          <p:nvSpPr>
            <p:cNvPr id="55346" name="AutoShape 66">
              <a:extLst>
                <a:ext uri="{FF2B5EF4-FFF2-40B4-BE49-F238E27FC236}">
                  <a16:creationId xmlns:a16="http://schemas.microsoft.com/office/drawing/2014/main" id="{96AC30F8-B8EA-0E63-B655-912C170B674A}"/>
                </a:ext>
              </a:extLst>
            </p:cNvPr>
            <p:cNvSpPr>
              <a:spLocks noChangeArrowheads="1"/>
            </p:cNvSpPr>
            <p:nvPr/>
          </p:nvSpPr>
          <p:spPr bwMode="auto">
            <a:xfrm>
              <a:off x="998" y="1124"/>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5347" name="AutoShape 67">
              <a:extLst>
                <a:ext uri="{FF2B5EF4-FFF2-40B4-BE49-F238E27FC236}">
                  <a16:creationId xmlns:a16="http://schemas.microsoft.com/office/drawing/2014/main" id="{6D0EE797-E0CA-422A-DFBF-71D92B522D35}"/>
                </a:ext>
              </a:extLst>
            </p:cNvPr>
            <p:cNvSpPr>
              <a:spLocks noChangeArrowheads="1"/>
            </p:cNvSpPr>
            <p:nvPr/>
          </p:nvSpPr>
          <p:spPr bwMode="auto">
            <a:xfrm>
              <a:off x="958" y="1092"/>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5348" name="AutoShape 68">
              <a:extLst>
                <a:ext uri="{FF2B5EF4-FFF2-40B4-BE49-F238E27FC236}">
                  <a16:creationId xmlns:a16="http://schemas.microsoft.com/office/drawing/2014/main" id="{B0C9356D-6D0F-7282-E6FF-D8B8C95A20B6}"/>
                </a:ext>
              </a:extLst>
            </p:cNvPr>
            <p:cNvSpPr>
              <a:spLocks noChangeArrowheads="1"/>
            </p:cNvSpPr>
            <p:nvPr/>
          </p:nvSpPr>
          <p:spPr bwMode="auto">
            <a:xfrm>
              <a:off x="990" y="2788"/>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5349" name="AutoShape 69">
              <a:extLst>
                <a:ext uri="{FF2B5EF4-FFF2-40B4-BE49-F238E27FC236}">
                  <a16:creationId xmlns:a16="http://schemas.microsoft.com/office/drawing/2014/main" id="{45B8900E-62C5-E587-B97A-DE7F9347A648}"/>
                </a:ext>
              </a:extLst>
            </p:cNvPr>
            <p:cNvSpPr>
              <a:spLocks noChangeArrowheads="1"/>
            </p:cNvSpPr>
            <p:nvPr/>
          </p:nvSpPr>
          <p:spPr bwMode="auto">
            <a:xfrm>
              <a:off x="950" y="2756"/>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5350" name="Line 70">
              <a:extLst>
                <a:ext uri="{FF2B5EF4-FFF2-40B4-BE49-F238E27FC236}">
                  <a16:creationId xmlns:a16="http://schemas.microsoft.com/office/drawing/2014/main" id="{014E47CF-9728-8269-7BAC-DE507C8EE521}"/>
                </a:ext>
              </a:extLst>
            </p:cNvPr>
            <p:cNvSpPr>
              <a:spLocks noChangeShapeType="1"/>
            </p:cNvSpPr>
            <p:nvPr/>
          </p:nvSpPr>
          <p:spPr bwMode="auto">
            <a:xfrm flipH="1" flipV="1">
              <a:off x="1346" y="1652"/>
              <a:ext cx="0" cy="10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5351" name="Line 71">
              <a:extLst>
                <a:ext uri="{FF2B5EF4-FFF2-40B4-BE49-F238E27FC236}">
                  <a16:creationId xmlns:a16="http://schemas.microsoft.com/office/drawing/2014/main" id="{7EE7534D-1432-7042-7C3F-89EDA9C00DA4}"/>
                </a:ext>
              </a:extLst>
            </p:cNvPr>
            <p:cNvSpPr>
              <a:spLocks noChangeShapeType="1"/>
            </p:cNvSpPr>
            <p:nvPr/>
          </p:nvSpPr>
          <p:spPr bwMode="auto">
            <a:xfrm flipV="1">
              <a:off x="1234" y="2532"/>
              <a:ext cx="112" cy="2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5352" name="Line 72">
              <a:extLst>
                <a:ext uri="{FF2B5EF4-FFF2-40B4-BE49-F238E27FC236}">
                  <a16:creationId xmlns:a16="http://schemas.microsoft.com/office/drawing/2014/main" id="{635F9371-88E0-1FE2-0AC5-79377DE27A52}"/>
                </a:ext>
              </a:extLst>
            </p:cNvPr>
            <p:cNvSpPr>
              <a:spLocks noChangeShapeType="1"/>
            </p:cNvSpPr>
            <p:nvPr/>
          </p:nvSpPr>
          <p:spPr bwMode="auto">
            <a:xfrm flipH="1" flipV="1">
              <a:off x="1350" y="2536"/>
              <a:ext cx="96" cy="2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5353" name="Line 73">
              <a:extLst>
                <a:ext uri="{FF2B5EF4-FFF2-40B4-BE49-F238E27FC236}">
                  <a16:creationId xmlns:a16="http://schemas.microsoft.com/office/drawing/2014/main" id="{179AEEB5-8F66-C7BE-60AC-E053A28C82BB}"/>
                </a:ext>
              </a:extLst>
            </p:cNvPr>
            <p:cNvSpPr>
              <a:spLocks noChangeShapeType="1"/>
            </p:cNvSpPr>
            <p:nvPr/>
          </p:nvSpPr>
          <p:spPr bwMode="auto">
            <a:xfrm>
              <a:off x="1202" y="1648"/>
              <a:ext cx="148" cy="2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5354" name="Line 74">
              <a:extLst>
                <a:ext uri="{FF2B5EF4-FFF2-40B4-BE49-F238E27FC236}">
                  <a16:creationId xmlns:a16="http://schemas.microsoft.com/office/drawing/2014/main" id="{8AB757BC-5EA1-7707-26E3-A2916820974F}"/>
                </a:ext>
              </a:extLst>
            </p:cNvPr>
            <p:cNvSpPr>
              <a:spLocks noChangeShapeType="1"/>
            </p:cNvSpPr>
            <p:nvPr/>
          </p:nvSpPr>
          <p:spPr bwMode="auto">
            <a:xfrm flipV="1">
              <a:off x="1346" y="1648"/>
              <a:ext cx="112" cy="2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5355" name="Oval 75">
              <a:extLst>
                <a:ext uri="{FF2B5EF4-FFF2-40B4-BE49-F238E27FC236}">
                  <a16:creationId xmlns:a16="http://schemas.microsoft.com/office/drawing/2014/main" id="{9F13235A-AD87-6402-A43D-33B3B265692E}"/>
                </a:ext>
              </a:extLst>
            </p:cNvPr>
            <p:cNvSpPr>
              <a:spLocks noChangeArrowheads="1"/>
            </p:cNvSpPr>
            <p:nvPr/>
          </p:nvSpPr>
          <p:spPr bwMode="auto">
            <a:xfrm>
              <a:off x="1306" y="1872"/>
              <a:ext cx="80" cy="72"/>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5356" name="Oval 76">
              <a:extLst>
                <a:ext uri="{FF2B5EF4-FFF2-40B4-BE49-F238E27FC236}">
                  <a16:creationId xmlns:a16="http://schemas.microsoft.com/office/drawing/2014/main" id="{49A674CD-F407-AA44-F6D1-EC46C2800EE4}"/>
                </a:ext>
              </a:extLst>
            </p:cNvPr>
            <p:cNvSpPr>
              <a:spLocks noChangeArrowheads="1"/>
            </p:cNvSpPr>
            <p:nvPr/>
          </p:nvSpPr>
          <p:spPr bwMode="auto">
            <a:xfrm>
              <a:off x="1306" y="2496"/>
              <a:ext cx="80" cy="72"/>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5357" name="Line 77">
              <a:extLst>
                <a:ext uri="{FF2B5EF4-FFF2-40B4-BE49-F238E27FC236}">
                  <a16:creationId xmlns:a16="http://schemas.microsoft.com/office/drawing/2014/main" id="{F213EA4C-B316-2AD5-9409-CD1EFD427D93}"/>
                </a:ext>
              </a:extLst>
            </p:cNvPr>
            <p:cNvSpPr>
              <a:spLocks noChangeShapeType="1"/>
            </p:cNvSpPr>
            <p:nvPr/>
          </p:nvSpPr>
          <p:spPr bwMode="auto">
            <a:xfrm>
              <a:off x="962" y="1288"/>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5358" name="Text Box 78">
              <a:extLst>
                <a:ext uri="{FF2B5EF4-FFF2-40B4-BE49-F238E27FC236}">
                  <a16:creationId xmlns:a16="http://schemas.microsoft.com/office/drawing/2014/main" id="{90EB8C07-1F26-1897-85FD-8D8D25131B26}"/>
                </a:ext>
              </a:extLst>
            </p:cNvPr>
            <p:cNvSpPr txBox="1">
              <a:spLocks noChangeArrowheads="1"/>
            </p:cNvSpPr>
            <p:nvPr/>
          </p:nvSpPr>
          <p:spPr bwMode="auto">
            <a:xfrm>
              <a:off x="924" y="1089"/>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DOCTOR</a:t>
              </a:r>
              <a:endParaRPr lang="en-GB" altLang="en-US" sz="1200" b="1">
                <a:solidFill>
                  <a:schemeClr val="tx1"/>
                </a:solidFill>
                <a:latin typeface="Times New Roman" panose="02020603050405020304" pitchFamily="18" charset="0"/>
              </a:endParaRPr>
            </a:p>
          </p:txBody>
        </p:sp>
        <p:sp>
          <p:nvSpPr>
            <p:cNvPr id="55359" name="Line 79">
              <a:extLst>
                <a:ext uri="{FF2B5EF4-FFF2-40B4-BE49-F238E27FC236}">
                  <a16:creationId xmlns:a16="http://schemas.microsoft.com/office/drawing/2014/main" id="{CB18594A-4254-9954-3BFE-8BAE4FBFA747}"/>
                </a:ext>
              </a:extLst>
            </p:cNvPr>
            <p:cNvSpPr>
              <a:spLocks noChangeShapeType="1"/>
            </p:cNvSpPr>
            <p:nvPr/>
          </p:nvSpPr>
          <p:spPr bwMode="auto">
            <a:xfrm>
              <a:off x="946" y="2952"/>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5360" name="Text Box 80">
              <a:extLst>
                <a:ext uri="{FF2B5EF4-FFF2-40B4-BE49-F238E27FC236}">
                  <a16:creationId xmlns:a16="http://schemas.microsoft.com/office/drawing/2014/main" id="{6E2D50D6-55F5-5C1C-8C07-811F79993DD3}"/>
                </a:ext>
              </a:extLst>
            </p:cNvPr>
            <p:cNvSpPr txBox="1">
              <a:spLocks noChangeArrowheads="1"/>
            </p:cNvSpPr>
            <p:nvPr/>
          </p:nvSpPr>
          <p:spPr bwMode="auto">
            <a:xfrm>
              <a:off x="908" y="2753"/>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PATIENT</a:t>
              </a:r>
              <a:endParaRPr lang="en-GB" altLang="en-US" sz="1200" b="1">
                <a:solidFill>
                  <a:schemeClr val="tx1"/>
                </a:solidFill>
                <a:latin typeface="Times New Roman" panose="02020603050405020304" pitchFamily="18" charset="0"/>
              </a:endParaRPr>
            </a:p>
          </p:txBody>
        </p:sp>
      </p:grpSp>
      <p:grpSp>
        <p:nvGrpSpPr>
          <p:cNvPr id="2" name="Group 1">
            <a:extLst>
              <a:ext uri="{FF2B5EF4-FFF2-40B4-BE49-F238E27FC236}">
                <a16:creationId xmlns:a16="http://schemas.microsoft.com/office/drawing/2014/main" id="{F368606C-0DE4-0BDC-51B5-96AA2D0963D2}"/>
              </a:ext>
            </a:extLst>
          </p:cNvPr>
          <p:cNvGrpSpPr>
            <a:grpSpLocks/>
          </p:cNvGrpSpPr>
          <p:nvPr/>
        </p:nvGrpSpPr>
        <p:grpSpPr bwMode="auto">
          <a:xfrm>
            <a:off x="4959350" y="1182688"/>
            <a:ext cx="2287588" cy="4691062"/>
            <a:chOff x="4959350" y="1182688"/>
            <a:chExt cx="2287588" cy="4691062"/>
          </a:xfrm>
        </p:grpSpPr>
        <p:grpSp>
          <p:nvGrpSpPr>
            <p:cNvPr id="55302" name="Group 98">
              <a:extLst>
                <a:ext uri="{FF2B5EF4-FFF2-40B4-BE49-F238E27FC236}">
                  <a16:creationId xmlns:a16="http://schemas.microsoft.com/office/drawing/2014/main" id="{7A69A110-98A8-2691-AED6-E87DB9A75E9E}"/>
                </a:ext>
              </a:extLst>
            </p:cNvPr>
            <p:cNvGrpSpPr>
              <a:grpSpLocks/>
            </p:cNvGrpSpPr>
            <p:nvPr/>
          </p:nvGrpSpPr>
          <p:grpSpPr bwMode="auto">
            <a:xfrm>
              <a:off x="5627688" y="2101850"/>
              <a:ext cx="1619250" cy="893763"/>
              <a:chOff x="3545" y="1324"/>
              <a:chExt cx="1020" cy="563"/>
            </a:xfrm>
          </p:grpSpPr>
          <p:sp>
            <p:nvSpPr>
              <p:cNvPr id="55337" name="Text Box 29">
                <a:extLst>
                  <a:ext uri="{FF2B5EF4-FFF2-40B4-BE49-F238E27FC236}">
                    <a16:creationId xmlns:a16="http://schemas.microsoft.com/office/drawing/2014/main" id="{79BE0831-65A8-5E2D-AFC9-456F2751F178}"/>
                  </a:ext>
                </a:extLst>
              </p:cNvPr>
              <p:cNvSpPr txBox="1">
                <a:spLocks noChangeArrowheads="1"/>
              </p:cNvSpPr>
              <p:nvPr/>
            </p:nvSpPr>
            <p:spPr bwMode="auto">
              <a:xfrm rot="15347">
                <a:off x="3767" y="1338"/>
                <a:ext cx="694"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may supervise</a:t>
                </a:r>
              </a:p>
            </p:txBody>
          </p:sp>
          <p:sp>
            <p:nvSpPr>
              <p:cNvPr id="55338" name="Line 30">
                <a:extLst>
                  <a:ext uri="{FF2B5EF4-FFF2-40B4-BE49-F238E27FC236}">
                    <a16:creationId xmlns:a16="http://schemas.microsoft.com/office/drawing/2014/main" id="{5605CD5E-4B3B-5D9D-AF88-DA7C5F64E981}"/>
                  </a:ext>
                </a:extLst>
              </p:cNvPr>
              <p:cNvSpPr>
                <a:spLocks noChangeShapeType="1"/>
              </p:cNvSpPr>
              <p:nvPr/>
            </p:nvSpPr>
            <p:spPr bwMode="auto">
              <a:xfrm flipH="1" flipV="1">
                <a:off x="3657" y="1324"/>
                <a:ext cx="0" cy="54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5339" name="Text Box 31">
                <a:extLst>
                  <a:ext uri="{FF2B5EF4-FFF2-40B4-BE49-F238E27FC236}">
                    <a16:creationId xmlns:a16="http://schemas.microsoft.com/office/drawing/2014/main" id="{3121D0E5-EBBF-76BE-5283-00FC74CA5051}"/>
                  </a:ext>
                </a:extLst>
              </p:cNvPr>
              <p:cNvSpPr txBox="1">
                <a:spLocks noChangeArrowheads="1"/>
              </p:cNvSpPr>
              <p:nvPr/>
            </p:nvSpPr>
            <p:spPr bwMode="auto">
              <a:xfrm rot="15347">
                <a:off x="3716" y="1714"/>
                <a:ext cx="849"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is supervised by</a:t>
                </a:r>
              </a:p>
            </p:txBody>
          </p:sp>
          <p:sp>
            <p:nvSpPr>
              <p:cNvPr id="55340" name="Line 33">
                <a:extLst>
                  <a:ext uri="{FF2B5EF4-FFF2-40B4-BE49-F238E27FC236}">
                    <a16:creationId xmlns:a16="http://schemas.microsoft.com/office/drawing/2014/main" id="{FC3DE691-880D-A5F7-6C21-017AB762BFFF}"/>
                  </a:ext>
                </a:extLst>
              </p:cNvPr>
              <p:cNvSpPr>
                <a:spLocks noChangeShapeType="1"/>
              </p:cNvSpPr>
              <p:nvPr/>
            </p:nvSpPr>
            <p:spPr bwMode="auto">
              <a:xfrm flipV="1">
                <a:off x="3545" y="1759"/>
                <a:ext cx="112" cy="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5341" name="Line 34">
                <a:extLst>
                  <a:ext uri="{FF2B5EF4-FFF2-40B4-BE49-F238E27FC236}">
                    <a16:creationId xmlns:a16="http://schemas.microsoft.com/office/drawing/2014/main" id="{E82E6028-36C6-6E1A-690E-F3844C1A4A2D}"/>
                  </a:ext>
                </a:extLst>
              </p:cNvPr>
              <p:cNvSpPr>
                <a:spLocks noChangeShapeType="1"/>
              </p:cNvSpPr>
              <p:nvPr/>
            </p:nvSpPr>
            <p:spPr bwMode="auto">
              <a:xfrm flipH="1" flipV="1">
                <a:off x="3661" y="1761"/>
                <a:ext cx="96" cy="10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5342" name="Oval 86">
                <a:extLst>
                  <a:ext uri="{FF2B5EF4-FFF2-40B4-BE49-F238E27FC236}">
                    <a16:creationId xmlns:a16="http://schemas.microsoft.com/office/drawing/2014/main" id="{78E96DDF-184A-6C23-E58C-797D9DEA568F}"/>
                  </a:ext>
                </a:extLst>
              </p:cNvPr>
              <p:cNvSpPr>
                <a:spLocks noChangeArrowheads="1"/>
              </p:cNvSpPr>
              <p:nvPr/>
            </p:nvSpPr>
            <p:spPr bwMode="auto">
              <a:xfrm>
                <a:off x="3616" y="1688"/>
                <a:ext cx="80" cy="72"/>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5343" name="Line 87">
                <a:extLst>
                  <a:ext uri="{FF2B5EF4-FFF2-40B4-BE49-F238E27FC236}">
                    <a16:creationId xmlns:a16="http://schemas.microsoft.com/office/drawing/2014/main" id="{9A616C63-7E08-726B-0E20-693906B81477}"/>
                  </a:ext>
                </a:extLst>
              </p:cNvPr>
              <p:cNvSpPr>
                <a:spLocks noChangeShapeType="1"/>
              </p:cNvSpPr>
              <p:nvPr/>
            </p:nvSpPr>
            <p:spPr bwMode="auto">
              <a:xfrm>
                <a:off x="3584" y="1376"/>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55303" name="Group 99">
              <a:extLst>
                <a:ext uri="{FF2B5EF4-FFF2-40B4-BE49-F238E27FC236}">
                  <a16:creationId xmlns:a16="http://schemas.microsoft.com/office/drawing/2014/main" id="{D9A800D9-0F5A-D8E4-ADB4-C0DA4AD473FA}"/>
                </a:ext>
              </a:extLst>
            </p:cNvPr>
            <p:cNvGrpSpPr>
              <a:grpSpLocks/>
            </p:cNvGrpSpPr>
            <p:nvPr/>
          </p:nvGrpSpPr>
          <p:grpSpPr bwMode="auto">
            <a:xfrm>
              <a:off x="5629275" y="3873500"/>
              <a:ext cx="1433513" cy="1062038"/>
              <a:chOff x="3546" y="2440"/>
              <a:chExt cx="903" cy="669"/>
            </a:xfrm>
          </p:grpSpPr>
          <p:sp>
            <p:nvSpPr>
              <p:cNvPr id="55330" name="Text Box 25">
                <a:extLst>
                  <a:ext uri="{FF2B5EF4-FFF2-40B4-BE49-F238E27FC236}">
                    <a16:creationId xmlns:a16="http://schemas.microsoft.com/office/drawing/2014/main" id="{6780C61C-B472-A9B8-A7ED-F15E6AE45E87}"/>
                  </a:ext>
                </a:extLst>
              </p:cNvPr>
              <p:cNvSpPr txBox="1">
                <a:spLocks noChangeArrowheads="1"/>
              </p:cNvSpPr>
              <p:nvPr/>
            </p:nvSpPr>
            <p:spPr bwMode="auto">
              <a:xfrm rot="15347">
                <a:off x="3755" y="2936"/>
                <a:ext cx="694"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may make</a:t>
                </a:r>
              </a:p>
            </p:txBody>
          </p:sp>
          <p:sp>
            <p:nvSpPr>
              <p:cNvPr id="55331" name="Text Box 26">
                <a:extLst>
                  <a:ext uri="{FF2B5EF4-FFF2-40B4-BE49-F238E27FC236}">
                    <a16:creationId xmlns:a16="http://schemas.microsoft.com/office/drawing/2014/main" id="{6938CB2F-9427-0462-E42E-A9F771E85515}"/>
                  </a:ext>
                </a:extLst>
              </p:cNvPr>
              <p:cNvSpPr txBox="1">
                <a:spLocks noChangeArrowheads="1"/>
              </p:cNvSpPr>
              <p:nvPr/>
            </p:nvSpPr>
            <p:spPr bwMode="auto">
              <a:xfrm rot="15347">
                <a:off x="3751" y="2454"/>
                <a:ext cx="694"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is made for</a:t>
                </a:r>
              </a:p>
            </p:txBody>
          </p:sp>
          <p:sp>
            <p:nvSpPr>
              <p:cNvPr id="55332" name="Line 83">
                <a:extLst>
                  <a:ext uri="{FF2B5EF4-FFF2-40B4-BE49-F238E27FC236}">
                    <a16:creationId xmlns:a16="http://schemas.microsoft.com/office/drawing/2014/main" id="{A73D8603-4C1A-46ED-F906-B98ED3B5174D}"/>
                  </a:ext>
                </a:extLst>
              </p:cNvPr>
              <p:cNvSpPr>
                <a:spLocks noChangeShapeType="1"/>
              </p:cNvSpPr>
              <p:nvPr/>
            </p:nvSpPr>
            <p:spPr bwMode="auto">
              <a:xfrm flipH="1" flipV="1">
                <a:off x="3690" y="2444"/>
                <a:ext cx="0" cy="6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5333" name="Line 84">
                <a:extLst>
                  <a:ext uri="{FF2B5EF4-FFF2-40B4-BE49-F238E27FC236}">
                    <a16:creationId xmlns:a16="http://schemas.microsoft.com/office/drawing/2014/main" id="{6E38140A-475E-5319-6691-861032034949}"/>
                  </a:ext>
                </a:extLst>
              </p:cNvPr>
              <p:cNvSpPr>
                <a:spLocks noChangeShapeType="1"/>
              </p:cNvSpPr>
              <p:nvPr/>
            </p:nvSpPr>
            <p:spPr bwMode="auto">
              <a:xfrm>
                <a:off x="3546" y="2440"/>
                <a:ext cx="148" cy="2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5334" name="Line 85">
                <a:extLst>
                  <a:ext uri="{FF2B5EF4-FFF2-40B4-BE49-F238E27FC236}">
                    <a16:creationId xmlns:a16="http://schemas.microsoft.com/office/drawing/2014/main" id="{87A2E25B-801C-B2B3-5B34-B33B49F06BD5}"/>
                  </a:ext>
                </a:extLst>
              </p:cNvPr>
              <p:cNvSpPr>
                <a:spLocks noChangeShapeType="1"/>
              </p:cNvSpPr>
              <p:nvPr/>
            </p:nvSpPr>
            <p:spPr bwMode="auto">
              <a:xfrm flipV="1">
                <a:off x="3690" y="2440"/>
                <a:ext cx="112" cy="2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5335" name="Oval 88">
                <a:extLst>
                  <a:ext uri="{FF2B5EF4-FFF2-40B4-BE49-F238E27FC236}">
                    <a16:creationId xmlns:a16="http://schemas.microsoft.com/office/drawing/2014/main" id="{CBF38E84-6409-D1A3-499F-A154FB15EFF2}"/>
                  </a:ext>
                </a:extLst>
              </p:cNvPr>
              <p:cNvSpPr>
                <a:spLocks noChangeArrowheads="1"/>
              </p:cNvSpPr>
              <p:nvPr/>
            </p:nvSpPr>
            <p:spPr bwMode="auto">
              <a:xfrm>
                <a:off x="3648" y="2648"/>
                <a:ext cx="80" cy="72"/>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5336" name="Line 89">
                <a:extLst>
                  <a:ext uri="{FF2B5EF4-FFF2-40B4-BE49-F238E27FC236}">
                    <a16:creationId xmlns:a16="http://schemas.microsoft.com/office/drawing/2014/main" id="{1F878BA1-469A-2682-EF5E-B82741CD86BC}"/>
                  </a:ext>
                </a:extLst>
              </p:cNvPr>
              <p:cNvSpPr>
                <a:spLocks noChangeShapeType="1"/>
              </p:cNvSpPr>
              <p:nvPr/>
            </p:nvSpPr>
            <p:spPr bwMode="auto">
              <a:xfrm>
                <a:off x="3616" y="3072"/>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55304" name="Group 102">
              <a:extLst>
                <a:ext uri="{FF2B5EF4-FFF2-40B4-BE49-F238E27FC236}">
                  <a16:creationId xmlns:a16="http://schemas.microsoft.com/office/drawing/2014/main" id="{86A670ED-923C-BBD9-752F-912FE215FCFB}"/>
                </a:ext>
              </a:extLst>
            </p:cNvPr>
            <p:cNvGrpSpPr>
              <a:grpSpLocks/>
            </p:cNvGrpSpPr>
            <p:nvPr/>
          </p:nvGrpSpPr>
          <p:grpSpPr bwMode="auto">
            <a:xfrm>
              <a:off x="5175250" y="4933950"/>
              <a:ext cx="1404938" cy="939800"/>
              <a:chOff x="3260" y="3108"/>
              <a:chExt cx="885" cy="592"/>
            </a:xfrm>
          </p:grpSpPr>
          <p:sp>
            <p:nvSpPr>
              <p:cNvPr id="55326" name="AutoShape 48">
                <a:extLst>
                  <a:ext uri="{FF2B5EF4-FFF2-40B4-BE49-F238E27FC236}">
                    <a16:creationId xmlns:a16="http://schemas.microsoft.com/office/drawing/2014/main" id="{01023FAB-B4F6-0215-1BF0-CB45D97FF8A4}"/>
                  </a:ext>
                </a:extLst>
              </p:cNvPr>
              <p:cNvSpPr>
                <a:spLocks noChangeArrowheads="1"/>
              </p:cNvSpPr>
              <p:nvPr/>
            </p:nvSpPr>
            <p:spPr bwMode="auto">
              <a:xfrm>
                <a:off x="3329" y="3140"/>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5327" name="AutoShape 49">
                <a:extLst>
                  <a:ext uri="{FF2B5EF4-FFF2-40B4-BE49-F238E27FC236}">
                    <a16:creationId xmlns:a16="http://schemas.microsoft.com/office/drawing/2014/main" id="{C266D9DB-DA7F-DA9F-356D-A51608716317}"/>
                  </a:ext>
                </a:extLst>
              </p:cNvPr>
              <p:cNvSpPr>
                <a:spLocks noChangeArrowheads="1"/>
              </p:cNvSpPr>
              <p:nvPr/>
            </p:nvSpPr>
            <p:spPr bwMode="auto">
              <a:xfrm>
                <a:off x="3289" y="3108"/>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5328" name="Line 91">
                <a:extLst>
                  <a:ext uri="{FF2B5EF4-FFF2-40B4-BE49-F238E27FC236}">
                    <a16:creationId xmlns:a16="http://schemas.microsoft.com/office/drawing/2014/main" id="{67C44859-3109-9C90-8AEC-6721DCE08FE0}"/>
                  </a:ext>
                </a:extLst>
              </p:cNvPr>
              <p:cNvSpPr>
                <a:spLocks noChangeShapeType="1"/>
              </p:cNvSpPr>
              <p:nvPr/>
            </p:nvSpPr>
            <p:spPr bwMode="auto">
              <a:xfrm>
                <a:off x="3298" y="3312"/>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5329" name="Text Box 92">
                <a:extLst>
                  <a:ext uri="{FF2B5EF4-FFF2-40B4-BE49-F238E27FC236}">
                    <a16:creationId xmlns:a16="http://schemas.microsoft.com/office/drawing/2014/main" id="{AC24544A-604C-63CD-3FE8-99E79B0C2868}"/>
                  </a:ext>
                </a:extLst>
              </p:cNvPr>
              <p:cNvSpPr txBox="1">
                <a:spLocks noChangeArrowheads="1"/>
              </p:cNvSpPr>
              <p:nvPr/>
            </p:nvSpPr>
            <p:spPr bwMode="auto">
              <a:xfrm>
                <a:off x="3260" y="3113"/>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PATIENT</a:t>
                </a:r>
                <a:endParaRPr lang="en-GB" altLang="en-US" sz="1200" b="1">
                  <a:solidFill>
                    <a:schemeClr val="tx1"/>
                  </a:solidFill>
                  <a:latin typeface="Times New Roman" panose="02020603050405020304" pitchFamily="18" charset="0"/>
                </a:endParaRPr>
              </a:p>
            </p:txBody>
          </p:sp>
        </p:grpSp>
        <p:grpSp>
          <p:nvGrpSpPr>
            <p:cNvPr id="55305" name="Group 101">
              <a:extLst>
                <a:ext uri="{FF2B5EF4-FFF2-40B4-BE49-F238E27FC236}">
                  <a16:creationId xmlns:a16="http://schemas.microsoft.com/office/drawing/2014/main" id="{3D4E7827-7004-BAD9-CAFA-47DD6E5D3DFF}"/>
                </a:ext>
              </a:extLst>
            </p:cNvPr>
            <p:cNvGrpSpPr>
              <a:grpSpLocks/>
            </p:cNvGrpSpPr>
            <p:nvPr/>
          </p:nvGrpSpPr>
          <p:grpSpPr bwMode="auto">
            <a:xfrm>
              <a:off x="5073650" y="1182688"/>
              <a:ext cx="1436688" cy="954087"/>
              <a:chOff x="3196" y="745"/>
              <a:chExt cx="905" cy="601"/>
            </a:xfrm>
          </p:grpSpPr>
          <p:sp>
            <p:nvSpPr>
              <p:cNvPr id="55319" name="AutoShape 54">
                <a:extLst>
                  <a:ext uri="{FF2B5EF4-FFF2-40B4-BE49-F238E27FC236}">
                    <a16:creationId xmlns:a16="http://schemas.microsoft.com/office/drawing/2014/main" id="{182DA319-A29A-D686-D69B-5478FB6936BE}"/>
                  </a:ext>
                </a:extLst>
              </p:cNvPr>
              <p:cNvSpPr>
                <a:spLocks noChangeArrowheads="1"/>
              </p:cNvSpPr>
              <p:nvPr/>
            </p:nvSpPr>
            <p:spPr bwMode="auto">
              <a:xfrm>
                <a:off x="3285" y="786"/>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5320" name="AutoShape 55">
                <a:extLst>
                  <a:ext uri="{FF2B5EF4-FFF2-40B4-BE49-F238E27FC236}">
                    <a16:creationId xmlns:a16="http://schemas.microsoft.com/office/drawing/2014/main" id="{ACE3A68A-B7A2-E418-B472-2172CB0F74B3}"/>
                  </a:ext>
                </a:extLst>
              </p:cNvPr>
              <p:cNvSpPr>
                <a:spLocks noChangeArrowheads="1"/>
              </p:cNvSpPr>
              <p:nvPr/>
            </p:nvSpPr>
            <p:spPr bwMode="auto">
              <a:xfrm>
                <a:off x="3245" y="754"/>
                <a:ext cx="816" cy="560"/>
              </a:xfrm>
              <a:prstGeom prst="flowChartAlternateProcess">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5321" name="Text Box 56">
                <a:extLst>
                  <a:ext uri="{FF2B5EF4-FFF2-40B4-BE49-F238E27FC236}">
                    <a16:creationId xmlns:a16="http://schemas.microsoft.com/office/drawing/2014/main" id="{8B83EFAA-E6B5-85B1-FBD5-2E2154C003AC}"/>
                  </a:ext>
                </a:extLst>
              </p:cNvPr>
              <p:cNvSpPr txBox="1">
                <a:spLocks noChangeArrowheads="1"/>
              </p:cNvSpPr>
              <p:nvPr/>
            </p:nvSpPr>
            <p:spPr bwMode="auto">
              <a:xfrm>
                <a:off x="3247" y="779"/>
                <a:ext cx="811" cy="415"/>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endParaRPr lang="en-GB" altLang="en-US" sz="1400" b="1">
                  <a:solidFill>
                    <a:schemeClr val="bg2"/>
                  </a:solidFill>
                  <a:latin typeface="Times New Roman" panose="02020603050405020304" pitchFamily="18" charset="0"/>
                </a:endParaRPr>
              </a:p>
              <a:p>
                <a:pPr algn="ctr"/>
                <a:r>
                  <a:rPr lang="en-GB" altLang="en-US" sz="1400" b="1">
                    <a:solidFill>
                      <a:schemeClr val="bg2"/>
                    </a:solidFill>
                    <a:latin typeface="Times New Roman" panose="02020603050405020304" pitchFamily="18" charset="0"/>
                  </a:rPr>
                  <a:t>Doctor </a:t>
                </a:r>
                <a:endParaRPr lang="en-GB" altLang="en-US" sz="1200" b="1">
                  <a:solidFill>
                    <a:schemeClr val="tx1"/>
                  </a:solidFill>
                  <a:latin typeface="Times New Roman" panose="02020603050405020304" pitchFamily="18" charset="0"/>
                </a:endParaRPr>
              </a:p>
            </p:txBody>
          </p:sp>
          <p:sp>
            <p:nvSpPr>
              <p:cNvPr id="55322" name="AutoShape 57">
                <a:extLst>
                  <a:ext uri="{FF2B5EF4-FFF2-40B4-BE49-F238E27FC236}">
                    <a16:creationId xmlns:a16="http://schemas.microsoft.com/office/drawing/2014/main" id="{E7A05F37-4AB2-59D4-49F7-47DFF417C8B1}"/>
                  </a:ext>
                </a:extLst>
              </p:cNvPr>
              <p:cNvSpPr>
                <a:spLocks noChangeArrowheads="1"/>
              </p:cNvSpPr>
              <p:nvPr/>
            </p:nvSpPr>
            <p:spPr bwMode="auto">
              <a:xfrm>
                <a:off x="3245" y="754"/>
                <a:ext cx="816" cy="560"/>
              </a:xfrm>
              <a:prstGeom prst="flowChartAlternateProcess">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5323" name="AutoShape 58">
                <a:extLst>
                  <a:ext uri="{FF2B5EF4-FFF2-40B4-BE49-F238E27FC236}">
                    <a16:creationId xmlns:a16="http://schemas.microsoft.com/office/drawing/2014/main" id="{44985598-8136-E1D8-615F-77F2429A3E4F}"/>
                  </a:ext>
                </a:extLst>
              </p:cNvPr>
              <p:cNvSpPr>
                <a:spLocks noChangeArrowheads="1"/>
              </p:cNvSpPr>
              <p:nvPr/>
            </p:nvSpPr>
            <p:spPr bwMode="auto">
              <a:xfrm>
                <a:off x="3245" y="754"/>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5324" name="Line 93">
                <a:extLst>
                  <a:ext uri="{FF2B5EF4-FFF2-40B4-BE49-F238E27FC236}">
                    <a16:creationId xmlns:a16="http://schemas.microsoft.com/office/drawing/2014/main" id="{8B14E900-FF54-4C27-9631-4C5C1656E4DC}"/>
                  </a:ext>
                </a:extLst>
              </p:cNvPr>
              <p:cNvSpPr>
                <a:spLocks noChangeShapeType="1"/>
              </p:cNvSpPr>
              <p:nvPr/>
            </p:nvSpPr>
            <p:spPr bwMode="auto">
              <a:xfrm>
                <a:off x="3234" y="944"/>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5325" name="Text Box 94">
                <a:extLst>
                  <a:ext uri="{FF2B5EF4-FFF2-40B4-BE49-F238E27FC236}">
                    <a16:creationId xmlns:a16="http://schemas.microsoft.com/office/drawing/2014/main" id="{46CBC2A1-66A3-4CE3-853D-742C16AD37E7}"/>
                  </a:ext>
                </a:extLst>
              </p:cNvPr>
              <p:cNvSpPr txBox="1">
                <a:spLocks noChangeArrowheads="1"/>
              </p:cNvSpPr>
              <p:nvPr/>
            </p:nvSpPr>
            <p:spPr bwMode="auto">
              <a:xfrm>
                <a:off x="3196" y="745"/>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DOCTOR</a:t>
                </a:r>
                <a:endParaRPr lang="en-GB" altLang="en-US" sz="1200" b="1">
                  <a:solidFill>
                    <a:schemeClr val="tx1"/>
                  </a:solidFill>
                  <a:latin typeface="Times New Roman" panose="02020603050405020304" pitchFamily="18" charset="0"/>
                </a:endParaRPr>
              </a:p>
            </p:txBody>
          </p:sp>
        </p:grpSp>
        <p:grpSp>
          <p:nvGrpSpPr>
            <p:cNvPr id="55306" name="Group 100">
              <a:extLst>
                <a:ext uri="{FF2B5EF4-FFF2-40B4-BE49-F238E27FC236}">
                  <a16:creationId xmlns:a16="http://schemas.microsoft.com/office/drawing/2014/main" id="{B9F34C93-164B-C5FD-C664-AA0EA9025C96}"/>
                </a:ext>
              </a:extLst>
            </p:cNvPr>
            <p:cNvGrpSpPr>
              <a:grpSpLocks/>
            </p:cNvGrpSpPr>
            <p:nvPr/>
          </p:nvGrpSpPr>
          <p:grpSpPr bwMode="auto">
            <a:xfrm>
              <a:off x="4959350" y="2984500"/>
              <a:ext cx="1630363" cy="939800"/>
              <a:chOff x="3124" y="1880"/>
              <a:chExt cx="1027" cy="592"/>
            </a:xfrm>
          </p:grpSpPr>
          <p:sp>
            <p:nvSpPr>
              <p:cNvPr id="55309" name="AutoShape 36">
                <a:extLst>
                  <a:ext uri="{FF2B5EF4-FFF2-40B4-BE49-F238E27FC236}">
                    <a16:creationId xmlns:a16="http://schemas.microsoft.com/office/drawing/2014/main" id="{77FFE405-D708-BBD5-46A7-7CE0FBBF53D2}"/>
                  </a:ext>
                </a:extLst>
              </p:cNvPr>
              <p:cNvSpPr>
                <a:spLocks noChangeArrowheads="1"/>
              </p:cNvSpPr>
              <p:nvPr/>
            </p:nvSpPr>
            <p:spPr bwMode="auto">
              <a:xfrm>
                <a:off x="3265" y="1912"/>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5310" name="AutoShape 37">
                <a:extLst>
                  <a:ext uri="{FF2B5EF4-FFF2-40B4-BE49-F238E27FC236}">
                    <a16:creationId xmlns:a16="http://schemas.microsoft.com/office/drawing/2014/main" id="{1B4698FF-2B86-A9BF-67C5-2178A0906243}"/>
                  </a:ext>
                </a:extLst>
              </p:cNvPr>
              <p:cNvSpPr>
                <a:spLocks noChangeArrowheads="1"/>
              </p:cNvSpPr>
              <p:nvPr/>
            </p:nvSpPr>
            <p:spPr bwMode="auto">
              <a:xfrm>
                <a:off x="3225" y="1880"/>
                <a:ext cx="816" cy="560"/>
              </a:xfrm>
              <a:prstGeom prst="flowChartAlternateProcess">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5311" name="Text Box 38">
                <a:extLst>
                  <a:ext uri="{FF2B5EF4-FFF2-40B4-BE49-F238E27FC236}">
                    <a16:creationId xmlns:a16="http://schemas.microsoft.com/office/drawing/2014/main" id="{F51D43E4-6E09-C489-6B53-5AFCBE8F24AB}"/>
                  </a:ext>
                </a:extLst>
              </p:cNvPr>
              <p:cNvSpPr txBox="1">
                <a:spLocks noChangeArrowheads="1"/>
              </p:cNvSpPr>
              <p:nvPr/>
            </p:nvSpPr>
            <p:spPr bwMode="auto">
              <a:xfrm>
                <a:off x="3227" y="1905"/>
                <a:ext cx="811" cy="415"/>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endParaRPr lang="en-GB" altLang="en-US" sz="1400" b="1">
                  <a:solidFill>
                    <a:schemeClr val="bg2"/>
                  </a:solidFill>
                  <a:latin typeface="Times New Roman" panose="02020603050405020304" pitchFamily="18" charset="0"/>
                </a:endParaRPr>
              </a:p>
              <a:p>
                <a:pPr algn="ctr"/>
                <a:r>
                  <a:rPr lang="en-GB" altLang="en-US" sz="1400" b="1">
                    <a:solidFill>
                      <a:schemeClr val="bg2"/>
                    </a:solidFill>
                    <a:latin typeface="Times New Roman" panose="02020603050405020304" pitchFamily="18" charset="0"/>
                  </a:rPr>
                  <a:t>Appointment</a:t>
                </a:r>
                <a:endParaRPr lang="en-GB" altLang="en-US" sz="1200" b="1">
                  <a:solidFill>
                    <a:schemeClr val="tx1"/>
                  </a:solidFill>
                  <a:latin typeface="Times New Roman" panose="02020603050405020304" pitchFamily="18" charset="0"/>
                </a:endParaRPr>
              </a:p>
            </p:txBody>
          </p:sp>
          <p:sp>
            <p:nvSpPr>
              <p:cNvPr id="55312" name="AutoShape 41">
                <a:extLst>
                  <a:ext uri="{FF2B5EF4-FFF2-40B4-BE49-F238E27FC236}">
                    <a16:creationId xmlns:a16="http://schemas.microsoft.com/office/drawing/2014/main" id="{BDAFB4AC-3092-9944-2F6B-FD4E91467DE4}"/>
                  </a:ext>
                </a:extLst>
              </p:cNvPr>
              <p:cNvSpPr>
                <a:spLocks noChangeArrowheads="1"/>
              </p:cNvSpPr>
              <p:nvPr/>
            </p:nvSpPr>
            <p:spPr bwMode="auto">
              <a:xfrm>
                <a:off x="3265" y="1912"/>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5313" name="AutoShape 42">
                <a:extLst>
                  <a:ext uri="{FF2B5EF4-FFF2-40B4-BE49-F238E27FC236}">
                    <a16:creationId xmlns:a16="http://schemas.microsoft.com/office/drawing/2014/main" id="{CDDDC77F-D820-B50E-3A2B-8BECFD6AF5FE}"/>
                  </a:ext>
                </a:extLst>
              </p:cNvPr>
              <p:cNvSpPr>
                <a:spLocks noChangeArrowheads="1"/>
              </p:cNvSpPr>
              <p:nvPr/>
            </p:nvSpPr>
            <p:spPr bwMode="auto">
              <a:xfrm>
                <a:off x="3225" y="1880"/>
                <a:ext cx="816" cy="560"/>
              </a:xfrm>
              <a:prstGeom prst="flowChartAlternateProcess">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5314" name="Text Box 43">
                <a:extLst>
                  <a:ext uri="{FF2B5EF4-FFF2-40B4-BE49-F238E27FC236}">
                    <a16:creationId xmlns:a16="http://schemas.microsoft.com/office/drawing/2014/main" id="{0D316041-10FC-1859-6ADD-71AE5CE76589}"/>
                  </a:ext>
                </a:extLst>
              </p:cNvPr>
              <p:cNvSpPr txBox="1">
                <a:spLocks noChangeArrowheads="1"/>
              </p:cNvSpPr>
              <p:nvPr/>
            </p:nvSpPr>
            <p:spPr bwMode="auto">
              <a:xfrm>
                <a:off x="3227" y="1905"/>
                <a:ext cx="811" cy="415"/>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endParaRPr lang="en-GB" altLang="en-US" sz="1400" b="1">
                  <a:solidFill>
                    <a:schemeClr val="bg2"/>
                  </a:solidFill>
                  <a:latin typeface="Times New Roman" panose="02020603050405020304" pitchFamily="18" charset="0"/>
                </a:endParaRPr>
              </a:p>
              <a:p>
                <a:pPr algn="ctr"/>
                <a:r>
                  <a:rPr lang="en-GB" altLang="en-US" sz="1400" b="1">
                    <a:solidFill>
                      <a:schemeClr val="bg2"/>
                    </a:solidFill>
                    <a:latin typeface="Times New Roman" panose="02020603050405020304" pitchFamily="18" charset="0"/>
                  </a:rPr>
                  <a:t>Appointment</a:t>
                </a:r>
                <a:endParaRPr lang="en-GB" altLang="en-US" sz="1200" b="1">
                  <a:solidFill>
                    <a:schemeClr val="tx1"/>
                  </a:solidFill>
                  <a:latin typeface="Times New Roman" panose="02020603050405020304" pitchFamily="18" charset="0"/>
                </a:endParaRPr>
              </a:p>
            </p:txBody>
          </p:sp>
          <p:sp>
            <p:nvSpPr>
              <p:cNvPr id="55315" name="AutoShape 44">
                <a:extLst>
                  <a:ext uri="{FF2B5EF4-FFF2-40B4-BE49-F238E27FC236}">
                    <a16:creationId xmlns:a16="http://schemas.microsoft.com/office/drawing/2014/main" id="{7DAEABDD-C826-93E0-979F-EBBDE4A80D91}"/>
                  </a:ext>
                </a:extLst>
              </p:cNvPr>
              <p:cNvSpPr>
                <a:spLocks noChangeArrowheads="1"/>
              </p:cNvSpPr>
              <p:nvPr/>
            </p:nvSpPr>
            <p:spPr bwMode="auto">
              <a:xfrm>
                <a:off x="3265" y="1912"/>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5316" name="AutoShape 45">
                <a:extLst>
                  <a:ext uri="{FF2B5EF4-FFF2-40B4-BE49-F238E27FC236}">
                    <a16:creationId xmlns:a16="http://schemas.microsoft.com/office/drawing/2014/main" id="{ECB49279-7087-9470-D910-0C03B9ABB7B0}"/>
                  </a:ext>
                </a:extLst>
              </p:cNvPr>
              <p:cNvSpPr>
                <a:spLocks noChangeArrowheads="1"/>
              </p:cNvSpPr>
              <p:nvPr/>
            </p:nvSpPr>
            <p:spPr bwMode="auto">
              <a:xfrm>
                <a:off x="3225" y="1880"/>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5317" name="Line 95">
                <a:extLst>
                  <a:ext uri="{FF2B5EF4-FFF2-40B4-BE49-F238E27FC236}">
                    <a16:creationId xmlns:a16="http://schemas.microsoft.com/office/drawing/2014/main" id="{C8CE690C-95CA-5673-EA33-D3911CAC3725}"/>
                  </a:ext>
                </a:extLst>
              </p:cNvPr>
              <p:cNvSpPr>
                <a:spLocks noChangeShapeType="1"/>
              </p:cNvSpPr>
              <p:nvPr/>
            </p:nvSpPr>
            <p:spPr bwMode="auto">
              <a:xfrm>
                <a:off x="3226" y="2064"/>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5318" name="Text Box 96">
                <a:extLst>
                  <a:ext uri="{FF2B5EF4-FFF2-40B4-BE49-F238E27FC236}">
                    <a16:creationId xmlns:a16="http://schemas.microsoft.com/office/drawing/2014/main" id="{8E0F4A1A-D519-D537-C692-50DA7BF3E7AE}"/>
                  </a:ext>
                </a:extLst>
              </p:cNvPr>
              <p:cNvSpPr txBox="1">
                <a:spLocks noChangeArrowheads="1"/>
              </p:cNvSpPr>
              <p:nvPr/>
            </p:nvSpPr>
            <p:spPr bwMode="auto">
              <a:xfrm>
                <a:off x="3124" y="1905"/>
                <a:ext cx="1027"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b="1">
                    <a:solidFill>
                      <a:schemeClr val="tx1"/>
                    </a:solidFill>
                    <a:latin typeface="Times New Roman" panose="02020603050405020304" pitchFamily="18" charset="0"/>
                  </a:rPr>
                  <a:t>APPOINTMENT</a:t>
                </a:r>
              </a:p>
            </p:txBody>
          </p:sp>
        </p:grpSp>
        <p:sp>
          <p:nvSpPr>
            <p:cNvPr id="55307" name="Line 87">
              <a:extLst>
                <a:ext uri="{FF2B5EF4-FFF2-40B4-BE49-F238E27FC236}">
                  <a16:creationId xmlns:a16="http://schemas.microsoft.com/office/drawing/2014/main" id="{3DB2B5AF-457F-8F61-2D04-02D6DCFAF577}"/>
                </a:ext>
              </a:extLst>
            </p:cNvPr>
            <p:cNvSpPr>
              <a:spLocks noChangeShapeType="1"/>
            </p:cNvSpPr>
            <p:nvPr/>
          </p:nvSpPr>
          <p:spPr bwMode="auto">
            <a:xfrm>
              <a:off x="5695697" y="224536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5308" name="Line 89">
              <a:extLst>
                <a:ext uri="{FF2B5EF4-FFF2-40B4-BE49-F238E27FC236}">
                  <a16:creationId xmlns:a16="http://schemas.microsoft.com/office/drawing/2014/main" id="{8CBD29D5-CB32-A2C2-33F4-618AE152E68B}"/>
                </a:ext>
              </a:extLst>
            </p:cNvPr>
            <p:cNvSpPr>
              <a:spLocks noChangeShapeType="1"/>
            </p:cNvSpPr>
            <p:nvPr/>
          </p:nvSpPr>
          <p:spPr bwMode="auto">
            <a:xfrm>
              <a:off x="5746496" y="4809744"/>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3" name="Rectangle 2">
            <a:extLst>
              <a:ext uri="{FF2B5EF4-FFF2-40B4-BE49-F238E27FC236}">
                <a16:creationId xmlns:a16="http://schemas.microsoft.com/office/drawing/2014/main" id="{CAAA3C92-8BA0-B615-FBE0-EDBB2D2718F8}"/>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013857"/>
                                        </p:tgtEl>
                                        <p:attrNameLst>
                                          <p:attrName>style.visibility</p:attrName>
                                        </p:attrNameLst>
                                      </p:cBhvr>
                                      <p:to>
                                        <p:strVal val="visible"/>
                                      </p:to>
                                    </p:set>
                                    <p:animEffect transition="in" filter="wipe(up)">
                                      <p:cBhvr>
                                        <p:cTn id="7" dur="500"/>
                                        <p:tgtEl>
                                          <p:spTgt spid="10138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3" presetClass="entr" presetSubtype="0" fill="hold" nodeType="clickEffect">
                                  <p:stCondLst>
                                    <p:cond delay="0"/>
                                  </p:stCondLst>
                                  <p:childTnLst>
                                    <p:set>
                                      <p:cBhvr>
                                        <p:cTn id="16" dur="1" fill="hold">
                                          <p:stCondLst>
                                            <p:cond delay="0"/>
                                          </p:stCondLst>
                                        </p:cTn>
                                        <p:tgtEl>
                                          <p:spTgt spid="1013779"/>
                                        </p:tgtEl>
                                        <p:attrNameLst>
                                          <p:attrName>style.visibility</p:attrName>
                                        </p:attrNameLst>
                                      </p:cBhvr>
                                      <p:to>
                                        <p:strVal val="visible"/>
                                      </p:to>
                                    </p:set>
                                    <p:anim calcmode="lin" valueType="num">
                                      <p:cBhvr>
                                        <p:cTn id="17" dur="500" fill="hold"/>
                                        <p:tgtEl>
                                          <p:spTgt spid="1013779"/>
                                        </p:tgtEl>
                                        <p:attrNameLst>
                                          <p:attrName>ppt_w</p:attrName>
                                        </p:attrNameLst>
                                      </p:cBhvr>
                                      <p:tavLst>
                                        <p:tav tm="0">
                                          <p:val>
                                            <p:fltVal val="0"/>
                                          </p:val>
                                        </p:tav>
                                        <p:tav tm="100000">
                                          <p:val>
                                            <p:strVal val="#ppt_w"/>
                                          </p:val>
                                        </p:tav>
                                      </p:tavLst>
                                    </p:anim>
                                    <p:anim calcmode="lin" valueType="num">
                                      <p:cBhvr>
                                        <p:cTn id="18" dur="500" fill="hold"/>
                                        <p:tgtEl>
                                          <p:spTgt spid="1013779"/>
                                        </p:tgtEl>
                                        <p:attrNameLst>
                                          <p:attrName>ppt_h</p:attrName>
                                        </p:attrNameLst>
                                      </p:cBhvr>
                                      <p:tavLst>
                                        <p:tav tm="0">
                                          <p:val>
                                            <p:fltVal val="0"/>
                                          </p:val>
                                        </p:tav>
                                        <p:tav tm="100000">
                                          <p:val>
                                            <p:strVal val="#ppt_h"/>
                                          </p:val>
                                        </p:tav>
                                      </p:tavLst>
                                    </p:anim>
                                    <p:animEffect transition="in" filter="fade">
                                      <p:cBhvr>
                                        <p:cTn id="19" dur="500"/>
                                        <p:tgtEl>
                                          <p:spTgt spid="1013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13A3F3C3-E15E-232D-0162-FF39003A6B67}"/>
              </a:ext>
            </a:extLst>
          </p:cNvPr>
          <p:cNvSpPr>
            <a:spLocks noGrp="1" noChangeArrowheads="1"/>
          </p:cNvSpPr>
          <p:nvPr>
            <p:ph type="title"/>
          </p:nvPr>
        </p:nvSpPr>
        <p:spPr/>
        <p:txBody>
          <a:bodyPr/>
          <a:lstStyle/>
          <a:p>
            <a:pPr eaLnBrk="1" hangingPunct="1"/>
            <a:r>
              <a:rPr lang="en-GB" altLang="en-US" b="1"/>
              <a:t>Optionality and Link Entities</a:t>
            </a:r>
          </a:p>
        </p:txBody>
      </p:sp>
      <p:grpSp>
        <p:nvGrpSpPr>
          <p:cNvPr id="1015859" name="Group 51">
            <a:extLst>
              <a:ext uri="{FF2B5EF4-FFF2-40B4-BE49-F238E27FC236}">
                <a16:creationId xmlns:a16="http://schemas.microsoft.com/office/drawing/2014/main" id="{6D746233-9EAE-F18D-68C9-9583B8C0334F}"/>
              </a:ext>
            </a:extLst>
          </p:cNvPr>
          <p:cNvGrpSpPr>
            <a:grpSpLocks/>
          </p:cNvGrpSpPr>
          <p:nvPr/>
        </p:nvGrpSpPr>
        <p:grpSpPr bwMode="auto">
          <a:xfrm>
            <a:off x="3929063" y="1155700"/>
            <a:ext cx="1196975" cy="4124325"/>
            <a:chOff x="2480" y="1314"/>
            <a:chExt cx="754" cy="2598"/>
          </a:xfrm>
        </p:grpSpPr>
        <p:sp>
          <p:nvSpPr>
            <p:cNvPr id="56386" name="Text Box 52">
              <a:extLst>
                <a:ext uri="{FF2B5EF4-FFF2-40B4-BE49-F238E27FC236}">
                  <a16:creationId xmlns:a16="http://schemas.microsoft.com/office/drawing/2014/main" id="{D6544978-66D5-C92B-9E6F-C5F310ABC8A0}"/>
                </a:ext>
              </a:extLst>
            </p:cNvPr>
            <p:cNvSpPr txBox="1">
              <a:spLocks noChangeArrowheads="1"/>
            </p:cNvSpPr>
            <p:nvPr/>
          </p:nvSpPr>
          <p:spPr bwMode="auto">
            <a:xfrm rot="15347">
              <a:off x="2480" y="2512"/>
              <a:ext cx="694" cy="326"/>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r"/>
              <a:r>
                <a:rPr lang="en-GB" altLang="en-US" sz="1400" b="1">
                  <a:solidFill>
                    <a:schemeClr val="tx1"/>
                  </a:solidFill>
                  <a:latin typeface="Times New Roman" panose="02020603050405020304" pitchFamily="18" charset="0"/>
                </a:rPr>
                <a:t>Child/ Details</a:t>
              </a:r>
            </a:p>
          </p:txBody>
        </p:sp>
        <p:sp>
          <p:nvSpPr>
            <p:cNvPr id="56387" name="Text Box 53">
              <a:extLst>
                <a:ext uri="{FF2B5EF4-FFF2-40B4-BE49-F238E27FC236}">
                  <a16:creationId xmlns:a16="http://schemas.microsoft.com/office/drawing/2014/main" id="{D3DC0A0F-D63E-223F-53EC-BFB35740C275}"/>
                </a:ext>
              </a:extLst>
            </p:cNvPr>
            <p:cNvSpPr txBox="1">
              <a:spLocks noChangeArrowheads="1"/>
            </p:cNvSpPr>
            <p:nvPr/>
          </p:nvSpPr>
          <p:spPr bwMode="auto">
            <a:xfrm rot="15347">
              <a:off x="2488" y="1314"/>
              <a:ext cx="694" cy="326"/>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r"/>
              <a:r>
                <a:rPr lang="en-GB" altLang="en-US" sz="1400" b="1">
                  <a:solidFill>
                    <a:schemeClr val="tx1"/>
                  </a:solidFill>
                  <a:latin typeface="Times New Roman" panose="02020603050405020304" pitchFamily="18" charset="0"/>
                </a:rPr>
                <a:t>Parent/ Master</a:t>
              </a:r>
            </a:p>
          </p:txBody>
        </p:sp>
        <p:sp>
          <p:nvSpPr>
            <p:cNvPr id="56388" name="Text Box 54">
              <a:extLst>
                <a:ext uri="{FF2B5EF4-FFF2-40B4-BE49-F238E27FC236}">
                  <a16:creationId xmlns:a16="http://schemas.microsoft.com/office/drawing/2014/main" id="{BE20793C-D076-A996-74DF-55C7BD471C6D}"/>
                </a:ext>
              </a:extLst>
            </p:cNvPr>
            <p:cNvSpPr txBox="1">
              <a:spLocks noChangeArrowheads="1"/>
            </p:cNvSpPr>
            <p:nvPr/>
          </p:nvSpPr>
          <p:spPr bwMode="auto">
            <a:xfrm rot="15347">
              <a:off x="2540" y="3586"/>
              <a:ext cx="694" cy="326"/>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r"/>
              <a:r>
                <a:rPr lang="en-GB" altLang="en-US" sz="1400" b="1">
                  <a:solidFill>
                    <a:schemeClr val="tx1"/>
                  </a:solidFill>
                  <a:latin typeface="Times New Roman" panose="02020603050405020304" pitchFamily="18" charset="0"/>
                </a:rPr>
                <a:t>Parent/ Master</a:t>
              </a:r>
            </a:p>
          </p:txBody>
        </p:sp>
      </p:grpSp>
      <p:grpSp>
        <p:nvGrpSpPr>
          <p:cNvPr id="55305" name="Group 6">
            <a:extLst>
              <a:ext uri="{FF2B5EF4-FFF2-40B4-BE49-F238E27FC236}">
                <a16:creationId xmlns:a16="http://schemas.microsoft.com/office/drawing/2014/main" id="{DBEFA328-38A4-31B7-716C-B881651AB7A7}"/>
              </a:ext>
            </a:extLst>
          </p:cNvPr>
          <p:cNvGrpSpPr>
            <a:grpSpLocks/>
          </p:cNvGrpSpPr>
          <p:nvPr/>
        </p:nvGrpSpPr>
        <p:grpSpPr bwMode="auto">
          <a:xfrm>
            <a:off x="1466850" y="1512888"/>
            <a:ext cx="2051050" cy="3586162"/>
            <a:chOff x="1466850" y="1512888"/>
            <a:chExt cx="2051050" cy="3586162"/>
          </a:xfrm>
        </p:grpSpPr>
        <p:sp>
          <p:nvSpPr>
            <p:cNvPr id="56369" name="Text Box 77">
              <a:extLst>
                <a:ext uri="{FF2B5EF4-FFF2-40B4-BE49-F238E27FC236}">
                  <a16:creationId xmlns:a16="http://schemas.microsoft.com/office/drawing/2014/main" id="{95E9B7FA-7B56-3EE2-0929-039D18A73B90}"/>
                </a:ext>
              </a:extLst>
            </p:cNvPr>
            <p:cNvSpPr txBox="1">
              <a:spLocks noChangeArrowheads="1"/>
            </p:cNvSpPr>
            <p:nvPr/>
          </p:nvSpPr>
          <p:spPr bwMode="auto">
            <a:xfrm rot="15347">
              <a:off x="2416175" y="2419350"/>
              <a:ext cx="1101725" cy="30480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may refer to</a:t>
              </a:r>
            </a:p>
          </p:txBody>
        </p:sp>
        <p:sp>
          <p:nvSpPr>
            <p:cNvPr id="56370" name="Text Box 78">
              <a:extLst>
                <a:ext uri="{FF2B5EF4-FFF2-40B4-BE49-F238E27FC236}">
                  <a16:creationId xmlns:a16="http://schemas.microsoft.com/office/drawing/2014/main" id="{07FFEB9E-CBF4-14F3-96BF-FD4FD06D3839}"/>
                </a:ext>
              </a:extLst>
            </p:cNvPr>
            <p:cNvSpPr txBox="1">
              <a:spLocks noChangeArrowheads="1"/>
            </p:cNvSpPr>
            <p:nvPr/>
          </p:nvSpPr>
          <p:spPr bwMode="auto">
            <a:xfrm rot="15347">
              <a:off x="2403475" y="3638550"/>
              <a:ext cx="1101725" cy="517525"/>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may be part of</a:t>
              </a:r>
            </a:p>
          </p:txBody>
        </p:sp>
        <p:sp>
          <p:nvSpPr>
            <p:cNvPr id="56371" name="AutoShape 79">
              <a:extLst>
                <a:ext uri="{FF2B5EF4-FFF2-40B4-BE49-F238E27FC236}">
                  <a16:creationId xmlns:a16="http://schemas.microsoft.com/office/drawing/2014/main" id="{A4C2E463-2AF7-329D-B7EF-AE51340CEAEC}"/>
                </a:ext>
              </a:extLst>
            </p:cNvPr>
            <p:cNvSpPr>
              <a:spLocks noChangeArrowheads="1"/>
            </p:cNvSpPr>
            <p:nvPr/>
          </p:nvSpPr>
          <p:spPr bwMode="auto">
            <a:xfrm>
              <a:off x="1609725" y="1568450"/>
              <a:ext cx="1295400" cy="88900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6372" name="AutoShape 80">
              <a:extLst>
                <a:ext uri="{FF2B5EF4-FFF2-40B4-BE49-F238E27FC236}">
                  <a16:creationId xmlns:a16="http://schemas.microsoft.com/office/drawing/2014/main" id="{2AA58AB2-374D-F5A4-F92A-51AEFB548BDD}"/>
                </a:ext>
              </a:extLst>
            </p:cNvPr>
            <p:cNvSpPr>
              <a:spLocks noChangeArrowheads="1"/>
            </p:cNvSpPr>
            <p:nvPr/>
          </p:nvSpPr>
          <p:spPr bwMode="auto">
            <a:xfrm>
              <a:off x="1546225" y="1517650"/>
              <a:ext cx="1295400" cy="889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6373" name="AutoShape 81">
              <a:extLst>
                <a:ext uri="{FF2B5EF4-FFF2-40B4-BE49-F238E27FC236}">
                  <a16:creationId xmlns:a16="http://schemas.microsoft.com/office/drawing/2014/main" id="{15A9CE5B-F306-7FDA-C49A-61FE0AB758C6}"/>
                </a:ext>
              </a:extLst>
            </p:cNvPr>
            <p:cNvSpPr>
              <a:spLocks noChangeArrowheads="1"/>
            </p:cNvSpPr>
            <p:nvPr/>
          </p:nvSpPr>
          <p:spPr bwMode="auto">
            <a:xfrm>
              <a:off x="1597025" y="4210050"/>
              <a:ext cx="1295400" cy="88900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6374" name="AutoShape 82">
              <a:extLst>
                <a:ext uri="{FF2B5EF4-FFF2-40B4-BE49-F238E27FC236}">
                  <a16:creationId xmlns:a16="http://schemas.microsoft.com/office/drawing/2014/main" id="{8DF86F40-089A-2D4E-5775-76CFD559E66F}"/>
                </a:ext>
              </a:extLst>
            </p:cNvPr>
            <p:cNvSpPr>
              <a:spLocks noChangeArrowheads="1"/>
            </p:cNvSpPr>
            <p:nvPr/>
          </p:nvSpPr>
          <p:spPr bwMode="auto">
            <a:xfrm>
              <a:off x="1533525" y="4159250"/>
              <a:ext cx="1295400" cy="889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6375" name="Line 83">
              <a:extLst>
                <a:ext uri="{FF2B5EF4-FFF2-40B4-BE49-F238E27FC236}">
                  <a16:creationId xmlns:a16="http://schemas.microsoft.com/office/drawing/2014/main" id="{4C6D6B8E-DE93-5EED-09DF-C1A895129F30}"/>
                </a:ext>
              </a:extLst>
            </p:cNvPr>
            <p:cNvSpPr>
              <a:spLocks noChangeShapeType="1"/>
            </p:cNvSpPr>
            <p:nvPr/>
          </p:nvSpPr>
          <p:spPr bwMode="auto">
            <a:xfrm flipH="1" flipV="1">
              <a:off x="2162175" y="2406650"/>
              <a:ext cx="0" cy="1739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6376" name="Line 84">
              <a:extLst>
                <a:ext uri="{FF2B5EF4-FFF2-40B4-BE49-F238E27FC236}">
                  <a16:creationId xmlns:a16="http://schemas.microsoft.com/office/drawing/2014/main" id="{4A391D87-3DE6-139E-3694-D0BA13EE18F4}"/>
                </a:ext>
              </a:extLst>
            </p:cNvPr>
            <p:cNvSpPr>
              <a:spLocks noChangeShapeType="1"/>
            </p:cNvSpPr>
            <p:nvPr/>
          </p:nvSpPr>
          <p:spPr bwMode="auto">
            <a:xfrm flipV="1">
              <a:off x="1984375" y="3803650"/>
              <a:ext cx="177800" cy="349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6377" name="Line 85">
              <a:extLst>
                <a:ext uri="{FF2B5EF4-FFF2-40B4-BE49-F238E27FC236}">
                  <a16:creationId xmlns:a16="http://schemas.microsoft.com/office/drawing/2014/main" id="{156C2E1A-78C9-FDF1-B4FC-82DE77C89921}"/>
                </a:ext>
              </a:extLst>
            </p:cNvPr>
            <p:cNvSpPr>
              <a:spLocks noChangeShapeType="1"/>
            </p:cNvSpPr>
            <p:nvPr/>
          </p:nvSpPr>
          <p:spPr bwMode="auto">
            <a:xfrm flipH="1" flipV="1">
              <a:off x="2168525" y="3810000"/>
              <a:ext cx="152400" cy="336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6378" name="Line 86">
              <a:extLst>
                <a:ext uri="{FF2B5EF4-FFF2-40B4-BE49-F238E27FC236}">
                  <a16:creationId xmlns:a16="http://schemas.microsoft.com/office/drawing/2014/main" id="{D67A4912-2D62-04D9-0D26-12CF2EBF834B}"/>
                </a:ext>
              </a:extLst>
            </p:cNvPr>
            <p:cNvSpPr>
              <a:spLocks noChangeShapeType="1"/>
            </p:cNvSpPr>
            <p:nvPr/>
          </p:nvSpPr>
          <p:spPr bwMode="auto">
            <a:xfrm>
              <a:off x="1933575" y="2400300"/>
              <a:ext cx="234950" cy="342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6379" name="Line 87">
              <a:extLst>
                <a:ext uri="{FF2B5EF4-FFF2-40B4-BE49-F238E27FC236}">
                  <a16:creationId xmlns:a16="http://schemas.microsoft.com/office/drawing/2014/main" id="{56066B39-2F77-DD8B-663D-EE294DE7EDA2}"/>
                </a:ext>
              </a:extLst>
            </p:cNvPr>
            <p:cNvSpPr>
              <a:spLocks noChangeShapeType="1"/>
            </p:cNvSpPr>
            <p:nvPr/>
          </p:nvSpPr>
          <p:spPr bwMode="auto">
            <a:xfrm flipV="1">
              <a:off x="2162175" y="2400300"/>
              <a:ext cx="177800" cy="3492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6380" name="Oval 88">
              <a:extLst>
                <a:ext uri="{FF2B5EF4-FFF2-40B4-BE49-F238E27FC236}">
                  <a16:creationId xmlns:a16="http://schemas.microsoft.com/office/drawing/2014/main" id="{927D129C-0F9A-213B-DFA6-6133E64CED72}"/>
                </a:ext>
              </a:extLst>
            </p:cNvPr>
            <p:cNvSpPr>
              <a:spLocks noChangeArrowheads="1"/>
            </p:cNvSpPr>
            <p:nvPr/>
          </p:nvSpPr>
          <p:spPr bwMode="auto">
            <a:xfrm>
              <a:off x="2098675" y="2755900"/>
              <a:ext cx="127000" cy="114300"/>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6381" name="Line 90">
              <a:extLst>
                <a:ext uri="{FF2B5EF4-FFF2-40B4-BE49-F238E27FC236}">
                  <a16:creationId xmlns:a16="http://schemas.microsoft.com/office/drawing/2014/main" id="{85AD79ED-32A4-66C3-3AC3-68E7B125AEC2}"/>
                </a:ext>
              </a:extLst>
            </p:cNvPr>
            <p:cNvSpPr>
              <a:spLocks noChangeShapeType="1"/>
            </p:cNvSpPr>
            <p:nvPr/>
          </p:nvSpPr>
          <p:spPr bwMode="auto">
            <a:xfrm>
              <a:off x="1552575" y="1828800"/>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6382" name="Text Box 91">
              <a:extLst>
                <a:ext uri="{FF2B5EF4-FFF2-40B4-BE49-F238E27FC236}">
                  <a16:creationId xmlns:a16="http://schemas.microsoft.com/office/drawing/2014/main" id="{F1B0D004-EC8B-5B03-B8E3-3B43E8C5E00E}"/>
                </a:ext>
              </a:extLst>
            </p:cNvPr>
            <p:cNvSpPr txBox="1">
              <a:spLocks noChangeArrowheads="1"/>
            </p:cNvSpPr>
            <p:nvPr/>
          </p:nvSpPr>
          <p:spPr bwMode="auto">
            <a:xfrm>
              <a:off x="1492250" y="1512888"/>
              <a:ext cx="1389063" cy="32861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ORDER</a:t>
              </a:r>
              <a:endParaRPr lang="en-GB" altLang="en-US" sz="1200" b="1">
                <a:solidFill>
                  <a:schemeClr val="tx1"/>
                </a:solidFill>
                <a:latin typeface="Times New Roman" panose="02020603050405020304" pitchFamily="18" charset="0"/>
              </a:endParaRPr>
            </a:p>
          </p:txBody>
        </p:sp>
        <p:sp>
          <p:nvSpPr>
            <p:cNvPr id="56383" name="Line 92">
              <a:extLst>
                <a:ext uri="{FF2B5EF4-FFF2-40B4-BE49-F238E27FC236}">
                  <a16:creationId xmlns:a16="http://schemas.microsoft.com/office/drawing/2014/main" id="{40F8CF36-CD91-7E29-EFF0-FEDC20B10F79}"/>
                </a:ext>
              </a:extLst>
            </p:cNvPr>
            <p:cNvSpPr>
              <a:spLocks noChangeShapeType="1"/>
            </p:cNvSpPr>
            <p:nvPr/>
          </p:nvSpPr>
          <p:spPr bwMode="auto">
            <a:xfrm>
              <a:off x="1527175" y="4470400"/>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6384" name="Text Box 93">
              <a:extLst>
                <a:ext uri="{FF2B5EF4-FFF2-40B4-BE49-F238E27FC236}">
                  <a16:creationId xmlns:a16="http://schemas.microsoft.com/office/drawing/2014/main" id="{AFCE897A-5C89-B967-800F-366FFF05B035}"/>
                </a:ext>
              </a:extLst>
            </p:cNvPr>
            <p:cNvSpPr txBox="1">
              <a:spLocks noChangeArrowheads="1"/>
            </p:cNvSpPr>
            <p:nvPr/>
          </p:nvSpPr>
          <p:spPr bwMode="auto">
            <a:xfrm>
              <a:off x="1466850" y="4154488"/>
              <a:ext cx="1389063" cy="32861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STOCK ITEM</a:t>
              </a:r>
              <a:endParaRPr lang="en-GB" altLang="en-US" sz="1200" b="1">
                <a:solidFill>
                  <a:schemeClr val="tx1"/>
                </a:solidFill>
                <a:latin typeface="Times New Roman" panose="02020603050405020304" pitchFamily="18" charset="0"/>
              </a:endParaRPr>
            </a:p>
          </p:txBody>
        </p:sp>
        <p:cxnSp>
          <p:nvCxnSpPr>
            <p:cNvPr id="56385" name="Straight Connector 4">
              <a:extLst>
                <a:ext uri="{FF2B5EF4-FFF2-40B4-BE49-F238E27FC236}">
                  <a16:creationId xmlns:a16="http://schemas.microsoft.com/office/drawing/2014/main" id="{1CEF53D8-E6A1-1860-041D-5D922AC0B3B8}"/>
                </a:ext>
              </a:extLst>
            </p:cNvPr>
            <p:cNvCxnSpPr>
              <a:cxnSpLocks noChangeShapeType="1"/>
            </p:cNvCxnSpPr>
            <p:nvPr/>
          </p:nvCxnSpPr>
          <p:spPr bwMode="auto">
            <a:xfrm flipV="1">
              <a:off x="2051050" y="3832225"/>
              <a:ext cx="269875" cy="1"/>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 name="Group 5">
            <a:extLst>
              <a:ext uri="{FF2B5EF4-FFF2-40B4-BE49-F238E27FC236}">
                <a16:creationId xmlns:a16="http://schemas.microsoft.com/office/drawing/2014/main" id="{D97B070A-AC4E-A9DA-9928-3E1A02C72092}"/>
              </a:ext>
            </a:extLst>
          </p:cNvPr>
          <p:cNvGrpSpPr>
            <a:grpSpLocks/>
          </p:cNvGrpSpPr>
          <p:nvPr/>
        </p:nvGrpSpPr>
        <p:grpSpPr bwMode="auto">
          <a:xfrm>
            <a:off x="4984750" y="966788"/>
            <a:ext cx="2287588" cy="4691062"/>
            <a:chOff x="4984750" y="966788"/>
            <a:chExt cx="2287588" cy="4691062"/>
          </a:xfrm>
        </p:grpSpPr>
        <p:grpSp>
          <p:nvGrpSpPr>
            <p:cNvPr id="56326" name="Group 113">
              <a:extLst>
                <a:ext uri="{FF2B5EF4-FFF2-40B4-BE49-F238E27FC236}">
                  <a16:creationId xmlns:a16="http://schemas.microsoft.com/office/drawing/2014/main" id="{053E8A5B-CB58-E94B-93A8-0F5043C7B7AE}"/>
                </a:ext>
              </a:extLst>
            </p:cNvPr>
            <p:cNvGrpSpPr>
              <a:grpSpLocks/>
            </p:cNvGrpSpPr>
            <p:nvPr/>
          </p:nvGrpSpPr>
          <p:grpSpPr bwMode="auto">
            <a:xfrm>
              <a:off x="5200650" y="4718050"/>
              <a:ext cx="1404938" cy="939800"/>
              <a:chOff x="3276" y="2972"/>
              <a:chExt cx="885" cy="592"/>
            </a:xfrm>
          </p:grpSpPr>
          <p:sp>
            <p:nvSpPr>
              <p:cNvPr id="56365" name="AutoShape 70">
                <a:extLst>
                  <a:ext uri="{FF2B5EF4-FFF2-40B4-BE49-F238E27FC236}">
                    <a16:creationId xmlns:a16="http://schemas.microsoft.com/office/drawing/2014/main" id="{E73F6A28-0CF6-3020-F9AC-2B185793B749}"/>
                  </a:ext>
                </a:extLst>
              </p:cNvPr>
              <p:cNvSpPr>
                <a:spLocks noChangeArrowheads="1"/>
              </p:cNvSpPr>
              <p:nvPr/>
            </p:nvSpPr>
            <p:spPr bwMode="auto">
              <a:xfrm>
                <a:off x="3345" y="3004"/>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6366" name="AutoShape 71">
                <a:extLst>
                  <a:ext uri="{FF2B5EF4-FFF2-40B4-BE49-F238E27FC236}">
                    <a16:creationId xmlns:a16="http://schemas.microsoft.com/office/drawing/2014/main" id="{F8E3CD06-A487-95DE-6B18-6E6EAC92DFA9}"/>
                  </a:ext>
                </a:extLst>
              </p:cNvPr>
              <p:cNvSpPr>
                <a:spLocks noChangeArrowheads="1"/>
              </p:cNvSpPr>
              <p:nvPr/>
            </p:nvSpPr>
            <p:spPr bwMode="auto">
              <a:xfrm>
                <a:off x="3305" y="2972"/>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6367" name="Line 103">
                <a:extLst>
                  <a:ext uri="{FF2B5EF4-FFF2-40B4-BE49-F238E27FC236}">
                    <a16:creationId xmlns:a16="http://schemas.microsoft.com/office/drawing/2014/main" id="{982A8335-3C27-C784-A028-7AF4E40B5F7C}"/>
                  </a:ext>
                </a:extLst>
              </p:cNvPr>
              <p:cNvSpPr>
                <a:spLocks noChangeShapeType="1"/>
              </p:cNvSpPr>
              <p:nvPr/>
            </p:nvSpPr>
            <p:spPr bwMode="auto">
              <a:xfrm>
                <a:off x="3314" y="3176"/>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6368" name="Text Box 104">
                <a:extLst>
                  <a:ext uri="{FF2B5EF4-FFF2-40B4-BE49-F238E27FC236}">
                    <a16:creationId xmlns:a16="http://schemas.microsoft.com/office/drawing/2014/main" id="{C70C0512-3B84-326B-D575-4348711D5536}"/>
                  </a:ext>
                </a:extLst>
              </p:cNvPr>
              <p:cNvSpPr txBox="1">
                <a:spLocks noChangeArrowheads="1"/>
              </p:cNvSpPr>
              <p:nvPr/>
            </p:nvSpPr>
            <p:spPr bwMode="auto">
              <a:xfrm>
                <a:off x="3276" y="2977"/>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200" b="1">
                    <a:solidFill>
                      <a:schemeClr val="tx1"/>
                    </a:solidFill>
                    <a:latin typeface="Times New Roman" panose="02020603050405020304" pitchFamily="18" charset="0"/>
                  </a:rPr>
                  <a:t>STOCK ITEM</a:t>
                </a:r>
              </a:p>
            </p:txBody>
          </p:sp>
        </p:grpSp>
        <p:grpSp>
          <p:nvGrpSpPr>
            <p:cNvPr id="56327" name="Group 114">
              <a:extLst>
                <a:ext uri="{FF2B5EF4-FFF2-40B4-BE49-F238E27FC236}">
                  <a16:creationId xmlns:a16="http://schemas.microsoft.com/office/drawing/2014/main" id="{30246534-CEFB-977D-E6C6-CB2D09854081}"/>
                </a:ext>
              </a:extLst>
            </p:cNvPr>
            <p:cNvGrpSpPr>
              <a:grpSpLocks/>
            </p:cNvGrpSpPr>
            <p:nvPr/>
          </p:nvGrpSpPr>
          <p:grpSpPr bwMode="auto">
            <a:xfrm>
              <a:off x="5099050" y="966788"/>
              <a:ext cx="1436688" cy="954087"/>
              <a:chOff x="3212" y="609"/>
              <a:chExt cx="905" cy="601"/>
            </a:xfrm>
          </p:grpSpPr>
          <p:sp>
            <p:nvSpPr>
              <p:cNvPr id="56358" name="AutoShape 72">
                <a:extLst>
                  <a:ext uri="{FF2B5EF4-FFF2-40B4-BE49-F238E27FC236}">
                    <a16:creationId xmlns:a16="http://schemas.microsoft.com/office/drawing/2014/main" id="{0F68F17D-E911-6855-DBF0-8AAEAA613F6B}"/>
                  </a:ext>
                </a:extLst>
              </p:cNvPr>
              <p:cNvSpPr>
                <a:spLocks noChangeArrowheads="1"/>
              </p:cNvSpPr>
              <p:nvPr/>
            </p:nvSpPr>
            <p:spPr bwMode="auto">
              <a:xfrm>
                <a:off x="3301" y="650"/>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6359" name="AutoShape 73">
                <a:extLst>
                  <a:ext uri="{FF2B5EF4-FFF2-40B4-BE49-F238E27FC236}">
                    <a16:creationId xmlns:a16="http://schemas.microsoft.com/office/drawing/2014/main" id="{1EA61329-07CA-702F-2C0D-3E333EA8CFB7}"/>
                  </a:ext>
                </a:extLst>
              </p:cNvPr>
              <p:cNvSpPr>
                <a:spLocks noChangeArrowheads="1"/>
              </p:cNvSpPr>
              <p:nvPr/>
            </p:nvSpPr>
            <p:spPr bwMode="auto">
              <a:xfrm>
                <a:off x="3261" y="618"/>
                <a:ext cx="816" cy="560"/>
              </a:xfrm>
              <a:prstGeom prst="flowChartAlternateProcess">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6360" name="Text Box 74">
                <a:extLst>
                  <a:ext uri="{FF2B5EF4-FFF2-40B4-BE49-F238E27FC236}">
                    <a16:creationId xmlns:a16="http://schemas.microsoft.com/office/drawing/2014/main" id="{55F323D8-8FA9-DDE5-C0A8-7982163DD93E}"/>
                  </a:ext>
                </a:extLst>
              </p:cNvPr>
              <p:cNvSpPr txBox="1">
                <a:spLocks noChangeArrowheads="1"/>
              </p:cNvSpPr>
              <p:nvPr/>
            </p:nvSpPr>
            <p:spPr bwMode="auto">
              <a:xfrm>
                <a:off x="3263" y="643"/>
                <a:ext cx="811" cy="415"/>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endParaRPr lang="en-GB" altLang="en-US" sz="1400" b="1">
                  <a:solidFill>
                    <a:schemeClr val="bg2"/>
                  </a:solidFill>
                  <a:latin typeface="Times New Roman" panose="02020603050405020304" pitchFamily="18" charset="0"/>
                </a:endParaRPr>
              </a:p>
              <a:p>
                <a:pPr algn="ctr"/>
                <a:r>
                  <a:rPr lang="en-GB" altLang="en-US" sz="1400" b="1">
                    <a:solidFill>
                      <a:schemeClr val="bg2"/>
                    </a:solidFill>
                    <a:latin typeface="Times New Roman" panose="02020603050405020304" pitchFamily="18" charset="0"/>
                  </a:rPr>
                  <a:t>Doctor </a:t>
                </a:r>
                <a:endParaRPr lang="en-GB" altLang="en-US" sz="1200" b="1">
                  <a:solidFill>
                    <a:schemeClr val="tx1"/>
                  </a:solidFill>
                  <a:latin typeface="Times New Roman" panose="02020603050405020304" pitchFamily="18" charset="0"/>
                </a:endParaRPr>
              </a:p>
            </p:txBody>
          </p:sp>
          <p:sp>
            <p:nvSpPr>
              <p:cNvPr id="56361" name="AutoShape 75">
                <a:extLst>
                  <a:ext uri="{FF2B5EF4-FFF2-40B4-BE49-F238E27FC236}">
                    <a16:creationId xmlns:a16="http://schemas.microsoft.com/office/drawing/2014/main" id="{9F7FD630-EDCB-94F6-9839-AA8D86DFF303}"/>
                  </a:ext>
                </a:extLst>
              </p:cNvPr>
              <p:cNvSpPr>
                <a:spLocks noChangeArrowheads="1"/>
              </p:cNvSpPr>
              <p:nvPr/>
            </p:nvSpPr>
            <p:spPr bwMode="auto">
              <a:xfrm>
                <a:off x="3261" y="618"/>
                <a:ext cx="816" cy="560"/>
              </a:xfrm>
              <a:prstGeom prst="flowChartAlternateProcess">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6362" name="AutoShape 76">
                <a:extLst>
                  <a:ext uri="{FF2B5EF4-FFF2-40B4-BE49-F238E27FC236}">
                    <a16:creationId xmlns:a16="http://schemas.microsoft.com/office/drawing/2014/main" id="{BDB262AC-0554-B19E-971D-FDD6EE1D5E7D}"/>
                  </a:ext>
                </a:extLst>
              </p:cNvPr>
              <p:cNvSpPr>
                <a:spLocks noChangeArrowheads="1"/>
              </p:cNvSpPr>
              <p:nvPr/>
            </p:nvSpPr>
            <p:spPr bwMode="auto">
              <a:xfrm>
                <a:off x="3261" y="618"/>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6363" name="Line 105">
                <a:extLst>
                  <a:ext uri="{FF2B5EF4-FFF2-40B4-BE49-F238E27FC236}">
                    <a16:creationId xmlns:a16="http://schemas.microsoft.com/office/drawing/2014/main" id="{307EBB45-1204-247C-A44C-A50B8CB04E38}"/>
                  </a:ext>
                </a:extLst>
              </p:cNvPr>
              <p:cNvSpPr>
                <a:spLocks noChangeShapeType="1"/>
              </p:cNvSpPr>
              <p:nvPr/>
            </p:nvSpPr>
            <p:spPr bwMode="auto">
              <a:xfrm>
                <a:off x="3250" y="808"/>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6364" name="Text Box 106">
                <a:extLst>
                  <a:ext uri="{FF2B5EF4-FFF2-40B4-BE49-F238E27FC236}">
                    <a16:creationId xmlns:a16="http://schemas.microsoft.com/office/drawing/2014/main" id="{D13A4451-2CDE-83D6-E42C-FA4C5700BA36}"/>
                  </a:ext>
                </a:extLst>
              </p:cNvPr>
              <p:cNvSpPr txBox="1">
                <a:spLocks noChangeArrowheads="1"/>
              </p:cNvSpPr>
              <p:nvPr/>
            </p:nvSpPr>
            <p:spPr bwMode="auto">
              <a:xfrm>
                <a:off x="3212" y="609"/>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ORDER</a:t>
                </a:r>
                <a:endParaRPr lang="en-GB" altLang="en-US" sz="1200" b="1">
                  <a:solidFill>
                    <a:schemeClr val="tx1"/>
                  </a:solidFill>
                  <a:latin typeface="Times New Roman" panose="02020603050405020304" pitchFamily="18" charset="0"/>
                </a:endParaRPr>
              </a:p>
            </p:txBody>
          </p:sp>
        </p:grpSp>
        <p:grpSp>
          <p:nvGrpSpPr>
            <p:cNvPr id="56328" name="Group 112">
              <a:extLst>
                <a:ext uri="{FF2B5EF4-FFF2-40B4-BE49-F238E27FC236}">
                  <a16:creationId xmlns:a16="http://schemas.microsoft.com/office/drawing/2014/main" id="{6A4BF260-02D2-87BF-92CE-3C976542AF5B}"/>
                </a:ext>
              </a:extLst>
            </p:cNvPr>
            <p:cNvGrpSpPr>
              <a:grpSpLocks/>
            </p:cNvGrpSpPr>
            <p:nvPr/>
          </p:nvGrpSpPr>
          <p:grpSpPr bwMode="auto">
            <a:xfrm>
              <a:off x="4984750" y="2768600"/>
              <a:ext cx="1630363" cy="939800"/>
              <a:chOff x="3140" y="1744"/>
              <a:chExt cx="1027" cy="592"/>
            </a:xfrm>
          </p:grpSpPr>
          <p:sp>
            <p:nvSpPr>
              <p:cNvPr id="56348" name="AutoShape 62">
                <a:extLst>
                  <a:ext uri="{FF2B5EF4-FFF2-40B4-BE49-F238E27FC236}">
                    <a16:creationId xmlns:a16="http://schemas.microsoft.com/office/drawing/2014/main" id="{CF8ED598-E053-50F2-BA7F-4B8D712471DD}"/>
                  </a:ext>
                </a:extLst>
              </p:cNvPr>
              <p:cNvSpPr>
                <a:spLocks noChangeArrowheads="1"/>
              </p:cNvSpPr>
              <p:nvPr/>
            </p:nvSpPr>
            <p:spPr bwMode="auto">
              <a:xfrm>
                <a:off x="3281" y="1776"/>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6349" name="AutoShape 63">
                <a:extLst>
                  <a:ext uri="{FF2B5EF4-FFF2-40B4-BE49-F238E27FC236}">
                    <a16:creationId xmlns:a16="http://schemas.microsoft.com/office/drawing/2014/main" id="{D047B352-23A8-19A3-3321-48200FD1F787}"/>
                  </a:ext>
                </a:extLst>
              </p:cNvPr>
              <p:cNvSpPr>
                <a:spLocks noChangeArrowheads="1"/>
              </p:cNvSpPr>
              <p:nvPr/>
            </p:nvSpPr>
            <p:spPr bwMode="auto">
              <a:xfrm>
                <a:off x="3241" y="1744"/>
                <a:ext cx="816" cy="560"/>
              </a:xfrm>
              <a:prstGeom prst="flowChartAlternateProcess">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6350" name="Text Box 64">
                <a:extLst>
                  <a:ext uri="{FF2B5EF4-FFF2-40B4-BE49-F238E27FC236}">
                    <a16:creationId xmlns:a16="http://schemas.microsoft.com/office/drawing/2014/main" id="{B8B99C3B-857D-1EC4-20DF-E7E1E2ACAB11}"/>
                  </a:ext>
                </a:extLst>
              </p:cNvPr>
              <p:cNvSpPr txBox="1">
                <a:spLocks noChangeArrowheads="1"/>
              </p:cNvSpPr>
              <p:nvPr/>
            </p:nvSpPr>
            <p:spPr bwMode="auto">
              <a:xfrm>
                <a:off x="3243" y="1769"/>
                <a:ext cx="811" cy="415"/>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endParaRPr lang="en-GB" altLang="en-US" sz="1400" b="1">
                  <a:solidFill>
                    <a:schemeClr val="bg2"/>
                  </a:solidFill>
                  <a:latin typeface="Times New Roman" panose="02020603050405020304" pitchFamily="18" charset="0"/>
                </a:endParaRPr>
              </a:p>
              <a:p>
                <a:pPr algn="ctr"/>
                <a:r>
                  <a:rPr lang="en-GB" altLang="en-US" sz="1400" b="1">
                    <a:solidFill>
                      <a:schemeClr val="bg2"/>
                    </a:solidFill>
                    <a:latin typeface="Times New Roman" panose="02020603050405020304" pitchFamily="18" charset="0"/>
                  </a:rPr>
                  <a:t>Appointment</a:t>
                </a:r>
                <a:endParaRPr lang="en-GB" altLang="en-US" sz="1200" b="1">
                  <a:solidFill>
                    <a:schemeClr val="tx1"/>
                  </a:solidFill>
                  <a:latin typeface="Times New Roman" panose="02020603050405020304" pitchFamily="18" charset="0"/>
                </a:endParaRPr>
              </a:p>
            </p:txBody>
          </p:sp>
          <p:sp>
            <p:nvSpPr>
              <p:cNvPr id="56351" name="AutoShape 65">
                <a:extLst>
                  <a:ext uri="{FF2B5EF4-FFF2-40B4-BE49-F238E27FC236}">
                    <a16:creationId xmlns:a16="http://schemas.microsoft.com/office/drawing/2014/main" id="{DA6B1599-0587-676E-45FE-A48054B9CA49}"/>
                  </a:ext>
                </a:extLst>
              </p:cNvPr>
              <p:cNvSpPr>
                <a:spLocks noChangeArrowheads="1"/>
              </p:cNvSpPr>
              <p:nvPr/>
            </p:nvSpPr>
            <p:spPr bwMode="auto">
              <a:xfrm>
                <a:off x="3281" y="1776"/>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6352" name="AutoShape 66">
                <a:extLst>
                  <a:ext uri="{FF2B5EF4-FFF2-40B4-BE49-F238E27FC236}">
                    <a16:creationId xmlns:a16="http://schemas.microsoft.com/office/drawing/2014/main" id="{E7DB60CF-706A-F679-6977-44CA404E504B}"/>
                  </a:ext>
                </a:extLst>
              </p:cNvPr>
              <p:cNvSpPr>
                <a:spLocks noChangeArrowheads="1"/>
              </p:cNvSpPr>
              <p:nvPr/>
            </p:nvSpPr>
            <p:spPr bwMode="auto">
              <a:xfrm>
                <a:off x="3241" y="1744"/>
                <a:ext cx="816" cy="560"/>
              </a:xfrm>
              <a:prstGeom prst="flowChartAlternateProcess">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6353" name="Text Box 67">
                <a:extLst>
                  <a:ext uri="{FF2B5EF4-FFF2-40B4-BE49-F238E27FC236}">
                    <a16:creationId xmlns:a16="http://schemas.microsoft.com/office/drawing/2014/main" id="{9B192349-8EE3-7FCC-9D61-4E3FE9B5BEBF}"/>
                  </a:ext>
                </a:extLst>
              </p:cNvPr>
              <p:cNvSpPr txBox="1">
                <a:spLocks noChangeArrowheads="1"/>
              </p:cNvSpPr>
              <p:nvPr/>
            </p:nvSpPr>
            <p:spPr bwMode="auto">
              <a:xfrm>
                <a:off x="3243" y="1769"/>
                <a:ext cx="811" cy="415"/>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endParaRPr lang="en-GB" altLang="en-US" sz="1400" b="1">
                  <a:solidFill>
                    <a:schemeClr val="bg2"/>
                  </a:solidFill>
                  <a:latin typeface="Times New Roman" panose="02020603050405020304" pitchFamily="18" charset="0"/>
                </a:endParaRPr>
              </a:p>
              <a:p>
                <a:pPr algn="ctr"/>
                <a:r>
                  <a:rPr lang="en-GB" altLang="en-US" sz="1400" b="1">
                    <a:solidFill>
                      <a:schemeClr val="bg2"/>
                    </a:solidFill>
                    <a:latin typeface="Times New Roman" panose="02020603050405020304" pitchFamily="18" charset="0"/>
                  </a:rPr>
                  <a:t>Appointment</a:t>
                </a:r>
                <a:endParaRPr lang="en-GB" altLang="en-US" sz="1200" b="1">
                  <a:solidFill>
                    <a:schemeClr val="tx1"/>
                  </a:solidFill>
                  <a:latin typeface="Times New Roman" panose="02020603050405020304" pitchFamily="18" charset="0"/>
                </a:endParaRPr>
              </a:p>
            </p:txBody>
          </p:sp>
          <p:sp>
            <p:nvSpPr>
              <p:cNvPr id="56354" name="AutoShape 68">
                <a:extLst>
                  <a:ext uri="{FF2B5EF4-FFF2-40B4-BE49-F238E27FC236}">
                    <a16:creationId xmlns:a16="http://schemas.microsoft.com/office/drawing/2014/main" id="{50360D32-0AD3-A48E-81DE-0505405730C7}"/>
                  </a:ext>
                </a:extLst>
              </p:cNvPr>
              <p:cNvSpPr>
                <a:spLocks noChangeArrowheads="1"/>
              </p:cNvSpPr>
              <p:nvPr/>
            </p:nvSpPr>
            <p:spPr bwMode="auto">
              <a:xfrm>
                <a:off x="3281" y="1776"/>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6355" name="AutoShape 69">
                <a:extLst>
                  <a:ext uri="{FF2B5EF4-FFF2-40B4-BE49-F238E27FC236}">
                    <a16:creationId xmlns:a16="http://schemas.microsoft.com/office/drawing/2014/main" id="{39F7D31C-CB1F-C9D1-D2BA-6E06B2D89B61}"/>
                  </a:ext>
                </a:extLst>
              </p:cNvPr>
              <p:cNvSpPr>
                <a:spLocks noChangeArrowheads="1"/>
              </p:cNvSpPr>
              <p:nvPr/>
            </p:nvSpPr>
            <p:spPr bwMode="auto">
              <a:xfrm>
                <a:off x="3241" y="1744"/>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6356" name="Line 107">
                <a:extLst>
                  <a:ext uri="{FF2B5EF4-FFF2-40B4-BE49-F238E27FC236}">
                    <a16:creationId xmlns:a16="http://schemas.microsoft.com/office/drawing/2014/main" id="{ABC8A76A-DCFF-B003-F13D-72C452C1A362}"/>
                  </a:ext>
                </a:extLst>
              </p:cNvPr>
              <p:cNvSpPr>
                <a:spLocks noChangeShapeType="1"/>
              </p:cNvSpPr>
              <p:nvPr/>
            </p:nvSpPr>
            <p:spPr bwMode="auto">
              <a:xfrm>
                <a:off x="3242" y="1928"/>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56357" name="Text Box 108">
                <a:extLst>
                  <a:ext uri="{FF2B5EF4-FFF2-40B4-BE49-F238E27FC236}">
                    <a16:creationId xmlns:a16="http://schemas.microsoft.com/office/drawing/2014/main" id="{046A43C4-DC57-FC7D-73FF-A1D9CC3F69B1}"/>
                  </a:ext>
                </a:extLst>
              </p:cNvPr>
              <p:cNvSpPr txBox="1">
                <a:spLocks noChangeArrowheads="1"/>
              </p:cNvSpPr>
              <p:nvPr/>
            </p:nvSpPr>
            <p:spPr bwMode="auto">
              <a:xfrm>
                <a:off x="3140" y="1769"/>
                <a:ext cx="1027"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b="1">
                    <a:solidFill>
                      <a:schemeClr val="tx1"/>
                    </a:solidFill>
                    <a:latin typeface="Times New Roman" panose="02020603050405020304" pitchFamily="18" charset="0"/>
                  </a:rPr>
                  <a:t>ORDER-LINE</a:t>
                </a:r>
              </a:p>
            </p:txBody>
          </p:sp>
        </p:grpSp>
        <p:cxnSp>
          <p:nvCxnSpPr>
            <p:cNvPr id="56329" name="Straight Connector 8">
              <a:extLst>
                <a:ext uri="{FF2B5EF4-FFF2-40B4-BE49-F238E27FC236}">
                  <a16:creationId xmlns:a16="http://schemas.microsoft.com/office/drawing/2014/main" id="{18713901-26F7-E8A5-5A5E-A032DEAF4302}"/>
                </a:ext>
              </a:extLst>
            </p:cNvPr>
            <p:cNvCxnSpPr>
              <a:cxnSpLocks noChangeShapeType="1"/>
            </p:cNvCxnSpPr>
            <p:nvPr/>
          </p:nvCxnSpPr>
          <p:spPr bwMode="auto">
            <a:xfrm flipV="1">
              <a:off x="5734050" y="2571750"/>
              <a:ext cx="230188" cy="4763"/>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6330" name="Group 2">
              <a:extLst>
                <a:ext uri="{FF2B5EF4-FFF2-40B4-BE49-F238E27FC236}">
                  <a16:creationId xmlns:a16="http://schemas.microsoft.com/office/drawing/2014/main" id="{8A268DDE-63B8-4D02-8A28-E9CDACA8573B}"/>
                </a:ext>
              </a:extLst>
            </p:cNvPr>
            <p:cNvGrpSpPr>
              <a:grpSpLocks/>
            </p:cNvGrpSpPr>
            <p:nvPr/>
          </p:nvGrpSpPr>
          <p:grpSpPr bwMode="auto">
            <a:xfrm>
              <a:off x="5654675" y="3657600"/>
              <a:ext cx="1433513" cy="1062038"/>
              <a:chOff x="5654675" y="3657600"/>
              <a:chExt cx="1433513" cy="1062038"/>
            </a:xfrm>
          </p:grpSpPr>
          <p:grpSp>
            <p:nvGrpSpPr>
              <p:cNvPr id="56339" name="Group 111">
                <a:extLst>
                  <a:ext uri="{FF2B5EF4-FFF2-40B4-BE49-F238E27FC236}">
                    <a16:creationId xmlns:a16="http://schemas.microsoft.com/office/drawing/2014/main" id="{FD4530C4-8183-D999-89FB-F44807ADC700}"/>
                  </a:ext>
                </a:extLst>
              </p:cNvPr>
              <p:cNvGrpSpPr>
                <a:grpSpLocks/>
              </p:cNvGrpSpPr>
              <p:nvPr/>
            </p:nvGrpSpPr>
            <p:grpSpPr bwMode="auto">
              <a:xfrm>
                <a:off x="5654675" y="3657600"/>
                <a:ext cx="1433513" cy="1062038"/>
                <a:chOff x="3562" y="2304"/>
                <a:chExt cx="903" cy="669"/>
              </a:xfrm>
            </p:grpSpPr>
            <p:sp>
              <p:nvSpPr>
                <p:cNvPr id="56341" name="Text Box 55">
                  <a:extLst>
                    <a:ext uri="{FF2B5EF4-FFF2-40B4-BE49-F238E27FC236}">
                      <a16:creationId xmlns:a16="http://schemas.microsoft.com/office/drawing/2014/main" id="{CA04AA66-D7F5-98F9-43C6-E4CA4F774594}"/>
                    </a:ext>
                  </a:extLst>
                </p:cNvPr>
                <p:cNvSpPr txBox="1">
                  <a:spLocks noChangeArrowheads="1"/>
                </p:cNvSpPr>
                <p:nvPr/>
              </p:nvSpPr>
              <p:spPr bwMode="auto">
                <a:xfrm rot="15347">
                  <a:off x="3771" y="2800"/>
                  <a:ext cx="694"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may be part of</a:t>
                  </a:r>
                </a:p>
              </p:txBody>
            </p:sp>
            <p:sp>
              <p:nvSpPr>
                <p:cNvPr id="56342" name="Text Box 56">
                  <a:extLst>
                    <a:ext uri="{FF2B5EF4-FFF2-40B4-BE49-F238E27FC236}">
                      <a16:creationId xmlns:a16="http://schemas.microsoft.com/office/drawing/2014/main" id="{E0540C7B-2BF2-36EC-E48A-144D04C1274E}"/>
                    </a:ext>
                  </a:extLst>
                </p:cNvPr>
                <p:cNvSpPr txBox="1">
                  <a:spLocks noChangeArrowheads="1"/>
                </p:cNvSpPr>
                <p:nvPr/>
              </p:nvSpPr>
              <p:spPr bwMode="auto">
                <a:xfrm rot="15347">
                  <a:off x="3767" y="2318"/>
                  <a:ext cx="694"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refers to</a:t>
                  </a:r>
                </a:p>
              </p:txBody>
            </p:sp>
            <p:sp>
              <p:nvSpPr>
                <p:cNvPr id="56343" name="Line 95">
                  <a:extLst>
                    <a:ext uri="{FF2B5EF4-FFF2-40B4-BE49-F238E27FC236}">
                      <a16:creationId xmlns:a16="http://schemas.microsoft.com/office/drawing/2014/main" id="{40721CCA-2013-9AE9-D9A4-98D3231F2391}"/>
                    </a:ext>
                  </a:extLst>
                </p:cNvPr>
                <p:cNvSpPr>
                  <a:spLocks noChangeShapeType="1"/>
                </p:cNvSpPr>
                <p:nvPr/>
              </p:nvSpPr>
              <p:spPr bwMode="auto">
                <a:xfrm flipH="1" flipV="1">
                  <a:off x="3706" y="2308"/>
                  <a:ext cx="0" cy="6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6344" name="Line 96">
                  <a:extLst>
                    <a:ext uri="{FF2B5EF4-FFF2-40B4-BE49-F238E27FC236}">
                      <a16:creationId xmlns:a16="http://schemas.microsoft.com/office/drawing/2014/main" id="{A09E9A95-4DB3-4389-020F-14F13A2B27B2}"/>
                    </a:ext>
                  </a:extLst>
                </p:cNvPr>
                <p:cNvSpPr>
                  <a:spLocks noChangeShapeType="1"/>
                </p:cNvSpPr>
                <p:nvPr/>
              </p:nvSpPr>
              <p:spPr bwMode="auto">
                <a:xfrm>
                  <a:off x="3562" y="2304"/>
                  <a:ext cx="148" cy="2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6345" name="Line 97">
                  <a:extLst>
                    <a:ext uri="{FF2B5EF4-FFF2-40B4-BE49-F238E27FC236}">
                      <a16:creationId xmlns:a16="http://schemas.microsoft.com/office/drawing/2014/main" id="{486BE9C2-611F-B913-EE6E-585874834543}"/>
                    </a:ext>
                  </a:extLst>
                </p:cNvPr>
                <p:cNvSpPr>
                  <a:spLocks noChangeShapeType="1"/>
                </p:cNvSpPr>
                <p:nvPr/>
              </p:nvSpPr>
              <p:spPr bwMode="auto">
                <a:xfrm flipV="1">
                  <a:off x="3706" y="2304"/>
                  <a:ext cx="112" cy="2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6346" name="Oval 100">
                  <a:extLst>
                    <a:ext uri="{FF2B5EF4-FFF2-40B4-BE49-F238E27FC236}">
                      <a16:creationId xmlns:a16="http://schemas.microsoft.com/office/drawing/2014/main" id="{EAF853E6-9C57-BCA2-B34E-A6FE524EAD8E}"/>
                    </a:ext>
                  </a:extLst>
                </p:cNvPr>
                <p:cNvSpPr>
                  <a:spLocks noChangeArrowheads="1"/>
                </p:cNvSpPr>
                <p:nvPr/>
              </p:nvSpPr>
              <p:spPr bwMode="auto">
                <a:xfrm>
                  <a:off x="3664" y="2496"/>
                  <a:ext cx="80" cy="72"/>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56347" name="Line 101">
                  <a:extLst>
                    <a:ext uri="{FF2B5EF4-FFF2-40B4-BE49-F238E27FC236}">
                      <a16:creationId xmlns:a16="http://schemas.microsoft.com/office/drawing/2014/main" id="{0FA179FC-981A-FBD9-7510-EE9EBD8588D9}"/>
                    </a:ext>
                  </a:extLst>
                </p:cNvPr>
                <p:cNvSpPr>
                  <a:spLocks noChangeShapeType="1"/>
                </p:cNvSpPr>
                <p:nvPr/>
              </p:nvSpPr>
              <p:spPr bwMode="auto">
                <a:xfrm>
                  <a:off x="3632" y="2936"/>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56340" name="Line 101">
                <a:extLst>
                  <a:ext uri="{FF2B5EF4-FFF2-40B4-BE49-F238E27FC236}">
                    <a16:creationId xmlns:a16="http://schemas.microsoft.com/office/drawing/2014/main" id="{D3823CB4-CCA8-8D43-529E-9A19B549C46D}"/>
                  </a:ext>
                </a:extLst>
              </p:cNvPr>
              <p:cNvSpPr>
                <a:spLocks noChangeShapeType="1"/>
              </p:cNvSpPr>
              <p:nvPr/>
            </p:nvSpPr>
            <p:spPr bwMode="auto">
              <a:xfrm>
                <a:off x="5769193" y="4582319"/>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56331" name="Group 110">
              <a:extLst>
                <a:ext uri="{FF2B5EF4-FFF2-40B4-BE49-F238E27FC236}">
                  <a16:creationId xmlns:a16="http://schemas.microsoft.com/office/drawing/2014/main" id="{751A91C9-1CBB-A352-4B3B-FE21ACB608C3}"/>
                </a:ext>
              </a:extLst>
            </p:cNvPr>
            <p:cNvGrpSpPr>
              <a:grpSpLocks/>
            </p:cNvGrpSpPr>
            <p:nvPr/>
          </p:nvGrpSpPr>
          <p:grpSpPr bwMode="auto">
            <a:xfrm>
              <a:off x="5653088" y="1885950"/>
              <a:ext cx="1619250" cy="893763"/>
              <a:chOff x="3561" y="1188"/>
              <a:chExt cx="1020" cy="563"/>
            </a:xfrm>
          </p:grpSpPr>
          <p:sp>
            <p:nvSpPr>
              <p:cNvPr id="56333" name="Text Box 57">
                <a:extLst>
                  <a:ext uri="{FF2B5EF4-FFF2-40B4-BE49-F238E27FC236}">
                    <a16:creationId xmlns:a16="http://schemas.microsoft.com/office/drawing/2014/main" id="{79F1D43D-8DD8-CDA1-54DE-C8CB9B007475}"/>
                  </a:ext>
                </a:extLst>
              </p:cNvPr>
              <p:cNvSpPr txBox="1">
                <a:spLocks noChangeArrowheads="1"/>
              </p:cNvSpPr>
              <p:nvPr/>
            </p:nvSpPr>
            <p:spPr bwMode="auto">
              <a:xfrm rot="15347">
                <a:off x="3783" y="1202"/>
                <a:ext cx="694"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is made up of</a:t>
                </a:r>
              </a:p>
            </p:txBody>
          </p:sp>
          <p:sp>
            <p:nvSpPr>
              <p:cNvPr id="56334" name="Line 58">
                <a:extLst>
                  <a:ext uri="{FF2B5EF4-FFF2-40B4-BE49-F238E27FC236}">
                    <a16:creationId xmlns:a16="http://schemas.microsoft.com/office/drawing/2014/main" id="{31FD83E1-889E-A426-E8E3-09827F49E3E8}"/>
                  </a:ext>
                </a:extLst>
              </p:cNvPr>
              <p:cNvSpPr>
                <a:spLocks noChangeShapeType="1"/>
              </p:cNvSpPr>
              <p:nvPr/>
            </p:nvSpPr>
            <p:spPr bwMode="auto">
              <a:xfrm flipH="1" flipV="1">
                <a:off x="3673" y="1188"/>
                <a:ext cx="0" cy="54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6335" name="Text Box 59">
                <a:extLst>
                  <a:ext uri="{FF2B5EF4-FFF2-40B4-BE49-F238E27FC236}">
                    <a16:creationId xmlns:a16="http://schemas.microsoft.com/office/drawing/2014/main" id="{F670BAAF-D016-9DDE-9BD6-C7E4E5E3236D}"/>
                  </a:ext>
                </a:extLst>
              </p:cNvPr>
              <p:cNvSpPr txBox="1">
                <a:spLocks noChangeArrowheads="1"/>
              </p:cNvSpPr>
              <p:nvPr/>
            </p:nvSpPr>
            <p:spPr bwMode="auto">
              <a:xfrm rot="15347">
                <a:off x="3732" y="1578"/>
                <a:ext cx="849"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belongs to</a:t>
                </a:r>
              </a:p>
            </p:txBody>
          </p:sp>
          <p:sp>
            <p:nvSpPr>
              <p:cNvPr id="56336" name="Line 60">
                <a:extLst>
                  <a:ext uri="{FF2B5EF4-FFF2-40B4-BE49-F238E27FC236}">
                    <a16:creationId xmlns:a16="http://schemas.microsoft.com/office/drawing/2014/main" id="{1421B13D-F6DB-8788-31DF-450D70666D15}"/>
                  </a:ext>
                </a:extLst>
              </p:cNvPr>
              <p:cNvSpPr>
                <a:spLocks noChangeShapeType="1"/>
              </p:cNvSpPr>
              <p:nvPr/>
            </p:nvSpPr>
            <p:spPr bwMode="auto">
              <a:xfrm flipV="1">
                <a:off x="3561" y="1623"/>
                <a:ext cx="112" cy="1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6337" name="Line 61">
                <a:extLst>
                  <a:ext uri="{FF2B5EF4-FFF2-40B4-BE49-F238E27FC236}">
                    <a16:creationId xmlns:a16="http://schemas.microsoft.com/office/drawing/2014/main" id="{E5B5D709-52EF-055C-905E-9F5BF7FD632F}"/>
                  </a:ext>
                </a:extLst>
              </p:cNvPr>
              <p:cNvSpPr>
                <a:spLocks noChangeShapeType="1"/>
              </p:cNvSpPr>
              <p:nvPr/>
            </p:nvSpPr>
            <p:spPr bwMode="auto">
              <a:xfrm flipH="1" flipV="1">
                <a:off x="3677" y="1625"/>
                <a:ext cx="96" cy="10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56338" name="Line 99">
                <a:extLst>
                  <a:ext uri="{FF2B5EF4-FFF2-40B4-BE49-F238E27FC236}">
                    <a16:creationId xmlns:a16="http://schemas.microsoft.com/office/drawing/2014/main" id="{92FECE17-81D3-FF36-15A1-A6DCB0395A9F}"/>
                  </a:ext>
                </a:extLst>
              </p:cNvPr>
              <p:cNvSpPr>
                <a:spLocks noChangeShapeType="1"/>
              </p:cNvSpPr>
              <p:nvPr/>
            </p:nvSpPr>
            <p:spPr bwMode="auto">
              <a:xfrm>
                <a:off x="3600" y="1240"/>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56332" name="Line 99">
              <a:extLst>
                <a:ext uri="{FF2B5EF4-FFF2-40B4-BE49-F238E27FC236}">
                  <a16:creationId xmlns:a16="http://schemas.microsoft.com/office/drawing/2014/main" id="{27875E76-27BC-1121-CE3A-6E6C9C809930}"/>
                </a:ext>
              </a:extLst>
            </p:cNvPr>
            <p:cNvSpPr>
              <a:spLocks noChangeShapeType="1"/>
            </p:cNvSpPr>
            <p:nvPr/>
          </p:nvSpPr>
          <p:spPr bwMode="auto">
            <a:xfrm>
              <a:off x="5721097" y="2047748"/>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2" name="Rectangle 1">
            <a:extLst>
              <a:ext uri="{FF2B5EF4-FFF2-40B4-BE49-F238E27FC236}">
                <a16:creationId xmlns:a16="http://schemas.microsoft.com/office/drawing/2014/main" id="{55AFA023-E50E-10C5-51DD-84A459E879CA}"/>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5305"/>
                                        </p:tgtEl>
                                        <p:attrNameLst>
                                          <p:attrName>style.visibility</p:attrName>
                                        </p:attrNameLst>
                                      </p:cBhvr>
                                      <p:to>
                                        <p:strVal val="visible"/>
                                      </p:to>
                                    </p:set>
                                    <p:animEffect transition="in" filter="wipe(up)">
                                      <p:cBhvr>
                                        <p:cTn id="7" dur="500"/>
                                        <p:tgtEl>
                                          <p:spTgt spid="553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3" presetClass="entr" presetSubtype="0" fill="hold" nodeType="clickEffect">
                                  <p:stCondLst>
                                    <p:cond delay="0"/>
                                  </p:stCondLst>
                                  <p:childTnLst>
                                    <p:set>
                                      <p:cBhvr>
                                        <p:cTn id="16" dur="1" fill="hold">
                                          <p:stCondLst>
                                            <p:cond delay="0"/>
                                          </p:stCondLst>
                                        </p:cTn>
                                        <p:tgtEl>
                                          <p:spTgt spid="1015859"/>
                                        </p:tgtEl>
                                        <p:attrNameLst>
                                          <p:attrName>style.visibility</p:attrName>
                                        </p:attrNameLst>
                                      </p:cBhvr>
                                      <p:to>
                                        <p:strVal val="visible"/>
                                      </p:to>
                                    </p:set>
                                    <p:anim calcmode="lin" valueType="num">
                                      <p:cBhvr>
                                        <p:cTn id="17" dur="500" fill="hold"/>
                                        <p:tgtEl>
                                          <p:spTgt spid="1015859"/>
                                        </p:tgtEl>
                                        <p:attrNameLst>
                                          <p:attrName>ppt_w</p:attrName>
                                        </p:attrNameLst>
                                      </p:cBhvr>
                                      <p:tavLst>
                                        <p:tav tm="0">
                                          <p:val>
                                            <p:fltVal val="0"/>
                                          </p:val>
                                        </p:tav>
                                        <p:tav tm="100000">
                                          <p:val>
                                            <p:strVal val="#ppt_w"/>
                                          </p:val>
                                        </p:tav>
                                      </p:tavLst>
                                    </p:anim>
                                    <p:anim calcmode="lin" valueType="num">
                                      <p:cBhvr>
                                        <p:cTn id="18" dur="500" fill="hold"/>
                                        <p:tgtEl>
                                          <p:spTgt spid="1015859"/>
                                        </p:tgtEl>
                                        <p:attrNameLst>
                                          <p:attrName>ppt_h</p:attrName>
                                        </p:attrNameLst>
                                      </p:cBhvr>
                                      <p:tavLst>
                                        <p:tav tm="0">
                                          <p:val>
                                            <p:fltVal val="0"/>
                                          </p:val>
                                        </p:tav>
                                        <p:tav tm="100000">
                                          <p:val>
                                            <p:strVal val="#ppt_h"/>
                                          </p:val>
                                        </p:tav>
                                      </p:tavLst>
                                    </p:anim>
                                    <p:animEffect transition="in" filter="fade">
                                      <p:cBhvr>
                                        <p:cTn id="19" dur="500"/>
                                        <p:tgtEl>
                                          <p:spTgt spid="10158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C0E59EBE-7D7A-567C-C074-8D0239EA0EE4}"/>
              </a:ext>
            </a:extLst>
          </p:cNvPr>
          <p:cNvSpPr>
            <a:spLocks noGrp="1" noChangeArrowheads="1"/>
          </p:cNvSpPr>
          <p:nvPr>
            <p:ph type="title"/>
          </p:nvPr>
        </p:nvSpPr>
        <p:spPr/>
        <p:txBody>
          <a:bodyPr/>
          <a:lstStyle/>
          <a:p>
            <a:pPr eaLnBrk="1" hangingPunct="1"/>
            <a:r>
              <a:rPr lang="en-GB" altLang="en-US" b="1"/>
              <a:t>Rules for Link Entities</a:t>
            </a:r>
          </a:p>
        </p:txBody>
      </p:sp>
      <p:sp>
        <p:nvSpPr>
          <p:cNvPr id="1083395" name="Rectangle 3">
            <a:extLst>
              <a:ext uri="{FF2B5EF4-FFF2-40B4-BE49-F238E27FC236}">
                <a16:creationId xmlns:a16="http://schemas.microsoft.com/office/drawing/2014/main" id="{F168756F-3C33-FA5A-40BF-0463CCB523B8}"/>
              </a:ext>
            </a:extLst>
          </p:cNvPr>
          <p:cNvSpPr>
            <a:spLocks noGrp="1" noChangeArrowheads="1"/>
          </p:cNvSpPr>
          <p:nvPr>
            <p:ph idx="1"/>
          </p:nvPr>
        </p:nvSpPr>
        <p:spPr>
          <a:xfrm>
            <a:off x="381000" y="1447800"/>
            <a:ext cx="8305800" cy="4376738"/>
          </a:xfrm>
        </p:spPr>
        <p:txBody>
          <a:bodyPr/>
          <a:lstStyle/>
          <a:p>
            <a:pPr marL="533400" indent="-533400" eaLnBrk="1" hangingPunct="1">
              <a:lnSpc>
                <a:spcPct val="80000"/>
              </a:lnSpc>
              <a:buClr>
                <a:schemeClr val="tx1"/>
              </a:buClr>
              <a:buSzPct val="80000"/>
              <a:buFont typeface="Monotype Sorts" pitchFamily="2" charset="2"/>
              <a:buAutoNum type="arabicPeriod"/>
            </a:pPr>
            <a:r>
              <a:rPr lang="en-US" altLang="en-US" sz="2400"/>
              <a:t>A many-to-many relationship MUST always be resolved by creating a new link entity</a:t>
            </a:r>
          </a:p>
          <a:p>
            <a:pPr marL="533400" indent="-533400" eaLnBrk="1" hangingPunct="1">
              <a:lnSpc>
                <a:spcPct val="80000"/>
              </a:lnSpc>
              <a:buClr>
                <a:schemeClr val="tx1"/>
              </a:buClr>
              <a:buSzPct val="80000"/>
              <a:buFont typeface="Monotype Sorts" pitchFamily="2" charset="2"/>
              <a:buAutoNum type="arabicPeriod"/>
            </a:pPr>
            <a:endParaRPr lang="en-US" altLang="en-US" sz="2400"/>
          </a:p>
          <a:p>
            <a:pPr marL="533400" indent="-533400" eaLnBrk="1" hangingPunct="1">
              <a:lnSpc>
                <a:spcPct val="80000"/>
              </a:lnSpc>
              <a:buClr>
                <a:schemeClr val="tx1"/>
              </a:buClr>
              <a:buSzPct val="80000"/>
              <a:buFont typeface="Monotype Sorts" pitchFamily="2" charset="2"/>
              <a:buAutoNum type="arabicPeriod"/>
            </a:pPr>
            <a:r>
              <a:rPr lang="en-GB" altLang="en-US" sz="2400"/>
              <a:t>The link entity is joined to each original entity by a 1:m relationship with the </a:t>
            </a:r>
            <a:r>
              <a:rPr lang="en-GB" altLang="en-US" sz="2400">
                <a:solidFill>
                  <a:srgbClr val="00B0F0"/>
                </a:solidFill>
              </a:rPr>
              <a:t>‘many’ (crow’s feet) end attached to the link entity</a:t>
            </a:r>
          </a:p>
          <a:p>
            <a:pPr marL="533400" indent="-533400" eaLnBrk="1" hangingPunct="1">
              <a:lnSpc>
                <a:spcPct val="80000"/>
              </a:lnSpc>
              <a:buClr>
                <a:schemeClr val="tx1"/>
              </a:buClr>
              <a:buSzPct val="80000"/>
              <a:buFont typeface="Monotype Sorts" pitchFamily="2" charset="2"/>
              <a:buAutoNum type="arabicPeriod"/>
            </a:pPr>
            <a:endParaRPr lang="en-GB" altLang="en-US" sz="2400"/>
          </a:p>
          <a:p>
            <a:pPr marL="533400" indent="-533400" eaLnBrk="1" hangingPunct="1">
              <a:lnSpc>
                <a:spcPct val="80000"/>
              </a:lnSpc>
              <a:buClr>
                <a:schemeClr val="tx1"/>
              </a:buClr>
              <a:buSzPct val="80000"/>
              <a:buFont typeface="Monotype Sorts" pitchFamily="2" charset="2"/>
              <a:buAutoNum type="arabicPeriod"/>
            </a:pPr>
            <a:r>
              <a:rPr lang="en-GB" altLang="en-US" sz="2400"/>
              <a:t>The cardinality at the parent end of the relationship is usually one and mandatory. The child (link entity) part of the relationship, is commonly optional but optionality depends on the problem domain</a:t>
            </a:r>
          </a:p>
        </p:txBody>
      </p:sp>
      <p:sp>
        <p:nvSpPr>
          <p:cNvPr id="2" name="Rectangle 1">
            <a:extLst>
              <a:ext uri="{FF2B5EF4-FFF2-40B4-BE49-F238E27FC236}">
                <a16:creationId xmlns:a16="http://schemas.microsoft.com/office/drawing/2014/main" id="{8AB81CF8-A829-ECAE-E7E9-658357904DEA}"/>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083395">
                                            <p:txEl>
                                              <p:pRg st="0" end="0"/>
                                            </p:txEl>
                                          </p:spTgt>
                                        </p:tgtEl>
                                        <p:attrNameLst>
                                          <p:attrName>style.visibility</p:attrName>
                                        </p:attrNameLst>
                                      </p:cBhvr>
                                      <p:to>
                                        <p:strVal val="visible"/>
                                      </p:to>
                                    </p:set>
                                    <p:anim calcmode="discrete" valueType="clr">
                                      <p:cBhvr override="childStyle">
                                        <p:cTn id="7" dur="80"/>
                                        <p:tgtEl>
                                          <p:spTgt spid="108339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083395">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1083395">
                                            <p:txEl>
                                              <p:pRg st="0" end="0"/>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1083395">
                                            <p:txEl>
                                              <p:pRg st="2" end="2"/>
                                            </p:txEl>
                                          </p:spTgt>
                                        </p:tgtEl>
                                        <p:attrNameLst>
                                          <p:attrName>style.visibility</p:attrName>
                                        </p:attrNameLst>
                                      </p:cBhvr>
                                      <p:to>
                                        <p:strVal val="visible"/>
                                      </p:to>
                                    </p:set>
                                    <p:anim calcmode="discrete" valueType="clr">
                                      <p:cBhvr override="childStyle">
                                        <p:cTn id="14" dur="80"/>
                                        <p:tgtEl>
                                          <p:spTgt spid="1083395">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083395">
                                            <p:txEl>
                                              <p:pRg st="2" end="2"/>
                                            </p:txEl>
                                          </p:spTgt>
                                        </p:tgtEl>
                                        <p:attrNameLst>
                                          <p:attrName>fillcolor</p:attrName>
                                        </p:attrNameLst>
                                      </p:cBhvr>
                                      <p:tavLst>
                                        <p:tav tm="0">
                                          <p:val>
                                            <p:clrVal>
                                              <a:schemeClr val="accent2"/>
                                            </p:clrVal>
                                          </p:val>
                                        </p:tav>
                                        <p:tav tm="50000">
                                          <p:val>
                                            <p:clrVal>
                                              <a:schemeClr val="hlink"/>
                                            </p:clrVal>
                                          </p:val>
                                        </p:tav>
                                      </p:tavLst>
                                    </p:anim>
                                    <p:set>
                                      <p:cBhvr>
                                        <p:cTn id="16" dur="80"/>
                                        <p:tgtEl>
                                          <p:spTgt spid="1083395">
                                            <p:txEl>
                                              <p:pRg st="2" end="2"/>
                                            </p:txEl>
                                          </p:spTgt>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1083395">
                                            <p:txEl>
                                              <p:pRg st="4" end="4"/>
                                            </p:txEl>
                                          </p:spTgt>
                                        </p:tgtEl>
                                        <p:attrNameLst>
                                          <p:attrName>style.visibility</p:attrName>
                                        </p:attrNameLst>
                                      </p:cBhvr>
                                      <p:to>
                                        <p:strVal val="visible"/>
                                      </p:to>
                                    </p:set>
                                    <p:anim calcmode="discrete" valueType="clr">
                                      <p:cBhvr override="childStyle">
                                        <p:cTn id="21" dur="80"/>
                                        <p:tgtEl>
                                          <p:spTgt spid="1083395">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1083395">
                                            <p:txEl>
                                              <p:pRg st="4" end="4"/>
                                            </p:txEl>
                                          </p:spTgt>
                                        </p:tgtEl>
                                        <p:attrNameLst>
                                          <p:attrName>fillcolor</p:attrName>
                                        </p:attrNameLst>
                                      </p:cBhvr>
                                      <p:tavLst>
                                        <p:tav tm="0">
                                          <p:val>
                                            <p:clrVal>
                                              <a:schemeClr val="accent2"/>
                                            </p:clrVal>
                                          </p:val>
                                        </p:tav>
                                        <p:tav tm="50000">
                                          <p:val>
                                            <p:clrVal>
                                              <a:schemeClr val="hlink"/>
                                            </p:clrVal>
                                          </p:val>
                                        </p:tav>
                                      </p:tavLst>
                                    </p:anim>
                                    <p:set>
                                      <p:cBhvr>
                                        <p:cTn id="23" dur="80"/>
                                        <p:tgtEl>
                                          <p:spTgt spid="1083395">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3395" grpId="0" build="p"/>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1B48DF73-7569-9527-542E-A3A489A02F6D}"/>
              </a:ext>
            </a:extLst>
          </p:cNvPr>
          <p:cNvSpPr>
            <a:spLocks noGrp="1" noChangeArrowheads="1"/>
          </p:cNvSpPr>
          <p:nvPr>
            <p:ph type="title"/>
          </p:nvPr>
        </p:nvSpPr>
        <p:spPr/>
        <p:txBody>
          <a:bodyPr/>
          <a:lstStyle/>
          <a:p>
            <a:pPr eaLnBrk="1" hangingPunct="1"/>
            <a:r>
              <a:rPr lang="en-GB" altLang="en-US" b="1"/>
              <a:t>Rules for Link Entities (cont.)</a:t>
            </a:r>
          </a:p>
        </p:txBody>
      </p:sp>
      <p:sp>
        <p:nvSpPr>
          <p:cNvPr id="1019907" name="Rectangle 3">
            <a:extLst>
              <a:ext uri="{FF2B5EF4-FFF2-40B4-BE49-F238E27FC236}">
                <a16:creationId xmlns:a16="http://schemas.microsoft.com/office/drawing/2014/main" id="{AB4FAA89-4943-7778-09E8-E743024AA9B4}"/>
              </a:ext>
            </a:extLst>
          </p:cNvPr>
          <p:cNvSpPr>
            <a:spLocks noGrp="1" noChangeArrowheads="1"/>
          </p:cNvSpPr>
          <p:nvPr>
            <p:ph idx="1"/>
          </p:nvPr>
        </p:nvSpPr>
        <p:spPr>
          <a:xfrm>
            <a:off x="381000" y="1447800"/>
            <a:ext cx="8305800" cy="3490913"/>
          </a:xfrm>
        </p:spPr>
        <p:txBody>
          <a:bodyPr/>
          <a:lstStyle/>
          <a:p>
            <a:pPr marL="609600" indent="-609600" eaLnBrk="1" hangingPunct="1">
              <a:lnSpc>
                <a:spcPct val="90000"/>
              </a:lnSpc>
              <a:buClr>
                <a:schemeClr val="tx1"/>
              </a:buClr>
              <a:buSzPct val="80000"/>
              <a:buFont typeface="Monotype Sorts" pitchFamily="2" charset="2"/>
              <a:buAutoNum type="arabicPeriod" startAt="4"/>
            </a:pPr>
            <a:r>
              <a:rPr lang="en-GB" altLang="en-US" sz="2400"/>
              <a:t>The other half of the relationship has the same </a:t>
            </a:r>
            <a:r>
              <a:rPr lang="en-GB" altLang="en-US" sz="2400" b="1"/>
              <a:t>optionality</a:t>
            </a:r>
            <a:r>
              <a:rPr lang="en-GB" altLang="en-US" sz="2400"/>
              <a:t> as in the original many-to-many relationship</a:t>
            </a:r>
          </a:p>
          <a:p>
            <a:pPr marL="609600" indent="-609600" eaLnBrk="1" hangingPunct="1">
              <a:lnSpc>
                <a:spcPct val="90000"/>
              </a:lnSpc>
              <a:buClr>
                <a:schemeClr val="tx1"/>
              </a:buClr>
              <a:buSzPct val="80000"/>
              <a:buFont typeface="Monotype Sorts" pitchFamily="2" charset="2"/>
              <a:buAutoNum type="arabicPeriod" startAt="4"/>
            </a:pPr>
            <a:endParaRPr lang="en-GB" altLang="en-US" sz="2400"/>
          </a:p>
          <a:p>
            <a:pPr marL="609600" indent="-609600" eaLnBrk="1" hangingPunct="1">
              <a:lnSpc>
                <a:spcPct val="90000"/>
              </a:lnSpc>
              <a:buClr>
                <a:schemeClr val="tx1"/>
              </a:buClr>
              <a:buSzPct val="80000"/>
              <a:buFont typeface="Monotype Sorts" pitchFamily="2" charset="2"/>
              <a:buAutoNum type="arabicPeriod" startAt="4"/>
            </a:pPr>
            <a:r>
              <a:rPr lang="en-GB" altLang="en-US" sz="2400"/>
              <a:t>If it is difficult to name a link entity between entity </a:t>
            </a:r>
            <a:r>
              <a:rPr lang="en-GB" altLang="en-US" sz="2400" b="1" i="1"/>
              <a:t>x</a:t>
            </a:r>
            <a:r>
              <a:rPr lang="en-GB" altLang="en-US" sz="2400"/>
              <a:t> and entity </a:t>
            </a:r>
            <a:r>
              <a:rPr lang="en-GB" altLang="en-US" sz="2400" b="1" i="1"/>
              <a:t>y </a:t>
            </a:r>
            <a:r>
              <a:rPr lang="en-GB" altLang="en-US" sz="2400"/>
              <a:t>the just name it </a:t>
            </a:r>
            <a:r>
              <a:rPr lang="en-GB" altLang="en-US" sz="2400" b="1" i="1"/>
              <a:t>x</a:t>
            </a:r>
            <a:r>
              <a:rPr lang="en-GB" altLang="en-US" sz="2400" b="1"/>
              <a:t>/</a:t>
            </a:r>
            <a:r>
              <a:rPr lang="en-GB" altLang="en-US" sz="2400" b="1" i="1"/>
              <a:t>y</a:t>
            </a:r>
            <a:r>
              <a:rPr lang="en-GB" altLang="en-US" sz="2400" b="1"/>
              <a:t> Link</a:t>
            </a:r>
          </a:p>
          <a:p>
            <a:pPr marL="609600" indent="-609600" eaLnBrk="1" hangingPunct="1">
              <a:lnSpc>
                <a:spcPct val="90000"/>
              </a:lnSpc>
              <a:buClr>
                <a:schemeClr val="tx1"/>
              </a:buClr>
              <a:buSzPct val="80000"/>
              <a:buFont typeface="Monotype Sorts" pitchFamily="2" charset="2"/>
              <a:buAutoNum type="arabicPeriod" startAt="4"/>
            </a:pPr>
            <a:endParaRPr lang="en-GB" altLang="en-US" sz="2400" b="1"/>
          </a:p>
          <a:p>
            <a:pPr marL="609600" indent="-609600" eaLnBrk="1" hangingPunct="1">
              <a:lnSpc>
                <a:spcPct val="90000"/>
              </a:lnSpc>
              <a:buClr>
                <a:schemeClr val="tx1"/>
              </a:buClr>
              <a:buSzPct val="80000"/>
              <a:buFont typeface="Monotype Sorts" pitchFamily="2" charset="2"/>
              <a:buAutoNum type="arabicPeriod" startAt="4"/>
            </a:pPr>
            <a:r>
              <a:rPr lang="en-GB" altLang="en-US" sz="2400"/>
              <a:t>Name both ends of the relationship</a:t>
            </a:r>
          </a:p>
        </p:txBody>
      </p:sp>
      <p:sp>
        <p:nvSpPr>
          <p:cNvPr id="2" name="Rectangle 1">
            <a:extLst>
              <a:ext uri="{FF2B5EF4-FFF2-40B4-BE49-F238E27FC236}">
                <a16:creationId xmlns:a16="http://schemas.microsoft.com/office/drawing/2014/main" id="{34E55723-806F-6F1F-0590-A7D3AE1688E9}"/>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019907">
                                            <p:txEl>
                                              <p:pRg st="0" end="0"/>
                                            </p:txEl>
                                          </p:spTgt>
                                        </p:tgtEl>
                                        <p:attrNameLst>
                                          <p:attrName>style.visibility</p:attrName>
                                        </p:attrNameLst>
                                      </p:cBhvr>
                                      <p:to>
                                        <p:strVal val="visible"/>
                                      </p:to>
                                    </p:set>
                                    <p:anim calcmode="discrete" valueType="clr">
                                      <p:cBhvr override="childStyle">
                                        <p:cTn id="7" dur="80"/>
                                        <p:tgtEl>
                                          <p:spTgt spid="101990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019907">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1019907">
                                            <p:txEl>
                                              <p:pRg st="0" end="0"/>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7" presetClass="entr" presetSubtype="0" fill="hold" grpId="0" nodeType="clickEffect">
                                  <p:stCondLst>
                                    <p:cond delay="0"/>
                                  </p:stCondLst>
                                  <p:iterate type="lt">
                                    <p:tmPct val="50000"/>
                                  </p:iterate>
                                  <p:childTnLst>
                                    <p:set>
                                      <p:cBhvr>
                                        <p:cTn id="13" dur="1" fill="hold">
                                          <p:stCondLst>
                                            <p:cond delay="0"/>
                                          </p:stCondLst>
                                        </p:cTn>
                                        <p:tgtEl>
                                          <p:spTgt spid="1019907">
                                            <p:txEl>
                                              <p:pRg st="2" end="2"/>
                                            </p:txEl>
                                          </p:spTgt>
                                        </p:tgtEl>
                                        <p:attrNameLst>
                                          <p:attrName>style.visibility</p:attrName>
                                        </p:attrNameLst>
                                      </p:cBhvr>
                                      <p:to>
                                        <p:strVal val="visible"/>
                                      </p:to>
                                    </p:set>
                                    <p:anim calcmode="discrete" valueType="clr">
                                      <p:cBhvr override="childStyle">
                                        <p:cTn id="14" dur="80"/>
                                        <p:tgtEl>
                                          <p:spTgt spid="1019907">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019907">
                                            <p:txEl>
                                              <p:pRg st="2" end="2"/>
                                            </p:txEl>
                                          </p:spTgt>
                                        </p:tgtEl>
                                        <p:attrNameLst>
                                          <p:attrName>fillcolor</p:attrName>
                                        </p:attrNameLst>
                                      </p:cBhvr>
                                      <p:tavLst>
                                        <p:tav tm="0">
                                          <p:val>
                                            <p:clrVal>
                                              <a:schemeClr val="accent2"/>
                                            </p:clrVal>
                                          </p:val>
                                        </p:tav>
                                        <p:tav tm="50000">
                                          <p:val>
                                            <p:clrVal>
                                              <a:schemeClr val="hlink"/>
                                            </p:clrVal>
                                          </p:val>
                                        </p:tav>
                                      </p:tavLst>
                                    </p:anim>
                                    <p:set>
                                      <p:cBhvr>
                                        <p:cTn id="16" dur="80"/>
                                        <p:tgtEl>
                                          <p:spTgt spid="1019907">
                                            <p:txEl>
                                              <p:pRg st="2" end="2"/>
                                            </p:txEl>
                                          </p:spTgt>
                                        </p:tgtEl>
                                        <p:attrNameLst>
                                          <p:attrName>fill.type</p:attrName>
                                        </p:attrNameLst>
                                      </p:cBhvr>
                                      <p:to>
                                        <p:strVal val="solid"/>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7" presetClass="entr" presetSubtype="0" fill="hold" grpId="0" nodeType="clickEffect">
                                  <p:stCondLst>
                                    <p:cond delay="0"/>
                                  </p:stCondLst>
                                  <p:iterate type="lt">
                                    <p:tmPct val="50000"/>
                                  </p:iterate>
                                  <p:childTnLst>
                                    <p:set>
                                      <p:cBhvr>
                                        <p:cTn id="20" dur="1" fill="hold">
                                          <p:stCondLst>
                                            <p:cond delay="0"/>
                                          </p:stCondLst>
                                        </p:cTn>
                                        <p:tgtEl>
                                          <p:spTgt spid="1019907">
                                            <p:txEl>
                                              <p:pRg st="4" end="4"/>
                                            </p:txEl>
                                          </p:spTgt>
                                        </p:tgtEl>
                                        <p:attrNameLst>
                                          <p:attrName>style.visibility</p:attrName>
                                        </p:attrNameLst>
                                      </p:cBhvr>
                                      <p:to>
                                        <p:strVal val="visible"/>
                                      </p:to>
                                    </p:set>
                                    <p:anim calcmode="discrete" valueType="clr">
                                      <p:cBhvr override="childStyle">
                                        <p:cTn id="21" dur="80"/>
                                        <p:tgtEl>
                                          <p:spTgt spid="1019907">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1019907">
                                            <p:txEl>
                                              <p:pRg st="4" end="4"/>
                                            </p:txEl>
                                          </p:spTgt>
                                        </p:tgtEl>
                                        <p:attrNameLst>
                                          <p:attrName>fillcolor</p:attrName>
                                        </p:attrNameLst>
                                      </p:cBhvr>
                                      <p:tavLst>
                                        <p:tav tm="0">
                                          <p:val>
                                            <p:clrVal>
                                              <a:schemeClr val="accent2"/>
                                            </p:clrVal>
                                          </p:val>
                                        </p:tav>
                                        <p:tav tm="50000">
                                          <p:val>
                                            <p:clrVal>
                                              <a:schemeClr val="hlink"/>
                                            </p:clrVal>
                                          </p:val>
                                        </p:tav>
                                      </p:tavLst>
                                    </p:anim>
                                    <p:set>
                                      <p:cBhvr>
                                        <p:cTn id="23" dur="80"/>
                                        <p:tgtEl>
                                          <p:spTgt spid="1019907">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9907"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9FEAB4F0-F474-C255-3B01-744579BDC1A8}"/>
              </a:ext>
            </a:extLst>
          </p:cNvPr>
          <p:cNvSpPr>
            <a:spLocks noGrp="1" noChangeArrowheads="1"/>
          </p:cNvSpPr>
          <p:nvPr>
            <p:ph type="title"/>
          </p:nvPr>
        </p:nvSpPr>
        <p:spPr/>
        <p:txBody>
          <a:bodyPr/>
          <a:lstStyle/>
          <a:p>
            <a:pPr eaLnBrk="1" hangingPunct="1"/>
            <a:r>
              <a:rPr lang="en-GB" altLang="en-US" b="1"/>
              <a:t>Student Activity #5</a:t>
            </a:r>
          </a:p>
        </p:txBody>
      </p:sp>
      <p:sp>
        <p:nvSpPr>
          <p:cNvPr id="59395" name="Rectangle 3">
            <a:extLst>
              <a:ext uri="{FF2B5EF4-FFF2-40B4-BE49-F238E27FC236}">
                <a16:creationId xmlns:a16="http://schemas.microsoft.com/office/drawing/2014/main" id="{DAD2F19D-B3FF-D2D4-8E7D-689343F23745}"/>
              </a:ext>
            </a:extLst>
          </p:cNvPr>
          <p:cNvSpPr>
            <a:spLocks noGrp="1" noChangeArrowheads="1"/>
          </p:cNvSpPr>
          <p:nvPr>
            <p:ph idx="1"/>
          </p:nvPr>
        </p:nvSpPr>
        <p:spPr>
          <a:xfrm>
            <a:off x="381000" y="1447800"/>
            <a:ext cx="8305800" cy="1311275"/>
          </a:xfrm>
        </p:spPr>
        <p:txBody>
          <a:bodyPr/>
          <a:lstStyle/>
          <a:p>
            <a:pPr marL="0" indent="0" eaLnBrk="1" hangingPunct="1">
              <a:buFontTx/>
              <a:buNone/>
            </a:pPr>
            <a:r>
              <a:rPr lang="en-US" altLang="en-US" sz="2400"/>
              <a:t>How would you resolve an m:n relationship between EMPLOYEE and PROJECT? Draw the ERD with the Primary Key and Foreign Key.</a:t>
            </a:r>
          </a:p>
        </p:txBody>
      </p:sp>
      <p:sp>
        <p:nvSpPr>
          <p:cNvPr id="2" name="Rectangle 1">
            <a:extLst>
              <a:ext uri="{FF2B5EF4-FFF2-40B4-BE49-F238E27FC236}">
                <a16:creationId xmlns:a16="http://schemas.microsoft.com/office/drawing/2014/main" id="{BEA3F887-00C1-A1E6-E49C-08CCE9B6DA3A}"/>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DA51549D-3FDB-9F8D-3D75-27D0D8330CD6}"/>
              </a:ext>
            </a:extLst>
          </p:cNvPr>
          <p:cNvSpPr>
            <a:spLocks noGrp="1" noChangeArrowheads="1"/>
          </p:cNvSpPr>
          <p:nvPr>
            <p:ph type="title"/>
          </p:nvPr>
        </p:nvSpPr>
        <p:spPr/>
        <p:txBody>
          <a:bodyPr/>
          <a:lstStyle/>
          <a:p>
            <a:pPr eaLnBrk="1" hangingPunct="1"/>
            <a:r>
              <a:rPr lang="en-GB" altLang="en-US" b="1"/>
              <a:t>Exclusive Relationships</a:t>
            </a:r>
          </a:p>
        </p:txBody>
      </p:sp>
      <p:sp>
        <p:nvSpPr>
          <p:cNvPr id="1022979" name="Rectangle 3">
            <a:extLst>
              <a:ext uri="{FF2B5EF4-FFF2-40B4-BE49-F238E27FC236}">
                <a16:creationId xmlns:a16="http://schemas.microsoft.com/office/drawing/2014/main" id="{04D17DE2-2A9E-BC23-6CB1-1F5EF1AFC4B7}"/>
              </a:ext>
            </a:extLst>
          </p:cNvPr>
          <p:cNvSpPr>
            <a:spLocks noGrp="1" noChangeArrowheads="1"/>
          </p:cNvSpPr>
          <p:nvPr>
            <p:ph type="body" sz="half" idx="2"/>
          </p:nvPr>
        </p:nvSpPr>
        <p:spPr>
          <a:xfrm>
            <a:off x="4730750" y="1981200"/>
            <a:ext cx="3810000" cy="3084513"/>
          </a:xfrm>
        </p:spPr>
        <p:txBody>
          <a:bodyPr/>
          <a:lstStyle/>
          <a:p>
            <a:pPr marL="342900" indent="-342900" eaLnBrk="1" hangingPunct="1">
              <a:lnSpc>
                <a:spcPct val="90000"/>
              </a:lnSpc>
              <a:buClr>
                <a:schemeClr val="tx1"/>
              </a:buClr>
              <a:buSzPct val="80000"/>
              <a:buFont typeface="Monotype Sorts" pitchFamily="2" charset="2"/>
              <a:buChar char="u"/>
            </a:pPr>
            <a:r>
              <a:rPr lang="en-GB" altLang="en-US" sz="2400"/>
              <a:t>An instance of an entity </a:t>
            </a:r>
            <a:r>
              <a:rPr lang="en-GB" altLang="en-US" sz="2400" b="1" i="1"/>
              <a:t>x</a:t>
            </a:r>
            <a:r>
              <a:rPr lang="en-GB" altLang="en-US" sz="2400"/>
              <a:t> can be associated with one or more instances of an entity </a:t>
            </a:r>
            <a:r>
              <a:rPr lang="en-GB" altLang="en-US" sz="2400" b="1" i="1"/>
              <a:t>y</a:t>
            </a:r>
            <a:r>
              <a:rPr lang="en-GB" altLang="en-US" sz="2400"/>
              <a:t> or one or more instances of an entity </a:t>
            </a:r>
            <a:r>
              <a:rPr lang="en-GB" altLang="en-US" sz="2400" b="1" i="1"/>
              <a:t>z</a:t>
            </a:r>
            <a:r>
              <a:rPr lang="en-GB" altLang="en-US" sz="2400"/>
              <a:t> but </a:t>
            </a:r>
            <a:r>
              <a:rPr lang="en-GB" altLang="en-US" sz="2400" b="1"/>
              <a:t>NOT</a:t>
            </a:r>
            <a:r>
              <a:rPr lang="en-GB" altLang="en-US" sz="2400"/>
              <a:t> both (simultaneously)</a:t>
            </a:r>
          </a:p>
        </p:txBody>
      </p:sp>
      <p:sp>
        <p:nvSpPr>
          <p:cNvPr id="1023007" name="Freeform 31">
            <a:extLst>
              <a:ext uri="{FF2B5EF4-FFF2-40B4-BE49-F238E27FC236}">
                <a16:creationId xmlns:a16="http://schemas.microsoft.com/office/drawing/2014/main" id="{011D5810-84A7-F8C0-01FE-F71C8810FEF9}"/>
              </a:ext>
            </a:extLst>
          </p:cNvPr>
          <p:cNvSpPr>
            <a:spLocks/>
          </p:cNvSpPr>
          <p:nvPr/>
        </p:nvSpPr>
        <p:spPr bwMode="auto">
          <a:xfrm>
            <a:off x="1504950" y="3416300"/>
            <a:ext cx="2127250" cy="228600"/>
          </a:xfrm>
          <a:custGeom>
            <a:avLst/>
            <a:gdLst>
              <a:gd name="T0" fmla="*/ 0 w 1340"/>
              <a:gd name="T1" fmla="*/ 2147483647 h 144"/>
              <a:gd name="T2" fmla="*/ 2147483647 w 1340"/>
              <a:gd name="T3" fmla="*/ 2147483647 h 144"/>
              <a:gd name="T4" fmla="*/ 2147483647 w 1340"/>
              <a:gd name="T5" fmla="*/ 2147483647 h 144"/>
              <a:gd name="T6" fmla="*/ 2147483647 w 1340"/>
              <a:gd name="T7" fmla="*/ 0 h 14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40" h="144">
                <a:moveTo>
                  <a:pt x="0" y="12"/>
                </a:moveTo>
                <a:cubicBezTo>
                  <a:pt x="115" y="44"/>
                  <a:pt x="230" y="77"/>
                  <a:pt x="368" y="96"/>
                </a:cubicBezTo>
                <a:cubicBezTo>
                  <a:pt x="506" y="115"/>
                  <a:pt x="666" y="144"/>
                  <a:pt x="828" y="128"/>
                </a:cubicBezTo>
                <a:cubicBezTo>
                  <a:pt x="990" y="112"/>
                  <a:pt x="1165" y="56"/>
                  <a:pt x="1340" y="0"/>
                </a:cubicBezTo>
              </a:path>
            </a:pathLst>
          </a:custGeom>
          <a:noFill/>
          <a:ln w="19050"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grpSp>
        <p:nvGrpSpPr>
          <p:cNvPr id="1023019" name="Group 43">
            <a:extLst>
              <a:ext uri="{FF2B5EF4-FFF2-40B4-BE49-F238E27FC236}">
                <a16:creationId xmlns:a16="http://schemas.microsoft.com/office/drawing/2014/main" id="{D0B65FD7-E3ED-E858-2D67-FDD772AA5374}"/>
              </a:ext>
            </a:extLst>
          </p:cNvPr>
          <p:cNvGrpSpPr>
            <a:grpSpLocks/>
          </p:cNvGrpSpPr>
          <p:nvPr/>
        </p:nvGrpSpPr>
        <p:grpSpPr bwMode="auto">
          <a:xfrm>
            <a:off x="1997075" y="2279650"/>
            <a:ext cx="1422400" cy="939800"/>
            <a:chOff x="1258" y="1436"/>
            <a:chExt cx="896" cy="592"/>
          </a:xfrm>
        </p:grpSpPr>
        <p:sp>
          <p:nvSpPr>
            <p:cNvPr id="60457" name="AutoShape 5">
              <a:extLst>
                <a:ext uri="{FF2B5EF4-FFF2-40B4-BE49-F238E27FC236}">
                  <a16:creationId xmlns:a16="http://schemas.microsoft.com/office/drawing/2014/main" id="{6BCCCE4B-8D8C-0570-55DF-D34675AFD448}"/>
                </a:ext>
              </a:extLst>
            </p:cNvPr>
            <p:cNvSpPr>
              <a:spLocks noChangeArrowheads="1"/>
            </p:cNvSpPr>
            <p:nvPr/>
          </p:nvSpPr>
          <p:spPr bwMode="auto">
            <a:xfrm>
              <a:off x="1338" y="1468"/>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60458" name="AutoShape 6">
              <a:extLst>
                <a:ext uri="{FF2B5EF4-FFF2-40B4-BE49-F238E27FC236}">
                  <a16:creationId xmlns:a16="http://schemas.microsoft.com/office/drawing/2014/main" id="{4A3EB86B-2026-4367-C6AD-FB6866ADC5D3}"/>
                </a:ext>
              </a:extLst>
            </p:cNvPr>
            <p:cNvSpPr>
              <a:spLocks noChangeArrowheads="1"/>
            </p:cNvSpPr>
            <p:nvPr/>
          </p:nvSpPr>
          <p:spPr bwMode="auto">
            <a:xfrm>
              <a:off x="1298" y="1436"/>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60459" name="Line 34">
              <a:extLst>
                <a:ext uri="{FF2B5EF4-FFF2-40B4-BE49-F238E27FC236}">
                  <a16:creationId xmlns:a16="http://schemas.microsoft.com/office/drawing/2014/main" id="{F232C2C9-7427-00B7-7A28-74E974AA051A}"/>
                </a:ext>
              </a:extLst>
            </p:cNvPr>
            <p:cNvSpPr>
              <a:spLocks noChangeShapeType="1"/>
            </p:cNvSpPr>
            <p:nvPr/>
          </p:nvSpPr>
          <p:spPr bwMode="auto">
            <a:xfrm>
              <a:off x="1288" y="1624"/>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60460" name="Text Box 35">
              <a:extLst>
                <a:ext uri="{FF2B5EF4-FFF2-40B4-BE49-F238E27FC236}">
                  <a16:creationId xmlns:a16="http://schemas.microsoft.com/office/drawing/2014/main" id="{B1501C00-E5BB-BF79-9CD7-3626EFCC3AAF}"/>
                </a:ext>
              </a:extLst>
            </p:cNvPr>
            <p:cNvSpPr txBox="1">
              <a:spLocks noChangeArrowheads="1"/>
            </p:cNvSpPr>
            <p:nvPr/>
          </p:nvSpPr>
          <p:spPr bwMode="auto">
            <a:xfrm>
              <a:off x="1258" y="1441"/>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CUSTOMER</a:t>
              </a:r>
              <a:endParaRPr lang="en-GB" altLang="en-US" sz="1200" b="1">
                <a:solidFill>
                  <a:schemeClr val="tx1"/>
                </a:solidFill>
                <a:latin typeface="Times New Roman" panose="02020603050405020304" pitchFamily="18" charset="0"/>
              </a:endParaRPr>
            </a:p>
          </p:txBody>
        </p:sp>
      </p:grpSp>
      <p:grpSp>
        <p:nvGrpSpPr>
          <p:cNvPr id="1023020" name="Group 44">
            <a:extLst>
              <a:ext uri="{FF2B5EF4-FFF2-40B4-BE49-F238E27FC236}">
                <a16:creationId xmlns:a16="http://schemas.microsoft.com/office/drawing/2014/main" id="{6CBB19BF-FD03-0320-94B0-6C958406D979}"/>
              </a:ext>
            </a:extLst>
          </p:cNvPr>
          <p:cNvGrpSpPr>
            <a:grpSpLocks/>
          </p:cNvGrpSpPr>
          <p:nvPr/>
        </p:nvGrpSpPr>
        <p:grpSpPr bwMode="auto">
          <a:xfrm>
            <a:off x="803275" y="4003675"/>
            <a:ext cx="1403350" cy="939800"/>
            <a:chOff x="506" y="2522"/>
            <a:chExt cx="884" cy="592"/>
          </a:xfrm>
        </p:grpSpPr>
        <p:sp>
          <p:nvSpPr>
            <p:cNvPr id="60453" name="AutoShape 9">
              <a:extLst>
                <a:ext uri="{FF2B5EF4-FFF2-40B4-BE49-F238E27FC236}">
                  <a16:creationId xmlns:a16="http://schemas.microsoft.com/office/drawing/2014/main" id="{DC03BB66-E776-8BF7-64D6-CE00C7B582B8}"/>
                </a:ext>
              </a:extLst>
            </p:cNvPr>
            <p:cNvSpPr>
              <a:spLocks noChangeArrowheads="1"/>
            </p:cNvSpPr>
            <p:nvPr/>
          </p:nvSpPr>
          <p:spPr bwMode="auto">
            <a:xfrm>
              <a:off x="574" y="2554"/>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60454" name="AutoShape 10">
              <a:extLst>
                <a:ext uri="{FF2B5EF4-FFF2-40B4-BE49-F238E27FC236}">
                  <a16:creationId xmlns:a16="http://schemas.microsoft.com/office/drawing/2014/main" id="{D5223FF5-39F6-56C4-FEBD-1338C8CF243D}"/>
                </a:ext>
              </a:extLst>
            </p:cNvPr>
            <p:cNvSpPr>
              <a:spLocks noChangeArrowheads="1"/>
            </p:cNvSpPr>
            <p:nvPr/>
          </p:nvSpPr>
          <p:spPr bwMode="auto">
            <a:xfrm>
              <a:off x="534" y="2522"/>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60455" name="Line 36">
              <a:extLst>
                <a:ext uri="{FF2B5EF4-FFF2-40B4-BE49-F238E27FC236}">
                  <a16:creationId xmlns:a16="http://schemas.microsoft.com/office/drawing/2014/main" id="{54497812-85CB-84FA-760E-D8E349FBE8A3}"/>
                </a:ext>
              </a:extLst>
            </p:cNvPr>
            <p:cNvSpPr>
              <a:spLocks noChangeShapeType="1"/>
            </p:cNvSpPr>
            <p:nvPr/>
          </p:nvSpPr>
          <p:spPr bwMode="auto">
            <a:xfrm>
              <a:off x="536" y="2712"/>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60456" name="Text Box 37">
              <a:extLst>
                <a:ext uri="{FF2B5EF4-FFF2-40B4-BE49-F238E27FC236}">
                  <a16:creationId xmlns:a16="http://schemas.microsoft.com/office/drawing/2014/main" id="{93F31802-264E-3A3A-A68A-ECA27B14C973}"/>
                </a:ext>
              </a:extLst>
            </p:cNvPr>
            <p:cNvSpPr txBox="1">
              <a:spLocks noChangeArrowheads="1"/>
            </p:cNvSpPr>
            <p:nvPr/>
          </p:nvSpPr>
          <p:spPr bwMode="auto">
            <a:xfrm>
              <a:off x="506" y="2529"/>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INVOICE</a:t>
              </a:r>
              <a:endParaRPr lang="en-GB" altLang="en-US" sz="1200" b="1">
                <a:solidFill>
                  <a:schemeClr val="tx1"/>
                </a:solidFill>
                <a:latin typeface="Times New Roman" panose="02020603050405020304" pitchFamily="18" charset="0"/>
              </a:endParaRPr>
            </a:p>
          </p:txBody>
        </p:sp>
      </p:grpSp>
      <p:grpSp>
        <p:nvGrpSpPr>
          <p:cNvPr id="1023021" name="Group 45">
            <a:extLst>
              <a:ext uri="{FF2B5EF4-FFF2-40B4-BE49-F238E27FC236}">
                <a16:creationId xmlns:a16="http://schemas.microsoft.com/office/drawing/2014/main" id="{578F11B4-AC39-AE25-F361-27DDBEBA4A42}"/>
              </a:ext>
            </a:extLst>
          </p:cNvPr>
          <p:cNvGrpSpPr>
            <a:grpSpLocks/>
          </p:cNvGrpSpPr>
          <p:nvPr/>
        </p:nvGrpSpPr>
        <p:grpSpPr bwMode="auto">
          <a:xfrm>
            <a:off x="2924175" y="3990975"/>
            <a:ext cx="1416050" cy="939800"/>
            <a:chOff x="1842" y="2514"/>
            <a:chExt cx="892" cy="592"/>
          </a:xfrm>
        </p:grpSpPr>
        <p:sp>
          <p:nvSpPr>
            <p:cNvPr id="60449" name="AutoShape 20">
              <a:extLst>
                <a:ext uri="{FF2B5EF4-FFF2-40B4-BE49-F238E27FC236}">
                  <a16:creationId xmlns:a16="http://schemas.microsoft.com/office/drawing/2014/main" id="{F32E5DA6-46B2-F078-456F-1C2F1167981D}"/>
                </a:ext>
              </a:extLst>
            </p:cNvPr>
            <p:cNvSpPr>
              <a:spLocks noChangeArrowheads="1"/>
            </p:cNvSpPr>
            <p:nvPr/>
          </p:nvSpPr>
          <p:spPr bwMode="auto">
            <a:xfrm>
              <a:off x="1918" y="2546"/>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60450" name="AutoShape 21">
              <a:extLst>
                <a:ext uri="{FF2B5EF4-FFF2-40B4-BE49-F238E27FC236}">
                  <a16:creationId xmlns:a16="http://schemas.microsoft.com/office/drawing/2014/main" id="{71EE39B0-C77F-94D2-B69A-47638616619B}"/>
                </a:ext>
              </a:extLst>
            </p:cNvPr>
            <p:cNvSpPr>
              <a:spLocks noChangeArrowheads="1"/>
            </p:cNvSpPr>
            <p:nvPr/>
          </p:nvSpPr>
          <p:spPr bwMode="auto">
            <a:xfrm>
              <a:off x="1878" y="2514"/>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60451" name="Line 38">
              <a:extLst>
                <a:ext uri="{FF2B5EF4-FFF2-40B4-BE49-F238E27FC236}">
                  <a16:creationId xmlns:a16="http://schemas.microsoft.com/office/drawing/2014/main" id="{EAA4C067-3951-EB26-CFC4-A134466F57EC}"/>
                </a:ext>
              </a:extLst>
            </p:cNvPr>
            <p:cNvSpPr>
              <a:spLocks noChangeShapeType="1"/>
            </p:cNvSpPr>
            <p:nvPr/>
          </p:nvSpPr>
          <p:spPr bwMode="auto">
            <a:xfrm>
              <a:off x="1872" y="2712"/>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60452" name="Text Box 39">
              <a:extLst>
                <a:ext uri="{FF2B5EF4-FFF2-40B4-BE49-F238E27FC236}">
                  <a16:creationId xmlns:a16="http://schemas.microsoft.com/office/drawing/2014/main" id="{EF541524-EA2D-E184-5214-11995219EE93}"/>
                </a:ext>
              </a:extLst>
            </p:cNvPr>
            <p:cNvSpPr txBox="1">
              <a:spLocks noChangeArrowheads="1"/>
            </p:cNvSpPr>
            <p:nvPr/>
          </p:nvSpPr>
          <p:spPr bwMode="auto">
            <a:xfrm>
              <a:off x="1842" y="2529"/>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STATEMENT</a:t>
              </a:r>
              <a:endParaRPr lang="en-GB" altLang="en-US" sz="1200" b="1">
                <a:solidFill>
                  <a:schemeClr val="tx1"/>
                </a:solidFill>
                <a:latin typeface="Times New Roman" panose="02020603050405020304" pitchFamily="18" charset="0"/>
              </a:endParaRPr>
            </a:p>
          </p:txBody>
        </p:sp>
      </p:grpSp>
      <p:grpSp>
        <p:nvGrpSpPr>
          <p:cNvPr id="2" name="Group 1">
            <a:extLst>
              <a:ext uri="{FF2B5EF4-FFF2-40B4-BE49-F238E27FC236}">
                <a16:creationId xmlns:a16="http://schemas.microsoft.com/office/drawing/2014/main" id="{FC8F9CA5-0A41-CE12-9E70-436F21AFD445}"/>
              </a:ext>
            </a:extLst>
          </p:cNvPr>
          <p:cNvGrpSpPr>
            <a:grpSpLocks/>
          </p:cNvGrpSpPr>
          <p:nvPr/>
        </p:nvGrpSpPr>
        <p:grpSpPr bwMode="auto">
          <a:xfrm>
            <a:off x="2832100" y="3087688"/>
            <a:ext cx="1895475" cy="984250"/>
            <a:chOff x="2832100" y="3087688"/>
            <a:chExt cx="1895475" cy="984250"/>
          </a:xfrm>
        </p:grpSpPr>
        <p:grpSp>
          <p:nvGrpSpPr>
            <p:cNvPr id="60437" name="Group 50">
              <a:extLst>
                <a:ext uri="{FF2B5EF4-FFF2-40B4-BE49-F238E27FC236}">
                  <a16:creationId xmlns:a16="http://schemas.microsoft.com/office/drawing/2014/main" id="{4A80A567-EE2B-A157-867F-ADDC3B8085B0}"/>
                </a:ext>
              </a:extLst>
            </p:cNvPr>
            <p:cNvGrpSpPr>
              <a:grpSpLocks/>
            </p:cNvGrpSpPr>
            <p:nvPr/>
          </p:nvGrpSpPr>
          <p:grpSpPr bwMode="auto">
            <a:xfrm>
              <a:off x="2832100" y="3087688"/>
              <a:ext cx="1895475" cy="984250"/>
              <a:chOff x="1784" y="1945"/>
              <a:chExt cx="1194" cy="620"/>
            </a:xfrm>
          </p:grpSpPr>
          <p:sp>
            <p:nvSpPr>
              <p:cNvPr id="60439" name="Line 40">
                <a:extLst>
                  <a:ext uri="{FF2B5EF4-FFF2-40B4-BE49-F238E27FC236}">
                    <a16:creationId xmlns:a16="http://schemas.microsoft.com/office/drawing/2014/main" id="{1DB70B82-A574-D4A4-9A74-9B513EC97F1E}"/>
                  </a:ext>
                </a:extLst>
              </p:cNvPr>
              <p:cNvSpPr>
                <a:spLocks noChangeShapeType="1"/>
              </p:cNvSpPr>
              <p:nvPr/>
            </p:nvSpPr>
            <p:spPr bwMode="auto">
              <a:xfrm>
                <a:off x="1784" y="2080"/>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nvGrpSpPr>
              <p:cNvPr id="60440" name="Group 49">
                <a:extLst>
                  <a:ext uri="{FF2B5EF4-FFF2-40B4-BE49-F238E27FC236}">
                    <a16:creationId xmlns:a16="http://schemas.microsoft.com/office/drawing/2014/main" id="{E8E49780-BA2C-8604-63CC-E29AB97517B1}"/>
                  </a:ext>
                </a:extLst>
              </p:cNvPr>
              <p:cNvGrpSpPr>
                <a:grpSpLocks/>
              </p:cNvGrpSpPr>
              <p:nvPr/>
            </p:nvGrpSpPr>
            <p:grpSpPr bwMode="auto">
              <a:xfrm>
                <a:off x="1804" y="1945"/>
                <a:ext cx="1174" cy="620"/>
                <a:chOff x="1804" y="1945"/>
                <a:chExt cx="1174" cy="620"/>
              </a:xfrm>
            </p:grpSpPr>
            <p:grpSp>
              <p:nvGrpSpPr>
                <p:cNvPr id="60441" name="Group 47">
                  <a:extLst>
                    <a:ext uri="{FF2B5EF4-FFF2-40B4-BE49-F238E27FC236}">
                      <a16:creationId xmlns:a16="http://schemas.microsoft.com/office/drawing/2014/main" id="{7FF0EF67-FB19-4918-061A-F0798DE43C6D}"/>
                    </a:ext>
                  </a:extLst>
                </p:cNvPr>
                <p:cNvGrpSpPr>
                  <a:grpSpLocks/>
                </p:cNvGrpSpPr>
                <p:nvPr/>
              </p:nvGrpSpPr>
              <p:grpSpPr bwMode="auto">
                <a:xfrm>
                  <a:off x="1804" y="1945"/>
                  <a:ext cx="1174" cy="620"/>
                  <a:chOff x="1804" y="1945"/>
                  <a:chExt cx="1174" cy="620"/>
                </a:xfrm>
              </p:grpSpPr>
              <p:grpSp>
                <p:nvGrpSpPr>
                  <p:cNvPr id="60443" name="Group 25">
                    <a:extLst>
                      <a:ext uri="{FF2B5EF4-FFF2-40B4-BE49-F238E27FC236}">
                        <a16:creationId xmlns:a16="http://schemas.microsoft.com/office/drawing/2014/main" id="{39B7961E-D8F0-1658-B794-07FC7E016483}"/>
                      </a:ext>
                    </a:extLst>
                  </p:cNvPr>
                  <p:cNvGrpSpPr>
                    <a:grpSpLocks/>
                  </p:cNvGrpSpPr>
                  <p:nvPr/>
                </p:nvGrpSpPr>
                <p:grpSpPr bwMode="auto">
                  <a:xfrm rot="-1070334">
                    <a:off x="1804" y="1970"/>
                    <a:ext cx="211" cy="595"/>
                    <a:chOff x="1292" y="1880"/>
                    <a:chExt cx="212" cy="1100"/>
                  </a:xfrm>
                </p:grpSpPr>
                <p:sp>
                  <p:nvSpPr>
                    <p:cNvPr id="60446" name="Line 26">
                      <a:extLst>
                        <a:ext uri="{FF2B5EF4-FFF2-40B4-BE49-F238E27FC236}">
                          <a16:creationId xmlns:a16="http://schemas.microsoft.com/office/drawing/2014/main" id="{DE51737B-4B14-8F90-8B78-4C06AA00C58F}"/>
                        </a:ext>
                      </a:extLst>
                    </p:cNvPr>
                    <p:cNvSpPr>
                      <a:spLocks noChangeShapeType="1"/>
                    </p:cNvSpPr>
                    <p:nvPr/>
                  </p:nvSpPr>
                  <p:spPr bwMode="auto">
                    <a:xfrm flipH="1" flipV="1">
                      <a:off x="1404" y="1880"/>
                      <a:ext cx="0" cy="10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60447" name="Line 27">
                      <a:extLst>
                        <a:ext uri="{FF2B5EF4-FFF2-40B4-BE49-F238E27FC236}">
                          <a16:creationId xmlns:a16="http://schemas.microsoft.com/office/drawing/2014/main" id="{E7DA5FF7-8E38-A7CA-3189-35C7345E778E}"/>
                        </a:ext>
                      </a:extLst>
                    </p:cNvPr>
                    <p:cNvSpPr>
                      <a:spLocks noChangeShapeType="1"/>
                    </p:cNvSpPr>
                    <p:nvPr/>
                  </p:nvSpPr>
                  <p:spPr bwMode="auto">
                    <a:xfrm flipV="1">
                      <a:off x="1292" y="2760"/>
                      <a:ext cx="112" cy="2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60448" name="Line 28">
                      <a:extLst>
                        <a:ext uri="{FF2B5EF4-FFF2-40B4-BE49-F238E27FC236}">
                          <a16:creationId xmlns:a16="http://schemas.microsoft.com/office/drawing/2014/main" id="{3B9D652F-87E9-9A16-A7DD-49398C701770}"/>
                        </a:ext>
                      </a:extLst>
                    </p:cNvPr>
                    <p:cNvSpPr>
                      <a:spLocks noChangeShapeType="1"/>
                    </p:cNvSpPr>
                    <p:nvPr/>
                  </p:nvSpPr>
                  <p:spPr bwMode="auto">
                    <a:xfrm flipH="1" flipV="1">
                      <a:off x="1408" y="2764"/>
                      <a:ext cx="96" cy="2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grpSp>
              <p:sp>
                <p:nvSpPr>
                  <p:cNvPr id="60444" name="Text Box 29">
                    <a:extLst>
                      <a:ext uri="{FF2B5EF4-FFF2-40B4-BE49-F238E27FC236}">
                        <a16:creationId xmlns:a16="http://schemas.microsoft.com/office/drawing/2014/main" id="{8BD2A5D4-E2DA-64C0-BFF9-08FE0B8938BF}"/>
                      </a:ext>
                    </a:extLst>
                  </p:cNvPr>
                  <p:cNvSpPr txBox="1">
                    <a:spLocks noChangeArrowheads="1"/>
                  </p:cNvSpPr>
                  <p:nvPr/>
                </p:nvSpPr>
                <p:spPr bwMode="auto">
                  <a:xfrm rot="15347">
                    <a:off x="2128" y="1945"/>
                    <a:ext cx="688"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is issued with</a:t>
                    </a:r>
                  </a:p>
                </p:txBody>
              </p:sp>
              <p:sp>
                <p:nvSpPr>
                  <p:cNvPr id="60445" name="Text Box 30">
                    <a:extLst>
                      <a:ext uri="{FF2B5EF4-FFF2-40B4-BE49-F238E27FC236}">
                        <a16:creationId xmlns:a16="http://schemas.microsoft.com/office/drawing/2014/main" id="{D7C4FB7A-3AB0-A25D-1198-D3019179C8D6}"/>
                      </a:ext>
                    </a:extLst>
                  </p:cNvPr>
                  <p:cNvSpPr txBox="1">
                    <a:spLocks noChangeArrowheads="1"/>
                  </p:cNvSpPr>
                  <p:nvPr/>
                </p:nvSpPr>
                <p:spPr bwMode="auto">
                  <a:xfrm rot="15347">
                    <a:off x="2129" y="2332"/>
                    <a:ext cx="849"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is despatched to</a:t>
                    </a:r>
                  </a:p>
                </p:txBody>
              </p:sp>
            </p:grpSp>
            <p:sp>
              <p:nvSpPr>
                <p:cNvPr id="60442" name="Line 42">
                  <a:extLst>
                    <a:ext uri="{FF2B5EF4-FFF2-40B4-BE49-F238E27FC236}">
                      <a16:creationId xmlns:a16="http://schemas.microsoft.com/office/drawing/2014/main" id="{4604D030-7F2F-DC56-0E7B-13996223B9F3}"/>
                    </a:ext>
                  </a:extLst>
                </p:cNvPr>
                <p:cNvSpPr>
                  <a:spLocks noChangeShapeType="1"/>
                </p:cNvSpPr>
                <p:nvPr/>
              </p:nvSpPr>
              <p:spPr bwMode="auto">
                <a:xfrm>
                  <a:off x="1880" y="2424"/>
                  <a:ext cx="1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sp>
          <p:nvSpPr>
            <p:cNvPr id="60438" name="Line 40">
              <a:extLst>
                <a:ext uri="{FF2B5EF4-FFF2-40B4-BE49-F238E27FC236}">
                  <a16:creationId xmlns:a16="http://schemas.microsoft.com/office/drawing/2014/main" id="{6A1ECA55-DC8A-D959-3334-207D8B2D82C3}"/>
                </a:ext>
              </a:extLst>
            </p:cNvPr>
            <p:cNvSpPr>
              <a:spLocks noChangeShapeType="1"/>
            </p:cNvSpPr>
            <p:nvPr/>
          </p:nvSpPr>
          <p:spPr bwMode="auto">
            <a:xfrm>
              <a:off x="2864580" y="3364461"/>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3" name="Group 2">
            <a:extLst>
              <a:ext uri="{FF2B5EF4-FFF2-40B4-BE49-F238E27FC236}">
                <a16:creationId xmlns:a16="http://schemas.microsoft.com/office/drawing/2014/main" id="{34C3C3AF-C5CD-65FD-E802-15B26E995F56}"/>
              </a:ext>
            </a:extLst>
          </p:cNvPr>
          <p:cNvGrpSpPr>
            <a:grpSpLocks/>
          </p:cNvGrpSpPr>
          <p:nvPr/>
        </p:nvGrpSpPr>
        <p:grpSpPr bwMode="auto">
          <a:xfrm>
            <a:off x="844550" y="3100388"/>
            <a:ext cx="1711325" cy="1052512"/>
            <a:chOff x="844550" y="3100388"/>
            <a:chExt cx="1710650" cy="1052512"/>
          </a:xfrm>
        </p:grpSpPr>
        <p:grpSp>
          <p:nvGrpSpPr>
            <p:cNvPr id="60426" name="Group 48">
              <a:extLst>
                <a:ext uri="{FF2B5EF4-FFF2-40B4-BE49-F238E27FC236}">
                  <a16:creationId xmlns:a16="http://schemas.microsoft.com/office/drawing/2014/main" id="{3F70C9FB-9D64-892B-A6D4-4AA4F4E27077}"/>
                </a:ext>
              </a:extLst>
            </p:cNvPr>
            <p:cNvGrpSpPr>
              <a:grpSpLocks/>
            </p:cNvGrpSpPr>
            <p:nvPr/>
          </p:nvGrpSpPr>
          <p:grpSpPr bwMode="auto">
            <a:xfrm>
              <a:off x="844550" y="3100388"/>
              <a:ext cx="1708150" cy="1052512"/>
              <a:chOff x="532" y="1953"/>
              <a:chExt cx="1076" cy="663"/>
            </a:xfrm>
          </p:grpSpPr>
          <p:grpSp>
            <p:nvGrpSpPr>
              <p:cNvPr id="60428" name="Group 46">
                <a:extLst>
                  <a:ext uri="{FF2B5EF4-FFF2-40B4-BE49-F238E27FC236}">
                    <a16:creationId xmlns:a16="http://schemas.microsoft.com/office/drawing/2014/main" id="{07C9F43D-F673-746F-DC29-BD45C79D6E94}"/>
                  </a:ext>
                </a:extLst>
              </p:cNvPr>
              <p:cNvGrpSpPr>
                <a:grpSpLocks/>
              </p:cNvGrpSpPr>
              <p:nvPr/>
            </p:nvGrpSpPr>
            <p:grpSpPr bwMode="auto">
              <a:xfrm>
                <a:off x="532" y="1953"/>
                <a:ext cx="1076" cy="663"/>
                <a:chOff x="532" y="1953"/>
                <a:chExt cx="1076" cy="663"/>
              </a:xfrm>
            </p:grpSpPr>
            <p:sp>
              <p:nvSpPr>
                <p:cNvPr id="60430" name="Text Box 13">
                  <a:extLst>
                    <a:ext uri="{FF2B5EF4-FFF2-40B4-BE49-F238E27FC236}">
                      <a16:creationId xmlns:a16="http://schemas.microsoft.com/office/drawing/2014/main" id="{106F7F69-B59E-1472-1F50-3A5E570FDB23}"/>
                    </a:ext>
                  </a:extLst>
                </p:cNvPr>
                <p:cNvSpPr txBox="1">
                  <a:spLocks noChangeArrowheads="1"/>
                </p:cNvSpPr>
                <p:nvPr/>
              </p:nvSpPr>
              <p:spPr bwMode="auto">
                <a:xfrm rot="15347">
                  <a:off x="532" y="1953"/>
                  <a:ext cx="688"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is issued with</a:t>
                  </a:r>
                </a:p>
              </p:txBody>
            </p:sp>
            <p:grpSp>
              <p:nvGrpSpPr>
                <p:cNvPr id="60431" name="Group 14">
                  <a:extLst>
                    <a:ext uri="{FF2B5EF4-FFF2-40B4-BE49-F238E27FC236}">
                      <a16:creationId xmlns:a16="http://schemas.microsoft.com/office/drawing/2014/main" id="{15DC8B5C-592A-8149-FA5E-A14F9314D0DE}"/>
                    </a:ext>
                  </a:extLst>
                </p:cNvPr>
                <p:cNvGrpSpPr>
                  <a:grpSpLocks/>
                </p:cNvGrpSpPr>
                <p:nvPr/>
              </p:nvGrpSpPr>
              <p:grpSpPr bwMode="auto">
                <a:xfrm rot="1706239">
                  <a:off x="1332" y="1960"/>
                  <a:ext cx="212" cy="656"/>
                  <a:chOff x="1292" y="1880"/>
                  <a:chExt cx="212" cy="1100"/>
                </a:xfrm>
              </p:grpSpPr>
              <p:sp>
                <p:nvSpPr>
                  <p:cNvPr id="60434" name="Line 15">
                    <a:extLst>
                      <a:ext uri="{FF2B5EF4-FFF2-40B4-BE49-F238E27FC236}">
                        <a16:creationId xmlns:a16="http://schemas.microsoft.com/office/drawing/2014/main" id="{632BBBF6-9C63-2087-0B75-6169445D71B5}"/>
                      </a:ext>
                    </a:extLst>
                  </p:cNvPr>
                  <p:cNvSpPr>
                    <a:spLocks noChangeShapeType="1"/>
                  </p:cNvSpPr>
                  <p:nvPr/>
                </p:nvSpPr>
                <p:spPr bwMode="auto">
                  <a:xfrm flipH="1" flipV="1">
                    <a:off x="1404" y="1880"/>
                    <a:ext cx="0" cy="10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60435" name="Line 16">
                    <a:extLst>
                      <a:ext uri="{FF2B5EF4-FFF2-40B4-BE49-F238E27FC236}">
                        <a16:creationId xmlns:a16="http://schemas.microsoft.com/office/drawing/2014/main" id="{1D51A896-A4CD-369D-7DB5-7AA712AA1D6E}"/>
                      </a:ext>
                    </a:extLst>
                  </p:cNvPr>
                  <p:cNvSpPr>
                    <a:spLocks noChangeShapeType="1"/>
                  </p:cNvSpPr>
                  <p:nvPr/>
                </p:nvSpPr>
                <p:spPr bwMode="auto">
                  <a:xfrm flipV="1">
                    <a:off x="1292" y="2760"/>
                    <a:ext cx="112" cy="2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60436" name="Line 17">
                    <a:extLst>
                      <a:ext uri="{FF2B5EF4-FFF2-40B4-BE49-F238E27FC236}">
                        <a16:creationId xmlns:a16="http://schemas.microsoft.com/office/drawing/2014/main" id="{055A42C9-836A-7A55-4B90-CFB53171E897}"/>
                      </a:ext>
                    </a:extLst>
                  </p:cNvPr>
                  <p:cNvSpPr>
                    <a:spLocks noChangeShapeType="1"/>
                  </p:cNvSpPr>
                  <p:nvPr/>
                </p:nvSpPr>
                <p:spPr bwMode="auto">
                  <a:xfrm flipH="1" flipV="1">
                    <a:off x="1408" y="2764"/>
                    <a:ext cx="96" cy="2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grpSp>
            <p:sp>
              <p:nvSpPr>
                <p:cNvPr id="60432" name="Text Box 18">
                  <a:extLst>
                    <a:ext uri="{FF2B5EF4-FFF2-40B4-BE49-F238E27FC236}">
                      <a16:creationId xmlns:a16="http://schemas.microsoft.com/office/drawing/2014/main" id="{CD3F1865-F59D-7E93-4EB6-338C14457F50}"/>
                    </a:ext>
                  </a:extLst>
                </p:cNvPr>
                <p:cNvSpPr txBox="1">
                  <a:spLocks noChangeArrowheads="1"/>
                </p:cNvSpPr>
                <p:nvPr/>
              </p:nvSpPr>
              <p:spPr bwMode="auto">
                <a:xfrm rot="15347">
                  <a:off x="533" y="2312"/>
                  <a:ext cx="849" cy="173"/>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200">
                      <a:solidFill>
                        <a:schemeClr val="tx1"/>
                      </a:solidFill>
                      <a:latin typeface="Times New Roman" panose="02020603050405020304" pitchFamily="18" charset="0"/>
                    </a:rPr>
                    <a:t>is despatched to</a:t>
                  </a:r>
                </a:p>
              </p:txBody>
            </p:sp>
            <p:sp>
              <p:nvSpPr>
                <p:cNvPr id="60433" name="Line 32">
                  <a:extLst>
                    <a:ext uri="{FF2B5EF4-FFF2-40B4-BE49-F238E27FC236}">
                      <a16:creationId xmlns:a16="http://schemas.microsoft.com/office/drawing/2014/main" id="{26135DE6-3CD1-9C6C-F655-E4F029B58D7A}"/>
                    </a:ext>
                  </a:extLst>
                </p:cNvPr>
                <p:cNvSpPr>
                  <a:spLocks noChangeShapeType="1"/>
                </p:cNvSpPr>
                <p:nvPr/>
              </p:nvSpPr>
              <p:spPr bwMode="auto">
                <a:xfrm>
                  <a:off x="1464" y="2080"/>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60429" name="Line 41">
                <a:extLst>
                  <a:ext uri="{FF2B5EF4-FFF2-40B4-BE49-F238E27FC236}">
                    <a16:creationId xmlns:a16="http://schemas.microsoft.com/office/drawing/2014/main" id="{669570CB-2059-09A8-9D30-93A7106E53DC}"/>
                  </a:ext>
                </a:extLst>
              </p:cNvPr>
              <p:cNvSpPr>
                <a:spLocks noChangeShapeType="1"/>
              </p:cNvSpPr>
              <p:nvPr/>
            </p:nvSpPr>
            <p:spPr bwMode="auto">
              <a:xfrm>
                <a:off x="1256" y="2464"/>
                <a:ext cx="1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60427" name="Line 32">
              <a:extLst>
                <a:ext uri="{FF2B5EF4-FFF2-40B4-BE49-F238E27FC236}">
                  <a16:creationId xmlns:a16="http://schemas.microsoft.com/office/drawing/2014/main" id="{DC67ED22-6D35-5B11-039E-75295874325F}"/>
                </a:ext>
              </a:extLst>
            </p:cNvPr>
            <p:cNvSpPr>
              <a:spLocks noChangeShapeType="1"/>
            </p:cNvSpPr>
            <p:nvPr/>
          </p:nvSpPr>
          <p:spPr bwMode="auto">
            <a:xfrm>
              <a:off x="2326600" y="336446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4" name="Rectangle 3">
            <a:extLst>
              <a:ext uri="{FF2B5EF4-FFF2-40B4-BE49-F238E27FC236}">
                <a16:creationId xmlns:a16="http://schemas.microsoft.com/office/drawing/2014/main" id="{7E0143AF-29E4-175D-EB58-5802B0DE37E2}"/>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022979">
                                            <p:txEl>
                                              <p:pRg st="0" end="0"/>
                                            </p:txEl>
                                          </p:spTgt>
                                        </p:tgtEl>
                                        <p:attrNameLst>
                                          <p:attrName>style.visibility</p:attrName>
                                        </p:attrNameLst>
                                      </p:cBhvr>
                                      <p:to>
                                        <p:strVal val="visible"/>
                                      </p:to>
                                    </p:set>
                                    <p:anim calcmode="discrete" valueType="clr">
                                      <p:cBhvr override="childStyle">
                                        <p:cTn id="7" dur="80"/>
                                        <p:tgtEl>
                                          <p:spTgt spid="1022979">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022979">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1022979">
                                            <p:txEl>
                                              <p:pRg st="0" end="0"/>
                                            </p:txEl>
                                          </p:spTgt>
                                        </p:tgtEl>
                                        <p:attrNameLst>
                                          <p:attrName>fill.type</p:attrName>
                                        </p:attrNameLst>
                                      </p:cBhvr>
                                      <p:to>
                                        <p:strVal val="solid"/>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0" presetClass="entr" presetSubtype="0" fill="hold" nodeType="clickEffect">
                                  <p:stCondLst>
                                    <p:cond delay="0"/>
                                  </p:stCondLst>
                                  <p:childTnLst>
                                    <p:set>
                                      <p:cBhvr>
                                        <p:cTn id="13" dur="1" fill="hold">
                                          <p:stCondLst>
                                            <p:cond delay="0"/>
                                          </p:stCondLst>
                                        </p:cTn>
                                        <p:tgtEl>
                                          <p:spTgt spid="1023019"/>
                                        </p:tgtEl>
                                        <p:attrNameLst>
                                          <p:attrName>style.visibility</p:attrName>
                                        </p:attrNameLst>
                                      </p:cBhvr>
                                      <p:to>
                                        <p:strVal val="visible"/>
                                      </p:to>
                                    </p:set>
                                    <p:animEffect transition="in" filter="fade">
                                      <p:cBhvr>
                                        <p:cTn id="14" dur="2000"/>
                                        <p:tgtEl>
                                          <p:spTgt spid="1023019"/>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ntr" presetSubtype="0" fill="hold" nodeType="clickEffect">
                                  <p:stCondLst>
                                    <p:cond delay="0"/>
                                  </p:stCondLst>
                                  <p:childTnLst>
                                    <p:set>
                                      <p:cBhvr>
                                        <p:cTn id="18" dur="1" fill="hold">
                                          <p:stCondLst>
                                            <p:cond delay="0"/>
                                          </p:stCondLst>
                                        </p:cTn>
                                        <p:tgtEl>
                                          <p:spTgt spid="1023020"/>
                                        </p:tgtEl>
                                        <p:attrNameLst>
                                          <p:attrName>style.visibility</p:attrName>
                                        </p:attrNameLst>
                                      </p:cBhvr>
                                      <p:to>
                                        <p:strVal val="visible"/>
                                      </p:to>
                                    </p:set>
                                    <p:animEffect transition="in" filter="fade">
                                      <p:cBhvr>
                                        <p:cTn id="19" dur="2000"/>
                                        <p:tgtEl>
                                          <p:spTgt spid="102302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nodeType="clickEffect">
                                  <p:stCondLst>
                                    <p:cond delay="0"/>
                                  </p:stCondLst>
                                  <p:childTnLst>
                                    <p:set>
                                      <p:cBhvr>
                                        <p:cTn id="23" dur="1" fill="hold">
                                          <p:stCondLst>
                                            <p:cond delay="0"/>
                                          </p:stCondLst>
                                        </p:cTn>
                                        <p:tgtEl>
                                          <p:spTgt spid="1023021"/>
                                        </p:tgtEl>
                                        <p:attrNameLst>
                                          <p:attrName>style.visibility</p:attrName>
                                        </p:attrNameLst>
                                      </p:cBhvr>
                                      <p:to>
                                        <p:strVal val="visible"/>
                                      </p:to>
                                    </p:set>
                                    <p:animEffect transition="in" filter="fade">
                                      <p:cBhvr>
                                        <p:cTn id="24" dur="2000"/>
                                        <p:tgtEl>
                                          <p:spTgt spid="102302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1"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up)">
                                      <p:cBhvr>
                                        <p:cTn id="29" dur="500"/>
                                        <p:tgtEl>
                                          <p:spTgt spid="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wipe(up)">
                                      <p:cBhvr>
                                        <p:cTn id="34" dur="500"/>
                                        <p:tgtEl>
                                          <p:spTgt spid="2"/>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1023007"/>
                                        </p:tgtEl>
                                        <p:attrNameLst>
                                          <p:attrName>style.visibility</p:attrName>
                                        </p:attrNameLst>
                                      </p:cBhvr>
                                      <p:to>
                                        <p:strVal val="visible"/>
                                      </p:to>
                                    </p:set>
                                    <p:animEffect transition="in" filter="wipe(left)">
                                      <p:cBhvr>
                                        <p:cTn id="39" dur="500"/>
                                        <p:tgtEl>
                                          <p:spTgt spid="10230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2979"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3F017AEE-588F-774A-431E-1F258148E7F6}"/>
              </a:ext>
            </a:extLst>
          </p:cNvPr>
          <p:cNvSpPr>
            <a:spLocks noGrp="1" noChangeArrowheads="1"/>
          </p:cNvSpPr>
          <p:nvPr>
            <p:ph type="title"/>
          </p:nvPr>
        </p:nvSpPr>
        <p:spPr/>
        <p:txBody>
          <a:bodyPr/>
          <a:lstStyle/>
          <a:p>
            <a:pPr eaLnBrk="1" hangingPunct="1"/>
            <a:r>
              <a:rPr lang="en-GB" altLang="en-US" b="1"/>
              <a:t>Multiple Relationships</a:t>
            </a:r>
          </a:p>
        </p:txBody>
      </p:sp>
      <p:sp>
        <p:nvSpPr>
          <p:cNvPr id="62467" name="Rectangle 3">
            <a:extLst>
              <a:ext uri="{FF2B5EF4-FFF2-40B4-BE49-F238E27FC236}">
                <a16:creationId xmlns:a16="http://schemas.microsoft.com/office/drawing/2014/main" id="{D91F2D13-EC88-697F-D43A-E75AA20E668D}"/>
              </a:ext>
            </a:extLst>
          </p:cNvPr>
          <p:cNvSpPr>
            <a:spLocks noGrp="1" noChangeArrowheads="1"/>
          </p:cNvSpPr>
          <p:nvPr>
            <p:ph idx="1"/>
          </p:nvPr>
        </p:nvSpPr>
        <p:spPr>
          <a:xfrm>
            <a:off x="381000" y="1447800"/>
            <a:ext cx="8305800" cy="4111625"/>
          </a:xfrm>
        </p:spPr>
        <p:txBody>
          <a:bodyPr/>
          <a:lstStyle/>
          <a:p>
            <a:pPr eaLnBrk="1" hangingPunct="1"/>
            <a:r>
              <a:rPr lang="en-US" altLang="en-US" sz="2800"/>
              <a:t>We have looked at single binary relationships (one relationship between 2 entities) and a unary relationship</a:t>
            </a:r>
          </a:p>
          <a:p>
            <a:pPr eaLnBrk="1" hangingPunct="1"/>
            <a:r>
              <a:rPr lang="en-US" altLang="en-US" sz="2800"/>
              <a:t>Let’s now consider:</a:t>
            </a:r>
          </a:p>
          <a:p>
            <a:pPr lvl="1" eaLnBrk="1" hangingPunct="1"/>
            <a:r>
              <a:rPr lang="en-US" altLang="en-US" sz="2400"/>
              <a:t>Multiple binary relationships</a:t>
            </a:r>
          </a:p>
          <a:p>
            <a:pPr lvl="1" eaLnBrk="1" hangingPunct="1"/>
            <a:r>
              <a:rPr lang="en-US" altLang="en-US" sz="2400"/>
              <a:t>Simultaneous relationships across three entities (ternary relationships)</a:t>
            </a:r>
          </a:p>
          <a:p>
            <a:pPr eaLnBrk="1" hangingPunct="1"/>
            <a:endParaRPr lang="en-US" altLang="en-US" sz="2800"/>
          </a:p>
        </p:txBody>
      </p:sp>
      <p:sp>
        <p:nvSpPr>
          <p:cNvPr id="2" name="Rectangle 1">
            <a:extLst>
              <a:ext uri="{FF2B5EF4-FFF2-40B4-BE49-F238E27FC236}">
                <a16:creationId xmlns:a16="http://schemas.microsoft.com/office/drawing/2014/main" id="{26BE75CE-8094-9C2C-3318-27CA1978ADCA}"/>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DBA8BB30-A042-6ACA-A3E8-B49A72AF24F0}"/>
              </a:ext>
            </a:extLst>
          </p:cNvPr>
          <p:cNvSpPr>
            <a:spLocks noGrp="1" noChangeArrowheads="1"/>
          </p:cNvSpPr>
          <p:nvPr>
            <p:ph type="title"/>
          </p:nvPr>
        </p:nvSpPr>
        <p:spPr/>
        <p:txBody>
          <a:bodyPr/>
          <a:lstStyle/>
          <a:p>
            <a:pPr eaLnBrk="1" hangingPunct="1"/>
            <a:r>
              <a:rPr lang="en-GB" altLang="en-US" b="1"/>
              <a:t>Multiple Binary Relationships</a:t>
            </a:r>
          </a:p>
        </p:txBody>
      </p:sp>
      <p:grpSp>
        <p:nvGrpSpPr>
          <p:cNvPr id="1028128" name="Group 32">
            <a:extLst>
              <a:ext uri="{FF2B5EF4-FFF2-40B4-BE49-F238E27FC236}">
                <a16:creationId xmlns:a16="http://schemas.microsoft.com/office/drawing/2014/main" id="{1F6E7499-D752-A713-ABD8-1EA7AD85E7B8}"/>
              </a:ext>
            </a:extLst>
          </p:cNvPr>
          <p:cNvGrpSpPr>
            <a:grpSpLocks/>
          </p:cNvGrpSpPr>
          <p:nvPr/>
        </p:nvGrpSpPr>
        <p:grpSpPr bwMode="auto">
          <a:xfrm>
            <a:off x="3813175" y="1981200"/>
            <a:ext cx="1406525" cy="939800"/>
            <a:chOff x="2402" y="1248"/>
            <a:chExt cx="886" cy="592"/>
          </a:xfrm>
        </p:grpSpPr>
        <p:sp>
          <p:nvSpPr>
            <p:cNvPr id="63520" name="AutoShape 4">
              <a:extLst>
                <a:ext uri="{FF2B5EF4-FFF2-40B4-BE49-F238E27FC236}">
                  <a16:creationId xmlns:a16="http://schemas.microsoft.com/office/drawing/2014/main" id="{3AB5490D-0E4B-15E4-B62D-1006AD6AD1A3}"/>
                </a:ext>
              </a:extLst>
            </p:cNvPr>
            <p:cNvSpPr>
              <a:spLocks noChangeArrowheads="1"/>
            </p:cNvSpPr>
            <p:nvPr/>
          </p:nvSpPr>
          <p:spPr bwMode="auto">
            <a:xfrm>
              <a:off x="2472" y="1280"/>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63521" name="AutoShape 5">
              <a:extLst>
                <a:ext uri="{FF2B5EF4-FFF2-40B4-BE49-F238E27FC236}">
                  <a16:creationId xmlns:a16="http://schemas.microsoft.com/office/drawing/2014/main" id="{18A90308-4A4A-AAA3-CF8A-D1915C62A2FC}"/>
                </a:ext>
              </a:extLst>
            </p:cNvPr>
            <p:cNvSpPr>
              <a:spLocks noChangeArrowheads="1"/>
            </p:cNvSpPr>
            <p:nvPr/>
          </p:nvSpPr>
          <p:spPr bwMode="auto">
            <a:xfrm>
              <a:off x="2432" y="1248"/>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63522" name="Line 28">
              <a:extLst>
                <a:ext uri="{FF2B5EF4-FFF2-40B4-BE49-F238E27FC236}">
                  <a16:creationId xmlns:a16="http://schemas.microsoft.com/office/drawing/2014/main" id="{A8EFBF4F-CC86-C12D-4B2C-E4678EEB424E}"/>
                </a:ext>
              </a:extLst>
            </p:cNvPr>
            <p:cNvSpPr>
              <a:spLocks noChangeShapeType="1"/>
            </p:cNvSpPr>
            <p:nvPr/>
          </p:nvSpPr>
          <p:spPr bwMode="auto">
            <a:xfrm>
              <a:off x="2432" y="1440"/>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63523" name="Text Box 29">
              <a:extLst>
                <a:ext uri="{FF2B5EF4-FFF2-40B4-BE49-F238E27FC236}">
                  <a16:creationId xmlns:a16="http://schemas.microsoft.com/office/drawing/2014/main" id="{6A07FA08-CC7D-DD42-7FDA-620BC58667BF}"/>
                </a:ext>
              </a:extLst>
            </p:cNvPr>
            <p:cNvSpPr txBox="1">
              <a:spLocks noChangeArrowheads="1"/>
            </p:cNvSpPr>
            <p:nvPr/>
          </p:nvSpPr>
          <p:spPr bwMode="auto">
            <a:xfrm>
              <a:off x="2402" y="1257"/>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LECTURER</a:t>
              </a:r>
              <a:endParaRPr lang="en-GB" altLang="en-US" sz="1200" b="1">
                <a:solidFill>
                  <a:schemeClr val="tx1"/>
                </a:solidFill>
                <a:latin typeface="Times New Roman" panose="02020603050405020304" pitchFamily="18" charset="0"/>
              </a:endParaRPr>
            </a:p>
          </p:txBody>
        </p:sp>
      </p:grpSp>
      <p:grpSp>
        <p:nvGrpSpPr>
          <p:cNvPr id="1028133" name="Group 37">
            <a:extLst>
              <a:ext uri="{FF2B5EF4-FFF2-40B4-BE49-F238E27FC236}">
                <a16:creationId xmlns:a16="http://schemas.microsoft.com/office/drawing/2014/main" id="{D2CFDC96-C1EF-C826-0CCD-48D68059860B}"/>
              </a:ext>
            </a:extLst>
          </p:cNvPr>
          <p:cNvGrpSpPr>
            <a:grpSpLocks/>
          </p:cNvGrpSpPr>
          <p:nvPr/>
        </p:nvGrpSpPr>
        <p:grpSpPr bwMode="auto">
          <a:xfrm>
            <a:off x="3787775" y="4622800"/>
            <a:ext cx="1419225" cy="939800"/>
            <a:chOff x="2386" y="2912"/>
            <a:chExt cx="894" cy="592"/>
          </a:xfrm>
        </p:grpSpPr>
        <p:sp>
          <p:nvSpPr>
            <p:cNvPr id="63516" name="AutoShape 8">
              <a:extLst>
                <a:ext uri="{FF2B5EF4-FFF2-40B4-BE49-F238E27FC236}">
                  <a16:creationId xmlns:a16="http://schemas.microsoft.com/office/drawing/2014/main" id="{E3148C34-87C2-AF40-E69D-3546D40E2E89}"/>
                </a:ext>
              </a:extLst>
            </p:cNvPr>
            <p:cNvSpPr>
              <a:spLocks noChangeArrowheads="1"/>
            </p:cNvSpPr>
            <p:nvPr/>
          </p:nvSpPr>
          <p:spPr bwMode="auto">
            <a:xfrm>
              <a:off x="2464" y="2944"/>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63517" name="AutoShape 9">
              <a:extLst>
                <a:ext uri="{FF2B5EF4-FFF2-40B4-BE49-F238E27FC236}">
                  <a16:creationId xmlns:a16="http://schemas.microsoft.com/office/drawing/2014/main" id="{E3E3E0D5-3C0B-447F-D164-9EB112B79164}"/>
                </a:ext>
              </a:extLst>
            </p:cNvPr>
            <p:cNvSpPr>
              <a:spLocks noChangeArrowheads="1"/>
            </p:cNvSpPr>
            <p:nvPr/>
          </p:nvSpPr>
          <p:spPr bwMode="auto">
            <a:xfrm>
              <a:off x="2424" y="2912"/>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63518" name="Line 30">
              <a:extLst>
                <a:ext uri="{FF2B5EF4-FFF2-40B4-BE49-F238E27FC236}">
                  <a16:creationId xmlns:a16="http://schemas.microsoft.com/office/drawing/2014/main" id="{04B65E3C-1ECF-478F-1FC0-01132AED024B}"/>
                </a:ext>
              </a:extLst>
            </p:cNvPr>
            <p:cNvSpPr>
              <a:spLocks noChangeShapeType="1"/>
            </p:cNvSpPr>
            <p:nvPr/>
          </p:nvSpPr>
          <p:spPr bwMode="auto">
            <a:xfrm>
              <a:off x="2416" y="3112"/>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63519" name="Text Box 31">
              <a:extLst>
                <a:ext uri="{FF2B5EF4-FFF2-40B4-BE49-F238E27FC236}">
                  <a16:creationId xmlns:a16="http://schemas.microsoft.com/office/drawing/2014/main" id="{9E8B3E7F-CD27-E286-EB7A-C55230798E7F}"/>
                </a:ext>
              </a:extLst>
            </p:cNvPr>
            <p:cNvSpPr txBox="1">
              <a:spLocks noChangeArrowheads="1"/>
            </p:cNvSpPr>
            <p:nvPr/>
          </p:nvSpPr>
          <p:spPr bwMode="auto">
            <a:xfrm>
              <a:off x="2386" y="2929"/>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PROJECT</a:t>
              </a:r>
              <a:endParaRPr lang="en-GB" altLang="en-US" sz="1200" b="1">
                <a:solidFill>
                  <a:schemeClr val="tx1"/>
                </a:solidFill>
                <a:latin typeface="Times New Roman" panose="02020603050405020304" pitchFamily="18" charset="0"/>
              </a:endParaRPr>
            </a:p>
          </p:txBody>
        </p:sp>
      </p:grpSp>
      <p:grpSp>
        <p:nvGrpSpPr>
          <p:cNvPr id="2" name="Group 1">
            <a:extLst>
              <a:ext uri="{FF2B5EF4-FFF2-40B4-BE49-F238E27FC236}">
                <a16:creationId xmlns:a16="http://schemas.microsoft.com/office/drawing/2014/main" id="{4814F5D6-68AD-ABFC-B0BF-AF6A58BFF690}"/>
              </a:ext>
            </a:extLst>
          </p:cNvPr>
          <p:cNvGrpSpPr>
            <a:grpSpLocks/>
          </p:cNvGrpSpPr>
          <p:nvPr/>
        </p:nvGrpSpPr>
        <p:grpSpPr bwMode="auto">
          <a:xfrm>
            <a:off x="2763838" y="2908300"/>
            <a:ext cx="1503362" cy="1708150"/>
            <a:chOff x="2763838" y="2908300"/>
            <a:chExt cx="1503362" cy="1708150"/>
          </a:xfrm>
        </p:grpSpPr>
        <p:grpSp>
          <p:nvGrpSpPr>
            <p:cNvPr id="63507" name="Group 36">
              <a:extLst>
                <a:ext uri="{FF2B5EF4-FFF2-40B4-BE49-F238E27FC236}">
                  <a16:creationId xmlns:a16="http://schemas.microsoft.com/office/drawing/2014/main" id="{8C56226C-F735-E9E2-B8E2-51452CB183A1}"/>
                </a:ext>
              </a:extLst>
            </p:cNvPr>
            <p:cNvGrpSpPr>
              <a:grpSpLocks/>
            </p:cNvGrpSpPr>
            <p:nvPr/>
          </p:nvGrpSpPr>
          <p:grpSpPr bwMode="auto">
            <a:xfrm>
              <a:off x="2763838" y="2908300"/>
              <a:ext cx="1503362" cy="1708150"/>
              <a:chOff x="1741" y="1832"/>
              <a:chExt cx="947" cy="1076"/>
            </a:xfrm>
          </p:grpSpPr>
          <p:sp>
            <p:nvSpPr>
              <p:cNvPr id="63509" name="Text Box 20">
                <a:extLst>
                  <a:ext uri="{FF2B5EF4-FFF2-40B4-BE49-F238E27FC236}">
                    <a16:creationId xmlns:a16="http://schemas.microsoft.com/office/drawing/2014/main" id="{8D61B703-0C45-D62A-F0D7-C76DCE611139}"/>
                  </a:ext>
                </a:extLst>
              </p:cNvPr>
              <p:cNvSpPr txBox="1">
                <a:spLocks noChangeArrowheads="1"/>
              </p:cNvSpPr>
              <p:nvPr/>
            </p:nvSpPr>
            <p:spPr bwMode="auto">
              <a:xfrm rot="15347">
                <a:off x="1834" y="1848"/>
                <a:ext cx="699" cy="192"/>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r"/>
                <a:r>
                  <a:rPr lang="en-GB" altLang="en-US" sz="1400">
                    <a:solidFill>
                      <a:schemeClr val="tx1"/>
                    </a:solidFill>
                    <a:latin typeface="Times New Roman" panose="02020603050405020304" pitchFamily="18" charset="0"/>
                  </a:rPr>
                  <a:t>may propose</a:t>
                </a:r>
                <a:endParaRPr lang="en-GB" altLang="en-US" sz="1400" u="sng">
                  <a:solidFill>
                    <a:schemeClr val="tx1"/>
                  </a:solidFill>
                  <a:latin typeface="Times New Roman" panose="02020603050405020304" pitchFamily="18" charset="0"/>
                </a:endParaRPr>
              </a:p>
            </p:txBody>
          </p:sp>
          <p:sp>
            <p:nvSpPr>
              <p:cNvPr id="63510" name="Line 21">
                <a:extLst>
                  <a:ext uri="{FF2B5EF4-FFF2-40B4-BE49-F238E27FC236}">
                    <a16:creationId xmlns:a16="http://schemas.microsoft.com/office/drawing/2014/main" id="{3769E311-E21C-8EF5-04D0-F2098D0E4C05}"/>
                  </a:ext>
                </a:extLst>
              </p:cNvPr>
              <p:cNvSpPr>
                <a:spLocks noChangeShapeType="1"/>
              </p:cNvSpPr>
              <p:nvPr/>
            </p:nvSpPr>
            <p:spPr bwMode="auto">
              <a:xfrm flipH="1" flipV="1">
                <a:off x="2572" y="1832"/>
                <a:ext cx="16" cy="10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63511" name="Line 22">
                <a:extLst>
                  <a:ext uri="{FF2B5EF4-FFF2-40B4-BE49-F238E27FC236}">
                    <a16:creationId xmlns:a16="http://schemas.microsoft.com/office/drawing/2014/main" id="{49D4F08B-D2D8-9ED3-008E-C3E87E48E413}"/>
                  </a:ext>
                </a:extLst>
              </p:cNvPr>
              <p:cNvSpPr>
                <a:spLocks noChangeShapeType="1"/>
              </p:cNvSpPr>
              <p:nvPr/>
            </p:nvSpPr>
            <p:spPr bwMode="auto">
              <a:xfrm flipV="1">
                <a:off x="2476" y="2688"/>
                <a:ext cx="112" cy="2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63512" name="Line 23">
                <a:extLst>
                  <a:ext uri="{FF2B5EF4-FFF2-40B4-BE49-F238E27FC236}">
                    <a16:creationId xmlns:a16="http://schemas.microsoft.com/office/drawing/2014/main" id="{B3DD8A82-5C2A-0698-5E56-1F60D0C2ECF9}"/>
                  </a:ext>
                </a:extLst>
              </p:cNvPr>
              <p:cNvSpPr>
                <a:spLocks noChangeShapeType="1"/>
              </p:cNvSpPr>
              <p:nvPr/>
            </p:nvSpPr>
            <p:spPr bwMode="auto">
              <a:xfrm flipH="1" flipV="1">
                <a:off x="2592" y="2692"/>
                <a:ext cx="96" cy="2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63513" name="Text Box 24">
                <a:extLst>
                  <a:ext uri="{FF2B5EF4-FFF2-40B4-BE49-F238E27FC236}">
                    <a16:creationId xmlns:a16="http://schemas.microsoft.com/office/drawing/2014/main" id="{018F3A9E-B56B-433E-7B86-1ECB476030AD}"/>
                  </a:ext>
                </a:extLst>
              </p:cNvPr>
              <p:cNvSpPr txBox="1">
                <a:spLocks noChangeArrowheads="1"/>
              </p:cNvSpPr>
              <p:nvPr/>
            </p:nvSpPr>
            <p:spPr bwMode="auto">
              <a:xfrm rot="15347">
                <a:off x="1741" y="2526"/>
                <a:ext cx="792" cy="33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r"/>
                <a:r>
                  <a:rPr lang="en-GB" altLang="en-US" sz="1400">
                    <a:solidFill>
                      <a:schemeClr val="tx1"/>
                    </a:solidFill>
                    <a:latin typeface="Times New Roman" panose="02020603050405020304" pitchFamily="18" charset="0"/>
                  </a:rPr>
                  <a:t>must be created by</a:t>
                </a:r>
                <a:endParaRPr lang="en-GB" altLang="en-US" sz="1400" b="1" u="sng">
                  <a:solidFill>
                    <a:schemeClr val="tx1"/>
                  </a:solidFill>
                  <a:latin typeface="Times New Roman" panose="02020603050405020304" pitchFamily="18" charset="0"/>
                </a:endParaRPr>
              </a:p>
            </p:txBody>
          </p:sp>
          <p:sp>
            <p:nvSpPr>
              <p:cNvPr id="63514" name="Oval 27">
                <a:extLst>
                  <a:ext uri="{FF2B5EF4-FFF2-40B4-BE49-F238E27FC236}">
                    <a16:creationId xmlns:a16="http://schemas.microsoft.com/office/drawing/2014/main" id="{DB02D9E5-8A8B-0332-1D25-CD9BB6226B5A}"/>
                  </a:ext>
                </a:extLst>
              </p:cNvPr>
              <p:cNvSpPr>
                <a:spLocks noChangeArrowheads="1"/>
              </p:cNvSpPr>
              <p:nvPr/>
            </p:nvSpPr>
            <p:spPr bwMode="auto">
              <a:xfrm>
                <a:off x="2549" y="2620"/>
                <a:ext cx="80" cy="72"/>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63515" name="Line 35">
                <a:extLst>
                  <a:ext uri="{FF2B5EF4-FFF2-40B4-BE49-F238E27FC236}">
                    <a16:creationId xmlns:a16="http://schemas.microsoft.com/office/drawing/2014/main" id="{7102FB23-2C3E-E9A1-441C-CD0D92160731}"/>
                  </a:ext>
                </a:extLst>
              </p:cNvPr>
              <p:cNvSpPr>
                <a:spLocks noChangeShapeType="1"/>
              </p:cNvSpPr>
              <p:nvPr/>
            </p:nvSpPr>
            <p:spPr bwMode="auto">
              <a:xfrm>
                <a:off x="2492" y="1901"/>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63508" name="Line 35">
              <a:extLst>
                <a:ext uri="{FF2B5EF4-FFF2-40B4-BE49-F238E27FC236}">
                  <a16:creationId xmlns:a16="http://schemas.microsoft.com/office/drawing/2014/main" id="{EFF9CB66-BDB3-F378-125D-6625AEA5DD40}"/>
                </a:ext>
              </a:extLst>
            </p:cNvPr>
            <p:cNvSpPr>
              <a:spLocks noChangeShapeType="1"/>
            </p:cNvSpPr>
            <p:nvPr/>
          </p:nvSpPr>
          <p:spPr bwMode="auto">
            <a:xfrm>
              <a:off x="3973540" y="3095288"/>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3" name="Group 2">
            <a:extLst>
              <a:ext uri="{FF2B5EF4-FFF2-40B4-BE49-F238E27FC236}">
                <a16:creationId xmlns:a16="http://schemas.microsoft.com/office/drawing/2014/main" id="{5C0D44F4-1582-FEB8-B41F-6FBE59CB066B}"/>
              </a:ext>
            </a:extLst>
          </p:cNvPr>
          <p:cNvGrpSpPr>
            <a:grpSpLocks/>
          </p:cNvGrpSpPr>
          <p:nvPr/>
        </p:nvGrpSpPr>
        <p:grpSpPr bwMode="auto">
          <a:xfrm>
            <a:off x="4641850" y="2870200"/>
            <a:ext cx="1831975" cy="1746250"/>
            <a:chOff x="4641850" y="2870200"/>
            <a:chExt cx="1831975" cy="1746250"/>
          </a:xfrm>
        </p:grpSpPr>
        <p:grpSp>
          <p:nvGrpSpPr>
            <p:cNvPr id="63496" name="Group 38">
              <a:extLst>
                <a:ext uri="{FF2B5EF4-FFF2-40B4-BE49-F238E27FC236}">
                  <a16:creationId xmlns:a16="http://schemas.microsoft.com/office/drawing/2014/main" id="{51CFD9D7-0E97-9D2D-AA34-2C44BE6C4F34}"/>
                </a:ext>
              </a:extLst>
            </p:cNvPr>
            <p:cNvGrpSpPr>
              <a:grpSpLocks/>
            </p:cNvGrpSpPr>
            <p:nvPr/>
          </p:nvGrpSpPr>
          <p:grpSpPr bwMode="auto">
            <a:xfrm>
              <a:off x="4641850" y="2870200"/>
              <a:ext cx="1831975" cy="1746250"/>
              <a:chOff x="2924" y="1808"/>
              <a:chExt cx="1154" cy="1100"/>
            </a:xfrm>
          </p:grpSpPr>
          <p:grpSp>
            <p:nvGrpSpPr>
              <p:cNvPr id="63498" name="Group 11">
                <a:extLst>
                  <a:ext uri="{FF2B5EF4-FFF2-40B4-BE49-F238E27FC236}">
                    <a16:creationId xmlns:a16="http://schemas.microsoft.com/office/drawing/2014/main" id="{8BAE82A8-5155-B39C-BCE1-086F80F16AD6}"/>
                  </a:ext>
                </a:extLst>
              </p:cNvPr>
              <p:cNvGrpSpPr>
                <a:grpSpLocks/>
              </p:cNvGrpSpPr>
              <p:nvPr/>
            </p:nvGrpSpPr>
            <p:grpSpPr bwMode="auto">
              <a:xfrm>
                <a:off x="2924" y="1808"/>
                <a:ext cx="1154" cy="1100"/>
                <a:chOff x="4132" y="1768"/>
                <a:chExt cx="1154" cy="1100"/>
              </a:xfrm>
            </p:grpSpPr>
            <p:grpSp>
              <p:nvGrpSpPr>
                <p:cNvPr id="63500" name="Group 12">
                  <a:extLst>
                    <a:ext uri="{FF2B5EF4-FFF2-40B4-BE49-F238E27FC236}">
                      <a16:creationId xmlns:a16="http://schemas.microsoft.com/office/drawing/2014/main" id="{E90DD9FB-9D62-C9B3-220A-F9CDA626D610}"/>
                    </a:ext>
                  </a:extLst>
                </p:cNvPr>
                <p:cNvGrpSpPr>
                  <a:grpSpLocks/>
                </p:cNvGrpSpPr>
                <p:nvPr/>
              </p:nvGrpSpPr>
              <p:grpSpPr bwMode="auto">
                <a:xfrm>
                  <a:off x="4132" y="1768"/>
                  <a:ext cx="750" cy="1100"/>
                  <a:chOff x="4132" y="1768"/>
                  <a:chExt cx="750" cy="1100"/>
                </a:xfrm>
              </p:grpSpPr>
              <p:sp>
                <p:nvSpPr>
                  <p:cNvPr id="63502" name="Text Box 13">
                    <a:extLst>
                      <a:ext uri="{FF2B5EF4-FFF2-40B4-BE49-F238E27FC236}">
                        <a16:creationId xmlns:a16="http://schemas.microsoft.com/office/drawing/2014/main" id="{BF2CBD9E-E26E-FC49-2C66-9E9C5FA7DF83}"/>
                      </a:ext>
                    </a:extLst>
                  </p:cNvPr>
                  <p:cNvSpPr txBox="1">
                    <a:spLocks noChangeArrowheads="1"/>
                  </p:cNvSpPr>
                  <p:nvPr/>
                </p:nvSpPr>
                <p:spPr bwMode="auto">
                  <a:xfrm rot="15347">
                    <a:off x="4295" y="1769"/>
                    <a:ext cx="587" cy="33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may supervise</a:t>
                    </a:r>
                    <a:endParaRPr lang="en-GB" altLang="en-US" sz="1400" u="sng">
                      <a:solidFill>
                        <a:schemeClr val="tx1"/>
                      </a:solidFill>
                      <a:latin typeface="Times New Roman" panose="02020603050405020304" pitchFamily="18" charset="0"/>
                    </a:endParaRPr>
                  </a:p>
                </p:txBody>
              </p:sp>
              <p:grpSp>
                <p:nvGrpSpPr>
                  <p:cNvPr id="63503" name="Group 14">
                    <a:extLst>
                      <a:ext uri="{FF2B5EF4-FFF2-40B4-BE49-F238E27FC236}">
                        <a16:creationId xmlns:a16="http://schemas.microsoft.com/office/drawing/2014/main" id="{0079CA1B-B2D2-8D79-A21C-E3E2E9513946}"/>
                      </a:ext>
                    </a:extLst>
                  </p:cNvPr>
                  <p:cNvGrpSpPr>
                    <a:grpSpLocks/>
                  </p:cNvGrpSpPr>
                  <p:nvPr/>
                </p:nvGrpSpPr>
                <p:grpSpPr bwMode="auto">
                  <a:xfrm>
                    <a:off x="4132" y="1768"/>
                    <a:ext cx="212" cy="1100"/>
                    <a:chOff x="1292" y="2016"/>
                    <a:chExt cx="212" cy="1100"/>
                  </a:xfrm>
                </p:grpSpPr>
                <p:sp>
                  <p:nvSpPr>
                    <p:cNvPr id="63504" name="Line 15">
                      <a:extLst>
                        <a:ext uri="{FF2B5EF4-FFF2-40B4-BE49-F238E27FC236}">
                          <a16:creationId xmlns:a16="http://schemas.microsoft.com/office/drawing/2014/main" id="{2C14747D-25E8-044E-FE4E-8A8D58D85D71}"/>
                        </a:ext>
                      </a:extLst>
                    </p:cNvPr>
                    <p:cNvSpPr>
                      <a:spLocks noChangeShapeType="1"/>
                    </p:cNvSpPr>
                    <p:nvPr/>
                  </p:nvSpPr>
                  <p:spPr bwMode="auto">
                    <a:xfrm flipH="1" flipV="1">
                      <a:off x="1404" y="2016"/>
                      <a:ext cx="0" cy="10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63505" name="Line 16">
                      <a:extLst>
                        <a:ext uri="{FF2B5EF4-FFF2-40B4-BE49-F238E27FC236}">
                          <a16:creationId xmlns:a16="http://schemas.microsoft.com/office/drawing/2014/main" id="{CD8E8EF7-D876-A60F-6B1D-85460769AE56}"/>
                        </a:ext>
                      </a:extLst>
                    </p:cNvPr>
                    <p:cNvSpPr>
                      <a:spLocks noChangeShapeType="1"/>
                    </p:cNvSpPr>
                    <p:nvPr/>
                  </p:nvSpPr>
                  <p:spPr bwMode="auto">
                    <a:xfrm flipV="1">
                      <a:off x="1292" y="2896"/>
                      <a:ext cx="112" cy="2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63506" name="Line 17">
                      <a:extLst>
                        <a:ext uri="{FF2B5EF4-FFF2-40B4-BE49-F238E27FC236}">
                          <a16:creationId xmlns:a16="http://schemas.microsoft.com/office/drawing/2014/main" id="{CDE62BAD-A4B9-F853-5084-495FE297AA73}"/>
                        </a:ext>
                      </a:extLst>
                    </p:cNvPr>
                    <p:cNvSpPr>
                      <a:spLocks noChangeShapeType="1"/>
                    </p:cNvSpPr>
                    <p:nvPr/>
                  </p:nvSpPr>
                  <p:spPr bwMode="auto">
                    <a:xfrm flipH="1" flipV="1">
                      <a:off x="1408" y="2900"/>
                      <a:ext cx="96" cy="2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grpSp>
            </p:grpSp>
            <p:sp>
              <p:nvSpPr>
                <p:cNvPr id="63501" name="Text Box 18">
                  <a:extLst>
                    <a:ext uri="{FF2B5EF4-FFF2-40B4-BE49-F238E27FC236}">
                      <a16:creationId xmlns:a16="http://schemas.microsoft.com/office/drawing/2014/main" id="{86BAC73A-61D2-E0FC-D1D6-A6D898D50143}"/>
                    </a:ext>
                  </a:extLst>
                </p:cNvPr>
                <p:cNvSpPr txBox="1">
                  <a:spLocks noChangeArrowheads="1"/>
                </p:cNvSpPr>
                <p:nvPr/>
              </p:nvSpPr>
              <p:spPr bwMode="auto">
                <a:xfrm rot="15347">
                  <a:off x="4295" y="2508"/>
                  <a:ext cx="991" cy="330"/>
                </a:xfrm>
                <a:prstGeom prst="rect">
                  <a:avLst/>
                </a:prstGeom>
                <a:noFill/>
                <a:ln>
                  <a:noFill/>
                </a:ln>
                <a:effectLst/>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GB" altLang="en-US" sz="1400">
                      <a:solidFill>
                        <a:schemeClr val="tx1"/>
                      </a:solidFill>
                      <a:latin typeface="Times New Roman" panose="02020603050405020304" pitchFamily="18" charset="0"/>
                    </a:rPr>
                    <a:t>must be supervised  by</a:t>
                  </a:r>
                  <a:endParaRPr lang="en-GB" altLang="en-US" sz="1400" b="1" u="sng">
                    <a:solidFill>
                      <a:schemeClr val="tx1"/>
                    </a:solidFill>
                    <a:latin typeface="Times New Roman" panose="02020603050405020304" pitchFamily="18" charset="0"/>
                  </a:endParaRPr>
                </a:p>
              </p:txBody>
            </p:sp>
          </p:grpSp>
          <p:sp>
            <p:nvSpPr>
              <p:cNvPr id="63499" name="Line 26">
                <a:extLst>
                  <a:ext uri="{FF2B5EF4-FFF2-40B4-BE49-F238E27FC236}">
                    <a16:creationId xmlns:a16="http://schemas.microsoft.com/office/drawing/2014/main" id="{09DA5796-933C-C40C-C0DA-498332B0CA8E}"/>
                  </a:ext>
                </a:extLst>
              </p:cNvPr>
              <p:cNvSpPr>
                <a:spLocks noChangeShapeType="1"/>
              </p:cNvSpPr>
              <p:nvPr/>
            </p:nvSpPr>
            <p:spPr bwMode="auto">
              <a:xfrm>
                <a:off x="2963" y="1903"/>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63497" name="Line 35">
              <a:extLst>
                <a:ext uri="{FF2B5EF4-FFF2-40B4-BE49-F238E27FC236}">
                  <a16:creationId xmlns:a16="http://schemas.microsoft.com/office/drawing/2014/main" id="{A1E6BC72-60DE-1D1B-1888-B2352C69A7E4}"/>
                </a:ext>
              </a:extLst>
            </p:cNvPr>
            <p:cNvSpPr>
              <a:spLocks noChangeShapeType="1"/>
            </p:cNvSpPr>
            <p:nvPr/>
          </p:nvSpPr>
          <p:spPr bwMode="auto">
            <a:xfrm>
              <a:off x="4721329" y="3102601"/>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63495" name="Oval 27">
            <a:extLst>
              <a:ext uri="{FF2B5EF4-FFF2-40B4-BE49-F238E27FC236}">
                <a16:creationId xmlns:a16="http://schemas.microsoft.com/office/drawing/2014/main" id="{769EBD02-17C5-95F8-8674-DF0F8A8EE1AB}"/>
              </a:ext>
            </a:extLst>
          </p:cNvPr>
          <p:cNvSpPr>
            <a:spLocks noChangeArrowheads="1"/>
          </p:cNvSpPr>
          <p:nvPr/>
        </p:nvSpPr>
        <p:spPr bwMode="auto">
          <a:xfrm>
            <a:off x="4768850" y="4191000"/>
            <a:ext cx="127000" cy="114300"/>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4" name="Rectangle 3">
            <a:extLst>
              <a:ext uri="{FF2B5EF4-FFF2-40B4-BE49-F238E27FC236}">
                <a16:creationId xmlns:a16="http://schemas.microsoft.com/office/drawing/2014/main" id="{096D77E5-EB04-5414-F9FE-B48E754B2EC0}"/>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028128"/>
                                        </p:tgtEl>
                                        <p:attrNameLst>
                                          <p:attrName>style.visibility</p:attrName>
                                        </p:attrNameLst>
                                      </p:cBhvr>
                                      <p:to>
                                        <p:strVal val="visible"/>
                                      </p:to>
                                    </p:set>
                                    <p:animEffect transition="in" filter="fade">
                                      <p:cBhvr>
                                        <p:cTn id="7" dur="2000"/>
                                        <p:tgtEl>
                                          <p:spTgt spid="10281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028133"/>
                                        </p:tgtEl>
                                        <p:attrNameLst>
                                          <p:attrName>style.visibility</p:attrName>
                                        </p:attrNameLst>
                                      </p:cBhvr>
                                      <p:to>
                                        <p:strVal val="visible"/>
                                      </p:to>
                                    </p:set>
                                    <p:animEffect transition="in" filter="fade">
                                      <p:cBhvr>
                                        <p:cTn id="12" dur="2000"/>
                                        <p:tgtEl>
                                          <p:spTgt spid="10281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up)">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D7A4DCD0-B140-9F8B-5676-0AAE8430487D}"/>
              </a:ext>
            </a:extLst>
          </p:cNvPr>
          <p:cNvSpPr>
            <a:spLocks noGrp="1" noChangeArrowheads="1"/>
          </p:cNvSpPr>
          <p:nvPr>
            <p:ph type="title"/>
          </p:nvPr>
        </p:nvSpPr>
        <p:spPr/>
        <p:txBody>
          <a:bodyPr/>
          <a:lstStyle/>
          <a:p>
            <a:pPr eaLnBrk="1" hangingPunct="1"/>
            <a:r>
              <a:rPr lang="en-GB" altLang="en-US" b="1"/>
              <a:t>Student Activity #7</a:t>
            </a:r>
          </a:p>
        </p:txBody>
      </p:sp>
      <p:sp>
        <p:nvSpPr>
          <p:cNvPr id="64515" name="Rectangle 3">
            <a:extLst>
              <a:ext uri="{FF2B5EF4-FFF2-40B4-BE49-F238E27FC236}">
                <a16:creationId xmlns:a16="http://schemas.microsoft.com/office/drawing/2014/main" id="{5AA61E57-1CB5-E1E1-AFBE-E670357691B4}"/>
              </a:ext>
            </a:extLst>
          </p:cNvPr>
          <p:cNvSpPr>
            <a:spLocks noGrp="1" noChangeArrowheads="1"/>
          </p:cNvSpPr>
          <p:nvPr>
            <p:ph idx="1"/>
          </p:nvPr>
        </p:nvSpPr>
        <p:spPr>
          <a:xfrm>
            <a:off x="381000" y="1447800"/>
            <a:ext cx="8305800" cy="895350"/>
          </a:xfrm>
        </p:spPr>
        <p:txBody>
          <a:bodyPr/>
          <a:lstStyle/>
          <a:p>
            <a:pPr marL="0" indent="0" eaLnBrk="1" hangingPunct="1">
              <a:buFontTx/>
              <a:buNone/>
            </a:pPr>
            <a:r>
              <a:rPr lang="en-US" altLang="en-US" sz="2400"/>
              <a:t>What would the primary and foreign keys be for LECTURER and PROJECT?</a:t>
            </a:r>
          </a:p>
        </p:txBody>
      </p:sp>
      <p:sp>
        <p:nvSpPr>
          <p:cNvPr id="2" name="Rectangle 1">
            <a:extLst>
              <a:ext uri="{FF2B5EF4-FFF2-40B4-BE49-F238E27FC236}">
                <a16:creationId xmlns:a16="http://schemas.microsoft.com/office/drawing/2014/main" id="{715B19DC-6DFC-6CCC-C08C-73ED6A3AC5D0}"/>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63AB2D7D-7675-F35A-5664-B9648D377F22}"/>
              </a:ext>
            </a:extLst>
          </p:cNvPr>
          <p:cNvSpPr>
            <a:spLocks noGrp="1" noChangeArrowheads="1"/>
          </p:cNvSpPr>
          <p:nvPr>
            <p:ph type="title"/>
          </p:nvPr>
        </p:nvSpPr>
        <p:spPr/>
        <p:txBody>
          <a:bodyPr/>
          <a:lstStyle/>
          <a:p>
            <a:pPr eaLnBrk="1" hangingPunct="1"/>
            <a:r>
              <a:rPr lang="en-GB" altLang="en-US" b="1"/>
              <a:t>Student Activity #7 (answer)</a:t>
            </a:r>
          </a:p>
        </p:txBody>
      </p:sp>
      <p:sp>
        <p:nvSpPr>
          <p:cNvPr id="65539" name="Rectangle 3">
            <a:extLst>
              <a:ext uri="{FF2B5EF4-FFF2-40B4-BE49-F238E27FC236}">
                <a16:creationId xmlns:a16="http://schemas.microsoft.com/office/drawing/2014/main" id="{7637DEEB-EE3A-337A-6DDF-59B8096EBC36}"/>
              </a:ext>
            </a:extLst>
          </p:cNvPr>
          <p:cNvSpPr>
            <a:spLocks noGrp="1" noChangeArrowheads="1"/>
          </p:cNvSpPr>
          <p:nvPr>
            <p:ph idx="1"/>
          </p:nvPr>
        </p:nvSpPr>
        <p:spPr>
          <a:xfrm>
            <a:off x="381000" y="1447800"/>
            <a:ext cx="8305800" cy="895350"/>
          </a:xfrm>
        </p:spPr>
        <p:txBody>
          <a:bodyPr/>
          <a:lstStyle/>
          <a:p>
            <a:pPr marL="0" indent="0" eaLnBrk="1" hangingPunct="1">
              <a:buFontTx/>
              <a:buNone/>
            </a:pPr>
            <a:r>
              <a:rPr lang="en-US" altLang="en-US" sz="2400"/>
              <a:t>What would the primary and foreign keys be for Lecturer and Project?</a:t>
            </a:r>
          </a:p>
        </p:txBody>
      </p:sp>
      <p:graphicFrame>
        <p:nvGraphicFramePr>
          <p:cNvPr id="3" name="Table 2">
            <a:extLst>
              <a:ext uri="{FF2B5EF4-FFF2-40B4-BE49-F238E27FC236}">
                <a16:creationId xmlns:a16="http://schemas.microsoft.com/office/drawing/2014/main" id="{B38107AA-4C77-90F8-7890-407AE6FAE85E}"/>
              </a:ext>
            </a:extLst>
          </p:cNvPr>
          <p:cNvGraphicFramePr>
            <a:graphicFrameLocks noGrp="1"/>
          </p:cNvGraphicFramePr>
          <p:nvPr/>
        </p:nvGraphicFramePr>
        <p:xfrm>
          <a:off x="433388" y="3001963"/>
          <a:ext cx="3143250" cy="1482724"/>
        </p:xfrm>
        <a:graphic>
          <a:graphicData uri="http://schemas.openxmlformats.org/drawingml/2006/table">
            <a:tbl>
              <a:tblPr firstRow="1" bandRow="1">
                <a:tableStyleId>{7E9639D4-E3E2-4D34-9284-5A2195B3D0D7}</a:tableStyleId>
              </a:tblPr>
              <a:tblGrid>
                <a:gridCol w="3143250">
                  <a:extLst>
                    <a:ext uri="{9D8B030D-6E8A-4147-A177-3AD203B41FA5}">
                      <a16:colId xmlns:a16="http://schemas.microsoft.com/office/drawing/2014/main" val="20000"/>
                    </a:ext>
                  </a:extLst>
                </a:gridCol>
              </a:tblGrid>
              <a:tr h="370681">
                <a:tc>
                  <a:txBody>
                    <a:bodyPr/>
                    <a:lstStyle/>
                    <a:p>
                      <a:r>
                        <a:rPr lang="en-US" sz="1800" dirty="0"/>
                        <a:t>LECTURER</a:t>
                      </a:r>
                      <a:endParaRPr lang="en-US" sz="1800" dirty="0">
                        <a:solidFill>
                          <a:schemeClr val="tx1"/>
                        </a:solidFill>
                      </a:endParaRPr>
                    </a:p>
                  </a:txBody>
                  <a:tcPr marL="91411" marR="91411" marT="45700" marB="45700"/>
                </a:tc>
                <a:extLst>
                  <a:ext uri="{0D108BD9-81ED-4DB2-BD59-A6C34878D82A}">
                    <a16:rowId xmlns:a16="http://schemas.microsoft.com/office/drawing/2014/main" val="10000"/>
                  </a:ext>
                </a:extLst>
              </a:tr>
              <a:tr h="370681">
                <a:tc>
                  <a:txBody>
                    <a:bodyPr/>
                    <a:lstStyle/>
                    <a:p>
                      <a:r>
                        <a:rPr lang="en-US" sz="1800" dirty="0"/>
                        <a:t>PK   Lecturer ID</a:t>
                      </a:r>
                      <a:endParaRPr lang="en-US" sz="1800" dirty="0">
                        <a:solidFill>
                          <a:schemeClr val="tx1"/>
                        </a:solidFill>
                      </a:endParaRPr>
                    </a:p>
                  </a:txBody>
                  <a:tcPr marL="91411" marR="91411" marT="45700" marB="45700"/>
                </a:tc>
                <a:extLst>
                  <a:ext uri="{0D108BD9-81ED-4DB2-BD59-A6C34878D82A}">
                    <a16:rowId xmlns:a16="http://schemas.microsoft.com/office/drawing/2014/main" val="10001"/>
                  </a:ext>
                </a:extLst>
              </a:tr>
              <a:tr h="370681">
                <a:tc>
                  <a:txBody>
                    <a:bodyPr/>
                    <a:lstStyle/>
                    <a:p>
                      <a:r>
                        <a:rPr lang="en-US" sz="1800" dirty="0">
                          <a:solidFill>
                            <a:schemeClr val="tx1"/>
                          </a:solidFill>
                        </a:rPr>
                        <a:t>       Lecturer Name</a:t>
                      </a:r>
                    </a:p>
                  </a:txBody>
                  <a:tcPr marL="91411" marR="91411" marT="45700" marB="45700"/>
                </a:tc>
                <a:extLst>
                  <a:ext uri="{0D108BD9-81ED-4DB2-BD59-A6C34878D82A}">
                    <a16:rowId xmlns:a16="http://schemas.microsoft.com/office/drawing/2014/main" val="10002"/>
                  </a:ext>
                </a:extLst>
              </a:tr>
              <a:tr h="370681">
                <a:tc>
                  <a:txBody>
                    <a:bodyPr/>
                    <a:lstStyle/>
                    <a:p>
                      <a:endParaRPr lang="en-US" sz="1800" dirty="0">
                        <a:solidFill>
                          <a:schemeClr val="tx1"/>
                        </a:solidFill>
                      </a:endParaRPr>
                    </a:p>
                  </a:txBody>
                  <a:tcPr marL="91411" marR="91411" marT="45700" marB="45700"/>
                </a:tc>
                <a:extLst>
                  <a:ext uri="{0D108BD9-81ED-4DB2-BD59-A6C34878D82A}">
                    <a16:rowId xmlns:a16="http://schemas.microsoft.com/office/drawing/2014/main" val="10003"/>
                  </a:ext>
                </a:extLst>
              </a:tr>
            </a:tbl>
          </a:graphicData>
        </a:graphic>
      </p:graphicFrame>
      <p:graphicFrame>
        <p:nvGraphicFramePr>
          <p:cNvPr id="4" name="Table 3">
            <a:extLst>
              <a:ext uri="{FF2B5EF4-FFF2-40B4-BE49-F238E27FC236}">
                <a16:creationId xmlns:a16="http://schemas.microsoft.com/office/drawing/2014/main" id="{7F33A3FF-5996-4D6E-0158-E068E5222F21}"/>
              </a:ext>
            </a:extLst>
          </p:cNvPr>
          <p:cNvGraphicFramePr>
            <a:graphicFrameLocks noGrp="1"/>
          </p:cNvGraphicFramePr>
          <p:nvPr/>
        </p:nvGraphicFramePr>
        <p:xfrm>
          <a:off x="4968875" y="2979738"/>
          <a:ext cx="3144838" cy="1484312"/>
        </p:xfrm>
        <a:graphic>
          <a:graphicData uri="http://schemas.openxmlformats.org/drawingml/2006/table">
            <a:tbl>
              <a:tblPr firstRow="1" bandRow="1">
                <a:tableStyleId>{7E9639D4-E3E2-4D34-9284-5A2195B3D0D7}</a:tableStyleId>
              </a:tblPr>
              <a:tblGrid>
                <a:gridCol w="3144838">
                  <a:extLst>
                    <a:ext uri="{9D8B030D-6E8A-4147-A177-3AD203B41FA5}">
                      <a16:colId xmlns:a16="http://schemas.microsoft.com/office/drawing/2014/main" val="20000"/>
                    </a:ext>
                  </a:extLst>
                </a:gridCol>
              </a:tblGrid>
              <a:tr h="371078">
                <a:tc>
                  <a:txBody>
                    <a:bodyPr/>
                    <a:lstStyle/>
                    <a:p>
                      <a:r>
                        <a:rPr lang="en-US" sz="1800" dirty="0"/>
                        <a:t>PROJECT</a:t>
                      </a:r>
                      <a:endParaRPr lang="en-US" sz="1800" dirty="0">
                        <a:solidFill>
                          <a:schemeClr val="tx1"/>
                        </a:solidFill>
                      </a:endParaRPr>
                    </a:p>
                  </a:txBody>
                  <a:tcPr marL="91457" marR="91457" marT="45749" marB="45749"/>
                </a:tc>
                <a:extLst>
                  <a:ext uri="{0D108BD9-81ED-4DB2-BD59-A6C34878D82A}">
                    <a16:rowId xmlns:a16="http://schemas.microsoft.com/office/drawing/2014/main" val="10000"/>
                  </a:ext>
                </a:extLst>
              </a:tr>
              <a:tr h="371078">
                <a:tc>
                  <a:txBody>
                    <a:bodyPr/>
                    <a:lstStyle/>
                    <a:p>
                      <a:r>
                        <a:rPr lang="en-US" sz="1800" dirty="0"/>
                        <a:t>PK   Project ID</a:t>
                      </a:r>
                      <a:endParaRPr lang="en-US" sz="1800" dirty="0">
                        <a:solidFill>
                          <a:schemeClr val="tx1"/>
                        </a:solidFill>
                      </a:endParaRPr>
                    </a:p>
                  </a:txBody>
                  <a:tcPr marL="91457" marR="91457" marT="45749" marB="45749"/>
                </a:tc>
                <a:extLst>
                  <a:ext uri="{0D108BD9-81ED-4DB2-BD59-A6C34878D82A}">
                    <a16:rowId xmlns:a16="http://schemas.microsoft.com/office/drawing/2014/main" val="10001"/>
                  </a:ext>
                </a:extLst>
              </a:tr>
              <a:tr h="371078">
                <a:tc>
                  <a:txBody>
                    <a:bodyPr/>
                    <a:lstStyle/>
                    <a:p>
                      <a:r>
                        <a:rPr lang="en-US" sz="1800" dirty="0">
                          <a:solidFill>
                            <a:schemeClr val="tx1"/>
                          </a:solidFill>
                        </a:rPr>
                        <a:t>       Project Title</a:t>
                      </a:r>
                    </a:p>
                  </a:txBody>
                  <a:tcPr marL="91457" marR="91457" marT="45749" marB="45749"/>
                </a:tc>
                <a:extLst>
                  <a:ext uri="{0D108BD9-81ED-4DB2-BD59-A6C34878D82A}">
                    <a16:rowId xmlns:a16="http://schemas.microsoft.com/office/drawing/2014/main" val="10002"/>
                  </a:ext>
                </a:extLst>
              </a:tr>
              <a:tr h="37107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FK   Lecturer ID</a:t>
                      </a:r>
                      <a:endParaRPr lang="en-US" sz="1800" dirty="0">
                        <a:solidFill>
                          <a:schemeClr val="tx1"/>
                        </a:solidFill>
                      </a:endParaRPr>
                    </a:p>
                  </a:txBody>
                  <a:tcPr marL="91457" marR="91457" marT="45749" marB="45749"/>
                </a:tc>
                <a:extLst>
                  <a:ext uri="{0D108BD9-81ED-4DB2-BD59-A6C34878D82A}">
                    <a16:rowId xmlns:a16="http://schemas.microsoft.com/office/drawing/2014/main" val="10003"/>
                  </a:ext>
                </a:extLst>
              </a:tr>
            </a:tbl>
          </a:graphicData>
        </a:graphic>
      </p:graphicFrame>
      <p:cxnSp>
        <p:nvCxnSpPr>
          <p:cNvPr id="65564" name="Straight Connector 5">
            <a:extLst>
              <a:ext uri="{FF2B5EF4-FFF2-40B4-BE49-F238E27FC236}">
                <a16:creationId xmlns:a16="http://schemas.microsoft.com/office/drawing/2014/main" id="{415D03A9-2630-EBB0-5223-BCECCD386F5A}"/>
              </a:ext>
            </a:extLst>
          </p:cNvPr>
          <p:cNvCxnSpPr>
            <a:cxnSpLocks noChangeShapeType="1"/>
          </p:cNvCxnSpPr>
          <p:nvPr/>
        </p:nvCxnSpPr>
        <p:spPr bwMode="auto">
          <a:xfrm>
            <a:off x="3594100" y="3576638"/>
            <a:ext cx="1363663" cy="658812"/>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565" name="Straight Connector 6">
            <a:extLst>
              <a:ext uri="{FF2B5EF4-FFF2-40B4-BE49-F238E27FC236}">
                <a16:creationId xmlns:a16="http://schemas.microsoft.com/office/drawing/2014/main" id="{4133ADA5-5564-AC8D-1119-88933E444924}"/>
              </a:ext>
            </a:extLst>
          </p:cNvPr>
          <p:cNvCxnSpPr>
            <a:cxnSpLocks noChangeShapeType="1"/>
          </p:cNvCxnSpPr>
          <p:nvPr/>
        </p:nvCxnSpPr>
        <p:spPr bwMode="auto">
          <a:xfrm>
            <a:off x="4748213" y="4106863"/>
            <a:ext cx="209550" cy="288925"/>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566" name="Straight Connector 9">
            <a:extLst>
              <a:ext uri="{FF2B5EF4-FFF2-40B4-BE49-F238E27FC236}">
                <a16:creationId xmlns:a16="http://schemas.microsoft.com/office/drawing/2014/main" id="{98A9277B-6B53-CAC8-D801-DD2622700407}"/>
              </a:ext>
            </a:extLst>
          </p:cNvPr>
          <p:cNvCxnSpPr>
            <a:cxnSpLocks noChangeShapeType="1"/>
          </p:cNvCxnSpPr>
          <p:nvPr/>
        </p:nvCxnSpPr>
        <p:spPr bwMode="auto">
          <a:xfrm>
            <a:off x="4813300" y="4138613"/>
            <a:ext cx="168275"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TextBox 11">
            <a:extLst>
              <a:ext uri="{FF2B5EF4-FFF2-40B4-BE49-F238E27FC236}">
                <a16:creationId xmlns:a16="http://schemas.microsoft.com/office/drawing/2014/main" id="{FDAA5965-52CA-17A8-CFED-4E5244F92799}"/>
              </a:ext>
            </a:extLst>
          </p:cNvPr>
          <p:cNvSpPr txBox="1"/>
          <p:nvPr/>
        </p:nvSpPr>
        <p:spPr>
          <a:xfrm>
            <a:off x="481013" y="4762951"/>
            <a:ext cx="7861300" cy="1570038"/>
          </a:xfrm>
          <a:prstGeom prst="rect">
            <a:avLst/>
          </a:prstGeom>
          <a:noFill/>
        </p:spPr>
        <p:txBody>
          <a:bodyPr>
            <a:spAutoFit/>
          </a:bodyPr>
          <a:lstStyle/>
          <a:p>
            <a:pPr>
              <a:defRPr/>
            </a:pPr>
            <a:r>
              <a:rPr lang="en-US" sz="2400" dirty="0">
                <a:cs typeface="Arial" charset="0"/>
              </a:rPr>
              <a:t>Tips:</a:t>
            </a:r>
          </a:p>
          <a:p>
            <a:pPr marL="342900" indent="-342900">
              <a:buFont typeface="Arial" panose="020B0604020202020204" pitchFamily="34" charset="0"/>
              <a:buChar char="•"/>
              <a:defRPr/>
            </a:pPr>
            <a:r>
              <a:rPr lang="en-US" sz="2400" dirty="0">
                <a:cs typeface="Arial" charset="0"/>
              </a:rPr>
              <a:t>The FK is normally placed at the crow feet end</a:t>
            </a:r>
          </a:p>
          <a:p>
            <a:pPr marL="342900" indent="-342900">
              <a:buFont typeface="Arial" panose="020B0604020202020204" pitchFamily="34" charset="0"/>
              <a:buChar char="•"/>
              <a:defRPr/>
            </a:pPr>
            <a:r>
              <a:rPr lang="en-US" sz="2400" dirty="0">
                <a:cs typeface="Arial" charset="0"/>
              </a:rPr>
              <a:t>This will eliminate repetition</a:t>
            </a:r>
          </a:p>
          <a:p>
            <a:pPr marL="342900" indent="-342900">
              <a:buFont typeface="Arial" panose="020B0604020202020204" pitchFamily="34" charset="0"/>
              <a:buChar char="•"/>
              <a:defRPr/>
            </a:pPr>
            <a:endParaRPr lang="en-US" sz="2400" dirty="0">
              <a:cs typeface="Arial" charset="0"/>
            </a:endParaRPr>
          </a:p>
        </p:txBody>
      </p:sp>
      <p:cxnSp>
        <p:nvCxnSpPr>
          <p:cNvPr id="65568" name="Straight Connector 18">
            <a:extLst>
              <a:ext uri="{FF2B5EF4-FFF2-40B4-BE49-F238E27FC236}">
                <a16:creationId xmlns:a16="http://schemas.microsoft.com/office/drawing/2014/main" id="{32CDEBB3-C4AF-6CB8-CD70-7960BC0A3404}"/>
              </a:ext>
            </a:extLst>
          </p:cNvPr>
          <p:cNvCxnSpPr>
            <a:cxnSpLocks noChangeShapeType="1"/>
          </p:cNvCxnSpPr>
          <p:nvPr/>
        </p:nvCxnSpPr>
        <p:spPr bwMode="auto">
          <a:xfrm flipV="1">
            <a:off x="3649663" y="3536950"/>
            <a:ext cx="112712" cy="20955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569" name="Oval 1">
            <a:extLst>
              <a:ext uri="{FF2B5EF4-FFF2-40B4-BE49-F238E27FC236}">
                <a16:creationId xmlns:a16="http://schemas.microsoft.com/office/drawing/2014/main" id="{E9A31F0D-B74A-7845-C834-BA53915B26AC}"/>
              </a:ext>
            </a:extLst>
          </p:cNvPr>
          <p:cNvSpPr>
            <a:spLocks noChangeArrowheads="1"/>
          </p:cNvSpPr>
          <p:nvPr/>
        </p:nvSpPr>
        <p:spPr bwMode="auto">
          <a:xfrm>
            <a:off x="4572000" y="4032250"/>
            <a:ext cx="196850" cy="14446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cxnSp>
        <p:nvCxnSpPr>
          <p:cNvPr id="65570" name="Straight Connector 18">
            <a:extLst>
              <a:ext uri="{FF2B5EF4-FFF2-40B4-BE49-F238E27FC236}">
                <a16:creationId xmlns:a16="http://schemas.microsoft.com/office/drawing/2014/main" id="{E049926A-EB84-A4E5-9D3B-F4DC413A7441}"/>
              </a:ext>
            </a:extLst>
          </p:cNvPr>
          <p:cNvCxnSpPr>
            <a:cxnSpLocks noChangeShapeType="1"/>
          </p:cNvCxnSpPr>
          <p:nvPr/>
        </p:nvCxnSpPr>
        <p:spPr bwMode="auto">
          <a:xfrm flipV="1">
            <a:off x="3681413" y="3584575"/>
            <a:ext cx="112712" cy="20955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Rectangle 1">
            <a:extLst>
              <a:ext uri="{FF2B5EF4-FFF2-40B4-BE49-F238E27FC236}">
                <a16:creationId xmlns:a16="http://schemas.microsoft.com/office/drawing/2014/main" id="{D34C7F1D-5EE5-A443-B5F9-A0B834CEC237}"/>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0D7277F9-92C4-1429-330C-007309F8DFB5}"/>
              </a:ext>
            </a:extLst>
          </p:cNvPr>
          <p:cNvSpPr>
            <a:spLocks noGrp="1" noChangeArrowheads="1"/>
          </p:cNvSpPr>
          <p:nvPr>
            <p:ph type="title"/>
          </p:nvPr>
        </p:nvSpPr>
        <p:spPr>
          <a:xfrm>
            <a:off x="393700" y="381000"/>
            <a:ext cx="8305800" cy="723900"/>
          </a:xfrm>
        </p:spPr>
        <p:txBody>
          <a:bodyPr/>
          <a:lstStyle/>
          <a:p>
            <a:pPr eaLnBrk="1" hangingPunct="1"/>
            <a:r>
              <a:rPr lang="en-GB" altLang="en-US" b="1"/>
              <a:t>Ternary Relationships</a:t>
            </a:r>
          </a:p>
        </p:txBody>
      </p:sp>
      <p:sp>
        <p:nvSpPr>
          <p:cNvPr id="66563" name="AutoShape 10">
            <a:extLst>
              <a:ext uri="{FF2B5EF4-FFF2-40B4-BE49-F238E27FC236}">
                <a16:creationId xmlns:a16="http://schemas.microsoft.com/office/drawing/2014/main" id="{48987927-E081-3307-0FEB-1714ABE7FB42}"/>
              </a:ext>
            </a:extLst>
          </p:cNvPr>
          <p:cNvSpPr>
            <a:spLocks noChangeArrowheads="1"/>
          </p:cNvSpPr>
          <p:nvPr/>
        </p:nvSpPr>
        <p:spPr bwMode="auto">
          <a:xfrm>
            <a:off x="4264025" y="3438525"/>
            <a:ext cx="1295400" cy="88900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1030155" name="AutoShape 11">
            <a:extLst>
              <a:ext uri="{FF2B5EF4-FFF2-40B4-BE49-F238E27FC236}">
                <a16:creationId xmlns:a16="http://schemas.microsoft.com/office/drawing/2014/main" id="{4045CA7D-35EB-1734-2DF9-220E5C020D95}"/>
              </a:ext>
            </a:extLst>
          </p:cNvPr>
          <p:cNvSpPr>
            <a:spLocks noChangeArrowheads="1"/>
          </p:cNvSpPr>
          <p:nvPr/>
        </p:nvSpPr>
        <p:spPr bwMode="auto">
          <a:xfrm>
            <a:off x="4200525" y="3387725"/>
            <a:ext cx="1295400" cy="889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66565" name="AutoShape 30">
            <a:extLst>
              <a:ext uri="{FF2B5EF4-FFF2-40B4-BE49-F238E27FC236}">
                <a16:creationId xmlns:a16="http://schemas.microsoft.com/office/drawing/2014/main" id="{C811A6D3-B22D-6E75-516D-990DB610E9C3}"/>
              </a:ext>
            </a:extLst>
          </p:cNvPr>
          <p:cNvSpPr>
            <a:spLocks noChangeArrowheads="1"/>
          </p:cNvSpPr>
          <p:nvPr/>
        </p:nvSpPr>
        <p:spPr bwMode="auto">
          <a:xfrm>
            <a:off x="6323013" y="1746250"/>
            <a:ext cx="1295400" cy="88900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1030175" name="AutoShape 31">
            <a:extLst>
              <a:ext uri="{FF2B5EF4-FFF2-40B4-BE49-F238E27FC236}">
                <a16:creationId xmlns:a16="http://schemas.microsoft.com/office/drawing/2014/main" id="{2BF3354A-2E92-9928-6F23-596B285CB40F}"/>
              </a:ext>
            </a:extLst>
          </p:cNvPr>
          <p:cNvSpPr>
            <a:spLocks noChangeArrowheads="1"/>
          </p:cNvSpPr>
          <p:nvPr/>
        </p:nvSpPr>
        <p:spPr bwMode="auto">
          <a:xfrm>
            <a:off x="6259513" y="1695450"/>
            <a:ext cx="1295400" cy="889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66567" name="AutoShape 34">
            <a:extLst>
              <a:ext uri="{FF2B5EF4-FFF2-40B4-BE49-F238E27FC236}">
                <a16:creationId xmlns:a16="http://schemas.microsoft.com/office/drawing/2014/main" id="{33AE3B59-B490-7045-B1A6-A88844C57A45}"/>
              </a:ext>
            </a:extLst>
          </p:cNvPr>
          <p:cNvSpPr>
            <a:spLocks noChangeArrowheads="1"/>
          </p:cNvSpPr>
          <p:nvPr/>
        </p:nvSpPr>
        <p:spPr bwMode="auto">
          <a:xfrm>
            <a:off x="4211638" y="1768475"/>
            <a:ext cx="1295400" cy="88900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1030179" name="AutoShape 35">
            <a:extLst>
              <a:ext uri="{FF2B5EF4-FFF2-40B4-BE49-F238E27FC236}">
                <a16:creationId xmlns:a16="http://schemas.microsoft.com/office/drawing/2014/main" id="{EBAB5939-E856-18A7-01CE-CA341C01C340}"/>
              </a:ext>
            </a:extLst>
          </p:cNvPr>
          <p:cNvSpPr>
            <a:spLocks noChangeArrowheads="1"/>
          </p:cNvSpPr>
          <p:nvPr/>
        </p:nvSpPr>
        <p:spPr bwMode="auto">
          <a:xfrm>
            <a:off x="4148138" y="1717675"/>
            <a:ext cx="1295400" cy="889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66569" name="AutoShape 38">
            <a:extLst>
              <a:ext uri="{FF2B5EF4-FFF2-40B4-BE49-F238E27FC236}">
                <a16:creationId xmlns:a16="http://schemas.microsoft.com/office/drawing/2014/main" id="{885D6805-4EBE-2762-FEA8-884BC340E730}"/>
              </a:ext>
            </a:extLst>
          </p:cNvPr>
          <p:cNvSpPr>
            <a:spLocks noChangeArrowheads="1"/>
          </p:cNvSpPr>
          <p:nvPr/>
        </p:nvSpPr>
        <p:spPr bwMode="auto">
          <a:xfrm>
            <a:off x="1878013" y="1784350"/>
            <a:ext cx="1295400" cy="88900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1030183" name="AutoShape 39">
            <a:extLst>
              <a:ext uri="{FF2B5EF4-FFF2-40B4-BE49-F238E27FC236}">
                <a16:creationId xmlns:a16="http://schemas.microsoft.com/office/drawing/2014/main" id="{2395BEE5-38D0-8191-2ACF-29049973F89A}"/>
              </a:ext>
            </a:extLst>
          </p:cNvPr>
          <p:cNvSpPr>
            <a:spLocks noChangeArrowheads="1"/>
          </p:cNvSpPr>
          <p:nvPr/>
        </p:nvSpPr>
        <p:spPr bwMode="auto">
          <a:xfrm>
            <a:off x="1814513" y="1733550"/>
            <a:ext cx="1295400" cy="88900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66571" name="Line 56">
            <a:extLst>
              <a:ext uri="{FF2B5EF4-FFF2-40B4-BE49-F238E27FC236}">
                <a16:creationId xmlns:a16="http://schemas.microsoft.com/office/drawing/2014/main" id="{053E8C96-F584-C2C7-A35B-E83308C01F2D}"/>
              </a:ext>
            </a:extLst>
          </p:cNvPr>
          <p:cNvSpPr>
            <a:spLocks noChangeShapeType="1"/>
          </p:cNvSpPr>
          <p:nvPr/>
        </p:nvSpPr>
        <p:spPr bwMode="auto">
          <a:xfrm>
            <a:off x="1803400" y="2006600"/>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66572" name="Text Box 57">
            <a:extLst>
              <a:ext uri="{FF2B5EF4-FFF2-40B4-BE49-F238E27FC236}">
                <a16:creationId xmlns:a16="http://schemas.microsoft.com/office/drawing/2014/main" id="{E2EF734B-3826-FBB6-766F-15F8BA1AD774}"/>
              </a:ext>
            </a:extLst>
          </p:cNvPr>
          <p:cNvSpPr txBox="1">
            <a:spLocks noChangeArrowheads="1"/>
          </p:cNvSpPr>
          <p:nvPr/>
        </p:nvSpPr>
        <p:spPr bwMode="auto">
          <a:xfrm>
            <a:off x="1755775" y="1716088"/>
            <a:ext cx="1389063" cy="32861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DRIVER</a:t>
            </a:r>
            <a:endParaRPr lang="en-GB" altLang="en-US" sz="1200" b="1">
              <a:solidFill>
                <a:schemeClr val="tx1"/>
              </a:solidFill>
              <a:latin typeface="Times New Roman" panose="02020603050405020304" pitchFamily="18" charset="0"/>
            </a:endParaRPr>
          </a:p>
        </p:txBody>
      </p:sp>
      <p:sp>
        <p:nvSpPr>
          <p:cNvPr id="66573" name="Line 63">
            <a:extLst>
              <a:ext uri="{FF2B5EF4-FFF2-40B4-BE49-F238E27FC236}">
                <a16:creationId xmlns:a16="http://schemas.microsoft.com/office/drawing/2014/main" id="{9D0C553A-CE99-13CA-C5E5-52380B74714A}"/>
              </a:ext>
            </a:extLst>
          </p:cNvPr>
          <p:cNvSpPr>
            <a:spLocks noChangeShapeType="1"/>
          </p:cNvSpPr>
          <p:nvPr/>
        </p:nvSpPr>
        <p:spPr bwMode="auto">
          <a:xfrm>
            <a:off x="4140200" y="2019300"/>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66574" name="Text Box 64">
            <a:extLst>
              <a:ext uri="{FF2B5EF4-FFF2-40B4-BE49-F238E27FC236}">
                <a16:creationId xmlns:a16="http://schemas.microsoft.com/office/drawing/2014/main" id="{0FC797B7-F84A-5AD9-98A9-AB0F6601C49A}"/>
              </a:ext>
            </a:extLst>
          </p:cNvPr>
          <p:cNvSpPr txBox="1">
            <a:spLocks noChangeArrowheads="1"/>
          </p:cNvSpPr>
          <p:nvPr/>
        </p:nvSpPr>
        <p:spPr bwMode="auto">
          <a:xfrm>
            <a:off x="4092575" y="1728788"/>
            <a:ext cx="1389063" cy="32861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TICKET</a:t>
            </a:r>
            <a:endParaRPr lang="en-GB" altLang="en-US" sz="1200" b="1">
              <a:solidFill>
                <a:schemeClr val="tx1"/>
              </a:solidFill>
              <a:latin typeface="Times New Roman" panose="02020603050405020304" pitchFamily="18" charset="0"/>
            </a:endParaRPr>
          </a:p>
        </p:txBody>
      </p:sp>
      <p:sp>
        <p:nvSpPr>
          <p:cNvPr id="66575" name="Line 65">
            <a:extLst>
              <a:ext uri="{FF2B5EF4-FFF2-40B4-BE49-F238E27FC236}">
                <a16:creationId xmlns:a16="http://schemas.microsoft.com/office/drawing/2014/main" id="{494B4765-959D-8BE6-8216-BDE1C962A0F5}"/>
              </a:ext>
            </a:extLst>
          </p:cNvPr>
          <p:cNvSpPr>
            <a:spLocks noChangeShapeType="1"/>
          </p:cNvSpPr>
          <p:nvPr/>
        </p:nvSpPr>
        <p:spPr bwMode="auto">
          <a:xfrm>
            <a:off x="4191000" y="3695700"/>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66576" name="Text Box 66">
            <a:extLst>
              <a:ext uri="{FF2B5EF4-FFF2-40B4-BE49-F238E27FC236}">
                <a16:creationId xmlns:a16="http://schemas.microsoft.com/office/drawing/2014/main" id="{9BF77C7C-7105-7495-8532-DC06C21D2E87}"/>
              </a:ext>
            </a:extLst>
          </p:cNvPr>
          <p:cNvSpPr txBox="1">
            <a:spLocks noChangeArrowheads="1"/>
          </p:cNvSpPr>
          <p:nvPr/>
        </p:nvSpPr>
        <p:spPr bwMode="auto">
          <a:xfrm>
            <a:off x="4143375" y="3405188"/>
            <a:ext cx="1389063" cy="32861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CUSTOMER</a:t>
            </a:r>
            <a:endParaRPr lang="en-GB" altLang="en-US" sz="1200" b="1">
              <a:solidFill>
                <a:schemeClr val="tx1"/>
              </a:solidFill>
              <a:latin typeface="Times New Roman" panose="02020603050405020304" pitchFamily="18" charset="0"/>
            </a:endParaRPr>
          </a:p>
        </p:txBody>
      </p:sp>
      <p:sp>
        <p:nvSpPr>
          <p:cNvPr id="66577" name="Line 67">
            <a:extLst>
              <a:ext uri="{FF2B5EF4-FFF2-40B4-BE49-F238E27FC236}">
                <a16:creationId xmlns:a16="http://schemas.microsoft.com/office/drawing/2014/main" id="{377D7A89-6611-70FC-BA09-64BFA39AF369}"/>
              </a:ext>
            </a:extLst>
          </p:cNvPr>
          <p:cNvSpPr>
            <a:spLocks noChangeShapeType="1"/>
          </p:cNvSpPr>
          <p:nvPr/>
        </p:nvSpPr>
        <p:spPr bwMode="auto">
          <a:xfrm>
            <a:off x="6248400" y="1968500"/>
            <a:ext cx="1295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66578" name="Text Box 68">
            <a:extLst>
              <a:ext uri="{FF2B5EF4-FFF2-40B4-BE49-F238E27FC236}">
                <a16:creationId xmlns:a16="http://schemas.microsoft.com/office/drawing/2014/main" id="{E50DFA92-20BE-7A6E-F6D3-411511E75453}"/>
              </a:ext>
            </a:extLst>
          </p:cNvPr>
          <p:cNvSpPr txBox="1">
            <a:spLocks noChangeArrowheads="1"/>
          </p:cNvSpPr>
          <p:nvPr/>
        </p:nvSpPr>
        <p:spPr bwMode="auto">
          <a:xfrm>
            <a:off x="6200775" y="1677988"/>
            <a:ext cx="1389063" cy="328612"/>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BUS</a:t>
            </a:r>
            <a:endParaRPr lang="en-GB" altLang="en-US" sz="1200" b="1">
              <a:solidFill>
                <a:schemeClr val="tx1"/>
              </a:solidFill>
              <a:latin typeface="Times New Roman" panose="02020603050405020304" pitchFamily="18" charset="0"/>
            </a:endParaRPr>
          </a:p>
        </p:txBody>
      </p:sp>
      <p:grpSp>
        <p:nvGrpSpPr>
          <p:cNvPr id="6" name="Group 5">
            <a:extLst>
              <a:ext uri="{FF2B5EF4-FFF2-40B4-BE49-F238E27FC236}">
                <a16:creationId xmlns:a16="http://schemas.microsoft.com/office/drawing/2014/main" id="{611B78C2-5906-F1A5-2DAA-6F2042C7C8AB}"/>
              </a:ext>
            </a:extLst>
          </p:cNvPr>
          <p:cNvGrpSpPr>
            <a:grpSpLocks/>
          </p:cNvGrpSpPr>
          <p:nvPr/>
        </p:nvGrpSpPr>
        <p:grpSpPr bwMode="auto">
          <a:xfrm>
            <a:off x="3109913" y="1677988"/>
            <a:ext cx="1047750" cy="1130300"/>
            <a:chOff x="3109913" y="1677988"/>
            <a:chExt cx="1047750" cy="1130371"/>
          </a:xfrm>
        </p:grpSpPr>
        <p:grpSp>
          <p:nvGrpSpPr>
            <p:cNvPr id="66604" name="Group 1">
              <a:extLst>
                <a:ext uri="{FF2B5EF4-FFF2-40B4-BE49-F238E27FC236}">
                  <a16:creationId xmlns:a16="http://schemas.microsoft.com/office/drawing/2014/main" id="{671487B4-7C35-BE93-9DC7-986F506942EB}"/>
                </a:ext>
              </a:extLst>
            </p:cNvPr>
            <p:cNvGrpSpPr>
              <a:grpSpLocks/>
            </p:cNvGrpSpPr>
            <p:nvPr/>
          </p:nvGrpSpPr>
          <p:grpSpPr bwMode="auto">
            <a:xfrm>
              <a:off x="3140075" y="2054225"/>
              <a:ext cx="1017588" cy="232688"/>
              <a:chOff x="3140075" y="2054225"/>
              <a:chExt cx="1017588" cy="232688"/>
            </a:xfrm>
          </p:grpSpPr>
          <p:grpSp>
            <p:nvGrpSpPr>
              <p:cNvPr id="66607" name="Group 69">
                <a:extLst>
                  <a:ext uri="{FF2B5EF4-FFF2-40B4-BE49-F238E27FC236}">
                    <a16:creationId xmlns:a16="http://schemas.microsoft.com/office/drawing/2014/main" id="{0FC00AB5-8690-0F96-D63D-92AB33971790}"/>
                  </a:ext>
                </a:extLst>
              </p:cNvPr>
              <p:cNvGrpSpPr>
                <a:grpSpLocks/>
              </p:cNvGrpSpPr>
              <p:nvPr/>
            </p:nvGrpSpPr>
            <p:grpSpPr bwMode="auto">
              <a:xfrm>
                <a:off x="3140075" y="2054225"/>
                <a:ext cx="1017588" cy="230188"/>
                <a:chOff x="1978" y="1294"/>
                <a:chExt cx="641" cy="145"/>
              </a:xfrm>
            </p:grpSpPr>
            <p:grpSp>
              <p:nvGrpSpPr>
                <p:cNvPr id="66609" name="Group 41">
                  <a:extLst>
                    <a:ext uri="{FF2B5EF4-FFF2-40B4-BE49-F238E27FC236}">
                      <a16:creationId xmlns:a16="http://schemas.microsoft.com/office/drawing/2014/main" id="{15AA7DDB-CF13-D2A2-17FE-FA4814B55D93}"/>
                    </a:ext>
                  </a:extLst>
                </p:cNvPr>
                <p:cNvGrpSpPr>
                  <a:grpSpLocks/>
                </p:cNvGrpSpPr>
                <p:nvPr/>
              </p:nvGrpSpPr>
              <p:grpSpPr bwMode="auto">
                <a:xfrm rot="10800000">
                  <a:off x="1978" y="1294"/>
                  <a:ext cx="641" cy="139"/>
                  <a:chOff x="2259" y="3458"/>
                  <a:chExt cx="1001" cy="171"/>
                </a:xfrm>
              </p:grpSpPr>
              <p:sp>
                <p:nvSpPr>
                  <p:cNvPr id="66612" name="Line 42">
                    <a:extLst>
                      <a:ext uri="{FF2B5EF4-FFF2-40B4-BE49-F238E27FC236}">
                        <a16:creationId xmlns:a16="http://schemas.microsoft.com/office/drawing/2014/main" id="{6C497257-4161-561E-7157-1D37D1E151FD}"/>
                      </a:ext>
                    </a:extLst>
                  </p:cNvPr>
                  <p:cNvSpPr>
                    <a:spLocks noChangeShapeType="1"/>
                  </p:cNvSpPr>
                  <p:nvPr/>
                </p:nvSpPr>
                <p:spPr bwMode="auto">
                  <a:xfrm rot="-5352543">
                    <a:off x="2281" y="3522"/>
                    <a:ext cx="97" cy="11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66613" name="Line 43">
                    <a:extLst>
                      <a:ext uri="{FF2B5EF4-FFF2-40B4-BE49-F238E27FC236}">
                        <a16:creationId xmlns:a16="http://schemas.microsoft.com/office/drawing/2014/main" id="{11D72E43-0154-76C6-B614-DB2F05F90775}"/>
                      </a:ext>
                    </a:extLst>
                  </p:cNvPr>
                  <p:cNvSpPr>
                    <a:spLocks noChangeShapeType="1"/>
                  </p:cNvSpPr>
                  <p:nvPr/>
                </p:nvSpPr>
                <p:spPr bwMode="auto">
                  <a:xfrm rot="16247457" flipV="1">
                    <a:off x="2284" y="3433"/>
                    <a:ext cx="73" cy="1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66614" name="Line 44">
                    <a:extLst>
                      <a:ext uri="{FF2B5EF4-FFF2-40B4-BE49-F238E27FC236}">
                        <a16:creationId xmlns:a16="http://schemas.microsoft.com/office/drawing/2014/main" id="{CC7B2B04-FCA8-4B22-5E14-31D24EBE1BC7}"/>
                      </a:ext>
                    </a:extLst>
                  </p:cNvPr>
                  <p:cNvSpPr>
                    <a:spLocks noChangeShapeType="1"/>
                  </p:cNvSpPr>
                  <p:nvPr/>
                </p:nvSpPr>
                <p:spPr bwMode="auto">
                  <a:xfrm>
                    <a:off x="2268" y="3536"/>
                    <a:ext cx="9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grpSp>
            <p:sp>
              <p:nvSpPr>
                <p:cNvPr id="66610" name="Line 59">
                  <a:extLst>
                    <a:ext uri="{FF2B5EF4-FFF2-40B4-BE49-F238E27FC236}">
                      <a16:creationId xmlns:a16="http://schemas.microsoft.com/office/drawing/2014/main" id="{76B4101C-EF75-7B69-B238-7CF0C160298C}"/>
                    </a:ext>
                  </a:extLst>
                </p:cNvPr>
                <p:cNvSpPr>
                  <a:spLocks noChangeShapeType="1"/>
                </p:cNvSpPr>
                <p:nvPr/>
              </p:nvSpPr>
              <p:spPr bwMode="auto">
                <a:xfrm>
                  <a:off x="2536" y="1303"/>
                  <a:ext cx="0" cy="12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66611" name="Line 62">
                  <a:extLst>
                    <a:ext uri="{FF2B5EF4-FFF2-40B4-BE49-F238E27FC236}">
                      <a16:creationId xmlns:a16="http://schemas.microsoft.com/office/drawing/2014/main" id="{A1882BF7-2286-FC49-C16F-ECCFFE4DA952}"/>
                    </a:ext>
                  </a:extLst>
                </p:cNvPr>
                <p:cNvSpPr>
                  <a:spLocks noChangeShapeType="1"/>
                </p:cNvSpPr>
                <p:nvPr/>
              </p:nvSpPr>
              <p:spPr bwMode="auto">
                <a:xfrm>
                  <a:off x="2024" y="1310"/>
                  <a:ext cx="0" cy="12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66608" name="Line 62">
                <a:extLst>
                  <a:ext uri="{FF2B5EF4-FFF2-40B4-BE49-F238E27FC236}">
                    <a16:creationId xmlns:a16="http://schemas.microsoft.com/office/drawing/2014/main" id="{1E271121-E551-E35B-EFA6-0E5D05792CA7}"/>
                  </a:ext>
                </a:extLst>
              </p:cNvPr>
              <p:cNvSpPr>
                <a:spLocks noChangeShapeType="1"/>
              </p:cNvSpPr>
              <p:nvPr/>
            </p:nvSpPr>
            <p:spPr bwMode="auto">
              <a:xfrm>
                <a:off x="3260570" y="2082125"/>
                <a:ext cx="0" cy="2047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66605" name="TextBox 4">
              <a:extLst>
                <a:ext uri="{FF2B5EF4-FFF2-40B4-BE49-F238E27FC236}">
                  <a16:creationId xmlns:a16="http://schemas.microsoft.com/office/drawing/2014/main" id="{1F4E41C8-3393-191C-952E-677BC8496AB0}"/>
                </a:ext>
              </a:extLst>
            </p:cNvPr>
            <p:cNvSpPr txBox="1">
              <a:spLocks noChangeArrowheads="1"/>
            </p:cNvSpPr>
            <p:nvPr/>
          </p:nvSpPr>
          <p:spPr bwMode="auto">
            <a:xfrm>
              <a:off x="3109913" y="1677988"/>
              <a:ext cx="69758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US" altLang="en-US"/>
                <a:t>issues</a:t>
              </a:r>
            </a:p>
          </p:txBody>
        </p:sp>
        <p:sp>
          <p:nvSpPr>
            <p:cNvPr id="66606" name="TextBox 57">
              <a:extLst>
                <a:ext uri="{FF2B5EF4-FFF2-40B4-BE49-F238E27FC236}">
                  <a16:creationId xmlns:a16="http://schemas.microsoft.com/office/drawing/2014/main" id="{4F4D98B0-4359-C22C-EE11-35FEE012945A}"/>
                </a:ext>
              </a:extLst>
            </p:cNvPr>
            <p:cNvSpPr txBox="1">
              <a:spLocks noChangeArrowheads="1"/>
            </p:cNvSpPr>
            <p:nvPr/>
          </p:nvSpPr>
          <p:spPr bwMode="auto">
            <a:xfrm>
              <a:off x="3427986" y="2254361"/>
              <a:ext cx="69758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r"/>
              <a:r>
                <a:rPr lang="en-US" altLang="en-US"/>
                <a:t>is issued by</a:t>
              </a:r>
            </a:p>
          </p:txBody>
        </p:sp>
      </p:grpSp>
      <p:grpSp>
        <p:nvGrpSpPr>
          <p:cNvPr id="7" name="Group 6">
            <a:extLst>
              <a:ext uri="{FF2B5EF4-FFF2-40B4-BE49-F238E27FC236}">
                <a16:creationId xmlns:a16="http://schemas.microsoft.com/office/drawing/2014/main" id="{67129FF5-CE56-B116-636E-59DAE7C3A294}"/>
              </a:ext>
            </a:extLst>
          </p:cNvPr>
          <p:cNvGrpSpPr>
            <a:grpSpLocks/>
          </p:cNvGrpSpPr>
          <p:nvPr/>
        </p:nvGrpSpPr>
        <p:grpSpPr bwMode="auto">
          <a:xfrm>
            <a:off x="5481638" y="1770063"/>
            <a:ext cx="811212" cy="944562"/>
            <a:chOff x="5481638" y="1769983"/>
            <a:chExt cx="811395" cy="944448"/>
          </a:xfrm>
        </p:grpSpPr>
        <p:grpSp>
          <p:nvGrpSpPr>
            <p:cNvPr id="66593" name="Group 2">
              <a:extLst>
                <a:ext uri="{FF2B5EF4-FFF2-40B4-BE49-F238E27FC236}">
                  <a16:creationId xmlns:a16="http://schemas.microsoft.com/office/drawing/2014/main" id="{086A58EC-E7EB-A846-E2EB-5113F08A3CD2}"/>
                </a:ext>
              </a:extLst>
            </p:cNvPr>
            <p:cNvGrpSpPr>
              <a:grpSpLocks/>
            </p:cNvGrpSpPr>
            <p:nvPr/>
          </p:nvGrpSpPr>
          <p:grpSpPr bwMode="auto">
            <a:xfrm>
              <a:off x="5508625" y="2060575"/>
              <a:ext cx="738188" cy="252413"/>
              <a:chOff x="5508625" y="2060575"/>
              <a:chExt cx="738188" cy="252413"/>
            </a:xfrm>
          </p:grpSpPr>
          <p:grpSp>
            <p:nvGrpSpPr>
              <p:cNvPr id="66596" name="Group 70">
                <a:extLst>
                  <a:ext uri="{FF2B5EF4-FFF2-40B4-BE49-F238E27FC236}">
                    <a16:creationId xmlns:a16="http://schemas.microsoft.com/office/drawing/2014/main" id="{37D95DCD-2D74-F3D1-2427-71A583E03917}"/>
                  </a:ext>
                </a:extLst>
              </p:cNvPr>
              <p:cNvGrpSpPr>
                <a:grpSpLocks/>
              </p:cNvGrpSpPr>
              <p:nvPr/>
            </p:nvGrpSpPr>
            <p:grpSpPr bwMode="auto">
              <a:xfrm>
                <a:off x="5508625" y="2060575"/>
                <a:ext cx="738188" cy="252413"/>
                <a:chOff x="3470" y="1298"/>
                <a:chExt cx="465" cy="159"/>
              </a:xfrm>
            </p:grpSpPr>
            <p:grpSp>
              <p:nvGrpSpPr>
                <p:cNvPr id="66598" name="Group 45">
                  <a:extLst>
                    <a:ext uri="{FF2B5EF4-FFF2-40B4-BE49-F238E27FC236}">
                      <a16:creationId xmlns:a16="http://schemas.microsoft.com/office/drawing/2014/main" id="{F3DBF392-D6EC-BA0E-ECA1-5BA056E8DBA6}"/>
                    </a:ext>
                  </a:extLst>
                </p:cNvPr>
                <p:cNvGrpSpPr>
                  <a:grpSpLocks/>
                </p:cNvGrpSpPr>
                <p:nvPr/>
              </p:nvGrpSpPr>
              <p:grpSpPr bwMode="auto">
                <a:xfrm>
                  <a:off x="3470" y="1298"/>
                  <a:ext cx="465" cy="159"/>
                  <a:chOff x="2259" y="3458"/>
                  <a:chExt cx="1001" cy="171"/>
                </a:xfrm>
              </p:grpSpPr>
              <p:sp>
                <p:nvSpPr>
                  <p:cNvPr id="66601" name="Line 46">
                    <a:extLst>
                      <a:ext uri="{FF2B5EF4-FFF2-40B4-BE49-F238E27FC236}">
                        <a16:creationId xmlns:a16="http://schemas.microsoft.com/office/drawing/2014/main" id="{5245C092-693F-9F45-5D43-F01E904A55DE}"/>
                      </a:ext>
                    </a:extLst>
                  </p:cNvPr>
                  <p:cNvSpPr>
                    <a:spLocks noChangeShapeType="1"/>
                  </p:cNvSpPr>
                  <p:nvPr/>
                </p:nvSpPr>
                <p:spPr bwMode="auto">
                  <a:xfrm rot="-5352543">
                    <a:off x="2281" y="3522"/>
                    <a:ext cx="97" cy="11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66602" name="Line 47">
                    <a:extLst>
                      <a:ext uri="{FF2B5EF4-FFF2-40B4-BE49-F238E27FC236}">
                        <a16:creationId xmlns:a16="http://schemas.microsoft.com/office/drawing/2014/main" id="{302AF7FF-2DDE-5CB0-187A-7C49F8DD7CF4}"/>
                      </a:ext>
                    </a:extLst>
                  </p:cNvPr>
                  <p:cNvSpPr>
                    <a:spLocks noChangeShapeType="1"/>
                  </p:cNvSpPr>
                  <p:nvPr/>
                </p:nvSpPr>
                <p:spPr bwMode="auto">
                  <a:xfrm rot="16247457" flipV="1">
                    <a:off x="2284" y="3433"/>
                    <a:ext cx="73" cy="1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66603" name="Line 48">
                    <a:extLst>
                      <a:ext uri="{FF2B5EF4-FFF2-40B4-BE49-F238E27FC236}">
                        <a16:creationId xmlns:a16="http://schemas.microsoft.com/office/drawing/2014/main" id="{57987B0F-9531-5137-7C2B-D3B3035EF136}"/>
                      </a:ext>
                    </a:extLst>
                  </p:cNvPr>
                  <p:cNvSpPr>
                    <a:spLocks noChangeShapeType="1"/>
                  </p:cNvSpPr>
                  <p:nvPr/>
                </p:nvSpPr>
                <p:spPr bwMode="auto">
                  <a:xfrm>
                    <a:off x="2268" y="3536"/>
                    <a:ext cx="9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grpSp>
            <p:sp>
              <p:nvSpPr>
                <p:cNvPr id="66599" name="Line 58">
                  <a:extLst>
                    <a:ext uri="{FF2B5EF4-FFF2-40B4-BE49-F238E27FC236}">
                      <a16:creationId xmlns:a16="http://schemas.microsoft.com/office/drawing/2014/main" id="{069DB7F7-3340-D440-59B0-AA162D12A541}"/>
                    </a:ext>
                  </a:extLst>
                </p:cNvPr>
                <p:cNvSpPr>
                  <a:spLocks noChangeShapeType="1"/>
                </p:cNvSpPr>
                <p:nvPr/>
              </p:nvSpPr>
              <p:spPr bwMode="auto">
                <a:xfrm>
                  <a:off x="3531" y="1308"/>
                  <a:ext cx="0" cy="12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66600" name="Line 60">
                  <a:extLst>
                    <a:ext uri="{FF2B5EF4-FFF2-40B4-BE49-F238E27FC236}">
                      <a16:creationId xmlns:a16="http://schemas.microsoft.com/office/drawing/2014/main" id="{2F6E9EFA-3E61-7854-D25C-878912DCCED0}"/>
                    </a:ext>
                  </a:extLst>
                </p:cNvPr>
                <p:cNvSpPr>
                  <a:spLocks noChangeShapeType="1"/>
                </p:cNvSpPr>
                <p:nvPr/>
              </p:nvSpPr>
              <p:spPr bwMode="auto">
                <a:xfrm>
                  <a:off x="3905" y="1310"/>
                  <a:ext cx="0" cy="12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66597" name="Line 62">
                <a:extLst>
                  <a:ext uri="{FF2B5EF4-FFF2-40B4-BE49-F238E27FC236}">
                    <a16:creationId xmlns:a16="http://schemas.microsoft.com/office/drawing/2014/main" id="{17F060BD-AA62-DA04-5671-F801C3AE1C33}"/>
                  </a:ext>
                </a:extLst>
              </p:cNvPr>
              <p:cNvSpPr>
                <a:spLocks noChangeShapeType="1"/>
              </p:cNvSpPr>
              <p:nvPr/>
            </p:nvSpPr>
            <p:spPr bwMode="auto">
              <a:xfrm>
                <a:off x="6161921" y="2080615"/>
                <a:ext cx="0" cy="2047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66594" name="TextBox 59">
              <a:extLst>
                <a:ext uri="{FF2B5EF4-FFF2-40B4-BE49-F238E27FC236}">
                  <a16:creationId xmlns:a16="http://schemas.microsoft.com/office/drawing/2014/main" id="{0BFDDA8F-ACE5-0249-200C-3A042F418D4E}"/>
                </a:ext>
              </a:extLst>
            </p:cNvPr>
            <p:cNvSpPr txBox="1">
              <a:spLocks noChangeArrowheads="1"/>
            </p:cNvSpPr>
            <p:nvPr/>
          </p:nvSpPr>
          <p:spPr bwMode="auto">
            <a:xfrm>
              <a:off x="5481638" y="1769983"/>
              <a:ext cx="69758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US" altLang="en-US"/>
                <a:t>is for</a:t>
              </a:r>
            </a:p>
          </p:txBody>
        </p:sp>
        <p:sp>
          <p:nvSpPr>
            <p:cNvPr id="66595" name="TextBox 60">
              <a:extLst>
                <a:ext uri="{FF2B5EF4-FFF2-40B4-BE49-F238E27FC236}">
                  <a16:creationId xmlns:a16="http://schemas.microsoft.com/office/drawing/2014/main" id="{2FB0AB4C-9FD0-0AC3-466A-1E86AB1916FC}"/>
                </a:ext>
              </a:extLst>
            </p:cNvPr>
            <p:cNvSpPr txBox="1">
              <a:spLocks noChangeArrowheads="1"/>
            </p:cNvSpPr>
            <p:nvPr/>
          </p:nvSpPr>
          <p:spPr bwMode="auto">
            <a:xfrm>
              <a:off x="5595444" y="2314321"/>
              <a:ext cx="697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r"/>
              <a:r>
                <a:rPr lang="en-US" altLang="en-US"/>
                <a:t>may sold</a:t>
              </a:r>
            </a:p>
          </p:txBody>
        </p:sp>
      </p:grpSp>
      <p:grpSp>
        <p:nvGrpSpPr>
          <p:cNvPr id="8" name="Group 7">
            <a:extLst>
              <a:ext uri="{FF2B5EF4-FFF2-40B4-BE49-F238E27FC236}">
                <a16:creationId xmlns:a16="http://schemas.microsoft.com/office/drawing/2014/main" id="{CF9B697C-C9F4-F05D-01A9-F9FC39F790E0}"/>
              </a:ext>
            </a:extLst>
          </p:cNvPr>
          <p:cNvGrpSpPr>
            <a:grpSpLocks/>
          </p:cNvGrpSpPr>
          <p:nvPr/>
        </p:nvGrpSpPr>
        <p:grpSpPr bwMode="auto">
          <a:xfrm>
            <a:off x="4041775" y="2655888"/>
            <a:ext cx="1839913" cy="738187"/>
            <a:chOff x="4042011" y="2655888"/>
            <a:chExt cx="1839026" cy="738187"/>
          </a:xfrm>
        </p:grpSpPr>
        <p:grpSp>
          <p:nvGrpSpPr>
            <p:cNvPr id="66582" name="Group 3">
              <a:extLst>
                <a:ext uri="{FF2B5EF4-FFF2-40B4-BE49-F238E27FC236}">
                  <a16:creationId xmlns:a16="http://schemas.microsoft.com/office/drawing/2014/main" id="{29ADA955-FD1E-71CE-C9F2-53E4BD3B3F8B}"/>
                </a:ext>
              </a:extLst>
            </p:cNvPr>
            <p:cNvGrpSpPr>
              <a:grpSpLocks/>
            </p:cNvGrpSpPr>
            <p:nvPr/>
          </p:nvGrpSpPr>
          <p:grpSpPr bwMode="auto">
            <a:xfrm>
              <a:off x="4722813" y="2655888"/>
              <a:ext cx="252412" cy="738187"/>
              <a:chOff x="4722813" y="2655888"/>
              <a:chExt cx="252412" cy="738187"/>
            </a:xfrm>
          </p:grpSpPr>
          <p:grpSp>
            <p:nvGrpSpPr>
              <p:cNvPr id="66585" name="Group 71">
                <a:extLst>
                  <a:ext uri="{FF2B5EF4-FFF2-40B4-BE49-F238E27FC236}">
                    <a16:creationId xmlns:a16="http://schemas.microsoft.com/office/drawing/2014/main" id="{96AD85BE-2369-4FCE-EC44-6A0FC0A0C259}"/>
                  </a:ext>
                </a:extLst>
              </p:cNvPr>
              <p:cNvGrpSpPr>
                <a:grpSpLocks/>
              </p:cNvGrpSpPr>
              <p:nvPr/>
            </p:nvGrpSpPr>
            <p:grpSpPr bwMode="auto">
              <a:xfrm>
                <a:off x="4722813" y="2655888"/>
                <a:ext cx="252412" cy="738187"/>
                <a:chOff x="2975" y="1673"/>
                <a:chExt cx="159" cy="465"/>
              </a:xfrm>
            </p:grpSpPr>
            <p:grpSp>
              <p:nvGrpSpPr>
                <p:cNvPr id="66587" name="Group 49">
                  <a:extLst>
                    <a:ext uri="{FF2B5EF4-FFF2-40B4-BE49-F238E27FC236}">
                      <a16:creationId xmlns:a16="http://schemas.microsoft.com/office/drawing/2014/main" id="{77B8135B-16D4-0C86-C265-24A45515E300}"/>
                    </a:ext>
                  </a:extLst>
                </p:cNvPr>
                <p:cNvGrpSpPr>
                  <a:grpSpLocks/>
                </p:cNvGrpSpPr>
                <p:nvPr/>
              </p:nvGrpSpPr>
              <p:grpSpPr bwMode="auto">
                <a:xfrm rot="5400000">
                  <a:off x="2822" y="1826"/>
                  <a:ext cx="465" cy="159"/>
                  <a:chOff x="2259" y="3458"/>
                  <a:chExt cx="1001" cy="171"/>
                </a:xfrm>
              </p:grpSpPr>
              <p:sp>
                <p:nvSpPr>
                  <p:cNvPr id="66590" name="Line 50">
                    <a:extLst>
                      <a:ext uri="{FF2B5EF4-FFF2-40B4-BE49-F238E27FC236}">
                        <a16:creationId xmlns:a16="http://schemas.microsoft.com/office/drawing/2014/main" id="{0ADC6876-8C48-A1EE-7A8E-65E9754A9CCB}"/>
                      </a:ext>
                    </a:extLst>
                  </p:cNvPr>
                  <p:cNvSpPr>
                    <a:spLocks noChangeShapeType="1"/>
                  </p:cNvSpPr>
                  <p:nvPr/>
                </p:nvSpPr>
                <p:spPr bwMode="auto">
                  <a:xfrm rot="-5352543">
                    <a:off x="2281" y="3522"/>
                    <a:ext cx="97" cy="11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66591" name="Line 51">
                    <a:extLst>
                      <a:ext uri="{FF2B5EF4-FFF2-40B4-BE49-F238E27FC236}">
                        <a16:creationId xmlns:a16="http://schemas.microsoft.com/office/drawing/2014/main" id="{F17C93AA-0068-DE97-6CFA-F87A267CA089}"/>
                      </a:ext>
                    </a:extLst>
                  </p:cNvPr>
                  <p:cNvSpPr>
                    <a:spLocks noChangeShapeType="1"/>
                  </p:cNvSpPr>
                  <p:nvPr/>
                </p:nvSpPr>
                <p:spPr bwMode="auto">
                  <a:xfrm rot="16247457" flipV="1">
                    <a:off x="2284" y="3433"/>
                    <a:ext cx="73" cy="1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66592" name="Line 52">
                    <a:extLst>
                      <a:ext uri="{FF2B5EF4-FFF2-40B4-BE49-F238E27FC236}">
                        <a16:creationId xmlns:a16="http://schemas.microsoft.com/office/drawing/2014/main" id="{2B4A16FF-2B80-9C72-C05B-F0C978885D89}"/>
                      </a:ext>
                    </a:extLst>
                  </p:cNvPr>
                  <p:cNvSpPr>
                    <a:spLocks noChangeShapeType="1"/>
                  </p:cNvSpPr>
                  <p:nvPr/>
                </p:nvSpPr>
                <p:spPr bwMode="auto">
                  <a:xfrm>
                    <a:off x="2268" y="3536"/>
                    <a:ext cx="9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grpSp>
            <p:sp>
              <p:nvSpPr>
                <p:cNvPr id="66588" name="Line 54">
                  <a:extLst>
                    <a:ext uri="{FF2B5EF4-FFF2-40B4-BE49-F238E27FC236}">
                      <a16:creationId xmlns:a16="http://schemas.microsoft.com/office/drawing/2014/main" id="{5F34B2CE-3973-1FA5-D2BC-F58B740D80BA}"/>
                    </a:ext>
                  </a:extLst>
                </p:cNvPr>
                <p:cNvSpPr>
                  <a:spLocks noChangeShapeType="1"/>
                </p:cNvSpPr>
                <p:nvPr/>
              </p:nvSpPr>
              <p:spPr bwMode="auto">
                <a:xfrm>
                  <a:off x="2986" y="1732"/>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66589" name="Line 61">
                  <a:extLst>
                    <a:ext uri="{FF2B5EF4-FFF2-40B4-BE49-F238E27FC236}">
                      <a16:creationId xmlns:a16="http://schemas.microsoft.com/office/drawing/2014/main" id="{2C9A9794-E99A-6F36-D0D4-13AEEB05682F}"/>
                    </a:ext>
                  </a:extLst>
                </p:cNvPr>
                <p:cNvSpPr>
                  <a:spLocks noChangeShapeType="1"/>
                </p:cNvSpPr>
                <p:nvPr/>
              </p:nvSpPr>
              <p:spPr bwMode="auto">
                <a:xfrm>
                  <a:off x="2984" y="2102"/>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66586" name="Line 61">
                <a:extLst>
                  <a:ext uri="{FF2B5EF4-FFF2-40B4-BE49-F238E27FC236}">
                    <a16:creationId xmlns:a16="http://schemas.microsoft.com/office/drawing/2014/main" id="{9D2B25EE-6C14-3F9A-3145-49A2EF4D58E2}"/>
                  </a:ext>
                </a:extLst>
              </p:cNvPr>
              <p:cNvSpPr>
                <a:spLocks noChangeShapeType="1"/>
              </p:cNvSpPr>
              <p:nvPr/>
            </p:nvSpPr>
            <p:spPr bwMode="auto">
              <a:xfrm>
                <a:off x="4739600" y="3294455"/>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66583" name="TextBox 62">
              <a:extLst>
                <a:ext uri="{FF2B5EF4-FFF2-40B4-BE49-F238E27FC236}">
                  <a16:creationId xmlns:a16="http://schemas.microsoft.com/office/drawing/2014/main" id="{E26AF3D0-4D90-F7C0-E668-CB026D5BBE92}"/>
                </a:ext>
              </a:extLst>
            </p:cNvPr>
            <p:cNvSpPr txBox="1">
              <a:spLocks noChangeArrowheads="1"/>
            </p:cNvSpPr>
            <p:nvPr/>
          </p:nvSpPr>
          <p:spPr bwMode="auto">
            <a:xfrm>
              <a:off x="4042011" y="2780572"/>
              <a:ext cx="6975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r"/>
              <a:r>
                <a:rPr lang="en-US" altLang="en-US"/>
                <a:t>is given to</a:t>
              </a:r>
            </a:p>
          </p:txBody>
        </p:sp>
        <p:sp>
          <p:nvSpPr>
            <p:cNvPr id="66584" name="TextBox 63">
              <a:extLst>
                <a:ext uri="{FF2B5EF4-FFF2-40B4-BE49-F238E27FC236}">
                  <a16:creationId xmlns:a16="http://schemas.microsoft.com/office/drawing/2014/main" id="{FC20EE56-E83E-F1F3-701B-BD948EEBBF6C}"/>
                </a:ext>
              </a:extLst>
            </p:cNvPr>
            <p:cNvSpPr txBox="1">
              <a:spLocks noChangeArrowheads="1"/>
            </p:cNvSpPr>
            <p:nvPr/>
          </p:nvSpPr>
          <p:spPr bwMode="auto">
            <a:xfrm>
              <a:off x="5020076" y="3028301"/>
              <a:ext cx="86096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r>
                <a:rPr lang="en-US" altLang="en-US"/>
                <a:t>may buy</a:t>
              </a:r>
            </a:p>
          </p:txBody>
        </p:sp>
      </p:grpSp>
      <p:sp>
        <p:nvSpPr>
          <p:cNvPr id="2" name="Rectangle 1">
            <a:extLst>
              <a:ext uri="{FF2B5EF4-FFF2-40B4-BE49-F238E27FC236}">
                <a16:creationId xmlns:a16="http://schemas.microsoft.com/office/drawing/2014/main" id="{06879A8F-1AEE-606E-5D26-25F7678130D0}"/>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30183"/>
                                        </p:tgtEl>
                                        <p:attrNameLst>
                                          <p:attrName>style.visibility</p:attrName>
                                        </p:attrNameLst>
                                      </p:cBhvr>
                                      <p:to>
                                        <p:strVal val="visible"/>
                                      </p:to>
                                    </p:set>
                                    <p:animEffect transition="in" filter="fade">
                                      <p:cBhvr>
                                        <p:cTn id="7" dur="2000"/>
                                        <p:tgtEl>
                                          <p:spTgt spid="1030183"/>
                                        </p:tgtEl>
                                      </p:cBhvr>
                                    </p:animEffect>
                                  </p:childTnLst>
                                </p:cTn>
                              </p:par>
                            </p:childTnLst>
                          </p:cTn>
                        </p:par>
                        <p:par>
                          <p:cTn id="8" fill="hold" nodeType="afterGroup">
                            <p:stCondLst>
                              <p:cond delay="2000"/>
                            </p:stCondLst>
                            <p:childTnLst>
                              <p:par>
                                <p:cTn id="9" presetID="10" presetClass="entr" presetSubtype="0" fill="hold" grpId="0" nodeType="afterEffect">
                                  <p:stCondLst>
                                    <p:cond delay="0"/>
                                  </p:stCondLst>
                                  <p:childTnLst>
                                    <p:set>
                                      <p:cBhvr>
                                        <p:cTn id="10" dur="1" fill="hold">
                                          <p:stCondLst>
                                            <p:cond delay="0"/>
                                          </p:stCondLst>
                                        </p:cTn>
                                        <p:tgtEl>
                                          <p:spTgt spid="1030179"/>
                                        </p:tgtEl>
                                        <p:attrNameLst>
                                          <p:attrName>style.visibility</p:attrName>
                                        </p:attrNameLst>
                                      </p:cBhvr>
                                      <p:to>
                                        <p:strVal val="visible"/>
                                      </p:to>
                                    </p:set>
                                    <p:animEffect transition="in" filter="fade">
                                      <p:cBhvr>
                                        <p:cTn id="11" dur="2000"/>
                                        <p:tgtEl>
                                          <p:spTgt spid="1030179"/>
                                        </p:tgtEl>
                                      </p:cBhvr>
                                    </p:animEffect>
                                  </p:childTnLst>
                                </p:cTn>
                              </p:par>
                            </p:childTnLst>
                          </p:cTn>
                        </p:par>
                        <p:par>
                          <p:cTn id="12" fill="hold" nodeType="afterGroup">
                            <p:stCondLst>
                              <p:cond delay="4000"/>
                            </p:stCondLst>
                            <p:childTnLst>
                              <p:par>
                                <p:cTn id="13" presetID="10" presetClass="entr" presetSubtype="0" fill="hold" grpId="0" nodeType="afterEffect">
                                  <p:stCondLst>
                                    <p:cond delay="0"/>
                                  </p:stCondLst>
                                  <p:childTnLst>
                                    <p:set>
                                      <p:cBhvr>
                                        <p:cTn id="14" dur="1" fill="hold">
                                          <p:stCondLst>
                                            <p:cond delay="0"/>
                                          </p:stCondLst>
                                        </p:cTn>
                                        <p:tgtEl>
                                          <p:spTgt spid="1030175"/>
                                        </p:tgtEl>
                                        <p:attrNameLst>
                                          <p:attrName>style.visibility</p:attrName>
                                        </p:attrNameLst>
                                      </p:cBhvr>
                                      <p:to>
                                        <p:strVal val="visible"/>
                                      </p:to>
                                    </p:set>
                                    <p:animEffect transition="in" filter="fade">
                                      <p:cBhvr>
                                        <p:cTn id="15" dur="2000"/>
                                        <p:tgtEl>
                                          <p:spTgt spid="1030175"/>
                                        </p:tgtEl>
                                      </p:cBhvr>
                                    </p:animEffect>
                                  </p:childTnLst>
                                </p:cTn>
                              </p:par>
                            </p:childTnLst>
                          </p:cTn>
                        </p:par>
                        <p:par>
                          <p:cTn id="16" fill="hold" nodeType="afterGroup">
                            <p:stCondLst>
                              <p:cond delay="6000"/>
                            </p:stCondLst>
                            <p:childTnLst>
                              <p:par>
                                <p:cTn id="17" presetID="10" presetClass="entr" presetSubtype="0" fill="hold" grpId="0" nodeType="afterEffect">
                                  <p:stCondLst>
                                    <p:cond delay="0"/>
                                  </p:stCondLst>
                                  <p:childTnLst>
                                    <p:set>
                                      <p:cBhvr>
                                        <p:cTn id="18" dur="1" fill="hold">
                                          <p:stCondLst>
                                            <p:cond delay="0"/>
                                          </p:stCondLst>
                                        </p:cTn>
                                        <p:tgtEl>
                                          <p:spTgt spid="1030155"/>
                                        </p:tgtEl>
                                        <p:attrNameLst>
                                          <p:attrName>style.visibility</p:attrName>
                                        </p:attrNameLst>
                                      </p:cBhvr>
                                      <p:to>
                                        <p:strVal val="visible"/>
                                      </p:to>
                                    </p:set>
                                    <p:animEffect transition="in" filter="fade">
                                      <p:cBhvr>
                                        <p:cTn id="19" dur="2000"/>
                                        <p:tgtEl>
                                          <p:spTgt spid="103015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500"/>
                                        <p:tgtEl>
                                          <p:spTgt spid="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4"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down)">
                                      <p:cBhvr>
                                        <p:cTn id="29" dur="500"/>
                                        <p:tgtEl>
                                          <p:spTgt spid="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4"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down)">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0155" grpId="0" animBg="1"/>
      <p:bldP spid="1030175" grpId="0" animBg="1"/>
      <p:bldP spid="1030179" grpId="0" animBg="1"/>
      <p:bldP spid="103018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5B3A87D1-D148-E3FC-ECFB-2C0883471E20}"/>
              </a:ext>
            </a:extLst>
          </p:cNvPr>
          <p:cNvSpPr>
            <a:spLocks noGrp="1" noChangeArrowheads="1"/>
          </p:cNvSpPr>
          <p:nvPr>
            <p:ph type="title"/>
          </p:nvPr>
        </p:nvSpPr>
        <p:spPr/>
        <p:txBody>
          <a:bodyPr/>
          <a:lstStyle/>
          <a:p>
            <a:pPr eaLnBrk="1" hangingPunct="1"/>
            <a:r>
              <a:rPr lang="en-GB" altLang="en-US" b="1"/>
              <a:t>Worked Example</a:t>
            </a:r>
          </a:p>
        </p:txBody>
      </p:sp>
      <p:sp>
        <p:nvSpPr>
          <p:cNvPr id="67587" name="Rectangle 3">
            <a:extLst>
              <a:ext uri="{FF2B5EF4-FFF2-40B4-BE49-F238E27FC236}">
                <a16:creationId xmlns:a16="http://schemas.microsoft.com/office/drawing/2014/main" id="{3635B347-8C0E-FA5F-A8EC-7F396FE80C40}"/>
              </a:ext>
            </a:extLst>
          </p:cNvPr>
          <p:cNvSpPr>
            <a:spLocks noGrp="1" noChangeArrowheads="1"/>
          </p:cNvSpPr>
          <p:nvPr>
            <p:ph idx="1"/>
          </p:nvPr>
        </p:nvSpPr>
        <p:spPr>
          <a:xfrm>
            <a:off x="381000" y="1447800"/>
            <a:ext cx="8305800" cy="3130550"/>
          </a:xfrm>
        </p:spPr>
        <p:txBody>
          <a:bodyPr/>
          <a:lstStyle/>
          <a:p>
            <a:pPr eaLnBrk="1" hangingPunct="1">
              <a:buFontTx/>
              <a:buNone/>
            </a:pPr>
            <a:endParaRPr lang="en-US" altLang="en-US" sz="2800"/>
          </a:p>
          <a:p>
            <a:pPr lvl="1" eaLnBrk="1" hangingPunct="1">
              <a:buFontTx/>
              <a:buNone/>
            </a:pPr>
            <a:r>
              <a:rPr lang="en-US" altLang="en-US" sz="2400"/>
              <a:t>  A loan</a:t>
            </a:r>
            <a:r>
              <a:rPr lang="en-US" altLang="en-US" sz="2400" b="1"/>
              <a:t> </a:t>
            </a:r>
            <a:r>
              <a:rPr lang="en-US" altLang="en-US" sz="2400"/>
              <a:t>or reservation always begins with a borrower who may decide to either loan a DVD, or if it is unavailable, to make a reservation.  Each DVD title in stock is separately categorised according to its subject matter and the starring actor(s)</a:t>
            </a:r>
          </a:p>
          <a:p>
            <a:pPr lvl="1" eaLnBrk="1" hangingPunct="1"/>
            <a:endParaRPr lang="en-US" altLang="en-US" sz="2400"/>
          </a:p>
        </p:txBody>
      </p:sp>
      <p:sp>
        <p:nvSpPr>
          <p:cNvPr id="2" name="Rectangle 1">
            <a:extLst>
              <a:ext uri="{FF2B5EF4-FFF2-40B4-BE49-F238E27FC236}">
                <a16:creationId xmlns:a16="http://schemas.microsoft.com/office/drawing/2014/main" id="{B4E0EC60-A3CE-0B80-9F24-B87B0CD573B6}"/>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A22E3B28-E978-CF17-7A5C-A576F419AC16}"/>
              </a:ext>
            </a:extLst>
          </p:cNvPr>
          <p:cNvSpPr>
            <a:spLocks noGrp="1" noChangeArrowheads="1"/>
          </p:cNvSpPr>
          <p:nvPr>
            <p:ph type="title"/>
          </p:nvPr>
        </p:nvSpPr>
        <p:spPr/>
        <p:txBody>
          <a:bodyPr/>
          <a:lstStyle/>
          <a:p>
            <a:pPr eaLnBrk="1" hangingPunct="1"/>
            <a:r>
              <a:rPr lang="en-GB" altLang="en-US" b="1"/>
              <a:t>Worked Example</a:t>
            </a:r>
          </a:p>
        </p:txBody>
      </p:sp>
      <p:sp>
        <p:nvSpPr>
          <p:cNvPr id="1033219" name="Rectangle 3">
            <a:extLst>
              <a:ext uri="{FF2B5EF4-FFF2-40B4-BE49-F238E27FC236}">
                <a16:creationId xmlns:a16="http://schemas.microsoft.com/office/drawing/2014/main" id="{14D1AB99-CDF1-C4EF-2E55-D1DA6350F9A7}"/>
              </a:ext>
            </a:extLst>
          </p:cNvPr>
          <p:cNvSpPr>
            <a:spLocks noGrp="1" noChangeArrowheads="1"/>
          </p:cNvSpPr>
          <p:nvPr>
            <p:ph idx="1"/>
          </p:nvPr>
        </p:nvSpPr>
        <p:spPr>
          <a:xfrm>
            <a:off x="381000" y="1447800"/>
            <a:ext cx="8305800" cy="3376613"/>
          </a:xfrm>
        </p:spPr>
        <p:txBody>
          <a:bodyPr/>
          <a:lstStyle/>
          <a:p>
            <a:pPr eaLnBrk="1" hangingPunct="1">
              <a:buFontTx/>
              <a:buNone/>
            </a:pPr>
            <a:r>
              <a:rPr lang="en-US" altLang="en-US" sz="2800"/>
              <a:t>Identify entities (nouns!)</a:t>
            </a:r>
          </a:p>
          <a:p>
            <a:pPr eaLnBrk="1" hangingPunct="1">
              <a:buFontTx/>
              <a:buNone/>
            </a:pPr>
            <a:endParaRPr lang="en-US" altLang="en-US" sz="2800"/>
          </a:p>
          <a:p>
            <a:pPr lvl="1" eaLnBrk="1" hangingPunct="1">
              <a:buFontTx/>
              <a:buNone/>
            </a:pPr>
            <a:r>
              <a:rPr lang="en-US" altLang="en-US" sz="2400"/>
              <a:t>  A </a:t>
            </a:r>
            <a:r>
              <a:rPr lang="en-US" altLang="en-US" sz="2400" b="1"/>
              <a:t>loan </a:t>
            </a:r>
            <a:r>
              <a:rPr lang="en-US" altLang="en-US" sz="2400"/>
              <a:t>or </a:t>
            </a:r>
            <a:r>
              <a:rPr lang="en-US" altLang="en-US" sz="2400" b="1"/>
              <a:t>reservation </a:t>
            </a:r>
            <a:r>
              <a:rPr lang="en-US" altLang="en-US" sz="2400"/>
              <a:t>always begins with a </a:t>
            </a:r>
            <a:r>
              <a:rPr lang="en-US" altLang="en-US" sz="2400" b="1"/>
              <a:t>borrower </a:t>
            </a:r>
            <a:r>
              <a:rPr lang="en-US" altLang="en-US" sz="2400"/>
              <a:t>who may decide to either loan a </a:t>
            </a:r>
            <a:r>
              <a:rPr lang="en-US" altLang="en-US" sz="2400" b="1"/>
              <a:t>DVD</a:t>
            </a:r>
            <a:r>
              <a:rPr lang="en-US" altLang="en-US" sz="2400"/>
              <a:t>, or if it is unavailable, to make a reservation.  Each DVD </a:t>
            </a:r>
            <a:r>
              <a:rPr lang="en-US" altLang="en-US" sz="2400" b="1"/>
              <a:t>title</a:t>
            </a:r>
            <a:r>
              <a:rPr lang="en-US" altLang="en-US" sz="2400"/>
              <a:t> in stock is separately categorised according to its </a:t>
            </a:r>
            <a:r>
              <a:rPr lang="en-US" altLang="en-US" sz="2400" b="1"/>
              <a:t>subject matter</a:t>
            </a:r>
            <a:r>
              <a:rPr lang="en-US" altLang="en-US" sz="2400"/>
              <a:t> and the </a:t>
            </a:r>
            <a:r>
              <a:rPr lang="en-US" altLang="en-US" sz="2400" b="1"/>
              <a:t>starring</a:t>
            </a:r>
            <a:r>
              <a:rPr lang="en-US" altLang="en-US" sz="2400"/>
              <a:t> </a:t>
            </a:r>
            <a:r>
              <a:rPr lang="en-US" altLang="en-US" sz="2400" b="1"/>
              <a:t>actor(s)</a:t>
            </a:r>
          </a:p>
        </p:txBody>
      </p:sp>
      <p:sp>
        <p:nvSpPr>
          <p:cNvPr id="2" name="Rectangle 1">
            <a:extLst>
              <a:ext uri="{FF2B5EF4-FFF2-40B4-BE49-F238E27FC236}">
                <a16:creationId xmlns:a16="http://schemas.microsoft.com/office/drawing/2014/main" id="{1B81BEF0-1118-ED7C-EC8E-1A20DDA524DD}"/>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033219">
                                            <p:txEl>
                                              <p:pRg st="0" end="0"/>
                                            </p:txEl>
                                          </p:spTgt>
                                        </p:tgtEl>
                                        <p:attrNameLst>
                                          <p:attrName>style.visibility</p:attrName>
                                        </p:attrNameLst>
                                      </p:cBhvr>
                                      <p:to>
                                        <p:strVal val="visible"/>
                                      </p:to>
                                    </p:set>
                                    <p:anim calcmode="discrete" valueType="clr">
                                      <p:cBhvr override="childStyle">
                                        <p:cTn id="7" dur="80"/>
                                        <p:tgtEl>
                                          <p:spTgt spid="1033219">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033219">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1033219">
                                            <p:txEl>
                                              <p:pRg st="0" end="0"/>
                                            </p:txEl>
                                          </p:spTgt>
                                        </p:tgtEl>
                                        <p:attrNameLst>
                                          <p:attrName>fill.type</p:attrName>
                                        </p:attrNameLst>
                                      </p:cBhvr>
                                      <p:to>
                                        <p:strVal val="solid"/>
                                      </p:to>
                                    </p:set>
                                  </p:childTnLst>
                                </p:cTn>
                              </p:par>
                              <p:par>
                                <p:cTn id="10" presetID="27" presetClass="entr" presetSubtype="0" fill="hold" grpId="0" nodeType="withEffect">
                                  <p:stCondLst>
                                    <p:cond delay="0"/>
                                  </p:stCondLst>
                                  <p:iterate type="lt">
                                    <p:tmPct val="50000"/>
                                  </p:iterate>
                                  <p:childTnLst>
                                    <p:set>
                                      <p:cBhvr>
                                        <p:cTn id="11" dur="1" fill="hold">
                                          <p:stCondLst>
                                            <p:cond delay="0"/>
                                          </p:stCondLst>
                                        </p:cTn>
                                        <p:tgtEl>
                                          <p:spTgt spid="1033219">
                                            <p:txEl>
                                              <p:pRg st="2" end="2"/>
                                            </p:txEl>
                                          </p:spTgt>
                                        </p:tgtEl>
                                        <p:attrNameLst>
                                          <p:attrName>style.visibility</p:attrName>
                                        </p:attrNameLst>
                                      </p:cBhvr>
                                      <p:to>
                                        <p:strVal val="visible"/>
                                      </p:to>
                                    </p:set>
                                    <p:anim calcmode="discrete" valueType="clr">
                                      <p:cBhvr override="childStyle">
                                        <p:cTn id="12" dur="80"/>
                                        <p:tgtEl>
                                          <p:spTgt spid="1033219">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1033219">
                                            <p:txEl>
                                              <p:pRg st="2" end="2"/>
                                            </p:txEl>
                                          </p:spTgt>
                                        </p:tgtEl>
                                        <p:attrNameLst>
                                          <p:attrName>fillcolor</p:attrName>
                                        </p:attrNameLst>
                                      </p:cBhvr>
                                      <p:tavLst>
                                        <p:tav tm="0">
                                          <p:val>
                                            <p:clrVal>
                                              <a:schemeClr val="accent2"/>
                                            </p:clrVal>
                                          </p:val>
                                        </p:tav>
                                        <p:tav tm="50000">
                                          <p:val>
                                            <p:clrVal>
                                              <a:schemeClr val="hlink"/>
                                            </p:clrVal>
                                          </p:val>
                                        </p:tav>
                                      </p:tavLst>
                                    </p:anim>
                                    <p:set>
                                      <p:cBhvr>
                                        <p:cTn id="14" dur="80"/>
                                        <p:tgtEl>
                                          <p:spTgt spid="1033219">
                                            <p:txEl>
                                              <p:pRg st="2" end="2"/>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3219"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540A3C42-5150-F8E1-C414-6B2F777293D7}"/>
              </a:ext>
            </a:extLst>
          </p:cNvPr>
          <p:cNvSpPr>
            <a:spLocks noGrp="1" noChangeArrowheads="1"/>
          </p:cNvSpPr>
          <p:nvPr>
            <p:ph type="title"/>
          </p:nvPr>
        </p:nvSpPr>
        <p:spPr/>
        <p:txBody>
          <a:bodyPr/>
          <a:lstStyle/>
          <a:p>
            <a:pPr eaLnBrk="1" hangingPunct="1"/>
            <a:r>
              <a:rPr lang="en-GB" altLang="en-US" b="1"/>
              <a:t>Worked Example</a:t>
            </a:r>
          </a:p>
        </p:txBody>
      </p:sp>
      <p:grpSp>
        <p:nvGrpSpPr>
          <p:cNvPr id="1036407" name="Group 119">
            <a:extLst>
              <a:ext uri="{FF2B5EF4-FFF2-40B4-BE49-F238E27FC236}">
                <a16:creationId xmlns:a16="http://schemas.microsoft.com/office/drawing/2014/main" id="{297B8184-4589-FAE8-A9F8-62442ABF321A}"/>
              </a:ext>
            </a:extLst>
          </p:cNvPr>
          <p:cNvGrpSpPr>
            <a:grpSpLocks/>
          </p:cNvGrpSpPr>
          <p:nvPr/>
        </p:nvGrpSpPr>
        <p:grpSpPr bwMode="auto">
          <a:xfrm>
            <a:off x="1847850" y="2297113"/>
            <a:ext cx="600075" cy="847725"/>
            <a:chOff x="1164" y="1447"/>
            <a:chExt cx="378" cy="534"/>
          </a:xfrm>
        </p:grpSpPr>
        <p:sp>
          <p:nvSpPr>
            <p:cNvPr id="70753" name="Line 61">
              <a:extLst>
                <a:ext uri="{FF2B5EF4-FFF2-40B4-BE49-F238E27FC236}">
                  <a16:creationId xmlns:a16="http://schemas.microsoft.com/office/drawing/2014/main" id="{D12C5A1B-B440-09DC-917B-E4B5EA5CF274}"/>
                </a:ext>
              </a:extLst>
            </p:cNvPr>
            <p:cNvSpPr>
              <a:spLocks noChangeShapeType="1"/>
            </p:cNvSpPr>
            <p:nvPr/>
          </p:nvSpPr>
          <p:spPr bwMode="auto">
            <a:xfrm rot="1741962" flipV="1">
              <a:off x="1372" y="1447"/>
              <a:ext cx="21" cy="5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754" name="Line 62">
              <a:extLst>
                <a:ext uri="{FF2B5EF4-FFF2-40B4-BE49-F238E27FC236}">
                  <a16:creationId xmlns:a16="http://schemas.microsoft.com/office/drawing/2014/main" id="{9E671859-49DC-5614-CB9D-9BA67C0058C8}"/>
                </a:ext>
              </a:extLst>
            </p:cNvPr>
            <p:cNvSpPr>
              <a:spLocks noChangeShapeType="1"/>
            </p:cNvSpPr>
            <p:nvPr/>
          </p:nvSpPr>
          <p:spPr bwMode="auto">
            <a:xfrm rot="1741962" flipV="1">
              <a:off x="1164" y="1847"/>
              <a:ext cx="99" cy="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755" name="Line 63">
              <a:extLst>
                <a:ext uri="{FF2B5EF4-FFF2-40B4-BE49-F238E27FC236}">
                  <a16:creationId xmlns:a16="http://schemas.microsoft.com/office/drawing/2014/main" id="{240AC036-0F82-AFDD-E3D6-B449CF5D7022}"/>
                </a:ext>
              </a:extLst>
            </p:cNvPr>
            <p:cNvSpPr>
              <a:spLocks noChangeShapeType="1"/>
            </p:cNvSpPr>
            <p:nvPr/>
          </p:nvSpPr>
          <p:spPr bwMode="auto">
            <a:xfrm rot="1741962" flipH="1" flipV="1">
              <a:off x="1255" y="1892"/>
              <a:ext cx="73" cy="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756" name="Line 81">
              <a:extLst>
                <a:ext uri="{FF2B5EF4-FFF2-40B4-BE49-F238E27FC236}">
                  <a16:creationId xmlns:a16="http://schemas.microsoft.com/office/drawing/2014/main" id="{E916FF22-0765-0A0B-5D06-FB658A6FD3A6}"/>
                </a:ext>
              </a:extLst>
            </p:cNvPr>
            <p:cNvSpPr>
              <a:spLocks noChangeShapeType="1"/>
            </p:cNvSpPr>
            <p:nvPr/>
          </p:nvSpPr>
          <p:spPr bwMode="auto">
            <a:xfrm>
              <a:off x="1398" y="1552"/>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70757" name="Oval 82">
              <a:extLst>
                <a:ext uri="{FF2B5EF4-FFF2-40B4-BE49-F238E27FC236}">
                  <a16:creationId xmlns:a16="http://schemas.microsoft.com/office/drawing/2014/main" id="{71FE5328-1A01-EAFA-3F8F-4862B95FD9AE}"/>
                </a:ext>
              </a:extLst>
            </p:cNvPr>
            <p:cNvSpPr>
              <a:spLocks noChangeArrowheads="1"/>
            </p:cNvSpPr>
            <p:nvPr/>
          </p:nvSpPr>
          <p:spPr bwMode="auto">
            <a:xfrm>
              <a:off x="1262" y="1800"/>
              <a:ext cx="80" cy="72"/>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grpSp>
        <p:nvGrpSpPr>
          <p:cNvPr id="1036416" name="Group 128">
            <a:extLst>
              <a:ext uri="{FF2B5EF4-FFF2-40B4-BE49-F238E27FC236}">
                <a16:creationId xmlns:a16="http://schemas.microsoft.com/office/drawing/2014/main" id="{AD9EBEB4-93C3-AD74-2957-4D6247CA7899}"/>
              </a:ext>
            </a:extLst>
          </p:cNvPr>
          <p:cNvGrpSpPr>
            <a:grpSpLocks/>
          </p:cNvGrpSpPr>
          <p:nvPr/>
        </p:nvGrpSpPr>
        <p:grpSpPr bwMode="auto">
          <a:xfrm>
            <a:off x="1854200" y="1449388"/>
            <a:ext cx="1408113" cy="957262"/>
            <a:chOff x="1168" y="913"/>
            <a:chExt cx="887" cy="603"/>
          </a:xfrm>
        </p:grpSpPr>
        <p:sp>
          <p:nvSpPr>
            <p:cNvPr id="70749" name="AutoShape 44">
              <a:extLst>
                <a:ext uri="{FF2B5EF4-FFF2-40B4-BE49-F238E27FC236}">
                  <a16:creationId xmlns:a16="http://schemas.microsoft.com/office/drawing/2014/main" id="{3FC8E9CE-1BC6-101D-1AF9-3DD78424BC71}"/>
                </a:ext>
              </a:extLst>
            </p:cNvPr>
            <p:cNvSpPr>
              <a:spLocks noChangeArrowheads="1"/>
            </p:cNvSpPr>
            <p:nvPr/>
          </p:nvSpPr>
          <p:spPr bwMode="auto">
            <a:xfrm>
              <a:off x="1239" y="956"/>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70750" name="AutoShape 45">
              <a:extLst>
                <a:ext uri="{FF2B5EF4-FFF2-40B4-BE49-F238E27FC236}">
                  <a16:creationId xmlns:a16="http://schemas.microsoft.com/office/drawing/2014/main" id="{5B475976-A7AB-55A6-4C43-B00D07481C7B}"/>
                </a:ext>
              </a:extLst>
            </p:cNvPr>
            <p:cNvSpPr>
              <a:spLocks noChangeArrowheads="1"/>
            </p:cNvSpPr>
            <p:nvPr/>
          </p:nvSpPr>
          <p:spPr bwMode="auto">
            <a:xfrm>
              <a:off x="1199" y="924"/>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70751" name="Line 83">
              <a:extLst>
                <a:ext uri="{FF2B5EF4-FFF2-40B4-BE49-F238E27FC236}">
                  <a16:creationId xmlns:a16="http://schemas.microsoft.com/office/drawing/2014/main" id="{CF674A29-A2AB-B9A9-29AD-839E6FE424F2}"/>
                </a:ext>
              </a:extLst>
            </p:cNvPr>
            <p:cNvSpPr>
              <a:spLocks noChangeShapeType="1"/>
            </p:cNvSpPr>
            <p:nvPr/>
          </p:nvSpPr>
          <p:spPr bwMode="auto">
            <a:xfrm>
              <a:off x="1198" y="1096"/>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70752" name="Text Box 84">
              <a:extLst>
                <a:ext uri="{FF2B5EF4-FFF2-40B4-BE49-F238E27FC236}">
                  <a16:creationId xmlns:a16="http://schemas.microsoft.com/office/drawing/2014/main" id="{7F52E4A0-1F84-6392-D4EC-7DCE08ABAA49}"/>
                </a:ext>
              </a:extLst>
            </p:cNvPr>
            <p:cNvSpPr txBox="1">
              <a:spLocks noChangeArrowheads="1"/>
            </p:cNvSpPr>
            <p:nvPr/>
          </p:nvSpPr>
          <p:spPr bwMode="auto">
            <a:xfrm>
              <a:off x="1168" y="913"/>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BORROWER</a:t>
              </a:r>
              <a:endParaRPr lang="en-GB" altLang="en-US" sz="1200" b="1">
                <a:solidFill>
                  <a:schemeClr val="tx1"/>
                </a:solidFill>
                <a:latin typeface="Times New Roman" panose="02020603050405020304" pitchFamily="18" charset="0"/>
              </a:endParaRPr>
            </a:p>
          </p:txBody>
        </p:sp>
      </p:grpSp>
      <p:grpSp>
        <p:nvGrpSpPr>
          <p:cNvPr id="1036422" name="Group 134">
            <a:extLst>
              <a:ext uri="{FF2B5EF4-FFF2-40B4-BE49-F238E27FC236}">
                <a16:creationId xmlns:a16="http://schemas.microsoft.com/office/drawing/2014/main" id="{75C03273-005A-E105-C7FC-C33EE34BB30B}"/>
              </a:ext>
            </a:extLst>
          </p:cNvPr>
          <p:cNvGrpSpPr>
            <a:grpSpLocks/>
          </p:cNvGrpSpPr>
          <p:nvPr/>
        </p:nvGrpSpPr>
        <p:grpSpPr bwMode="auto">
          <a:xfrm>
            <a:off x="4737100" y="1219200"/>
            <a:ext cx="1411288" cy="939800"/>
            <a:chOff x="2984" y="768"/>
            <a:chExt cx="889" cy="592"/>
          </a:xfrm>
        </p:grpSpPr>
        <p:sp>
          <p:nvSpPr>
            <p:cNvPr id="70745" name="AutoShape 20">
              <a:extLst>
                <a:ext uri="{FF2B5EF4-FFF2-40B4-BE49-F238E27FC236}">
                  <a16:creationId xmlns:a16="http://schemas.microsoft.com/office/drawing/2014/main" id="{1BDA90FB-C118-BFEF-0B3D-F6E724F5BD4B}"/>
                </a:ext>
              </a:extLst>
            </p:cNvPr>
            <p:cNvSpPr>
              <a:spLocks noChangeArrowheads="1"/>
            </p:cNvSpPr>
            <p:nvPr/>
          </p:nvSpPr>
          <p:spPr bwMode="auto">
            <a:xfrm>
              <a:off x="3057" y="800"/>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70746" name="AutoShape 21">
              <a:extLst>
                <a:ext uri="{FF2B5EF4-FFF2-40B4-BE49-F238E27FC236}">
                  <a16:creationId xmlns:a16="http://schemas.microsoft.com/office/drawing/2014/main" id="{AAF5BF89-F5DD-C258-A618-4FE5BDAF07C4}"/>
                </a:ext>
              </a:extLst>
            </p:cNvPr>
            <p:cNvSpPr>
              <a:spLocks noChangeArrowheads="1"/>
            </p:cNvSpPr>
            <p:nvPr/>
          </p:nvSpPr>
          <p:spPr bwMode="auto">
            <a:xfrm>
              <a:off x="3017" y="768"/>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70747" name="Line 85">
              <a:extLst>
                <a:ext uri="{FF2B5EF4-FFF2-40B4-BE49-F238E27FC236}">
                  <a16:creationId xmlns:a16="http://schemas.microsoft.com/office/drawing/2014/main" id="{D2C32211-115C-DB25-7BC7-398349B4F736}"/>
                </a:ext>
              </a:extLst>
            </p:cNvPr>
            <p:cNvSpPr>
              <a:spLocks noChangeShapeType="1"/>
            </p:cNvSpPr>
            <p:nvPr/>
          </p:nvSpPr>
          <p:spPr bwMode="auto">
            <a:xfrm>
              <a:off x="3014" y="952"/>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70748" name="Text Box 86">
              <a:extLst>
                <a:ext uri="{FF2B5EF4-FFF2-40B4-BE49-F238E27FC236}">
                  <a16:creationId xmlns:a16="http://schemas.microsoft.com/office/drawing/2014/main" id="{91425171-0332-8BC6-9B0C-66B5517203E0}"/>
                </a:ext>
              </a:extLst>
            </p:cNvPr>
            <p:cNvSpPr txBox="1">
              <a:spLocks noChangeArrowheads="1"/>
            </p:cNvSpPr>
            <p:nvPr/>
          </p:nvSpPr>
          <p:spPr bwMode="auto">
            <a:xfrm>
              <a:off x="2984" y="769"/>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SUBJECT</a:t>
              </a:r>
              <a:endParaRPr lang="en-GB" altLang="en-US" sz="1200" b="1">
                <a:solidFill>
                  <a:schemeClr val="tx1"/>
                </a:solidFill>
                <a:latin typeface="Times New Roman" panose="02020603050405020304" pitchFamily="18" charset="0"/>
              </a:endParaRPr>
            </a:p>
          </p:txBody>
        </p:sp>
      </p:grpSp>
      <p:grpSp>
        <p:nvGrpSpPr>
          <p:cNvPr id="1036418" name="Group 130">
            <a:extLst>
              <a:ext uri="{FF2B5EF4-FFF2-40B4-BE49-F238E27FC236}">
                <a16:creationId xmlns:a16="http://schemas.microsoft.com/office/drawing/2014/main" id="{8B889773-DDA6-E14D-CF7C-2BC66F1DA3CD}"/>
              </a:ext>
            </a:extLst>
          </p:cNvPr>
          <p:cNvGrpSpPr>
            <a:grpSpLocks/>
          </p:cNvGrpSpPr>
          <p:nvPr/>
        </p:nvGrpSpPr>
        <p:grpSpPr bwMode="auto">
          <a:xfrm>
            <a:off x="1866900" y="4624388"/>
            <a:ext cx="1408113" cy="969962"/>
            <a:chOff x="1176" y="2913"/>
            <a:chExt cx="887" cy="611"/>
          </a:xfrm>
        </p:grpSpPr>
        <p:sp>
          <p:nvSpPr>
            <p:cNvPr id="70741" name="AutoShape 36">
              <a:extLst>
                <a:ext uri="{FF2B5EF4-FFF2-40B4-BE49-F238E27FC236}">
                  <a16:creationId xmlns:a16="http://schemas.microsoft.com/office/drawing/2014/main" id="{218B2D4B-90A6-921E-2B7F-5BAC0D23605E}"/>
                </a:ext>
              </a:extLst>
            </p:cNvPr>
            <p:cNvSpPr>
              <a:spLocks noChangeArrowheads="1"/>
            </p:cNvSpPr>
            <p:nvPr/>
          </p:nvSpPr>
          <p:spPr bwMode="auto">
            <a:xfrm>
              <a:off x="1247" y="2964"/>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70742" name="AutoShape 37">
              <a:extLst>
                <a:ext uri="{FF2B5EF4-FFF2-40B4-BE49-F238E27FC236}">
                  <a16:creationId xmlns:a16="http://schemas.microsoft.com/office/drawing/2014/main" id="{3D94D866-EB35-A14D-DB00-E0DAF87EA649}"/>
                </a:ext>
              </a:extLst>
            </p:cNvPr>
            <p:cNvSpPr>
              <a:spLocks noChangeArrowheads="1"/>
            </p:cNvSpPr>
            <p:nvPr/>
          </p:nvSpPr>
          <p:spPr bwMode="auto">
            <a:xfrm>
              <a:off x="1207" y="2932"/>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70743" name="Line 87">
              <a:extLst>
                <a:ext uri="{FF2B5EF4-FFF2-40B4-BE49-F238E27FC236}">
                  <a16:creationId xmlns:a16="http://schemas.microsoft.com/office/drawing/2014/main" id="{6E8022A1-5FCF-2BB8-84D2-72899D8F22C5}"/>
                </a:ext>
              </a:extLst>
            </p:cNvPr>
            <p:cNvSpPr>
              <a:spLocks noChangeShapeType="1"/>
            </p:cNvSpPr>
            <p:nvPr/>
          </p:nvSpPr>
          <p:spPr bwMode="auto">
            <a:xfrm>
              <a:off x="1206" y="3096"/>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70744" name="Text Box 88">
              <a:extLst>
                <a:ext uri="{FF2B5EF4-FFF2-40B4-BE49-F238E27FC236}">
                  <a16:creationId xmlns:a16="http://schemas.microsoft.com/office/drawing/2014/main" id="{6B6B9A52-7D5C-1A5A-E138-371F07AD595E}"/>
                </a:ext>
              </a:extLst>
            </p:cNvPr>
            <p:cNvSpPr txBox="1">
              <a:spLocks noChangeArrowheads="1"/>
            </p:cNvSpPr>
            <p:nvPr/>
          </p:nvSpPr>
          <p:spPr bwMode="auto">
            <a:xfrm>
              <a:off x="1176" y="2913"/>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DVD</a:t>
              </a:r>
              <a:endParaRPr lang="en-GB" altLang="en-US" sz="1200" b="1">
                <a:solidFill>
                  <a:schemeClr val="tx1"/>
                </a:solidFill>
                <a:latin typeface="Times New Roman" panose="02020603050405020304" pitchFamily="18" charset="0"/>
              </a:endParaRPr>
            </a:p>
          </p:txBody>
        </p:sp>
      </p:grpSp>
      <p:grpSp>
        <p:nvGrpSpPr>
          <p:cNvPr id="1036417" name="Group 129">
            <a:extLst>
              <a:ext uri="{FF2B5EF4-FFF2-40B4-BE49-F238E27FC236}">
                <a16:creationId xmlns:a16="http://schemas.microsoft.com/office/drawing/2014/main" id="{075DABA3-07F2-F0F7-2777-325C8048369C}"/>
              </a:ext>
            </a:extLst>
          </p:cNvPr>
          <p:cNvGrpSpPr>
            <a:grpSpLocks/>
          </p:cNvGrpSpPr>
          <p:nvPr/>
        </p:nvGrpSpPr>
        <p:grpSpPr bwMode="auto">
          <a:xfrm>
            <a:off x="673100" y="2998788"/>
            <a:ext cx="1389063" cy="963612"/>
            <a:chOff x="424" y="1889"/>
            <a:chExt cx="875" cy="607"/>
          </a:xfrm>
        </p:grpSpPr>
        <p:sp>
          <p:nvSpPr>
            <p:cNvPr id="70737" name="AutoShape 32">
              <a:extLst>
                <a:ext uri="{FF2B5EF4-FFF2-40B4-BE49-F238E27FC236}">
                  <a16:creationId xmlns:a16="http://schemas.microsoft.com/office/drawing/2014/main" id="{1ADE22A6-F4F2-43DC-A8E3-446A4F3F30D1}"/>
                </a:ext>
              </a:extLst>
            </p:cNvPr>
            <p:cNvSpPr>
              <a:spLocks noChangeArrowheads="1"/>
            </p:cNvSpPr>
            <p:nvPr/>
          </p:nvSpPr>
          <p:spPr bwMode="auto">
            <a:xfrm>
              <a:off x="483" y="1936"/>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70738" name="AutoShape 33">
              <a:extLst>
                <a:ext uri="{FF2B5EF4-FFF2-40B4-BE49-F238E27FC236}">
                  <a16:creationId xmlns:a16="http://schemas.microsoft.com/office/drawing/2014/main" id="{1086EFE0-516B-7BDD-5EFE-11BC2D2C4E1B}"/>
                </a:ext>
              </a:extLst>
            </p:cNvPr>
            <p:cNvSpPr>
              <a:spLocks noChangeArrowheads="1"/>
            </p:cNvSpPr>
            <p:nvPr/>
          </p:nvSpPr>
          <p:spPr bwMode="auto">
            <a:xfrm>
              <a:off x="443" y="1904"/>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70739" name="Line 89">
              <a:extLst>
                <a:ext uri="{FF2B5EF4-FFF2-40B4-BE49-F238E27FC236}">
                  <a16:creationId xmlns:a16="http://schemas.microsoft.com/office/drawing/2014/main" id="{66874DF3-A428-FA3C-595A-A9DF649D93A8}"/>
                </a:ext>
              </a:extLst>
            </p:cNvPr>
            <p:cNvSpPr>
              <a:spLocks noChangeShapeType="1"/>
            </p:cNvSpPr>
            <p:nvPr/>
          </p:nvSpPr>
          <p:spPr bwMode="auto">
            <a:xfrm>
              <a:off x="454" y="2072"/>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70740" name="Text Box 90">
              <a:extLst>
                <a:ext uri="{FF2B5EF4-FFF2-40B4-BE49-F238E27FC236}">
                  <a16:creationId xmlns:a16="http://schemas.microsoft.com/office/drawing/2014/main" id="{7E3EC355-1D1F-9BCA-3AEC-6743273EECB4}"/>
                </a:ext>
              </a:extLst>
            </p:cNvPr>
            <p:cNvSpPr txBox="1">
              <a:spLocks noChangeArrowheads="1"/>
            </p:cNvSpPr>
            <p:nvPr/>
          </p:nvSpPr>
          <p:spPr bwMode="auto">
            <a:xfrm>
              <a:off x="424" y="1889"/>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LOAN</a:t>
              </a:r>
              <a:endParaRPr lang="en-GB" altLang="en-US" sz="1200" b="1">
                <a:solidFill>
                  <a:schemeClr val="tx1"/>
                </a:solidFill>
                <a:latin typeface="Times New Roman" panose="02020603050405020304" pitchFamily="18" charset="0"/>
              </a:endParaRPr>
            </a:p>
          </p:txBody>
        </p:sp>
      </p:grpSp>
      <p:grpSp>
        <p:nvGrpSpPr>
          <p:cNvPr id="1036419" name="Group 131">
            <a:extLst>
              <a:ext uri="{FF2B5EF4-FFF2-40B4-BE49-F238E27FC236}">
                <a16:creationId xmlns:a16="http://schemas.microsoft.com/office/drawing/2014/main" id="{B6FFA638-99E7-C243-6C88-9B61E433BA35}"/>
              </a:ext>
            </a:extLst>
          </p:cNvPr>
          <p:cNvGrpSpPr>
            <a:grpSpLocks/>
          </p:cNvGrpSpPr>
          <p:nvPr/>
        </p:nvGrpSpPr>
        <p:grpSpPr bwMode="auto">
          <a:xfrm>
            <a:off x="2882900" y="3036888"/>
            <a:ext cx="1516063" cy="944562"/>
            <a:chOff x="1816" y="1913"/>
            <a:chExt cx="955" cy="595"/>
          </a:xfrm>
        </p:grpSpPr>
        <p:sp>
          <p:nvSpPr>
            <p:cNvPr id="70733" name="AutoShape 40">
              <a:extLst>
                <a:ext uri="{FF2B5EF4-FFF2-40B4-BE49-F238E27FC236}">
                  <a16:creationId xmlns:a16="http://schemas.microsoft.com/office/drawing/2014/main" id="{7A72B598-4BB1-9A40-E9FE-F84A7A4BDCF4}"/>
                </a:ext>
              </a:extLst>
            </p:cNvPr>
            <p:cNvSpPr>
              <a:spLocks noChangeArrowheads="1"/>
            </p:cNvSpPr>
            <p:nvPr/>
          </p:nvSpPr>
          <p:spPr bwMode="auto">
            <a:xfrm>
              <a:off x="1935" y="1948"/>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70734" name="AutoShape 41">
              <a:extLst>
                <a:ext uri="{FF2B5EF4-FFF2-40B4-BE49-F238E27FC236}">
                  <a16:creationId xmlns:a16="http://schemas.microsoft.com/office/drawing/2014/main" id="{8A7491A8-36F1-82EE-7955-1BBF0987CBA2}"/>
                </a:ext>
              </a:extLst>
            </p:cNvPr>
            <p:cNvSpPr>
              <a:spLocks noChangeArrowheads="1"/>
            </p:cNvSpPr>
            <p:nvPr/>
          </p:nvSpPr>
          <p:spPr bwMode="auto">
            <a:xfrm>
              <a:off x="1895" y="1916"/>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70735" name="Line 91">
              <a:extLst>
                <a:ext uri="{FF2B5EF4-FFF2-40B4-BE49-F238E27FC236}">
                  <a16:creationId xmlns:a16="http://schemas.microsoft.com/office/drawing/2014/main" id="{FE260389-DB8C-E59D-2694-C3F5A60C4B46}"/>
                </a:ext>
              </a:extLst>
            </p:cNvPr>
            <p:cNvSpPr>
              <a:spLocks noChangeShapeType="1"/>
            </p:cNvSpPr>
            <p:nvPr/>
          </p:nvSpPr>
          <p:spPr bwMode="auto">
            <a:xfrm>
              <a:off x="1902" y="2104"/>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70736" name="Text Box 92">
              <a:extLst>
                <a:ext uri="{FF2B5EF4-FFF2-40B4-BE49-F238E27FC236}">
                  <a16:creationId xmlns:a16="http://schemas.microsoft.com/office/drawing/2014/main" id="{D1C492E1-5B27-32B4-E76D-958B76856356}"/>
                </a:ext>
              </a:extLst>
            </p:cNvPr>
            <p:cNvSpPr txBox="1">
              <a:spLocks noChangeArrowheads="1"/>
            </p:cNvSpPr>
            <p:nvPr/>
          </p:nvSpPr>
          <p:spPr bwMode="auto">
            <a:xfrm>
              <a:off x="1816" y="1913"/>
              <a:ext cx="95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100" b="1">
                  <a:solidFill>
                    <a:schemeClr val="tx1"/>
                  </a:solidFill>
                  <a:latin typeface="Times New Roman" panose="02020603050405020304" pitchFamily="18" charset="0"/>
                </a:rPr>
                <a:t>RESERVATION</a:t>
              </a:r>
            </a:p>
          </p:txBody>
        </p:sp>
      </p:grpSp>
      <p:grpSp>
        <p:nvGrpSpPr>
          <p:cNvPr id="1036420" name="Group 132">
            <a:extLst>
              <a:ext uri="{FF2B5EF4-FFF2-40B4-BE49-F238E27FC236}">
                <a16:creationId xmlns:a16="http://schemas.microsoft.com/office/drawing/2014/main" id="{85976572-7078-9E20-D8B4-287203FA3B85}"/>
              </a:ext>
            </a:extLst>
          </p:cNvPr>
          <p:cNvGrpSpPr>
            <a:grpSpLocks/>
          </p:cNvGrpSpPr>
          <p:nvPr/>
        </p:nvGrpSpPr>
        <p:grpSpPr bwMode="auto">
          <a:xfrm>
            <a:off x="4749800" y="4637088"/>
            <a:ext cx="1404938" cy="954087"/>
            <a:chOff x="2992" y="2921"/>
            <a:chExt cx="885" cy="601"/>
          </a:xfrm>
        </p:grpSpPr>
        <p:sp>
          <p:nvSpPr>
            <p:cNvPr id="70729" name="AutoShape 24">
              <a:extLst>
                <a:ext uri="{FF2B5EF4-FFF2-40B4-BE49-F238E27FC236}">
                  <a16:creationId xmlns:a16="http://schemas.microsoft.com/office/drawing/2014/main" id="{818618F6-9867-2293-9250-1CBC07679353}"/>
                </a:ext>
              </a:extLst>
            </p:cNvPr>
            <p:cNvSpPr>
              <a:spLocks noChangeArrowheads="1"/>
            </p:cNvSpPr>
            <p:nvPr/>
          </p:nvSpPr>
          <p:spPr bwMode="auto">
            <a:xfrm>
              <a:off x="3061" y="2962"/>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70730" name="AutoShape 25">
              <a:extLst>
                <a:ext uri="{FF2B5EF4-FFF2-40B4-BE49-F238E27FC236}">
                  <a16:creationId xmlns:a16="http://schemas.microsoft.com/office/drawing/2014/main" id="{FBDD8739-CF41-9EF9-508F-253DCED51049}"/>
                </a:ext>
              </a:extLst>
            </p:cNvPr>
            <p:cNvSpPr>
              <a:spLocks noChangeArrowheads="1"/>
            </p:cNvSpPr>
            <p:nvPr/>
          </p:nvSpPr>
          <p:spPr bwMode="auto">
            <a:xfrm>
              <a:off x="3021" y="2930"/>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70731" name="Line 93">
              <a:extLst>
                <a:ext uri="{FF2B5EF4-FFF2-40B4-BE49-F238E27FC236}">
                  <a16:creationId xmlns:a16="http://schemas.microsoft.com/office/drawing/2014/main" id="{598B090E-21B7-78FC-982F-EB79E6F31BD8}"/>
                </a:ext>
              </a:extLst>
            </p:cNvPr>
            <p:cNvSpPr>
              <a:spLocks noChangeShapeType="1"/>
            </p:cNvSpPr>
            <p:nvPr/>
          </p:nvSpPr>
          <p:spPr bwMode="auto">
            <a:xfrm>
              <a:off x="3022" y="3104"/>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70732" name="Text Box 94">
              <a:extLst>
                <a:ext uri="{FF2B5EF4-FFF2-40B4-BE49-F238E27FC236}">
                  <a16:creationId xmlns:a16="http://schemas.microsoft.com/office/drawing/2014/main" id="{392F4E0F-D53F-35BA-5FBF-6200332ABCE8}"/>
                </a:ext>
              </a:extLst>
            </p:cNvPr>
            <p:cNvSpPr txBox="1">
              <a:spLocks noChangeArrowheads="1"/>
            </p:cNvSpPr>
            <p:nvPr/>
          </p:nvSpPr>
          <p:spPr bwMode="auto">
            <a:xfrm>
              <a:off x="2992" y="2921"/>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TITLE</a:t>
              </a:r>
              <a:endParaRPr lang="en-GB" altLang="en-US" sz="1200" b="1">
                <a:solidFill>
                  <a:schemeClr val="tx1"/>
                </a:solidFill>
                <a:latin typeface="Times New Roman" panose="02020603050405020304" pitchFamily="18" charset="0"/>
              </a:endParaRPr>
            </a:p>
          </p:txBody>
        </p:sp>
      </p:grpSp>
      <p:grpSp>
        <p:nvGrpSpPr>
          <p:cNvPr id="1036424" name="Group 136">
            <a:extLst>
              <a:ext uri="{FF2B5EF4-FFF2-40B4-BE49-F238E27FC236}">
                <a16:creationId xmlns:a16="http://schemas.microsoft.com/office/drawing/2014/main" id="{7A4EA762-638C-F2F4-531A-39964EFD6F14}"/>
              </a:ext>
            </a:extLst>
          </p:cNvPr>
          <p:cNvGrpSpPr>
            <a:grpSpLocks/>
          </p:cNvGrpSpPr>
          <p:nvPr/>
        </p:nvGrpSpPr>
        <p:grpSpPr bwMode="auto">
          <a:xfrm>
            <a:off x="6819900" y="4624388"/>
            <a:ext cx="1477963" cy="944562"/>
            <a:chOff x="4296" y="2913"/>
            <a:chExt cx="931" cy="595"/>
          </a:xfrm>
        </p:grpSpPr>
        <p:sp>
          <p:nvSpPr>
            <p:cNvPr id="70725" name="AutoShape 16">
              <a:extLst>
                <a:ext uri="{FF2B5EF4-FFF2-40B4-BE49-F238E27FC236}">
                  <a16:creationId xmlns:a16="http://schemas.microsoft.com/office/drawing/2014/main" id="{D5597CE6-A7A8-6B25-4E20-D2E626DD8665}"/>
                </a:ext>
              </a:extLst>
            </p:cNvPr>
            <p:cNvSpPr>
              <a:spLocks noChangeArrowheads="1"/>
            </p:cNvSpPr>
            <p:nvPr/>
          </p:nvSpPr>
          <p:spPr bwMode="auto">
            <a:xfrm>
              <a:off x="4391" y="2948"/>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70726" name="AutoShape 17">
              <a:extLst>
                <a:ext uri="{FF2B5EF4-FFF2-40B4-BE49-F238E27FC236}">
                  <a16:creationId xmlns:a16="http://schemas.microsoft.com/office/drawing/2014/main" id="{CD8F3D59-0848-05C2-27E5-60103566AA25}"/>
                </a:ext>
              </a:extLst>
            </p:cNvPr>
            <p:cNvSpPr>
              <a:spLocks noChangeArrowheads="1"/>
            </p:cNvSpPr>
            <p:nvPr/>
          </p:nvSpPr>
          <p:spPr bwMode="auto">
            <a:xfrm>
              <a:off x="4351" y="2916"/>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70727" name="Line 95">
              <a:extLst>
                <a:ext uri="{FF2B5EF4-FFF2-40B4-BE49-F238E27FC236}">
                  <a16:creationId xmlns:a16="http://schemas.microsoft.com/office/drawing/2014/main" id="{C0570BD1-6813-2DCB-2372-3C429E06B899}"/>
                </a:ext>
              </a:extLst>
            </p:cNvPr>
            <p:cNvSpPr>
              <a:spLocks noChangeShapeType="1"/>
            </p:cNvSpPr>
            <p:nvPr/>
          </p:nvSpPr>
          <p:spPr bwMode="auto">
            <a:xfrm>
              <a:off x="4350" y="3096"/>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70728" name="Text Box 96">
              <a:extLst>
                <a:ext uri="{FF2B5EF4-FFF2-40B4-BE49-F238E27FC236}">
                  <a16:creationId xmlns:a16="http://schemas.microsoft.com/office/drawing/2014/main" id="{9DFD3288-4246-9586-67D4-5796976CB86E}"/>
                </a:ext>
              </a:extLst>
            </p:cNvPr>
            <p:cNvSpPr txBox="1">
              <a:spLocks noChangeArrowheads="1"/>
            </p:cNvSpPr>
            <p:nvPr/>
          </p:nvSpPr>
          <p:spPr bwMode="auto">
            <a:xfrm>
              <a:off x="4296" y="2913"/>
              <a:ext cx="931"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ACTOR/TITLE</a:t>
              </a:r>
              <a:endParaRPr lang="en-GB" altLang="en-US" sz="1200" b="1">
                <a:solidFill>
                  <a:schemeClr val="tx1"/>
                </a:solidFill>
                <a:latin typeface="Times New Roman" panose="02020603050405020304" pitchFamily="18" charset="0"/>
              </a:endParaRPr>
            </a:p>
          </p:txBody>
        </p:sp>
      </p:grpSp>
      <p:grpSp>
        <p:nvGrpSpPr>
          <p:cNvPr id="1036423" name="Group 135">
            <a:extLst>
              <a:ext uri="{FF2B5EF4-FFF2-40B4-BE49-F238E27FC236}">
                <a16:creationId xmlns:a16="http://schemas.microsoft.com/office/drawing/2014/main" id="{55220224-1FCE-56FF-9466-0BE3FE2559E2}"/>
              </a:ext>
            </a:extLst>
          </p:cNvPr>
          <p:cNvGrpSpPr>
            <a:grpSpLocks/>
          </p:cNvGrpSpPr>
          <p:nvPr/>
        </p:nvGrpSpPr>
        <p:grpSpPr bwMode="auto">
          <a:xfrm>
            <a:off x="6819900" y="2973388"/>
            <a:ext cx="1408113" cy="957262"/>
            <a:chOff x="4296" y="1873"/>
            <a:chExt cx="887" cy="603"/>
          </a:xfrm>
        </p:grpSpPr>
        <p:sp>
          <p:nvSpPr>
            <p:cNvPr id="70721" name="AutoShape 28">
              <a:extLst>
                <a:ext uri="{FF2B5EF4-FFF2-40B4-BE49-F238E27FC236}">
                  <a16:creationId xmlns:a16="http://schemas.microsoft.com/office/drawing/2014/main" id="{1C8942D6-29B1-E3FB-BA51-703795704B18}"/>
                </a:ext>
              </a:extLst>
            </p:cNvPr>
            <p:cNvSpPr>
              <a:spLocks noChangeArrowheads="1"/>
            </p:cNvSpPr>
            <p:nvPr/>
          </p:nvSpPr>
          <p:spPr bwMode="auto">
            <a:xfrm>
              <a:off x="4367" y="1916"/>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70722" name="AutoShape 29">
              <a:extLst>
                <a:ext uri="{FF2B5EF4-FFF2-40B4-BE49-F238E27FC236}">
                  <a16:creationId xmlns:a16="http://schemas.microsoft.com/office/drawing/2014/main" id="{6E9A8666-2E88-C382-EA32-3E2C051DBDF2}"/>
                </a:ext>
              </a:extLst>
            </p:cNvPr>
            <p:cNvSpPr>
              <a:spLocks noChangeArrowheads="1"/>
            </p:cNvSpPr>
            <p:nvPr/>
          </p:nvSpPr>
          <p:spPr bwMode="auto">
            <a:xfrm>
              <a:off x="4327" y="1884"/>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70723" name="Line 97">
              <a:extLst>
                <a:ext uri="{FF2B5EF4-FFF2-40B4-BE49-F238E27FC236}">
                  <a16:creationId xmlns:a16="http://schemas.microsoft.com/office/drawing/2014/main" id="{95E875B9-4CBC-3CA8-44EE-B5526C534A65}"/>
                </a:ext>
              </a:extLst>
            </p:cNvPr>
            <p:cNvSpPr>
              <a:spLocks noChangeShapeType="1"/>
            </p:cNvSpPr>
            <p:nvPr/>
          </p:nvSpPr>
          <p:spPr bwMode="auto">
            <a:xfrm>
              <a:off x="4326" y="2056"/>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70724" name="Text Box 98">
              <a:extLst>
                <a:ext uri="{FF2B5EF4-FFF2-40B4-BE49-F238E27FC236}">
                  <a16:creationId xmlns:a16="http://schemas.microsoft.com/office/drawing/2014/main" id="{4894EA0B-6ACF-E388-89F8-60E0F750500C}"/>
                </a:ext>
              </a:extLst>
            </p:cNvPr>
            <p:cNvSpPr txBox="1">
              <a:spLocks noChangeArrowheads="1"/>
            </p:cNvSpPr>
            <p:nvPr/>
          </p:nvSpPr>
          <p:spPr bwMode="auto">
            <a:xfrm>
              <a:off x="4296" y="1873"/>
              <a:ext cx="875"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400" b="1">
                  <a:solidFill>
                    <a:schemeClr val="tx1"/>
                  </a:solidFill>
                  <a:latin typeface="Times New Roman" panose="02020603050405020304" pitchFamily="18" charset="0"/>
                </a:rPr>
                <a:t>ACTOR</a:t>
              </a:r>
              <a:endParaRPr lang="en-GB" altLang="en-US" sz="1200" b="1">
                <a:solidFill>
                  <a:schemeClr val="tx1"/>
                </a:solidFill>
                <a:latin typeface="Times New Roman" panose="02020603050405020304" pitchFamily="18" charset="0"/>
              </a:endParaRPr>
            </a:p>
          </p:txBody>
        </p:sp>
      </p:grpSp>
      <p:grpSp>
        <p:nvGrpSpPr>
          <p:cNvPr id="1036421" name="Group 133">
            <a:extLst>
              <a:ext uri="{FF2B5EF4-FFF2-40B4-BE49-F238E27FC236}">
                <a16:creationId xmlns:a16="http://schemas.microsoft.com/office/drawing/2014/main" id="{66E785AD-876C-A503-A7DA-B504F0747BA3}"/>
              </a:ext>
            </a:extLst>
          </p:cNvPr>
          <p:cNvGrpSpPr>
            <a:grpSpLocks/>
          </p:cNvGrpSpPr>
          <p:nvPr/>
        </p:nvGrpSpPr>
        <p:grpSpPr bwMode="auto">
          <a:xfrm>
            <a:off x="4597400" y="3006725"/>
            <a:ext cx="1655763" cy="939800"/>
            <a:chOff x="2896" y="1894"/>
            <a:chExt cx="1043" cy="592"/>
          </a:xfrm>
        </p:grpSpPr>
        <p:sp>
          <p:nvSpPr>
            <p:cNvPr id="70717" name="AutoShape 12">
              <a:extLst>
                <a:ext uri="{FF2B5EF4-FFF2-40B4-BE49-F238E27FC236}">
                  <a16:creationId xmlns:a16="http://schemas.microsoft.com/office/drawing/2014/main" id="{28ABE8E6-3D19-94C1-BBD6-FBA66708D04C}"/>
                </a:ext>
              </a:extLst>
            </p:cNvPr>
            <p:cNvSpPr>
              <a:spLocks noChangeArrowheads="1"/>
            </p:cNvSpPr>
            <p:nvPr/>
          </p:nvSpPr>
          <p:spPr bwMode="auto">
            <a:xfrm>
              <a:off x="3037" y="1926"/>
              <a:ext cx="816" cy="560"/>
            </a:xfrm>
            <a:prstGeom prst="flowChartAlternateProcess">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70718" name="AutoShape 13">
              <a:extLst>
                <a:ext uri="{FF2B5EF4-FFF2-40B4-BE49-F238E27FC236}">
                  <a16:creationId xmlns:a16="http://schemas.microsoft.com/office/drawing/2014/main" id="{4F30F1D6-4A20-84DD-CE9A-83FC1AF5F894}"/>
                </a:ext>
              </a:extLst>
            </p:cNvPr>
            <p:cNvSpPr>
              <a:spLocks noChangeArrowheads="1"/>
            </p:cNvSpPr>
            <p:nvPr/>
          </p:nvSpPr>
          <p:spPr bwMode="auto">
            <a:xfrm>
              <a:off x="2997" y="1894"/>
              <a:ext cx="816" cy="560"/>
            </a:xfrm>
            <a:prstGeom prst="flowChartAlternateProcess">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sp>
          <p:nvSpPr>
            <p:cNvPr id="70719" name="Line 99">
              <a:extLst>
                <a:ext uri="{FF2B5EF4-FFF2-40B4-BE49-F238E27FC236}">
                  <a16:creationId xmlns:a16="http://schemas.microsoft.com/office/drawing/2014/main" id="{D4CFA58C-80A7-C00C-F317-C3830E91E672}"/>
                </a:ext>
              </a:extLst>
            </p:cNvPr>
            <p:cNvSpPr>
              <a:spLocks noChangeShapeType="1"/>
            </p:cNvSpPr>
            <p:nvPr/>
          </p:nvSpPr>
          <p:spPr bwMode="auto">
            <a:xfrm>
              <a:off x="2998" y="2088"/>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70720" name="Text Box 100">
              <a:extLst>
                <a:ext uri="{FF2B5EF4-FFF2-40B4-BE49-F238E27FC236}">
                  <a16:creationId xmlns:a16="http://schemas.microsoft.com/office/drawing/2014/main" id="{660F13BB-851E-4B7D-AA12-841BF6CFF7D3}"/>
                </a:ext>
              </a:extLst>
            </p:cNvPr>
            <p:cNvSpPr txBox="1">
              <a:spLocks noChangeArrowheads="1"/>
            </p:cNvSpPr>
            <p:nvPr/>
          </p:nvSpPr>
          <p:spPr bwMode="auto">
            <a:xfrm>
              <a:off x="2896" y="1897"/>
              <a:ext cx="1043" cy="207"/>
            </a:xfrm>
            <a:prstGeom prst="rect">
              <a:avLst/>
            </a:prstGeom>
            <a:noFill/>
            <a:ln>
              <a:noFill/>
            </a:ln>
            <a:extLst>
              <a:ext uri="{909E8E84-426E-40DD-AFC4-6F175D3DCCD1}">
                <a14:hiddenFill xmlns:a14="http://schemas.microsoft.com/office/drawing/2010/main">
                  <a:solidFill>
                    <a:srgbClr val="FFFFFF">
                      <a:alpha val="50195"/>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pPr algn="ctr"/>
              <a:r>
                <a:rPr lang="en-GB" altLang="en-US" sz="1100" b="1">
                  <a:solidFill>
                    <a:schemeClr val="tx1"/>
                  </a:solidFill>
                  <a:latin typeface="Times New Roman" panose="02020603050405020304" pitchFamily="18" charset="0"/>
                </a:rPr>
                <a:t>SUBJECT/TITLE</a:t>
              </a:r>
            </a:p>
          </p:txBody>
        </p:sp>
      </p:grpSp>
      <p:grpSp>
        <p:nvGrpSpPr>
          <p:cNvPr id="1036408" name="Group 120">
            <a:extLst>
              <a:ext uri="{FF2B5EF4-FFF2-40B4-BE49-F238E27FC236}">
                <a16:creationId xmlns:a16="http://schemas.microsoft.com/office/drawing/2014/main" id="{6CECC884-BEF0-41A7-78C8-724E268F3277}"/>
              </a:ext>
            </a:extLst>
          </p:cNvPr>
          <p:cNvGrpSpPr>
            <a:grpSpLocks/>
          </p:cNvGrpSpPr>
          <p:nvPr/>
        </p:nvGrpSpPr>
        <p:grpSpPr bwMode="auto">
          <a:xfrm>
            <a:off x="2638425" y="2306638"/>
            <a:ext cx="544513" cy="820737"/>
            <a:chOff x="1662" y="1453"/>
            <a:chExt cx="343" cy="517"/>
          </a:xfrm>
        </p:grpSpPr>
        <p:sp>
          <p:nvSpPr>
            <p:cNvPr id="70712" name="Line 66">
              <a:extLst>
                <a:ext uri="{FF2B5EF4-FFF2-40B4-BE49-F238E27FC236}">
                  <a16:creationId xmlns:a16="http://schemas.microsoft.com/office/drawing/2014/main" id="{BE7E5B66-9254-7229-C4BB-7352B64A5407}"/>
                </a:ext>
              </a:extLst>
            </p:cNvPr>
            <p:cNvSpPr>
              <a:spLocks noChangeShapeType="1"/>
            </p:cNvSpPr>
            <p:nvPr/>
          </p:nvSpPr>
          <p:spPr bwMode="auto">
            <a:xfrm rot="19615140" flipV="1">
              <a:off x="1816" y="1453"/>
              <a:ext cx="2" cy="51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713" name="Line 67">
              <a:extLst>
                <a:ext uri="{FF2B5EF4-FFF2-40B4-BE49-F238E27FC236}">
                  <a16:creationId xmlns:a16="http://schemas.microsoft.com/office/drawing/2014/main" id="{D13236D7-266E-04CB-1D21-B36FA3465F24}"/>
                </a:ext>
              </a:extLst>
            </p:cNvPr>
            <p:cNvSpPr>
              <a:spLocks noChangeShapeType="1"/>
            </p:cNvSpPr>
            <p:nvPr/>
          </p:nvSpPr>
          <p:spPr bwMode="auto">
            <a:xfrm rot="19615140" flipV="1">
              <a:off x="1871" y="1870"/>
              <a:ext cx="66" cy="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714" name="Line 68">
              <a:extLst>
                <a:ext uri="{FF2B5EF4-FFF2-40B4-BE49-F238E27FC236}">
                  <a16:creationId xmlns:a16="http://schemas.microsoft.com/office/drawing/2014/main" id="{23049425-7A21-89E3-46B8-97B003D54606}"/>
                </a:ext>
              </a:extLst>
            </p:cNvPr>
            <p:cNvSpPr>
              <a:spLocks noChangeShapeType="1"/>
            </p:cNvSpPr>
            <p:nvPr/>
          </p:nvSpPr>
          <p:spPr bwMode="auto">
            <a:xfrm rot="-1984860" flipH="1" flipV="1">
              <a:off x="1935" y="1833"/>
              <a:ext cx="70" cy="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715" name="Line 101">
              <a:extLst>
                <a:ext uri="{FF2B5EF4-FFF2-40B4-BE49-F238E27FC236}">
                  <a16:creationId xmlns:a16="http://schemas.microsoft.com/office/drawing/2014/main" id="{C40DB6B7-4618-64C9-EA16-0F397EAB49A4}"/>
                </a:ext>
              </a:extLst>
            </p:cNvPr>
            <p:cNvSpPr>
              <a:spLocks noChangeShapeType="1"/>
            </p:cNvSpPr>
            <p:nvPr/>
          </p:nvSpPr>
          <p:spPr bwMode="auto">
            <a:xfrm>
              <a:off x="1662" y="1552"/>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70716" name="Oval 102">
              <a:extLst>
                <a:ext uri="{FF2B5EF4-FFF2-40B4-BE49-F238E27FC236}">
                  <a16:creationId xmlns:a16="http://schemas.microsoft.com/office/drawing/2014/main" id="{2B46036B-1342-C199-9576-C8B32A42D3B9}"/>
                </a:ext>
              </a:extLst>
            </p:cNvPr>
            <p:cNvSpPr>
              <a:spLocks noChangeArrowheads="1"/>
            </p:cNvSpPr>
            <p:nvPr/>
          </p:nvSpPr>
          <p:spPr bwMode="auto">
            <a:xfrm>
              <a:off x="1830" y="1784"/>
              <a:ext cx="80" cy="72"/>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grpSp>
        <p:nvGrpSpPr>
          <p:cNvPr id="1036409" name="Group 121">
            <a:extLst>
              <a:ext uri="{FF2B5EF4-FFF2-40B4-BE49-F238E27FC236}">
                <a16:creationId xmlns:a16="http://schemas.microsoft.com/office/drawing/2014/main" id="{2D93694E-E849-ED1E-B828-60B4875065EF}"/>
              </a:ext>
            </a:extLst>
          </p:cNvPr>
          <p:cNvGrpSpPr>
            <a:grpSpLocks/>
          </p:cNvGrpSpPr>
          <p:nvPr/>
        </p:nvGrpSpPr>
        <p:grpSpPr bwMode="auto">
          <a:xfrm>
            <a:off x="1887538" y="3779838"/>
            <a:ext cx="560387" cy="935037"/>
            <a:chOff x="1189" y="2381"/>
            <a:chExt cx="353" cy="589"/>
          </a:xfrm>
        </p:grpSpPr>
        <p:sp>
          <p:nvSpPr>
            <p:cNvPr id="70707" name="Line 77">
              <a:extLst>
                <a:ext uri="{FF2B5EF4-FFF2-40B4-BE49-F238E27FC236}">
                  <a16:creationId xmlns:a16="http://schemas.microsoft.com/office/drawing/2014/main" id="{BF253355-06A3-69EF-E21A-2B84C08A132F}"/>
                </a:ext>
              </a:extLst>
            </p:cNvPr>
            <p:cNvSpPr>
              <a:spLocks noChangeShapeType="1"/>
            </p:cNvSpPr>
            <p:nvPr/>
          </p:nvSpPr>
          <p:spPr bwMode="auto">
            <a:xfrm rot="-1857325" flipH="1" flipV="1">
              <a:off x="1354" y="2403"/>
              <a:ext cx="6" cy="5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708" name="Line 78">
              <a:extLst>
                <a:ext uri="{FF2B5EF4-FFF2-40B4-BE49-F238E27FC236}">
                  <a16:creationId xmlns:a16="http://schemas.microsoft.com/office/drawing/2014/main" id="{EE137724-DEE3-E7BF-CF7C-916E894F75D7}"/>
                </a:ext>
              </a:extLst>
            </p:cNvPr>
            <p:cNvSpPr>
              <a:spLocks noChangeShapeType="1"/>
            </p:cNvSpPr>
            <p:nvPr/>
          </p:nvSpPr>
          <p:spPr bwMode="auto">
            <a:xfrm rot="-1857325">
              <a:off x="1189" y="2446"/>
              <a:ext cx="53" cy="1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709" name="Line 79">
              <a:extLst>
                <a:ext uri="{FF2B5EF4-FFF2-40B4-BE49-F238E27FC236}">
                  <a16:creationId xmlns:a16="http://schemas.microsoft.com/office/drawing/2014/main" id="{670BF508-5467-831E-0257-D974147FDF07}"/>
                </a:ext>
              </a:extLst>
            </p:cNvPr>
            <p:cNvSpPr>
              <a:spLocks noChangeShapeType="1"/>
            </p:cNvSpPr>
            <p:nvPr/>
          </p:nvSpPr>
          <p:spPr bwMode="auto">
            <a:xfrm rot="19742675" flipV="1">
              <a:off x="1222" y="2381"/>
              <a:ext cx="99" cy="14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710" name="Line 103">
              <a:extLst>
                <a:ext uri="{FF2B5EF4-FFF2-40B4-BE49-F238E27FC236}">
                  <a16:creationId xmlns:a16="http://schemas.microsoft.com/office/drawing/2014/main" id="{C57D3D5C-61A1-46F2-C1C9-6B273CDAA97B}"/>
                </a:ext>
              </a:extLst>
            </p:cNvPr>
            <p:cNvSpPr>
              <a:spLocks noChangeShapeType="1"/>
            </p:cNvSpPr>
            <p:nvPr/>
          </p:nvSpPr>
          <p:spPr bwMode="auto">
            <a:xfrm>
              <a:off x="1398" y="2872"/>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70711" name="Oval 104">
              <a:extLst>
                <a:ext uri="{FF2B5EF4-FFF2-40B4-BE49-F238E27FC236}">
                  <a16:creationId xmlns:a16="http://schemas.microsoft.com/office/drawing/2014/main" id="{B8136A04-D5F5-1F2D-6120-BF4273DFE8B9}"/>
                </a:ext>
              </a:extLst>
            </p:cNvPr>
            <p:cNvSpPr>
              <a:spLocks noChangeArrowheads="1"/>
            </p:cNvSpPr>
            <p:nvPr/>
          </p:nvSpPr>
          <p:spPr bwMode="auto">
            <a:xfrm>
              <a:off x="1238" y="2536"/>
              <a:ext cx="80" cy="72"/>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grpSp>
        <p:nvGrpSpPr>
          <p:cNvPr id="1036410" name="Group 122">
            <a:extLst>
              <a:ext uri="{FF2B5EF4-FFF2-40B4-BE49-F238E27FC236}">
                <a16:creationId xmlns:a16="http://schemas.microsoft.com/office/drawing/2014/main" id="{EBC4EA9C-3D80-3ABA-CEF7-80514D6E01E3}"/>
              </a:ext>
            </a:extLst>
          </p:cNvPr>
          <p:cNvGrpSpPr>
            <a:grpSpLocks/>
          </p:cNvGrpSpPr>
          <p:nvPr/>
        </p:nvGrpSpPr>
        <p:grpSpPr bwMode="auto">
          <a:xfrm>
            <a:off x="2790825" y="3906838"/>
            <a:ext cx="500063" cy="763587"/>
            <a:chOff x="1758" y="2461"/>
            <a:chExt cx="315" cy="481"/>
          </a:xfrm>
        </p:grpSpPr>
        <p:sp>
          <p:nvSpPr>
            <p:cNvPr id="70702" name="Line 72">
              <a:extLst>
                <a:ext uri="{FF2B5EF4-FFF2-40B4-BE49-F238E27FC236}">
                  <a16:creationId xmlns:a16="http://schemas.microsoft.com/office/drawing/2014/main" id="{F7F4E1D6-E80C-5337-4B6E-CC1EA1F7E464}"/>
                </a:ext>
              </a:extLst>
            </p:cNvPr>
            <p:cNvSpPr>
              <a:spLocks noChangeShapeType="1"/>
            </p:cNvSpPr>
            <p:nvPr/>
          </p:nvSpPr>
          <p:spPr bwMode="auto">
            <a:xfrm rot="845737" flipV="1">
              <a:off x="1850" y="2467"/>
              <a:ext cx="68" cy="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703" name="Line 73">
              <a:extLst>
                <a:ext uri="{FF2B5EF4-FFF2-40B4-BE49-F238E27FC236}">
                  <a16:creationId xmlns:a16="http://schemas.microsoft.com/office/drawing/2014/main" id="{63955410-2170-CF05-485A-7A0C22784C80}"/>
                </a:ext>
              </a:extLst>
            </p:cNvPr>
            <p:cNvSpPr>
              <a:spLocks noChangeShapeType="1"/>
            </p:cNvSpPr>
            <p:nvPr/>
          </p:nvSpPr>
          <p:spPr bwMode="auto">
            <a:xfrm rot="845737">
              <a:off x="1921" y="2469"/>
              <a:ext cx="28" cy="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704" name="Line 74">
              <a:extLst>
                <a:ext uri="{FF2B5EF4-FFF2-40B4-BE49-F238E27FC236}">
                  <a16:creationId xmlns:a16="http://schemas.microsoft.com/office/drawing/2014/main" id="{06C29F97-B522-188C-7956-6B5945B3515B}"/>
                </a:ext>
              </a:extLst>
            </p:cNvPr>
            <p:cNvSpPr>
              <a:spLocks noChangeShapeType="1"/>
            </p:cNvSpPr>
            <p:nvPr/>
          </p:nvSpPr>
          <p:spPr bwMode="auto">
            <a:xfrm rot="845737" flipV="1">
              <a:off x="1953" y="2461"/>
              <a:ext cx="120" cy="1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705" name="Line 107">
              <a:extLst>
                <a:ext uri="{FF2B5EF4-FFF2-40B4-BE49-F238E27FC236}">
                  <a16:creationId xmlns:a16="http://schemas.microsoft.com/office/drawing/2014/main" id="{DF557FA9-0688-AC1C-96A9-590261ED618D}"/>
                </a:ext>
              </a:extLst>
            </p:cNvPr>
            <p:cNvSpPr>
              <a:spLocks noChangeShapeType="1"/>
            </p:cNvSpPr>
            <p:nvPr/>
          </p:nvSpPr>
          <p:spPr bwMode="auto">
            <a:xfrm>
              <a:off x="1758" y="2880"/>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70706" name="Oval 108">
              <a:extLst>
                <a:ext uri="{FF2B5EF4-FFF2-40B4-BE49-F238E27FC236}">
                  <a16:creationId xmlns:a16="http://schemas.microsoft.com/office/drawing/2014/main" id="{9CFCE591-53B7-9ACF-E742-823EC8D9ADF5}"/>
                </a:ext>
              </a:extLst>
            </p:cNvPr>
            <p:cNvSpPr>
              <a:spLocks noChangeArrowheads="1"/>
            </p:cNvSpPr>
            <p:nvPr/>
          </p:nvSpPr>
          <p:spPr bwMode="auto">
            <a:xfrm>
              <a:off x="1878" y="2560"/>
              <a:ext cx="80" cy="72"/>
            </a:xfrm>
            <a:prstGeom prst="ellipse">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000">
                  <a:solidFill>
                    <a:srgbClr val="004D75"/>
                  </a:solidFill>
                  <a:latin typeface="Verdana" panose="020B0604030504040204" pitchFamily="34" charset="0"/>
                  <a:cs typeface="Arial" panose="020B0604020202020204" pitchFamily="34" charset="0"/>
                </a:defRPr>
              </a:lvl1pPr>
              <a:lvl2pPr marL="742950" indent="-285750">
                <a:defRPr sz="1000">
                  <a:solidFill>
                    <a:srgbClr val="004D75"/>
                  </a:solidFill>
                  <a:latin typeface="Verdana" panose="020B0604030504040204" pitchFamily="34" charset="0"/>
                  <a:cs typeface="Arial" panose="020B0604020202020204" pitchFamily="34" charset="0"/>
                </a:defRPr>
              </a:lvl2pPr>
              <a:lvl3pPr marL="1143000" indent="-228600">
                <a:defRPr sz="1000">
                  <a:solidFill>
                    <a:srgbClr val="004D75"/>
                  </a:solidFill>
                  <a:latin typeface="Verdana" panose="020B0604030504040204" pitchFamily="34" charset="0"/>
                  <a:cs typeface="Arial" panose="020B0604020202020204" pitchFamily="34" charset="0"/>
                </a:defRPr>
              </a:lvl3pPr>
              <a:lvl4pPr marL="1600200" indent="-228600">
                <a:defRPr sz="1000">
                  <a:solidFill>
                    <a:srgbClr val="004D75"/>
                  </a:solidFill>
                  <a:latin typeface="Verdana" panose="020B0604030504040204" pitchFamily="34" charset="0"/>
                  <a:cs typeface="Arial" panose="020B0604020202020204" pitchFamily="34" charset="0"/>
                </a:defRPr>
              </a:lvl4pPr>
              <a:lvl5pPr marL="2057400" indent="-228600">
                <a:defRPr sz="1000">
                  <a:solidFill>
                    <a:srgbClr val="004D75"/>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sz="1000">
                  <a:solidFill>
                    <a:srgbClr val="004D75"/>
                  </a:solidFill>
                  <a:latin typeface="Verdana" panose="020B0604030504040204" pitchFamily="34" charset="0"/>
                  <a:cs typeface="Arial" panose="020B0604020202020204" pitchFamily="34" charset="0"/>
                </a:defRPr>
              </a:lvl9pPr>
            </a:lstStyle>
            <a:p>
              <a:endParaRPr lang="en-US" altLang="en-US"/>
            </a:p>
          </p:txBody>
        </p:sp>
      </p:grpSp>
      <p:grpSp>
        <p:nvGrpSpPr>
          <p:cNvPr id="1036411" name="Group 123">
            <a:extLst>
              <a:ext uri="{FF2B5EF4-FFF2-40B4-BE49-F238E27FC236}">
                <a16:creationId xmlns:a16="http://schemas.microsoft.com/office/drawing/2014/main" id="{13A7F534-4FDD-C5EB-AED3-9FF84AB2FC2F}"/>
              </a:ext>
            </a:extLst>
          </p:cNvPr>
          <p:cNvGrpSpPr>
            <a:grpSpLocks/>
          </p:cNvGrpSpPr>
          <p:nvPr/>
        </p:nvGrpSpPr>
        <p:grpSpPr bwMode="auto">
          <a:xfrm>
            <a:off x="3203575" y="5006975"/>
            <a:ext cx="1589088" cy="277813"/>
            <a:chOff x="2018" y="3154"/>
            <a:chExt cx="1001" cy="175"/>
          </a:xfrm>
        </p:grpSpPr>
        <p:sp>
          <p:nvSpPr>
            <p:cNvPr id="70697" name="Line 48">
              <a:extLst>
                <a:ext uri="{FF2B5EF4-FFF2-40B4-BE49-F238E27FC236}">
                  <a16:creationId xmlns:a16="http://schemas.microsoft.com/office/drawing/2014/main" id="{F486FF35-C0CE-67F8-B456-FC4839BD89A3}"/>
                </a:ext>
              </a:extLst>
            </p:cNvPr>
            <p:cNvSpPr>
              <a:spLocks noChangeShapeType="1"/>
            </p:cNvSpPr>
            <p:nvPr/>
          </p:nvSpPr>
          <p:spPr bwMode="auto">
            <a:xfrm rot="-5352543">
              <a:off x="2040" y="3222"/>
              <a:ext cx="97" cy="11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698" name="Line 49">
              <a:extLst>
                <a:ext uri="{FF2B5EF4-FFF2-40B4-BE49-F238E27FC236}">
                  <a16:creationId xmlns:a16="http://schemas.microsoft.com/office/drawing/2014/main" id="{1D6B98BD-F45A-AFFA-F586-8F3A5D2F86DE}"/>
                </a:ext>
              </a:extLst>
            </p:cNvPr>
            <p:cNvSpPr>
              <a:spLocks noChangeShapeType="1"/>
            </p:cNvSpPr>
            <p:nvPr/>
          </p:nvSpPr>
          <p:spPr bwMode="auto">
            <a:xfrm rot="16247457" flipV="1">
              <a:off x="2043" y="3133"/>
              <a:ext cx="73" cy="12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699" name="Line 50">
              <a:extLst>
                <a:ext uri="{FF2B5EF4-FFF2-40B4-BE49-F238E27FC236}">
                  <a16:creationId xmlns:a16="http://schemas.microsoft.com/office/drawing/2014/main" id="{8D201ACC-EC60-FCB7-6A4F-9274DBE41179}"/>
                </a:ext>
              </a:extLst>
            </p:cNvPr>
            <p:cNvSpPr>
              <a:spLocks noChangeShapeType="1"/>
            </p:cNvSpPr>
            <p:nvPr/>
          </p:nvSpPr>
          <p:spPr bwMode="auto">
            <a:xfrm>
              <a:off x="2027" y="3236"/>
              <a:ext cx="9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700" name="Line 109">
              <a:extLst>
                <a:ext uri="{FF2B5EF4-FFF2-40B4-BE49-F238E27FC236}">
                  <a16:creationId xmlns:a16="http://schemas.microsoft.com/office/drawing/2014/main" id="{3DDBFC5E-3E1F-D311-0A10-88C6FBDDB6E9}"/>
                </a:ext>
              </a:extLst>
            </p:cNvPr>
            <p:cNvSpPr>
              <a:spLocks noChangeShapeType="1"/>
            </p:cNvSpPr>
            <p:nvPr/>
          </p:nvSpPr>
          <p:spPr bwMode="auto">
            <a:xfrm>
              <a:off x="2157" y="3156"/>
              <a:ext cx="0" cy="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70701" name="Line 110">
              <a:extLst>
                <a:ext uri="{FF2B5EF4-FFF2-40B4-BE49-F238E27FC236}">
                  <a16:creationId xmlns:a16="http://schemas.microsoft.com/office/drawing/2014/main" id="{9A491D97-AF83-AD7E-0D70-30D869AD5F62}"/>
                </a:ext>
              </a:extLst>
            </p:cNvPr>
            <p:cNvSpPr>
              <a:spLocks noChangeShapeType="1"/>
            </p:cNvSpPr>
            <p:nvPr/>
          </p:nvSpPr>
          <p:spPr bwMode="auto">
            <a:xfrm>
              <a:off x="2992" y="3154"/>
              <a:ext cx="0" cy="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1036412" name="Group 124">
            <a:extLst>
              <a:ext uri="{FF2B5EF4-FFF2-40B4-BE49-F238E27FC236}">
                <a16:creationId xmlns:a16="http://schemas.microsoft.com/office/drawing/2014/main" id="{ED218807-3794-7902-64CD-8424B89A1A08}"/>
              </a:ext>
            </a:extLst>
          </p:cNvPr>
          <p:cNvGrpSpPr>
            <a:grpSpLocks/>
          </p:cNvGrpSpPr>
          <p:nvPr/>
        </p:nvGrpSpPr>
        <p:grpSpPr bwMode="auto">
          <a:xfrm>
            <a:off x="5230813" y="3908425"/>
            <a:ext cx="406400" cy="752475"/>
            <a:chOff x="3295" y="2462"/>
            <a:chExt cx="256" cy="474"/>
          </a:xfrm>
        </p:grpSpPr>
        <p:sp>
          <p:nvSpPr>
            <p:cNvPr id="70692" name="Line 4">
              <a:extLst>
                <a:ext uri="{FF2B5EF4-FFF2-40B4-BE49-F238E27FC236}">
                  <a16:creationId xmlns:a16="http://schemas.microsoft.com/office/drawing/2014/main" id="{9F2FD011-B89B-D1AE-29FD-2F277C4C5D32}"/>
                </a:ext>
              </a:extLst>
            </p:cNvPr>
            <p:cNvSpPr>
              <a:spLocks noChangeShapeType="1"/>
            </p:cNvSpPr>
            <p:nvPr/>
          </p:nvSpPr>
          <p:spPr bwMode="auto">
            <a:xfrm flipH="1" flipV="1">
              <a:off x="3439" y="2463"/>
              <a:ext cx="0" cy="4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693" name="Line 5">
              <a:extLst>
                <a:ext uri="{FF2B5EF4-FFF2-40B4-BE49-F238E27FC236}">
                  <a16:creationId xmlns:a16="http://schemas.microsoft.com/office/drawing/2014/main" id="{AE61C231-627C-76B3-F3D9-AA6FAF8E96F2}"/>
                </a:ext>
              </a:extLst>
            </p:cNvPr>
            <p:cNvSpPr>
              <a:spLocks noChangeShapeType="1"/>
            </p:cNvSpPr>
            <p:nvPr/>
          </p:nvSpPr>
          <p:spPr bwMode="auto">
            <a:xfrm>
              <a:off x="3295" y="2462"/>
              <a:ext cx="148" cy="5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694" name="Line 6">
              <a:extLst>
                <a:ext uri="{FF2B5EF4-FFF2-40B4-BE49-F238E27FC236}">
                  <a16:creationId xmlns:a16="http://schemas.microsoft.com/office/drawing/2014/main" id="{70AB4456-14ED-C40D-0F9F-3EA43B13AC5F}"/>
                </a:ext>
              </a:extLst>
            </p:cNvPr>
            <p:cNvSpPr>
              <a:spLocks noChangeShapeType="1"/>
            </p:cNvSpPr>
            <p:nvPr/>
          </p:nvSpPr>
          <p:spPr bwMode="auto">
            <a:xfrm flipV="1">
              <a:off x="3439" y="2462"/>
              <a:ext cx="112" cy="5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695" name="Line 111">
              <a:extLst>
                <a:ext uri="{FF2B5EF4-FFF2-40B4-BE49-F238E27FC236}">
                  <a16:creationId xmlns:a16="http://schemas.microsoft.com/office/drawing/2014/main" id="{12A17C07-3881-4911-32B7-D0E0D079F962}"/>
                </a:ext>
              </a:extLst>
            </p:cNvPr>
            <p:cNvSpPr>
              <a:spLocks noChangeShapeType="1"/>
            </p:cNvSpPr>
            <p:nvPr/>
          </p:nvSpPr>
          <p:spPr bwMode="auto">
            <a:xfrm>
              <a:off x="3376" y="2902"/>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70696" name="Line 112">
              <a:extLst>
                <a:ext uri="{FF2B5EF4-FFF2-40B4-BE49-F238E27FC236}">
                  <a16:creationId xmlns:a16="http://schemas.microsoft.com/office/drawing/2014/main" id="{1508EEF2-A46B-C31E-FCEF-AEEAA1DD2596}"/>
                </a:ext>
              </a:extLst>
            </p:cNvPr>
            <p:cNvSpPr>
              <a:spLocks noChangeShapeType="1"/>
            </p:cNvSpPr>
            <p:nvPr/>
          </p:nvSpPr>
          <p:spPr bwMode="auto">
            <a:xfrm>
              <a:off x="3362" y="2522"/>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1036413" name="Group 125">
            <a:extLst>
              <a:ext uri="{FF2B5EF4-FFF2-40B4-BE49-F238E27FC236}">
                <a16:creationId xmlns:a16="http://schemas.microsoft.com/office/drawing/2014/main" id="{97DE901B-ECF9-106E-0374-EB261BDCAD04}"/>
              </a:ext>
            </a:extLst>
          </p:cNvPr>
          <p:cNvGrpSpPr>
            <a:grpSpLocks/>
          </p:cNvGrpSpPr>
          <p:nvPr/>
        </p:nvGrpSpPr>
        <p:grpSpPr bwMode="auto">
          <a:xfrm>
            <a:off x="5265738" y="2139950"/>
            <a:ext cx="336550" cy="847725"/>
            <a:chOff x="3317" y="1348"/>
            <a:chExt cx="212" cy="534"/>
          </a:xfrm>
        </p:grpSpPr>
        <p:sp>
          <p:nvSpPr>
            <p:cNvPr id="70687" name="Line 8">
              <a:extLst>
                <a:ext uri="{FF2B5EF4-FFF2-40B4-BE49-F238E27FC236}">
                  <a16:creationId xmlns:a16="http://schemas.microsoft.com/office/drawing/2014/main" id="{F3656C21-95DB-A064-64C1-567C903E8001}"/>
                </a:ext>
              </a:extLst>
            </p:cNvPr>
            <p:cNvSpPr>
              <a:spLocks noChangeShapeType="1"/>
            </p:cNvSpPr>
            <p:nvPr/>
          </p:nvSpPr>
          <p:spPr bwMode="auto">
            <a:xfrm flipH="1" flipV="1">
              <a:off x="3427" y="1348"/>
              <a:ext cx="2" cy="53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688" name="Line 9">
              <a:extLst>
                <a:ext uri="{FF2B5EF4-FFF2-40B4-BE49-F238E27FC236}">
                  <a16:creationId xmlns:a16="http://schemas.microsoft.com/office/drawing/2014/main" id="{56134A54-61DD-F7C6-F10B-68EC7A36205A}"/>
                </a:ext>
              </a:extLst>
            </p:cNvPr>
            <p:cNvSpPr>
              <a:spLocks noChangeShapeType="1"/>
            </p:cNvSpPr>
            <p:nvPr/>
          </p:nvSpPr>
          <p:spPr bwMode="auto">
            <a:xfrm flipV="1">
              <a:off x="3317" y="1815"/>
              <a:ext cx="112" cy="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689" name="Line 10">
              <a:extLst>
                <a:ext uri="{FF2B5EF4-FFF2-40B4-BE49-F238E27FC236}">
                  <a16:creationId xmlns:a16="http://schemas.microsoft.com/office/drawing/2014/main" id="{1AE613E3-C2D4-52D4-D338-21388F88AA88}"/>
                </a:ext>
              </a:extLst>
            </p:cNvPr>
            <p:cNvSpPr>
              <a:spLocks noChangeShapeType="1"/>
            </p:cNvSpPr>
            <p:nvPr/>
          </p:nvSpPr>
          <p:spPr bwMode="auto">
            <a:xfrm flipH="1" flipV="1">
              <a:off x="3433" y="1816"/>
              <a:ext cx="96" cy="6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690" name="Line 113">
              <a:extLst>
                <a:ext uri="{FF2B5EF4-FFF2-40B4-BE49-F238E27FC236}">
                  <a16:creationId xmlns:a16="http://schemas.microsoft.com/office/drawing/2014/main" id="{FFBF0970-5459-E6F8-4ED6-3E7E48FFF3C7}"/>
                </a:ext>
              </a:extLst>
            </p:cNvPr>
            <p:cNvSpPr>
              <a:spLocks noChangeShapeType="1"/>
            </p:cNvSpPr>
            <p:nvPr/>
          </p:nvSpPr>
          <p:spPr bwMode="auto">
            <a:xfrm>
              <a:off x="3353" y="1394"/>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70691" name="Line 114">
              <a:extLst>
                <a:ext uri="{FF2B5EF4-FFF2-40B4-BE49-F238E27FC236}">
                  <a16:creationId xmlns:a16="http://schemas.microsoft.com/office/drawing/2014/main" id="{EFF85E05-EA94-6AE5-C9EF-2CE97907A1A8}"/>
                </a:ext>
              </a:extLst>
            </p:cNvPr>
            <p:cNvSpPr>
              <a:spLocks noChangeShapeType="1"/>
            </p:cNvSpPr>
            <p:nvPr/>
          </p:nvSpPr>
          <p:spPr bwMode="auto">
            <a:xfrm>
              <a:off x="3348" y="1812"/>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1036414" name="Group 126">
            <a:extLst>
              <a:ext uri="{FF2B5EF4-FFF2-40B4-BE49-F238E27FC236}">
                <a16:creationId xmlns:a16="http://schemas.microsoft.com/office/drawing/2014/main" id="{F452C193-9671-87A7-D301-2107A3B16572}"/>
              </a:ext>
            </a:extLst>
          </p:cNvPr>
          <p:cNvGrpSpPr>
            <a:grpSpLocks/>
          </p:cNvGrpSpPr>
          <p:nvPr/>
        </p:nvGrpSpPr>
        <p:grpSpPr bwMode="auto">
          <a:xfrm>
            <a:off x="6080125" y="4968875"/>
            <a:ext cx="828675" cy="282575"/>
            <a:chOff x="3830" y="3130"/>
            <a:chExt cx="522" cy="178"/>
          </a:xfrm>
        </p:grpSpPr>
        <p:sp>
          <p:nvSpPr>
            <p:cNvPr id="70682" name="Line 52">
              <a:extLst>
                <a:ext uri="{FF2B5EF4-FFF2-40B4-BE49-F238E27FC236}">
                  <a16:creationId xmlns:a16="http://schemas.microsoft.com/office/drawing/2014/main" id="{6D8D4A7E-7553-DD4A-D5B3-AE2DE26CD3BA}"/>
                </a:ext>
              </a:extLst>
            </p:cNvPr>
            <p:cNvSpPr>
              <a:spLocks noChangeShapeType="1"/>
            </p:cNvSpPr>
            <p:nvPr/>
          </p:nvSpPr>
          <p:spPr bwMode="auto">
            <a:xfrm rot="5447457">
              <a:off x="4267" y="3147"/>
              <a:ext cx="95" cy="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683" name="Line 53">
              <a:extLst>
                <a:ext uri="{FF2B5EF4-FFF2-40B4-BE49-F238E27FC236}">
                  <a16:creationId xmlns:a16="http://schemas.microsoft.com/office/drawing/2014/main" id="{07E3ED64-AFDA-ECAB-D43A-0394019E2363}"/>
                </a:ext>
              </a:extLst>
            </p:cNvPr>
            <p:cNvSpPr>
              <a:spLocks noChangeShapeType="1"/>
            </p:cNvSpPr>
            <p:nvPr/>
          </p:nvSpPr>
          <p:spPr bwMode="auto">
            <a:xfrm rot="5447457" flipV="1">
              <a:off x="4284" y="3230"/>
              <a:ext cx="71" cy="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684" name="Line 54">
              <a:extLst>
                <a:ext uri="{FF2B5EF4-FFF2-40B4-BE49-F238E27FC236}">
                  <a16:creationId xmlns:a16="http://schemas.microsoft.com/office/drawing/2014/main" id="{71FBFC6A-ACBA-2D62-84A3-00FCEAC2C7E2}"/>
                </a:ext>
              </a:extLst>
            </p:cNvPr>
            <p:cNvSpPr>
              <a:spLocks noChangeShapeType="1"/>
            </p:cNvSpPr>
            <p:nvPr/>
          </p:nvSpPr>
          <p:spPr bwMode="auto">
            <a:xfrm rot="10800000">
              <a:off x="3830" y="3222"/>
              <a:ext cx="5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685" name="Line 115">
              <a:extLst>
                <a:ext uri="{FF2B5EF4-FFF2-40B4-BE49-F238E27FC236}">
                  <a16:creationId xmlns:a16="http://schemas.microsoft.com/office/drawing/2014/main" id="{BE4C3A27-E5B5-0024-7822-09DF2EA73DEB}"/>
                </a:ext>
              </a:extLst>
            </p:cNvPr>
            <p:cNvSpPr>
              <a:spLocks noChangeShapeType="1"/>
            </p:cNvSpPr>
            <p:nvPr/>
          </p:nvSpPr>
          <p:spPr bwMode="auto">
            <a:xfrm>
              <a:off x="3902" y="3134"/>
              <a:ext cx="0" cy="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70686" name="Line 116">
              <a:extLst>
                <a:ext uri="{FF2B5EF4-FFF2-40B4-BE49-F238E27FC236}">
                  <a16:creationId xmlns:a16="http://schemas.microsoft.com/office/drawing/2014/main" id="{DA57C2F9-CA6B-73CF-2C23-A689269D5CAC}"/>
                </a:ext>
              </a:extLst>
            </p:cNvPr>
            <p:cNvSpPr>
              <a:spLocks noChangeShapeType="1"/>
            </p:cNvSpPr>
            <p:nvPr/>
          </p:nvSpPr>
          <p:spPr bwMode="auto">
            <a:xfrm>
              <a:off x="4280" y="3137"/>
              <a:ext cx="0" cy="17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grpSp>
        <p:nvGrpSpPr>
          <p:cNvPr id="1036415" name="Group 127">
            <a:extLst>
              <a:ext uri="{FF2B5EF4-FFF2-40B4-BE49-F238E27FC236}">
                <a16:creationId xmlns:a16="http://schemas.microsoft.com/office/drawing/2014/main" id="{4B7D3310-9C56-8059-C5C2-3555C206191C}"/>
              </a:ext>
            </a:extLst>
          </p:cNvPr>
          <p:cNvGrpSpPr>
            <a:grpSpLocks/>
          </p:cNvGrpSpPr>
          <p:nvPr/>
        </p:nvGrpSpPr>
        <p:grpSpPr bwMode="auto">
          <a:xfrm>
            <a:off x="7404100" y="3881438"/>
            <a:ext cx="269875" cy="738187"/>
            <a:chOff x="4664" y="2445"/>
            <a:chExt cx="170" cy="465"/>
          </a:xfrm>
        </p:grpSpPr>
        <p:sp>
          <p:nvSpPr>
            <p:cNvPr id="70677" name="Line 56">
              <a:extLst>
                <a:ext uri="{FF2B5EF4-FFF2-40B4-BE49-F238E27FC236}">
                  <a16:creationId xmlns:a16="http://schemas.microsoft.com/office/drawing/2014/main" id="{567608D1-78D3-E6FD-59E0-B0991927118B}"/>
                </a:ext>
              </a:extLst>
            </p:cNvPr>
            <p:cNvSpPr>
              <a:spLocks noChangeShapeType="1"/>
            </p:cNvSpPr>
            <p:nvPr/>
          </p:nvSpPr>
          <p:spPr bwMode="auto">
            <a:xfrm rot="-10752543">
              <a:off x="4739" y="2851"/>
              <a:ext cx="95" cy="5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678" name="Line 57">
              <a:extLst>
                <a:ext uri="{FF2B5EF4-FFF2-40B4-BE49-F238E27FC236}">
                  <a16:creationId xmlns:a16="http://schemas.microsoft.com/office/drawing/2014/main" id="{CE82AFA0-054B-403F-EB4C-338C667EF5C2}"/>
                </a:ext>
              </a:extLst>
            </p:cNvPr>
            <p:cNvSpPr>
              <a:spLocks noChangeShapeType="1"/>
            </p:cNvSpPr>
            <p:nvPr/>
          </p:nvSpPr>
          <p:spPr bwMode="auto">
            <a:xfrm rot="10847457" flipV="1">
              <a:off x="4667" y="2853"/>
              <a:ext cx="71" cy="5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679" name="Line 58">
              <a:extLst>
                <a:ext uri="{FF2B5EF4-FFF2-40B4-BE49-F238E27FC236}">
                  <a16:creationId xmlns:a16="http://schemas.microsoft.com/office/drawing/2014/main" id="{56C95840-3801-104E-E2D9-BC8EE42DFAE6}"/>
                </a:ext>
              </a:extLst>
            </p:cNvPr>
            <p:cNvSpPr>
              <a:spLocks noChangeShapeType="1"/>
            </p:cNvSpPr>
            <p:nvPr/>
          </p:nvSpPr>
          <p:spPr bwMode="auto">
            <a:xfrm rot="-5400000">
              <a:off x="4512" y="2676"/>
              <a:ext cx="46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endParaRPr lang="en-MY"/>
            </a:p>
          </p:txBody>
        </p:sp>
        <p:sp>
          <p:nvSpPr>
            <p:cNvPr id="70680" name="Line 117">
              <a:extLst>
                <a:ext uri="{FF2B5EF4-FFF2-40B4-BE49-F238E27FC236}">
                  <a16:creationId xmlns:a16="http://schemas.microsoft.com/office/drawing/2014/main" id="{42B4AA37-AA35-9C09-ED0B-10E70281EE3F}"/>
                </a:ext>
              </a:extLst>
            </p:cNvPr>
            <p:cNvSpPr>
              <a:spLocks noChangeShapeType="1"/>
            </p:cNvSpPr>
            <p:nvPr/>
          </p:nvSpPr>
          <p:spPr bwMode="auto">
            <a:xfrm>
              <a:off x="4664" y="2849"/>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sp>
          <p:nvSpPr>
            <p:cNvPr id="70681" name="Line 118">
              <a:extLst>
                <a:ext uri="{FF2B5EF4-FFF2-40B4-BE49-F238E27FC236}">
                  <a16:creationId xmlns:a16="http://schemas.microsoft.com/office/drawing/2014/main" id="{857431AF-1846-7317-3D4C-692CFA04279F}"/>
                </a:ext>
              </a:extLst>
            </p:cNvPr>
            <p:cNvSpPr>
              <a:spLocks noChangeShapeType="1"/>
            </p:cNvSpPr>
            <p:nvPr/>
          </p:nvSpPr>
          <p:spPr bwMode="auto">
            <a:xfrm>
              <a:off x="4668" y="250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MY"/>
            </a:p>
          </p:txBody>
        </p:sp>
      </p:grpSp>
      <p:sp>
        <p:nvSpPr>
          <p:cNvPr id="2" name="Rectangle 1">
            <a:extLst>
              <a:ext uri="{FF2B5EF4-FFF2-40B4-BE49-F238E27FC236}">
                <a16:creationId xmlns:a16="http://schemas.microsoft.com/office/drawing/2014/main" id="{EF0B7BE4-E288-4852-90A8-46DB8307BD84}"/>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036416"/>
                                        </p:tgtEl>
                                        <p:attrNameLst>
                                          <p:attrName>style.visibility</p:attrName>
                                        </p:attrNameLst>
                                      </p:cBhvr>
                                      <p:to>
                                        <p:strVal val="visible"/>
                                      </p:to>
                                    </p:set>
                                    <p:animEffect transition="in" filter="fade">
                                      <p:cBhvr>
                                        <p:cTn id="7" dur="2000"/>
                                        <p:tgtEl>
                                          <p:spTgt spid="1036416"/>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1036418"/>
                                        </p:tgtEl>
                                        <p:attrNameLst>
                                          <p:attrName>style.visibility</p:attrName>
                                        </p:attrNameLst>
                                      </p:cBhvr>
                                      <p:to>
                                        <p:strVal val="visible"/>
                                      </p:to>
                                    </p:set>
                                    <p:animEffect transition="in" filter="fade">
                                      <p:cBhvr>
                                        <p:cTn id="11" dur="2000"/>
                                        <p:tgtEl>
                                          <p:spTgt spid="103641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1036407"/>
                                        </p:tgtEl>
                                        <p:attrNameLst>
                                          <p:attrName>style.visibility</p:attrName>
                                        </p:attrNameLst>
                                      </p:cBhvr>
                                      <p:to>
                                        <p:strVal val="visible"/>
                                      </p:to>
                                    </p:set>
                                    <p:animEffect transition="in" filter="wipe(up)">
                                      <p:cBhvr>
                                        <p:cTn id="16" dur="500"/>
                                        <p:tgtEl>
                                          <p:spTgt spid="1036407"/>
                                        </p:tgtEl>
                                      </p:cBhvr>
                                    </p:animEffect>
                                  </p:childTnLst>
                                </p:cTn>
                              </p:par>
                            </p:childTnLst>
                          </p:cTn>
                        </p:par>
                        <p:par>
                          <p:cTn id="17" fill="hold" nodeType="afterGroup">
                            <p:stCondLst>
                              <p:cond delay="500"/>
                            </p:stCondLst>
                            <p:childTnLst>
                              <p:par>
                                <p:cTn id="18" presetID="22" presetClass="entr" presetSubtype="4" fill="hold" nodeType="afterEffect">
                                  <p:stCondLst>
                                    <p:cond delay="0"/>
                                  </p:stCondLst>
                                  <p:childTnLst>
                                    <p:set>
                                      <p:cBhvr>
                                        <p:cTn id="19" dur="1" fill="hold">
                                          <p:stCondLst>
                                            <p:cond delay="0"/>
                                          </p:stCondLst>
                                        </p:cTn>
                                        <p:tgtEl>
                                          <p:spTgt spid="1036409"/>
                                        </p:tgtEl>
                                        <p:attrNameLst>
                                          <p:attrName>style.visibility</p:attrName>
                                        </p:attrNameLst>
                                      </p:cBhvr>
                                      <p:to>
                                        <p:strVal val="visible"/>
                                      </p:to>
                                    </p:set>
                                    <p:animEffect transition="in" filter="wipe(down)">
                                      <p:cBhvr>
                                        <p:cTn id="20" dur="500"/>
                                        <p:tgtEl>
                                          <p:spTgt spid="103640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nodeType="clickEffect">
                                  <p:stCondLst>
                                    <p:cond delay="0"/>
                                  </p:stCondLst>
                                  <p:childTnLst>
                                    <p:set>
                                      <p:cBhvr>
                                        <p:cTn id="24" dur="1" fill="hold">
                                          <p:stCondLst>
                                            <p:cond delay="0"/>
                                          </p:stCondLst>
                                        </p:cTn>
                                        <p:tgtEl>
                                          <p:spTgt spid="1036417"/>
                                        </p:tgtEl>
                                        <p:attrNameLst>
                                          <p:attrName>style.visibility</p:attrName>
                                        </p:attrNameLst>
                                      </p:cBhvr>
                                      <p:to>
                                        <p:strVal val="visible"/>
                                      </p:to>
                                    </p:set>
                                    <p:animEffect transition="in" filter="fade">
                                      <p:cBhvr>
                                        <p:cTn id="25" dur="2000"/>
                                        <p:tgtEl>
                                          <p:spTgt spid="103641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1036408"/>
                                        </p:tgtEl>
                                        <p:attrNameLst>
                                          <p:attrName>style.visibility</p:attrName>
                                        </p:attrNameLst>
                                      </p:cBhvr>
                                      <p:to>
                                        <p:strVal val="visible"/>
                                      </p:to>
                                    </p:set>
                                    <p:animEffect transition="in" filter="wipe(up)">
                                      <p:cBhvr>
                                        <p:cTn id="30" dur="500"/>
                                        <p:tgtEl>
                                          <p:spTgt spid="1036408"/>
                                        </p:tgtEl>
                                      </p:cBhvr>
                                    </p:animEffect>
                                  </p:childTnLst>
                                </p:cTn>
                              </p:par>
                            </p:childTnLst>
                          </p:cTn>
                        </p:par>
                        <p:par>
                          <p:cTn id="31" fill="hold" nodeType="afterGroup">
                            <p:stCondLst>
                              <p:cond delay="500"/>
                            </p:stCondLst>
                            <p:childTnLst>
                              <p:par>
                                <p:cTn id="32" presetID="22" presetClass="entr" presetSubtype="4" fill="hold" nodeType="afterEffect">
                                  <p:stCondLst>
                                    <p:cond delay="0"/>
                                  </p:stCondLst>
                                  <p:childTnLst>
                                    <p:set>
                                      <p:cBhvr>
                                        <p:cTn id="33" dur="1" fill="hold">
                                          <p:stCondLst>
                                            <p:cond delay="0"/>
                                          </p:stCondLst>
                                        </p:cTn>
                                        <p:tgtEl>
                                          <p:spTgt spid="1036410"/>
                                        </p:tgtEl>
                                        <p:attrNameLst>
                                          <p:attrName>style.visibility</p:attrName>
                                        </p:attrNameLst>
                                      </p:cBhvr>
                                      <p:to>
                                        <p:strVal val="visible"/>
                                      </p:to>
                                    </p:set>
                                    <p:animEffect transition="in" filter="wipe(down)">
                                      <p:cBhvr>
                                        <p:cTn id="34" dur="500"/>
                                        <p:tgtEl>
                                          <p:spTgt spid="1036410"/>
                                        </p:tgtEl>
                                      </p:cBhvr>
                                    </p:animEffect>
                                  </p:childTnLst>
                                </p:cTn>
                              </p:par>
                            </p:childTnLst>
                          </p:cTn>
                        </p:par>
                        <p:par>
                          <p:cTn id="35" fill="hold" nodeType="afterGroup">
                            <p:stCondLst>
                              <p:cond delay="1000"/>
                            </p:stCondLst>
                            <p:childTnLst>
                              <p:par>
                                <p:cTn id="36" presetID="22" presetClass="entr" presetSubtype="4" fill="hold" nodeType="afterEffect">
                                  <p:stCondLst>
                                    <p:cond delay="0"/>
                                  </p:stCondLst>
                                  <p:childTnLst>
                                    <p:set>
                                      <p:cBhvr>
                                        <p:cTn id="37" dur="1" fill="hold">
                                          <p:stCondLst>
                                            <p:cond delay="0"/>
                                          </p:stCondLst>
                                        </p:cTn>
                                        <p:tgtEl>
                                          <p:spTgt spid="1036410"/>
                                        </p:tgtEl>
                                        <p:attrNameLst>
                                          <p:attrName>style.visibility</p:attrName>
                                        </p:attrNameLst>
                                      </p:cBhvr>
                                      <p:to>
                                        <p:strVal val="visible"/>
                                      </p:to>
                                    </p:set>
                                    <p:animEffect transition="in" filter="wipe(down)">
                                      <p:cBhvr>
                                        <p:cTn id="38" dur="500"/>
                                        <p:tgtEl>
                                          <p:spTgt spid="103641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0" presetClass="entr" presetSubtype="0" fill="hold" nodeType="clickEffect">
                                  <p:stCondLst>
                                    <p:cond delay="0"/>
                                  </p:stCondLst>
                                  <p:childTnLst>
                                    <p:set>
                                      <p:cBhvr>
                                        <p:cTn id="42" dur="1" fill="hold">
                                          <p:stCondLst>
                                            <p:cond delay="0"/>
                                          </p:stCondLst>
                                        </p:cTn>
                                        <p:tgtEl>
                                          <p:spTgt spid="1036419"/>
                                        </p:tgtEl>
                                        <p:attrNameLst>
                                          <p:attrName>style.visibility</p:attrName>
                                        </p:attrNameLst>
                                      </p:cBhvr>
                                      <p:to>
                                        <p:strVal val="visible"/>
                                      </p:to>
                                    </p:set>
                                    <p:animEffect transition="in" filter="fade">
                                      <p:cBhvr>
                                        <p:cTn id="43" dur="2000"/>
                                        <p:tgtEl>
                                          <p:spTgt spid="103641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0" presetClass="entr" presetSubtype="0" fill="hold" nodeType="clickEffect">
                                  <p:stCondLst>
                                    <p:cond delay="0"/>
                                  </p:stCondLst>
                                  <p:childTnLst>
                                    <p:set>
                                      <p:cBhvr>
                                        <p:cTn id="47" dur="1" fill="hold">
                                          <p:stCondLst>
                                            <p:cond delay="0"/>
                                          </p:stCondLst>
                                        </p:cTn>
                                        <p:tgtEl>
                                          <p:spTgt spid="1036422"/>
                                        </p:tgtEl>
                                        <p:attrNameLst>
                                          <p:attrName>style.visibility</p:attrName>
                                        </p:attrNameLst>
                                      </p:cBhvr>
                                      <p:to>
                                        <p:strVal val="visible"/>
                                      </p:to>
                                    </p:set>
                                    <p:animEffect transition="in" filter="fade">
                                      <p:cBhvr>
                                        <p:cTn id="48" dur="2000"/>
                                        <p:tgtEl>
                                          <p:spTgt spid="103642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0" presetClass="entr" presetSubtype="0" fill="hold" nodeType="clickEffect">
                                  <p:stCondLst>
                                    <p:cond delay="0"/>
                                  </p:stCondLst>
                                  <p:childTnLst>
                                    <p:set>
                                      <p:cBhvr>
                                        <p:cTn id="52" dur="1" fill="hold">
                                          <p:stCondLst>
                                            <p:cond delay="0"/>
                                          </p:stCondLst>
                                        </p:cTn>
                                        <p:tgtEl>
                                          <p:spTgt spid="1036420"/>
                                        </p:tgtEl>
                                        <p:attrNameLst>
                                          <p:attrName>style.visibility</p:attrName>
                                        </p:attrNameLst>
                                      </p:cBhvr>
                                      <p:to>
                                        <p:strVal val="visible"/>
                                      </p:to>
                                    </p:set>
                                    <p:animEffect transition="in" filter="fade">
                                      <p:cBhvr>
                                        <p:cTn id="53" dur="2000"/>
                                        <p:tgtEl>
                                          <p:spTgt spid="1036420"/>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1" fill="hold" nodeType="clickEffect">
                                  <p:stCondLst>
                                    <p:cond delay="0"/>
                                  </p:stCondLst>
                                  <p:childTnLst>
                                    <p:set>
                                      <p:cBhvr>
                                        <p:cTn id="57" dur="1" fill="hold">
                                          <p:stCondLst>
                                            <p:cond delay="0"/>
                                          </p:stCondLst>
                                        </p:cTn>
                                        <p:tgtEl>
                                          <p:spTgt spid="1036413"/>
                                        </p:tgtEl>
                                        <p:attrNameLst>
                                          <p:attrName>style.visibility</p:attrName>
                                        </p:attrNameLst>
                                      </p:cBhvr>
                                      <p:to>
                                        <p:strVal val="visible"/>
                                      </p:to>
                                    </p:set>
                                    <p:animEffect transition="in" filter="wipe(up)">
                                      <p:cBhvr>
                                        <p:cTn id="58" dur="500"/>
                                        <p:tgtEl>
                                          <p:spTgt spid="1036413"/>
                                        </p:tgtEl>
                                      </p:cBhvr>
                                    </p:animEffect>
                                  </p:childTnLst>
                                </p:cTn>
                              </p:par>
                            </p:childTnLst>
                          </p:cTn>
                        </p:par>
                        <p:par>
                          <p:cTn id="59" fill="hold" nodeType="afterGroup">
                            <p:stCondLst>
                              <p:cond delay="500"/>
                            </p:stCondLst>
                            <p:childTnLst>
                              <p:par>
                                <p:cTn id="60" presetID="22" presetClass="entr" presetSubtype="4" fill="hold" nodeType="afterEffect">
                                  <p:stCondLst>
                                    <p:cond delay="0"/>
                                  </p:stCondLst>
                                  <p:childTnLst>
                                    <p:set>
                                      <p:cBhvr>
                                        <p:cTn id="61" dur="1" fill="hold">
                                          <p:stCondLst>
                                            <p:cond delay="0"/>
                                          </p:stCondLst>
                                        </p:cTn>
                                        <p:tgtEl>
                                          <p:spTgt spid="1036412"/>
                                        </p:tgtEl>
                                        <p:attrNameLst>
                                          <p:attrName>style.visibility</p:attrName>
                                        </p:attrNameLst>
                                      </p:cBhvr>
                                      <p:to>
                                        <p:strVal val="visible"/>
                                      </p:to>
                                    </p:set>
                                    <p:animEffect transition="in" filter="wipe(down)">
                                      <p:cBhvr>
                                        <p:cTn id="62" dur="500"/>
                                        <p:tgtEl>
                                          <p:spTgt spid="103641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0" presetClass="entr" presetSubtype="0" fill="hold" nodeType="clickEffect">
                                  <p:stCondLst>
                                    <p:cond delay="0"/>
                                  </p:stCondLst>
                                  <p:childTnLst>
                                    <p:set>
                                      <p:cBhvr>
                                        <p:cTn id="66" dur="1" fill="hold">
                                          <p:stCondLst>
                                            <p:cond delay="0"/>
                                          </p:stCondLst>
                                        </p:cTn>
                                        <p:tgtEl>
                                          <p:spTgt spid="1036421"/>
                                        </p:tgtEl>
                                        <p:attrNameLst>
                                          <p:attrName>style.visibility</p:attrName>
                                        </p:attrNameLst>
                                      </p:cBhvr>
                                      <p:to>
                                        <p:strVal val="visible"/>
                                      </p:to>
                                    </p:set>
                                    <p:animEffect transition="in" filter="fade">
                                      <p:cBhvr>
                                        <p:cTn id="67" dur="2000"/>
                                        <p:tgtEl>
                                          <p:spTgt spid="103642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2" fill="hold" nodeType="clickEffect">
                                  <p:stCondLst>
                                    <p:cond delay="0"/>
                                  </p:stCondLst>
                                  <p:childTnLst>
                                    <p:set>
                                      <p:cBhvr>
                                        <p:cTn id="71" dur="1" fill="hold">
                                          <p:stCondLst>
                                            <p:cond delay="0"/>
                                          </p:stCondLst>
                                        </p:cTn>
                                        <p:tgtEl>
                                          <p:spTgt spid="1036411"/>
                                        </p:tgtEl>
                                        <p:attrNameLst>
                                          <p:attrName>style.visibility</p:attrName>
                                        </p:attrNameLst>
                                      </p:cBhvr>
                                      <p:to>
                                        <p:strVal val="visible"/>
                                      </p:to>
                                    </p:set>
                                    <p:animEffect transition="in" filter="wipe(right)">
                                      <p:cBhvr>
                                        <p:cTn id="72" dur="500"/>
                                        <p:tgtEl>
                                          <p:spTgt spid="103641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0" presetClass="entr" presetSubtype="0" fill="hold" nodeType="clickEffect">
                                  <p:stCondLst>
                                    <p:cond delay="0"/>
                                  </p:stCondLst>
                                  <p:childTnLst>
                                    <p:set>
                                      <p:cBhvr>
                                        <p:cTn id="76" dur="1" fill="hold">
                                          <p:stCondLst>
                                            <p:cond delay="0"/>
                                          </p:stCondLst>
                                        </p:cTn>
                                        <p:tgtEl>
                                          <p:spTgt spid="1036423"/>
                                        </p:tgtEl>
                                        <p:attrNameLst>
                                          <p:attrName>style.visibility</p:attrName>
                                        </p:attrNameLst>
                                      </p:cBhvr>
                                      <p:to>
                                        <p:strVal val="visible"/>
                                      </p:to>
                                    </p:set>
                                    <p:animEffect transition="in" filter="fade">
                                      <p:cBhvr>
                                        <p:cTn id="77" dur="2000"/>
                                        <p:tgtEl>
                                          <p:spTgt spid="103642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1036414"/>
                                        </p:tgtEl>
                                        <p:attrNameLst>
                                          <p:attrName>style.visibility</p:attrName>
                                        </p:attrNameLst>
                                      </p:cBhvr>
                                      <p:to>
                                        <p:strVal val="visible"/>
                                      </p:to>
                                    </p:set>
                                    <p:animEffect transition="in" filter="wipe(left)">
                                      <p:cBhvr>
                                        <p:cTn id="82" dur="500"/>
                                        <p:tgtEl>
                                          <p:spTgt spid="1036414"/>
                                        </p:tgtEl>
                                      </p:cBhvr>
                                    </p:animEffect>
                                  </p:childTnLst>
                                </p:cTn>
                              </p:par>
                            </p:childTnLst>
                          </p:cTn>
                        </p:par>
                        <p:par>
                          <p:cTn id="83" fill="hold" nodeType="afterGroup">
                            <p:stCondLst>
                              <p:cond delay="500"/>
                            </p:stCondLst>
                            <p:childTnLst>
                              <p:par>
                                <p:cTn id="84" presetID="22" presetClass="entr" presetSubtype="1" fill="hold" nodeType="afterEffect">
                                  <p:stCondLst>
                                    <p:cond delay="0"/>
                                  </p:stCondLst>
                                  <p:childTnLst>
                                    <p:set>
                                      <p:cBhvr>
                                        <p:cTn id="85" dur="1" fill="hold">
                                          <p:stCondLst>
                                            <p:cond delay="0"/>
                                          </p:stCondLst>
                                        </p:cTn>
                                        <p:tgtEl>
                                          <p:spTgt spid="1036415"/>
                                        </p:tgtEl>
                                        <p:attrNameLst>
                                          <p:attrName>style.visibility</p:attrName>
                                        </p:attrNameLst>
                                      </p:cBhvr>
                                      <p:to>
                                        <p:strVal val="visible"/>
                                      </p:to>
                                    </p:set>
                                    <p:animEffect transition="in" filter="wipe(up)">
                                      <p:cBhvr>
                                        <p:cTn id="86" dur="500"/>
                                        <p:tgtEl>
                                          <p:spTgt spid="1036415"/>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10" presetClass="entr" presetSubtype="0" fill="hold" nodeType="clickEffect">
                                  <p:stCondLst>
                                    <p:cond delay="0"/>
                                  </p:stCondLst>
                                  <p:childTnLst>
                                    <p:set>
                                      <p:cBhvr>
                                        <p:cTn id="90" dur="1" fill="hold">
                                          <p:stCondLst>
                                            <p:cond delay="0"/>
                                          </p:stCondLst>
                                        </p:cTn>
                                        <p:tgtEl>
                                          <p:spTgt spid="1036424"/>
                                        </p:tgtEl>
                                        <p:attrNameLst>
                                          <p:attrName>style.visibility</p:attrName>
                                        </p:attrNameLst>
                                      </p:cBhvr>
                                      <p:to>
                                        <p:strVal val="visible"/>
                                      </p:to>
                                    </p:set>
                                    <p:animEffect transition="in" filter="fade">
                                      <p:cBhvr>
                                        <p:cTn id="91" dur="2000"/>
                                        <p:tgtEl>
                                          <p:spTgt spid="1036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BC791E81-AA9C-E95D-2E64-30927CFCBF7F}"/>
              </a:ext>
            </a:extLst>
          </p:cNvPr>
          <p:cNvSpPr>
            <a:spLocks noGrp="1"/>
          </p:cNvSpPr>
          <p:nvPr>
            <p:ph type="title"/>
          </p:nvPr>
        </p:nvSpPr>
        <p:spPr/>
        <p:txBody>
          <a:bodyPr/>
          <a:lstStyle/>
          <a:p>
            <a:pPr eaLnBrk="1" hangingPunct="1"/>
            <a:r>
              <a:rPr lang="en-US" altLang="en-US" b="1"/>
              <a:t>The Data Dictionary and Metadata</a:t>
            </a:r>
          </a:p>
        </p:txBody>
      </p:sp>
      <p:sp>
        <p:nvSpPr>
          <p:cNvPr id="71683" name="Content Placeholder 2">
            <a:extLst>
              <a:ext uri="{FF2B5EF4-FFF2-40B4-BE49-F238E27FC236}">
                <a16:creationId xmlns:a16="http://schemas.microsoft.com/office/drawing/2014/main" id="{55241123-9D6E-AD3F-E8A4-55BE7A3D46FA}"/>
              </a:ext>
            </a:extLst>
          </p:cNvPr>
          <p:cNvSpPr>
            <a:spLocks noGrp="1"/>
          </p:cNvSpPr>
          <p:nvPr>
            <p:ph idx="1"/>
          </p:nvPr>
        </p:nvSpPr>
        <p:spPr>
          <a:xfrm>
            <a:off x="381000" y="1646238"/>
            <a:ext cx="8305800" cy="1401762"/>
          </a:xfrm>
        </p:spPr>
        <p:txBody>
          <a:bodyPr/>
          <a:lstStyle/>
          <a:p>
            <a:pPr eaLnBrk="1" hangingPunct="1">
              <a:lnSpc>
                <a:spcPct val="120000"/>
              </a:lnSpc>
              <a:spcAft>
                <a:spcPct val="0"/>
              </a:spcAft>
            </a:pPr>
            <a:r>
              <a:rPr lang="en-US" altLang="en-US" sz="2800"/>
              <a:t>A </a:t>
            </a:r>
            <a:r>
              <a:rPr lang="en-US" altLang="en-US" sz="2800" b="1" i="1">
                <a:solidFill>
                  <a:srgbClr val="0000FF"/>
                </a:solidFill>
              </a:rPr>
              <a:t>data dictionary </a:t>
            </a:r>
            <a:r>
              <a:rPr lang="en-US" altLang="en-US" sz="2800"/>
              <a:t>contains the information about the entities, attributes, and relationships on the ERD, or </a:t>
            </a:r>
            <a:r>
              <a:rPr lang="en-US" altLang="en-US" sz="2800" b="1" i="1">
                <a:solidFill>
                  <a:srgbClr val="0000FF"/>
                </a:solidFill>
              </a:rPr>
              <a:t>metadata</a:t>
            </a:r>
            <a:r>
              <a:rPr lang="en-US" altLang="en-US" sz="2800"/>
              <a:t>.</a:t>
            </a:r>
            <a:endParaRPr lang="en-US" altLang="en-US" sz="2800" b="1" i="1">
              <a:solidFill>
                <a:srgbClr val="0000FF"/>
              </a:solidFill>
            </a:endParaRPr>
          </a:p>
          <a:p>
            <a:pPr eaLnBrk="1" hangingPunct="1">
              <a:lnSpc>
                <a:spcPct val="120000"/>
              </a:lnSpc>
              <a:spcAft>
                <a:spcPct val="0"/>
              </a:spcAft>
            </a:pPr>
            <a:r>
              <a:rPr lang="en-US" altLang="en-US" sz="2800" b="1">
                <a:solidFill>
                  <a:srgbClr val="3333FF"/>
                </a:solidFill>
              </a:rPr>
              <a:t>Metadata</a:t>
            </a:r>
            <a:r>
              <a:rPr lang="en-US" altLang="en-US" sz="2800"/>
              <a:t> is </a:t>
            </a:r>
            <a:r>
              <a:rPr lang="en-US" altLang="en-US" sz="2800">
                <a:solidFill>
                  <a:srgbClr val="00B0F0"/>
                </a:solidFill>
              </a:rPr>
              <a:t>data about data</a:t>
            </a:r>
            <a:r>
              <a:rPr lang="en-US" altLang="en-US" sz="2800"/>
              <a:t>.</a:t>
            </a:r>
          </a:p>
          <a:p>
            <a:pPr eaLnBrk="1" hangingPunct="1">
              <a:lnSpc>
                <a:spcPct val="120000"/>
              </a:lnSpc>
              <a:spcAft>
                <a:spcPct val="0"/>
              </a:spcAft>
            </a:pPr>
            <a:r>
              <a:rPr lang="en-US" altLang="en-US" sz="2800">
                <a:solidFill>
                  <a:srgbClr val="00B0F0"/>
                </a:solidFill>
              </a:rPr>
              <a:t>Metadata</a:t>
            </a:r>
            <a:r>
              <a:rPr lang="en-US" altLang="en-US" sz="2800"/>
              <a:t> </a:t>
            </a:r>
            <a:r>
              <a:rPr lang="en-US" altLang="en-US" sz="2800">
                <a:solidFill>
                  <a:srgbClr val="00B0F0"/>
                </a:solidFill>
              </a:rPr>
              <a:t>is stored in the data dictionary </a:t>
            </a:r>
            <a:r>
              <a:rPr lang="en-US" altLang="en-US" sz="2800"/>
              <a:t>so it can be shared by developers and users throughout the SDLC.</a:t>
            </a:r>
          </a:p>
          <a:p>
            <a:pPr eaLnBrk="1" hangingPunct="1">
              <a:spcAft>
                <a:spcPct val="0"/>
              </a:spcAft>
              <a:buFont typeface="Wingdings" panose="05000000000000000000" pitchFamily="2" charset="2"/>
              <a:buNone/>
            </a:pPr>
            <a:endParaRPr lang="en-US" altLang="en-US" sz="2800"/>
          </a:p>
        </p:txBody>
      </p:sp>
      <p:sp>
        <p:nvSpPr>
          <p:cNvPr id="71684" name="Slide Number Placeholder 4">
            <a:extLst>
              <a:ext uri="{FF2B5EF4-FFF2-40B4-BE49-F238E27FC236}">
                <a16:creationId xmlns:a16="http://schemas.microsoft.com/office/drawing/2014/main" id="{B71BD0CF-F5A9-F381-DE18-762FFEBE7BBE}"/>
              </a:ext>
            </a:extLst>
          </p:cNvPr>
          <p:cNvSpPr>
            <a:spLocks noGrp="1"/>
          </p:cNvSpPr>
          <p:nvPr>
            <p:ph type="sldNum" sz="quarter" idx="4294967295"/>
          </p:nvPr>
        </p:nvSpPr>
        <p:spPr bwMode="auto">
          <a:xfrm>
            <a:off x="70104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anose="020B0604030504040204" pitchFamily="34" charset="0"/>
              </a:defRPr>
            </a:lvl1pPr>
            <a:lvl2pPr marL="742950" indent="-285750">
              <a:lnSpc>
                <a:spcPct val="90000"/>
              </a:lnSpc>
              <a:spcBef>
                <a:spcPct val="20000"/>
              </a:spcBef>
              <a:spcAft>
                <a:spcPct val="10000"/>
              </a:spcAft>
              <a:buChar char="–"/>
              <a:defRPr sz="1500">
                <a:solidFill>
                  <a:srgbClr val="004D75"/>
                </a:solidFill>
                <a:latin typeface="Verdana" panose="020B0604030504040204" pitchFamily="34" charset="0"/>
              </a:defRPr>
            </a:lvl2pPr>
            <a:lvl3pPr marL="1143000" indent="-228600">
              <a:lnSpc>
                <a:spcPct val="90000"/>
              </a:lnSpc>
              <a:spcBef>
                <a:spcPct val="20000"/>
              </a:spcBef>
              <a:spcAft>
                <a:spcPct val="20000"/>
              </a:spcAft>
              <a:buChar char="•"/>
              <a:defRPr sz="1200">
                <a:solidFill>
                  <a:srgbClr val="004D75"/>
                </a:solidFill>
                <a:latin typeface="Verdana" panose="020B0604030504040204" pitchFamily="34" charset="0"/>
              </a:defRPr>
            </a:lvl3pPr>
            <a:lvl4pPr marL="1600200" indent="-228600">
              <a:lnSpc>
                <a:spcPct val="90000"/>
              </a:lnSpc>
              <a:spcBef>
                <a:spcPct val="20000"/>
              </a:spcBef>
              <a:spcAft>
                <a:spcPct val="20000"/>
              </a:spcAft>
              <a:buChar char="–"/>
              <a:defRPr sz="1200">
                <a:solidFill>
                  <a:srgbClr val="004D75"/>
                </a:solidFill>
                <a:latin typeface="Verdana" panose="020B0604030504040204" pitchFamily="34" charset="0"/>
              </a:defRPr>
            </a:lvl4pPr>
            <a:lvl5pPr marL="2057400" indent="-228600">
              <a:lnSpc>
                <a:spcPct val="90000"/>
              </a:lnSpc>
              <a:spcBef>
                <a:spcPct val="20000"/>
              </a:spcBef>
              <a:spcAft>
                <a:spcPct val="20000"/>
              </a:spcAft>
              <a:buChar char="»"/>
              <a:defRPr sz="1200">
                <a:solidFill>
                  <a:srgbClr val="004D75"/>
                </a:solidFill>
                <a:latin typeface="Verdana" panose="020B0604030504040204"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9pPr>
          </a:lstStyle>
          <a:p>
            <a:pPr>
              <a:lnSpc>
                <a:spcPct val="100000"/>
              </a:lnSpc>
              <a:spcBef>
                <a:spcPct val="0"/>
              </a:spcBef>
              <a:spcAft>
                <a:spcPct val="0"/>
              </a:spcAft>
              <a:buFontTx/>
              <a:buNone/>
            </a:pPr>
            <a:r>
              <a:rPr lang="en-US" altLang="en-US" sz="1200">
                <a:solidFill>
                  <a:srgbClr val="898989"/>
                </a:solidFill>
                <a:latin typeface="Calibri" panose="020F0502020204030204" pitchFamily="34" charset="0"/>
              </a:rPr>
              <a:t>6-</a:t>
            </a:r>
            <a:fld id="{4ACD3BF0-36A8-44A2-9286-1D2B76615A05}" type="slidenum">
              <a:rPr lang="en-US" altLang="en-US" sz="1200">
                <a:solidFill>
                  <a:srgbClr val="898989"/>
                </a:solidFill>
                <a:latin typeface="Calibri" panose="020F0502020204030204" pitchFamily="34" charset="0"/>
              </a:rPr>
              <a:pPr>
                <a:lnSpc>
                  <a:spcPct val="100000"/>
                </a:lnSpc>
                <a:spcBef>
                  <a:spcPct val="0"/>
                </a:spcBef>
                <a:spcAft>
                  <a:spcPct val="0"/>
                </a:spcAft>
                <a:buFontTx/>
                <a:buNone/>
              </a:pPr>
              <a:t>53</a:t>
            </a:fld>
            <a:endParaRPr lang="en-US" altLang="en-US" sz="1200">
              <a:solidFill>
                <a:srgbClr val="898989"/>
              </a:solidFill>
              <a:latin typeface="Calibri" panose="020F0502020204030204" pitchFamily="34" charset="0"/>
            </a:endParaRPr>
          </a:p>
        </p:txBody>
      </p:sp>
      <p:sp>
        <p:nvSpPr>
          <p:cNvPr id="2" name="Rectangle 1">
            <a:extLst>
              <a:ext uri="{FF2B5EF4-FFF2-40B4-BE49-F238E27FC236}">
                <a16:creationId xmlns:a16="http://schemas.microsoft.com/office/drawing/2014/main" id="{06A3A897-D476-D81A-3EC5-AED8BB96265A}"/>
              </a:ext>
            </a:extLst>
          </p:cNvPr>
          <p:cNvSpPr/>
          <p:nvPr/>
        </p:nvSpPr>
        <p:spPr bwMode="auto">
          <a:xfrm>
            <a:off x="0" y="6041571"/>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7486859A-89CC-F103-F5CD-75945D48B6FF}"/>
              </a:ext>
            </a:extLst>
          </p:cNvPr>
          <p:cNvSpPr>
            <a:spLocks noGrp="1"/>
          </p:cNvSpPr>
          <p:nvPr>
            <p:ph type="title"/>
          </p:nvPr>
        </p:nvSpPr>
        <p:spPr>
          <a:xfrm>
            <a:off x="381000" y="228600"/>
            <a:ext cx="8305800" cy="1066800"/>
          </a:xfrm>
        </p:spPr>
        <p:txBody>
          <a:bodyPr/>
          <a:lstStyle/>
          <a:p>
            <a:pPr eaLnBrk="1" hangingPunct="1"/>
            <a:r>
              <a:rPr lang="en-US" altLang="en-US" b="1"/>
              <a:t>The Data Dictionary and Metadata (cont.)</a:t>
            </a:r>
            <a:endParaRPr lang="en-US" altLang="en-US"/>
          </a:p>
        </p:txBody>
      </p:sp>
      <p:sp>
        <p:nvSpPr>
          <p:cNvPr id="75779" name="Content Placeholder 2">
            <a:extLst>
              <a:ext uri="{FF2B5EF4-FFF2-40B4-BE49-F238E27FC236}">
                <a16:creationId xmlns:a16="http://schemas.microsoft.com/office/drawing/2014/main" id="{E691B8AD-5B99-8D4F-FBF7-0B541525FED8}"/>
              </a:ext>
            </a:extLst>
          </p:cNvPr>
          <p:cNvSpPr>
            <a:spLocks noGrp="1"/>
          </p:cNvSpPr>
          <p:nvPr>
            <p:ph idx="1"/>
          </p:nvPr>
        </p:nvSpPr>
        <p:spPr/>
        <p:txBody>
          <a:bodyPr/>
          <a:lstStyle/>
          <a:p>
            <a:pPr algn="ctr" eaLnBrk="1" hangingPunct="1">
              <a:spcBef>
                <a:spcPct val="0"/>
              </a:spcBef>
              <a:buFont typeface="Wingdings" panose="05000000000000000000" pitchFamily="2" charset="2"/>
              <a:buNone/>
            </a:pPr>
            <a:r>
              <a:rPr lang="en-US" altLang="en-US"/>
              <a:t>Types of Metadata Captured by the Data Dictionary</a:t>
            </a:r>
          </a:p>
          <a:p>
            <a:pPr eaLnBrk="1" hangingPunct="1">
              <a:spcBef>
                <a:spcPct val="0"/>
              </a:spcBef>
            </a:pPr>
            <a:endParaRPr lang="en-US" altLang="en-US"/>
          </a:p>
        </p:txBody>
      </p:sp>
      <p:sp>
        <p:nvSpPr>
          <p:cNvPr id="75780" name="Slide Number Placeholder 4">
            <a:extLst>
              <a:ext uri="{FF2B5EF4-FFF2-40B4-BE49-F238E27FC236}">
                <a16:creationId xmlns:a16="http://schemas.microsoft.com/office/drawing/2014/main" id="{E9AB8D56-50B3-96B3-5023-2F4134F164C1}"/>
              </a:ext>
            </a:extLst>
          </p:cNvPr>
          <p:cNvSpPr>
            <a:spLocks noGrp="1"/>
          </p:cNvSpPr>
          <p:nvPr>
            <p:ph type="sldNum" sz="quarter" idx="4294967295"/>
          </p:nvPr>
        </p:nvSpPr>
        <p:spPr bwMode="auto">
          <a:xfrm>
            <a:off x="70104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0000"/>
              </a:lnSpc>
              <a:spcBef>
                <a:spcPct val="30000"/>
              </a:spcBef>
              <a:spcAft>
                <a:spcPct val="20000"/>
              </a:spcAft>
              <a:buChar char="•"/>
              <a:defRPr>
                <a:solidFill>
                  <a:srgbClr val="004D75"/>
                </a:solidFill>
                <a:latin typeface="Verdana" panose="020B0604030504040204" pitchFamily="34" charset="0"/>
              </a:defRPr>
            </a:lvl1pPr>
            <a:lvl2pPr marL="742950" indent="-285750">
              <a:lnSpc>
                <a:spcPct val="90000"/>
              </a:lnSpc>
              <a:spcBef>
                <a:spcPct val="20000"/>
              </a:spcBef>
              <a:spcAft>
                <a:spcPct val="10000"/>
              </a:spcAft>
              <a:buChar char="–"/>
              <a:defRPr sz="1500">
                <a:solidFill>
                  <a:srgbClr val="004D75"/>
                </a:solidFill>
                <a:latin typeface="Verdana" panose="020B0604030504040204" pitchFamily="34" charset="0"/>
              </a:defRPr>
            </a:lvl2pPr>
            <a:lvl3pPr marL="1143000" indent="-228600">
              <a:lnSpc>
                <a:spcPct val="90000"/>
              </a:lnSpc>
              <a:spcBef>
                <a:spcPct val="20000"/>
              </a:spcBef>
              <a:spcAft>
                <a:spcPct val="20000"/>
              </a:spcAft>
              <a:buChar char="•"/>
              <a:defRPr sz="1200">
                <a:solidFill>
                  <a:srgbClr val="004D75"/>
                </a:solidFill>
                <a:latin typeface="Verdana" panose="020B0604030504040204" pitchFamily="34" charset="0"/>
              </a:defRPr>
            </a:lvl3pPr>
            <a:lvl4pPr marL="1600200" indent="-228600">
              <a:lnSpc>
                <a:spcPct val="90000"/>
              </a:lnSpc>
              <a:spcBef>
                <a:spcPct val="20000"/>
              </a:spcBef>
              <a:spcAft>
                <a:spcPct val="20000"/>
              </a:spcAft>
              <a:buChar char="–"/>
              <a:defRPr sz="1200">
                <a:solidFill>
                  <a:srgbClr val="004D75"/>
                </a:solidFill>
                <a:latin typeface="Verdana" panose="020B0604030504040204" pitchFamily="34" charset="0"/>
              </a:defRPr>
            </a:lvl4pPr>
            <a:lvl5pPr marL="2057400" indent="-228600">
              <a:lnSpc>
                <a:spcPct val="90000"/>
              </a:lnSpc>
              <a:spcBef>
                <a:spcPct val="20000"/>
              </a:spcBef>
              <a:spcAft>
                <a:spcPct val="20000"/>
              </a:spcAft>
              <a:buChar char="»"/>
              <a:defRPr sz="1200">
                <a:solidFill>
                  <a:srgbClr val="004D75"/>
                </a:solidFill>
                <a:latin typeface="Verdana" panose="020B0604030504040204" pitchFamily="34" charset="0"/>
              </a:defRPr>
            </a:lvl5pPr>
            <a:lvl6pPr marL="25146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6pPr>
            <a:lvl7pPr marL="29718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7pPr>
            <a:lvl8pPr marL="34290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8pPr>
            <a:lvl9pPr marL="3886200" indent="-228600" eaLnBrk="0" fontAlgn="base" hangingPunct="0">
              <a:lnSpc>
                <a:spcPct val="90000"/>
              </a:lnSpc>
              <a:spcBef>
                <a:spcPct val="20000"/>
              </a:spcBef>
              <a:spcAft>
                <a:spcPct val="20000"/>
              </a:spcAft>
              <a:buChar char="»"/>
              <a:defRPr sz="1200">
                <a:solidFill>
                  <a:srgbClr val="004D75"/>
                </a:solidFill>
                <a:latin typeface="Verdana" panose="020B0604030504040204" pitchFamily="34" charset="0"/>
              </a:defRPr>
            </a:lvl9pPr>
          </a:lstStyle>
          <a:p>
            <a:pPr>
              <a:lnSpc>
                <a:spcPct val="100000"/>
              </a:lnSpc>
              <a:spcBef>
                <a:spcPct val="0"/>
              </a:spcBef>
              <a:spcAft>
                <a:spcPct val="0"/>
              </a:spcAft>
              <a:buFontTx/>
              <a:buNone/>
            </a:pPr>
            <a:r>
              <a:rPr lang="en-US" altLang="en-US" sz="1200">
                <a:solidFill>
                  <a:srgbClr val="898989"/>
                </a:solidFill>
                <a:latin typeface="Calibri" panose="020F0502020204030204" pitchFamily="34" charset="0"/>
              </a:rPr>
              <a:t>6-</a:t>
            </a:r>
            <a:fld id="{CDE88A4B-6C5E-4577-90D6-FACFFA4FB4F9}" type="slidenum">
              <a:rPr lang="en-US" altLang="en-US" sz="1200">
                <a:solidFill>
                  <a:srgbClr val="898989"/>
                </a:solidFill>
                <a:latin typeface="Calibri" panose="020F0502020204030204" pitchFamily="34" charset="0"/>
              </a:rPr>
              <a:pPr>
                <a:lnSpc>
                  <a:spcPct val="100000"/>
                </a:lnSpc>
                <a:spcBef>
                  <a:spcPct val="0"/>
                </a:spcBef>
                <a:spcAft>
                  <a:spcPct val="0"/>
                </a:spcAft>
                <a:buFontTx/>
                <a:buNone/>
              </a:pPr>
              <a:t>54</a:t>
            </a:fld>
            <a:endParaRPr lang="en-US" altLang="en-US" sz="1200">
              <a:solidFill>
                <a:srgbClr val="898989"/>
              </a:solidFill>
              <a:latin typeface="Calibri" panose="020F0502020204030204" pitchFamily="34" charset="0"/>
            </a:endParaRPr>
          </a:p>
        </p:txBody>
      </p:sp>
      <p:pic>
        <p:nvPicPr>
          <p:cNvPr id="6" name="Picture 2" descr="fig_06_09">
            <a:extLst>
              <a:ext uri="{FF2B5EF4-FFF2-40B4-BE49-F238E27FC236}">
                <a16:creationId xmlns:a16="http://schemas.microsoft.com/office/drawing/2014/main" id="{44222DEF-7773-24DB-D988-9AB4387279B1}"/>
              </a:ext>
            </a:extLst>
          </p:cNvPr>
          <p:cNvPicPr preferRelativeResize="0">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304800" y="1235075"/>
            <a:ext cx="86868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a:extLst>
              <a:ext uri="{FF2B5EF4-FFF2-40B4-BE49-F238E27FC236}">
                <a16:creationId xmlns:a16="http://schemas.microsoft.com/office/drawing/2014/main" id="{EC539027-AA4B-F52A-A07B-1A80B27AC0F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219200" y="1524000"/>
            <a:ext cx="6629400" cy="3810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a:extLst>
              <a:ext uri="{FF2B5EF4-FFF2-40B4-BE49-F238E27FC236}">
                <a16:creationId xmlns:a16="http://schemas.microsoft.com/office/drawing/2014/main" id="{2B0DD957-9C06-7FC5-F7FD-49F802E9B50D}"/>
              </a:ext>
            </a:extLst>
          </p:cNvPr>
          <p:cNvSpPr/>
          <p:nvPr/>
        </p:nvSpPr>
        <p:spPr bwMode="auto">
          <a:xfrm>
            <a:off x="0" y="5987143"/>
            <a:ext cx="9144000" cy="870857"/>
          </a:xfrm>
          <a:prstGeom prst="rect">
            <a:avLst/>
          </a:prstGeom>
          <a:solidFill>
            <a:schemeClr val="accent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MY" sz="1000" b="0" i="0" u="none" strike="noStrike" cap="none" normalizeH="0" baseline="0">
              <a:ln>
                <a:noFill/>
              </a:ln>
              <a:solidFill>
                <a:srgbClr val="004D75"/>
              </a:solidFill>
              <a:effectLst/>
              <a:latin typeface="Verdana" pitchFamily="34" charset="0"/>
              <a:cs typeface="Arial"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IW_TYPE_IMAGE" val="Text Box 3"/>
</p:tagLst>
</file>

<file path=ppt/tags/tag2.xml><?xml version="1.0" encoding="utf-8"?>
<p:tagLst xmlns:a="http://schemas.openxmlformats.org/drawingml/2006/main" xmlns:r="http://schemas.openxmlformats.org/officeDocument/2006/relationships" xmlns:p="http://schemas.openxmlformats.org/presentationml/2006/main">
  <p:tag name="TYPE" val="0"/>
  <p:tag name="POINTS" val="1"/>
  <p:tag name="TIME" val="15"/>
  <p:tag name="QUESTION" val="1"/>
</p:tagLst>
</file>

<file path=ppt/tags/tag3.xml><?xml version="1.0" encoding="utf-8"?>
<p:tagLst xmlns:a="http://schemas.openxmlformats.org/drawingml/2006/main" xmlns:r="http://schemas.openxmlformats.org/officeDocument/2006/relationships" xmlns:p="http://schemas.openxmlformats.org/presentationml/2006/main">
  <p:tag name="TYPE" val="0"/>
  <p:tag name="POINTS" val="1"/>
  <p:tag name="TIME" val="15"/>
  <p:tag name="QUESTION" val="1"/>
</p:tagLst>
</file>

<file path=ppt/tags/tag4.xml><?xml version="1.0" encoding="utf-8"?>
<p:tagLst xmlns:a="http://schemas.openxmlformats.org/drawingml/2006/main" xmlns:r="http://schemas.openxmlformats.org/officeDocument/2006/relationships" xmlns:p="http://schemas.openxmlformats.org/presentationml/2006/main">
  <p:tag name="IIW_TYPE_IMAGE" val="Text Box 3"/>
</p:tagLst>
</file>

<file path=ppt/theme/_rels/theme2.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000" b="0" i="0" u="none" strike="noStrike" cap="none" normalizeH="0" baseline="0" smtClean="0">
            <a:ln>
              <a:noFill/>
            </a:ln>
            <a:solidFill>
              <a:srgbClr val="004D75"/>
            </a:solidFill>
            <a:effectLst/>
            <a:latin typeface="Verdana" pitchFamily="34"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1000" b="0" i="0" u="none" strike="noStrike" cap="none" normalizeH="0" baseline="0" smtClean="0">
            <a:ln>
              <a:noFill/>
            </a:ln>
            <a:solidFill>
              <a:srgbClr val="004D75"/>
            </a:solidFill>
            <a:effectLst/>
            <a:latin typeface="Verdana" pitchFamily="34" charset="0"/>
            <a:cs typeface="Arial"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004b1a65-5906-45b5-aebc-40e07deae0d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EEE190EC47C3646B3B75441771ECE24" ma:contentTypeVersion="10" ma:contentTypeDescription="Create a new document." ma:contentTypeScope="" ma:versionID="70f0221b1852df47f9f39bc5fe0e8c13">
  <xsd:schema xmlns:xsd="http://www.w3.org/2001/XMLSchema" xmlns:xs="http://www.w3.org/2001/XMLSchema" xmlns:p="http://schemas.microsoft.com/office/2006/metadata/properties" xmlns:ns3="004b1a65-5906-45b5-aebc-40e07deae0da" targetNamespace="http://schemas.microsoft.com/office/2006/metadata/properties" ma:root="true" ma:fieldsID="86d3048c7ee7f904eb6c2b5d22d08dd4" ns3:_="">
    <xsd:import namespace="004b1a65-5906-45b5-aebc-40e07deae0d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LengthInSeconds" minOccurs="0"/>
                <xsd:element ref="ns3:_activity"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4b1a65-5906-45b5-aebc-40e07deae0d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_activity" ma:index="16" nillable="true" ma:displayName="_activity" ma:hidden="true" ma:internalName="_activity">
      <xsd:simpleType>
        <xsd:restriction base="dms:Note"/>
      </xsd:simpleType>
    </xsd:element>
    <xsd:element name="MediaServiceOCR" ma:index="17"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0814EC4-860F-404C-B83D-C06B8757CBC6}">
  <ds:schemaRefs>
    <ds:schemaRef ds:uri="http://schemas.microsoft.com/sharepoint/v3/contenttype/forms"/>
  </ds:schemaRefs>
</ds:datastoreItem>
</file>

<file path=customXml/itemProps2.xml><?xml version="1.0" encoding="utf-8"?>
<ds:datastoreItem xmlns:ds="http://schemas.openxmlformats.org/officeDocument/2006/customXml" ds:itemID="{487E566A-1536-4FDC-9B06-A9DFC54E0F15}">
  <ds:schemaRefs>
    <ds:schemaRef ds:uri="http://www.w3.org/XML/1998/namespace"/>
    <ds:schemaRef ds:uri="http://schemas.microsoft.com/office/2006/documentManagement/types"/>
    <ds:schemaRef ds:uri="http://purl.org/dc/dcmitype/"/>
    <ds:schemaRef ds:uri="http://schemas.openxmlformats.org/package/2006/metadata/core-properties"/>
    <ds:schemaRef ds:uri="http://purl.org/dc/terms/"/>
    <ds:schemaRef ds:uri="http://purl.org/dc/elements/1.1/"/>
    <ds:schemaRef ds:uri="http://schemas.microsoft.com/office/2006/metadata/properties"/>
    <ds:schemaRef ds:uri="004b1a65-5906-45b5-aebc-40e07deae0da"/>
    <ds:schemaRef ds:uri="http://schemas.microsoft.com/office/infopath/2007/PartnerControls"/>
  </ds:schemaRefs>
</ds:datastoreItem>
</file>

<file path=customXml/itemProps3.xml><?xml version="1.0" encoding="utf-8"?>
<ds:datastoreItem xmlns:ds="http://schemas.openxmlformats.org/officeDocument/2006/customXml" ds:itemID="{57BFCE52-83E4-44FC-BB96-8995AFDB78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4b1a65-5906-45b5-aebc-40e07deae0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SAD template</Template>
  <TotalTime>35477</TotalTime>
  <Words>2975</Words>
  <Application>Microsoft Office PowerPoint</Application>
  <PresentationFormat>On-screen Show (4:3)</PresentationFormat>
  <Paragraphs>587</Paragraphs>
  <Slides>55</Slides>
  <Notes>31</Notes>
  <HiddenSlides>0</HiddenSlides>
  <MMClips>0</MMClips>
  <ScaleCrop>false</ScaleCrop>
  <HeadingPairs>
    <vt:vector size="4" baseType="variant">
      <vt:variant>
        <vt:lpstr>Theme</vt:lpstr>
      </vt:variant>
      <vt:variant>
        <vt:i4>2</vt:i4>
      </vt:variant>
      <vt:variant>
        <vt:lpstr>Slide Titles</vt:lpstr>
      </vt:variant>
      <vt:variant>
        <vt:i4>55</vt:i4>
      </vt:variant>
    </vt:vector>
  </HeadingPairs>
  <TitlesOfParts>
    <vt:vector size="57" baseType="lpstr">
      <vt:lpstr>blank</vt:lpstr>
      <vt:lpstr>Savon</vt:lpstr>
      <vt:lpstr>Chap 7 – Data Modeling  Entity Relationship Diagram (ERD) </vt:lpstr>
      <vt:lpstr>Learning Objectives</vt:lpstr>
      <vt:lpstr>Main Deliverables &amp; Outcomes</vt:lpstr>
      <vt:lpstr>Other Deliverables &amp; Outcomes</vt:lpstr>
      <vt:lpstr>THE ENTITY-RELATIONSHIP DIAGRAM (ERD)</vt:lpstr>
      <vt:lpstr>Elements of an Entity Relationship Diagram</vt:lpstr>
      <vt:lpstr>Videos Links</vt:lpstr>
      <vt:lpstr>CREATING AN ENTITY RELATIONSHIP DIAGRAM (ERD)</vt:lpstr>
      <vt:lpstr>Step 1: Identify the Entities</vt:lpstr>
      <vt:lpstr>Step 2: Add Attributes and Assign Identifiers</vt:lpstr>
      <vt:lpstr>Step3: Identify Relationships</vt:lpstr>
      <vt:lpstr>ENTITIES</vt:lpstr>
      <vt:lpstr>ATTRIBUTES</vt:lpstr>
      <vt:lpstr>PowerPoint Presentation</vt:lpstr>
      <vt:lpstr>Student Activity #1</vt:lpstr>
      <vt:lpstr>Functional Dependency</vt:lpstr>
      <vt:lpstr>Keys Attributes (a.k.a Key Identifiers)</vt:lpstr>
      <vt:lpstr>Primary Key Attributes</vt:lpstr>
      <vt:lpstr>Student Activity #2</vt:lpstr>
      <vt:lpstr>Relating Entities with Foreign Key Attributes</vt:lpstr>
      <vt:lpstr>Relating Entities with Foreign Key Attributes</vt:lpstr>
      <vt:lpstr>Student Activity #3</vt:lpstr>
      <vt:lpstr>Compound and Composite Keys</vt:lpstr>
      <vt:lpstr>Candidate Key Identifiers</vt:lpstr>
      <vt:lpstr>RELATIONSHIPS</vt:lpstr>
      <vt:lpstr>Cardinality and Modality </vt:lpstr>
      <vt:lpstr>Cardinality</vt:lpstr>
      <vt:lpstr>Cardinality (Cont.)</vt:lpstr>
      <vt:lpstr>Modality/Optionality</vt:lpstr>
      <vt:lpstr>Optionality</vt:lpstr>
      <vt:lpstr>one-to-many (1:n or n:1)</vt:lpstr>
      <vt:lpstr>one-to-many (1:n or n:1)</vt:lpstr>
      <vt:lpstr>one-to-one (1:1)</vt:lpstr>
      <vt:lpstr>one-to-one (1:1)</vt:lpstr>
      <vt:lpstr>PowerPoint Presentation</vt:lpstr>
      <vt:lpstr>Student Activity #4</vt:lpstr>
      <vt:lpstr>many-to-many (m:n)</vt:lpstr>
      <vt:lpstr>m:n Relationships Require Link Entities</vt:lpstr>
      <vt:lpstr>Optionality and Link Entities</vt:lpstr>
      <vt:lpstr>Optionality and Link Entities</vt:lpstr>
      <vt:lpstr>Rules for Link Entities</vt:lpstr>
      <vt:lpstr>Rules for Link Entities (cont.)</vt:lpstr>
      <vt:lpstr>Student Activity #5</vt:lpstr>
      <vt:lpstr>Exclusive Relationships</vt:lpstr>
      <vt:lpstr>Multiple Relationships</vt:lpstr>
      <vt:lpstr>Multiple Binary Relationships</vt:lpstr>
      <vt:lpstr>Student Activity #7</vt:lpstr>
      <vt:lpstr>Student Activity #7 (answer)</vt:lpstr>
      <vt:lpstr>Ternary Relationships</vt:lpstr>
      <vt:lpstr>Worked Example</vt:lpstr>
      <vt:lpstr>Worked Example</vt:lpstr>
      <vt:lpstr>Worked Example</vt:lpstr>
      <vt:lpstr>The Data Dictionary and Metadata</vt:lpstr>
      <vt:lpstr>The Data Dictionary and Metadata (cont.)</vt:lpstr>
      <vt:lpstr>PowerPoint Presentation</vt:lpstr>
    </vt:vector>
  </TitlesOfParts>
  <Company>The Nottingham Trent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UK Labour Market</dc:title>
  <dc:creator>REG3TOWERJE</dc:creator>
  <cp:lastModifiedBy>Lim Wen-I</cp:lastModifiedBy>
  <cp:revision>436</cp:revision>
  <cp:lastPrinted>2017-11-20T07:09:07Z</cp:lastPrinted>
  <dcterms:created xsi:type="dcterms:W3CDTF">2004-11-15T14:14:18Z</dcterms:created>
  <dcterms:modified xsi:type="dcterms:W3CDTF">2025-11-13T04:55:51Z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0x0101004EEE190EC47C3646B3B75441771ECE24</vt:lpwstr>
  </property>
</Properties>
</file>