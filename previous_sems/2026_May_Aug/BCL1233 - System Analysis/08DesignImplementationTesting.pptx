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47"/>
  </p:notesMasterIdLst>
  <p:handoutMasterIdLst>
    <p:handoutMasterId r:id="rId48"/>
  </p:handoutMasterIdLst>
  <p:sldIdLst>
    <p:sldId id="256" r:id="rId2"/>
    <p:sldId id="563" r:id="rId3"/>
    <p:sldId id="696" r:id="rId4"/>
    <p:sldId id="669" r:id="rId5"/>
    <p:sldId id="670" r:id="rId6"/>
    <p:sldId id="671" r:id="rId7"/>
    <p:sldId id="697" r:id="rId8"/>
    <p:sldId id="672" r:id="rId9"/>
    <p:sldId id="673" r:id="rId10"/>
    <p:sldId id="675" r:id="rId11"/>
    <p:sldId id="674" r:id="rId12"/>
    <p:sldId id="698" r:id="rId13"/>
    <p:sldId id="676" r:id="rId14"/>
    <p:sldId id="678" r:id="rId15"/>
    <p:sldId id="699" r:id="rId16"/>
    <p:sldId id="700" r:id="rId17"/>
    <p:sldId id="701" r:id="rId18"/>
    <p:sldId id="308" r:id="rId19"/>
    <p:sldId id="275" r:id="rId20"/>
    <p:sldId id="702" r:id="rId21"/>
    <p:sldId id="703" r:id="rId22"/>
    <p:sldId id="283" r:id="rId23"/>
    <p:sldId id="284" r:id="rId24"/>
    <p:sldId id="285" r:id="rId25"/>
    <p:sldId id="290" r:id="rId26"/>
    <p:sldId id="288" r:id="rId27"/>
    <p:sldId id="289" r:id="rId28"/>
    <p:sldId id="292" r:id="rId29"/>
    <p:sldId id="293" r:id="rId30"/>
    <p:sldId id="263" r:id="rId31"/>
    <p:sldId id="750" r:id="rId32"/>
    <p:sldId id="687" r:id="rId33"/>
    <p:sldId id="257" r:id="rId34"/>
    <p:sldId id="265" r:id="rId35"/>
    <p:sldId id="266" r:id="rId36"/>
    <p:sldId id="268" r:id="rId37"/>
    <p:sldId id="269" r:id="rId38"/>
    <p:sldId id="270" r:id="rId39"/>
    <p:sldId id="742" r:id="rId40"/>
    <p:sldId id="271" r:id="rId41"/>
    <p:sldId id="744" r:id="rId42"/>
    <p:sldId id="272" r:id="rId43"/>
    <p:sldId id="273" r:id="rId44"/>
    <p:sldId id="274" r:id="rId45"/>
    <p:sldId id="282" r:id="rId46"/>
  </p:sldIdLst>
  <p:sldSz cx="9144000" cy="6858000" type="screen4x3"/>
  <p:notesSz cx="7008813" cy="9294813"/>
  <p:defaultTextStyle>
    <a:defPPr>
      <a:defRPr lang="en-GB"/>
    </a:defPPr>
    <a:lvl1pPr algn="l" rtl="0" eaLnBrk="0" fontAlgn="base" hangingPunct="0">
      <a:spcBef>
        <a:spcPct val="0"/>
      </a:spcBef>
      <a:spcAft>
        <a:spcPct val="0"/>
      </a:spcAft>
      <a:defRPr sz="2400" kern="1200">
        <a:solidFill>
          <a:schemeClr val="bg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bg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bg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bg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bg1"/>
        </a:solidFill>
        <a:latin typeface="Times New Roman" panose="02020603050405020304" pitchFamily="18" charset="0"/>
        <a:ea typeface="+mn-ea"/>
        <a:cs typeface="+mn-cs"/>
      </a:defRPr>
    </a:lvl5pPr>
    <a:lvl6pPr marL="2286000" algn="l" defTabSz="914400" rtl="0" eaLnBrk="1" latinLnBrk="0" hangingPunct="1">
      <a:defRPr sz="2400" kern="1200">
        <a:solidFill>
          <a:schemeClr val="bg1"/>
        </a:solidFill>
        <a:latin typeface="Times New Roman" panose="02020603050405020304" pitchFamily="18" charset="0"/>
        <a:ea typeface="+mn-ea"/>
        <a:cs typeface="+mn-cs"/>
      </a:defRPr>
    </a:lvl6pPr>
    <a:lvl7pPr marL="2743200" algn="l" defTabSz="914400" rtl="0" eaLnBrk="1" latinLnBrk="0" hangingPunct="1">
      <a:defRPr sz="2400" kern="1200">
        <a:solidFill>
          <a:schemeClr val="bg1"/>
        </a:solidFill>
        <a:latin typeface="Times New Roman" panose="02020603050405020304" pitchFamily="18" charset="0"/>
        <a:ea typeface="+mn-ea"/>
        <a:cs typeface="+mn-cs"/>
      </a:defRPr>
    </a:lvl7pPr>
    <a:lvl8pPr marL="3200400" algn="l" defTabSz="914400" rtl="0" eaLnBrk="1" latinLnBrk="0" hangingPunct="1">
      <a:defRPr sz="2400" kern="1200">
        <a:solidFill>
          <a:schemeClr val="bg1"/>
        </a:solidFill>
        <a:latin typeface="Times New Roman" panose="02020603050405020304" pitchFamily="18" charset="0"/>
        <a:ea typeface="+mn-ea"/>
        <a:cs typeface="+mn-cs"/>
      </a:defRPr>
    </a:lvl8pPr>
    <a:lvl9pPr marL="3657600" algn="l" defTabSz="914400" rtl="0" eaLnBrk="1" latinLnBrk="0" hangingPunct="1">
      <a:defRPr sz="2400" kern="1200">
        <a:solidFill>
          <a:schemeClr val="bg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3464A1-8AB8-54CD-D50D-5B766C9ACFBE}" v="1" dt="2025-11-23T13:47:40.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outlineViewPr>
    <p:cViewPr varScale="1">
      <p:scale>
        <a:sx n="170" d="200"/>
        <a:sy n="170" d="200"/>
      </p:scale>
      <p:origin x="-780" y="-84"/>
    </p:cViewPr>
    <p:sldLst>
      <p:sld r:id="rId1" collapse="1"/>
      <p:sld r:id="rId2" collapse="1"/>
      <p:sld r:id="rId3" collapse="1"/>
    </p:sldLst>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slide" Target="slides/slide26.xml"/><Relationship Id="rId1"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Wen-I" userId="4f6c7eb3-5643-4e91-aeb7-39086a2dad27" providerId="ADAL" clId="{4377D0C4-B1ED-4164-97B6-E272DBE49AC9}"/>
    <pc:docChg chg="modSld">
      <pc:chgData name="Lim Wen-I" userId="4f6c7eb3-5643-4e91-aeb7-39086a2dad27" providerId="ADAL" clId="{4377D0C4-B1ED-4164-97B6-E272DBE49AC9}" dt="2025-11-16T16:33:50.608" v="16" actId="20577"/>
      <pc:docMkLst>
        <pc:docMk/>
      </pc:docMkLst>
      <pc:sldChg chg="modSp mod">
        <pc:chgData name="Lim Wen-I" userId="4f6c7eb3-5643-4e91-aeb7-39086a2dad27" providerId="ADAL" clId="{4377D0C4-B1ED-4164-97B6-E272DBE49AC9}" dt="2025-11-16T16:33:50.608" v="16" actId="20577"/>
        <pc:sldMkLst>
          <pc:docMk/>
          <pc:sldMk cId="0" sldId="256"/>
        </pc:sldMkLst>
        <pc:spChg chg="mod">
          <ac:chgData name="Lim Wen-I" userId="4f6c7eb3-5643-4e91-aeb7-39086a2dad27" providerId="ADAL" clId="{4377D0C4-B1ED-4164-97B6-E272DBE49AC9}" dt="2025-11-16T16:33:50.608" v="16" actId="20577"/>
          <ac:spMkLst>
            <pc:docMk/>
            <pc:sldMk cId="0" sldId="256"/>
            <ac:spMk id="4097" creationId="{C5AC1A7B-E55A-3965-0AD6-9D10CD3FCB2D}"/>
          </ac:spMkLst>
        </pc:spChg>
      </pc:sldChg>
    </pc:docChg>
  </pc:docChgLst>
  <pc:docChgLst>
    <pc:chgData name="Lim Wen-I" userId="S::limwen-i@segi.edu.my::4f6c7eb3-5643-4e91-aeb7-39086a2dad27" providerId="AD" clId="Web-{A03464A1-8AB8-54CD-D50D-5B766C9ACFBE}"/>
    <pc:docChg chg="modSld">
      <pc:chgData name="Lim Wen-I" userId="S::limwen-i@segi.edu.my::4f6c7eb3-5643-4e91-aeb7-39086a2dad27" providerId="AD" clId="Web-{A03464A1-8AB8-54CD-D50D-5B766C9ACFBE}" dt="2025-11-23T13:47:40.450" v="0"/>
      <pc:docMkLst>
        <pc:docMk/>
      </pc:docMkLst>
      <pc:sldChg chg="mod modShow">
        <pc:chgData name="Lim Wen-I" userId="S::limwen-i@segi.edu.my::4f6c7eb3-5643-4e91-aeb7-39086a2dad27" providerId="AD" clId="Web-{A03464A1-8AB8-54CD-D50D-5B766C9ACFBE}" dt="2025-11-23T13:47:40.450" v="0"/>
        <pc:sldMkLst>
          <pc:docMk/>
          <pc:sldMk cId="0" sldId="563"/>
        </pc:sldMkLst>
      </pc:sldChg>
    </pc:docChg>
  </pc:docChgLst>
  <pc:docChgLst>
    <pc:chgData name="Lim Wen-I" userId="4f6c7eb3-5643-4e91-aeb7-39086a2dad27" providerId="ADAL" clId="{9B29DF59-B6CD-47F0-AD4F-C2B801A168A2}"/>
    <pc:docChg chg="addSld delSld modSld sldOrd">
      <pc:chgData name="Lim Wen-I" userId="4f6c7eb3-5643-4e91-aeb7-39086a2dad27" providerId="ADAL" clId="{9B29DF59-B6CD-47F0-AD4F-C2B801A168A2}" dt="2025-11-23T14:45:52.044" v="8" actId="113"/>
      <pc:docMkLst>
        <pc:docMk/>
      </pc:docMkLst>
      <pc:sldChg chg="del mod modShow">
        <pc:chgData name="Lim Wen-I" userId="4f6c7eb3-5643-4e91-aeb7-39086a2dad27" providerId="ADAL" clId="{9B29DF59-B6CD-47F0-AD4F-C2B801A168A2}" dt="2025-11-23T14:36:46.251" v="1" actId="47"/>
        <pc:sldMkLst>
          <pc:docMk/>
          <pc:sldMk cId="0" sldId="264"/>
        </pc:sldMkLst>
      </pc:sldChg>
      <pc:sldChg chg="modSp add mod">
        <pc:chgData name="Lim Wen-I" userId="4f6c7eb3-5643-4e91-aeb7-39086a2dad27" providerId="ADAL" clId="{9B29DF59-B6CD-47F0-AD4F-C2B801A168A2}" dt="2025-11-23T14:45:52.044" v="8" actId="113"/>
        <pc:sldMkLst>
          <pc:docMk/>
          <pc:sldMk cId="4011008114" sldId="687"/>
        </pc:sldMkLst>
        <pc:spChg chg="mod">
          <ac:chgData name="Lim Wen-I" userId="4f6c7eb3-5643-4e91-aeb7-39086a2dad27" providerId="ADAL" clId="{9B29DF59-B6CD-47F0-AD4F-C2B801A168A2}" dt="2025-11-23T14:45:52.044" v="8" actId="113"/>
          <ac:spMkLst>
            <pc:docMk/>
            <pc:sldMk cId="4011008114" sldId="687"/>
            <ac:spMk id="2" creationId="{00000000-0000-0000-0000-000000000000}"/>
          </ac:spMkLst>
        </pc:spChg>
      </pc:sldChg>
      <pc:sldChg chg="add ord">
        <pc:chgData name="Lim Wen-I" userId="4f6c7eb3-5643-4e91-aeb7-39086a2dad27" providerId="ADAL" clId="{9B29DF59-B6CD-47F0-AD4F-C2B801A168A2}" dt="2025-11-23T14:38:00.106" v="4"/>
        <pc:sldMkLst>
          <pc:docMk/>
          <pc:sldMk cId="3841600159" sldId="742"/>
        </pc:sldMkLst>
      </pc:sldChg>
      <pc:sldChg chg="add">
        <pc:chgData name="Lim Wen-I" userId="4f6c7eb3-5643-4e91-aeb7-39086a2dad27" providerId="ADAL" clId="{9B29DF59-B6CD-47F0-AD4F-C2B801A168A2}" dt="2025-11-23T14:37:21.030" v="2"/>
        <pc:sldMkLst>
          <pc:docMk/>
          <pc:sldMk cId="1160992627" sldId="744"/>
        </pc:sldMkLst>
      </pc:sldChg>
      <pc:sldChg chg="modSp add mod">
        <pc:chgData name="Lim Wen-I" userId="4f6c7eb3-5643-4e91-aeb7-39086a2dad27" providerId="ADAL" clId="{9B29DF59-B6CD-47F0-AD4F-C2B801A168A2}" dt="2025-11-23T14:45:49.697" v="7" actId="113"/>
        <pc:sldMkLst>
          <pc:docMk/>
          <pc:sldMk cId="3780035" sldId="750"/>
        </pc:sldMkLst>
        <pc:spChg chg="mod">
          <ac:chgData name="Lim Wen-I" userId="4f6c7eb3-5643-4e91-aeb7-39086a2dad27" providerId="ADAL" clId="{9B29DF59-B6CD-47F0-AD4F-C2B801A168A2}" dt="2025-11-23T14:45:49.697" v="7" actId="113"/>
          <ac:spMkLst>
            <pc:docMk/>
            <pc:sldMk cId="3780035" sldId="750"/>
            <ac:spMk id="2" creationId="{E6B14C58-D765-B0BF-CE98-585E0CA348D6}"/>
          </ac:spMkLst>
        </pc:spChg>
        <pc:spChg chg="mod">
          <ac:chgData name="Lim Wen-I" userId="4f6c7eb3-5643-4e91-aeb7-39086a2dad27" providerId="ADAL" clId="{9B29DF59-B6CD-47F0-AD4F-C2B801A168A2}" dt="2025-11-23T14:45:18.539" v="6" actId="255"/>
          <ac:spMkLst>
            <pc:docMk/>
            <pc:sldMk cId="3780035" sldId="750"/>
            <ac:spMk id="3" creationId="{4F61CC53-9C0D-3ACA-1C48-8582840937A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8650F36E-078E-34E9-2EAE-A570B97A7044}"/>
              </a:ext>
            </a:extLst>
          </p:cNvPr>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defRPr>
            </a:lvl1pPr>
          </a:lstStyle>
          <a:p>
            <a:pPr>
              <a:defRPr/>
            </a:pPr>
            <a:endParaRPr lang="en-US" dirty="0"/>
          </a:p>
        </p:txBody>
      </p:sp>
      <p:sp>
        <p:nvSpPr>
          <p:cNvPr id="59395" name="Rectangle 3">
            <a:extLst>
              <a:ext uri="{FF2B5EF4-FFF2-40B4-BE49-F238E27FC236}">
                <a16:creationId xmlns:a16="http://schemas.microsoft.com/office/drawing/2014/main" id="{3D6F126A-26FE-1562-9442-BDEE9A92C392}"/>
              </a:ext>
            </a:extLst>
          </p:cNvPr>
          <p:cNvSpPr>
            <a:spLocks noGrp="1" noChangeArrowheads="1"/>
          </p:cNvSpPr>
          <p:nvPr>
            <p:ph type="dt" sz="quarter" idx="1"/>
          </p:nvPr>
        </p:nvSpPr>
        <p:spPr bwMode="auto">
          <a:xfrm>
            <a:off x="3970338" y="0"/>
            <a:ext cx="3036887"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defRPr>
            </a:lvl1pPr>
          </a:lstStyle>
          <a:p>
            <a:pPr>
              <a:defRPr/>
            </a:pPr>
            <a:endParaRPr lang="en-US" dirty="0"/>
          </a:p>
        </p:txBody>
      </p:sp>
      <p:sp>
        <p:nvSpPr>
          <p:cNvPr id="59396" name="Rectangle 4">
            <a:extLst>
              <a:ext uri="{FF2B5EF4-FFF2-40B4-BE49-F238E27FC236}">
                <a16:creationId xmlns:a16="http://schemas.microsoft.com/office/drawing/2014/main" id="{767D5B48-40DC-31B2-D466-125C48A7FE79}"/>
              </a:ext>
            </a:extLst>
          </p:cNvPr>
          <p:cNvSpPr>
            <a:spLocks noGrp="1" noChangeArrowheads="1"/>
          </p:cNvSpPr>
          <p:nvPr>
            <p:ph type="ftr" sz="quarter" idx="2"/>
          </p:nvPr>
        </p:nvSpPr>
        <p:spPr bwMode="auto">
          <a:xfrm>
            <a:off x="0" y="8828088"/>
            <a:ext cx="3036888"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defRPr>
            </a:lvl1pPr>
          </a:lstStyle>
          <a:p>
            <a:pPr>
              <a:defRPr/>
            </a:pPr>
            <a:endParaRPr lang="en-US" dirty="0"/>
          </a:p>
        </p:txBody>
      </p:sp>
      <p:sp>
        <p:nvSpPr>
          <p:cNvPr id="59397" name="Rectangle 5">
            <a:extLst>
              <a:ext uri="{FF2B5EF4-FFF2-40B4-BE49-F238E27FC236}">
                <a16:creationId xmlns:a16="http://schemas.microsoft.com/office/drawing/2014/main" id="{BE42DDE0-8BE5-DF98-A0DE-28A3E32E40E8}"/>
              </a:ext>
            </a:extLst>
          </p:cNvPr>
          <p:cNvSpPr>
            <a:spLocks noGrp="1" noChangeArrowheads="1"/>
          </p:cNvSpPr>
          <p:nvPr>
            <p:ph type="sldNum" sz="quarter" idx="3"/>
          </p:nvPr>
        </p:nvSpPr>
        <p:spPr bwMode="auto">
          <a:xfrm>
            <a:off x="3970338" y="8828088"/>
            <a:ext cx="3036887"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defRPr>
            </a:lvl1pPr>
          </a:lstStyle>
          <a:p>
            <a:fld id="{28E9B92D-C5A0-45BC-B7DD-C93635E83153}" type="slidenum">
              <a:rPr lang="en-US" altLang="en-US"/>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AutoShape 1">
            <a:extLst>
              <a:ext uri="{FF2B5EF4-FFF2-40B4-BE49-F238E27FC236}">
                <a16:creationId xmlns:a16="http://schemas.microsoft.com/office/drawing/2014/main" id="{82D430F1-58BE-5820-19CE-4C38AD0CC195}"/>
              </a:ext>
            </a:extLst>
          </p:cNvPr>
          <p:cNvSpPr>
            <a:spLocks noChangeArrowheads="1"/>
          </p:cNvSpPr>
          <p:nvPr/>
        </p:nvSpPr>
        <p:spPr bwMode="auto">
          <a:xfrm>
            <a:off x="0" y="0"/>
            <a:ext cx="7008813" cy="9294813"/>
          </a:xfrm>
          <a:prstGeom prst="roundRect">
            <a:avLst>
              <a:gd name="adj" fmla="val 19"/>
            </a:avLst>
          </a:prstGeom>
          <a:solidFill>
            <a:srgbClr val="FFFFFF"/>
          </a:solidFill>
          <a:ln>
            <a:noFill/>
          </a:ln>
          <a:extLst>
            <a:ext uri="{91240B29-F687-4F45-9708-019B960494DF}">
              <a14:hiddenLine xmlns:a14="http://schemas.microsoft.com/office/drawing/2010/main" w="9360">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075" name="AutoShape 2">
            <a:extLst>
              <a:ext uri="{FF2B5EF4-FFF2-40B4-BE49-F238E27FC236}">
                <a16:creationId xmlns:a16="http://schemas.microsoft.com/office/drawing/2014/main" id="{B6156908-18B2-6736-D3D5-CD3623E94A6F}"/>
              </a:ext>
            </a:extLst>
          </p:cNvPr>
          <p:cNvSpPr>
            <a:spLocks noChangeArrowheads="1"/>
          </p:cNvSpPr>
          <p:nvPr/>
        </p:nvSpPr>
        <p:spPr bwMode="auto">
          <a:xfrm>
            <a:off x="0" y="0"/>
            <a:ext cx="7008813" cy="9294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076" name="Rectangle 3">
            <a:extLst>
              <a:ext uri="{FF2B5EF4-FFF2-40B4-BE49-F238E27FC236}">
                <a16:creationId xmlns:a16="http://schemas.microsoft.com/office/drawing/2014/main" id="{BEEF7E25-308D-4796-8010-52A809A2C7E9}"/>
              </a:ext>
            </a:extLst>
          </p:cNvPr>
          <p:cNvSpPr>
            <a:spLocks noGrp="1" noRot="1" noChangeAspect="1" noChangeArrowheads="1" noTextEdit="1"/>
          </p:cNvSpPr>
          <p:nvPr>
            <p:ph type="sldImg"/>
          </p:nvPr>
        </p:nvSpPr>
        <p:spPr bwMode="auto">
          <a:xfrm>
            <a:off x="1181100" y="696913"/>
            <a:ext cx="4648200" cy="3486150"/>
          </a:xfrm>
          <a:prstGeom prst="rect">
            <a:avLst/>
          </a:prstGeom>
          <a:solidFill>
            <a:srgbClr val="FFFFFF"/>
          </a:solidFill>
          <a:ln w="9525">
            <a:solidFill>
              <a:srgbClr val="000000"/>
            </a:solidFill>
            <a:miter lim="800000"/>
            <a:headEnd/>
            <a:tailEnd/>
          </a:ln>
        </p:spPr>
      </p:sp>
      <p:sp>
        <p:nvSpPr>
          <p:cNvPr id="2" name="Rectangle 4">
            <a:extLst>
              <a:ext uri="{FF2B5EF4-FFF2-40B4-BE49-F238E27FC236}">
                <a16:creationId xmlns:a16="http://schemas.microsoft.com/office/drawing/2014/main" id="{C0E9498B-18E4-0CD0-A10A-804C880B7719}"/>
              </a:ext>
            </a:extLst>
          </p:cNvPr>
          <p:cNvSpPr txBox="1">
            <a:spLocks noGrp="1" noChangeArrowheads="1"/>
          </p:cNvSpPr>
          <p:nvPr>
            <p:ph type="body" idx="1"/>
          </p:nvPr>
        </p:nvSpPr>
        <p:spPr bwMode="auto">
          <a:xfrm>
            <a:off x="935038" y="4416425"/>
            <a:ext cx="5140325" cy="4183063"/>
          </a:xfrm>
          <a:prstGeom prst="rect">
            <a:avLst/>
          </a:prstGeom>
          <a:noFill/>
          <a:ln w="9525">
            <a:noFill/>
            <a:miter lim="800000"/>
            <a:headEnd/>
            <a:tailEnd/>
          </a:ln>
        </p:spPr>
        <p:txBody>
          <a:bodyPr vert="horz" wrap="square" lIns="93240" tIns="46440" rIns="93240" bIns="46440" numCol="1" anchor="t" anchorCtr="0" compatLnSpc="1">
            <a:prstTxWarp prst="textNoShape">
              <a:avLst/>
            </a:prstTxWarp>
          </a:bodyPr>
          <a:lstStyle/>
          <a:p>
            <a:pPr lvl="0"/>
            <a:endParaRPr lang="en-US" noProof="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B4EF02A-CD49-4908-A152-239F65EA5E33}"/>
              </a:ext>
            </a:extLst>
          </p:cNvPr>
          <p:cNvSpPr>
            <a:spLocks noGrp="1" noRot="1" noChangeAspect="1" noChangeArrowheads="1" noTextEdit="1"/>
          </p:cNvSpPr>
          <p:nvPr>
            <p:ph type="sldImg"/>
          </p:nvPr>
        </p:nvSpPr>
        <p:spPr>
          <a:xfrm>
            <a:off x="920750" y="746125"/>
            <a:ext cx="4967288" cy="3725863"/>
          </a:xfrm>
          <a:ln/>
        </p:spPr>
      </p:sp>
      <p:sp>
        <p:nvSpPr>
          <p:cNvPr id="30723" name="Rectangle 3">
            <a:extLst>
              <a:ext uri="{FF2B5EF4-FFF2-40B4-BE49-F238E27FC236}">
                <a16:creationId xmlns:a16="http://schemas.microsoft.com/office/drawing/2014/main" id="{D9C94BF0-6E79-4406-9AE6-84F5B9E06948}"/>
              </a:ext>
            </a:extLst>
          </p:cNvPr>
          <p:cNvSpPr>
            <a:spLocks noGrp="1" noChangeArrowheads="1"/>
          </p:cNvSpPr>
          <p:nvPr>
            <p:ph type="body" idx="1"/>
          </p:nvPr>
        </p:nvSpPr>
        <p:spPr>
          <a:xfrm>
            <a:off x="681038" y="4719638"/>
            <a:ext cx="5445125" cy="4473575"/>
          </a:xfrm>
          <a:noFill/>
        </p:spPr>
        <p:txBody>
          <a:bodyPr/>
          <a:lstStyle/>
          <a:p>
            <a:pPr eaLnBrk="1" hangingPunct="1"/>
            <a:endParaRPr lang="en-GB" altLang="en-US" dirty="0">
              <a:latin typeface="Arial" panose="020B0604020202020204" pitchFamily="34" charset="0"/>
            </a:endParaRPr>
          </a:p>
          <a:p>
            <a:pPr eaLnBrk="1" hangingPunct="1"/>
            <a:r>
              <a:rPr lang="en-GB" altLang="en-US" dirty="0">
                <a:latin typeface="Arial" panose="020B0604020202020204" pitchFamily="34" charset="0"/>
              </a:rPr>
              <a:t>System proposal feeds in as input from the Analysis phase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3CD5A86-1C5C-4D33-A423-1B3798088803}"/>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CE4E7F07-B8C5-42EA-8252-01AEDD7FBF89}"/>
              </a:ext>
            </a:extLst>
          </p:cNvPr>
          <p:cNvSpPr>
            <a:spLocks noGrp="1" noChangeArrowheads="1"/>
          </p:cNvSpPr>
          <p:nvPr>
            <p:ph type="body" idx="1"/>
          </p:nvPr>
        </p:nvSpPr>
        <p:spPr>
          <a:xfrm>
            <a:off x="906463" y="4721225"/>
            <a:ext cx="4994275" cy="4471988"/>
          </a:xfrm>
          <a:noFill/>
        </p:spPr>
        <p:txBody>
          <a:bodyPr/>
          <a:lstStyle/>
          <a:p>
            <a:pPr eaLnBrk="1" hangingPunct="1"/>
            <a:r>
              <a:rPr lang="en-GB" altLang="en-US" dirty="0">
                <a:latin typeface="Arial" panose="020B0604020202020204" pitchFamily="34" charset="0"/>
              </a:rPr>
              <a:t>User Interface – highest level interface. Between user and system</a:t>
            </a:r>
          </a:p>
          <a:p>
            <a:pPr eaLnBrk="1" hangingPunct="1"/>
            <a:r>
              <a:rPr lang="en-GB" altLang="en-US" dirty="0">
                <a:latin typeface="Arial" panose="020B0604020202020204" pitchFamily="34" charset="0"/>
              </a:rPr>
              <a:t>System Interface – interface between system components (e.g. laptop and router)</a:t>
            </a:r>
          </a:p>
          <a:p>
            <a:pPr eaLnBrk="1" hangingPunct="1"/>
            <a:r>
              <a:rPr lang="en-GB" altLang="en-US" dirty="0">
                <a:latin typeface="Arial" panose="020B0604020202020204" pitchFamily="34" charset="0"/>
              </a:rPr>
              <a:t>Application Interface – applications software running on system components </a:t>
            </a:r>
            <a:endParaRPr lang="en-US"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8564374-F831-42B9-B13B-8E156B462D84}"/>
              </a:ext>
            </a:extLst>
          </p:cNvPr>
          <p:cNvSpPr>
            <a:spLocks noGrp="1" noRot="1" noChangeAspect="1" noChangeArrowheads="1" noTextEdit="1"/>
          </p:cNvSpPr>
          <p:nvPr>
            <p:ph type="sldImg"/>
          </p:nvPr>
        </p:nvSpPr>
        <p:spPr>
          <a:xfrm>
            <a:off x="920750" y="746125"/>
            <a:ext cx="4967288" cy="3725863"/>
          </a:xfrm>
          <a:ln/>
        </p:spPr>
      </p:sp>
      <p:sp>
        <p:nvSpPr>
          <p:cNvPr id="32771" name="Rectangle 3">
            <a:extLst>
              <a:ext uri="{FF2B5EF4-FFF2-40B4-BE49-F238E27FC236}">
                <a16:creationId xmlns:a16="http://schemas.microsoft.com/office/drawing/2014/main" id="{E0BD33D6-2D20-45F1-85D2-1320ADBFAE0A}"/>
              </a:ext>
            </a:extLst>
          </p:cNvPr>
          <p:cNvSpPr>
            <a:spLocks noGrp="1" noChangeArrowheads="1"/>
          </p:cNvSpPr>
          <p:nvPr>
            <p:ph type="body" idx="1"/>
          </p:nvPr>
        </p:nvSpPr>
        <p:spPr>
          <a:xfrm>
            <a:off x="681038" y="4719638"/>
            <a:ext cx="5445125" cy="4473575"/>
          </a:xfrm>
          <a:noFill/>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996F6C9-9C66-403E-B5C7-0118CDEE7C1B}"/>
              </a:ext>
            </a:extLst>
          </p:cNvPr>
          <p:cNvSpPr>
            <a:spLocks noGrp="1" noRot="1" noChangeAspect="1" noChangeArrowheads="1" noTextEdit="1"/>
          </p:cNvSpPr>
          <p:nvPr>
            <p:ph type="sldImg"/>
          </p:nvPr>
        </p:nvSpPr>
        <p:spPr>
          <a:xfrm>
            <a:off x="920750" y="746125"/>
            <a:ext cx="4967288" cy="3725863"/>
          </a:xfrm>
          <a:ln/>
        </p:spPr>
      </p:sp>
      <p:sp>
        <p:nvSpPr>
          <p:cNvPr id="33795" name="Rectangle 3">
            <a:extLst>
              <a:ext uri="{FF2B5EF4-FFF2-40B4-BE49-F238E27FC236}">
                <a16:creationId xmlns:a16="http://schemas.microsoft.com/office/drawing/2014/main" id="{F968837B-7391-4D64-AB78-6D2641A1DB9F}"/>
              </a:ext>
            </a:extLst>
          </p:cNvPr>
          <p:cNvSpPr>
            <a:spLocks noGrp="1" noChangeArrowheads="1"/>
          </p:cNvSpPr>
          <p:nvPr>
            <p:ph type="body" idx="1"/>
          </p:nvPr>
        </p:nvSpPr>
        <p:spPr>
          <a:xfrm>
            <a:off x="681038" y="4719638"/>
            <a:ext cx="5445125" cy="4473575"/>
          </a:xfrm>
          <a:noFill/>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C8E01EE-943E-48EE-AAAD-415399CE3F85}"/>
              </a:ext>
            </a:extLst>
          </p:cNvPr>
          <p:cNvSpPr>
            <a:spLocks noGrp="1" noRot="1" noChangeAspect="1" noChangeArrowheads="1" noTextEdit="1"/>
          </p:cNvSpPr>
          <p:nvPr>
            <p:ph type="sldImg"/>
          </p:nvPr>
        </p:nvSpPr>
        <p:spPr>
          <a:xfrm>
            <a:off x="920750" y="746125"/>
            <a:ext cx="4967288" cy="3725863"/>
          </a:xfrm>
          <a:ln/>
        </p:spPr>
      </p:sp>
      <p:sp>
        <p:nvSpPr>
          <p:cNvPr id="34819" name="Rectangle 3">
            <a:extLst>
              <a:ext uri="{FF2B5EF4-FFF2-40B4-BE49-F238E27FC236}">
                <a16:creationId xmlns:a16="http://schemas.microsoft.com/office/drawing/2014/main" id="{267D09EA-3E16-4796-A962-3495CD4F5466}"/>
              </a:ext>
            </a:extLst>
          </p:cNvPr>
          <p:cNvSpPr>
            <a:spLocks noGrp="1" noChangeArrowheads="1"/>
          </p:cNvSpPr>
          <p:nvPr>
            <p:ph type="body" idx="1"/>
          </p:nvPr>
        </p:nvSpPr>
        <p:spPr>
          <a:xfrm>
            <a:off x="681038" y="4719638"/>
            <a:ext cx="5445125" cy="4473575"/>
          </a:xfrm>
          <a:noFill/>
        </p:spPr>
        <p:txBody>
          <a:bodyPr/>
          <a:lstStyle/>
          <a:p>
            <a:pPr eaLnBrk="1" hangingPunct="1"/>
            <a:endParaRPr lang="en-GB" altLang="en-US" dirty="0">
              <a:latin typeface="Arial" panose="020B0604020202020204" pitchFamily="34" charset="0"/>
            </a:endParaRPr>
          </a:p>
          <a:p>
            <a:pPr eaLnBrk="1" hangingPunct="1"/>
            <a:r>
              <a:rPr lang="en-GB" altLang="en-US" dirty="0">
                <a:latin typeface="Arial" panose="020B0604020202020204" pitchFamily="34" charset="0"/>
              </a:rPr>
              <a:t>Each choice has its strengths and weaknesses and each is appropriate in different situations</a:t>
            </a:r>
          </a:p>
          <a:p>
            <a:pPr eaLnBrk="1" hangingPunct="1"/>
            <a:endParaRPr lang="en-GB" altLang="en-US" dirty="0">
              <a:latin typeface="Arial" panose="020B0604020202020204" pitchFamily="34" charset="0"/>
            </a:endParaRPr>
          </a:p>
          <a:p>
            <a:pPr eaLnBrk="1" hangingPunct="1"/>
            <a:r>
              <a:rPr lang="en-US" altLang="en-US" dirty="0">
                <a:latin typeface="Arial" panose="020B0604020202020204" pitchFamily="34" charset="0"/>
              </a:rPr>
              <a:t>Some basic system alternatives include:  (1) build the system in‑house using a programming language such as C or Microsoft Visual Basic; (2) purchase off‑the‑shelf packages, such as Microsoft Excel and Access, along with the necessary computer and telecommunications equipment, and use these to build the necessary systems in-house; (3) purchase custom software and a turn-key system from either a generic information systems consulting firm such as Andersen Consulting or EDS or from a specialized systems provider for the food retail or pizza retail industry; or (4) outsource the systems to an outside firm.</a:t>
            </a:r>
            <a:r>
              <a:rPr lang="en-GB" altLang="en-US" dirty="0">
                <a:latin typeface="Arial" panose="020B0604020202020204" pitchFamily="34" charset="0"/>
              </a:rPr>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6A57CCF-720C-439B-AF6E-9D03D3482D93}"/>
              </a:ext>
            </a:extLst>
          </p:cNvPr>
          <p:cNvSpPr>
            <a:spLocks noGrp="1" noRot="1" noChangeAspect="1" noChangeArrowheads="1" noTextEdit="1"/>
          </p:cNvSpPr>
          <p:nvPr>
            <p:ph type="sldImg"/>
          </p:nvPr>
        </p:nvSpPr>
        <p:spPr>
          <a:xfrm>
            <a:off x="920750" y="746125"/>
            <a:ext cx="4967288" cy="3725863"/>
          </a:xfrm>
          <a:ln/>
        </p:spPr>
      </p:sp>
      <p:sp>
        <p:nvSpPr>
          <p:cNvPr id="35843" name="Rectangle 3">
            <a:extLst>
              <a:ext uri="{FF2B5EF4-FFF2-40B4-BE49-F238E27FC236}">
                <a16:creationId xmlns:a16="http://schemas.microsoft.com/office/drawing/2014/main" id="{C661A8E0-0FB3-4681-981C-918A7B6A2C16}"/>
              </a:ext>
            </a:extLst>
          </p:cNvPr>
          <p:cNvSpPr>
            <a:spLocks noGrp="1" noChangeArrowheads="1"/>
          </p:cNvSpPr>
          <p:nvPr>
            <p:ph type="body" idx="1"/>
          </p:nvPr>
        </p:nvSpPr>
        <p:spPr>
          <a:xfrm>
            <a:off x="681038" y="4719638"/>
            <a:ext cx="5445125" cy="4473575"/>
          </a:xfrm>
          <a:noFill/>
        </p:spPr>
        <p:txBody>
          <a:bodyPr/>
          <a:lstStyle/>
          <a:p>
            <a:pPr eaLnBrk="1" hangingPunct="1"/>
            <a:r>
              <a:rPr lang="en-GB" altLang="en-US" dirty="0">
                <a:latin typeface="Arial" panose="020B0604020202020204" pitchFamily="34" charset="0"/>
              </a:rPr>
              <a:t>Develops and keeps knowledge in-house. As developers work with users their business knowledge grows and thus they are able to keep identify and use technological developments that are aligned to the business needs.</a:t>
            </a:r>
          </a:p>
          <a:p>
            <a:pPr eaLnBrk="1" hangingPunct="1"/>
            <a:endParaRPr lang="en-GB" altLang="en-US" dirty="0">
              <a:latin typeface="Arial" panose="020B0604020202020204" pitchFamily="34" charset="0"/>
            </a:endParaRPr>
          </a:p>
          <a:p>
            <a:pPr eaLnBrk="1" hangingPunct="1"/>
            <a:r>
              <a:rPr lang="en-GB" altLang="en-US" dirty="0">
                <a:latin typeface="Arial" panose="020B0604020202020204" pitchFamily="34" charset="0"/>
              </a:rPr>
              <a:t>A key problem is development staff may already be over-committed and associated with numerous other development projects. Other projects will be affected and time/cost will probably be high.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2BECE74-9F13-479F-ADFC-FE8B55F4D7B7}"/>
              </a:ext>
            </a:extLst>
          </p:cNvPr>
          <p:cNvSpPr>
            <a:spLocks noGrp="1" noRot="1" noChangeAspect="1" noChangeArrowheads="1" noTextEdit="1"/>
          </p:cNvSpPr>
          <p:nvPr>
            <p:ph type="sldImg"/>
          </p:nvPr>
        </p:nvSpPr>
        <p:spPr>
          <a:xfrm>
            <a:off x="920750" y="746125"/>
            <a:ext cx="4967288" cy="3725863"/>
          </a:xfrm>
          <a:ln/>
        </p:spPr>
      </p:sp>
      <p:sp>
        <p:nvSpPr>
          <p:cNvPr id="36867" name="Rectangle 3">
            <a:extLst>
              <a:ext uri="{FF2B5EF4-FFF2-40B4-BE49-F238E27FC236}">
                <a16:creationId xmlns:a16="http://schemas.microsoft.com/office/drawing/2014/main" id="{508F3E3E-A4B8-4904-9254-7CBA3FAE8E4B}"/>
              </a:ext>
            </a:extLst>
          </p:cNvPr>
          <p:cNvSpPr>
            <a:spLocks noGrp="1" noChangeArrowheads="1"/>
          </p:cNvSpPr>
          <p:nvPr>
            <p:ph type="body" idx="1"/>
          </p:nvPr>
        </p:nvSpPr>
        <p:spPr>
          <a:xfrm>
            <a:off x="681038" y="4719638"/>
            <a:ext cx="5445125" cy="4473575"/>
          </a:xfrm>
          <a:noFill/>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F84E90A-A8B5-4399-98A9-D773554AC30D}"/>
              </a:ext>
            </a:extLst>
          </p:cNvPr>
          <p:cNvSpPr>
            <a:spLocks noGrp="1" noRot="1" noChangeAspect="1" noChangeArrowheads="1" noTextEdit="1"/>
          </p:cNvSpPr>
          <p:nvPr>
            <p:ph type="sldImg"/>
          </p:nvPr>
        </p:nvSpPr>
        <p:spPr>
          <a:xfrm>
            <a:off x="920750" y="746125"/>
            <a:ext cx="4967288" cy="3725863"/>
          </a:xfrm>
          <a:ln/>
        </p:spPr>
      </p:sp>
      <p:sp>
        <p:nvSpPr>
          <p:cNvPr id="37891" name="Rectangle 3">
            <a:extLst>
              <a:ext uri="{FF2B5EF4-FFF2-40B4-BE49-F238E27FC236}">
                <a16:creationId xmlns:a16="http://schemas.microsoft.com/office/drawing/2014/main" id="{DE4BD18E-99D1-4463-9515-667D796DA15A}"/>
              </a:ext>
            </a:extLst>
          </p:cNvPr>
          <p:cNvSpPr>
            <a:spLocks noGrp="1" noChangeArrowheads="1"/>
          </p:cNvSpPr>
          <p:nvPr>
            <p:ph type="body" idx="1"/>
          </p:nvPr>
        </p:nvSpPr>
        <p:spPr>
          <a:xfrm>
            <a:off x="681038" y="4719638"/>
            <a:ext cx="5445125" cy="4473575"/>
          </a:xfrm>
          <a:noFill/>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8153C7E-2092-498F-9F0F-CC27468264DB}"/>
              </a:ext>
            </a:extLst>
          </p:cNvPr>
          <p:cNvSpPr>
            <a:spLocks noGrp="1" noRot="1" noChangeAspect="1" noChangeArrowheads="1" noTextEdit="1"/>
          </p:cNvSpPr>
          <p:nvPr>
            <p:ph type="sldImg"/>
          </p:nvPr>
        </p:nvSpPr>
        <p:spPr>
          <a:xfrm>
            <a:off x="920750" y="746125"/>
            <a:ext cx="4967288" cy="3725863"/>
          </a:xfrm>
          <a:ln/>
        </p:spPr>
      </p:sp>
      <p:sp>
        <p:nvSpPr>
          <p:cNvPr id="38915" name="Rectangle 3">
            <a:extLst>
              <a:ext uri="{FF2B5EF4-FFF2-40B4-BE49-F238E27FC236}">
                <a16:creationId xmlns:a16="http://schemas.microsoft.com/office/drawing/2014/main" id="{25852232-F256-4EAB-AC55-29BE73AB463E}"/>
              </a:ext>
            </a:extLst>
          </p:cNvPr>
          <p:cNvSpPr>
            <a:spLocks noGrp="1" noChangeArrowheads="1"/>
          </p:cNvSpPr>
          <p:nvPr>
            <p:ph type="body" idx="1"/>
          </p:nvPr>
        </p:nvSpPr>
        <p:spPr>
          <a:xfrm>
            <a:off x="681038" y="4719638"/>
            <a:ext cx="5445125" cy="4473575"/>
          </a:xfrm>
          <a:noFill/>
        </p:spPr>
        <p:txBody>
          <a:bodyPr/>
          <a:lstStyle/>
          <a:p>
            <a:pPr eaLnBrk="1" hangingPunct="1"/>
            <a:endParaRPr lang="en-GB" altLang="en-US"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C015982-3D7F-471E-AC9F-7DF73830297F}"/>
              </a:ext>
            </a:extLst>
          </p:cNvPr>
          <p:cNvSpPr>
            <a:spLocks noGrp="1" noRot="1" noChangeAspect="1" noChangeArrowheads="1" noTextEdit="1"/>
          </p:cNvSpPr>
          <p:nvPr>
            <p:ph type="sldImg"/>
          </p:nvPr>
        </p:nvSpPr>
        <p:spPr>
          <a:xfrm>
            <a:off x="920750" y="746125"/>
            <a:ext cx="4967288" cy="3725863"/>
          </a:xfrm>
          <a:ln/>
        </p:spPr>
      </p:sp>
      <p:sp>
        <p:nvSpPr>
          <p:cNvPr id="39939" name="Rectangle 3">
            <a:extLst>
              <a:ext uri="{FF2B5EF4-FFF2-40B4-BE49-F238E27FC236}">
                <a16:creationId xmlns:a16="http://schemas.microsoft.com/office/drawing/2014/main" id="{5BF6A08E-F890-459F-B4AE-BA394AB03892}"/>
              </a:ext>
            </a:extLst>
          </p:cNvPr>
          <p:cNvSpPr>
            <a:spLocks noGrp="1" noChangeArrowheads="1"/>
          </p:cNvSpPr>
          <p:nvPr>
            <p:ph type="body" idx="1"/>
          </p:nvPr>
        </p:nvSpPr>
        <p:spPr>
          <a:xfrm>
            <a:off x="681038" y="4719638"/>
            <a:ext cx="5445125" cy="4473575"/>
          </a:xfrm>
          <a:noFill/>
        </p:spPr>
        <p:txBody>
          <a:bodyPr/>
          <a:lstStyle/>
          <a:p>
            <a:pPr eaLnBrk="1" hangingPunct="1"/>
            <a:r>
              <a:rPr lang="en-GB" altLang="en-US" dirty="0">
                <a:latin typeface="Arial" panose="020B0604020202020204" pitchFamily="34" charset="0"/>
              </a:rPr>
              <a:t>It only makes sense to build the system in-house when there already exists the functional and technical knowledge within the company or it is a strategic rather than operational issue i.e. Internet Sales Apps and Web Commerce app development is important to the future of the company then it makes sense to develop in-house using employees. Some skills, such as network security or installation, are more for operational rather than strategic so the company could buy a package or outsource.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
            <a:extLst>
              <a:ext uri="{FF2B5EF4-FFF2-40B4-BE49-F238E27FC236}">
                <a16:creationId xmlns:a16="http://schemas.microsoft.com/office/drawing/2014/main" id="{9202C829-66E4-3F71-A84D-02E4DEDE4121}"/>
              </a:ext>
            </a:extLst>
          </p:cNvPr>
          <p:cNvSpPr>
            <a:spLocks noGrp="1" noRot="1" noChangeAspect="1" noChangeArrowheads="1" noTextEdit="1"/>
          </p:cNvSpPr>
          <p:nvPr>
            <p:ph type="sldImg"/>
          </p:nvPr>
        </p:nvSpPr>
        <p:spPr>
          <a:xfrm>
            <a:off x="1182688" y="698500"/>
            <a:ext cx="4645025" cy="3482975"/>
          </a:xfrm>
          <a:ln/>
        </p:spPr>
      </p:sp>
      <p:sp>
        <p:nvSpPr>
          <p:cNvPr id="23555" name="Rectangle 2">
            <a:extLst>
              <a:ext uri="{FF2B5EF4-FFF2-40B4-BE49-F238E27FC236}">
                <a16:creationId xmlns:a16="http://schemas.microsoft.com/office/drawing/2014/main" id="{D5ABBA2A-C62A-86D7-92D3-1A7769E8971E}"/>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1">
            <a:extLst>
              <a:ext uri="{FF2B5EF4-FFF2-40B4-BE49-F238E27FC236}">
                <a16:creationId xmlns:a16="http://schemas.microsoft.com/office/drawing/2014/main" id="{27F5BD31-B233-4AD8-D0E3-D2E72C9FCDB9}"/>
              </a:ext>
            </a:extLst>
          </p:cNvPr>
          <p:cNvSpPr>
            <a:spLocks noGrp="1" noRot="1" noChangeAspect="1" noChangeArrowheads="1" noTextEdit="1"/>
          </p:cNvSpPr>
          <p:nvPr>
            <p:ph type="sldImg"/>
          </p:nvPr>
        </p:nvSpPr>
        <p:spPr>
          <a:ln/>
        </p:spPr>
      </p:sp>
      <p:sp>
        <p:nvSpPr>
          <p:cNvPr id="15363" name="Rectangle 2">
            <a:extLst>
              <a:ext uri="{FF2B5EF4-FFF2-40B4-BE49-F238E27FC236}">
                <a16:creationId xmlns:a16="http://schemas.microsoft.com/office/drawing/2014/main" id="{43CC152A-777A-3EDD-182F-1125773A83F9}"/>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
            <a:extLst>
              <a:ext uri="{FF2B5EF4-FFF2-40B4-BE49-F238E27FC236}">
                <a16:creationId xmlns:a16="http://schemas.microsoft.com/office/drawing/2014/main" id="{2CCAC1DA-C3D2-0B35-31D3-4F72B0A5C288}"/>
              </a:ext>
            </a:extLst>
          </p:cNvPr>
          <p:cNvSpPr>
            <a:spLocks noGrp="1" noRot="1" noChangeAspect="1" noChangeArrowheads="1" noTextEdit="1"/>
          </p:cNvSpPr>
          <p:nvPr>
            <p:ph type="sldImg"/>
          </p:nvPr>
        </p:nvSpPr>
        <p:spPr>
          <a:ln/>
        </p:spPr>
      </p:sp>
      <p:sp>
        <p:nvSpPr>
          <p:cNvPr id="27651" name="Rectangle 2">
            <a:extLst>
              <a:ext uri="{FF2B5EF4-FFF2-40B4-BE49-F238E27FC236}">
                <a16:creationId xmlns:a16="http://schemas.microsoft.com/office/drawing/2014/main" id="{9F398C99-A609-4D6A-D836-F1E297445E77}"/>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1">
            <a:extLst>
              <a:ext uri="{FF2B5EF4-FFF2-40B4-BE49-F238E27FC236}">
                <a16:creationId xmlns:a16="http://schemas.microsoft.com/office/drawing/2014/main" id="{3FBC1E0C-C7FD-775B-D27C-90796225F7BE}"/>
              </a:ext>
            </a:extLst>
          </p:cNvPr>
          <p:cNvSpPr>
            <a:spLocks noGrp="1" noRot="1" noChangeAspect="1" noChangeArrowheads="1" noTextEdit="1"/>
          </p:cNvSpPr>
          <p:nvPr>
            <p:ph type="sldImg"/>
          </p:nvPr>
        </p:nvSpPr>
        <p:spPr>
          <a:ln/>
        </p:spPr>
      </p:sp>
      <p:sp>
        <p:nvSpPr>
          <p:cNvPr id="29699" name="Rectangle 2">
            <a:extLst>
              <a:ext uri="{FF2B5EF4-FFF2-40B4-BE49-F238E27FC236}">
                <a16:creationId xmlns:a16="http://schemas.microsoft.com/office/drawing/2014/main" id="{5558B0B2-11FD-737F-461E-FCD21A58B662}"/>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1">
            <a:extLst>
              <a:ext uri="{FF2B5EF4-FFF2-40B4-BE49-F238E27FC236}">
                <a16:creationId xmlns:a16="http://schemas.microsoft.com/office/drawing/2014/main" id="{3CCBC3B8-907B-ACD7-0B75-B7D0F37D496E}"/>
              </a:ext>
            </a:extLst>
          </p:cNvPr>
          <p:cNvSpPr>
            <a:spLocks noGrp="1" noRot="1" noChangeAspect="1" noChangeArrowheads="1" noTextEdit="1"/>
          </p:cNvSpPr>
          <p:nvPr>
            <p:ph type="sldImg"/>
          </p:nvPr>
        </p:nvSpPr>
        <p:spPr>
          <a:ln/>
        </p:spPr>
      </p:sp>
      <p:sp>
        <p:nvSpPr>
          <p:cNvPr id="33795" name="Rectangle 2">
            <a:extLst>
              <a:ext uri="{FF2B5EF4-FFF2-40B4-BE49-F238E27FC236}">
                <a16:creationId xmlns:a16="http://schemas.microsoft.com/office/drawing/2014/main" id="{64E8D48E-DE4D-E636-D9AB-C9E0540DC145}"/>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
            <a:extLst>
              <a:ext uri="{FF2B5EF4-FFF2-40B4-BE49-F238E27FC236}">
                <a16:creationId xmlns:a16="http://schemas.microsoft.com/office/drawing/2014/main" id="{ACD19BDE-1CE2-6DA8-A93F-6F60D2B39125}"/>
              </a:ext>
            </a:extLst>
          </p:cNvPr>
          <p:cNvSpPr>
            <a:spLocks noGrp="1" noRot="1" noChangeAspect="1" noChangeArrowheads="1" noTextEdit="1"/>
          </p:cNvSpPr>
          <p:nvPr>
            <p:ph type="sldImg"/>
          </p:nvPr>
        </p:nvSpPr>
        <p:spPr>
          <a:ln/>
        </p:spPr>
      </p:sp>
      <p:sp>
        <p:nvSpPr>
          <p:cNvPr id="35843" name="Rectangle 2">
            <a:extLst>
              <a:ext uri="{FF2B5EF4-FFF2-40B4-BE49-F238E27FC236}">
                <a16:creationId xmlns:a16="http://schemas.microsoft.com/office/drawing/2014/main" id="{E339A80E-43CD-93F5-5A09-08469E316D10}"/>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1">
            <a:extLst>
              <a:ext uri="{FF2B5EF4-FFF2-40B4-BE49-F238E27FC236}">
                <a16:creationId xmlns:a16="http://schemas.microsoft.com/office/drawing/2014/main" id="{5B1509B6-4171-CCCD-55AD-1EA72CE7EFF3}"/>
              </a:ext>
            </a:extLst>
          </p:cNvPr>
          <p:cNvSpPr>
            <a:spLocks noGrp="1" noRot="1" noChangeAspect="1" noChangeArrowheads="1" noTextEdit="1"/>
          </p:cNvSpPr>
          <p:nvPr>
            <p:ph type="sldImg"/>
          </p:nvPr>
        </p:nvSpPr>
        <p:spPr>
          <a:ln/>
        </p:spPr>
      </p:sp>
      <p:sp>
        <p:nvSpPr>
          <p:cNvPr id="37891" name="Rectangle 2">
            <a:extLst>
              <a:ext uri="{FF2B5EF4-FFF2-40B4-BE49-F238E27FC236}">
                <a16:creationId xmlns:a16="http://schemas.microsoft.com/office/drawing/2014/main" id="{960AB298-DC4A-630B-3E30-3F8929A7E8DF}"/>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
            <a:extLst>
              <a:ext uri="{FF2B5EF4-FFF2-40B4-BE49-F238E27FC236}">
                <a16:creationId xmlns:a16="http://schemas.microsoft.com/office/drawing/2014/main" id="{DE080C32-753D-E147-E830-E3EEC168B04B}"/>
              </a:ext>
            </a:extLst>
          </p:cNvPr>
          <p:cNvSpPr>
            <a:spLocks noGrp="1" noRot="1" noChangeAspect="1" noChangeArrowheads="1" noTextEdit="1"/>
          </p:cNvSpPr>
          <p:nvPr>
            <p:ph type="sldImg"/>
          </p:nvPr>
        </p:nvSpPr>
        <p:spPr>
          <a:ln/>
        </p:spPr>
      </p:sp>
      <p:sp>
        <p:nvSpPr>
          <p:cNvPr id="39939" name="Rectangle 2">
            <a:extLst>
              <a:ext uri="{FF2B5EF4-FFF2-40B4-BE49-F238E27FC236}">
                <a16:creationId xmlns:a16="http://schemas.microsoft.com/office/drawing/2014/main" id="{C4904FE0-A57B-0059-C91A-A05726331436}"/>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
            <a:extLst>
              <a:ext uri="{FF2B5EF4-FFF2-40B4-BE49-F238E27FC236}">
                <a16:creationId xmlns:a16="http://schemas.microsoft.com/office/drawing/2014/main" id="{4678195B-93C0-2F07-121E-FA6D1E2DCAE2}"/>
              </a:ext>
            </a:extLst>
          </p:cNvPr>
          <p:cNvSpPr>
            <a:spLocks noGrp="1" noRot="1" noChangeAspect="1" noChangeArrowheads="1" noTextEdit="1"/>
          </p:cNvSpPr>
          <p:nvPr>
            <p:ph type="sldImg"/>
          </p:nvPr>
        </p:nvSpPr>
        <p:spPr>
          <a:ln/>
        </p:spPr>
      </p:sp>
      <p:sp>
        <p:nvSpPr>
          <p:cNvPr id="41987" name="Rectangle 2">
            <a:extLst>
              <a:ext uri="{FF2B5EF4-FFF2-40B4-BE49-F238E27FC236}">
                <a16:creationId xmlns:a16="http://schemas.microsoft.com/office/drawing/2014/main" id="{CC343805-DC35-6E2B-3CBC-BE05AAAB5743}"/>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a:extLst>
              <a:ext uri="{FF2B5EF4-FFF2-40B4-BE49-F238E27FC236}">
                <a16:creationId xmlns:a16="http://schemas.microsoft.com/office/drawing/2014/main" id="{436FFBB0-50E6-F698-9728-E9944671F198}"/>
              </a:ext>
            </a:extLst>
          </p:cNvPr>
          <p:cNvSpPr>
            <a:spLocks noGrp="1" noRot="1" noChangeAspect="1" noChangeArrowheads="1" noTextEdit="1"/>
          </p:cNvSpPr>
          <p:nvPr>
            <p:ph type="sldImg"/>
          </p:nvPr>
        </p:nvSpPr>
        <p:spPr>
          <a:xfrm>
            <a:off x="1182688" y="698500"/>
            <a:ext cx="4645025" cy="3482975"/>
          </a:xfrm>
          <a:ln/>
        </p:spPr>
      </p:sp>
      <p:sp>
        <p:nvSpPr>
          <p:cNvPr id="44035" name="Rectangle 2">
            <a:extLst>
              <a:ext uri="{FF2B5EF4-FFF2-40B4-BE49-F238E27FC236}">
                <a16:creationId xmlns:a16="http://schemas.microsoft.com/office/drawing/2014/main" id="{2C8F4E36-43C8-2EDE-E9F0-23314689D99C}"/>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1">
            <a:extLst>
              <a:ext uri="{FF2B5EF4-FFF2-40B4-BE49-F238E27FC236}">
                <a16:creationId xmlns:a16="http://schemas.microsoft.com/office/drawing/2014/main" id="{5422749B-DE92-6925-2B55-32E6136F6AF4}"/>
              </a:ext>
            </a:extLst>
          </p:cNvPr>
          <p:cNvSpPr>
            <a:spLocks noGrp="1" noRot="1" noChangeAspect="1" noChangeArrowheads="1" noTextEdit="1"/>
          </p:cNvSpPr>
          <p:nvPr>
            <p:ph type="sldImg"/>
          </p:nvPr>
        </p:nvSpPr>
        <p:spPr>
          <a:ln/>
        </p:spPr>
      </p:sp>
      <p:sp>
        <p:nvSpPr>
          <p:cNvPr id="46083" name="Rectangle 2">
            <a:extLst>
              <a:ext uri="{FF2B5EF4-FFF2-40B4-BE49-F238E27FC236}">
                <a16:creationId xmlns:a16="http://schemas.microsoft.com/office/drawing/2014/main" id="{8C948897-059F-F5AB-0126-0AE0A66D2BFA}"/>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1">
            <a:extLst>
              <a:ext uri="{FF2B5EF4-FFF2-40B4-BE49-F238E27FC236}">
                <a16:creationId xmlns:a16="http://schemas.microsoft.com/office/drawing/2014/main" id="{488621EA-CA29-6BB3-EA50-788FC44832AE}"/>
              </a:ext>
            </a:extLst>
          </p:cNvPr>
          <p:cNvSpPr>
            <a:spLocks noGrp="1" noRot="1" noChangeAspect="1" noChangeArrowheads="1" noTextEdit="1"/>
          </p:cNvSpPr>
          <p:nvPr>
            <p:ph type="sldImg"/>
          </p:nvPr>
        </p:nvSpPr>
        <p:spPr>
          <a:ln/>
        </p:spPr>
      </p:sp>
      <p:sp>
        <p:nvSpPr>
          <p:cNvPr id="58371" name="Rectangle 2">
            <a:extLst>
              <a:ext uri="{FF2B5EF4-FFF2-40B4-BE49-F238E27FC236}">
                <a16:creationId xmlns:a16="http://schemas.microsoft.com/office/drawing/2014/main" id="{AC3C12C5-A8AF-B0B0-A779-06873FB8E753}"/>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0FD473D9-CB8B-9F8E-0B59-0B8D0A5F1178}"/>
              </a:ext>
            </a:extLst>
          </p:cNvPr>
          <p:cNvSpPr>
            <a:spLocks noChangeArrowheads="1"/>
          </p:cNvSpPr>
          <p:nvPr/>
        </p:nvSpPr>
        <p:spPr bwMode="auto">
          <a:xfrm>
            <a:off x="609600" y="1219200"/>
            <a:ext cx="7924800" cy="9144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3" name="Line 8">
            <a:extLst>
              <a:ext uri="{FF2B5EF4-FFF2-40B4-BE49-F238E27FC236}">
                <a16:creationId xmlns:a16="http://schemas.microsoft.com/office/drawing/2014/main" id="{0943C310-BF66-0A17-54C8-FF824E9081B3}"/>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63490"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6349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4" name="Rectangle 4">
            <a:extLst>
              <a:ext uri="{FF2B5EF4-FFF2-40B4-BE49-F238E27FC236}">
                <a16:creationId xmlns:a16="http://schemas.microsoft.com/office/drawing/2014/main" id="{B248C67E-B0B9-F61B-CFA2-362C132DA6C3}"/>
              </a:ext>
            </a:extLst>
          </p:cNvPr>
          <p:cNvSpPr>
            <a:spLocks noGrp="1" noChangeArrowheads="1"/>
          </p:cNvSpPr>
          <p:nvPr>
            <p:ph type="dt" sz="half" idx="10"/>
          </p:nvPr>
        </p:nvSpPr>
        <p:spPr/>
        <p:txBody>
          <a:bodyPr/>
          <a:lstStyle>
            <a:lvl1pPr>
              <a:defRPr/>
            </a:lvl1pPr>
          </a:lstStyle>
          <a:p>
            <a:pPr>
              <a:defRPr/>
            </a:pPr>
            <a:endParaRPr lang="en-US" altLang="en-US" dirty="0"/>
          </a:p>
        </p:txBody>
      </p:sp>
      <p:sp>
        <p:nvSpPr>
          <p:cNvPr id="5" name="Rectangle 5">
            <a:extLst>
              <a:ext uri="{FF2B5EF4-FFF2-40B4-BE49-F238E27FC236}">
                <a16:creationId xmlns:a16="http://schemas.microsoft.com/office/drawing/2014/main" id="{D69AC018-1F83-415A-4B03-A0740C5E794D}"/>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dirty="0"/>
          </a:p>
        </p:txBody>
      </p:sp>
      <p:sp>
        <p:nvSpPr>
          <p:cNvPr id="6" name="Rectangle 6">
            <a:extLst>
              <a:ext uri="{FF2B5EF4-FFF2-40B4-BE49-F238E27FC236}">
                <a16:creationId xmlns:a16="http://schemas.microsoft.com/office/drawing/2014/main" id="{A35CFA14-D9F1-4051-C180-0D0E3582D5BE}"/>
              </a:ext>
            </a:extLst>
          </p:cNvPr>
          <p:cNvSpPr>
            <a:spLocks noGrp="1" noChangeArrowheads="1"/>
          </p:cNvSpPr>
          <p:nvPr>
            <p:ph type="sldNum" sz="quarter" idx="12"/>
          </p:nvPr>
        </p:nvSpPr>
        <p:spPr/>
        <p:txBody>
          <a:bodyPr/>
          <a:lstStyle>
            <a:lvl1pPr>
              <a:defRPr/>
            </a:lvl1pPr>
          </a:lstStyle>
          <a:p>
            <a:fld id="{1EBCD472-E7D6-4EFB-9C42-AF401A6FE16D}" type="slidenum">
              <a:rPr lang="en-US" altLang="en-US"/>
              <a:pPr/>
              <a:t>‹#›</a:t>
            </a:fld>
            <a:endParaRPr lang="en-US" altLang="en-US" dirty="0"/>
          </a:p>
        </p:txBody>
      </p:sp>
    </p:spTree>
    <p:extLst>
      <p:ext uri="{BB962C8B-B14F-4D97-AF65-F5344CB8AC3E}">
        <p14:creationId xmlns:p14="http://schemas.microsoft.com/office/powerpoint/2010/main" val="1680668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56D539B-9B3F-F1D3-8271-3502CB3D959F}"/>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5" name="Rectangle 5">
            <a:extLst>
              <a:ext uri="{FF2B5EF4-FFF2-40B4-BE49-F238E27FC236}">
                <a16:creationId xmlns:a16="http://schemas.microsoft.com/office/drawing/2014/main" id="{ED68C53D-73E1-CE68-DC5C-A634E1AEAF85}"/>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a:extLst>
              <a:ext uri="{FF2B5EF4-FFF2-40B4-BE49-F238E27FC236}">
                <a16:creationId xmlns:a16="http://schemas.microsoft.com/office/drawing/2014/main" id="{54D7D57C-2713-DF6C-7381-33F81C898FAB}"/>
              </a:ext>
            </a:extLst>
          </p:cNvPr>
          <p:cNvSpPr>
            <a:spLocks noGrp="1" noChangeArrowheads="1"/>
          </p:cNvSpPr>
          <p:nvPr>
            <p:ph type="sldNum" sz="quarter" idx="12"/>
          </p:nvPr>
        </p:nvSpPr>
        <p:spPr>
          <a:ln/>
        </p:spPr>
        <p:txBody>
          <a:bodyPr/>
          <a:lstStyle>
            <a:lvl1pPr>
              <a:defRPr/>
            </a:lvl1pPr>
          </a:lstStyle>
          <a:p>
            <a:fld id="{1A255857-1769-4940-8C0E-986156431A02}" type="slidenum">
              <a:rPr lang="en-US" altLang="en-US"/>
              <a:pPr/>
              <a:t>‹#›</a:t>
            </a:fld>
            <a:endParaRPr lang="en-US" altLang="en-US" dirty="0"/>
          </a:p>
        </p:txBody>
      </p:sp>
    </p:spTree>
    <p:extLst>
      <p:ext uri="{BB962C8B-B14F-4D97-AF65-F5344CB8AC3E}">
        <p14:creationId xmlns:p14="http://schemas.microsoft.com/office/powerpoint/2010/main" val="375367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BD7B37A-90C1-38CD-1E28-7E6FCDD8D760}"/>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5" name="Rectangle 5">
            <a:extLst>
              <a:ext uri="{FF2B5EF4-FFF2-40B4-BE49-F238E27FC236}">
                <a16:creationId xmlns:a16="http://schemas.microsoft.com/office/drawing/2014/main" id="{CC10EB46-FE1A-3429-A2BE-A29B30018447}"/>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a:extLst>
              <a:ext uri="{FF2B5EF4-FFF2-40B4-BE49-F238E27FC236}">
                <a16:creationId xmlns:a16="http://schemas.microsoft.com/office/drawing/2014/main" id="{07B549B5-648A-B9E5-5AAD-3BEE5497682C}"/>
              </a:ext>
            </a:extLst>
          </p:cNvPr>
          <p:cNvSpPr>
            <a:spLocks noGrp="1" noChangeArrowheads="1"/>
          </p:cNvSpPr>
          <p:nvPr>
            <p:ph type="sldNum" sz="quarter" idx="12"/>
          </p:nvPr>
        </p:nvSpPr>
        <p:spPr>
          <a:ln/>
        </p:spPr>
        <p:txBody>
          <a:bodyPr/>
          <a:lstStyle>
            <a:lvl1pPr>
              <a:defRPr/>
            </a:lvl1pPr>
          </a:lstStyle>
          <a:p>
            <a:fld id="{5B6B5889-3CCD-4921-AE4C-3085D95C7165}" type="slidenum">
              <a:rPr lang="en-US" altLang="en-US"/>
              <a:pPr/>
              <a:t>‹#›</a:t>
            </a:fld>
            <a:endParaRPr lang="en-US" altLang="en-US" dirty="0"/>
          </a:p>
        </p:txBody>
      </p:sp>
    </p:spTree>
    <p:extLst>
      <p:ext uri="{BB962C8B-B14F-4D97-AF65-F5344CB8AC3E}">
        <p14:creationId xmlns:p14="http://schemas.microsoft.com/office/powerpoint/2010/main" val="1340637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3263616-0B02-63E3-C690-6CCDB6B0D86B}"/>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6" name="Rectangle 5">
            <a:extLst>
              <a:ext uri="{FF2B5EF4-FFF2-40B4-BE49-F238E27FC236}">
                <a16:creationId xmlns:a16="http://schemas.microsoft.com/office/drawing/2014/main" id="{D6349189-AC79-75C9-01EA-305940D7DD66}"/>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7" name="Rectangle 6">
            <a:extLst>
              <a:ext uri="{FF2B5EF4-FFF2-40B4-BE49-F238E27FC236}">
                <a16:creationId xmlns:a16="http://schemas.microsoft.com/office/drawing/2014/main" id="{389BBEDD-A579-4639-2EEA-B5E439C6E94D}"/>
              </a:ext>
            </a:extLst>
          </p:cNvPr>
          <p:cNvSpPr>
            <a:spLocks noGrp="1" noChangeArrowheads="1"/>
          </p:cNvSpPr>
          <p:nvPr>
            <p:ph type="sldNum" sz="quarter" idx="12"/>
          </p:nvPr>
        </p:nvSpPr>
        <p:spPr>
          <a:ln/>
        </p:spPr>
        <p:txBody>
          <a:bodyPr/>
          <a:lstStyle>
            <a:lvl1pPr>
              <a:defRPr/>
            </a:lvl1pPr>
          </a:lstStyle>
          <a:p>
            <a:fld id="{09334556-2591-4D3A-8F4F-A47E738F1CCE}" type="slidenum">
              <a:rPr lang="en-US" altLang="en-US"/>
              <a:pPr/>
              <a:t>‹#›</a:t>
            </a:fld>
            <a:endParaRPr lang="en-US" altLang="en-US" dirty="0"/>
          </a:p>
        </p:txBody>
      </p:sp>
    </p:spTree>
    <p:extLst>
      <p:ext uri="{BB962C8B-B14F-4D97-AF65-F5344CB8AC3E}">
        <p14:creationId xmlns:p14="http://schemas.microsoft.com/office/powerpoint/2010/main" val="278639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DD835AF-D781-1D96-884D-7F50962CDC8D}"/>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8" name="Rectangle 5">
            <a:extLst>
              <a:ext uri="{FF2B5EF4-FFF2-40B4-BE49-F238E27FC236}">
                <a16:creationId xmlns:a16="http://schemas.microsoft.com/office/drawing/2014/main" id="{43EBC995-E8C0-B9AE-B022-8B05B4E6A50C}"/>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9" name="Rectangle 6">
            <a:extLst>
              <a:ext uri="{FF2B5EF4-FFF2-40B4-BE49-F238E27FC236}">
                <a16:creationId xmlns:a16="http://schemas.microsoft.com/office/drawing/2014/main" id="{C4A656B1-00FC-17B8-5C23-1F60DF3EA995}"/>
              </a:ext>
            </a:extLst>
          </p:cNvPr>
          <p:cNvSpPr>
            <a:spLocks noGrp="1" noChangeArrowheads="1"/>
          </p:cNvSpPr>
          <p:nvPr>
            <p:ph type="sldNum" sz="quarter" idx="12"/>
          </p:nvPr>
        </p:nvSpPr>
        <p:spPr>
          <a:ln/>
        </p:spPr>
        <p:txBody>
          <a:bodyPr/>
          <a:lstStyle>
            <a:lvl1pPr>
              <a:defRPr/>
            </a:lvl1pPr>
          </a:lstStyle>
          <a:p>
            <a:fld id="{0B6628E4-934C-4565-9C7E-1210B9733F12}" type="slidenum">
              <a:rPr lang="en-US" altLang="en-US"/>
              <a:pPr/>
              <a:t>‹#›</a:t>
            </a:fld>
            <a:endParaRPr lang="en-US" altLang="en-US" dirty="0"/>
          </a:p>
        </p:txBody>
      </p:sp>
    </p:spTree>
    <p:extLst>
      <p:ext uri="{BB962C8B-B14F-4D97-AF65-F5344CB8AC3E}">
        <p14:creationId xmlns:p14="http://schemas.microsoft.com/office/powerpoint/2010/main" val="1381701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7A97FA3-FA0C-D89E-6F4E-FAD8F6794A20}"/>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4" name="Rectangle 5">
            <a:extLst>
              <a:ext uri="{FF2B5EF4-FFF2-40B4-BE49-F238E27FC236}">
                <a16:creationId xmlns:a16="http://schemas.microsoft.com/office/drawing/2014/main" id="{1533AC1C-A779-0A0E-04FB-1E4F47CA52E4}"/>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5" name="Rectangle 6">
            <a:extLst>
              <a:ext uri="{FF2B5EF4-FFF2-40B4-BE49-F238E27FC236}">
                <a16:creationId xmlns:a16="http://schemas.microsoft.com/office/drawing/2014/main" id="{44836FE4-8322-6810-12DC-43D21F875910}"/>
              </a:ext>
            </a:extLst>
          </p:cNvPr>
          <p:cNvSpPr>
            <a:spLocks noGrp="1" noChangeArrowheads="1"/>
          </p:cNvSpPr>
          <p:nvPr>
            <p:ph type="sldNum" sz="quarter" idx="12"/>
          </p:nvPr>
        </p:nvSpPr>
        <p:spPr>
          <a:ln/>
        </p:spPr>
        <p:txBody>
          <a:bodyPr/>
          <a:lstStyle>
            <a:lvl1pPr>
              <a:defRPr/>
            </a:lvl1pPr>
          </a:lstStyle>
          <a:p>
            <a:fld id="{E894D5C0-7FEF-4260-8564-AE4E324CBCAB}" type="slidenum">
              <a:rPr lang="en-US" altLang="en-US"/>
              <a:pPr/>
              <a:t>‹#›</a:t>
            </a:fld>
            <a:endParaRPr lang="en-US" altLang="en-US" dirty="0"/>
          </a:p>
        </p:txBody>
      </p:sp>
    </p:spTree>
    <p:extLst>
      <p:ext uri="{BB962C8B-B14F-4D97-AF65-F5344CB8AC3E}">
        <p14:creationId xmlns:p14="http://schemas.microsoft.com/office/powerpoint/2010/main" val="2602161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7FBCB4-833E-0737-D4D0-438AE5F50CCE}"/>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3" name="Rectangle 5">
            <a:extLst>
              <a:ext uri="{FF2B5EF4-FFF2-40B4-BE49-F238E27FC236}">
                <a16:creationId xmlns:a16="http://schemas.microsoft.com/office/drawing/2014/main" id="{0433FC47-E401-4220-DE42-8F9DB74F8A1D}"/>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4" name="Rectangle 6">
            <a:extLst>
              <a:ext uri="{FF2B5EF4-FFF2-40B4-BE49-F238E27FC236}">
                <a16:creationId xmlns:a16="http://schemas.microsoft.com/office/drawing/2014/main" id="{06BD92D2-1640-3CFD-08E7-5C40B52ACA67}"/>
              </a:ext>
            </a:extLst>
          </p:cNvPr>
          <p:cNvSpPr>
            <a:spLocks noGrp="1" noChangeArrowheads="1"/>
          </p:cNvSpPr>
          <p:nvPr>
            <p:ph type="sldNum" sz="quarter" idx="12"/>
          </p:nvPr>
        </p:nvSpPr>
        <p:spPr>
          <a:ln/>
        </p:spPr>
        <p:txBody>
          <a:bodyPr/>
          <a:lstStyle>
            <a:lvl1pPr>
              <a:defRPr/>
            </a:lvl1pPr>
          </a:lstStyle>
          <a:p>
            <a:fld id="{FD4DE007-225C-4AC5-AE97-D363CD3E215D}" type="slidenum">
              <a:rPr lang="en-US" altLang="en-US"/>
              <a:pPr/>
              <a:t>‹#›</a:t>
            </a:fld>
            <a:endParaRPr lang="en-US" altLang="en-US" dirty="0"/>
          </a:p>
        </p:txBody>
      </p:sp>
    </p:spTree>
    <p:extLst>
      <p:ext uri="{BB962C8B-B14F-4D97-AF65-F5344CB8AC3E}">
        <p14:creationId xmlns:p14="http://schemas.microsoft.com/office/powerpoint/2010/main" val="3974510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D0CE4BA-CB54-900A-9FCD-D33A1D80F5B2}"/>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6" name="Rectangle 5">
            <a:extLst>
              <a:ext uri="{FF2B5EF4-FFF2-40B4-BE49-F238E27FC236}">
                <a16:creationId xmlns:a16="http://schemas.microsoft.com/office/drawing/2014/main" id="{774EDEBA-843E-B8D5-96B4-1870879331C4}"/>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7" name="Rectangle 6">
            <a:extLst>
              <a:ext uri="{FF2B5EF4-FFF2-40B4-BE49-F238E27FC236}">
                <a16:creationId xmlns:a16="http://schemas.microsoft.com/office/drawing/2014/main" id="{69208E0D-D3F3-C90C-4FB9-08E75A8D0EEB}"/>
              </a:ext>
            </a:extLst>
          </p:cNvPr>
          <p:cNvSpPr>
            <a:spLocks noGrp="1" noChangeArrowheads="1"/>
          </p:cNvSpPr>
          <p:nvPr>
            <p:ph type="sldNum" sz="quarter" idx="12"/>
          </p:nvPr>
        </p:nvSpPr>
        <p:spPr>
          <a:ln/>
        </p:spPr>
        <p:txBody>
          <a:bodyPr/>
          <a:lstStyle>
            <a:lvl1pPr>
              <a:defRPr/>
            </a:lvl1pPr>
          </a:lstStyle>
          <a:p>
            <a:fld id="{1E3CB806-96D7-413F-8C44-D4C8FE66D60C}" type="slidenum">
              <a:rPr lang="en-US" altLang="en-US"/>
              <a:pPr/>
              <a:t>‹#›</a:t>
            </a:fld>
            <a:endParaRPr lang="en-US" altLang="en-US" dirty="0"/>
          </a:p>
        </p:txBody>
      </p:sp>
    </p:spTree>
    <p:extLst>
      <p:ext uri="{BB962C8B-B14F-4D97-AF65-F5344CB8AC3E}">
        <p14:creationId xmlns:p14="http://schemas.microsoft.com/office/powerpoint/2010/main" val="697680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B8A2314-079A-B959-607A-6D93ED8EF9F3}"/>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6" name="Rectangle 5">
            <a:extLst>
              <a:ext uri="{FF2B5EF4-FFF2-40B4-BE49-F238E27FC236}">
                <a16:creationId xmlns:a16="http://schemas.microsoft.com/office/drawing/2014/main" id="{80A0AED8-478D-1E3B-C7BE-5293073B9D09}"/>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7" name="Rectangle 6">
            <a:extLst>
              <a:ext uri="{FF2B5EF4-FFF2-40B4-BE49-F238E27FC236}">
                <a16:creationId xmlns:a16="http://schemas.microsoft.com/office/drawing/2014/main" id="{94B12081-DC47-4474-4FB6-BE9850203960}"/>
              </a:ext>
            </a:extLst>
          </p:cNvPr>
          <p:cNvSpPr>
            <a:spLocks noGrp="1" noChangeArrowheads="1"/>
          </p:cNvSpPr>
          <p:nvPr>
            <p:ph type="sldNum" sz="quarter" idx="12"/>
          </p:nvPr>
        </p:nvSpPr>
        <p:spPr>
          <a:ln/>
        </p:spPr>
        <p:txBody>
          <a:bodyPr/>
          <a:lstStyle>
            <a:lvl1pPr>
              <a:defRPr/>
            </a:lvl1pPr>
          </a:lstStyle>
          <a:p>
            <a:fld id="{8AA51A56-A021-4C71-BB8F-E0D4C3796536}" type="slidenum">
              <a:rPr lang="en-US" altLang="en-US"/>
              <a:pPr/>
              <a:t>‹#›</a:t>
            </a:fld>
            <a:endParaRPr lang="en-US" altLang="en-US" dirty="0"/>
          </a:p>
        </p:txBody>
      </p:sp>
    </p:spTree>
    <p:extLst>
      <p:ext uri="{BB962C8B-B14F-4D97-AF65-F5344CB8AC3E}">
        <p14:creationId xmlns:p14="http://schemas.microsoft.com/office/powerpoint/2010/main" val="977956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9EC81DB-D922-322D-DBC0-200EE448BAC2}"/>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5" name="Rectangle 5">
            <a:extLst>
              <a:ext uri="{FF2B5EF4-FFF2-40B4-BE49-F238E27FC236}">
                <a16:creationId xmlns:a16="http://schemas.microsoft.com/office/drawing/2014/main" id="{4D05F829-B2C6-B21F-F620-1848E9C2E2A7}"/>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a:extLst>
              <a:ext uri="{FF2B5EF4-FFF2-40B4-BE49-F238E27FC236}">
                <a16:creationId xmlns:a16="http://schemas.microsoft.com/office/drawing/2014/main" id="{75901D61-36E9-A45B-8C7F-6D1645AD637C}"/>
              </a:ext>
            </a:extLst>
          </p:cNvPr>
          <p:cNvSpPr>
            <a:spLocks noGrp="1" noChangeArrowheads="1"/>
          </p:cNvSpPr>
          <p:nvPr>
            <p:ph type="sldNum" sz="quarter" idx="12"/>
          </p:nvPr>
        </p:nvSpPr>
        <p:spPr>
          <a:ln/>
        </p:spPr>
        <p:txBody>
          <a:bodyPr/>
          <a:lstStyle>
            <a:lvl1pPr>
              <a:defRPr/>
            </a:lvl1pPr>
          </a:lstStyle>
          <a:p>
            <a:fld id="{CE91FD0B-A529-448C-8B51-B5BB7E70770E}" type="slidenum">
              <a:rPr lang="en-US" altLang="en-US"/>
              <a:pPr/>
              <a:t>‹#›</a:t>
            </a:fld>
            <a:endParaRPr lang="en-US" altLang="en-US" dirty="0"/>
          </a:p>
        </p:txBody>
      </p:sp>
    </p:spTree>
    <p:extLst>
      <p:ext uri="{BB962C8B-B14F-4D97-AF65-F5344CB8AC3E}">
        <p14:creationId xmlns:p14="http://schemas.microsoft.com/office/powerpoint/2010/main" val="416365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9498058-478C-070C-AF4A-E298E842AB00}"/>
              </a:ext>
            </a:extLst>
          </p:cNvPr>
          <p:cNvSpPr>
            <a:spLocks noGrp="1" noChangeArrowheads="1"/>
          </p:cNvSpPr>
          <p:nvPr>
            <p:ph type="dt" sz="half" idx="10"/>
          </p:nvPr>
        </p:nvSpPr>
        <p:spPr>
          <a:ln/>
        </p:spPr>
        <p:txBody>
          <a:bodyPr/>
          <a:lstStyle>
            <a:lvl1pPr>
              <a:defRPr/>
            </a:lvl1pPr>
          </a:lstStyle>
          <a:p>
            <a:pPr>
              <a:defRPr/>
            </a:pPr>
            <a:endParaRPr lang="en-US" altLang="en-US" dirty="0"/>
          </a:p>
        </p:txBody>
      </p:sp>
      <p:sp>
        <p:nvSpPr>
          <p:cNvPr id="5" name="Rectangle 5">
            <a:extLst>
              <a:ext uri="{FF2B5EF4-FFF2-40B4-BE49-F238E27FC236}">
                <a16:creationId xmlns:a16="http://schemas.microsoft.com/office/drawing/2014/main" id="{4B1E997D-BB35-1AAC-F7DA-E2CB079BEE50}"/>
              </a:ext>
            </a:extLst>
          </p:cNvPr>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a:extLst>
              <a:ext uri="{FF2B5EF4-FFF2-40B4-BE49-F238E27FC236}">
                <a16:creationId xmlns:a16="http://schemas.microsoft.com/office/drawing/2014/main" id="{7F373B77-0470-14E0-04CD-808B129D5C8E}"/>
              </a:ext>
            </a:extLst>
          </p:cNvPr>
          <p:cNvSpPr>
            <a:spLocks noGrp="1" noChangeArrowheads="1"/>
          </p:cNvSpPr>
          <p:nvPr>
            <p:ph type="sldNum" sz="quarter" idx="12"/>
          </p:nvPr>
        </p:nvSpPr>
        <p:spPr>
          <a:ln/>
        </p:spPr>
        <p:txBody>
          <a:bodyPr/>
          <a:lstStyle>
            <a:lvl1pPr>
              <a:defRPr/>
            </a:lvl1pPr>
          </a:lstStyle>
          <a:p>
            <a:fld id="{56A6CEF2-134F-4FD0-81F4-E44B07375354}" type="slidenum">
              <a:rPr lang="en-US" altLang="en-US"/>
              <a:pPr/>
              <a:t>‹#›</a:t>
            </a:fld>
            <a:endParaRPr lang="en-US" altLang="en-US" dirty="0"/>
          </a:p>
        </p:txBody>
      </p:sp>
    </p:spTree>
    <p:extLst>
      <p:ext uri="{BB962C8B-B14F-4D97-AF65-F5344CB8AC3E}">
        <p14:creationId xmlns:p14="http://schemas.microsoft.com/office/powerpoint/2010/main" val="69928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066800"/>
          </a:xfrm>
        </p:spPr>
        <p:txBody>
          <a:bodyPr/>
          <a:lstStyle/>
          <a:p>
            <a:r>
              <a:rPr lang="en-US"/>
              <a:t>Click to edit Master title style</a:t>
            </a:r>
            <a:endParaRPr lang="en-GB"/>
          </a:p>
        </p:txBody>
      </p:sp>
      <p:sp>
        <p:nvSpPr>
          <p:cNvPr id="3" name="Table Placeholder 2"/>
          <p:cNvSpPr>
            <a:spLocks noGrp="1"/>
          </p:cNvSpPr>
          <p:nvPr>
            <p:ph type="tbl" idx="1"/>
          </p:nvPr>
        </p:nvSpPr>
        <p:spPr>
          <a:xfrm>
            <a:off x="381000" y="1447800"/>
            <a:ext cx="8305800" cy="1401763"/>
          </a:xfrm>
        </p:spPr>
        <p:txBody>
          <a:bodyPr/>
          <a:lstStyle/>
          <a:p>
            <a:pPr lvl="0"/>
            <a:endParaRPr lang="en-GB" noProof="0" dirty="0"/>
          </a:p>
        </p:txBody>
      </p:sp>
      <p:sp>
        <p:nvSpPr>
          <p:cNvPr id="4" name="Rectangle 10">
            <a:extLst>
              <a:ext uri="{FF2B5EF4-FFF2-40B4-BE49-F238E27FC236}">
                <a16:creationId xmlns:a16="http://schemas.microsoft.com/office/drawing/2014/main" id="{C859B70A-9575-43BF-85CC-010CAF0FA721}"/>
              </a:ext>
            </a:extLst>
          </p:cNvPr>
          <p:cNvSpPr>
            <a:spLocks noGrp="1" noChangeArrowheads="1"/>
          </p:cNvSpPr>
          <p:nvPr>
            <p:ph type="ftr" sz="quarter" idx="10"/>
          </p:nvPr>
        </p:nvSpPr>
        <p:spPr>
          <a:ln/>
        </p:spPr>
        <p:txBody>
          <a:bodyPr/>
          <a:lstStyle>
            <a:lvl1pPr>
              <a:defRPr/>
            </a:lvl1pPr>
          </a:lstStyle>
          <a:p>
            <a:pPr>
              <a:defRPr/>
            </a:pPr>
            <a:r>
              <a:rPr lang="en-US" dirty="0"/>
              <a:t>Introduction to Outcome-based Module Design</a:t>
            </a:r>
          </a:p>
        </p:txBody>
      </p:sp>
    </p:spTree>
    <p:extLst>
      <p:ext uri="{BB962C8B-B14F-4D97-AF65-F5344CB8AC3E}">
        <p14:creationId xmlns:p14="http://schemas.microsoft.com/office/powerpoint/2010/main" val="3878693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0668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3810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a:extLst>
              <a:ext uri="{FF2B5EF4-FFF2-40B4-BE49-F238E27FC236}">
                <a16:creationId xmlns:a16="http://schemas.microsoft.com/office/drawing/2014/main" id="{CE44FC6A-5FA2-43B9-B4A3-15F4A61ABF2C}"/>
              </a:ext>
            </a:extLst>
          </p:cNvPr>
          <p:cNvSpPr>
            <a:spLocks noGrp="1" noChangeArrowheads="1"/>
          </p:cNvSpPr>
          <p:nvPr>
            <p:ph type="ftr" sz="quarter" idx="10"/>
          </p:nvPr>
        </p:nvSpPr>
        <p:spPr>
          <a:ln/>
        </p:spPr>
        <p:txBody>
          <a:bodyPr/>
          <a:lstStyle>
            <a:lvl1pPr>
              <a:defRPr/>
            </a:lvl1pPr>
          </a:lstStyle>
          <a:p>
            <a:pPr>
              <a:defRPr/>
            </a:pPr>
            <a:r>
              <a:rPr lang="en-US" dirty="0"/>
              <a:t>Introduction to Outcome-based Module Design</a:t>
            </a:r>
          </a:p>
        </p:txBody>
      </p:sp>
    </p:spTree>
    <p:extLst>
      <p:ext uri="{BB962C8B-B14F-4D97-AF65-F5344CB8AC3E}">
        <p14:creationId xmlns:p14="http://schemas.microsoft.com/office/powerpoint/2010/main" val="2017497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b"/>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edit Master title style</a:t>
            </a:r>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16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pPr lvl="0"/>
            <a:r>
              <a:rPr lang="en-US" dirty="0"/>
              <a:t>Edit Master text styles</a:t>
            </a:r>
          </a:p>
        </p:txBody>
      </p:sp>
      <p:sp>
        <p:nvSpPr>
          <p:cNvPr id="7" name="Shape 16"/>
          <p:cNvSpPr txBox="1">
            <a:spLocks noChangeArrowheads="1"/>
          </p:cNvSpPr>
          <p:nvPr/>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2016, 2011, 2006 Pearson Education, Inc. All Rights Reserved</a:t>
            </a:r>
          </a:p>
        </p:txBody>
      </p:sp>
    </p:spTree>
    <p:extLst>
      <p:ext uri="{BB962C8B-B14F-4D97-AF65-F5344CB8AC3E}">
        <p14:creationId xmlns:p14="http://schemas.microsoft.com/office/powerpoint/2010/main" val="1183821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278D669-D38C-C010-42E1-403EA8ADBD96}"/>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56B75AA-4137-4018-1667-9DBAEB9FCE5C}"/>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2468" name="Rectangle 4">
            <a:extLst>
              <a:ext uri="{FF2B5EF4-FFF2-40B4-BE49-F238E27FC236}">
                <a16:creationId xmlns:a16="http://schemas.microsoft.com/office/drawing/2014/main" id="{BA93318A-5342-B67D-CC33-940E1DF6DF7F}"/>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Garamond" pitchFamily="18" charset="0"/>
              </a:defRPr>
            </a:lvl1pPr>
          </a:lstStyle>
          <a:p>
            <a:pPr>
              <a:defRPr/>
            </a:pPr>
            <a:endParaRPr lang="en-US" altLang="en-US" dirty="0"/>
          </a:p>
        </p:txBody>
      </p:sp>
      <p:sp>
        <p:nvSpPr>
          <p:cNvPr id="62469" name="Rectangle 5">
            <a:extLst>
              <a:ext uri="{FF2B5EF4-FFF2-40B4-BE49-F238E27FC236}">
                <a16:creationId xmlns:a16="http://schemas.microsoft.com/office/drawing/2014/main" id="{7EBA8566-3785-B9A8-998F-4A996DF0F09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chemeClr val="tx1"/>
                </a:solidFill>
                <a:latin typeface="Garamond" pitchFamily="18" charset="0"/>
              </a:defRPr>
            </a:lvl1pPr>
          </a:lstStyle>
          <a:p>
            <a:pPr>
              <a:defRPr/>
            </a:pPr>
            <a:endParaRPr lang="en-US" altLang="en-US" dirty="0"/>
          </a:p>
        </p:txBody>
      </p:sp>
      <p:sp>
        <p:nvSpPr>
          <p:cNvPr id="62470" name="Rectangle 6">
            <a:extLst>
              <a:ext uri="{FF2B5EF4-FFF2-40B4-BE49-F238E27FC236}">
                <a16:creationId xmlns:a16="http://schemas.microsoft.com/office/drawing/2014/main" id="{D11C20DF-40A9-D83B-9644-E2411BE388CA}"/>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Garamond" panose="02020404030301010803" pitchFamily="18" charset="0"/>
              </a:defRPr>
            </a:lvl1pPr>
          </a:lstStyle>
          <a:p>
            <a:fld id="{CA26DF23-7F2E-4D65-A374-497101AE8B3D}" type="slidenum">
              <a:rPr lang="en-US" altLang="en-US"/>
              <a:pPr/>
              <a:t>‹#›</a:t>
            </a:fld>
            <a:endParaRPr lang="en-US" altLang="en-US" dirty="0"/>
          </a:p>
        </p:txBody>
      </p:sp>
      <p:sp>
        <p:nvSpPr>
          <p:cNvPr id="1031" name="Freeform 7">
            <a:extLst>
              <a:ext uri="{FF2B5EF4-FFF2-40B4-BE49-F238E27FC236}">
                <a16:creationId xmlns:a16="http://schemas.microsoft.com/office/drawing/2014/main" id="{FD7E1677-2F62-3F62-5356-0F9DF73B8510}"/>
              </a:ext>
            </a:extLst>
          </p:cNvPr>
          <p:cNvSpPr>
            <a:spLocks noChangeArrowheads="1"/>
          </p:cNvSpPr>
          <p:nvPr/>
        </p:nvSpPr>
        <p:spPr bwMode="auto">
          <a:xfrm>
            <a:off x="381000" y="228600"/>
            <a:ext cx="8229600" cy="6096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032" name="Line 8">
            <a:extLst>
              <a:ext uri="{FF2B5EF4-FFF2-40B4-BE49-F238E27FC236}">
                <a16:creationId xmlns:a16="http://schemas.microsoft.com/office/drawing/2014/main" id="{7D492A64-530B-FD88-F673-53A93774B8DE}"/>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10" r:id="rId12"/>
    <p:sldLayoutId id="2147483711" r:id="rId13"/>
    <p:sldLayoutId id="2147483712" r:id="rId14"/>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A2BEF560-A174-2495-F707-3219D54623F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62F7A757-1824-4298-A6B9-CAB7E2B75790}" type="slidenum">
              <a:rPr lang="en-US" altLang="en-US" sz="1200">
                <a:solidFill>
                  <a:schemeClr val="tx1"/>
                </a:solidFill>
                <a:latin typeface="Garamond" panose="02020404030301010803" pitchFamily="18" charset="0"/>
              </a:rPr>
              <a:pPr/>
              <a:t>1</a:t>
            </a:fld>
            <a:endParaRPr lang="en-US" altLang="en-US" sz="1200" dirty="0">
              <a:solidFill>
                <a:schemeClr val="tx1"/>
              </a:solidFill>
              <a:latin typeface="Garamond" panose="02020404030301010803" pitchFamily="18" charset="0"/>
            </a:endParaRPr>
          </a:p>
        </p:txBody>
      </p:sp>
      <p:sp>
        <p:nvSpPr>
          <p:cNvPr id="4097" name="Rectangle 1">
            <a:extLst>
              <a:ext uri="{FF2B5EF4-FFF2-40B4-BE49-F238E27FC236}">
                <a16:creationId xmlns:a16="http://schemas.microsoft.com/office/drawing/2014/main" id="{C5AC1A7B-E55A-3965-0AD6-9D10CD3FCB2D}"/>
              </a:ext>
            </a:extLst>
          </p:cNvPr>
          <p:cNvSpPr>
            <a:spLocks noGrp="1" noChangeArrowheads="1"/>
          </p:cNvSpPr>
          <p:nvPr>
            <p:ph type="title"/>
          </p:nvPr>
        </p:nvSpPr>
        <p:spPr>
          <a:xfrm>
            <a:off x="990600" y="1447800"/>
            <a:ext cx="7467600" cy="22098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br>
              <a:rPr lang="en-GB" sz="4600" dirty="0">
                <a:effectLst>
                  <a:outerShdw blurRad="38100" dist="38100" dir="2700000" algn="tl">
                    <a:srgbClr val="C0C0C0"/>
                  </a:outerShdw>
                </a:effectLst>
              </a:rPr>
            </a:br>
            <a:r>
              <a:rPr lang="en-GB" sz="4600" b="1" dirty="0">
                <a:effectLst>
                  <a:outerShdw blurRad="38100" dist="38100" dir="2700000" algn="tl">
                    <a:srgbClr val="C0C0C0"/>
                  </a:outerShdw>
                </a:effectLst>
              </a:rPr>
              <a:t>SAD</a:t>
            </a:r>
            <a:br>
              <a:rPr lang="en-GB" sz="4600" dirty="0">
                <a:effectLst>
                  <a:outerShdw blurRad="38100" dist="38100" dir="2700000" algn="tl">
                    <a:srgbClr val="C0C0C0"/>
                  </a:outerShdw>
                </a:effectLst>
              </a:rPr>
            </a:br>
            <a:r>
              <a:rPr lang="en-GB" sz="4600" dirty="0">
                <a:effectLst>
                  <a:outerShdw blurRad="38100" dist="38100" dir="2700000" algn="tl">
                    <a:srgbClr val="C0C0C0"/>
                  </a:outerShdw>
                </a:effectLst>
              </a:rPr>
              <a:t>8. Design, Implementation and Testing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43B688A-C805-4228-B521-924937475D47}"/>
              </a:ext>
            </a:extLst>
          </p:cNvPr>
          <p:cNvSpPr>
            <a:spLocks noGrp="1" noChangeArrowheads="1"/>
          </p:cNvSpPr>
          <p:nvPr>
            <p:ph type="title"/>
          </p:nvPr>
        </p:nvSpPr>
        <p:spPr/>
        <p:txBody>
          <a:bodyPr/>
          <a:lstStyle/>
          <a:p>
            <a:pPr eaLnBrk="1" hangingPunct="1"/>
            <a:r>
              <a:rPr lang="en-GB" altLang="en-US" sz="3600" b="1" dirty="0"/>
              <a:t>Learning Objectives</a:t>
            </a:r>
          </a:p>
        </p:txBody>
      </p:sp>
      <p:sp>
        <p:nvSpPr>
          <p:cNvPr id="4099" name="Rectangle 3">
            <a:extLst>
              <a:ext uri="{FF2B5EF4-FFF2-40B4-BE49-F238E27FC236}">
                <a16:creationId xmlns:a16="http://schemas.microsoft.com/office/drawing/2014/main" id="{A608BFB4-69AE-4E63-8F59-1394AC262EAF}"/>
              </a:ext>
            </a:extLst>
          </p:cNvPr>
          <p:cNvSpPr>
            <a:spLocks noGrp="1" noChangeArrowheads="1"/>
          </p:cNvSpPr>
          <p:nvPr>
            <p:ph idx="1"/>
          </p:nvPr>
        </p:nvSpPr>
        <p:spPr>
          <a:xfrm>
            <a:off x="322263" y="1273175"/>
            <a:ext cx="8305800" cy="3503613"/>
          </a:xfrm>
        </p:spPr>
        <p:txBody>
          <a:bodyPr/>
          <a:lstStyle/>
          <a:p>
            <a:pPr eaLnBrk="1" hangingPunct="1"/>
            <a:r>
              <a:rPr lang="en-US" altLang="en-US" sz="2200" dirty="0"/>
              <a:t>Explain the purpose of the Design phase of the SDLC</a:t>
            </a:r>
          </a:p>
          <a:p>
            <a:pPr eaLnBrk="1" hangingPunct="1"/>
            <a:r>
              <a:rPr lang="en-US" altLang="en-US" sz="2200" dirty="0"/>
              <a:t>Describe the three types of design strategy</a:t>
            </a:r>
          </a:p>
          <a:p>
            <a:pPr eaLnBrk="1" hangingPunct="1"/>
            <a:r>
              <a:rPr lang="en-US" altLang="en-US" sz="2200" dirty="0"/>
              <a:t>Apply selection criteria to choose an appropriate design strategy for a given systems development project</a:t>
            </a:r>
          </a:p>
          <a:p>
            <a:pPr eaLnBrk="1" hangingPunct="1"/>
            <a:r>
              <a:rPr lang="en-US" altLang="en-US" sz="2200" dirty="0"/>
              <a:t>Interface Design &amp; User Experience</a:t>
            </a:r>
          </a:p>
          <a:p>
            <a:pPr eaLnBrk="1" hangingPunct="1"/>
            <a:endParaRPr lang="en-US" alt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E9BCBD00-7900-4350-A740-D8739624DD3F}"/>
              </a:ext>
            </a:extLst>
          </p:cNvPr>
          <p:cNvSpPr>
            <a:spLocks noGrp="1"/>
          </p:cNvSpPr>
          <p:nvPr>
            <p:ph type="title"/>
          </p:nvPr>
        </p:nvSpPr>
        <p:spPr/>
        <p:txBody>
          <a:bodyPr/>
          <a:lstStyle/>
          <a:p>
            <a:pPr eaLnBrk="1" hangingPunct="1"/>
            <a:r>
              <a:rPr lang="en-US" altLang="en-US" b="1" dirty="0"/>
              <a:t>SYSTEMS DEVELOPMENT LIFE CYCLE (SDLC)</a:t>
            </a:r>
          </a:p>
        </p:txBody>
      </p:sp>
      <p:sp>
        <p:nvSpPr>
          <p:cNvPr id="5123" name="Slide Number Placeholder 4">
            <a:extLst>
              <a:ext uri="{FF2B5EF4-FFF2-40B4-BE49-F238E27FC236}">
                <a16:creationId xmlns:a16="http://schemas.microsoft.com/office/drawing/2014/main" id="{7D43917F-6CB3-47BF-9FCB-6F76B17C7A32}"/>
              </a:ext>
            </a:extLst>
          </p:cNvPr>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dirty="0">
                <a:solidFill>
                  <a:srgbClr val="898989"/>
                </a:solidFill>
                <a:latin typeface="Calibri" panose="020F0502020204030204" pitchFamily="34" charset="0"/>
              </a:rPr>
              <a:t>1-</a:t>
            </a:r>
            <a:fld id="{99766455-0937-421B-B829-56CAA8ADE8C0}"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3</a:t>
            </a:fld>
            <a:endParaRPr lang="en-US" altLang="en-US" sz="1200" dirty="0">
              <a:solidFill>
                <a:srgbClr val="898989"/>
              </a:solidFill>
              <a:latin typeface="Calibri" panose="020F0502020204030204" pitchFamily="34" charset="0"/>
            </a:endParaRPr>
          </a:p>
        </p:txBody>
      </p:sp>
      <p:pic>
        <p:nvPicPr>
          <p:cNvPr id="5124" name="Content Placeholder 2">
            <a:extLst>
              <a:ext uri="{FF2B5EF4-FFF2-40B4-BE49-F238E27FC236}">
                <a16:creationId xmlns:a16="http://schemas.microsoft.com/office/drawing/2014/main" id="{20C74595-D71B-4F88-94CF-9348C7315E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2782888"/>
            <a:ext cx="9144000" cy="2408237"/>
          </a:xfr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6786" name="Group 2">
            <a:extLst>
              <a:ext uri="{FF2B5EF4-FFF2-40B4-BE49-F238E27FC236}">
                <a16:creationId xmlns:a16="http://schemas.microsoft.com/office/drawing/2014/main" id="{9C67A1E7-51B6-4769-A580-7E0FF30D0450}"/>
              </a:ext>
            </a:extLst>
          </p:cNvPr>
          <p:cNvGrpSpPr>
            <a:grpSpLocks/>
          </p:cNvGrpSpPr>
          <p:nvPr/>
        </p:nvGrpSpPr>
        <p:grpSpPr bwMode="auto">
          <a:xfrm>
            <a:off x="3276600" y="2708275"/>
            <a:ext cx="1790700" cy="1219200"/>
            <a:chOff x="2064" y="1706"/>
            <a:chExt cx="1128" cy="768"/>
          </a:xfrm>
        </p:grpSpPr>
        <p:sp>
          <p:nvSpPr>
            <p:cNvPr id="6174" name="AutoShape 3">
              <a:extLst>
                <a:ext uri="{FF2B5EF4-FFF2-40B4-BE49-F238E27FC236}">
                  <a16:creationId xmlns:a16="http://schemas.microsoft.com/office/drawing/2014/main" id="{924CCBDE-F707-4869-AF88-B2291F896128}"/>
                </a:ext>
              </a:extLst>
            </p:cNvPr>
            <p:cNvSpPr>
              <a:spLocks noChangeArrowheads="1"/>
            </p:cNvSpPr>
            <p:nvPr/>
          </p:nvSpPr>
          <p:spPr bwMode="auto">
            <a:xfrm>
              <a:off x="2112" y="1762"/>
              <a:ext cx="1080" cy="712"/>
            </a:xfrm>
            <a:prstGeom prst="flowChartPredefinedProcess">
              <a:avLst/>
            </a:prstGeom>
            <a:solidFill>
              <a:schemeClr val="bg2"/>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75" name="AutoShape 4">
              <a:extLst>
                <a:ext uri="{FF2B5EF4-FFF2-40B4-BE49-F238E27FC236}">
                  <a16:creationId xmlns:a16="http://schemas.microsoft.com/office/drawing/2014/main" id="{58A52FCE-FE6D-40E6-9186-5E45E68C5781}"/>
                </a:ext>
              </a:extLst>
            </p:cNvPr>
            <p:cNvSpPr>
              <a:spLocks noChangeArrowheads="1"/>
            </p:cNvSpPr>
            <p:nvPr/>
          </p:nvSpPr>
          <p:spPr bwMode="auto">
            <a:xfrm>
              <a:off x="2064" y="1706"/>
              <a:ext cx="1080" cy="712"/>
            </a:xfrm>
            <a:prstGeom prst="flowChartPredefinedProcess">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76" name="Text Box 5">
              <a:extLst>
                <a:ext uri="{FF2B5EF4-FFF2-40B4-BE49-F238E27FC236}">
                  <a16:creationId xmlns:a16="http://schemas.microsoft.com/office/drawing/2014/main" id="{342CCCCB-6DB9-4E34-B428-7C5DAC653535}"/>
                </a:ext>
              </a:extLst>
            </p:cNvPr>
            <p:cNvSpPr txBox="1">
              <a:spLocks noChangeArrowheads="1"/>
            </p:cNvSpPr>
            <p:nvPr/>
          </p:nvSpPr>
          <p:spPr bwMode="auto">
            <a:xfrm>
              <a:off x="2248" y="1889"/>
              <a:ext cx="715" cy="19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200" b="1" dirty="0">
                  <a:solidFill>
                    <a:schemeClr val="bg2"/>
                  </a:solidFill>
                  <a:latin typeface="Times New Roman" panose="02020603050405020304" pitchFamily="18" charset="0"/>
                </a:rPr>
                <a:t>Design</a:t>
              </a:r>
              <a:endParaRPr lang="en-GB" altLang="en-US" sz="1200" b="1" dirty="0">
                <a:solidFill>
                  <a:schemeClr val="tx1"/>
                </a:solidFill>
                <a:latin typeface="Times New Roman" panose="02020603050405020304" pitchFamily="18" charset="0"/>
              </a:endParaRPr>
            </a:p>
          </p:txBody>
        </p:sp>
      </p:grpSp>
      <p:grpSp>
        <p:nvGrpSpPr>
          <p:cNvPr id="886790" name="Group 6">
            <a:extLst>
              <a:ext uri="{FF2B5EF4-FFF2-40B4-BE49-F238E27FC236}">
                <a16:creationId xmlns:a16="http://schemas.microsoft.com/office/drawing/2014/main" id="{99E1C143-BA99-4448-B274-81A94BF036C5}"/>
              </a:ext>
            </a:extLst>
          </p:cNvPr>
          <p:cNvGrpSpPr>
            <a:grpSpLocks/>
          </p:cNvGrpSpPr>
          <p:nvPr/>
        </p:nvGrpSpPr>
        <p:grpSpPr bwMode="auto">
          <a:xfrm>
            <a:off x="3606800" y="973138"/>
            <a:ext cx="1473200" cy="1728787"/>
            <a:chOff x="2272" y="613"/>
            <a:chExt cx="928" cy="1089"/>
          </a:xfrm>
        </p:grpSpPr>
        <p:sp>
          <p:nvSpPr>
            <p:cNvPr id="6170" name="AutoShape 7">
              <a:extLst>
                <a:ext uri="{FF2B5EF4-FFF2-40B4-BE49-F238E27FC236}">
                  <a16:creationId xmlns:a16="http://schemas.microsoft.com/office/drawing/2014/main" id="{EA4AC760-4E28-4F9D-9A7A-78135B51963E}"/>
                </a:ext>
              </a:extLst>
            </p:cNvPr>
            <p:cNvSpPr>
              <a:spLocks noChangeArrowheads="1"/>
            </p:cNvSpPr>
            <p:nvPr/>
          </p:nvSpPr>
          <p:spPr bwMode="auto">
            <a:xfrm>
              <a:off x="2296" y="722"/>
              <a:ext cx="904" cy="504"/>
            </a:xfrm>
            <a:prstGeom prst="flowChartInputOutput">
              <a:avLst/>
            </a:prstGeom>
            <a:solidFill>
              <a:schemeClr val="bg2"/>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71" name="AutoShape 8">
              <a:extLst>
                <a:ext uri="{FF2B5EF4-FFF2-40B4-BE49-F238E27FC236}">
                  <a16:creationId xmlns:a16="http://schemas.microsoft.com/office/drawing/2014/main" id="{60EA64D0-3E12-4D36-B0F0-EB9301434A0F}"/>
                </a:ext>
              </a:extLst>
            </p:cNvPr>
            <p:cNvSpPr>
              <a:spLocks noChangeArrowheads="1"/>
            </p:cNvSpPr>
            <p:nvPr/>
          </p:nvSpPr>
          <p:spPr bwMode="auto">
            <a:xfrm>
              <a:off x="2272" y="674"/>
              <a:ext cx="904" cy="504"/>
            </a:xfrm>
            <a:prstGeom prst="flowChartInputOutpu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72" name="Text Box 9">
              <a:extLst>
                <a:ext uri="{FF2B5EF4-FFF2-40B4-BE49-F238E27FC236}">
                  <a16:creationId xmlns:a16="http://schemas.microsoft.com/office/drawing/2014/main" id="{8D029E87-7576-48DA-B1D2-B0BDFB989F40}"/>
                </a:ext>
              </a:extLst>
            </p:cNvPr>
            <p:cNvSpPr txBox="1">
              <a:spLocks noChangeArrowheads="1"/>
            </p:cNvSpPr>
            <p:nvPr/>
          </p:nvSpPr>
          <p:spPr bwMode="auto">
            <a:xfrm>
              <a:off x="2378" y="613"/>
              <a:ext cx="715" cy="48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endParaRPr lang="en-GB" altLang="en-US" sz="1300" b="1" dirty="0">
                <a:solidFill>
                  <a:schemeClr val="bg2"/>
                </a:solidFill>
                <a:latin typeface="Times New Roman" panose="02020603050405020304" pitchFamily="18" charset="0"/>
              </a:endParaRPr>
            </a:p>
            <a:p>
              <a:pPr algn="ctr"/>
              <a:r>
                <a:rPr lang="en-GB" altLang="en-US" sz="1300" b="1" dirty="0">
                  <a:solidFill>
                    <a:schemeClr val="bg2"/>
                  </a:solidFill>
                  <a:latin typeface="Times New Roman" panose="02020603050405020304" pitchFamily="18" charset="0"/>
                </a:rPr>
                <a:t>System Proposal</a:t>
              </a:r>
              <a:endParaRPr lang="en-GB" altLang="en-US" sz="1300" b="1" dirty="0">
                <a:solidFill>
                  <a:schemeClr val="tx1"/>
                </a:solidFill>
                <a:latin typeface="Times New Roman" panose="02020603050405020304" pitchFamily="18" charset="0"/>
              </a:endParaRPr>
            </a:p>
          </p:txBody>
        </p:sp>
        <p:sp>
          <p:nvSpPr>
            <p:cNvPr id="6173" name="Line 10">
              <a:extLst>
                <a:ext uri="{FF2B5EF4-FFF2-40B4-BE49-F238E27FC236}">
                  <a16:creationId xmlns:a16="http://schemas.microsoft.com/office/drawing/2014/main" id="{506DE27C-1D2C-4B81-A9A1-E7AFF59B691A}"/>
                </a:ext>
              </a:extLst>
            </p:cNvPr>
            <p:cNvSpPr>
              <a:spLocks noChangeShapeType="1"/>
            </p:cNvSpPr>
            <p:nvPr/>
          </p:nvSpPr>
          <p:spPr bwMode="auto">
            <a:xfrm flipV="1">
              <a:off x="2656" y="1186"/>
              <a:ext cx="0" cy="516"/>
            </a:xfrm>
            <a:prstGeom prst="line">
              <a:avLst/>
            </a:prstGeom>
            <a:noFill/>
            <a:ln w="25400" cap="sq">
              <a:solidFill>
                <a:schemeClr val="tx1"/>
              </a:solidFill>
              <a:round/>
              <a:headEnd type="triangl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p>
          </p:txBody>
        </p:sp>
      </p:grpSp>
      <p:grpSp>
        <p:nvGrpSpPr>
          <p:cNvPr id="886795" name="Group 11">
            <a:extLst>
              <a:ext uri="{FF2B5EF4-FFF2-40B4-BE49-F238E27FC236}">
                <a16:creationId xmlns:a16="http://schemas.microsoft.com/office/drawing/2014/main" id="{476C8514-9D55-481F-89DC-FA42E3067450}"/>
              </a:ext>
            </a:extLst>
          </p:cNvPr>
          <p:cNvGrpSpPr>
            <a:grpSpLocks/>
          </p:cNvGrpSpPr>
          <p:nvPr/>
        </p:nvGrpSpPr>
        <p:grpSpPr bwMode="auto">
          <a:xfrm>
            <a:off x="779463" y="3838575"/>
            <a:ext cx="6902450" cy="1546225"/>
            <a:chOff x="491" y="2418"/>
            <a:chExt cx="4348" cy="974"/>
          </a:xfrm>
        </p:grpSpPr>
        <p:sp>
          <p:nvSpPr>
            <p:cNvPr id="6155" name="Line 12">
              <a:extLst>
                <a:ext uri="{FF2B5EF4-FFF2-40B4-BE49-F238E27FC236}">
                  <a16:creationId xmlns:a16="http://schemas.microsoft.com/office/drawing/2014/main" id="{0D321784-C272-4943-A917-81625CBC80EA}"/>
                </a:ext>
              </a:extLst>
            </p:cNvPr>
            <p:cNvSpPr>
              <a:spLocks noChangeShapeType="1"/>
            </p:cNvSpPr>
            <p:nvPr/>
          </p:nvSpPr>
          <p:spPr bwMode="auto">
            <a:xfrm flipV="1">
              <a:off x="2664" y="2418"/>
              <a:ext cx="0" cy="228"/>
            </a:xfrm>
            <a:prstGeom prst="line">
              <a:avLst/>
            </a:prstGeom>
            <a:noFill/>
            <a:ln w="254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p>
          </p:txBody>
        </p:sp>
        <p:grpSp>
          <p:nvGrpSpPr>
            <p:cNvPr id="6156" name="Group 13">
              <a:extLst>
                <a:ext uri="{FF2B5EF4-FFF2-40B4-BE49-F238E27FC236}">
                  <a16:creationId xmlns:a16="http://schemas.microsoft.com/office/drawing/2014/main" id="{A462653C-83A5-40CA-A931-4F313DDB7E76}"/>
                </a:ext>
              </a:extLst>
            </p:cNvPr>
            <p:cNvGrpSpPr>
              <a:grpSpLocks/>
            </p:cNvGrpSpPr>
            <p:nvPr/>
          </p:nvGrpSpPr>
          <p:grpSpPr bwMode="auto">
            <a:xfrm>
              <a:off x="491" y="2658"/>
              <a:ext cx="4348" cy="734"/>
              <a:chOff x="491" y="2658"/>
              <a:chExt cx="4348" cy="734"/>
            </a:xfrm>
          </p:grpSpPr>
          <p:sp>
            <p:nvSpPr>
              <p:cNvPr id="6157" name="AutoShape 14">
                <a:extLst>
                  <a:ext uri="{FF2B5EF4-FFF2-40B4-BE49-F238E27FC236}">
                    <a16:creationId xmlns:a16="http://schemas.microsoft.com/office/drawing/2014/main" id="{6D2DFCAA-B716-4697-A93D-134122DC94E8}"/>
                  </a:ext>
                </a:extLst>
              </p:cNvPr>
              <p:cNvSpPr>
                <a:spLocks noChangeArrowheads="1"/>
              </p:cNvSpPr>
              <p:nvPr/>
            </p:nvSpPr>
            <p:spPr bwMode="auto">
              <a:xfrm>
                <a:off x="2300" y="2826"/>
                <a:ext cx="792" cy="560"/>
              </a:xfrm>
              <a:prstGeom prst="flowChartDocument">
                <a:avLst/>
              </a:prstGeom>
              <a:solidFill>
                <a:schemeClr val="bg2"/>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58" name="AutoShape 15">
                <a:extLst>
                  <a:ext uri="{FF2B5EF4-FFF2-40B4-BE49-F238E27FC236}">
                    <a16:creationId xmlns:a16="http://schemas.microsoft.com/office/drawing/2014/main" id="{FC3188AC-231C-4D9B-AAE8-8ED1F9211A09}"/>
                  </a:ext>
                </a:extLst>
              </p:cNvPr>
              <p:cNvSpPr>
                <a:spLocks noChangeArrowheads="1"/>
              </p:cNvSpPr>
              <p:nvPr/>
            </p:nvSpPr>
            <p:spPr bwMode="auto">
              <a:xfrm>
                <a:off x="2252" y="2794"/>
                <a:ext cx="792" cy="560"/>
              </a:xfrm>
              <a:prstGeom prst="flowChartDocumen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59" name="Text Box 16">
                <a:extLst>
                  <a:ext uri="{FF2B5EF4-FFF2-40B4-BE49-F238E27FC236}">
                    <a16:creationId xmlns:a16="http://schemas.microsoft.com/office/drawing/2014/main" id="{459B5AEA-6AB1-479F-B94C-6C3B8552D642}"/>
                  </a:ext>
                </a:extLst>
              </p:cNvPr>
              <p:cNvSpPr txBox="1">
                <a:spLocks noChangeArrowheads="1"/>
              </p:cNvSpPr>
              <p:nvPr/>
            </p:nvSpPr>
            <p:spPr bwMode="auto">
              <a:xfrm>
                <a:off x="2280" y="2809"/>
                <a:ext cx="715" cy="48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200" b="1" dirty="0">
                    <a:solidFill>
                      <a:schemeClr val="bg2"/>
                    </a:solidFill>
                    <a:latin typeface="Times New Roman" panose="02020603050405020304" pitchFamily="18" charset="0"/>
                  </a:rPr>
                  <a:t>Updated Project Plan &amp; Schedule</a:t>
                </a:r>
                <a:endParaRPr lang="en-GB" altLang="en-US" sz="1200" b="1" dirty="0">
                  <a:solidFill>
                    <a:schemeClr val="tx1"/>
                  </a:solidFill>
                  <a:latin typeface="Times New Roman" panose="02020603050405020304" pitchFamily="18" charset="0"/>
                </a:endParaRPr>
              </a:p>
            </p:txBody>
          </p:sp>
          <p:sp>
            <p:nvSpPr>
              <p:cNvPr id="6160" name="AutoShape 17">
                <a:extLst>
                  <a:ext uri="{FF2B5EF4-FFF2-40B4-BE49-F238E27FC236}">
                    <a16:creationId xmlns:a16="http://schemas.microsoft.com/office/drawing/2014/main" id="{C58424DA-8636-4C2D-B315-A7AE87D7D034}"/>
                  </a:ext>
                </a:extLst>
              </p:cNvPr>
              <p:cNvSpPr>
                <a:spLocks noChangeArrowheads="1"/>
              </p:cNvSpPr>
              <p:nvPr/>
            </p:nvSpPr>
            <p:spPr bwMode="auto">
              <a:xfrm>
                <a:off x="4047" y="2826"/>
                <a:ext cx="792" cy="560"/>
              </a:xfrm>
              <a:prstGeom prst="flowChartDocument">
                <a:avLst/>
              </a:prstGeom>
              <a:solidFill>
                <a:schemeClr val="bg2"/>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61" name="AutoShape 18">
                <a:extLst>
                  <a:ext uri="{FF2B5EF4-FFF2-40B4-BE49-F238E27FC236}">
                    <a16:creationId xmlns:a16="http://schemas.microsoft.com/office/drawing/2014/main" id="{2AA0ECB8-F09C-4CAB-8087-DAB42ED14E63}"/>
                  </a:ext>
                </a:extLst>
              </p:cNvPr>
              <p:cNvSpPr>
                <a:spLocks noChangeArrowheads="1"/>
              </p:cNvSpPr>
              <p:nvPr/>
            </p:nvSpPr>
            <p:spPr bwMode="auto">
              <a:xfrm>
                <a:off x="3999" y="2794"/>
                <a:ext cx="792" cy="560"/>
              </a:xfrm>
              <a:prstGeom prst="flowChartDocumen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62" name="Text Box 19">
                <a:extLst>
                  <a:ext uri="{FF2B5EF4-FFF2-40B4-BE49-F238E27FC236}">
                    <a16:creationId xmlns:a16="http://schemas.microsoft.com/office/drawing/2014/main" id="{EA10CEF8-B3EE-4AA4-AA15-DFB3E3F04C32}"/>
                  </a:ext>
                </a:extLst>
              </p:cNvPr>
              <p:cNvSpPr txBox="1">
                <a:spLocks noChangeArrowheads="1"/>
              </p:cNvSpPr>
              <p:nvPr/>
            </p:nvSpPr>
            <p:spPr bwMode="auto">
              <a:xfrm>
                <a:off x="4027" y="2809"/>
                <a:ext cx="715" cy="48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200" b="1" dirty="0">
                    <a:solidFill>
                      <a:schemeClr val="bg2"/>
                    </a:solidFill>
                    <a:latin typeface="Times New Roman" panose="02020603050405020304" pitchFamily="18" charset="0"/>
                  </a:rPr>
                  <a:t>Updated</a:t>
                </a:r>
              </a:p>
              <a:p>
                <a:pPr algn="ctr"/>
                <a:r>
                  <a:rPr lang="en-GB" altLang="en-US" sz="1200" b="1" dirty="0">
                    <a:solidFill>
                      <a:schemeClr val="bg2"/>
                    </a:solidFill>
                    <a:latin typeface="Times New Roman" panose="02020603050405020304" pitchFamily="18" charset="0"/>
                  </a:rPr>
                  <a:t>Requirements Traceability Matrix</a:t>
                </a:r>
                <a:endParaRPr lang="en-GB" altLang="en-US" sz="1200" b="1" baseline="30000" dirty="0">
                  <a:solidFill>
                    <a:schemeClr val="tx1"/>
                  </a:solidFill>
                  <a:latin typeface="Times New Roman" panose="02020603050405020304" pitchFamily="18" charset="0"/>
                </a:endParaRPr>
              </a:p>
            </p:txBody>
          </p:sp>
          <p:sp>
            <p:nvSpPr>
              <p:cNvPr id="6163" name="Line 20">
                <a:extLst>
                  <a:ext uri="{FF2B5EF4-FFF2-40B4-BE49-F238E27FC236}">
                    <a16:creationId xmlns:a16="http://schemas.microsoft.com/office/drawing/2014/main" id="{5647DB33-BC04-4281-A114-BC0015BDB567}"/>
                  </a:ext>
                </a:extLst>
              </p:cNvPr>
              <p:cNvSpPr>
                <a:spLocks noChangeShapeType="1"/>
              </p:cNvSpPr>
              <p:nvPr/>
            </p:nvSpPr>
            <p:spPr bwMode="auto">
              <a:xfrm>
                <a:off x="917" y="2658"/>
                <a:ext cx="3530" cy="0"/>
              </a:xfrm>
              <a:prstGeom prst="line">
                <a:avLst/>
              </a:prstGeom>
              <a:noFill/>
              <a:ln w="254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p>
            </p:txBody>
          </p:sp>
          <p:sp>
            <p:nvSpPr>
              <p:cNvPr id="6164" name="Line 21">
                <a:extLst>
                  <a:ext uri="{FF2B5EF4-FFF2-40B4-BE49-F238E27FC236}">
                    <a16:creationId xmlns:a16="http://schemas.microsoft.com/office/drawing/2014/main" id="{2543C5F4-0DDA-4F74-9350-152637533F2F}"/>
                  </a:ext>
                </a:extLst>
              </p:cNvPr>
              <p:cNvSpPr>
                <a:spLocks noChangeShapeType="1"/>
              </p:cNvSpPr>
              <p:nvPr/>
            </p:nvSpPr>
            <p:spPr bwMode="auto">
              <a:xfrm>
                <a:off x="908" y="2662"/>
                <a:ext cx="6" cy="142"/>
              </a:xfrm>
              <a:prstGeom prst="line">
                <a:avLst/>
              </a:prstGeom>
              <a:noFill/>
              <a:ln w="25400" cap="sq">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p>
            </p:txBody>
          </p:sp>
          <p:sp>
            <p:nvSpPr>
              <p:cNvPr id="6165" name="Line 22">
                <a:extLst>
                  <a:ext uri="{FF2B5EF4-FFF2-40B4-BE49-F238E27FC236}">
                    <a16:creationId xmlns:a16="http://schemas.microsoft.com/office/drawing/2014/main" id="{C58CAB3E-8281-4CD2-B503-B1E23EF37BB9}"/>
                  </a:ext>
                </a:extLst>
              </p:cNvPr>
              <p:cNvSpPr>
                <a:spLocks noChangeShapeType="1"/>
              </p:cNvSpPr>
              <p:nvPr/>
            </p:nvSpPr>
            <p:spPr bwMode="auto">
              <a:xfrm>
                <a:off x="2666" y="2668"/>
                <a:ext cx="0" cy="131"/>
              </a:xfrm>
              <a:prstGeom prst="line">
                <a:avLst/>
              </a:prstGeom>
              <a:noFill/>
              <a:ln w="25400" cap="sq">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p>
            </p:txBody>
          </p:sp>
          <p:sp>
            <p:nvSpPr>
              <p:cNvPr id="6166" name="AutoShape 23">
                <a:extLst>
                  <a:ext uri="{FF2B5EF4-FFF2-40B4-BE49-F238E27FC236}">
                    <a16:creationId xmlns:a16="http://schemas.microsoft.com/office/drawing/2014/main" id="{D01DEA71-3BE6-4552-8B1D-ACC7EF3D2456}"/>
                  </a:ext>
                </a:extLst>
              </p:cNvPr>
              <p:cNvSpPr>
                <a:spLocks noChangeArrowheads="1"/>
              </p:cNvSpPr>
              <p:nvPr/>
            </p:nvSpPr>
            <p:spPr bwMode="auto">
              <a:xfrm>
                <a:off x="579" y="2832"/>
                <a:ext cx="792" cy="560"/>
              </a:xfrm>
              <a:prstGeom prst="flowChartDocument">
                <a:avLst/>
              </a:prstGeom>
              <a:solidFill>
                <a:schemeClr val="bg2"/>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67" name="AutoShape 24">
                <a:extLst>
                  <a:ext uri="{FF2B5EF4-FFF2-40B4-BE49-F238E27FC236}">
                    <a16:creationId xmlns:a16="http://schemas.microsoft.com/office/drawing/2014/main" id="{54105E8B-830E-4A2A-96FC-00ED085E7DC3}"/>
                  </a:ext>
                </a:extLst>
              </p:cNvPr>
              <p:cNvSpPr>
                <a:spLocks noChangeArrowheads="1"/>
              </p:cNvSpPr>
              <p:nvPr/>
            </p:nvSpPr>
            <p:spPr bwMode="auto">
              <a:xfrm>
                <a:off x="531" y="2800"/>
                <a:ext cx="792" cy="560"/>
              </a:xfrm>
              <a:prstGeom prst="flowChartDocument">
                <a:avLst/>
              </a:prstGeom>
              <a:solidFill>
                <a:schemeClr val="bg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dirty="0"/>
              </a:p>
            </p:txBody>
          </p:sp>
          <p:sp>
            <p:nvSpPr>
              <p:cNvPr id="6168" name="Text Box 25">
                <a:extLst>
                  <a:ext uri="{FF2B5EF4-FFF2-40B4-BE49-F238E27FC236}">
                    <a16:creationId xmlns:a16="http://schemas.microsoft.com/office/drawing/2014/main" id="{04D25826-5621-41DF-B261-BFBCAFDFBFE1}"/>
                  </a:ext>
                </a:extLst>
              </p:cNvPr>
              <p:cNvSpPr txBox="1">
                <a:spLocks noChangeArrowheads="1"/>
              </p:cNvSpPr>
              <p:nvPr/>
            </p:nvSpPr>
            <p:spPr bwMode="auto">
              <a:xfrm>
                <a:off x="491" y="2937"/>
                <a:ext cx="859" cy="254"/>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200" b="1" dirty="0">
                    <a:solidFill>
                      <a:schemeClr val="bg2"/>
                    </a:solidFill>
                    <a:latin typeface="Times New Roman" panose="02020603050405020304" pitchFamily="18" charset="0"/>
                  </a:rPr>
                  <a:t>System Specification</a:t>
                </a:r>
                <a:endParaRPr lang="en-GB" altLang="en-US" sz="1200" b="1" dirty="0">
                  <a:solidFill>
                    <a:schemeClr val="tx1"/>
                  </a:solidFill>
                  <a:latin typeface="Times New Roman" panose="02020603050405020304" pitchFamily="18" charset="0"/>
                </a:endParaRPr>
              </a:p>
            </p:txBody>
          </p:sp>
          <p:sp>
            <p:nvSpPr>
              <p:cNvPr id="6169" name="Line 26">
                <a:extLst>
                  <a:ext uri="{FF2B5EF4-FFF2-40B4-BE49-F238E27FC236}">
                    <a16:creationId xmlns:a16="http://schemas.microsoft.com/office/drawing/2014/main" id="{8DF1A0B0-F959-4F53-B594-4FC5A276733B}"/>
                  </a:ext>
                </a:extLst>
              </p:cNvPr>
              <p:cNvSpPr>
                <a:spLocks noChangeShapeType="1"/>
              </p:cNvSpPr>
              <p:nvPr/>
            </p:nvSpPr>
            <p:spPr bwMode="auto">
              <a:xfrm>
                <a:off x="4452" y="2658"/>
                <a:ext cx="0" cy="132"/>
              </a:xfrm>
              <a:prstGeom prst="line">
                <a:avLst/>
              </a:prstGeom>
              <a:noFill/>
              <a:ln w="25400" cap="sq">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p>
            </p:txBody>
          </p:sp>
        </p:grpSp>
      </p:grpSp>
      <p:grpSp>
        <p:nvGrpSpPr>
          <p:cNvPr id="886811" name="Group 27">
            <a:extLst>
              <a:ext uri="{FF2B5EF4-FFF2-40B4-BE49-F238E27FC236}">
                <a16:creationId xmlns:a16="http://schemas.microsoft.com/office/drawing/2014/main" id="{BD2396E6-EE17-43E8-B9C1-7BE2E0CE4DBF}"/>
              </a:ext>
            </a:extLst>
          </p:cNvPr>
          <p:cNvGrpSpPr>
            <a:grpSpLocks/>
          </p:cNvGrpSpPr>
          <p:nvPr/>
        </p:nvGrpSpPr>
        <p:grpSpPr bwMode="auto">
          <a:xfrm>
            <a:off x="228600" y="152400"/>
            <a:ext cx="8413750" cy="844550"/>
            <a:chOff x="144" y="96"/>
            <a:chExt cx="5300" cy="532"/>
          </a:xfrm>
        </p:grpSpPr>
        <p:sp>
          <p:nvSpPr>
            <p:cNvPr id="6153" name="Text Box 28">
              <a:extLst>
                <a:ext uri="{FF2B5EF4-FFF2-40B4-BE49-F238E27FC236}">
                  <a16:creationId xmlns:a16="http://schemas.microsoft.com/office/drawing/2014/main" id="{A1C4713C-C418-44DC-833E-6CC38D36324A}"/>
                </a:ext>
              </a:extLst>
            </p:cNvPr>
            <p:cNvSpPr txBox="1">
              <a:spLocks noChangeArrowheads="1"/>
            </p:cNvSpPr>
            <p:nvPr/>
          </p:nvSpPr>
          <p:spPr bwMode="auto">
            <a:xfrm>
              <a:off x="144" y="96"/>
              <a:ext cx="5196" cy="29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buFont typeface="Symbol" panose="05050102010706020507" pitchFamily="18" charset="2"/>
                <a:buNone/>
              </a:pPr>
              <a:r>
                <a:rPr lang="en-GB" altLang="en-US" sz="2400" b="1" dirty="0">
                  <a:solidFill>
                    <a:schemeClr val="tx1"/>
                  </a:solidFill>
                </a:rPr>
                <a:t>Design</a:t>
              </a:r>
              <a:r>
                <a:rPr lang="en-GB" altLang="en-US" sz="1400" b="1" dirty="0">
                  <a:solidFill>
                    <a:schemeClr val="tx1"/>
                  </a:solidFill>
                  <a:latin typeface="Times New Roman" panose="02020603050405020304" pitchFamily="18" charset="0"/>
                </a:rPr>
                <a:t> </a:t>
              </a:r>
              <a:endParaRPr lang="en-GB" altLang="en-US" dirty="0">
                <a:solidFill>
                  <a:schemeClr val="tx1"/>
                </a:solidFill>
                <a:latin typeface="Times New Roman" panose="02020603050405020304" pitchFamily="18" charset="0"/>
              </a:endParaRPr>
            </a:p>
          </p:txBody>
        </p:sp>
        <p:sp>
          <p:nvSpPr>
            <p:cNvPr id="6154" name="Text Box 29">
              <a:extLst>
                <a:ext uri="{FF2B5EF4-FFF2-40B4-BE49-F238E27FC236}">
                  <a16:creationId xmlns:a16="http://schemas.microsoft.com/office/drawing/2014/main" id="{323752C8-F2FE-4521-B4C2-D039693EFDAA}"/>
                </a:ext>
              </a:extLst>
            </p:cNvPr>
            <p:cNvSpPr txBox="1">
              <a:spLocks noChangeArrowheads="1"/>
            </p:cNvSpPr>
            <p:nvPr/>
          </p:nvSpPr>
          <p:spPr bwMode="auto">
            <a:xfrm>
              <a:off x="248" y="336"/>
              <a:ext cx="5196" cy="29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buFont typeface="Symbol" panose="05050102010706020507" pitchFamily="18" charset="2"/>
                <a:buNone/>
              </a:pPr>
              <a:r>
                <a:rPr lang="en-GB" altLang="en-US" sz="2000" dirty="0">
                  <a:solidFill>
                    <a:schemeClr val="tx1"/>
                  </a:solidFill>
                </a:rPr>
                <a:t>Typical Inputs and Outputs</a:t>
              </a:r>
              <a:r>
                <a:rPr lang="en-GB" altLang="en-US" sz="1400" b="1" dirty="0">
                  <a:solidFill>
                    <a:schemeClr val="tx1"/>
                  </a:solidFill>
                  <a:latin typeface="Times New Roman" panose="02020603050405020304" pitchFamily="18" charset="0"/>
                </a:rPr>
                <a:t> </a:t>
              </a:r>
              <a:endParaRPr lang="en-GB" altLang="en-US" dirty="0">
                <a:solidFill>
                  <a:schemeClr val="tx1"/>
                </a:solidFill>
                <a:latin typeface="Times New Roman" panose="02020603050405020304" pitchFamily="18" charset="0"/>
              </a:endParaRPr>
            </a:p>
          </p:txBody>
        </p:sp>
      </p:grpSp>
      <p:sp>
        <p:nvSpPr>
          <p:cNvPr id="886814" name="Rectangle 30">
            <a:extLst>
              <a:ext uri="{FF2B5EF4-FFF2-40B4-BE49-F238E27FC236}">
                <a16:creationId xmlns:a16="http://schemas.microsoft.com/office/drawing/2014/main" id="{3F99E18F-9E9E-4546-8445-55FD162A4382}"/>
              </a:ext>
            </a:extLst>
          </p:cNvPr>
          <p:cNvSpPr>
            <a:spLocks noChangeArrowheads="1"/>
          </p:cNvSpPr>
          <p:nvPr/>
        </p:nvSpPr>
        <p:spPr bwMode="auto">
          <a:xfrm>
            <a:off x="1060450" y="5545138"/>
            <a:ext cx="77184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eaLnBrk="1" hangingPunct="1">
              <a:spcBef>
                <a:spcPct val="20000"/>
              </a:spcBef>
              <a:buClr>
                <a:srgbClr val="CCECFF"/>
              </a:buClr>
            </a:pPr>
            <a:r>
              <a:rPr lang="en-US" altLang="en-US" sz="1200" dirty="0">
                <a:solidFill>
                  <a:srgbClr val="FF0000"/>
                </a:solidFill>
              </a:rPr>
              <a:t>Conveys exactly what system the design team will implement during the implementation phase</a:t>
            </a:r>
          </a:p>
        </p:txBody>
      </p:sp>
      <p:sp>
        <p:nvSpPr>
          <p:cNvPr id="886815" name="Line 31">
            <a:extLst>
              <a:ext uri="{FF2B5EF4-FFF2-40B4-BE49-F238E27FC236}">
                <a16:creationId xmlns:a16="http://schemas.microsoft.com/office/drawing/2014/main" id="{A68F8464-2EB4-4810-9E9F-D45B1F7D5F7B}"/>
              </a:ext>
            </a:extLst>
          </p:cNvPr>
          <p:cNvSpPr>
            <a:spLocks noChangeShapeType="1"/>
          </p:cNvSpPr>
          <p:nvPr/>
        </p:nvSpPr>
        <p:spPr bwMode="auto">
          <a:xfrm>
            <a:off x="952500" y="5175250"/>
            <a:ext cx="196850" cy="4191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dirty="0"/>
          </a:p>
        </p:txBody>
      </p:sp>
      <p:sp>
        <p:nvSpPr>
          <p:cNvPr id="886816" name="AutoShape 32">
            <a:extLst>
              <a:ext uri="{FF2B5EF4-FFF2-40B4-BE49-F238E27FC236}">
                <a16:creationId xmlns:a16="http://schemas.microsoft.com/office/drawing/2014/main" id="{47E017BD-0F76-47F9-9752-ECF9430413F6}"/>
              </a:ext>
            </a:extLst>
          </p:cNvPr>
          <p:cNvSpPr>
            <a:spLocks/>
          </p:cNvSpPr>
          <p:nvPr/>
        </p:nvSpPr>
        <p:spPr bwMode="auto">
          <a:xfrm>
            <a:off x="5994400" y="2819400"/>
            <a:ext cx="2400300" cy="609600"/>
          </a:xfrm>
          <a:prstGeom prst="accentCallout1">
            <a:avLst>
              <a:gd name="adj1" fmla="val 18750"/>
              <a:gd name="adj2" fmla="val -3176"/>
              <a:gd name="adj3" fmla="val 83333"/>
              <a:gd name="adj4" fmla="val -41801"/>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dirty="0">
                <a:solidFill>
                  <a:srgbClr val="009999"/>
                </a:solidFill>
              </a:rPr>
              <a:t>‘Design’ focuses on </a:t>
            </a:r>
            <a:r>
              <a:rPr lang="en-GB" altLang="en-US" sz="1200" b="1" dirty="0">
                <a:solidFill>
                  <a:srgbClr val="009999"/>
                </a:solidFill>
              </a:rPr>
              <a:t>how</a:t>
            </a:r>
            <a:r>
              <a:rPr lang="en-GB" altLang="en-US" sz="1200" dirty="0">
                <a:solidFill>
                  <a:srgbClr val="009999"/>
                </a:solidFill>
              </a:rPr>
              <a:t> to build the proposed system using technology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886811"/>
                                        </p:tgtEl>
                                        <p:attrNameLst>
                                          <p:attrName>style.visibility</p:attrName>
                                        </p:attrNameLst>
                                      </p:cBhvr>
                                      <p:to>
                                        <p:strVal val="visible"/>
                                      </p:to>
                                    </p:set>
                                    <p:animEffect transition="in" filter="fade">
                                      <p:cBhvr>
                                        <p:cTn id="7" dur="2000"/>
                                        <p:tgtEl>
                                          <p:spTgt spid="8868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86786"/>
                                        </p:tgtEl>
                                        <p:attrNameLst>
                                          <p:attrName>style.visibility</p:attrName>
                                        </p:attrNameLst>
                                      </p:cBhvr>
                                      <p:to>
                                        <p:strVal val="visible"/>
                                      </p:to>
                                    </p:set>
                                    <p:animEffect transition="in" filter="fade">
                                      <p:cBhvr>
                                        <p:cTn id="12" dur="2000"/>
                                        <p:tgtEl>
                                          <p:spTgt spid="886786"/>
                                        </p:tgtEl>
                                      </p:cBhvr>
                                    </p:animEffect>
                                  </p:childTnLst>
                                </p:cTn>
                              </p:par>
                            </p:childTnLst>
                          </p:cTn>
                        </p:par>
                        <p:par>
                          <p:cTn id="13" fill="hold" nodeType="afterGroup">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886816"/>
                                        </p:tgtEl>
                                        <p:attrNameLst>
                                          <p:attrName>style.visibility</p:attrName>
                                        </p:attrNameLst>
                                      </p:cBhvr>
                                      <p:to>
                                        <p:strVal val="visible"/>
                                      </p:to>
                                    </p:set>
                                    <p:animEffect transition="in" filter="wipe(left)">
                                      <p:cBhvr>
                                        <p:cTn id="16" dur="2000"/>
                                        <p:tgtEl>
                                          <p:spTgt spid="8868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86790"/>
                                        </p:tgtEl>
                                        <p:attrNameLst>
                                          <p:attrName>style.visibility</p:attrName>
                                        </p:attrNameLst>
                                      </p:cBhvr>
                                      <p:to>
                                        <p:strVal val="visible"/>
                                      </p:to>
                                    </p:set>
                                    <p:animEffect transition="in" filter="wipe(up)">
                                      <p:cBhvr>
                                        <p:cTn id="21" dur="1000"/>
                                        <p:tgtEl>
                                          <p:spTgt spid="8867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886795"/>
                                        </p:tgtEl>
                                        <p:attrNameLst>
                                          <p:attrName>style.visibility</p:attrName>
                                        </p:attrNameLst>
                                      </p:cBhvr>
                                      <p:to>
                                        <p:strVal val="visible"/>
                                      </p:to>
                                    </p:set>
                                    <p:animEffect transition="in" filter="wipe(up)">
                                      <p:cBhvr>
                                        <p:cTn id="26" dur="1000"/>
                                        <p:tgtEl>
                                          <p:spTgt spid="886795"/>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886815"/>
                                        </p:tgtEl>
                                        <p:attrNameLst>
                                          <p:attrName>style.visibility</p:attrName>
                                        </p:attrNameLst>
                                      </p:cBhvr>
                                      <p:to>
                                        <p:strVal val="visible"/>
                                      </p:to>
                                    </p:set>
                                    <p:animEffect transition="in" filter="wipe(up)">
                                      <p:cBhvr>
                                        <p:cTn id="30" dur="1000"/>
                                        <p:tgtEl>
                                          <p:spTgt spid="886815"/>
                                        </p:tgtEl>
                                      </p:cBhvr>
                                    </p:animEffect>
                                  </p:childTnLst>
                                </p:cTn>
                              </p:par>
                            </p:childTnLst>
                          </p:cTn>
                        </p:par>
                        <p:par>
                          <p:cTn id="31" fill="hold" nodeType="afterGroup">
                            <p:stCondLst>
                              <p:cond delay="2000"/>
                            </p:stCondLst>
                            <p:childTnLst>
                              <p:par>
                                <p:cTn id="32" presetID="27" presetClass="entr" presetSubtype="0" fill="hold" grpId="0" nodeType="afterEffect">
                                  <p:stCondLst>
                                    <p:cond delay="0"/>
                                  </p:stCondLst>
                                  <p:iterate type="lt">
                                    <p:tmPct val="50000"/>
                                  </p:iterate>
                                  <p:childTnLst>
                                    <p:set>
                                      <p:cBhvr>
                                        <p:cTn id="33" dur="1" fill="hold">
                                          <p:stCondLst>
                                            <p:cond delay="0"/>
                                          </p:stCondLst>
                                        </p:cTn>
                                        <p:tgtEl>
                                          <p:spTgt spid="886814"/>
                                        </p:tgtEl>
                                        <p:attrNameLst>
                                          <p:attrName>style.visibility</p:attrName>
                                        </p:attrNameLst>
                                      </p:cBhvr>
                                      <p:to>
                                        <p:strVal val="visible"/>
                                      </p:to>
                                    </p:set>
                                    <p:anim calcmode="discrete" valueType="clr">
                                      <p:cBhvr override="childStyle">
                                        <p:cTn id="34" dur="80"/>
                                        <p:tgtEl>
                                          <p:spTgt spid="886814"/>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886814"/>
                                        </p:tgtEl>
                                        <p:attrNameLst>
                                          <p:attrName>fillcolor</p:attrName>
                                        </p:attrNameLst>
                                      </p:cBhvr>
                                      <p:tavLst>
                                        <p:tav tm="0">
                                          <p:val>
                                            <p:clrVal>
                                              <a:schemeClr val="accent2"/>
                                            </p:clrVal>
                                          </p:val>
                                        </p:tav>
                                        <p:tav tm="50000">
                                          <p:val>
                                            <p:clrVal>
                                              <a:schemeClr val="hlink"/>
                                            </p:clrVal>
                                          </p:val>
                                        </p:tav>
                                      </p:tavLst>
                                    </p:anim>
                                    <p:set>
                                      <p:cBhvr>
                                        <p:cTn id="36" dur="80"/>
                                        <p:tgtEl>
                                          <p:spTgt spid="88681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6814" grpId="0"/>
      <p:bldP spid="8868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4AB731C-DAEC-4465-A9A6-A754BD8B9AD6}"/>
              </a:ext>
            </a:extLst>
          </p:cNvPr>
          <p:cNvSpPr>
            <a:spLocks noGrp="1" noChangeArrowheads="1"/>
          </p:cNvSpPr>
          <p:nvPr>
            <p:ph type="title"/>
          </p:nvPr>
        </p:nvSpPr>
        <p:spPr>
          <a:xfrm>
            <a:off x="395288" y="150813"/>
            <a:ext cx="8305800" cy="527050"/>
          </a:xfrm>
        </p:spPr>
        <p:txBody>
          <a:bodyPr/>
          <a:lstStyle/>
          <a:p>
            <a:pPr eaLnBrk="1" hangingPunct="1"/>
            <a:r>
              <a:rPr lang="en-GB" altLang="en-US" sz="3200" b="1" dirty="0"/>
              <a:t>Design Steps</a:t>
            </a:r>
          </a:p>
        </p:txBody>
      </p:sp>
      <p:graphicFrame>
        <p:nvGraphicFramePr>
          <p:cNvPr id="888863" name="Group 31">
            <a:extLst>
              <a:ext uri="{FF2B5EF4-FFF2-40B4-BE49-F238E27FC236}">
                <a16:creationId xmlns:a16="http://schemas.microsoft.com/office/drawing/2014/main" id="{81F9E1C9-D15A-4E52-A680-A62B9600660F}"/>
              </a:ext>
            </a:extLst>
          </p:cNvPr>
          <p:cNvGraphicFramePr>
            <a:graphicFrameLocks noGrp="1"/>
          </p:cNvGraphicFramePr>
          <p:nvPr>
            <p:ph type="tbl" idx="1"/>
          </p:nvPr>
        </p:nvGraphicFramePr>
        <p:xfrm>
          <a:off x="361950" y="736600"/>
          <a:ext cx="8509000" cy="6208712"/>
        </p:xfrm>
        <a:graphic>
          <a:graphicData uri="http://schemas.openxmlformats.org/drawingml/2006/table">
            <a:tbl>
              <a:tblPr/>
              <a:tblGrid>
                <a:gridCol w="2076427">
                  <a:extLst>
                    <a:ext uri="{9D8B030D-6E8A-4147-A177-3AD203B41FA5}">
                      <a16:colId xmlns:a16="http://schemas.microsoft.com/office/drawing/2014/main" val="20000"/>
                    </a:ext>
                  </a:extLst>
                </a:gridCol>
                <a:gridCol w="3460711">
                  <a:extLst>
                    <a:ext uri="{9D8B030D-6E8A-4147-A177-3AD203B41FA5}">
                      <a16:colId xmlns:a16="http://schemas.microsoft.com/office/drawing/2014/main" val="20001"/>
                    </a:ext>
                  </a:extLst>
                </a:gridCol>
                <a:gridCol w="2971862">
                  <a:extLst>
                    <a:ext uri="{9D8B030D-6E8A-4147-A177-3AD203B41FA5}">
                      <a16:colId xmlns:a16="http://schemas.microsoft.com/office/drawing/2014/main" val="20002"/>
                    </a:ext>
                  </a:extLst>
                </a:gridCol>
              </a:tblGrid>
              <a:tr h="406304">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just" defTabSz="914400" rtl="0" eaLnBrk="0" fontAlgn="base" latinLnBrk="0" hangingPunct="0">
                        <a:lnSpc>
                          <a:spcPct val="110000"/>
                        </a:lnSpc>
                        <a:spcBef>
                          <a:spcPct val="0"/>
                        </a:spcBef>
                        <a:spcAft>
                          <a:spcPct val="20000"/>
                        </a:spcAft>
                        <a:buClrTx/>
                        <a:buSzTx/>
                        <a:buFontTx/>
                        <a:buNone/>
                        <a:tabLst/>
                      </a:pPr>
                      <a:r>
                        <a:rPr kumimoji="0" lang="en-GB" altLang="en-US" sz="1800" b="1" i="1" u="none" strike="noStrike" cap="none" normalizeH="0" baseline="0" dirty="0">
                          <a:ln>
                            <a:noFill/>
                          </a:ln>
                          <a:solidFill>
                            <a:srgbClr val="004D75"/>
                          </a:solidFill>
                          <a:effectLst/>
                          <a:latin typeface="Verdana" pitchFamily="34" charset="0"/>
                          <a:cs typeface="Times New Roman" pitchFamily="18" charset="0"/>
                        </a:rPr>
                        <a:t>Step</a:t>
                      </a:r>
                      <a:endParaRPr kumimoji="0" lang="en-GB" altLang="en-US" sz="1800" b="1" i="1" u="none" strike="noStrike" cap="none" normalizeH="0" baseline="0" dirty="0">
                        <a:ln>
                          <a:noFill/>
                        </a:ln>
                        <a:solidFill>
                          <a:srgbClr val="004D75"/>
                        </a:solidFill>
                        <a:effectLst/>
                        <a:latin typeface="Verdana" pitchFamily="34" charset="0"/>
                        <a:cs typeface="Arial" charset="0"/>
                      </a:endParaRPr>
                    </a:p>
                  </a:txBody>
                  <a:tcPr marL="92074" marR="92074" marT="46042" marB="46042" horzOverflow="overflow">
                    <a:lnL w="9525" cap="flat" cmpd="sng" algn="ctr">
                      <a:solidFill>
                        <a:srgbClr val="000000"/>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just" defTabSz="914400" rtl="0" eaLnBrk="0" fontAlgn="base" latinLnBrk="0" hangingPunct="0">
                        <a:lnSpc>
                          <a:spcPct val="110000"/>
                        </a:lnSpc>
                        <a:spcBef>
                          <a:spcPct val="0"/>
                        </a:spcBef>
                        <a:spcAft>
                          <a:spcPct val="20000"/>
                        </a:spcAft>
                        <a:buClrTx/>
                        <a:buSzTx/>
                        <a:buFontTx/>
                        <a:buNone/>
                        <a:tabLst/>
                      </a:pPr>
                      <a:r>
                        <a:rPr kumimoji="0" lang="en-GB" altLang="en-US" sz="1800" b="1" i="1" u="none" strike="noStrike" cap="none" normalizeH="0" baseline="0" dirty="0">
                          <a:ln>
                            <a:noFill/>
                          </a:ln>
                          <a:solidFill>
                            <a:srgbClr val="004D75"/>
                          </a:solidFill>
                          <a:effectLst/>
                          <a:latin typeface="Verdana" pitchFamily="34" charset="0"/>
                          <a:cs typeface="Times New Roman" pitchFamily="18" charset="0"/>
                        </a:rPr>
                        <a:t>Technique</a:t>
                      </a:r>
                      <a:endParaRPr kumimoji="0" lang="en-GB" altLang="en-US" sz="1800" b="1" i="1" u="none" strike="noStrike" cap="none" normalizeH="0" baseline="0" dirty="0">
                        <a:ln>
                          <a:noFill/>
                        </a:ln>
                        <a:solidFill>
                          <a:srgbClr val="004D75"/>
                        </a:solidFill>
                        <a:effectLst/>
                        <a:latin typeface="Verdana" pitchFamily="34" charset="0"/>
                        <a:cs typeface="Arial" charset="0"/>
                      </a:endParaRP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just" defTabSz="914400" rtl="0" eaLnBrk="0" fontAlgn="base" latinLnBrk="0" hangingPunct="0">
                        <a:lnSpc>
                          <a:spcPct val="110000"/>
                        </a:lnSpc>
                        <a:spcBef>
                          <a:spcPct val="0"/>
                        </a:spcBef>
                        <a:spcAft>
                          <a:spcPct val="20000"/>
                        </a:spcAft>
                        <a:buClrTx/>
                        <a:buSzTx/>
                        <a:buFontTx/>
                        <a:buNone/>
                        <a:tabLst/>
                      </a:pPr>
                      <a:r>
                        <a:rPr kumimoji="0" lang="en-GB" altLang="en-US" sz="1800" b="1" i="1" u="none" strike="noStrike" cap="none" normalizeH="0" baseline="0" dirty="0">
                          <a:ln>
                            <a:noFill/>
                          </a:ln>
                          <a:solidFill>
                            <a:srgbClr val="004D75"/>
                          </a:solidFill>
                          <a:effectLst/>
                          <a:latin typeface="Verdana" pitchFamily="34" charset="0"/>
                          <a:cs typeface="Times New Roman" pitchFamily="18" charset="0"/>
                        </a:rPr>
                        <a:t> Deliverable</a:t>
                      </a:r>
                      <a:endParaRPr kumimoji="0" lang="en-GB" altLang="en-US" sz="1800" b="1" i="1" u="none" strike="noStrike" cap="none" normalizeH="0" baseline="0" dirty="0">
                        <a:ln>
                          <a:noFill/>
                        </a:ln>
                        <a:solidFill>
                          <a:srgbClr val="004D75"/>
                        </a:solidFill>
                        <a:effectLst/>
                        <a:latin typeface="Verdana" pitchFamily="34" charset="0"/>
                        <a:cs typeface="Arial" charset="0"/>
                      </a:endParaRP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0293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Times New Roman" pitchFamily="18" charset="0"/>
                        </a:rPr>
                        <a:t>Design Physical System Models</a:t>
                      </a:r>
                      <a:endParaRPr kumimoji="0" lang="en-GB" altLang="en-US" sz="1600" b="0" i="0" u="none" strike="noStrike" cap="none" normalizeH="0" baseline="0" dirty="0">
                        <a:ln>
                          <a:noFill/>
                        </a:ln>
                        <a:solidFill>
                          <a:srgbClr val="004D75"/>
                        </a:solidFill>
                        <a:effectLst/>
                        <a:latin typeface="Verdana" pitchFamily="34" charset="0"/>
                        <a:cs typeface="Arial" charset="0"/>
                      </a:endParaRPr>
                    </a:p>
                  </a:txBody>
                  <a:tcPr marL="92074" marR="92074" marT="46042" marB="46042" horzOverflow="overflow">
                    <a:lnL w="9525" cap="flat" cmpd="sng" algn="ctr">
                      <a:solidFill>
                        <a:srgbClr val="000000"/>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Design Selections (custom, purchase or outsource)</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Physical DFD</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Physical ERD</a:t>
                      </a: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5">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sng" strike="noStrike" cap="none" normalizeH="0" baseline="0" dirty="0">
                          <a:ln>
                            <a:noFill/>
                          </a:ln>
                          <a:solidFill>
                            <a:srgbClr val="004D75"/>
                          </a:solidFill>
                          <a:effectLst/>
                          <a:latin typeface="Verdana" pitchFamily="34" charset="0"/>
                          <a:cs typeface="Arial" charset="0"/>
                        </a:rPr>
                        <a:t>System Specification</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-Physical Process Models </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-Physical Data Model</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-Create Read Update Delete (CRUD) matrix</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-Architecture Report</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-H/W and S/W Specification</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-Interface Design</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-Data Storage Design</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-Program Design</a:t>
                      </a: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96336">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Design Architecture</a:t>
                      </a:r>
                    </a:p>
                  </a:txBody>
                  <a:tcPr marL="92074" marR="92074" marT="46042" marB="46042" horzOverflow="overflow">
                    <a:lnL w="9525" cap="flat" cmpd="sng" algn="ctr">
                      <a:solidFill>
                        <a:srgbClr val="000000"/>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Architecture Design</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Hardware and Software Selection</a:t>
                      </a: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2"/>
                  </a:ext>
                </a:extLst>
              </a:tr>
              <a:tr h="1509531">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Design Interface</a:t>
                      </a:r>
                    </a:p>
                  </a:txBody>
                  <a:tcPr marL="92074" marR="92074" marT="46042" marB="46042" horzOverflow="overflow">
                    <a:lnL w="9525" cap="flat" cmpd="sng" algn="ctr">
                      <a:solidFill>
                        <a:srgbClr val="000000"/>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User Interface</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System Interface</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Application Interface</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Interface Structure, Standards, Prototype, Evaluation</a:t>
                      </a: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3"/>
                  </a:ext>
                </a:extLst>
              </a:tr>
              <a:tr h="125010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Design Databases and Files</a:t>
                      </a:r>
                    </a:p>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600" b="0" i="0" u="none" strike="noStrike" cap="none" normalizeH="0" baseline="0" dirty="0">
                        <a:ln>
                          <a:noFill/>
                        </a:ln>
                        <a:solidFill>
                          <a:srgbClr val="004D75"/>
                        </a:solidFill>
                        <a:effectLst/>
                        <a:latin typeface="Verdana" pitchFamily="34" charset="0"/>
                        <a:cs typeface="Arial" charset="0"/>
                      </a:endParaRPr>
                    </a:p>
                  </a:txBody>
                  <a:tcPr marL="92074" marR="92074" marT="46042" marB="46042" horzOverflow="overflow">
                    <a:lnL w="9525" cap="flat" cmpd="sng" algn="ctr">
                      <a:solidFill>
                        <a:srgbClr val="000000"/>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Data Format Selection</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Denormalization</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Performance Tuning</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Size Estimations</a:t>
                      </a: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4"/>
                  </a:ext>
                </a:extLst>
              </a:tr>
              <a:tr h="94350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Design Programs</a:t>
                      </a:r>
                    </a:p>
                  </a:txBody>
                  <a:tcPr marL="92074" marR="92074" marT="46042" marB="46042" horzOverflow="overflow">
                    <a:lnL w="9525" cap="flat" cmpd="sng" algn="ctr">
                      <a:solidFill>
                        <a:srgbClr val="000000"/>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Transform Analysis</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Program Structure Chart</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500" b="0" i="0" u="none" strike="noStrike" cap="none" normalizeH="0" baseline="0" dirty="0">
                          <a:ln>
                            <a:noFill/>
                          </a:ln>
                          <a:solidFill>
                            <a:srgbClr val="004D75"/>
                          </a:solidFill>
                          <a:effectLst/>
                          <a:latin typeface="Verdana" pitchFamily="34" charset="0"/>
                          <a:cs typeface="Arial" charset="0"/>
                        </a:rPr>
                        <a:t>Program Specification</a:t>
                      </a:r>
                    </a:p>
                  </a:txBody>
                  <a:tcPr marL="92074" marR="92074" marT="46042" marB="46042"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1A98FAD-EA7D-4EC2-AFAF-FB662585805F}"/>
              </a:ext>
            </a:extLst>
          </p:cNvPr>
          <p:cNvSpPr>
            <a:spLocks noGrp="1" noChangeArrowheads="1"/>
          </p:cNvSpPr>
          <p:nvPr>
            <p:ph type="title"/>
          </p:nvPr>
        </p:nvSpPr>
        <p:spPr>
          <a:xfrm>
            <a:off x="288925" y="381000"/>
            <a:ext cx="8855075" cy="1066800"/>
          </a:xfrm>
        </p:spPr>
        <p:txBody>
          <a:bodyPr/>
          <a:lstStyle/>
          <a:p>
            <a:pPr eaLnBrk="1" hangingPunct="1"/>
            <a:r>
              <a:rPr lang="en-GB" altLang="en-US" sz="3200" b="1" dirty="0"/>
              <a:t>Classic Design Errors (1)</a:t>
            </a:r>
          </a:p>
        </p:txBody>
      </p:sp>
      <p:sp>
        <p:nvSpPr>
          <p:cNvPr id="8195" name="Rectangle 3">
            <a:extLst>
              <a:ext uri="{FF2B5EF4-FFF2-40B4-BE49-F238E27FC236}">
                <a16:creationId xmlns:a16="http://schemas.microsoft.com/office/drawing/2014/main" id="{AEE8EEFE-646B-4B96-9424-5F77B75B6DB0}"/>
              </a:ext>
            </a:extLst>
          </p:cNvPr>
          <p:cNvSpPr>
            <a:spLocks noGrp="1" noChangeArrowheads="1"/>
          </p:cNvSpPr>
          <p:nvPr>
            <p:ph idx="1"/>
          </p:nvPr>
        </p:nvSpPr>
        <p:spPr>
          <a:xfrm>
            <a:off x="323850" y="1154113"/>
            <a:ext cx="8305800" cy="5232400"/>
          </a:xfrm>
        </p:spPr>
        <p:txBody>
          <a:bodyPr/>
          <a:lstStyle/>
          <a:p>
            <a:pPr eaLnBrk="1" hangingPunct="1">
              <a:defRPr/>
            </a:pPr>
            <a:r>
              <a:rPr lang="en-GB" altLang="en-US" sz="2800" b="1" dirty="0">
                <a:solidFill>
                  <a:srgbClr val="009999"/>
                </a:solidFill>
              </a:rPr>
              <a:t>Reducing design time</a:t>
            </a:r>
          </a:p>
          <a:p>
            <a:pPr lvl="1" eaLnBrk="1" hangingPunct="1">
              <a:defRPr/>
            </a:pPr>
            <a:r>
              <a:rPr lang="en-GB" altLang="en-US" sz="2200" dirty="0">
                <a:solidFill>
                  <a:schemeClr val="tx1"/>
                </a:solidFill>
              </a:rPr>
              <a:t>Design is typically 10% of total SDLC time-line and 25% of cost</a:t>
            </a:r>
          </a:p>
          <a:p>
            <a:pPr lvl="1" eaLnBrk="1" hangingPunct="1">
              <a:defRPr/>
            </a:pPr>
            <a:r>
              <a:rPr lang="en-GB" altLang="en-US" sz="2200" dirty="0">
                <a:solidFill>
                  <a:schemeClr val="tx1"/>
                </a:solidFill>
              </a:rPr>
              <a:t>Circumstances may urgently require shorter time-frame</a:t>
            </a:r>
          </a:p>
          <a:p>
            <a:pPr lvl="1" eaLnBrk="1" hangingPunct="1">
              <a:defRPr/>
            </a:pPr>
            <a:r>
              <a:rPr lang="en-GB" altLang="en-US" sz="2200" b="1" dirty="0">
                <a:solidFill>
                  <a:srgbClr val="0070C0"/>
                </a:solidFill>
              </a:rPr>
              <a:t>Solution: </a:t>
            </a:r>
            <a:r>
              <a:rPr lang="en-GB" altLang="en-US" sz="2200" dirty="0">
                <a:solidFill>
                  <a:srgbClr val="0070C0"/>
                </a:solidFill>
              </a:rPr>
              <a:t>use RAD techniques and timeboxing</a:t>
            </a:r>
          </a:p>
          <a:p>
            <a:pPr marL="190500" lvl="1" indent="0" eaLnBrk="1" hangingPunct="1">
              <a:buFontTx/>
              <a:buNone/>
              <a:defRPr/>
            </a:pPr>
            <a:endParaRPr lang="en-GB" altLang="en-US" sz="2000" dirty="0">
              <a:solidFill>
                <a:srgbClr val="009999"/>
              </a:solidFill>
            </a:endParaRPr>
          </a:p>
          <a:p>
            <a:pPr eaLnBrk="1" hangingPunct="1">
              <a:defRPr/>
            </a:pPr>
            <a:r>
              <a:rPr lang="en-GB" altLang="en-US" sz="2800" b="1" dirty="0">
                <a:solidFill>
                  <a:srgbClr val="009999"/>
                </a:solidFill>
              </a:rPr>
              <a:t>Feature creep</a:t>
            </a:r>
          </a:p>
          <a:p>
            <a:pPr lvl="1" eaLnBrk="1" hangingPunct="1">
              <a:defRPr/>
            </a:pPr>
            <a:r>
              <a:rPr lang="en-GB" altLang="en-US" sz="2200" dirty="0">
                <a:solidFill>
                  <a:schemeClr val="tx1"/>
                </a:solidFill>
              </a:rPr>
              <a:t>Changes big and small can cause significant increase and time and cost</a:t>
            </a:r>
          </a:p>
          <a:p>
            <a:pPr lvl="1" eaLnBrk="1" hangingPunct="1">
              <a:defRPr/>
            </a:pPr>
            <a:r>
              <a:rPr lang="en-GB" altLang="en-US" sz="2200" b="1" dirty="0">
                <a:solidFill>
                  <a:srgbClr val="0070C0"/>
                </a:solidFill>
              </a:rPr>
              <a:t>Solution: </a:t>
            </a:r>
            <a:r>
              <a:rPr lang="en-GB" altLang="en-US" sz="2200" dirty="0">
                <a:solidFill>
                  <a:srgbClr val="0070C0"/>
                </a:solidFill>
              </a:rPr>
              <a:t>ensure all changes are vital and users are aware of impact and cost. Try to move some changes to future versions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B71FC5C-5CA9-4D5A-A96C-1E333C7B5D23}"/>
              </a:ext>
            </a:extLst>
          </p:cNvPr>
          <p:cNvSpPr>
            <a:spLocks noGrp="1" noChangeArrowheads="1"/>
          </p:cNvSpPr>
          <p:nvPr>
            <p:ph type="title"/>
          </p:nvPr>
        </p:nvSpPr>
        <p:spPr>
          <a:xfrm>
            <a:off x="288925" y="381000"/>
            <a:ext cx="8855075" cy="1066800"/>
          </a:xfrm>
        </p:spPr>
        <p:txBody>
          <a:bodyPr/>
          <a:lstStyle/>
          <a:p>
            <a:pPr eaLnBrk="1" hangingPunct="1"/>
            <a:r>
              <a:rPr lang="en-GB" altLang="en-US" sz="3200" b="1" dirty="0"/>
              <a:t>Classic Design Errors (2)</a:t>
            </a:r>
          </a:p>
        </p:txBody>
      </p:sp>
      <p:sp>
        <p:nvSpPr>
          <p:cNvPr id="9219" name="Rectangle 3">
            <a:extLst>
              <a:ext uri="{FF2B5EF4-FFF2-40B4-BE49-F238E27FC236}">
                <a16:creationId xmlns:a16="http://schemas.microsoft.com/office/drawing/2014/main" id="{177E7BEF-B036-4798-B94B-E517E02F5D28}"/>
              </a:ext>
            </a:extLst>
          </p:cNvPr>
          <p:cNvSpPr>
            <a:spLocks noGrp="1" noChangeArrowheads="1"/>
          </p:cNvSpPr>
          <p:nvPr>
            <p:ph idx="1"/>
          </p:nvPr>
        </p:nvSpPr>
        <p:spPr>
          <a:xfrm>
            <a:off x="323850" y="1201738"/>
            <a:ext cx="8305800" cy="4724400"/>
          </a:xfrm>
        </p:spPr>
        <p:txBody>
          <a:bodyPr/>
          <a:lstStyle/>
          <a:p>
            <a:pPr eaLnBrk="1" hangingPunct="1"/>
            <a:r>
              <a:rPr lang="en-GB" altLang="en-US" sz="2800" b="1" dirty="0">
                <a:solidFill>
                  <a:srgbClr val="009999"/>
                </a:solidFill>
              </a:rPr>
              <a:t>Silver bullet syndrome</a:t>
            </a:r>
          </a:p>
          <a:p>
            <a:pPr lvl="1" eaLnBrk="1" hangingPunct="1"/>
            <a:r>
              <a:rPr lang="en-GB" altLang="en-US" sz="2200" dirty="0">
                <a:solidFill>
                  <a:schemeClr val="tx1"/>
                </a:solidFill>
              </a:rPr>
              <a:t>Don’t be taken in - no new product can reduce cost/time by more than 25%</a:t>
            </a:r>
          </a:p>
          <a:p>
            <a:pPr lvl="1" eaLnBrk="1" hangingPunct="1"/>
            <a:r>
              <a:rPr lang="en-GB" altLang="en-US" sz="2200" b="1" dirty="0">
                <a:solidFill>
                  <a:srgbClr val="0070C0"/>
                </a:solidFill>
              </a:rPr>
              <a:t>Solution: </a:t>
            </a:r>
            <a:r>
              <a:rPr lang="en-GB" altLang="en-US" sz="2200" dirty="0">
                <a:solidFill>
                  <a:srgbClr val="0070C0"/>
                </a:solidFill>
              </a:rPr>
              <a:t>CASE tools that appear too good to be true probably are – say no and just go with what has been tried and tested.</a:t>
            </a:r>
          </a:p>
          <a:p>
            <a:pPr lvl="1" eaLnBrk="1" hangingPunct="1"/>
            <a:endParaRPr lang="en-GB" altLang="en-US" sz="2000" dirty="0">
              <a:solidFill>
                <a:schemeClr val="tx1"/>
              </a:solidFill>
            </a:endParaRPr>
          </a:p>
          <a:p>
            <a:pPr eaLnBrk="1" hangingPunct="1"/>
            <a:r>
              <a:rPr lang="en-GB" altLang="en-US" sz="2800" b="1" dirty="0">
                <a:solidFill>
                  <a:srgbClr val="009999"/>
                </a:solidFill>
              </a:rPr>
              <a:t>Switching tools in mid-project</a:t>
            </a:r>
          </a:p>
          <a:p>
            <a:pPr lvl="1" eaLnBrk="1" hangingPunct="1"/>
            <a:r>
              <a:rPr lang="en-GB" altLang="en-US" sz="2200" b="1" dirty="0">
                <a:solidFill>
                  <a:srgbClr val="0070C0"/>
                </a:solidFill>
              </a:rPr>
              <a:t>Solution: </a:t>
            </a:r>
            <a:r>
              <a:rPr lang="en-GB" altLang="en-US" sz="2200" dirty="0">
                <a:solidFill>
                  <a:srgbClr val="0070C0"/>
                </a:solidFill>
              </a:rPr>
              <a:t>don’t switch or upgrade unless there is a compelling need to do so. If switch/upgrade is justified then modify project plan to allow for learning curve.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042FDFA-E5B3-4813-8111-8E4F9F982F6A}"/>
              </a:ext>
            </a:extLst>
          </p:cNvPr>
          <p:cNvSpPr>
            <a:spLocks noGrp="1" noChangeArrowheads="1"/>
          </p:cNvSpPr>
          <p:nvPr>
            <p:ph type="title"/>
          </p:nvPr>
        </p:nvSpPr>
        <p:spPr/>
        <p:txBody>
          <a:bodyPr/>
          <a:lstStyle/>
          <a:p>
            <a:pPr eaLnBrk="1" hangingPunct="1"/>
            <a:r>
              <a:rPr lang="en-GB" altLang="en-US" sz="3200" b="1" dirty="0"/>
              <a:t>3 Basic Design Strategies</a:t>
            </a:r>
          </a:p>
        </p:txBody>
      </p:sp>
      <p:sp>
        <p:nvSpPr>
          <p:cNvPr id="9219" name="Rectangle 3">
            <a:extLst>
              <a:ext uri="{FF2B5EF4-FFF2-40B4-BE49-F238E27FC236}">
                <a16:creationId xmlns:a16="http://schemas.microsoft.com/office/drawing/2014/main" id="{FE0CC78B-83FD-4CC4-93C3-926B79EB549E}"/>
              </a:ext>
            </a:extLst>
          </p:cNvPr>
          <p:cNvSpPr>
            <a:spLocks noGrp="1" noChangeArrowheads="1"/>
          </p:cNvSpPr>
          <p:nvPr>
            <p:ph idx="1"/>
          </p:nvPr>
        </p:nvSpPr>
        <p:spPr>
          <a:xfrm>
            <a:off x="323850" y="1395413"/>
            <a:ext cx="8305800" cy="3452812"/>
          </a:xfrm>
        </p:spPr>
        <p:txBody>
          <a:bodyPr/>
          <a:lstStyle/>
          <a:p>
            <a:pPr eaLnBrk="1" hangingPunct="1">
              <a:defRPr/>
            </a:pPr>
            <a:r>
              <a:rPr lang="en-GB" altLang="en-US" sz="2400" b="1" dirty="0">
                <a:solidFill>
                  <a:srgbClr val="74C7B8"/>
                </a:solidFill>
              </a:rPr>
              <a:t> Custom development (from scratch) / </a:t>
            </a:r>
          </a:p>
          <a:p>
            <a:pPr marL="0" indent="0" eaLnBrk="1" hangingPunct="1">
              <a:buFontTx/>
              <a:buNone/>
              <a:defRPr/>
            </a:pPr>
            <a:r>
              <a:rPr lang="en-GB" altLang="en-US" sz="2400" b="1" dirty="0">
                <a:solidFill>
                  <a:srgbClr val="74C7B8"/>
                </a:solidFill>
              </a:rPr>
              <a:t>    in-house</a:t>
            </a:r>
          </a:p>
          <a:p>
            <a:pPr marL="342900" indent="-342900" eaLnBrk="1" hangingPunct="1">
              <a:buFontTx/>
              <a:buAutoNum type="arabicParenR"/>
              <a:defRPr/>
            </a:pPr>
            <a:endParaRPr lang="en-GB" altLang="en-US" sz="2400" b="1" dirty="0">
              <a:solidFill>
                <a:srgbClr val="74C7B8"/>
              </a:solidFill>
            </a:endParaRPr>
          </a:p>
          <a:p>
            <a:pPr eaLnBrk="1" hangingPunct="1">
              <a:defRPr/>
            </a:pPr>
            <a:r>
              <a:rPr lang="en-GB" altLang="en-US" sz="2400" b="1" dirty="0">
                <a:solidFill>
                  <a:srgbClr val="74C7B8"/>
                </a:solidFill>
              </a:rPr>
              <a:t> Purchase ‘off-the-shelf’ software package</a:t>
            </a:r>
          </a:p>
          <a:p>
            <a:pPr marL="342900" indent="-342900" eaLnBrk="1" hangingPunct="1">
              <a:buFontTx/>
              <a:buAutoNum type="arabicParenR"/>
              <a:defRPr/>
            </a:pPr>
            <a:endParaRPr lang="en-GB" altLang="en-US" sz="2400" b="1" dirty="0">
              <a:solidFill>
                <a:srgbClr val="74C7B8"/>
              </a:solidFill>
            </a:endParaRPr>
          </a:p>
          <a:p>
            <a:pPr eaLnBrk="1" hangingPunct="1">
              <a:defRPr/>
            </a:pPr>
            <a:r>
              <a:rPr lang="en-GB" altLang="en-US" sz="2400" b="1" dirty="0">
                <a:solidFill>
                  <a:srgbClr val="74C7B8"/>
                </a:solidFill>
              </a:rPr>
              <a:t> Outsource development to third party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C6A0722-BA92-4526-842C-4F268B158D2C}"/>
              </a:ext>
            </a:extLst>
          </p:cNvPr>
          <p:cNvSpPr>
            <a:spLocks noGrp="1" noChangeArrowheads="1"/>
          </p:cNvSpPr>
          <p:nvPr>
            <p:ph type="title"/>
          </p:nvPr>
        </p:nvSpPr>
        <p:spPr/>
        <p:txBody>
          <a:bodyPr/>
          <a:lstStyle/>
          <a:p>
            <a:pPr eaLnBrk="1" hangingPunct="1"/>
            <a:r>
              <a:rPr lang="en-GB" altLang="en-US" sz="3200" b="1" dirty="0"/>
              <a:t>Custom Development</a:t>
            </a:r>
          </a:p>
        </p:txBody>
      </p:sp>
      <p:graphicFrame>
        <p:nvGraphicFramePr>
          <p:cNvPr id="894979" name="Group 3">
            <a:extLst>
              <a:ext uri="{FF2B5EF4-FFF2-40B4-BE49-F238E27FC236}">
                <a16:creationId xmlns:a16="http://schemas.microsoft.com/office/drawing/2014/main" id="{410AD502-3A4D-4111-99BD-85A9C8683904}"/>
              </a:ext>
            </a:extLst>
          </p:cNvPr>
          <p:cNvGraphicFramePr>
            <a:graphicFrameLocks noGrp="1"/>
          </p:cNvGraphicFramePr>
          <p:nvPr>
            <p:ph type="tbl" idx="1"/>
          </p:nvPr>
        </p:nvGraphicFramePr>
        <p:xfrm>
          <a:off x="341313" y="1562100"/>
          <a:ext cx="8366125" cy="4662489"/>
        </p:xfrm>
        <a:graphic>
          <a:graphicData uri="http://schemas.openxmlformats.org/drawingml/2006/table">
            <a:tbl>
              <a:tblPr/>
              <a:tblGrid>
                <a:gridCol w="3333977">
                  <a:extLst>
                    <a:ext uri="{9D8B030D-6E8A-4147-A177-3AD203B41FA5}">
                      <a16:colId xmlns:a16="http://schemas.microsoft.com/office/drawing/2014/main" val="20000"/>
                    </a:ext>
                  </a:extLst>
                </a:gridCol>
                <a:gridCol w="5032148">
                  <a:extLst>
                    <a:ext uri="{9D8B030D-6E8A-4147-A177-3AD203B41FA5}">
                      <a16:colId xmlns:a16="http://schemas.microsoft.com/office/drawing/2014/main" val="20001"/>
                    </a:ext>
                  </a:extLst>
                </a:gridCol>
              </a:tblGrid>
              <a:tr h="49446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400" b="1" i="0" u="none" strike="noStrike" cap="none" normalizeH="0" baseline="0" dirty="0">
                          <a:ln>
                            <a:noFill/>
                          </a:ln>
                          <a:solidFill>
                            <a:schemeClr val="hlink"/>
                          </a:solidFill>
                          <a:effectLst/>
                          <a:latin typeface="Verdana" pitchFamily="34" charset="0"/>
                          <a:cs typeface="Times New Roman" pitchFamily="18" charset="0"/>
                        </a:rPr>
                        <a:t>Pros</a:t>
                      </a:r>
                      <a:endParaRPr kumimoji="0" lang="en-GB" altLang="en-US" sz="2400" b="1" i="0" u="none" strike="noStrike" cap="none" normalizeH="0" baseline="0" dirty="0">
                        <a:ln>
                          <a:noFill/>
                        </a:ln>
                        <a:solidFill>
                          <a:schemeClr val="hlink"/>
                        </a:solidFill>
                        <a:effectLst/>
                        <a:latin typeface="Verdana" pitchFamily="34" charset="0"/>
                        <a:cs typeface="Arial" charset="0"/>
                      </a:endParaRPr>
                    </a:p>
                  </a:txBody>
                  <a:tcPr marL="92076" marR="92076" marT="46041" marB="46041"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400" b="1" i="0" u="none" strike="noStrike" cap="none" normalizeH="0" baseline="0" dirty="0">
                          <a:ln>
                            <a:noFill/>
                          </a:ln>
                          <a:solidFill>
                            <a:srgbClr val="FF0000"/>
                          </a:solidFill>
                          <a:effectLst/>
                          <a:latin typeface="Verdana" pitchFamily="34" charset="0"/>
                          <a:cs typeface="Times New Roman" pitchFamily="18" charset="0"/>
                        </a:rPr>
                        <a:t>Cons</a:t>
                      </a:r>
                      <a:endParaRPr kumimoji="0" lang="en-GB" altLang="en-US" sz="2400" b="1" i="0" u="none" strike="noStrike" cap="none" normalizeH="0" baseline="0" dirty="0">
                        <a:ln>
                          <a:noFill/>
                        </a:ln>
                        <a:solidFill>
                          <a:srgbClr val="FF0000"/>
                        </a:solidFill>
                        <a:effectLst/>
                        <a:latin typeface="Verdana" pitchFamily="34" charset="0"/>
                        <a:cs typeface="Arial" charset="0"/>
                      </a:endParaRPr>
                    </a:p>
                  </a:txBody>
                  <a:tcPr marL="92076" marR="92076" marT="46041" marB="46041"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453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9999"/>
                          </a:solidFill>
                          <a:effectLst/>
                          <a:latin typeface="Verdana" pitchFamily="34" charset="0"/>
                          <a:cs typeface="Times New Roman" pitchFamily="18" charset="0"/>
                        </a:rPr>
                        <a:t>Allows flexibility and creativity</a:t>
                      </a:r>
                    </a:p>
                  </a:txBody>
                  <a:tcPr marL="92076" marR="92076" marT="46041" marB="46041"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Requires significant staff time and effort</a:t>
                      </a:r>
                    </a:p>
                  </a:txBody>
                  <a:tcPr marL="92076" marR="92076" marT="46041" marB="46041"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1262654">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600" b="0" i="0" u="none" strike="noStrike" cap="none" normalizeH="0" baseline="0" dirty="0">
                        <a:ln>
                          <a:noFill/>
                        </a:ln>
                        <a:solidFill>
                          <a:srgbClr val="009999"/>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9999"/>
                          </a:solidFill>
                          <a:effectLst/>
                          <a:latin typeface="Verdana" pitchFamily="34" charset="0"/>
                          <a:cs typeface="Arial" charset="0"/>
                        </a:rPr>
                        <a:t>Consistent with existing standards and technology</a:t>
                      </a:r>
                    </a:p>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600" b="0" i="0" u="none" strike="noStrike" cap="none" normalizeH="0" baseline="0" dirty="0">
                        <a:ln>
                          <a:noFill/>
                        </a:ln>
                        <a:solidFill>
                          <a:srgbClr val="009999"/>
                        </a:solidFill>
                        <a:effectLst/>
                        <a:latin typeface="Verdana" pitchFamily="34" charset="0"/>
                        <a:cs typeface="Arial" charset="0"/>
                      </a:endParaRPr>
                    </a:p>
                  </a:txBody>
                  <a:tcPr marL="92076" marR="92076" marT="46041" marB="46041" horzOverflow="overflow">
                    <a:lnL>
                      <a:noFill/>
                    </a:lnL>
                    <a:lnR w="12700" cap="flat" cmpd="sng" algn="ctr">
                      <a:solidFill>
                        <a:srgbClr val="339966"/>
                      </a:solidFill>
                      <a:prstDash val="solid"/>
                      <a:round/>
                      <a:headEnd type="none" w="med" len="med"/>
                      <a:tailEnd type="none" w="med" len="med"/>
                    </a:lnR>
                    <a:lnT>
                      <a:noFill/>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600" b="0" i="0" u="none" strike="noStrike" cap="none" normalizeH="0" baseline="0" dirty="0">
                        <a:ln>
                          <a:noFill/>
                        </a:ln>
                        <a:solidFill>
                          <a:srgbClr val="FF0000"/>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May worsen existing backlogs</a:t>
                      </a:r>
                    </a:p>
                  </a:txBody>
                  <a:tcPr marL="92076" marR="92076" marT="46041" marB="46041" horzOverflow="overflow">
                    <a:lnL w="12700" cap="flat" cmpd="sng" algn="ctr">
                      <a:solidFill>
                        <a:srgbClr val="339966"/>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695762">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9999"/>
                          </a:solidFill>
                          <a:effectLst/>
                          <a:latin typeface="Verdana" pitchFamily="34" charset="0"/>
                          <a:cs typeface="Arial" charset="0"/>
                        </a:rPr>
                        <a:t>Builds technical skills and functional knowledge in-house</a:t>
                      </a:r>
                    </a:p>
                  </a:txBody>
                  <a:tcPr marL="92076" marR="92076" marT="46041" marB="46041" horzOverflow="overflow">
                    <a:lnL>
                      <a:noFill/>
                    </a:lnL>
                    <a:lnR w="12700" cap="flat" cmpd="sng" algn="ctr">
                      <a:solidFill>
                        <a:srgbClr val="339966"/>
                      </a:solidFill>
                      <a:prstDash val="solid"/>
                      <a:round/>
                      <a:headEnd type="none" w="med" len="med"/>
                      <a:tailEnd type="none" w="med" len="med"/>
                    </a:lnR>
                    <a:lnT>
                      <a:noFill/>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May require missing skills</a:t>
                      </a:r>
                    </a:p>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600" b="0" i="0" u="none" strike="noStrike" cap="none" normalizeH="0" baseline="0" dirty="0">
                        <a:ln>
                          <a:noFill/>
                        </a:ln>
                        <a:solidFill>
                          <a:srgbClr val="FF0000"/>
                        </a:solidFill>
                        <a:effectLst/>
                        <a:latin typeface="Verdana" pitchFamily="34" charset="0"/>
                        <a:cs typeface="Arial" charset="0"/>
                      </a:endParaRPr>
                    </a:p>
                  </a:txBody>
                  <a:tcPr marL="92076" marR="92076" marT="46041" marB="46041" horzOverflow="overflow">
                    <a:lnL w="12700" cap="flat" cmpd="sng" algn="ctr">
                      <a:solidFill>
                        <a:srgbClr val="339966"/>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360337">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US" altLang="en-US" sz="1600" b="0" i="0" u="none" strike="noStrike" cap="none" normalizeH="0" baseline="0" dirty="0">
                        <a:ln>
                          <a:noFill/>
                        </a:ln>
                        <a:solidFill>
                          <a:srgbClr val="004D75"/>
                        </a:solidFill>
                        <a:effectLst/>
                        <a:latin typeface="Verdana" pitchFamily="34" charset="0"/>
                        <a:cs typeface="Arial" charset="0"/>
                      </a:endParaRPr>
                    </a:p>
                  </a:txBody>
                  <a:tcPr marL="92076" marR="92076" marT="46041" marB="46041" horzOverflow="overflow">
                    <a:lnL>
                      <a:noFill/>
                    </a:lnL>
                    <a:lnR w="12700" cap="flat" cmpd="sng" algn="ctr">
                      <a:solidFill>
                        <a:srgbClr val="339966"/>
                      </a:solidFill>
                      <a:prstDash val="solid"/>
                      <a:round/>
                      <a:headEnd type="none" w="med" len="med"/>
                      <a:tailEnd type="none" w="med" len="med"/>
                    </a:lnR>
                    <a:lnT>
                      <a:noFill/>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Often costs more</a:t>
                      </a:r>
                    </a:p>
                  </a:txBody>
                  <a:tcPr marL="92076" marR="92076" marT="46041" marB="46041" horzOverflow="overflow">
                    <a:lnL w="12700" cap="flat" cmpd="sng" algn="ctr">
                      <a:solidFill>
                        <a:srgbClr val="339966"/>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677368">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US" altLang="en-US" sz="1600" b="0" i="0" u="none" strike="noStrike" cap="none" normalizeH="0" baseline="0" dirty="0">
                        <a:ln>
                          <a:noFill/>
                        </a:ln>
                        <a:solidFill>
                          <a:srgbClr val="004D75"/>
                        </a:solidFill>
                        <a:effectLst/>
                        <a:latin typeface="Verdana" pitchFamily="34" charset="0"/>
                        <a:cs typeface="Arial" charset="0"/>
                      </a:endParaRPr>
                    </a:p>
                  </a:txBody>
                  <a:tcPr marL="92076" marR="92076" marT="46041" marB="46041" horzOverflow="overflow">
                    <a:lnL>
                      <a:noFill/>
                    </a:lnL>
                    <a:lnR w="12700" cap="flat" cmpd="sng" algn="ctr">
                      <a:solidFill>
                        <a:srgbClr val="339966"/>
                      </a:solidFill>
                      <a:prstDash val="solid"/>
                      <a:round/>
                      <a:headEnd type="none" w="med" len="med"/>
                      <a:tailEnd type="none" w="med" len="med"/>
                    </a:lnR>
                    <a:lnT>
                      <a:noFill/>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600" b="0" i="0" u="none" strike="noStrike" cap="none" normalizeH="0" baseline="0" dirty="0">
                        <a:ln>
                          <a:noFill/>
                        </a:ln>
                        <a:solidFill>
                          <a:srgbClr val="FF0000"/>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Often takes more calendar time</a:t>
                      </a:r>
                    </a:p>
                  </a:txBody>
                  <a:tcPr marL="92076" marR="92076" marT="46041" marB="46041" horzOverflow="overflow">
                    <a:lnL w="12700" cap="flat" cmpd="sng" algn="ctr">
                      <a:solidFill>
                        <a:srgbClr val="339966"/>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677368">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US" altLang="en-US" sz="1600" b="0" i="0" u="none" strike="noStrike" cap="none" normalizeH="0" baseline="0" dirty="0">
                        <a:ln>
                          <a:noFill/>
                        </a:ln>
                        <a:solidFill>
                          <a:srgbClr val="004D75"/>
                        </a:solidFill>
                        <a:effectLst/>
                        <a:latin typeface="Verdana" pitchFamily="34" charset="0"/>
                        <a:cs typeface="Arial" charset="0"/>
                      </a:endParaRPr>
                    </a:p>
                  </a:txBody>
                  <a:tcPr marL="92076" marR="92076" marT="46041" marB="46041" horzOverflow="overflow">
                    <a:lnL>
                      <a:noFill/>
                    </a:lnL>
                    <a:lnR w="12700" cap="flat" cmpd="sng" algn="ctr">
                      <a:solidFill>
                        <a:srgbClr val="339966"/>
                      </a:solidFill>
                      <a:prstDash val="solid"/>
                      <a:round/>
                      <a:headEnd type="none" w="med" len="med"/>
                      <a:tailEnd type="none" w="med" len="med"/>
                    </a:lnR>
                    <a:lnT>
                      <a:noFill/>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600" b="0" i="0" u="none" strike="noStrike" cap="none" normalizeH="0" baseline="0" dirty="0">
                        <a:ln>
                          <a:noFill/>
                        </a:ln>
                        <a:solidFill>
                          <a:srgbClr val="FF0000"/>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Risk of project failure</a:t>
                      </a:r>
                    </a:p>
                  </a:txBody>
                  <a:tcPr marL="92076" marR="92076" marT="46041" marB="46041" horzOverflow="overflow">
                    <a:lnL w="12700" cap="flat" cmpd="sng" algn="ctr">
                      <a:solidFill>
                        <a:srgbClr val="339966"/>
                      </a:solidFill>
                      <a:prstDash val="solid"/>
                      <a:round/>
                      <a:headEnd type="none" w="med" len="med"/>
                      <a:tailEnd type="none" w="med" len="med"/>
                    </a:lnL>
                    <a:lnR>
                      <a:noFill/>
                    </a:lnR>
                    <a:lnT>
                      <a:noFill/>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C55BDC9-2FE7-4DFB-98D7-D5878213C8E3}"/>
              </a:ext>
            </a:extLst>
          </p:cNvPr>
          <p:cNvSpPr>
            <a:spLocks noGrp="1" noChangeArrowheads="1"/>
          </p:cNvSpPr>
          <p:nvPr>
            <p:ph type="title"/>
          </p:nvPr>
        </p:nvSpPr>
        <p:spPr/>
        <p:txBody>
          <a:bodyPr/>
          <a:lstStyle/>
          <a:p>
            <a:pPr eaLnBrk="1" hangingPunct="1"/>
            <a:r>
              <a:rPr lang="en-GB" altLang="en-US" sz="3200" b="1" dirty="0"/>
              <a:t>Hardware and Software Issues</a:t>
            </a:r>
          </a:p>
        </p:txBody>
      </p:sp>
      <p:graphicFrame>
        <p:nvGraphicFramePr>
          <p:cNvPr id="899075" name="Group 3">
            <a:extLst>
              <a:ext uri="{FF2B5EF4-FFF2-40B4-BE49-F238E27FC236}">
                <a16:creationId xmlns:a16="http://schemas.microsoft.com/office/drawing/2014/main" id="{517AF830-9598-4069-A02F-1859B7B37539}"/>
              </a:ext>
            </a:extLst>
          </p:cNvPr>
          <p:cNvGraphicFramePr>
            <a:graphicFrameLocks noGrp="1"/>
          </p:cNvGraphicFramePr>
          <p:nvPr>
            <p:ph type="tbl" idx="1"/>
          </p:nvPr>
        </p:nvGraphicFramePr>
        <p:xfrm>
          <a:off x="733425" y="1479550"/>
          <a:ext cx="7742238" cy="4603750"/>
        </p:xfrm>
        <a:graphic>
          <a:graphicData uri="http://schemas.openxmlformats.org/drawingml/2006/table">
            <a:tbl>
              <a:tblPr/>
              <a:tblGrid>
                <a:gridCol w="3797815">
                  <a:extLst>
                    <a:ext uri="{9D8B030D-6E8A-4147-A177-3AD203B41FA5}">
                      <a16:colId xmlns:a16="http://schemas.microsoft.com/office/drawing/2014/main" val="20000"/>
                    </a:ext>
                  </a:extLst>
                </a:gridCol>
                <a:gridCol w="3944423">
                  <a:extLst>
                    <a:ext uri="{9D8B030D-6E8A-4147-A177-3AD203B41FA5}">
                      <a16:colId xmlns:a16="http://schemas.microsoft.com/office/drawing/2014/main" val="20001"/>
                    </a:ext>
                  </a:extLst>
                </a:gridCol>
              </a:tblGrid>
              <a:tr h="561466">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800" b="1" i="0" u="none" strike="noStrike" cap="none" normalizeH="0" baseline="0" dirty="0">
                          <a:ln>
                            <a:noFill/>
                          </a:ln>
                          <a:solidFill>
                            <a:schemeClr val="hlink"/>
                          </a:solidFill>
                          <a:effectLst/>
                          <a:latin typeface="Verdana" pitchFamily="34" charset="0"/>
                          <a:cs typeface="Times New Roman" pitchFamily="18" charset="0"/>
                        </a:rPr>
                        <a:t>Existing Platform</a:t>
                      </a:r>
                      <a:endParaRPr kumimoji="0" lang="en-GB" altLang="en-US" sz="2800" b="1" i="0" u="none" strike="noStrike" cap="none" normalizeH="0" baseline="0" dirty="0">
                        <a:ln>
                          <a:noFill/>
                        </a:ln>
                        <a:solidFill>
                          <a:schemeClr val="hlink"/>
                        </a:solidFill>
                        <a:effectLst/>
                        <a:latin typeface="Verdana" pitchFamily="34" charset="0"/>
                        <a:cs typeface="Arial" charset="0"/>
                      </a:endParaRPr>
                    </a:p>
                  </a:txBody>
                  <a:tcPr marL="92088" marR="92088" marT="46037" marB="46037"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800" b="1" i="0" u="none" strike="noStrike" cap="none" normalizeH="0" baseline="0" dirty="0">
                          <a:ln>
                            <a:noFill/>
                          </a:ln>
                          <a:solidFill>
                            <a:srgbClr val="FF0000"/>
                          </a:solidFill>
                          <a:effectLst/>
                          <a:latin typeface="Verdana" pitchFamily="34" charset="0"/>
                          <a:cs typeface="Times New Roman" pitchFamily="18" charset="0"/>
                        </a:rPr>
                        <a:t>New H/W &amp; S/W</a:t>
                      </a:r>
                      <a:endParaRPr kumimoji="0" lang="en-GB" altLang="en-US" sz="2800" b="1" i="0" u="none" strike="noStrike" cap="none" normalizeH="0" baseline="0" dirty="0">
                        <a:ln>
                          <a:noFill/>
                        </a:ln>
                        <a:solidFill>
                          <a:srgbClr val="FF0000"/>
                        </a:solidFill>
                        <a:effectLst/>
                        <a:latin typeface="Verdana" pitchFamily="34" charset="0"/>
                        <a:cs typeface="Arial" charset="0"/>
                      </a:endParaRPr>
                    </a:p>
                  </a:txBody>
                  <a:tcPr marL="92088" marR="92088" marT="46037" marB="46037"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42284">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009999"/>
                          </a:solidFill>
                          <a:effectLst/>
                          <a:latin typeface="Verdana" pitchFamily="34" charset="0"/>
                          <a:cs typeface="Times New Roman" pitchFamily="18" charset="0"/>
                        </a:rPr>
                        <a:t>Lower costs</a:t>
                      </a:r>
                    </a:p>
                    <a:p>
                      <a:pPr marL="0" marR="0" lvl="0" indent="0" algn="l" defTabSz="914400" rtl="0" eaLnBrk="0" fontAlgn="base" latinLnBrk="0" hangingPunct="0">
                        <a:lnSpc>
                          <a:spcPct val="110000"/>
                        </a:lnSpc>
                        <a:spcBef>
                          <a:spcPct val="0"/>
                        </a:spcBef>
                        <a:spcAft>
                          <a:spcPct val="20000"/>
                        </a:spcAft>
                        <a:buClrTx/>
                        <a:buSzTx/>
                        <a:buFontTx/>
                        <a:buChar char="•"/>
                        <a:tabLst/>
                      </a:pPr>
                      <a:endParaRPr kumimoji="0" lang="en-GB" altLang="en-US" sz="1800" b="0" i="0" u="none" strike="noStrike" cap="none" normalizeH="0" baseline="0" dirty="0">
                        <a:ln>
                          <a:noFill/>
                        </a:ln>
                        <a:solidFill>
                          <a:srgbClr val="009999"/>
                        </a:solidFill>
                        <a:effectLst/>
                        <a:latin typeface="Verdana" pitchFamily="34" charset="0"/>
                        <a:cs typeface="Times New Roman" pitchFamily="18" charset="0"/>
                      </a:endParaRP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009999"/>
                          </a:solidFill>
                          <a:effectLst/>
                          <a:latin typeface="Verdana" pitchFamily="34" charset="0"/>
                          <a:cs typeface="Times New Roman" pitchFamily="18" charset="0"/>
                        </a:rPr>
                        <a:t>Staff familiar with operation and maintenance</a:t>
                      </a:r>
                    </a:p>
                    <a:p>
                      <a:pPr marL="0" marR="0" lvl="0" indent="0" algn="l" defTabSz="914400" rtl="0" eaLnBrk="0" fontAlgn="base" latinLnBrk="0" hangingPunct="0">
                        <a:lnSpc>
                          <a:spcPct val="110000"/>
                        </a:lnSpc>
                        <a:spcBef>
                          <a:spcPct val="0"/>
                        </a:spcBef>
                        <a:spcAft>
                          <a:spcPct val="20000"/>
                        </a:spcAft>
                        <a:buClrTx/>
                        <a:buSzTx/>
                        <a:buFontTx/>
                        <a:buChar char="•"/>
                        <a:tabLst/>
                      </a:pPr>
                      <a:endParaRPr kumimoji="0" lang="en-GB" altLang="en-US" sz="1800" b="0" i="0" u="none" strike="noStrike" cap="none" normalizeH="0" baseline="0" dirty="0">
                        <a:ln>
                          <a:noFill/>
                        </a:ln>
                        <a:solidFill>
                          <a:srgbClr val="009999"/>
                        </a:solidFill>
                        <a:effectLst/>
                        <a:latin typeface="Verdana" pitchFamily="34" charset="0"/>
                        <a:cs typeface="Times New Roman" pitchFamily="18" charset="0"/>
                      </a:endParaRP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009999"/>
                          </a:solidFill>
                          <a:effectLst/>
                          <a:latin typeface="Verdana" pitchFamily="34" charset="0"/>
                          <a:cs typeface="Times New Roman" pitchFamily="18" charset="0"/>
                        </a:rPr>
                        <a:t>Increased odds of successfully integrating system with existing applications</a:t>
                      </a:r>
                    </a:p>
                    <a:p>
                      <a:pPr marL="0" marR="0" lvl="0" indent="0" algn="l" defTabSz="914400" rtl="0" eaLnBrk="0" fontAlgn="base" latinLnBrk="0" hangingPunct="0">
                        <a:lnSpc>
                          <a:spcPct val="110000"/>
                        </a:lnSpc>
                        <a:spcBef>
                          <a:spcPct val="0"/>
                        </a:spcBef>
                        <a:spcAft>
                          <a:spcPct val="20000"/>
                        </a:spcAft>
                        <a:buClrTx/>
                        <a:buSzTx/>
                        <a:buFontTx/>
                        <a:buChar char="•"/>
                        <a:tabLst/>
                      </a:pPr>
                      <a:endParaRPr kumimoji="0" lang="en-GB" altLang="en-US" sz="1800" b="0" i="0" u="none" strike="noStrike" cap="none" normalizeH="0" baseline="0" dirty="0">
                        <a:ln>
                          <a:noFill/>
                        </a:ln>
                        <a:solidFill>
                          <a:srgbClr val="009999"/>
                        </a:solidFill>
                        <a:effectLst/>
                        <a:latin typeface="Verdana" pitchFamily="34" charset="0"/>
                        <a:cs typeface="Times New Roman" pitchFamily="18" charset="0"/>
                      </a:endParaRP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009999"/>
                          </a:solidFill>
                          <a:effectLst/>
                          <a:latin typeface="Verdana" pitchFamily="34" charset="0"/>
                          <a:cs typeface="Times New Roman" pitchFamily="18" charset="0"/>
                        </a:rPr>
                        <a:t>No added costs of converting old systems to new platform or transferring data</a:t>
                      </a:r>
                    </a:p>
                  </a:txBody>
                  <a:tcPr marL="92088" marR="92088" marT="46037" marB="46037"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FF0000"/>
                          </a:solidFill>
                          <a:effectLst/>
                          <a:latin typeface="Verdana" pitchFamily="34" charset="0"/>
                          <a:cs typeface="Arial" charset="0"/>
                        </a:rPr>
                        <a:t>Some software components will only run on new platform</a:t>
                      </a:r>
                    </a:p>
                    <a:p>
                      <a:pPr marL="0" marR="0" lvl="0" indent="0" algn="l" defTabSz="914400" rtl="0" eaLnBrk="0" fontAlgn="base" latinLnBrk="0" hangingPunct="0">
                        <a:lnSpc>
                          <a:spcPct val="110000"/>
                        </a:lnSpc>
                        <a:spcBef>
                          <a:spcPct val="0"/>
                        </a:spcBef>
                        <a:spcAft>
                          <a:spcPct val="20000"/>
                        </a:spcAft>
                        <a:buClrTx/>
                        <a:buSzTx/>
                        <a:buFontTx/>
                        <a:buChar char="•"/>
                        <a:tabLst/>
                      </a:pPr>
                      <a:endParaRPr kumimoji="0" lang="en-GB" altLang="en-US" sz="1800" b="0" i="0" u="none" strike="noStrike" cap="none" normalizeH="0" baseline="0" dirty="0">
                        <a:ln>
                          <a:noFill/>
                        </a:ln>
                        <a:solidFill>
                          <a:srgbClr val="FF0000"/>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FF0000"/>
                          </a:solidFill>
                          <a:effectLst/>
                          <a:latin typeface="Verdana" pitchFamily="34" charset="0"/>
                          <a:cs typeface="Arial" charset="0"/>
                        </a:rPr>
                        <a:t>Developing system for new platform gives organisation opportunity to upgrade technology</a:t>
                      </a:r>
                    </a:p>
                    <a:p>
                      <a:pPr marL="0" marR="0" lvl="0" indent="0" algn="l" defTabSz="914400" rtl="0" eaLnBrk="0" fontAlgn="base" latinLnBrk="0" hangingPunct="0">
                        <a:lnSpc>
                          <a:spcPct val="110000"/>
                        </a:lnSpc>
                        <a:spcBef>
                          <a:spcPct val="0"/>
                        </a:spcBef>
                        <a:spcAft>
                          <a:spcPct val="20000"/>
                        </a:spcAft>
                        <a:buClrTx/>
                        <a:buSzTx/>
                        <a:buFontTx/>
                        <a:buChar char="•"/>
                        <a:tabLst/>
                      </a:pPr>
                      <a:endParaRPr kumimoji="0" lang="en-GB" altLang="en-US" sz="1800" b="0" i="0" u="none" strike="noStrike" cap="none" normalizeH="0" baseline="0" dirty="0">
                        <a:ln>
                          <a:noFill/>
                        </a:ln>
                        <a:solidFill>
                          <a:srgbClr val="FF0000"/>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FF0000"/>
                          </a:solidFill>
                          <a:effectLst/>
                          <a:latin typeface="Verdana" pitchFamily="34" charset="0"/>
                          <a:cs typeface="Arial" charset="0"/>
                        </a:rPr>
                        <a:t>New requirements may allow organization to radically change its computing operations</a:t>
                      </a:r>
                    </a:p>
                  </a:txBody>
                  <a:tcPr marL="92088" marR="92088" marT="46037" marB="46037"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83E30EE-9DE2-4203-A179-5E1532527408}"/>
              </a:ext>
            </a:extLst>
          </p:cNvPr>
          <p:cNvSpPr>
            <a:spLocks noGrp="1" noChangeArrowheads="1"/>
          </p:cNvSpPr>
          <p:nvPr>
            <p:ph type="title"/>
          </p:nvPr>
        </p:nvSpPr>
        <p:spPr/>
        <p:txBody>
          <a:bodyPr/>
          <a:lstStyle/>
          <a:p>
            <a:pPr eaLnBrk="1" hangingPunct="1"/>
            <a:r>
              <a:rPr lang="en-GB" altLang="en-US" sz="3200" b="1" dirty="0"/>
              <a:t>Packaged ‘Off-the-Shelf’ Software</a:t>
            </a:r>
          </a:p>
        </p:txBody>
      </p:sp>
      <p:graphicFrame>
        <p:nvGraphicFramePr>
          <p:cNvPr id="897027" name="Group 3">
            <a:extLst>
              <a:ext uri="{FF2B5EF4-FFF2-40B4-BE49-F238E27FC236}">
                <a16:creationId xmlns:a16="http://schemas.microsoft.com/office/drawing/2014/main" id="{0C2BAA65-9B98-4708-B344-82060EA167B6}"/>
              </a:ext>
            </a:extLst>
          </p:cNvPr>
          <p:cNvGraphicFramePr>
            <a:graphicFrameLocks noGrp="1"/>
          </p:cNvGraphicFramePr>
          <p:nvPr>
            <p:ph type="tbl" idx="1"/>
          </p:nvPr>
        </p:nvGraphicFramePr>
        <p:xfrm>
          <a:off x="996950" y="1479550"/>
          <a:ext cx="7478713" cy="4770438"/>
        </p:xfrm>
        <a:graphic>
          <a:graphicData uri="http://schemas.openxmlformats.org/drawingml/2006/table">
            <a:tbl>
              <a:tblPr/>
              <a:tblGrid>
                <a:gridCol w="2546354">
                  <a:extLst>
                    <a:ext uri="{9D8B030D-6E8A-4147-A177-3AD203B41FA5}">
                      <a16:colId xmlns:a16="http://schemas.microsoft.com/office/drawing/2014/main" val="20000"/>
                    </a:ext>
                  </a:extLst>
                </a:gridCol>
                <a:gridCol w="4932359">
                  <a:extLst>
                    <a:ext uri="{9D8B030D-6E8A-4147-A177-3AD203B41FA5}">
                      <a16:colId xmlns:a16="http://schemas.microsoft.com/office/drawing/2014/main" val="20001"/>
                    </a:ext>
                  </a:extLst>
                </a:gridCol>
              </a:tblGrid>
              <a:tr h="561487">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800" b="1" i="0" u="none" strike="noStrike" cap="none" normalizeH="0" baseline="0" dirty="0">
                          <a:ln>
                            <a:noFill/>
                          </a:ln>
                          <a:solidFill>
                            <a:schemeClr val="hlink"/>
                          </a:solidFill>
                          <a:effectLst/>
                          <a:latin typeface="Verdana" pitchFamily="34" charset="0"/>
                          <a:cs typeface="Times New Roman" pitchFamily="18" charset="0"/>
                        </a:rPr>
                        <a:t>Pros</a:t>
                      </a:r>
                      <a:endParaRPr kumimoji="0" lang="en-GB" altLang="en-US" sz="2800" b="1" i="0" u="none" strike="noStrike" cap="none" normalizeH="0" baseline="0" dirty="0">
                        <a:ln>
                          <a:noFill/>
                        </a:ln>
                        <a:solidFill>
                          <a:schemeClr val="hlink"/>
                        </a:solidFill>
                        <a:effectLst/>
                        <a:latin typeface="Verdana" pitchFamily="34" charset="0"/>
                        <a:cs typeface="Arial" charset="0"/>
                      </a:endParaRPr>
                    </a:p>
                  </a:txBody>
                  <a:tcPr marL="92072" marR="92072" marT="46037" marB="46037"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800" b="1" i="0" u="none" strike="noStrike" cap="none" normalizeH="0" baseline="0" dirty="0">
                          <a:ln>
                            <a:noFill/>
                          </a:ln>
                          <a:solidFill>
                            <a:srgbClr val="FF0000"/>
                          </a:solidFill>
                          <a:effectLst/>
                          <a:latin typeface="Verdana" pitchFamily="34" charset="0"/>
                          <a:cs typeface="Times New Roman" pitchFamily="18" charset="0"/>
                        </a:rPr>
                        <a:t>Cons</a:t>
                      </a:r>
                      <a:endParaRPr kumimoji="0" lang="en-GB" altLang="en-US" sz="2800" b="1" i="0" u="none" strike="noStrike" cap="none" normalizeH="0" baseline="0" dirty="0">
                        <a:ln>
                          <a:noFill/>
                        </a:ln>
                        <a:solidFill>
                          <a:srgbClr val="FF0000"/>
                        </a:solidFill>
                        <a:effectLst/>
                        <a:latin typeface="Verdana" pitchFamily="34" charset="0"/>
                        <a:cs typeface="Arial" charset="0"/>
                      </a:endParaRPr>
                    </a:p>
                  </a:txBody>
                  <a:tcPr marL="92072" marR="92072" marT="46037" marB="46037"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97371">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009999"/>
                          </a:solidFill>
                          <a:effectLst/>
                          <a:latin typeface="Verdana" pitchFamily="34" charset="0"/>
                          <a:cs typeface="Times New Roman" pitchFamily="18" charset="0"/>
                        </a:rPr>
                        <a:t>Available for many common business needs</a:t>
                      </a:r>
                    </a:p>
                  </a:txBody>
                  <a:tcPr marL="92072" marR="92072" marT="46037" marB="46037"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FF0000"/>
                          </a:solidFill>
                          <a:effectLst/>
                          <a:latin typeface="Verdana" pitchFamily="34" charset="0"/>
                          <a:cs typeface="Arial" charset="0"/>
                        </a:rPr>
                        <a:t>Rarely a perfect fit with business needs</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FF0000"/>
                          </a:solidFill>
                          <a:effectLst/>
                          <a:latin typeface="Verdana" pitchFamily="34" charset="0"/>
                          <a:cs typeface="Arial" charset="0"/>
                        </a:rPr>
                        <a:t>- usually allows for customisation</a:t>
                      </a:r>
                    </a:p>
                  </a:txBody>
                  <a:tcPr marL="92072" marR="92072" marT="46037" marB="46037"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1765502">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800" b="0" i="0" u="none" strike="noStrike" cap="none" normalizeH="0" baseline="0" dirty="0">
                        <a:ln>
                          <a:noFill/>
                        </a:ln>
                        <a:solidFill>
                          <a:srgbClr val="009999"/>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009999"/>
                          </a:solidFill>
                          <a:effectLst/>
                          <a:latin typeface="Verdana" pitchFamily="34" charset="0"/>
                          <a:cs typeface="Arial" charset="0"/>
                        </a:rPr>
                        <a:t>Tested, proven</a:t>
                      </a:r>
                    </a:p>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800" b="0" i="0" u="none" strike="noStrike" cap="none" normalizeH="0" baseline="0" dirty="0">
                        <a:ln>
                          <a:noFill/>
                        </a:ln>
                        <a:solidFill>
                          <a:srgbClr val="009999"/>
                        </a:solidFill>
                        <a:effectLst/>
                        <a:latin typeface="Verdana" pitchFamily="34" charset="0"/>
                        <a:cs typeface="Arial" charset="0"/>
                      </a:endParaRPr>
                    </a:p>
                  </a:txBody>
                  <a:tcPr marL="92072" marR="92072" marT="46037" marB="46037" horzOverflow="overflow">
                    <a:lnL>
                      <a:noFill/>
                    </a:lnL>
                    <a:lnR w="12700" cap="flat" cmpd="sng" algn="ctr">
                      <a:solidFill>
                        <a:srgbClr val="339966"/>
                      </a:solidFill>
                      <a:prstDash val="solid"/>
                      <a:round/>
                      <a:headEnd type="none" w="med" len="med"/>
                      <a:tailEnd type="none" w="med" len="med"/>
                    </a:lnR>
                    <a:lnT>
                      <a:noFill/>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800" b="0" i="0" u="none" strike="noStrike" cap="none" normalizeH="0" baseline="0" dirty="0">
                        <a:ln>
                          <a:noFill/>
                        </a:ln>
                        <a:solidFill>
                          <a:srgbClr val="FF0000"/>
                        </a:solidFill>
                        <a:effectLst/>
                        <a:latin typeface="Verdana" pitchFamily="34" charset="0"/>
                        <a:cs typeface="Arial" charset="0"/>
                      </a:endParaRP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FF0000"/>
                          </a:solidFill>
                          <a:effectLst/>
                          <a:latin typeface="Verdana" pitchFamily="34" charset="0"/>
                          <a:cs typeface="Arial" charset="0"/>
                        </a:rPr>
                        <a:t>Changing the way features work</a:t>
                      </a:r>
                    </a:p>
                    <a:p>
                      <a:pPr marL="0" marR="0" lvl="0" indent="0" algn="l" defTabSz="914400" rtl="0" eaLnBrk="0" fontAlgn="base" latinLnBrk="0" hangingPunct="0">
                        <a:lnSpc>
                          <a:spcPct val="110000"/>
                        </a:lnSpc>
                        <a:spcBef>
                          <a:spcPct val="0"/>
                        </a:spcBef>
                        <a:spcAft>
                          <a:spcPct val="20000"/>
                        </a:spcAft>
                        <a:buClrTx/>
                        <a:buSzTx/>
                        <a:buFontTx/>
                        <a:buChar char="-"/>
                        <a:tabLst/>
                      </a:pPr>
                      <a:r>
                        <a:rPr kumimoji="0" lang="en-GB" altLang="en-US" sz="1800" b="0" i="0" u="none" strike="noStrike" cap="none" normalizeH="0" baseline="0" dirty="0">
                          <a:ln>
                            <a:noFill/>
                          </a:ln>
                          <a:solidFill>
                            <a:srgbClr val="FF0000"/>
                          </a:solidFill>
                          <a:effectLst/>
                          <a:latin typeface="Verdana" pitchFamily="34" charset="0"/>
                          <a:cs typeface="Arial" charset="0"/>
                        </a:rPr>
                        <a:t>do you allow tool to drive/reshape original business requirement?</a:t>
                      </a:r>
                    </a:p>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800" b="0" i="0" u="none" strike="noStrike" cap="none" normalizeH="0" baseline="0" dirty="0">
                        <a:ln>
                          <a:noFill/>
                        </a:ln>
                        <a:solidFill>
                          <a:srgbClr val="FF0000"/>
                        </a:solidFill>
                        <a:effectLst/>
                        <a:latin typeface="Verdana" pitchFamily="34" charset="0"/>
                        <a:cs typeface="Arial" charset="0"/>
                      </a:endParaRPr>
                    </a:p>
                  </a:txBody>
                  <a:tcPr marL="92072" marR="92072" marT="46037" marB="46037" horzOverflow="overflow">
                    <a:lnL w="12700" cap="flat" cmpd="sng" algn="ctr">
                      <a:solidFill>
                        <a:srgbClr val="339966"/>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1052238">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009999"/>
                          </a:solidFill>
                          <a:effectLst/>
                          <a:latin typeface="Verdana" pitchFamily="34" charset="0"/>
                          <a:cs typeface="Arial" charset="0"/>
                        </a:rPr>
                        <a:t>Cost and time savings</a:t>
                      </a:r>
                    </a:p>
                  </a:txBody>
                  <a:tcPr marL="92072" marR="92072" marT="46037" marB="46037" horzOverflow="overflow">
                    <a:lnL>
                      <a:noFill/>
                    </a:lnL>
                    <a:lnR w="12700" cap="flat" cmpd="sng" algn="ctr">
                      <a:solidFill>
                        <a:srgbClr val="339966"/>
                      </a:solidFill>
                      <a:prstDash val="solid"/>
                      <a:round/>
                      <a:headEnd type="none" w="med" len="med"/>
                      <a:tailEnd type="none" w="med" len="med"/>
                    </a:lnR>
                    <a:lnT>
                      <a:noFill/>
                    </a:lnT>
                    <a:lnB>
                      <a:noFill/>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FF0000"/>
                          </a:solidFill>
                          <a:effectLst/>
                          <a:latin typeface="Verdana" pitchFamily="34" charset="0"/>
                          <a:cs typeface="Arial" charset="0"/>
                        </a:rPr>
                        <a:t>Will need synchronizing with other application interfaces</a:t>
                      </a:r>
                    </a:p>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800" b="0" i="0" u="none" strike="noStrike" cap="none" normalizeH="0" baseline="0" dirty="0">
                        <a:ln>
                          <a:noFill/>
                        </a:ln>
                        <a:solidFill>
                          <a:srgbClr val="FF0000"/>
                        </a:solidFill>
                        <a:effectLst/>
                        <a:latin typeface="Verdana" pitchFamily="34" charset="0"/>
                        <a:cs typeface="Arial" charset="0"/>
                      </a:endParaRPr>
                    </a:p>
                  </a:txBody>
                  <a:tcPr marL="92072" marR="92072" marT="46037" marB="46037" horzOverflow="overflow">
                    <a:lnL w="12700" cap="flat" cmpd="sng" algn="ctr">
                      <a:solidFill>
                        <a:srgbClr val="339966"/>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39384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endParaRPr kumimoji="0" lang="en-US" altLang="en-US" sz="1800" b="0" i="0" u="none" strike="noStrike" cap="none" normalizeH="0" baseline="0" dirty="0">
                        <a:ln>
                          <a:noFill/>
                        </a:ln>
                        <a:solidFill>
                          <a:srgbClr val="004D75"/>
                        </a:solidFill>
                        <a:effectLst/>
                        <a:latin typeface="Verdana" pitchFamily="34" charset="0"/>
                        <a:cs typeface="Arial" charset="0"/>
                      </a:endParaRPr>
                    </a:p>
                  </a:txBody>
                  <a:tcPr marL="92072" marR="92072" marT="46037" marB="46037" horzOverflow="overflow">
                    <a:lnL>
                      <a:noFill/>
                    </a:lnL>
                    <a:lnR w="12700" cap="flat" cmpd="sng" algn="ctr">
                      <a:solidFill>
                        <a:srgbClr val="339966"/>
                      </a:solidFill>
                      <a:prstDash val="solid"/>
                      <a:round/>
                      <a:headEnd type="none" w="med" len="med"/>
                      <a:tailEnd type="none" w="med" len="med"/>
                    </a:lnR>
                    <a:lnT>
                      <a:noFill/>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0" i="0" u="none" strike="noStrike" cap="none" normalizeH="0" baseline="0" dirty="0">
                          <a:ln>
                            <a:noFill/>
                          </a:ln>
                          <a:solidFill>
                            <a:srgbClr val="FF0000"/>
                          </a:solidFill>
                          <a:effectLst/>
                          <a:latin typeface="Verdana" pitchFamily="34" charset="0"/>
                          <a:cs typeface="Arial" charset="0"/>
                        </a:rPr>
                        <a:t>May require workarounds</a:t>
                      </a:r>
                    </a:p>
                  </a:txBody>
                  <a:tcPr marL="92072" marR="92072" marT="46037" marB="46037" horzOverflow="overflow">
                    <a:lnL w="12700" cap="flat" cmpd="sng" algn="ctr">
                      <a:solidFill>
                        <a:srgbClr val="339966"/>
                      </a:solidFill>
                      <a:prstDash val="solid"/>
                      <a:round/>
                      <a:headEnd type="none" w="med" len="med"/>
                      <a:tailEnd type="none" w="med" len="med"/>
                    </a:lnL>
                    <a:lnR>
                      <a:noFill/>
                    </a:lnR>
                    <a:lnT>
                      <a:noFill/>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a:extLst>
              <a:ext uri="{FF2B5EF4-FFF2-40B4-BE49-F238E27FC236}">
                <a16:creationId xmlns:a16="http://schemas.microsoft.com/office/drawing/2014/main" id="{8A4C6511-FACD-414E-82CD-69F0F8F9E14A}"/>
              </a:ext>
            </a:extLst>
          </p:cNvPr>
          <p:cNvSpPr>
            <a:spLocks noGrp="1"/>
          </p:cNvSpPr>
          <p:nvPr>
            <p:ph type="title"/>
          </p:nvPr>
        </p:nvSpPr>
        <p:spPr>
          <a:xfrm>
            <a:off x="396875" y="300038"/>
            <a:ext cx="8305800" cy="1066800"/>
          </a:xfrm>
        </p:spPr>
        <p:txBody>
          <a:bodyPr/>
          <a:lstStyle/>
          <a:p>
            <a:pPr eaLnBrk="1" hangingPunct="1"/>
            <a:r>
              <a:rPr lang="en-GB" altLang="en-US" sz="3200" b="1" dirty="0"/>
              <a:t>Criteria for selecting packaged software:</a:t>
            </a:r>
            <a:br>
              <a:rPr lang="en-GB" altLang="en-US" sz="3200" b="1" dirty="0"/>
            </a:br>
            <a:endParaRPr lang="en-US" altLang="en-US" sz="3200" dirty="0"/>
          </a:p>
        </p:txBody>
      </p:sp>
      <p:sp>
        <p:nvSpPr>
          <p:cNvPr id="14339" name="Content Placeholder 4">
            <a:extLst>
              <a:ext uri="{FF2B5EF4-FFF2-40B4-BE49-F238E27FC236}">
                <a16:creationId xmlns:a16="http://schemas.microsoft.com/office/drawing/2014/main" id="{0301A3D5-8F63-49B3-B2F1-062777551F17}"/>
              </a:ext>
            </a:extLst>
          </p:cNvPr>
          <p:cNvSpPr>
            <a:spLocks noGrp="1"/>
          </p:cNvSpPr>
          <p:nvPr>
            <p:ph sz="half" idx="1"/>
          </p:nvPr>
        </p:nvSpPr>
        <p:spPr>
          <a:xfrm>
            <a:off x="381000" y="1447800"/>
            <a:ext cx="4076700" cy="4875213"/>
          </a:xfrm>
        </p:spPr>
        <p:txBody>
          <a:bodyPr/>
          <a:lstStyle/>
          <a:p>
            <a:pPr eaLnBrk="1" hangingPunct="1"/>
            <a:r>
              <a:rPr lang="en-US" altLang="en-US" sz="2400" b="1" dirty="0">
                <a:solidFill>
                  <a:srgbClr val="00B0F0"/>
                </a:solidFill>
              </a:rPr>
              <a:t>Cost</a:t>
            </a:r>
          </a:p>
          <a:p>
            <a:pPr lvl="1" eaLnBrk="1" hangingPunct="1"/>
            <a:r>
              <a:rPr lang="en-US" altLang="en-US" sz="2000" dirty="0"/>
              <a:t>In-House versus purchased</a:t>
            </a:r>
          </a:p>
          <a:p>
            <a:pPr eaLnBrk="1" hangingPunct="1"/>
            <a:r>
              <a:rPr lang="en-US" altLang="en-US" sz="2400" b="1" dirty="0">
                <a:solidFill>
                  <a:srgbClr val="00B0F0"/>
                </a:solidFill>
              </a:rPr>
              <a:t>Functionality</a:t>
            </a:r>
          </a:p>
          <a:p>
            <a:pPr lvl="1" eaLnBrk="1" hangingPunct="1"/>
            <a:r>
              <a:rPr lang="en-US" altLang="en-US" sz="2000" dirty="0"/>
              <a:t>Mandatory, essential and desired features</a:t>
            </a:r>
          </a:p>
          <a:p>
            <a:pPr eaLnBrk="1" hangingPunct="1"/>
            <a:r>
              <a:rPr lang="en-US" altLang="en-US" sz="2400" b="1" dirty="0">
                <a:solidFill>
                  <a:srgbClr val="00B0F0"/>
                </a:solidFill>
              </a:rPr>
              <a:t>Vendor Support</a:t>
            </a:r>
          </a:p>
          <a:p>
            <a:pPr lvl="1" eaLnBrk="1" hangingPunct="1"/>
            <a:r>
              <a:rPr lang="en-US" altLang="en-US" sz="2000" dirty="0"/>
              <a:t>Installation</a:t>
            </a:r>
          </a:p>
          <a:p>
            <a:pPr lvl="1" eaLnBrk="1" hangingPunct="1"/>
            <a:r>
              <a:rPr lang="en-US" altLang="en-US" sz="2000" dirty="0"/>
              <a:t>Training</a:t>
            </a:r>
          </a:p>
          <a:p>
            <a:pPr lvl="1" eaLnBrk="1" hangingPunct="1"/>
            <a:r>
              <a:rPr lang="en-US" altLang="en-US" sz="2000" dirty="0"/>
              <a:t>Technical Support</a:t>
            </a:r>
          </a:p>
          <a:p>
            <a:pPr eaLnBrk="1" hangingPunct="1"/>
            <a:r>
              <a:rPr lang="en-US" altLang="en-US" sz="2400" b="1" dirty="0">
                <a:solidFill>
                  <a:srgbClr val="00B0F0"/>
                </a:solidFill>
              </a:rPr>
              <a:t>Viability of Vendor</a:t>
            </a:r>
          </a:p>
          <a:p>
            <a:pPr lvl="1" eaLnBrk="1" hangingPunct="1"/>
            <a:endParaRPr lang="en-US" altLang="en-US" sz="2000" dirty="0"/>
          </a:p>
        </p:txBody>
      </p:sp>
      <p:sp>
        <p:nvSpPr>
          <p:cNvPr id="14340" name="Content Placeholder 5">
            <a:extLst>
              <a:ext uri="{FF2B5EF4-FFF2-40B4-BE49-F238E27FC236}">
                <a16:creationId xmlns:a16="http://schemas.microsoft.com/office/drawing/2014/main" id="{6D18AE85-DA7A-4633-9109-371080FD4413}"/>
              </a:ext>
            </a:extLst>
          </p:cNvPr>
          <p:cNvSpPr>
            <a:spLocks noGrp="1"/>
          </p:cNvSpPr>
          <p:nvPr>
            <p:ph sz="half" idx="2"/>
          </p:nvPr>
        </p:nvSpPr>
        <p:spPr>
          <a:xfrm>
            <a:off x="4610100" y="1447800"/>
            <a:ext cx="4076700" cy="5151438"/>
          </a:xfrm>
        </p:spPr>
        <p:txBody>
          <a:bodyPr/>
          <a:lstStyle/>
          <a:p>
            <a:pPr eaLnBrk="1" hangingPunct="1"/>
            <a:r>
              <a:rPr lang="en-US" altLang="en-US" sz="2400" b="1" dirty="0">
                <a:solidFill>
                  <a:srgbClr val="00B0F0"/>
                </a:solidFill>
              </a:rPr>
              <a:t>Flexibility</a:t>
            </a:r>
          </a:p>
          <a:p>
            <a:pPr lvl="1" eaLnBrk="1" hangingPunct="1"/>
            <a:r>
              <a:rPr lang="en-US" altLang="en-US" sz="2000" dirty="0"/>
              <a:t>Ease of customization</a:t>
            </a:r>
          </a:p>
          <a:p>
            <a:pPr eaLnBrk="1" hangingPunct="1"/>
            <a:r>
              <a:rPr lang="en-US" altLang="en-US" sz="2400" b="1" dirty="0">
                <a:solidFill>
                  <a:srgbClr val="00B0F0"/>
                </a:solidFill>
              </a:rPr>
              <a:t>Documentation</a:t>
            </a:r>
          </a:p>
          <a:p>
            <a:pPr lvl="1" eaLnBrk="1" hangingPunct="1"/>
            <a:r>
              <a:rPr lang="en-US" altLang="en-US" sz="2000" dirty="0"/>
              <a:t>User documentation</a:t>
            </a:r>
          </a:p>
          <a:p>
            <a:pPr lvl="1" eaLnBrk="1" hangingPunct="1"/>
            <a:r>
              <a:rPr lang="en-US" altLang="en-US" sz="2000" dirty="0"/>
              <a:t>Technical documentation</a:t>
            </a:r>
          </a:p>
          <a:p>
            <a:pPr eaLnBrk="1" hangingPunct="1"/>
            <a:r>
              <a:rPr lang="en-US" altLang="en-US" sz="2400" b="1" dirty="0">
                <a:solidFill>
                  <a:srgbClr val="00B0F0"/>
                </a:solidFill>
              </a:rPr>
              <a:t>Response Time</a:t>
            </a:r>
          </a:p>
          <a:p>
            <a:pPr eaLnBrk="1" hangingPunct="1"/>
            <a:r>
              <a:rPr lang="en-US" altLang="en-US" sz="2400" b="1" dirty="0">
                <a:solidFill>
                  <a:srgbClr val="00B0F0"/>
                </a:solidFill>
              </a:rPr>
              <a:t>Ease of Installation</a:t>
            </a:r>
            <a:endParaRPr lang="en-GB" altLang="en-US" sz="2400" b="1" dirty="0">
              <a:solidFill>
                <a:srgbClr val="00B0F0"/>
              </a:solidFill>
            </a:endParaRPr>
          </a:p>
          <a:p>
            <a:pPr eaLnBrk="1" hangingPunct="1"/>
            <a:endParaRPr lang="en-GB" altLang="en-US" sz="2400" dirty="0"/>
          </a:p>
          <a:p>
            <a:pPr eaLnBrk="1" hangingPunct="1"/>
            <a:endParaRPr lang="en-US" altLang="en-US" sz="2400" dirty="0"/>
          </a:p>
          <a:p>
            <a:pPr eaLnBrk="1" hangingPunct="1"/>
            <a:endParaRPr lang="en-US"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6EE4DB6-2087-4946-BAA8-FBE81CC03CC9}"/>
              </a:ext>
            </a:extLst>
          </p:cNvPr>
          <p:cNvSpPr>
            <a:spLocks noGrp="1" noChangeArrowheads="1"/>
          </p:cNvSpPr>
          <p:nvPr>
            <p:ph type="title"/>
          </p:nvPr>
        </p:nvSpPr>
        <p:spPr>
          <a:xfrm>
            <a:off x="381000" y="381000"/>
            <a:ext cx="8305800" cy="647700"/>
          </a:xfrm>
        </p:spPr>
        <p:txBody>
          <a:bodyPr/>
          <a:lstStyle/>
          <a:p>
            <a:pPr eaLnBrk="1" hangingPunct="1"/>
            <a:r>
              <a:rPr lang="en-GB" altLang="en-US" sz="3200" b="1" dirty="0"/>
              <a:t>Outsourced Development </a:t>
            </a:r>
          </a:p>
        </p:txBody>
      </p:sp>
      <p:graphicFrame>
        <p:nvGraphicFramePr>
          <p:cNvPr id="901123" name="Group 3">
            <a:extLst>
              <a:ext uri="{FF2B5EF4-FFF2-40B4-BE49-F238E27FC236}">
                <a16:creationId xmlns:a16="http://schemas.microsoft.com/office/drawing/2014/main" id="{21C4F884-0216-435C-AF01-B0E0340294F6}"/>
              </a:ext>
            </a:extLst>
          </p:cNvPr>
          <p:cNvGraphicFramePr>
            <a:graphicFrameLocks noGrp="1"/>
          </p:cNvGraphicFramePr>
          <p:nvPr>
            <p:ph type="tbl" idx="1"/>
          </p:nvPr>
        </p:nvGraphicFramePr>
        <p:xfrm>
          <a:off x="881063" y="4138613"/>
          <a:ext cx="7556500" cy="2025650"/>
        </p:xfrm>
        <a:graphic>
          <a:graphicData uri="http://schemas.openxmlformats.org/drawingml/2006/table">
            <a:tbl>
              <a:tblPr/>
              <a:tblGrid>
                <a:gridCol w="3011335">
                  <a:extLst>
                    <a:ext uri="{9D8B030D-6E8A-4147-A177-3AD203B41FA5}">
                      <a16:colId xmlns:a16="http://schemas.microsoft.com/office/drawing/2014/main" val="20000"/>
                    </a:ext>
                  </a:extLst>
                </a:gridCol>
                <a:gridCol w="4545165">
                  <a:extLst>
                    <a:ext uri="{9D8B030D-6E8A-4147-A177-3AD203B41FA5}">
                      <a16:colId xmlns:a16="http://schemas.microsoft.com/office/drawing/2014/main" val="20001"/>
                    </a:ext>
                  </a:extLst>
                </a:gridCol>
              </a:tblGrid>
              <a:tr h="49450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400" b="1" i="0" u="none" strike="noStrike" cap="none" normalizeH="0" baseline="0" dirty="0">
                          <a:ln>
                            <a:noFill/>
                          </a:ln>
                          <a:solidFill>
                            <a:schemeClr val="hlink"/>
                          </a:solidFill>
                          <a:effectLst/>
                          <a:latin typeface="Verdana" pitchFamily="34" charset="0"/>
                          <a:cs typeface="Times New Roman" pitchFamily="18" charset="0"/>
                        </a:rPr>
                        <a:t>Pros</a:t>
                      </a:r>
                      <a:endParaRPr kumimoji="0" lang="en-GB" altLang="en-US" sz="2400" b="1" i="0" u="none" strike="noStrike" cap="none" normalizeH="0" baseline="0" dirty="0">
                        <a:ln>
                          <a:noFill/>
                        </a:ln>
                        <a:solidFill>
                          <a:schemeClr val="hlink"/>
                        </a:solidFill>
                        <a:effectLst/>
                        <a:latin typeface="Verdana" pitchFamily="34" charset="0"/>
                        <a:cs typeface="Arial" charset="0"/>
                      </a:endParaRPr>
                    </a:p>
                  </a:txBody>
                  <a:tcPr marL="92075" marR="92075" marT="46049" marB="46049"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0" fontAlgn="base" latinLnBrk="0" hangingPunct="0">
                        <a:lnSpc>
                          <a:spcPct val="110000"/>
                        </a:lnSpc>
                        <a:spcBef>
                          <a:spcPct val="0"/>
                        </a:spcBef>
                        <a:spcAft>
                          <a:spcPct val="20000"/>
                        </a:spcAft>
                        <a:buClrTx/>
                        <a:buSzTx/>
                        <a:buFontTx/>
                        <a:buNone/>
                        <a:tabLst/>
                      </a:pPr>
                      <a:r>
                        <a:rPr kumimoji="0" lang="en-GB" altLang="en-US" sz="2400" b="1" i="0" u="none" strike="noStrike" cap="none" normalizeH="0" baseline="0" dirty="0">
                          <a:ln>
                            <a:noFill/>
                          </a:ln>
                          <a:solidFill>
                            <a:srgbClr val="FF0000"/>
                          </a:solidFill>
                          <a:effectLst/>
                          <a:latin typeface="Verdana" pitchFamily="34" charset="0"/>
                          <a:cs typeface="Times New Roman" pitchFamily="18" charset="0"/>
                        </a:rPr>
                        <a:t>Cons</a:t>
                      </a:r>
                      <a:endParaRPr kumimoji="0" lang="en-GB" altLang="en-US" sz="2400" b="1" i="0" u="none" strike="noStrike" cap="none" normalizeH="0" baseline="0" dirty="0">
                        <a:ln>
                          <a:noFill/>
                        </a:ln>
                        <a:solidFill>
                          <a:srgbClr val="FF0000"/>
                        </a:solidFill>
                        <a:effectLst/>
                        <a:latin typeface="Verdana" pitchFamily="34" charset="0"/>
                        <a:cs typeface="Arial" charset="0"/>
                      </a:endParaRPr>
                    </a:p>
                  </a:txBody>
                  <a:tcPr marL="92075" marR="92075" marT="46049" marB="46049"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31147">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009999"/>
                          </a:solidFill>
                          <a:effectLst/>
                          <a:latin typeface="Verdana" pitchFamily="34" charset="0"/>
                          <a:cs typeface="Arial" charset="0"/>
                        </a:rPr>
                        <a:t>May reduce costs or add value</a:t>
                      </a:r>
                    </a:p>
                  </a:txBody>
                  <a:tcPr marL="92075" marR="92075" marT="46049" marB="46049"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Risks include potential for losing:</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-confidential information</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-control over future development</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600" b="0" i="0" u="none" strike="noStrike" cap="none" normalizeH="0" baseline="0" dirty="0">
                          <a:ln>
                            <a:noFill/>
                          </a:ln>
                          <a:solidFill>
                            <a:srgbClr val="FF0000"/>
                          </a:solidFill>
                          <a:effectLst/>
                          <a:latin typeface="Verdana" pitchFamily="34" charset="0"/>
                          <a:cs typeface="Arial" charset="0"/>
                        </a:rPr>
                        <a:t>-learning opportunities</a:t>
                      </a:r>
                    </a:p>
                  </a:txBody>
                  <a:tcPr marL="92075" marR="92075" marT="46049" marB="46049"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5372" name="Rectangle 16">
            <a:extLst>
              <a:ext uri="{FF2B5EF4-FFF2-40B4-BE49-F238E27FC236}">
                <a16:creationId xmlns:a16="http://schemas.microsoft.com/office/drawing/2014/main" id="{5383B5A3-691D-41C3-9B9F-8983C0B77F9C}"/>
              </a:ext>
            </a:extLst>
          </p:cNvPr>
          <p:cNvSpPr>
            <a:spLocks noChangeArrowheads="1"/>
          </p:cNvSpPr>
          <p:nvPr/>
        </p:nvSpPr>
        <p:spPr bwMode="auto">
          <a:xfrm>
            <a:off x="323850" y="1268413"/>
            <a:ext cx="8305800" cy="322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eaLnBrk="1" hangingPunct="1">
              <a:lnSpc>
                <a:spcPct val="110000"/>
              </a:lnSpc>
              <a:spcBef>
                <a:spcPct val="30000"/>
              </a:spcBef>
              <a:spcAft>
                <a:spcPct val="20000"/>
              </a:spcAft>
              <a:buFontTx/>
              <a:buChar char="•"/>
            </a:pPr>
            <a:r>
              <a:rPr lang="en-GB" altLang="en-US" sz="1800" dirty="0"/>
              <a:t>Hiring an external vendor, developer, or service provider</a:t>
            </a:r>
          </a:p>
          <a:p>
            <a:pPr eaLnBrk="1" hangingPunct="1">
              <a:lnSpc>
                <a:spcPct val="110000"/>
              </a:lnSpc>
              <a:spcBef>
                <a:spcPct val="30000"/>
              </a:spcBef>
              <a:spcAft>
                <a:spcPct val="20000"/>
              </a:spcAft>
              <a:buFontTx/>
              <a:buChar char="•"/>
            </a:pPr>
            <a:r>
              <a:rPr lang="en-GB" altLang="en-US" sz="1800" dirty="0"/>
              <a:t>Using experience, knowledge and expertise of other companies.</a:t>
            </a:r>
          </a:p>
          <a:p>
            <a:pPr eaLnBrk="1" hangingPunct="1">
              <a:lnSpc>
                <a:spcPct val="110000"/>
              </a:lnSpc>
              <a:spcBef>
                <a:spcPct val="30000"/>
              </a:spcBef>
              <a:spcAft>
                <a:spcPct val="20000"/>
              </a:spcAft>
              <a:buFontTx/>
              <a:buChar char="•"/>
            </a:pPr>
            <a:r>
              <a:rPr lang="en-GB" altLang="en-US" sz="1800" dirty="0"/>
              <a:t>Companies typically outsource to save on costs (staff development, hardware) and time.</a:t>
            </a:r>
          </a:p>
          <a:p>
            <a:pPr eaLnBrk="1" hangingPunct="1">
              <a:lnSpc>
                <a:spcPct val="110000"/>
              </a:lnSpc>
              <a:spcBef>
                <a:spcPct val="30000"/>
              </a:spcBef>
              <a:spcAft>
                <a:spcPct val="20000"/>
              </a:spcAft>
              <a:buFontTx/>
              <a:buChar char="•"/>
            </a:pPr>
            <a:r>
              <a:rPr lang="en-GB" altLang="en-US" sz="1800" dirty="0"/>
              <a:t>Very popular – a global market that exceeds £57billion</a:t>
            </a:r>
          </a:p>
          <a:p>
            <a:pPr eaLnBrk="1" hangingPunct="1">
              <a:lnSpc>
                <a:spcPct val="110000"/>
              </a:lnSpc>
              <a:spcBef>
                <a:spcPct val="30000"/>
              </a:spcBef>
              <a:spcAft>
                <a:spcPct val="20000"/>
              </a:spcAft>
              <a:buFontTx/>
              <a:buChar char="•"/>
            </a:pPr>
            <a:r>
              <a:rPr lang="en-GB" altLang="en-US" sz="1800" dirty="0"/>
              <a:t>Estimated that 50% of all companies with IS budgets over £2.8m are currently outsourcing or are considering it</a:t>
            </a:r>
          </a:p>
          <a:p>
            <a:pPr eaLnBrk="1" hangingPunct="1">
              <a:lnSpc>
                <a:spcPct val="110000"/>
              </a:lnSpc>
              <a:spcBef>
                <a:spcPct val="30000"/>
              </a:spcBef>
              <a:spcAft>
                <a:spcPct val="20000"/>
              </a:spcAft>
              <a:buFontTx/>
              <a:buChar char="•"/>
            </a:pPr>
            <a:endParaRPr lang="en-GB" alt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9149B6F-366A-4856-8AFE-688B17A1E14B}"/>
              </a:ext>
            </a:extLst>
          </p:cNvPr>
          <p:cNvSpPr>
            <a:spLocks noGrp="1" noChangeArrowheads="1"/>
          </p:cNvSpPr>
          <p:nvPr>
            <p:ph type="title"/>
          </p:nvPr>
        </p:nvSpPr>
        <p:spPr>
          <a:xfrm>
            <a:off x="381000" y="201613"/>
            <a:ext cx="8305800" cy="709612"/>
          </a:xfrm>
        </p:spPr>
        <p:txBody>
          <a:bodyPr/>
          <a:lstStyle/>
          <a:p>
            <a:pPr eaLnBrk="1" hangingPunct="1"/>
            <a:r>
              <a:rPr lang="en-GB" altLang="en-US" sz="3200" b="1" dirty="0"/>
              <a:t>Selecting a Design Strategy</a:t>
            </a:r>
          </a:p>
        </p:txBody>
      </p:sp>
      <p:sp>
        <p:nvSpPr>
          <p:cNvPr id="16387" name="Rectangle 3">
            <a:extLst>
              <a:ext uri="{FF2B5EF4-FFF2-40B4-BE49-F238E27FC236}">
                <a16:creationId xmlns:a16="http://schemas.microsoft.com/office/drawing/2014/main" id="{E3EB2261-D67E-4C64-A81D-70BA64EBB415}"/>
              </a:ext>
            </a:extLst>
          </p:cNvPr>
          <p:cNvSpPr>
            <a:spLocks noGrp="1" noChangeArrowheads="1"/>
          </p:cNvSpPr>
          <p:nvPr>
            <p:ph type="body" sz="half" idx="1"/>
          </p:nvPr>
        </p:nvSpPr>
        <p:spPr>
          <a:xfrm>
            <a:off x="304800" y="6597650"/>
            <a:ext cx="4076700" cy="260350"/>
          </a:xfrm>
        </p:spPr>
        <p:txBody>
          <a:bodyPr/>
          <a:lstStyle/>
          <a:p>
            <a:pPr eaLnBrk="1" hangingPunct="1">
              <a:buFontTx/>
              <a:buNone/>
            </a:pPr>
            <a:r>
              <a:rPr lang="en-GB" altLang="en-US" sz="1000" dirty="0"/>
              <a:t>Adapted from Dennis &amp; Wixom (2003), p. 248, fig. 8-3.</a:t>
            </a:r>
          </a:p>
        </p:txBody>
      </p:sp>
      <p:graphicFrame>
        <p:nvGraphicFramePr>
          <p:cNvPr id="905220" name="Group 4">
            <a:extLst>
              <a:ext uri="{FF2B5EF4-FFF2-40B4-BE49-F238E27FC236}">
                <a16:creationId xmlns:a16="http://schemas.microsoft.com/office/drawing/2014/main" id="{14B02584-70B5-4858-AAB3-73AFE2D86537}"/>
              </a:ext>
            </a:extLst>
          </p:cNvPr>
          <p:cNvGraphicFramePr>
            <a:graphicFrameLocks noGrp="1"/>
          </p:cNvGraphicFramePr>
          <p:nvPr>
            <p:ph sz="half" idx="2"/>
          </p:nvPr>
        </p:nvGraphicFramePr>
        <p:xfrm>
          <a:off x="192088" y="936625"/>
          <a:ext cx="8759824" cy="5322889"/>
        </p:xfrm>
        <a:graphic>
          <a:graphicData uri="http://schemas.openxmlformats.org/drawingml/2006/table">
            <a:tbl>
              <a:tblPr/>
              <a:tblGrid>
                <a:gridCol w="1893149">
                  <a:extLst>
                    <a:ext uri="{9D8B030D-6E8A-4147-A177-3AD203B41FA5}">
                      <a16:colId xmlns:a16="http://schemas.microsoft.com/office/drawing/2014/main" val="20000"/>
                    </a:ext>
                  </a:extLst>
                </a:gridCol>
                <a:gridCol w="1901420">
                  <a:extLst>
                    <a:ext uri="{9D8B030D-6E8A-4147-A177-3AD203B41FA5}">
                      <a16:colId xmlns:a16="http://schemas.microsoft.com/office/drawing/2014/main" val="20001"/>
                    </a:ext>
                  </a:extLst>
                </a:gridCol>
                <a:gridCol w="1993069">
                  <a:extLst>
                    <a:ext uri="{9D8B030D-6E8A-4147-A177-3AD203B41FA5}">
                      <a16:colId xmlns:a16="http://schemas.microsoft.com/office/drawing/2014/main" val="20002"/>
                    </a:ext>
                  </a:extLst>
                </a:gridCol>
                <a:gridCol w="2972186">
                  <a:extLst>
                    <a:ext uri="{9D8B030D-6E8A-4147-A177-3AD203B41FA5}">
                      <a16:colId xmlns:a16="http://schemas.microsoft.com/office/drawing/2014/main" val="20003"/>
                    </a:ext>
                  </a:extLst>
                </a:gridCol>
              </a:tblGrid>
              <a:tr h="827894">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just" defTabSz="914400" rtl="0" eaLnBrk="0" fontAlgn="base" latinLnBrk="0" hangingPunct="0">
                        <a:lnSpc>
                          <a:spcPct val="110000"/>
                        </a:lnSpc>
                        <a:spcBef>
                          <a:spcPct val="0"/>
                        </a:spcBef>
                        <a:spcAft>
                          <a:spcPct val="20000"/>
                        </a:spcAft>
                        <a:buClrTx/>
                        <a:buSzTx/>
                        <a:buFontTx/>
                        <a:buNone/>
                        <a:tabLst/>
                      </a:pPr>
                      <a:endParaRPr kumimoji="0" lang="en-US" altLang="en-US" sz="2400" b="1" i="1" u="none" strike="noStrike" cap="none" normalizeH="0" baseline="0" dirty="0">
                        <a:ln>
                          <a:noFill/>
                        </a:ln>
                        <a:solidFill>
                          <a:srgbClr val="004D75"/>
                        </a:solidFill>
                        <a:effectLst/>
                        <a:latin typeface="Verdana" pitchFamily="34" charset="0"/>
                        <a:cs typeface="Arial" charset="0"/>
                      </a:endParaRPr>
                    </a:p>
                  </a:txBody>
                  <a:tcPr marL="92084" marR="92084" marT="46050" marB="46050" horzOverflow="overflow">
                    <a:lnL>
                      <a:noFill/>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When to use</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Custom Dev.</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When to use</a:t>
                      </a:r>
                    </a:p>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Off-the-Shelf</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8575"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When to Outsource</a:t>
                      </a:r>
                      <a:endParaRPr kumimoji="0" lang="en-GB" altLang="en-US" sz="2400" b="1" i="1" u="none" strike="noStrike" cap="none" normalizeH="0" baseline="0" dirty="0">
                        <a:ln>
                          <a:noFill/>
                        </a:ln>
                        <a:solidFill>
                          <a:srgbClr val="004D75"/>
                        </a:solidFill>
                        <a:effectLst/>
                        <a:latin typeface="Verdana" pitchFamily="34" charset="0"/>
                        <a:cs typeface="Times New Roman" pitchFamily="18" charset="0"/>
                      </a:endParaRPr>
                    </a:p>
                  </a:txBody>
                  <a:tcPr marL="92084" marR="92084" marT="46050" marB="46050" horzOverflow="overflow">
                    <a:lnL w="12700" cap="flat" cmpd="sng" algn="ctr">
                      <a:solidFill>
                        <a:srgbClr val="339966"/>
                      </a:solidFill>
                      <a:prstDash val="solid"/>
                      <a:round/>
                      <a:headEnd type="none" w="med" len="med"/>
                      <a:tailEnd type="none" w="med" len="med"/>
                    </a:lnL>
                    <a:lnR>
                      <a:noFill/>
                    </a:lnR>
                    <a:lnT w="28575" cap="flat" cmpd="sng" algn="ctr">
                      <a:solidFill>
                        <a:srgbClr val="339966"/>
                      </a:solidFill>
                      <a:prstDash val="solid"/>
                      <a:round/>
                      <a:headEnd type="none" w="med" len="med"/>
                      <a:tailEnd type="none" w="med" len="med"/>
                    </a:lnT>
                    <a:lnB w="25400"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14808">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Times New Roman" pitchFamily="18" charset="0"/>
                        </a:rPr>
                        <a:t>Business need</a:t>
                      </a:r>
                      <a:endParaRPr kumimoji="0" lang="en-GB" altLang="en-US" sz="1800" b="1" i="0" u="none" strike="noStrike" cap="none" normalizeH="0" baseline="0" dirty="0">
                        <a:ln>
                          <a:noFill/>
                        </a:ln>
                        <a:solidFill>
                          <a:srgbClr val="004D75"/>
                        </a:solidFill>
                        <a:effectLst/>
                        <a:latin typeface="Verdana" pitchFamily="34" charset="0"/>
                        <a:cs typeface="Arial" charset="0"/>
                      </a:endParaRPr>
                    </a:p>
                  </a:txBody>
                  <a:tcPr marL="92084" marR="92084" marT="46050" marB="46050" horzOverflow="overflow">
                    <a:lnL>
                      <a:noFill/>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business need is unique</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business need is common</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25400" cap="flat" cmpd="sng" algn="ctr">
                      <a:solidFill>
                        <a:srgbClr val="339966"/>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business need is not core to the business</a:t>
                      </a:r>
                    </a:p>
                  </a:txBody>
                  <a:tcPr marL="92084" marR="92084" marT="46050" marB="46050" horzOverflow="overflow">
                    <a:lnL w="12700" cap="flat" cmpd="sng" algn="ctr">
                      <a:solidFill>
                        <a:srgbClr val="339966"/>
                      </a:solidFill>
                      <a:prstDash val="solid"/>
                      <a:round/>
                      <a:headEnd type="none" w="med" len="med"/>
                      <a:tailEnd type="none" w="med" len="med"/>
                    </a:lnL>
                    <a:lnR>
                      <a:noFill/>
                    </a:lnR>
                    <a:lnT w="25400" cap="flat" cmpd="sng" algn="ctr">
                      <a:solidFill>
                        <a:srgbClr val="339966"/>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100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In-house experience</a:t>
                      </a:r>
                    </a:p>
                  </a:txBody>
                  <a:tcPr marL="92084" marR="92084" marT="46050" marB="46050" horzOverflow="overflow">
                    <a:lnL>
                      <a:noFill/>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In-house functional and technical experience exists</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In-house functional experience exists</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In-house functional or technical experience does not exist</a:t>
                      </a:r>
                    </a:p>
                  </a:txBody>
                  <a:tcPr marL="92084" marR="92084" marT="46050" marB="46050" horzOverflow="overflow">
                    <a:lnL w="12700" cap="flat" cmpd="sng" algn="ctr">
                      <a:solidFill>
                        <a:srgbClr val="339966"/>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627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Project skills</a:t>
                      </a:r>
                    </a:p>
                  </a:txBody>
                  <a:tcPr marL="92084" marR="92084" marT="46050" marB="46050" horzOverflow="overflow">
                    <a:lnL>
                      <a:noFill/>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There is desire to build in-house skills</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skills are not strategic</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decision to outsource is strategic</a:t>
                      </a:r>
                    </a:p>
                  </a:txBody>
                  <a:tcPr marL="92084" marR="92084" marT="46050" marB="46050" horzOverflow="overflow">
                    <a:lnL w="12700" cap="flat" cmpd="sng" algn="ctr">
                      <a:solidFill>
                        <a:srgbClr val="339966"/>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91362">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Project management</a:t>
                      </a:r>
                    </a:p>
                    <a:p>
                      <a:pPr marL="0" marR="0" lvl="0" indent="0" algn="l" defTabSz="914400" rtl="0" eaLnBrk="0" fontAlgn="base" latinLnBrk="0" hangingPunct="0">
                        <a:lnSpc>
                          <a:spcPct val="110000"/>
                        </a:lnSpc>
                        <a:spcBef>
                          <a:spcPct val="0"/>
                        </a:spcBef>
                        <a:spcAft>
                          <a:spcPct val="20000"/>
                        </a:spcAft>
                        <a:buClrTx/>
                        <a:buSzTx/>
                        <a:buFontTx/>
                        <a:buNone/>
                        <a:tabLst/>
                      </a:pPr>
                      <a:endParaRPr kumimoji="0" lang="en-GB" altLang="en-US" sz="1800" b="1" i="0" u="none" strike="noStrike" cap="none" normalizeH="0" baseline="0" dirty="0">
                        <a:ln>
                          <a:noFill/>
                        </a:ln>
                        <a:solidFill>
                          <a:srgbClr val="004D75"/>
                        </a:solidFill>
                        <a:effectLst/>
                        <a:latin typeface="Verdana" pitchFamily="34" charset="0"/>
                        <a:cs typeface="Arial" charset="0"/>
                      </a:endParaRPr>
                    </a:p>
                  </a:txBody>
                  <a:tcPr marL="92084" marR="92084" marT="46050" marB="46050" horzOverflow="overflow">
                    <a:lnL>
                      <a:noFill/>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Project has highly skilled project manager and proven methodology</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Project has a manager who can co-ordinate vendor’s efforts</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Project has a highly skilled project manager at the level of the organisation that matches the scope of the outsourcing deal</a:t>
                      </a:r>
                    </a:p>
                  </a:txBody>
                  <a:tcPr marL="92084" marR="92084" marT="46050" marB="46050" horzOverflow="overflow">
                    <a:lnL w="12700" cap="flat" cmpd="sng" algn="ctr">
                      <a:solidFill>
                        <a:srgbClr val="339966"/>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155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800" b="1" i="0" u="none" strike="noStrike" cap="none" normalizeH="0" baseline="0" dirty="0">
                          <a:ln>
                            <a:noFill/>
                          </a:ln>
                          <a:solidFill>
                            <a:srgbClr val="004D75"/>
                          </a:solidFill>
                          <a:effectLst/>
                          <a:latin typeface="Verdana" pitchFamily="34" charset="0"/>
                          <a:cs typeface="Arial" charset="0"/>
                        </a:rPr>
                        <a:t>Time frame</a:t>
                      </a:r>
                    </a:p>
                  </a:txBody>
                  <a:tcPr marL="92084" marR="92084" marT="46050" marB="46050" horzOverflow="overflow">
                    <a:lnL>
                      <a:noFill/>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time frame is flexible</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time frame is short</a:t>
                      </a:r>
                    </a:p>
                  </a:txBody>
                  <a:tcPr marL="92084" marR="92084" marT="46050" marB="46050" horzOverflow="overflow">
                    <a:lnL w="12700" cap="flat" cmpd="sng" algn="ctr">
                      <a:solidFill>
                        <a:srgbClr val="339966"/>
                      </a:solidFill>
                      <a:prstDash val="solid"/>
                      <a:round/>
                      <a:headEnd type="none" w="med" len="med"/>
                      <a:tailEnd type="none" w="med" len="med"/>
                    </a:lnL>
                    <a:lnR w="12700" cap="flat" cmpd="sng" algn="ctr">
                      <a:solidFill>
                        <a:srgbClr val="339966"/>
                      </a:solidFill>
                      <a:prstDash val="solid"/>
                      <a:round/>
                      <a:headEnd type="none" w="med" len="med"/>
                      <a:tailEnd type="none" w="med" len="med"/>
                    </a:lnR>
                    <a:lnT w="9525" cap="flat" cmpd="sng" algn="ctr">
                      <a:solidFill>
                        <a:srgbClr val="000000"/>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0" fontAlgn="base" latinLnBrk="0" hangingPunct="0">
                        <a:lnSpc>
                          <a:spcPct val="110000"/>
                        </a:lnSpc>
                        <a:spcBef>
                          <a:spcPct val="0"/>
                        </a:spcBef>
                        <a:spcAft>
                          <a:spcPct val="20000"/>
                        </a:spcAft>
                        <a:buClrTx/>
                        <a:buSzTx/>
                        <a:buFontTx/>
                        <a:buNone/>
                        <a:tabLst/>
                      </a:pPr>
                      <a:r>
                        <a:rPr kumimoji="0" lang="en-GB" altLang="en-US" sz="1400" b="0" i="0" u="none" strike="noStrike" cap="none" normalizeH="0" baseline="0" dirty="0">
                          <a:ln>
                            <a:noFill/>
                          </a:ln>
                          <a:solidFill>
                            <a:srgbClr val="004D75"/>
                          </a:solidFill>
                          <a:effectLst/>
                          <a:latin typeface="Verdana" pitchFamily="34" charset="0"/>
                          <a:cs typeface="Arial" charset="0"/>
                        </a:rPr>
                        <a:t>The time frame is short or flexible </a:t>
                      </a:r>
                    </a:p>
                  </a:txBody>
                  <a:tcPr marL="92084" marR="92084" marT="46050" marB="46050" horzOverflow="overflow">
                    <a:lnL w="12700" cap="flat" cmpd="sng" algn="ctr">
                      <a:solidFill>
                        <a:srgbClr val="339966"/>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28575" cap="flat" cmpd="sng" algn="ctr">
                      <a:solidFill>
                        <a:srgbClr val="33996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5887BA0B-4D4B-4775-A959-8FEE68B823B4}"/>
              </a:ext>
            </a:extLst>
          </p:cNvPr>
          <p:cNvSpPr>
            <a:spLocks noGrp="1"/>
          </p:cNvSpPr>
          <p:nvPr>
            <p:ph type="title"/>
          </p:nvPr>
        </p:nvSpPr>
        <p:spPr/>
        <p:txBody>
          <a:bodyPr/>
          <a:lstStyle/>
          <a:p>
            <a:pPr eaLnBrk="1" hangingPunct="1"/>
            <a:r>
              <a:rPr lang="en-US" sz="4400" b="1" dirty="0">
                <a:solidFill>
                  <a:schemeClr val="tx1"/>
                </a:solidFill>
              </a:rPr>
              <a:t>Interface design</a:t>
            </a:r>
            <a:endParaRPr lang="en-US" altLang="en-US" dirty="0">
              <a:solidFill>
                <a:schemeClr val="tx1"/>
              </a:solidFill>
            </a:endParaRPr>
          </a:p>
        </p:txBody>
      </p:sp>
      <p:sp>
        <p:nvSpPr>
          <p:cNvPr id="3" name="Content Placeholder 2">
            <a:extLst>
              <a:ext uri="{FF2B5EF4-FFF2-40B4-BE49-F238E27FC236}">
                <a16:creationId xmlns:a16="http://schemas.microsoft.com/office/drawing/2014/main" id="{B6157003-088D-4732-8ACA-4439621F8C48}"/>
              </a:ext>
            </a:extLst>
          </p:cNvPr>
          <p:cNvSpPr>
            <a:spLocks noGrp="1"/>
          </p:cNvSpPr>
          <p:nvPr>
            <p:ph idx="1"/>
          </p:nvPr>
        </p:nvSpPr>
        <p:spPr>
          <a:xfrm>
            <a:off x="457200" y="1600200"/>
            <a:ext cx="8229600" cy="5257800"/>
          </a:xfrm>
        </p:spPr>
        <p:txBody>
          <a:bodyPr rtlCol="0">
            <a:normAutofit/>
          </a:bodyPr>
          <a:lstStyle/>
          <a:p>
            <a:pPr eaLnBrk="1" fontAlgn="auto" hangingPunct="1">
              <a:lnSpc>
                <a:spcPct val="120000"/>
              </a:lnSpc>
              <a:spcAft>
                <a:spcPts val="0"/>
              </a:spcAft>
              <a:defRPr/>
            </a:pPr>
            <a:r>
              <a:rPr lang="en-US" sz="2800" b="1" dirty="0">
                <a:solidFill>
                  <a:srgbClr val="FF0000"/>
                </a:solidFill>
              </a:rPr>
              <a:t>Interface design </a:t>
            </a:r>
            <a:r>
              <a:rPr lang="en-US" sz="2800" dirty="0"/>
              <a:t>is the </a:t>
            </a:r>
            <a:r>
              <a:rPr lang="en-US" sz="2800" dirty="0">
                <a:solidFill>
                  <a:srgbClr val="00B050"/>
                </a:solidFill>
              </a:rPr>
              <a:t>process</a:t>
            </a:r>
            <a:r>
              <a:rPr lang="en-US" sz="2800" dirty="0"/>
              <a:t> of defining </a:t>
            </a:r>
            <a:r>
              <a:rPr lang="en-US" sz="2800" dirty="0">
                <a:solidFill>
                  <a:srgbClr val="00B050"/>
                </a:solidFill>
              </a:rPr>
              <a:t>how the system will interact with external entities</a:t>
            </a:r>
            <a:r>
              <a:rPr lang="en-US" sz="2800" dirty="0"/>
              <a:t>.</a:t>
            </a:r>
          </a:p>
          <a:p>
            <a:pPr eaLnBrk="1" fontAlgn="auto" hangingPunct="1">
              <a:lnSpc>
                <a:spcPct val="120000"/>
              </a:lnSpc>
              <a:spcAft>
                <a:spcPts val="0"/>
              </a:spcAft>
              <a:defRPr/>
            </a:pPr>
            <a:r>
              <a:rPr lang="en-US" sz="2800" dirty="0"/>
              <a:t>In this chapter, we focus on the design of </a:t>
            </a:r>
            <a:r>
              <a:rPr lang="en-US" sz="2800" b="1" i="1" dirty="0">
                <a:solidFill>
                  <a:srgbClr val="FF0000"/>
                </a:solidFill>
              </a:rPr>
              <a:t>user interfaces</a:t>
            </a:r>
            <a:r>
              <a:rPr lang="en-US" sz="2800" dirty="0">
                <a:solidFill>
                  <a:srgbClr val="FF0000"/>
                </a:solidFill>
              </a:rPr>
              <a:t> </a:t>
            </a:r>
            <a:r>
              <a:rPr lang="en-US" sz="2800" dirty="0"/>
              <a:t>– how the system will interact with the </a:t>
            </a:r>
            <a:r>
              <a:rPr lang="en-US" sz="2800" dirty="0">
                <a:solidFill>
                  <a:srgbClr val="0000FF"/>
                </a:solidFill>
              </a:rPr>
              <a:t>users</a:t>
            </a:r>
            <a:r>
              <a:rPr lang="en-US" sz="2800" dirty="0"/>
              <a:t>.</a:t>
            </a:r>
          </a:p>
          <a:p>
            <a:pPr eaLnBrk="1" fontAlgn="auto" hangingPunct="1">
              <a:lnSpc>
                <a:spcPct val="120000"/>
              </a:lnSpc>
              <a:spcAft>
                <a:spcPts val="0"/>
              </a:spcAft>
              <a:defRPr/>
            </a:pPr>
            <a:r>
              <a:rPr lang="en-US" sz="2800" dirty="0"/>
              <a:t>The design of </a:t>
            </a:r>
            <a:r>
              <a:rPr lang="en-US" sz="2800" dirty="0">
                <a:solidFill>
                  <a:srgbClr val="3333FF"/>
                </a:solidFill>
              </a:rPr>
              <a:t>system interfaces</a:t>
            </a:r>
            <a:r>
              <a:rPr lang="en-US" sz="2800" dirty="0"/>
              <a:t> defines how the systems </a:t>
            </a:r>
            <a:r>
              <a:rPr lang="en-US" sz="2800" dirty="0">
                <a:solidFill>
                  <a:srgbClr val="00B050"/>
                </a:solidFill>
              </a:rPr>
              <a:t>exchange information </a:t>
            </a:r>
            <a:r>
              <a:rPr lang="en-US" sz="2800" dirty="0"/>
              <a:t>with </a:t>
            </a:r>
            <a:r>
              <a:rPr lang="en-US" sz="2800" dirty="0">
                <a:solidFill>
                  <a:srgbClr val="0000FF"/>
                </a:solidFill>
              </a:rPr>
              <a:t>other systems</a:t>
            </a:r>
            <a:r>
              <a:rPr lang="en-US" sz="2800" dirty="0"/>
              <a:t>.</a:t>
            </a:r>
          </a:p>
          <a:p>
            <a:pPr eaLnBrk="1" fontAlgn="auto" hangingPunct="1">
              <a:spcAft>
                <a:spcPts val="0"/>
              </a:spcAft>
              <a:defRPr/>
            </a:pPr>
            <a:endParaRPr lang="en-US" sz="1600" dirty="0"/>
          </a:p>
        </p:txBody>
      </p:sp>
      <p:sp>
        <p:nvSpPr>
          <p:cNvPr id="21508" name="Slide Number Placeholder 4">
            <a:extLst>
              <a:ext uri="{FF2B5EF4-FFF2-40B4-BE49-F238E27FC236}">
                <a16:creationId xmlns:a16="http://schemas.microsoft.com/office/drawing/2014/main" id="{9B0ECA42-BB73-4319-BD64-BEC8DAEC80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898989"/>
                </a:solidFill>
              </a:rPr>
              <a:t>9-</a:t>
            </a:r>
            <a:fld id="{8B52C4FC-2B05-4135-A1D5-3432768AED2C}" type="slidenum">
              <a:rPr lang="en-US" altLang="en-US" sz="1200">
                <a:solidFill>
                  <a:srgbClr val="898989"/>
                </a:solidFill>
              </a:rPr>
              <a:pPr>
                <a:spcBef>
                  <a:spcPct val="0"/>
                </a:spcBef>
                <a:buFontTx/>
                <a:buNone/>
              </a:pPr>
              <a:t>15</a:t>
            </a:fld>
            <a:endParaRPr lang="en-US" altLang="en-US" sz="1200" dirty="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38F338C1-D96F-4F06-928A-929F84E1B32E}"/>
              </a:ext>
            </a:extLst>
          </p:cNvPr>
          <p:cNvSpPr>
            <a:spLocks noGrp="1"/>
          </p:cNvSpPr>
          <p:nvPr>
            <p:ph type="title"/>
          </p:nvPr>
        </p:nvSpPr>
        <p:spPr/>
        <p:txBody>
          <a:bodyPr/>
          <a:lstStyle/>
          <a:p>
            <a:pPr algn="l" eaLnBrk="1" hangingPunct="1"/>
            <a:r>
              <a:rPr lang="en-US" altLang="en-US" b="1" dirty="0"/>
              <a:t>User Interface</a:t>
            </a:r>
          </a:p>
        </p:txBody>
      </p:sp>
      <p:sp>
        <p:nvSpPr>
          <p:cNvPr id="22531" name="Content Placeholder 2">
            <a:extLst>
              <a:ext uri="{FF2B5EF4-FFF2-40B4-BE49-F238E27FC236}">
                <a16:creationId xmlns:a16="http://schemas.microsoft.com/office/drawing/2014/main" id="{7E556174-9CAA-403A-A301-556CB7E12144}"/>
              </a:ext>
            </a:extLst>
          </p:cNvPr>
          <p:cNvSpPr>
            <a:spLocks noGrp="1"/>
          </p:cNvSpPr>
          <p:nvPr>
            <p:ph idx="1"/>
          </p:nvPr>
        </p:nvSpPr>
        <p:spPr/>
        <p:txBody>
          <a:bodyPr/>
          <a:lstStyle/>
          <a:p>
            <a:pPr eaLnBrk="1" hangingPunct="1">
              <a:lnSpc>
                <a:spcPct val="120000"/>
              </a:lnSpc>
              <a:spcBef>
                <a:spcPct val="0"/>
              </a:spcBef>
            </a:pPr>
            <a:r>
              <a:rPr lang="en-US" altLang="en-US" sz="2400" dirty="0"/>
              <a:t>The </a:t>
            </a:r>
            <a:r>
              <a:rPr lang="en-US" altLang="en-US" sz="2400" dirty="0">
                <a:solidFill>
                  <a:srgbClr val="00B050"/>
                </a:solidFill>
              </a:rPr>
              <a:t>user interface </a:t>
            </a:r>
            <a:r>
              <a:rPr lang="en-US" altLang="en-US" sz="2400" dirty="0"/>
              <a:t>includes three </a:t>
            </a:r>
            <a:r>
              <a:rPr lang="en-US" altLang="en-US" sz="2400" dirty="0">
                <a:solidFill>
                  <a:srgbClr val="00B050"/>
                </a:solidFill>
              </a:rPr>
              <a:t>fundamental parts</a:t>
            </a:r>
            <a:r>
              <a:rPr lang="en-US" altLang="en-US" sz="2400" dirty="0"/>
              <a:t>:</a:t>
            </a:r>
          </a:p>
          <a:p>
            <a:pPr eaLnBrk="1" hangingPunct="1">
              <a:lnSpc>
                <a:spcPct val="120000"/>
              </a:lnSpc>
              <a:spcBef>
                <a:spcPct val="0"/>
              </a:spcBef>
              <a:buFont typeface="Wingdings" pitchFamily="2" charset="2"/>
              <a:buNone/>
            </a:pPr>
            <a:r>
              <a:rPr lang="en-US" altLang="en-US" sz="2400" dirty="0"/>
              <a:t> </a:t>
            </a:r>
            <a:r>
              <a:rPr lang="en-US" altLang="en-US" sz="2400" b="1" i="1" dirty="0"/>
              <a:t>- </a:t>
            </a:r>
            <a:r>
              <a:rPr lang="en-US" altLang="en-US" sz="2400" dirty="0"/>
              <a:t>The </a:t>
            </a:r>
            <a:r>
              <a:rPr lang="en-US" altLang="en-US" sz="2400" b="1" i="1" dirty="0">
                <a:solidFill>
                  <a:srgbClr val="FF0000"/>
                </a:solidFill>
              </a:rPr>
              <a:t>Navigation mechanism </a:t>
            </a:r>
            <a:r>
              <a:rPr lang="en-US" altLang="en-US" sz="2400" dirty="0"/>
              <a:t>- the way in which the </a:t>
            </a:r>
            <a:r>
              <a:rPr lang="en-US" altLang="en-US" sz="2400" dirty="0">
                <a:solidFill>
                  <a:srgbClr val="00B050"/>
                </a:solidFill>
              </a:rPr>
              <a:t>user tells the system what to do</a:t>
            </a:r>
            <a:r>
              <a:rPr lang="en-US" altLang="en-US" sz="2400" dirty="0"/>
              <a:t>.</a:t>
            </a:r>
          </a:p>
          <a:p>
            <a:pPr eaLnBrk="1" hangingPunct="1">
              <a:lnSpc>
                <a:spcPct val="120000"/>
              </a:lnSpc>
              <a:spcBef>
                <a:spcPct val="0"/>
              </a:spcBef>
              <a:buFont typeface="Wingdings" pitchFamily="2" charset="2"/>
              <a:buNone/>
            </a:pPr>
            <a:r>
              <a:rPr lang="en-US" altLang="en-US" sz="2400" dirty="0"/>
              <a:t> - The </a:t>
            </a:r>
            <a:r>
              <a:rPr lang="en-US" altLang="en-US" sz="2400" b="1" i="1" dirty="0">
                <a:solidFill>
                  <a:srgbClr val="FF0000"/>
                </a:solidFill>
              </a:rPr>
              <a:t>input mechanism</a:t>
            </a:r>
            <a:r>
              <a:rPr lang="en-US" altLang="en-US" sz="2400" i="1" dirty="0">
                <a:solidFill>
                  <a:srgbClr val="FF0000"/>
                </a:solidFill>
              </a:rPr>
              <a:t> </a:t>
            </a:r>
            <a:r>
              <a:rPr lang="en-US" altLang="en-US" sz="2400" dirty="0"/>
              <a:t>– the way in which the </a:t>
            </a:r>
            <a:r>
              <a:rPr lang="en-US" altLang="en-US" sz="2400" dirty="0">
                <a:solidFill>
                  <a:srgbClr val="00B050"/>
                </a:solidFill>
              </a:rPr>
              <a:t>system captures  information</a:t>
            </a:r>
            <a:r>
              <a:rPr lang="en-US" altLang="en-US" sz="2400" dirty="0"/>
              <a:t>.</a:t>
            </a:r>
          </a:p>
          <a:p>
            <a:pPr eaLnBrk="1" hangingPunct="1">
              <a:lnSpc>
                <a:spcPct val="120000"/>
              </a:lnSpc>
              <a:spcBef>
                <a:spcPct val="0"/>
              </a:spcBef>
              <a:buFont typeface="Wingdings" pitchFamily="2" charset="2"/>
              <a:buNone/>
            </a:pPr>
            <a:r>
              <a:rPr lang="en-US" altLang="en-US" sz="2400" dirty="0"/>
              <a:t> - The </a:t>
            </a:r>
            <a:r>
              <a:rPr lang="en-US" altLang="en-US" sz="2400" b="1" dirty="0">
                <a:solidFill>
                  <a:srgbClr val="FF0000"/>
                </a:solidFill>
              </a:rPr>
              <a:t>output mechanism</a:t>
            </a:r>
            <a:r>
              <a:rPr lang="en-US" altLang="en-US" sz="2400" dirty="0">
                <a:solidFill>
                  <a:srgbClr val="FF0000"/>
                </a:solidFill>
              </a:rPr>
              <a:t> </a:t>
            </a:r>
            <a:r>
              <a:rPr lang="en-US" altLang="en-US" sz="2400" dirty="0"/>
              <a:t>- the way in which the </a:t>
            </a:r>
            <a:r>
              <a:rPr lang="en-US" altLang="en-US" sz="2400" dirty="0">
                <a:solidFill>
                  <a:srgbClr val="00B050"/>
                </a:solidFill>
              </a:rPr>
              <a:t>system provides information to the user or to other systems</a:t>
            </a:r>
            <a:r>
              <a:rPr lang="en-US" altLang="en-US" sz="2400" dirty="0"/>
              <a:t>.</a:t>
            </a:r>
          </a:p>
          <a:p>
            <a:pPr eaLnBrk="1" hangingPunct="1">
              <a:lnSpc>
                <a:spcPct val="120000"/>
              </a:lnSpc>
              <a:spcBef>
                <a:spcPct val="0"/>
              </a:spcBef>
            </a:pPr>
            <a:endParaRPr lang="en-US" altLang="en-US" sz="2400" b="1" dirty="0">
              <a:solidFill>
                <a:srgbClr val="FF0000"/>
              </a:solidFill>
            </a:endParaRPr>
          </a:p>
          <a:p>
            <a:pPr eaLnBrk="1" hangingPunct="1">
              <a:lnSpc>
                <a:spcPct val="120000"/>
              </a:lnSpc>
              <a:spcBef>
                <a:spcPct val="0"/>
              </a:spcBef>
            </a:pPr>
            <a:r>
              <a:rPr lang="en-US" altLang="en-US" sz="2400" b="1" dirty="0">
                <a:solidFill>
                  <a:srgbClr val="FF0000"/>
                </a:solidFill>
              </a:rPr>
              <a:t>Graphical user interfaces (GUI)</a:t>
            </a:r>
            <a:r>
              <a:rPr lang="en-US" altLang="en-US" sz="2400" dirty="0">
                <a:solidFill>
                  <a:srgbClr val="FF0000"/>
                </a:solidFill>
              </a:rPr>
              <a:t> </a:t>
            </a:r>
            <a:r>
              <a:rPr lang="en-US" altLang="en-US" sz="2400" dirty="0"/>
              <a:t>use </a:t>
            </a:r>
            <a:r>
              <a:rPr lang="en-US" altLang="en-US" sz="2400" dirty="0">
                <a:solidFill>
                  <a:srgbClr val="00B050"/>
                </a:solidFill>
              </a:rPr>
              <a:t>windows, menus, icons</a:t>
            </a:r>
            <a:r>
              <a:rPr lang="en-US" altLang="en-US" sz="2400" dirty="0"/>
              <a:t>, etc., and are the most common type of user interfaces.</a:t>
            </a:r>
            <a:endParaRPr lang="en-US" altLang="en-US" sz="2800" dirty="0"/>
          </a:p>
          <a:p>
            <a:pPr eaLnBrk="1" hangingPunct="1">
              <a:lnSpc>
                <a:spcPct val="120000"/>
              </a:lnSpc>
              <a:spcBef>
                <a:spcPct val="0"/>
              </a:spcBef>
            </a:pPr>
            <a:endParaRPr lang="en-US" altLang="en-US" sz="2400" dirty="0"/>
          </a:p>
        </p:txBody>
      </p:sp>
      <p:sp>
        <p:nvSpPr>
          <p:cNvPr id="22532" name="Slide Number Placeholder 4">
            <a:extLst>
              <a:ext uri="{FF2B5EF4-FFF2-40B4-BE49-F238E27FC236}">
                <a16:creationId xmlns:a16="http://schemas.microsoft.com/office/drawing/2014/main" id="{93B91021-537E-4E47-893C-5FF807EC2D9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898989"/>
                </a:solidFill>
              </a:rPr>
              <a:t>9-</a:t>
            </a:r>
            <a:fld id="{4402177B-78A0-4B10-92DD-BD39FCEFBB0F}" type="slidenum">
              <a:rPr lang="en-US" altLang="en-US" sz="1200">
                <a:solidFill>
                  <a:srgbClr val="898989"/>
                </a:solidFill>
              </a:rPr>
              <a:pPr>
                <a:spcBef>
                  <a:spcPct val="0"/>
                </a:spcBef>
                <a:buFontTx/>
                <a:buNone/>
              </a:pPr>
              <a:t>16</a:t>
            </a:fld>
            <a:endParaRPr lang="en-US" altLang="en-US" sz="1200" dirty="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93BF-1D96-4F8D-A63C-9F407F95BA3B}"/>
              </a:ext>
            </a:extLst>
          </p:cNvPr>
          <p:cNvSpPr>
            <a:spLocks noGrp="1"/>
          </p:cNvSpPr>
          <p:nvPr>
            <p:ph type="title"/>
          </p:nvPr>
        </p:nvSpPr>
        <p:spPr/>
        <p:txBody>
          <a:bodyPr rtlCol="0">
            <a:normAutofit fontScale="90000"/>
          </a:bodyPr>
          <a:lstStyle/>
          <a:p>
            <a:pPr eaLnBrk="1" fontAlgn="auto" hangingPunct="1">
              <a:spcAft>
                <a:spcPts val="0"/>
              </a:spcAft>
              <a:defRPr/>
            </a:pPr>
            <a:r>
              <a:rPr lang="en-US" dirty="0">
                <a:effectLst>
                  <a:outerShdw blurRad="38100" dist="38100" dir="2700000" algn="tl">
                    <a:srgbClr val="C0C0C0"/>
                  </a:outerShdw>
                </a:effectLst>
              </a:rPr>
              <a:t>PRINCIPLES FOR USER INTERFACE DESIGN</a:t>
            </a:r>
            <a:endParaRPr lang="en-US" dirty="0"/>
          </a:p>
        </p:txBody>
      </p:sp>
      <p:sp>
        <p:nvSpPr>
          <p:cNvPr id="23555" name="Content Placeholder 2">
            <a:extLst>
              <a:ext uri="{FF2B5EF4-FFF2-40B4-BE49-F238E27FC236}">
                <a16:creationId xmlns:a16="http://schemas.microsoft.com/office/drawing/2014/main" id="{41F90C0E-B278-4037-85E7-4803D32D426D}"/>
              </a:ext>
            </a:extLst>
          </p:cNvPr>
          <p:cNvSpPr>
            <a:spLocks noGrp="1"/>
          </p:cNvSpPr>
          <p:nvPr>
            <p:ph idx="1"/>
          </p:nvPr>
        </p:nvSpPr>
        <p:spPr/>
        <p:txBody>
          <a:bodyPr/>
          <a:lstStyle/>
          <a:p>
            <a:pPr eaLnBrk="1" hangingPunct="1">
              <a:spcBef>
                <a:spcPct val="0"/>
              </a:spcBef>
            </a:pPr>
            <a:r>
              <a:rPr lang="en-US" altLang="en-US" dirty="0">
                <a:solidFill>
                  <a:srgbClr val="00B050"/>
                </a:solidFill>
              </a:rPr>
              <a:t>User interface design </a:t>
            </a:r>
            <a:r>
              <a:rPr lang="en-US" altLang="en-US" dirty="0"/>
              <a:t>is an art.</a:t>
            </a:r>
          </a:p>
          <a:p>
            <a:pPr eaLnBrk="1" hangingPunct="1">
              <a:spcBef>
                <a:spcPct val="0"/>
              </a:spcBef>
            </a:pPr>
            <a:r>
              <a:rPr lang="en-US" altLang="en-US" dirty="0"/>
              <a:t>The </a:t>
            </a:r>
            <a:r>
              <a:rPr lang="en-US" altLang="en-US" dirty="0">
                <a:solidFill>
                  <a:srgbClr val="00B050"/>
                </a:solidFill>
              </a:rPr>
              <a:t>goal</a:t>
            </a:r>
            <a:r>
              <a:rPr lang="en-US" altLang="en-US" dirty="0"/>
              <a:t> is to </a:t>
            </a:r>
            <a:r>
              <a:rPr lang="en-US" altLang="en-US" dirty="0">
                <a:solidFill>
                  <a:srgbClr val="00B050"/>
                </a:solidFill>
              </a:rPr>
              <a:t>make the interface pleasing to the eye and simple to use</a:t>
            </a:r>
            <a:r>
              <a:rPr lang="en-US" altLang="en-US" dirty="0"/>
              <a:t>, while </a:t>
            </a:r>
            <a:r>
              <a:rPr lang="en-US" altLang="en-US" dirty="0">
                <a:solidFill>
                  <a:srgbClr val="00B050"/>
                </a:solidFill>
              </a:rPr>
              <a:t>minimizing the user’s effort</a:t>
            </a:r>
            <a:r>
              <a:rPr lang="en-US" altLang="en-US" dirty="0"/>
              <a:t>.</a:t>
            </a:r>
          </a:p>
          <a:p>
            <a:pPr eaLnBrk="1" hangingPunct="1">
              <a:spcBef>
                <a:spcPct val="0"/>
              </a:spcBef>
            </a:pPr>
            <a:endParaRPr lang="en-US" altLang="en-US" dirty="0"/>
          </a:p>
        </p:txBody>
      </p:sp>
      <p:sp>
        <p:nvSpPr>
          <p:cNvPr id="23556" name="Slide Number Placeholder 4">
            <a:extLst>
              <a:ext uri="{FF2B5EF4-FFF2-40B4-BE49-F238E27FC236}">
                <a16:creationId xmlns:a16="http://schemas.microsoft.com/office/drawing/2014/main" id="{C49088EF-132E-4846-B334-4E4EA2279F7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898989"/>
                </a:solidFill>
              </a:rPr>
              <a:t>9-</a:t>
            </a:r>
            <a:fld id="{8111E785-D9B8-4619-92B8-0A4CD259AFA4}" type="slidenum">
              <a:rPr lang="en-US" altLang="en-US" sz="1200">
                <a:solidFill>
                  <a:srgbClr val="898989"/>
                </a:solidFill>
              </a:rPr>
              <a:pPr>
                <a:spcBef>
                  <a:spcPct val="0"/>
                </a:spcBef>
                <a:buFontTx/>
                <a:buNone/>
              </a:pPr>
              <a:t>17</a:t>
            </a:fld>
            <a:endParaRPr lang="en-US" altLang="en-US" sz="1200" dirty="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F1570E9-434D-4217-8361-94B94B0B75BD}"/>
              </a:ext>
            </a:extLst>
          </p:cNvPr>
          <p:cNvSpPr>
            <a:spLocks noGrp="1"/>
          </p:cNvSpPr>
          <p:nvPr>
            <p:ph type="title"/>
          </p:nvPr>
        </p:nvSpPr>
        <p:spPr/>
        <p:txBody>
          <a:bodyPr/>
          <a:lstStyle/>
          <a:p>
            <a:pPr algn="l" eaLnBrk="1" hangingPunct="1"/>
            <a:r>
              <a:rPr lang="en-US" altLang="en-US" dirty="0"/>
              <a:t>(cont’d)</a:t>
            </a:r>
          </a:p>
        </p:txBody>
      </p:sp>
      <p:sp>
        <p:nvSpPr>
          <p:cNvPr id="24579" name="Slide Number Placeholder 4">
            <a:extLst>
              <a:ext uri="{FF2B5EF4-FFF2-40B4-BE49-F238E27FC236}">
                <a16:creationId xmlns:a16="http://schemas.microsoft.com/office/drawing/2014/main" id="{61B10177-21E3-4160-9BB3-487E8DAFF75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898989"/>
                </a:solidFill>
              </a:rPr>
              <a:t>9-</a:t>
            </a:r>
            <a:fld id="{455D9273-B8A0-4255-AF45-3FA700B820F4}" type="slidenum">
              <a:rPr lang="en-US" altLang="en-US" sz="1200">
                <a:solidFill>
                  <a:srgbClr val="898989"/>
                </a:solidFill>
              </a:rPr>
              <a:pPr>
                <a:spcBef>
                  <a:spcPct val="0"/>
                </a:spcBef>
                <a:buFontTx/>
                <a:buNone/>
              </a:pPr>
              <a:t>18</a:t>
            </a:fld>
            <a:endParaRPr lang="en-US" altLang="en-US" sz="1200" dirty="0">
              <a:solidFill>
                <a:srgbClr val="898989"/>
              </a:solidFill>
            </a:endParaRPr>
          </a:p>
        </p:txBody>
      </p:sp>
      <p:pic>
        <p:nvPicPr>
          <p:cNvPr id="24580" name="Picture 2" descr="fig_09_01">
            <a:extLst>
              <a:ext uri="{FF2B5EF4-FFF2-40B4-BE49-F238E27FC236}">
                <a16:creationId xmlns:a16="http://schemas.microsoft.com/office/drawing/2014/main" id="{5F2E3866-9F38-43F3-9BC7-60061F2188AE}"/>
              </a:ext>
            </a:extLst>
          </p:cNvPr>
          <p:cNvPicPr preferRelativeResize="0">
            <a:picLocks noGrp="1" noChangeAspect="1" noChangeArrowheads="1"/>
          </p:cNvPicPr>
          <p:nvPr>
            <p:ph idx="1"/>
            <p:custDataLst>
              <p:tags r:id="rId1"/>
            </p:custDataLst>
          </p:nvPr>
        </p:nvPicPr>
        <p:blipFill>
          <a:blip r:embed="rId3">
            <a:extLst>
              <a:ext uri="{28A0092B-C50C-407E-A947-70E740481C1C}">
                <a14:useLocalDpi xmlns:a14="http://schemas.microsoft.com/office/drawing/2010/main" val="0"/>
              </a:ext>
            </a:extLst>
          </a:blip>
          <a:srcRect/>
          <a:stretch>
            <a:fillRect/>
          </a:stretch>
        </p:blipFill>
        <p:spPr>
          <a:xfrm>
            <a:off x="28575" y="152400"/>
            <a:ext cx="9115425" cy="670560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C30D295D-68E7-4703-B241-203FA68F70A6}"/>
              </a:ext>
            </a:extLst>
          </p:cNvPr>
          <p:cNvSpPr>
            <a:spLocks noGrp="1"/>
          </p:cNvSpPr>
          <p:nvPr>
            <p:ph type="title"/>
          </p:nvPr>
        </p:nvSpPr>
        <p:spPr/>
        <p:txBody>
          <a:bodyPr/>
          <a:lstStyle/>
          <a:p>
            <a:pPr eaLnBrk="1" hangingPunct="1"/>
            <a:r>
              <a:rPr lang="en-US" altLang="en-US" b="1" dirty="0"/>
              <a:t>User Experience</a:t>
            </a:r>
          </a:p>
        </p:txBody>
      </p:sp>
      <p:sp>
        <p:nvSpPr>
          <p:cNvPr id="3" name="Content Placeholder 2">
            <a:extLst>
              <a:ext uri="{FF2B5EF4-FFF2-40B4-BE49-F238E27FC236}">
                <a16:creationId xmlns:a16="http://schemas.microsoft.com/office/drawing/2014/main" id="{E78EB8DF-725C-42B9-98A0-C737DA6D9C93}"/>
              </a:ext>
            </a:extLst>
          </p:cNvPr>
          <p:cNvSpPr>
            <a:spLocks noGrp="1"/>
          </p:cNvSpPr>
          <p:nvPr>
            <p:ph idx="1"/>
          </p:nvPr>
        </p:nvSpPr>
        <p:spPr>
          <a:xfrm>
            <a:off x="457200" y="1600200"/>
            <a:ext cx="8229600" cy="4876800"/>
          </a:xfrm>
        </p:spPr>
        <p:txBody>
          <a:bodyPr rtlCol="0">
            <a:normAutofit fontScale="70000" lnSpcReduction="20000"/>
          </a:bodyPr>
          <a:lstStyle/>
          <a:p>
            <a:pPr eaLnBrk="1" fontAlgn="auto" hangingPunct="1">
              <a:lnSpc>
                <a:spcPct val="120000"/>
              </a:lnSpc>
              <a:spcAft>
                <a:spcPts val="0"/>
              </a:spcAft>
              <a:defRPr/>
            </a:pPr>
            <a:r>
              <a:rPr lang="en-US" sz="4100" b="1" i="1" dirty="0">
                <a:solidFill>
                  <a:srgbClr val="0000FF"/>
                </a:solidFill>
              </a:rPr>
              <a:t>User experience </a:t>
            </a:r>
            <a:r>
              <a:rPr lang="en-US" sz="4100" dirty="0"/>
              <a:t>refers to </a:t>
            </a:r>
            <a:r>
              <a:rPr lang="en-US" sz="4100" dirty="0">
                <a:solidFill>
                  <a:srgbClr val="00B050"/>
                </a:solidFill>
              </a:rPr>
              <a:t>designing the user interface with the users’ level of computer experience in mind</a:t>
            </a:r>
            <a:r>
              <a:rPr lang="en-US" sz="4100" dirty="0"/>
              <a:t>.</a:t>
            </a:r>
          </a:p>
          <a:p>
            <a:pPr eaLnBrk="1" fontAlgn="auto" hangingPunct="1">
              <a:lnSpc>
                <a:spcPct val="120000"/>
              </a:lnSpc>
              <a:spcAft>
                <a:spcPts val="0"/>
              </a:spcAft>
              <a:defRPr/>
            </a:pPr>
            <a:r>
              <a:rPr lang="en-US" sz="4100" dirty="0">
                <a:solidFill>
                  <a:srgbClr val="00B050"/>
                </a:solidFill>
              </a:rPr>
              <a:t>New users </a:t>
            </a:r>
            <a:r>
              <a:rPr lang="en-US" sz="4100" dirty="0"/>
              <a:t>are concerned with </a:t>
            </a:r>
            <a:r>
              <a:rPr lang="en-US" sz="4100" i="1" dirty="0">
                <a:solidFill>
                  <a:srgbClr val="0000FF"/>
                </a:solidFill>
              </a:rPr>
              <a:t>easy of learning</a:t>
            </a:r>
            <a:r>
              <a:rPr lang="en-US" sz="4100" dirty="0"/>
              <a:t>.</a:t>
            </a:r>
          </a:p>
          <a:p>
            <a:pPr eaLnBrk="1" fontAlgn="auto" hangingPunct="1">
              <a:lnSpc>
                <a:spcPct val="120000"/>
              </a:lnSpc>
              <a:spcAft>
                <a:spcPts val="0"/>
              </a:spcAft>
              <a:defRPr/>
            </a:pPr>
            <a:r>
              <a:rPr lang="en-US" sz="4100" dirty="0">
                <a:solidFill>
                  <a:srgbClr val="00B050"/>
                </a:solidFill>
              </a:rPr>
              <a:t>Expert users </a:t>
            </a:r>
            <a:r>
              <a:rPr lang="en-US" sz="4100" dirty="0"/>
              <a:t>are concerned with </a:t>
            </a:r>
            <a:r>
              <a:rPr lang="en-US" sz="4100" i="1" dirty="0">
                <a:solidFill>
                  <a:srgbClr val="0000FF"/>
                </a:solidFill>
              </a:rPr>
              <a:t>easy of use</a:t>
            </a:r>
            <a:r>
              <a:rPr lang="en-US" sz="4100" dirty="0"/>
              <a:t>.</a:t>
            </a:r>
          </a:p>
          <a:p>
            <a:pPr eaLnBrk="1" fontAlgn="auto" hangingPunct="1">
              <a:lnSpc>
                <a:spcPct val="120000"/>
              </a:lnSpc>
              <a:spcAft>
                <a:spcPts val="0"/>
              </a:spcAft>
              <a:defRPr/>
            </a:pPr>
            <a:r>
              <a:rPr lang="en-US" sz="4100" dirty="0"/>
              <a:t>Often, the two objectives are complementary and lead to similar </a:t>
            </a:r>
            <a:r>
              <a:rPr lang="en-US" sz="4100" dirty="0">
                <a:solidFill>
                  <a:srgbClr val="00B050"/>
                </a:solidFill>
              </a:rPr>
              <a:t>design decisions</a:t>
            </a:r>
            <a:r>
              <a:rPr lang="en-US" sz="4100" dirty="0"/>
              <a:t>, but sometimes there are </a:t>
            </a:r>
            <a:r>
              <a:rPr lang="en-US" sz="4100" dirty="0">
                <a:solidFill>
                  <a:srgbClr val="00B050"/>
                </a:solidFill>
              </a:rPr>
              <a:t>trade-offs</a:t>
            </a:r>
            <a:r>
              <a:rPr lang="en-US" sz="4100" dirty="0"/>
              <a:t>. </a:t>
            </a:r>
          </a:p>
          <a:p>
            <a:pPr eaLnBrk="1" fontAlgn="auto" hangingPunct="1">
              <a:lnSpc>
                <a:spcPct val="120000"/>
              </a:lnSpc>
              <a:spcAft>
                <a:spcPts val="0"/>
              </a:spcAft>
              <a:defRPr/>
            </a:pPr>
            <a:endParaRPr lang="en-US" dirty="0"/>
          </a:p>
          <a:p>
            <a:pPr eaLnBrk="1" fontAlgn="auto" hangingPunct="1">
              <a:spcAft>
                <a:spcPts val="0"/>
              </a:spcAft>
              <a:defRPr/>
            </a:pPr>
            <a:endParaRPr lang="en-US" dirty="0"/>
          </a:p>
        </p:txBody>
      </p:sp>
      <p:sp>
        <p:nvSpPr>
          <p:cNvPr id="32772" name="Slide Number Placeholder 4">
            <a:extLst>
              <a:ext uri="{FF2B5EF4-FFF2-40B4-BE49-F238E27FC236}">
                <a16:creationId xmlns:a16="http://schemas.microsoft.com/office/drawing/2014/main" id="{466F8AF0-8E1F-4878-96B2-0E404F43C58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898989"/>
                </a:solidFill>
              </a:rPr>
              <a:t>9-</a:t>
            </a:r>
            <a:fld id="{F58CDF18-391E-4C0D-8336-2A979D5868C9}" type="slidenum">
              <a:rPr lang="en-US" altLang="en-US" sz="1200">
                <a:solidFill>
                  <a:srgbClr val="898989"/>
                </a:solidFill>
              </a:rPr>
              <a:pPr>
                <a:spcBef>
                  <a:spcPct val="0"/>
                </a:spcBef>
                <a:buFontTx/>
                <a:buNone/>
              </a:pPr>
              <a:t>19</a:t>
            </a:fld>
            <a:endParaRPr lang="en-US" altLang="en-US" sz="1200" dirty="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B0B489CC-20C8-416F-B218-60224177F205}"/>
              </a:ext>
            </a:extLst>
          </p:cNvPr>
          <p:cNvSpPr>
            <a:spLocks noGrp="1"/>
          </p:cNvSpPr>
          <p:nvPr>
            <p:ph type="title"/>
          </p:nvPr>
        </p:nvSpPr>
        <p:spPr/>
        <p:txBody>
          <a:bodyPr/>
          <a:lstStyle/>
          <a:p>
            <a:pPr eaLnBrk="1" hangingPunct="1"/>
            <a:r>
              <a:rPr lang="en-US" altLang="en-US" b="1" dirty="0"/>
              <a:t>Consistency</a:t>
            </a:r>
          </a:p>
        </p:txBody>
      </p:sp>
      <p:sp>
        <p:nvSpPr>
          <p:cNvPr id="3" name="Content Placeholder 2">
            <a:extLst>
              <a:ext uri="{FF2B5EF4-FFF2-40B4-BE49-F238E27FC236}">
                <a16:creationId xmlns:a16="http://schemas.microsoft.com/office/drawing/2014/main" id="{A0DC494D-2BCE-42E6-B82C-9E5C9A9D219C}"/>
              </a:ext>
            </a:extLst>
          </p:cNvPr>
          <p:cNvSpPr>
            <a:spLocks noGrp="1"/>
          </p:cNvSpPr>
          <p:nvPr>
            <p:ph idx="1"/>
          </p:nvPr>
        </p:nvSpPr>
        <p:spPr>
          <a:xfrm>
            <a:off x="457200" y="1600200"/>
            <a:ext cx="8229600" cy="4724400"/>
          </a:xfrm>
        </p:spPr>
        <p:txBody>
          <a:bodyPr rtlCol="0">
            <a:normAutofit fontScale="77500" lnSpcReduction="20000"/>
          </a:bodyPr>
          <a:lstStyle/>
          <a:p>
            <a:pPr eaLnBrk="1" fontAlgn="auto" hangingPunct="1">
              <a:lnSpc>
                <a:spcPct val="120000"/>
              </a:lnSpc>
              <a:spcAft>
                <a:spcPts val="0"/>
              </a:spcAft>
              <a:defRPr/>
            </a:pPr>
            <a:r>
              <a:rPr lang="en-US" sz="3200" b="1" i="1" dirty="0">
                <a:solidFill>
                  <a:srgbClr val="0000FF"/>
                </a:solidFill>
              </a:rPr>
              <a:t>Consistency</a:t>
            </a:r>
            <a:r>
              <a:rPr lang="en-US" sz="3200" dirty="0"/>
              <a:t> usually refers to the </a:t>
            </a:r>
            <a:r>
              <a:rPr lang="en-US" sz="3200" dirty="0">
                <a:solidFill>
                  <a:srgbClr val="00B050"/>
                </a:solidFill>
              </a:rPr>
              <a:t>interface within one computer system</a:t>
            </a:r>
            <a:r>
              <a:rPr lang="en-US" sz="3200" dirty="0"/>
              <a:t>, so that </a:t>
            </a:r>
            <a:r>
              <a:rPr lang="en-US" sz="3200" dirty="0">
                <a:solidFill>
                  <a:srgbClr val="00B050"/>
                </a:solidFill>
              </a:rPr>
              <a:t>all parts of the same system work in the same way</a:t>
            </a:r>
            <a:r>
              <a:rPr lang="en-US" sz="3200" dirty="0"/>
              <a:t>.  Ideally, however, the </a:t>
            </a:r>
            <a:r>
              <a:rPr lang="en-US" sz="3200" dirty="0">
                <a:solidFill>
                  <a:srgbClr val="00B050"/>
                </a:solidFill>
              </a:rPr>
              <a:t>system</a:t>
            </a:r>
            <a:r>
              <a:rPr lang="en-US" sz="3200" dirty="0"/>
              <a:t> also should be </a:t>
            </a:r>
            <a:r>
              <a:rPr lang="en-US" sz="3200" dirty="0">
                <a:solidFill>
                  <a:srgbClr val="00B050"/>
                </a:solidFill>
              </a:rPr>
              <a:t>consistent with other computer systems in the organization</a:t>
            </a:r>
            <a:r>
              <a:rPr lang="en-US" sz="3200" dirty="0"/>
              <a:t>.</a:t>
            </a:r>
          </a:p>
          <a:p>
            <a:pPr eaLnBrk="1" fontAlgn="auto" hangingPunct="1">
              <a:lnSpc>
                <a:spcPct val="120000"/>
              </a:lnSpc>
              <a:spcAft>
                <a:spcPts val="0"/>
              </a:spcAft>
              <a:defRPr/>
            </a:pPr>
            <a:r>
              <a:rPr lang="en-US" sz="3200" dirty="0">
                <a:solidFill>
                  <a:srgbClr val="00B050"/>
                </a:solidFill>
              </a:rPr>
              <a:t>Consistency</a:t>
            </a:r>
            <a:r>
              <a:rPr lang="en-US" sz="3200" dirty="0"/>
              <a:t> enables users to </a:t>
            </a:r>
            <a:r>
              <a:rPr lang="en-US" sz="3200" dirty="0">
                <a:solidFill>
                  <a:srgbClr val="00B050"/>
                </a:solidFill>
              </a:rPr>
              <a:t>predict what will happen</a:t>
            </a:r>
            <a:r>
              <a:rPr lang="en-US" sz="3200" dirty="0"/>
              <a:t>, and to </a:t>
            </a:r>
            <a:r>
              <a:rPr lang="en-US" sz="3200" dirty="0">
                <a:solidFill>
                  <a:srgbClr val="00B050"/>
                </a:solidFill>
              </a:rPr>
              <a:t>reduce the amount of learning</a:t>
            </a:r>
            <a:r>
              <a:rPr lang="en-US" sz="3200" dirty="0"/>
              <a:t>.</a:t>
            </a:r>
          </a:p>
          <a:p>
            <a:pPr eaLnBrk="1" fontAlgn="auto" hangingPunct="1">
              <a:lnSpc>
                <a:spcPct val="120000"/>
              </a:lnSpc>
              <a:spcAft>
                <a:spcPts val="0"/>
              </a:spcAft>
              <a:defRPr/>
            </a:pPr>
            <a:r>
              <a:rPr lang="en-US" sz="3200" dirty="0">
                <a:solidFill>
                  <a:srgbClr val="00B050"/>
                </a:solidFill>
              </a:rPr>
              <a:t>Consistency</a:t>
            </a:r>
            <a:r>
              <a:rPr lang="en-US" sz="3200" dirty="0"/>
              <a:t> occurs at many different </a:t>
            </a:r>
            <a:r>
              <a:rPr lang="en-US" sz="3200" dirty="0">
                <a:solidFill>
                  <a:srgbClr val="00B050"/>
                </a:solidFill>
              </a:rPr>
              <a:t>levels</a:t>
            </a:r>
            <a:r>
              <a:rPr lang="en-US" sz="3200" dirty="0"/>
              <a:t>.</a:t>
            </a:r>
          </a:p>
          <a:p>
            <a:pPr lvl="1" eaLnBrk="1" fontAlgn="auto" hangingPunct="1">
              <a:lnSpc>
                <a:spcPct val="120000"/>
              </a:lnSpc>
              <a:spcAft>
                <a:spcPts val="0"/>
              </a:spcAft>
              <a:defRPr/>
            </a:pPr>
            <a:r>
              <a:rPr lang="en-US" dirty="0">
                <a:solidFill>
                  <a:srgbClr val="00B050"/>
                </a:solidFill>
              </a:rPr>
              <a:t>Navigation controls</a:t>
            </a:r>
            <a:r>
              <a:rPr lang="en-US" dirty="0"/>
              <a:t>;</a:t>
            </a:r>
          </a:p>
          <a:p>
            <a:pPr lvl="1" eaLnBrk="1" fontAlgn="auto" hangingPunct="1">
              <a:lnSpc>
                <a:spcPct val="120000"/>
              </a:lnSpc>
              <a:spcAft>
                <a:spcPts val="0"/>
              </a:spcAft>
              <a:defRPr/>
            </a:pPr>
            <a:r>
              <a:rPr lang="en-US" dirty="0">
                <a:solidFill>
                  <a:srgbClr val="00B050"/>
                </a:solidFill>
              </a:rPr>
              <a:t>Terminology</a:t>
            </a:r>
            <a:r>
              <a:rPr lang="en-US" dirty="0"/>
              <a:t>;</a:t>
            </a:r>
          </a:p>
          <a:p>
            <a:pPr lvl="1" eaLnBrk="1" fontAlgn="auto" hangingPunct="1">
              <a:lnSpc>
                <a:spcPct val="120000"/>
              </a:lnSpc>
              <a:spcAft>
                <a:spcPts val="0"/>
              </a:spcAft>
              <a:defRPr/>
            </a:pPr>
            <a:r>
              <a:rPr lang="en-US" dirty="0">
                <a:solidFill>
                  <a:srgbClr val="00B050"/>
                </a:solidFill>
              </a:rPr>
              <a:t>Report and form design</a:t>
            </a:r>
            <a:r>
              <a:rPr lang="en-US" dirty="0"/>
              <a:t>.</a:t>
            </a:r>
          </a:p>
        </p:txBody>
      </p:sp>
      <p:sp>
        <p:nvSpPr>
          <p:cNvPr id="33796" name="Slide Number Placeholder 4">
            <a:extLst>
              <a:ext uri="{FF2B5EF4-FFF2-40B4-BE49-F238E27FC236}">
                <a16:creationId xmlns:a16="http://schemas.microsoft.com/office/drawing/2014/main" id="{0BCA4FF3-E23E-4B1C-B878-C0E01012F48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898989"/>
                </a:solidFill>
              </a:rPr>
              <a:t>9-</a:t>
            </a:r>
            <a:fld id="{7D8AF5A7-BEE1-4116-B8E0-97483C776C81}" type="slidenum">
              <a:rPr lang="en-US" altLang="en-US" sz="1200">
                <a:solidFill>
                  <a:srgbClr val="898989"/>
                </a:solidFill>
              </a:rPr>
              <a:pPr>
                <a:spcBef>
                  <a:spcPct val="0"/>
                </a:spcBef>
                <a:buFontTx/>
                <a:buNone/>
              </a:pPr>
              <a:t>20</a:t>
            </a:fld>
            <a:endParaRPr lang="en-US" altLang="en-US" sz="1200" dirty="0">
              <a:solidFill>
                <a:srgbClr val="89898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5851D310-B4A2-4A9C-AFC0-99CDC63D6C27}"/>
              </a:ext>
            </a:extLst>
          </p:cNvPr>
          <p:cNvSpPr>
            <a:spLocks noGrp="1"/>
          </p:cNvSpPr>
          <p:nvPr>
            <p:ph type="title"/>
          </p:nvPr>
        </p:nvSpPr>
        <p:spPr/>
        <p:txBody>
          <a:bodyPr/>
          <a:lstStyle/>
          <a:p>
            <a:pPr eaLnBrk="1" hangingPunct="1"/>
            <a:r>
              <a:rPr lang="en-US" altLang="en-US" b="1" dirty="0"/>
              <a:t>Minimize User Effort</a:t>
            </a:r>
          </a:p>
        </p:txBody>
      </p:sp>
      <p:sp>
        <p:nvSpPr>
          <p:cNvPr id="3" name="Content Placeholder 2">
            <a:extLst>
              <a:ext uri="{FF2B5EF4-FFF2-40B4-BE49-F238E27FC236}">
                <a16:creationId xmlns:a16="http://schemas.microsoft.com/office/drawing/2014/main" id="{3458A581-E3A6-458B-BBE3-574E142B3118}"/>
              </a:ext>
            </a:extLst>
          </p:cNvPr>
          <p:cNvSpPr>
            <a:spLocks noGrp="1"/>
          </p:cNvSpPr>
          <p:nvPr>
            <p:ph idx="1"/>
          </p:nvPr>
        </p:nvSpPr>
        <p:spPr>
          <a:xfrm>
            <a:off x="457200" y="1600200"/>
            <a:ext cx="8229600" cy="4800600"/>
          </a:xfrm>
        </p:spPr>
        <p:txBody>
          <a:bodyPr rtlCol="0">
            <a:normAutofit fontScale="92500" lnSpcReduction="10000"/>
          </a:bodyPr>
          <a:lstStyle/>
          <a:p>
            <a:pPr eaLnBrk="1" fontAlgn="auto" hangingPunct="1">
              <a:lnSpc>
                <a:spcPct val="120000"/>
              </a:lnSpc>
              <a:spcAft>
                <a:spcPts val="0"/>
              </a:spcAft>
              <a:defRPr/>
            </a:pPr>
            <a:r>
              <a:rPr lang="en-US" b="1" i="1" dirty="0">
                <a:solidFill>
                  <a:srgbClr val="0000FF"/>
                </a:solidFill>
              </a:rPr>
              <a:t>Minimizing user effort </a:t>
            </a:r>
            <a:r>
              <a:rPr lang="en-US" dirty="0"/>
              <a:t>means using the </a:t>
            </a:r>
            <a:r>
              <a:rPr lang="en-US" dirty="0">
                <a:solidFill>
                  <a:srgbClr val="00B050"/>
                </a:solidFill>
              </a:rPr>
              <a:t>fewest possible mouse clicks or keystrokes </a:t>
            </a:r>
            <a:r>
              <a:rPr lang="en-US" dirty="0"/>
              <a:t>to move from one part of the system to another.</a:t>
            </a:r>
          </a:p>
          <a:p>
            <a:pPr eaLnBrk="1" fontAlgn="auto" hangingPunct="1">
              <a:lnSpc>
                <a:spcPct val="120000"/>
              </a:lnSpc>
              <a:spcAft>
                <a:spcPts val="0"/>
              </a:spcAft>
              <a:defRPr/>
            </a:pPr>
            <a:r>
              <a:rPr lang="en-US" b="1" i="1" dirty="0">
                <a:solidFill>
                  <a:srgbClr val="0000FF"/>
                </a:solidFill>
              </a:rPr>
              <a:t>Three-clicks rule</a:t>
            </a:r>
          </a:p>
          <a:p>
            <a:pPr lvl="1" eaLnBrk="1" fontAlgn="auto" hangingPunct="1">
              <a:lnSpc>
                <a:spcPct val="120000"/>
              </a:lnSpc>
              <a:spcAft>
                <a:spcPts val="0"/>
              </a:spcAft>
              <a:defRPr/>
            </a:pPr>
            <a:r>
              <a:rPr lang="en-US" sz="3300" dirty="0"/>
              <a:t>Users should be able to go </a:t>
            </a:r>
            <a:r>
              <a:rPr lang="en-US" sz="3300" dirty="0">
                <a:solidFill>
                  <a:srgbClr val="00B050"/>
                </a:solidFill>
              </a:rPr>
              <a:t>from the start or main menu</a:t>
            </a:r>
            <a:r>
              <a:rPr lang="en-US" sz="3300" dirty="0"/>
              <a:t> of a system </a:t>
            </a:r>
            <a:r>
              <a:rPr lang="en-US" sz="3300" dirty="0">
                <a:solidFill>
                  <a:srgbClr val="00B050"/>
                </a:solidFill>
              </a:rPr>
              <a:t>to the information or action they want</a:t>
            </a:r>
            <a:r>
              <a:rPr lang="en-US" sz="3300" dirty="0"/>
              <a:t> in </a:t>
            </a:r>
            <a:r>
              <a:rPr lang="en-US" sz="3300" dirty="0">
                <a:solidFill>
                  <a:srgbClr val="00B050"/>
                </a:solidFill>
              </a:rPr>
              <a:t>no more than three mouse clicks or three keystrokes</a:t>
            </a:r>
            <a:r>
              <a:rPr lang="en-US" sz="3300" dirty="0"/>
              <a:t>.</a:t>
            </a:r>
          </a:p>
          <a:p>
            <a:pPr eaLnBrk="1" fontAlgn="auto" hangingPunct="1">
              <a:spcAft>
                <a:spcPts val="0"/>
              </a:spcAft>
              <a:defRPr/>
            </a:pPr>
            <a:endParaRPr lang="en-US" dirty="0"/>
          </a:p>
        </p:txBody>
      </p:sp>
      <p:sp>
        <p:nvSpPr>
          <p:cNvPr id="34820" name="Slide Number Placeholder 4">
            <a:extLst>
              <a:ext uri="{FF2B5EF4-FFF2-40B4-BE49-F238E27FC236}">
                <a16:creationId xmlns:a16="http://schemas.microsoft.com/office/drawing/2014/main" id="{FD90E0D6-6A78-4DE4-82EC-74859ABEF1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dirty="0">
                <a:solidFill>
                  <a:srgbClr val="898989"/>
                </a:solidFill>
              </a:rPr>
              <a:t>9-</a:t>
            </a:r>
            <a:fld id="{00F92F0C-14BC-46B8-B673-67192A3CE289}" type="slidenum">
              <a:rPr lang="en-US" altLang="en-US" sz="1200">
                <a:solidFill>
                  <a:srgbClr val="898989"/>
                </a:solidFill>
              </a:rPr>
              <a:pPr>
                <a:spcBef>
                  <a:spcPct val="0"/>
                </a:spcBef>
                <a:buFontTx/>
                <a:buNone/>
              </a:pPr>
              <a:t>21</a:t>
            </a:fld>
            <a:endParaRPr lang="en-US" altLang="en-US" sz="1200" dirty="0">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2D383D03-98B1-D03A-4CCD-8EAA55B804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DE5ADE60-1386-4375-B18D-70708B643B6F}" type="slidenum">
              <a:rPr lang="en-US" altLang="en-US" sz="1200">
                <a:solidFill>
                  <a:schemeClr val="tx1"/>
                </a:solidFill>
                <a:latin typeface="Garamond" panose="02020404030301010803" pitchFamily="18" charset="0"/>
              </a:rPr>
              <a:pPr/>
              <a:t>22</a:t>
            </a:fld>
            <a:endParaRPr lang="en-US" altLang="en-US" sz="1200" dirty="0">
              <a:solidFill>
                <a:schemeClr val="tx1"/>
              </a:solidFill>
              <a:latin typeface="Garamond" panose="02020404030301010803" pitchFamily="18" charset="0"/>
            </a:endParaRPr>
          </a:p>
        </p:txBody>
      </p:sp>
      <p:sp>
        <p:nvSpPr>
          <p:cNvPr id="6147" name="Rectangle 2">
            <a:extLst>
              <a:ext uri="{FF2B5EF4-FFF2-40B4-BE49-F238E27FC236}">
                <a16:creationId xmlns:a16="http://schemas.microsoft.com/office/drawing/2014/main" id="{A710BDC5-AFD3-3D64-B2B0-86D7061E9B14}"/>
              </a:ext>
            </a:extLst>
          </p:cNvPr>
          <p:cNvSpPr>
            <a:spLocks noGrp="1" noChangeArrowheads="1"/>
          </p:cNvSpPr>
          <p:nvPr>
            <p:ph type="title"/>
          </p:nvPr>
        </p:nvSpPr>
        <p:spPr>
          <a:xfrm>
            <a:off x="457200" y="277813"/>
            <a:ext cx="8229600" cy="1322387"/>
          </a:xfrm>
        </p:spPr>
        <p:txBody>
          <a:bodyPr/>
          <a:lstStyle/>
          <a:p>
            <a:pPr eaLnBrk="1" hangingPunct="1"/>
            <a:r>
              <a:rPr lang="en-US" altLang="en-US" b="1" dirty="0"/>
              <a:t>Programming – program development / computer program</a:t>
            </a:r>
          </a:p>
        </p:txBody>
      </p:sp>
      <p:sp>
        <p:nvSpPr>
          <p:cNvPr id="6148" name="Rectangle 3">
            <a:extLst>
              <a:ext uri="{FF2B5EF4-FFF2-40B4-BE49-F238E27FC236}">
                <a16:creationId xmlns:a16="http://schemas.microsoft.com/office/drawing/2014/main" id="{E16786D3-3B7D-E025-3874-3667C301FC99}"/>
              </a:ext>
            </a:extLst>
          </p:cNvPr>
          <p:cNvSpPr>
            <a:spLocks noGrp="1" noChangeArrowheads="1"/>
          </p:cNvSpPr>
          <p:nvPr>
            <p:ph type="body" idx="1"/>
          </p:nvPr>
        </p:nvSpPr>
        <p:spPr>
          <a:xfrm>
            <a:off x="457200" y="2133600"/>
            <a:ext cx="8229600" cy="4343400"/>
          </a:xfrm>
        </p:spPr>
        <p:txBody>
          <a:bodyPr/>
          <a:lstStyle/>
          <a:p>
            <a:pPr eaLnBrk="1" hangingPunct="1"/>
            <a:r>
              <a:rPr lang="en-US" altLang="en-US" dirty="0"/>
              <a:t>5 steps of program development(computer program )</a:t>
            </a:r>
          </a:p>
          <a:p>
            <a:pPr eaLnBrk="1" hangingPunct="1">
              <a:buFont typeface="Wingdings" panose="05000000000000000000" pitchFamily="2" charset="2"/>
              <a:buNone/>
            </a:pPr>
            <a:r>
              <a:rPr lang="en-US" altLang="en-US" dirty="0"/>
              <a:t>		1.  Review the program documentation</a:t>
            </a:r>
          </a:p>
          <a:p>
            <a:pPr eaLnBrk="1" hangingPunct="1">
              <a:buFont typeface="Wingdings" panose="05000000000000000000" pitchFamily="2" charset="2"/>
              <a:buNone/>
            </a:pPr>
            <a:r>
              <a:rPr lang="en-US" altLang="en-US" dirty="0"/>
              <a:t> 		2.  Design the program</a:t>
            </a:r>
          </a:p>
          <a:p>
            <a:pPr eaLnBrk="1" hangingPunct="1">
              <a:buFont typeface="Wingdings" panose="05000000000000000000" pitchFamily="2" charset="2"/>
              <a:buNone/>
            </a:pPr>
            <a:r>
              <a:rPr lang="en-US" altLang="en-US" dirty="0"/>
              <a:t>		3.  Code the program</a:t>
            </a:r>
          </a:p>
          <a:p>
            <a:pPr eaLnBrk="1" hangingPunct="1">
              <a:buFont typeface="Wingdings" panose="05000000000000000000" pitchFamily="2" charset="2"/>
              <a:buNone/>
            </a:pPr>
            <a:r>
              <a:rPr lang="en-US" altLang="en-US" dirty="0"/>
              <a:t>		4.  Test the program</a:t>
            </a:r>
          </a:p>
          <a:p>
            <a:pPr eaLnBrk="1" hangingPunct="1">
              <a:buFont typeface="Wingdings" panose="05000000000000000000" pitchFamily="2" charset="2"/>
              <a:buNone/>
            </a:pPr>
            <a:r>
              <a:rPr lang="en-US" altLang="en-US" dirty="0"/>
              <a:t>		5.  Complete the program documentation</a:t>
            </a:r>
          </a:p>
          <a:p>
            <a:pPr eaLnBrk="1" hangingPunct="1">
              <a:buFont typeface="Wingdings" panose="05000000000000000000" pitchFamily="2" charset="2"/>
              <a:buNone/>
            </a:pP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A5AA8786-DAF8-6685-34AA-448C0D3DA9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1CDCAE27-11F0-4D03-BD9A-2A84A1CED06D}" type="slidenum">
              <a:rPr lang="en-US" altLang="en-US" sz="1200">
                <a:solidFill>
                  <a:schemeClr val="tx1"/>
                </a:solidFill>
                <a:latin typeface="Garamond" panose="02020404030301010803" pitchFamily="18" charset="0"/>
              </a:rPr>
              <a:pPr/>
              <a:t>23</a:t>
            </a:fld>
            <a:endParaRPr lang="en-US" altLang="en-US" sz="1200" dirty="0">
              <a:solidFill>
                <a:schemeClr val="tx1"/>
              </a:solidFill>
              <a:latin typeface="Garamond" panose="02020404030301010803" pitchFamily="18" charset="0"/>
            </a:endParaRPr>
          </a:p>
        </p:txBody>
      </p:sp>
      <p:sp>
        <p:nvSpPr>
          <p:cNvPr id="7171" name="Rectangle 2">
            <a:extLst>
              <a:ext uri="{FF2B5EF4-FFF2-40B4-BE49-F238E27FC236}">
                <a16:creationId xmlns:a16="http://schemas.microsoft.com/office/drawing/2014/main" id="{61446BC9-3D46-AEBD-3B2E-A9C94CA7AF6B}"/>
              </a:ext>
            </a:extLst>
          </p:cNvPr>
          <p:cNvSpPr>
            <a:spLocks noGrp="1" noChangeArrowheads="1"/>
          </p:cNvSpPr>
          <p:nvPr>
            <p:ph type="title"/>
          </p:nvPr>
        </p:nvSpPr>
        <p:spPr>
          <a:xfrm>
            <a:off x="304800" y="277813"/>
            <a:ext cx="8382000" cy="1139825"/>
          </a:xfrm>
        </p:spPr>
        <p:txBody>
          <a:bodyPr/>
          <a:lstStyle/>
          <a:p>
            <a:pPr eaLnBrk="1" hangingPunct="1"/>
            <a:r>
              <a:rPr lang="en-US" altLang="en-US" b="1" dirty="0"/>
              <a:t>Review the program documentation</a:t>
            </a:r>
          </a:p>
        </p:txBody>
      </p:sp>
      <p:sp>
        <p:nvSpPr>
          <p:cNvPr id="7172" name="Rectangle 3">
            <a:extLst>
              <a:ext uri="{FF2B5EF4-FFF2-40B4-BE49-F238E27FC236}">
                <a16:creationId xmlns:a16="http://schemas.microsoft.com/office/drawing/2014/main" id="{D91C7E10-EA7C-53C2-45BE-DEA55CA3EAEA}"/>
              </a:ext>
            </a:extLst>
          </p:cNvPr>
          <p:cNvSpPr>
            <a:spLocks noGrp="1" noChangeArrowheads="1"/>
          </p:cNvSpPr>
          <p:nvPr>
            <p:ph type="body" idx="1"/>
          </p:nvPr>
        </p:nvSpPr>
        <p:spPr/>
        <p:txBody>
          <a:bodyPr/>
          <a:lstStyle/>
          <a:p>
            <a:pPr eaLnBrk="1" hangingPunct="1"/>
            <a:r>
              <a:rPr lang="en-US" altLang="en-US" dirty="0"/>
              <a:t>The programmer should review the program documentation that was prepared during previous SDLC phase ( system design )</a:t>
            </a:r>
          </a:p>
          <a:p>
            <a:pPr eaLnBrk="1" hangingPunct="1"/>
            <a:r>
              <a:rPr lang="en-US" altLang="en-US" dirty="0"/>
              <a:t>The program documentation should consists of report layout, source document, data dictionary, screen layout, input &amp; output layout.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6C904E9A-FA7A-80F1-1D10-1DD83D2AD8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FE32E0F6-7BAD-4137-A0FA-F5CFB2AEAA7C}" type="slidenum">
              <a:rPr lang="en-US" altLang="en-US" sz="1200">
                <a:solidFill>
                  <a:schemeClr val="tx1"/>
                </a:solidFill>
                <a:latin typeface="Garamond" panose="02020404030301010803" pitchFamily="18" charset="0"/>
              </a:rPr>
              <a:pPr/>
              <a:t>24</a:t>
            </a:fld>
            <a:endParaRPr lang="en-US" altLang="en-US" sz="1200" dirty="0">
              <a:solidFill>
                <a:schemeClr val="tx1"/>
              </a:solidFill>
              <a:latin typeface="Garamond" panose="02020404030301010803" pitchFamily="18" charset="0"/>
            </a:endParaRPr>
          </a:p>
        </p:txBody>
      </p:sp>
      <p:sp>
        <p:nvSpPr>
          <p:cNvPr id="8195" name="Rectangle 2">
            <a:extLst>
              <a:ext uri="{FF2B5EF4-FFF2-40B4-BE49-F238E27FC236}">
                <a16:creationId xmlns:a16="http://schemas.microsoft.com/office/drawing/2014/main" id="{937E2F7C-90F5-575E-2403-F6A4EC64D52F}"/>
              </a:ext>
            </a:extLst>
          </p:cNvPr>
          <p:cNvSpPr>
            <a:spLocks noGrp="1" noChangeArrowheads="1"/>
          </p:cNvSpPr>
          <p:nvPr>
            <p:ph type="title"/>
          </p:nvPr>
        </p:nvSpPr>
        <p:spPr/>
        <p:txBody>
          <a:bodyPr/>
          <a:lstStyle/>
          <a:p>
            <a:pPr eaLnBrk="1" hangingPunct="1"/>
            <a:r>
              <a:rPr lang="en-US" altLang="en-US" b="1" dirty="0"/>
              <a:t>Design program</a:t>
            </a:r>
          </a:p>
        </p:txBody>
      </p:sp>
      <p:sp>
        <p:nvSpPr>
          <p:cNvPr id="8196" name="Rectangle 3">
            <a:extLst>
              <a:ext uri="{FF2B5EF4-FFF2-40B4-BE49-F238E27FC236}">
                <a16:creationId xmlns:a16="http://schemas.microsoft.com/office/drawing/2014/main" id="{08397CA6-3BA0-06A1-C7A0-2732FA5D951F}"/>
              </a:ext>
            </a:extLst>
          </p:cNvPr>
          <p:cNvSpPr>
            <a:spLocks noGrp="1" noChangeArrowheads="1"/>
          </p:cNvSpPr>
          <p:nvPr>
            <p:ph type="body" idx="1"/>
          </p:nvPr>
        </p:nvSpPr>
        <p:spPr/>
        <p:txBody>
          <a:bodyPr/>
          <a:lstStyle/>
          <a:p>
            <a:pPr eaLnBrk="1" hangingPunct="1"/>
            <a:r>
              <a:rPr lang="en-US" altLang="en-US" dirty="0"/>
              <a:t>The programmer typically uses several program tools aids such as :-</a:t>
            </a:r>
          </a:p>
          <a:p>
            <a:pPr lvl="3" eaLnBrk="1" hangingPunct="1">
              <a:buFont typeface="Wingdings" panose="05000000000000000000" pitchFamily="2" charset="2"/>
              <a:buNone/>
            </a:pPr>
            <a:endParaRPr lang="en-US" altLang="en-US" dirty="0"/>
          </a:p>
          <a:p>
            <a:pPr lvl="3" eaLnBrk="1" hangingPunct="1">
              <a:buFont typeface="Wingdings" panose="05000000000000000000" pitchFamily="2" charset="2"/>
              <a:buNone/>
            </a:pPr>
            <a:endParaRPr lang="en-US" altLang="en-US" dirty="0"/>
          </a:p>
          <a:p>
            <a:pPr lvl="3" eaLnBrk="1" hangingPunct="1"/>
            <a:r>
              <a:rPr lang="en-US" altLang="en-US" sz="2400" dirty="0"/>
              <a:t>Hierarchy charts</a:t>
            </a:r>
          </a:p>
          <a:p>
            <a:pPr lvl="3" eaLnBrk="1" hangingPunct="1"/>
            <a:r>
              <a:rPr lang="en-US" altLang="en-US" sz="2400" dirty="0"/>
              <a:t>Program flowcharts</a:t>
            </a:r>
          </a:p>
          <a:p>
            <a:pPr lvl="3" eaLnBrk="1" hangingPunct="1"/>
            <a:r>
              <a:rPr lang="en-US" altLang="en-US" sz="2400" dirty="0"/>
              <a:t>Pseudo code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Slide Number Placeholder 3">
            <a:extLst>
              <a:ext uri="{FF2B5EF4-FFF2-40B4-BE49-F238E27FC236}">
                <a16:creationId xmlns:a16="http://schemas.microsoft.com/office/drawing/2014/main" id="{722E3BD3-5472-5BAF-8AE4-89831B726A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A5343FB4-7670-421D-8079-3DEA7AFA180D}" type="slidenum">
              <a:rPr lang="en-US" altLang="en-US" sz="1200">
                <a:solidFill>
                  <a:schemeClr val="tx1"/>
                </a:solidFill>
                <a:latin typeface="Garamond" panose="02020404030301010803" pitchFamily="18" charset="0"/>
              </a:rPr>
              <a:pPr/>
              <a:t>25</a:t>
            </a:fld>
            <a:endParaRPr lang="en-US" altLang="en-US" sz="1200" dirty="0">
              <a:solidFill>
                <a:schemeClr val="tx1"/>
              </a:solidFill>
              <a:latin typeface="Garamond" panose="02020404030301010803" pitchFamily="18" charset="0"/>
            </a:endParaRPr>
          </a:p>
        </p:txBody>
      </p:sp>
      <p:sp>
        <p:nvSpPr>
          <p:cNvPr id="9219" name="Rectangle 2">
            <a:extLst>
              <a:ext uri="{FF2B5EF4-FFF2-40B4-BE49-F238E27FC236}">
                <a16:creationId xmlns:a16="http://schemas.microsoft.com/office/drawing/2014/main" id="{0C8DF9CE-4F5B-1CA0-57EF-43949BB3445C}"/>
              </a:ext>
            </a:extLst>
          </p:cNvPr>
          <p:cNvSpPr>
            <a:spLocks noGrp="1" noChangeArrowheads="1"/>
          </p:cNvSpPr>
          <p:nvPr>
            <p:ph type="title" idx="4294967295"/>
          </p:nvPr>
        </p:nvSpPr>
        <p:spPr>
          <a:xfrm>
            <a:off x="457200" y="277813"/>
            <a:ext cx="8229600" cy="941387"/>
          </a:xfrm>
        </p:spPr>
        <p:txBody>
          <a:bodyPr anchor="ctr"/>
          <a:lstStyle/>
          <a:p>
            <a:pPr eaLnBrk="1" hangingPunct="1"/>
            <a:r>
              <a:rPr lang="en-US" altLang="en-US" sz="3800" b="1" dirty="0"/>
              <a:t>What is a </a:t>
            </a:r>
            <a:r>
              <a:rPr lang="en-US" altLang="en-US" sz="3800" b="1" dirty="0">
                <a:solidFill>
                  <a:srgbClr val="E1685F"/>
                </a:solidFill>
              </a:rPr>
              <a:t>hierarchy chart</a:t>
            </a:r>
            <a:r>
              <a:rPr lang="en-US" altLang="en-US" sz="3800" b="1" dirty="0"/>
              <a:t>?</a:t>
            </a:r>
            <a:br>
              <a:rPr lang="en-US" altLang="en-US" sz="3800" dirty="0">
                <a:latin typeface="Arial Unicode MS" panose="020B0604020202020204" pitchFamily="34" charset="-128"/>
              </a:rPr>
            </a:br>
            <a:endParaRPr lang="en-US" altLang="en-US" sz="3800" dirty="0">
              <a:latin typeface="Arial Unicode MS" panose="020B0604020202020204" pitchFamily="34" charset="-128"/>
            </a:endParaRPr>
          </a:p>
        </p:txBody>
      </p:sp>
      <p:sp>
        <p:nvSpPr>
          <p:cNvPr id="72712" name="Rectangle 8">
            <a:extLst>
              <a:ext uri="{FF2B5EF4-FFF2-40B4-BE49-F238E27FC236}">
                <a16:creationId xmlns:a16="http://schemas.microsoft.com/office/drawing/2014/main" id="{71B35AE8-B640-7025-F91A-94E74D0015B2}"/>
              </a:ext>
            </a:extLst>
          </p:cNvPr>
          <p:cNvSpPr>
            <a:spLocks noChangeArrowheads="1"/>
          </p:cNvSpPr>
          <p:nvPr/>
        </p:nvSpPr>
        <p:spPr bwMode="auto">
          <a:xfrm>
            <a:off x="304800" y="1295400"/>
            <a:ext cx="858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bg1"/>
                </a:solidFill>
                <a:latin typeface="Times New Roman" panose="02020603050405020304" pitchFamily="18" charset="0"/>
              </a:defRPr>
            </a:lvl1pPr>
            <a:lvl2pPr marL="609600" indent="-49530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pPr lvl="1">
              <a:spcBef>
                <a:spcPct val="5000"/>
              </a:spcBef>
              <a:buClr>
                <a:srgbClr val="000099"/>
              </a:buClr>
              <a:buSzPct val="75000"/>
              <a:buFont typeface="Wingdings" panose="05000000000000000000" pitchFamily="2" charset="2"/>
              <a:buChar char="Ø"/>
            </a:pPr>
            <a:r>
              <a:rPr kumimoji="1" lang="en-US" altLang="en-US" sz="2600" b="1" dirty="0">
                <a:solidFill>
                  <a:srgbClr val="000000"/>
                </a:solidFill>
              </a:rPr>
              <a:t>Shows program modules graphically</a:t>
            </a:r>
            <a:endParaRPr kumimoji="1" lang="en-US" altLang="en-US" sz="2600" b="1" dirty="0">
              <a:solidFill>
                <a:srgbClr val="000000"/>
              </a:solidFill>
              <a:latin typeface="Arial Unicode MS" panose="020B0604020202020204" pitchFamily="34" charset="-128"/>
            </a:endParaRPr>
          </a:p>
          <a:p>
            <a:pPr lvl="1">
              <a:spcBef>
                <a:spcPct val="5000"/>
              </a:spcBef>
              <a:buClr>
                <a:srgbClr val="000099"/>
              </a:buClr>
              <a:buSzPct val="75000"/>
              <a:buFont typeface="Wingdings" panose="05000000000000000000" pitchFamily="2" charset="2"/>
              <a:buChar char="Ø"/>
            </a:pPr>
            <a:r>
              <a:rPr kumimoji="1" lang="en-US" altLang="en-US" sz="2600" b="1" dirty="0">
                <a:solidFill>
                  <a:srgbClr val="000000"/>
                </a:solidFill>
              </a:rPr>
              <a:t>Also called structure chart</a:t>
            </a:r>
            <a:endParaRPr kumimoji="1" lang="en-US" altLang="en-US" sz="2600" b="1" dirty="0">
              <a:solidFill>
                <a:srgbClr val="000000"/>
              </a:solidFill>
              <a:latin typeface="Arial Unicode MS" panose="020B0604020202020204" pitchFamily="34" charset="-128"/>
            </a:endParaRPr>
          </a:p>
        </p:txBody>
      </p:sp>
      <p:pic>
        <p:nvPicPr>
          <p:cNvPr id="72717" name="Picture 13" descr="fig13_25">
            <a:extLst>
              <a:ext uri="{FF2B5EF4-FFF2-40B4-BE49-F238E27FC236}">
                <a16:creationId xmlns:a16="http://schemas.microsoft.com/office/drawing/2014/main" id="{B522C1E0-4131-CA2C-7817-196579FEB47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000" y="2438400"/>
            <a:ext cx="7620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72712">
                                            <p:txEl>
                                              <p:pRg st="0" end="0"/>
                                            </p:txEl>
                                          </p:spTgt>
                                        </p:tgtEl>
                                        <p:attrNameLst>
                                          <p:attrName>style.visibility</p:attrName>
                                        </p:attrNameLst>
                                      </p:cBhvr>
                                      <p:to>
                                        <p:strVal val="visible"/>
                                      </p:to>
                                    </p:set>
                                    <p:animEffect transition="in" filter="wipe(left)">
                                      <p:cBhvr>
                                        <p:cTn id="7" dur="500"/>
                                        <p:tgtEl>
                                          <p:spTgt spid="72712">
                                            <p:txEl>
                                              <p:pRg st="0" end="0"/>
                                            </p:txEl>
                                          </p:spTgt>
                                        </p:tgtEl>
                                      </p:cBhvr>
                                    </p:animEffect>
                                  </p:childTnLst>
                                </p:cTn>
                              </p:par>
                            </p:childTnLst>
                          </p:cTn>
                        </p:par>
                        <p:par>
                          <p:cTn id="8" fill="hold" nodeType="afterGroup">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72712">
                                            <p:txEl>
                                              <p:pRg st="1" end="1"/>
                                            </p:txEl>
                                          </p:spTgt>
                                        </p:tgtEl>
                                        <p:attrNameLst>
                                          <p:attrName>style.visibility</p:attrName>
                                        </p:attrNameLst>
                                      </p:cBhvr>
                                      <p:to>
                                        <p:strVal val="visible"/>
                                      </p:to>
                                    </p:set>
                                    <p:animEffect transition="in" filter="wipe(left)">
                                      <p:cBhvr>
                                        <p:cTn id="11" dur="500"/>
                                        <p:tgtEl>
                                          <p:spTgt spid="72712">
                                            <p:txEl>
                                              <p:pRg st="1" end="1"/>
                                            </p:txEl>
                                          </p:spTgt>
                                        </p:tgtEl>
                                      </p:cBhvr>
                                    </p:animEffect>
                                  </p:childTnLst>
                                </p:cTn>
                              </p:par>
                            </p:childTnLst>
                          </p:cTn>
                        </p:par>
                        <p:par>
                          <p:cTn id="12" fill="hold" nodeType="afterGroup">
                            <p:stCondLst>
                              <p:cond delay="5000"/>
                            </p:stCondLst>
                            <p:childTnLst>
                              <p:par>
                                <p:cTn id="13" presetID="1" presetClass="entr" presetSubtype="0" fill="hold" nodeType="afterEffect">
                                  <p:stCondLst>
                                    <p:cond delay="2000"/>
                                  </p:stCondLst>
                                  <p:childTnLst>
                                    <p:set>
                                      <p:cBhvr>
                                        <p:cTn id="14" dur="1" fill="hold">
                                          <p:stCondLst>
                                            <p:cond delay="0"/>
                                          </p:stCondLst>
                                        </p:cTn>
                                        <p:tgtEl>
                                          <p:spTgt spid="727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build="p" bldLvl="2" autoUpdateAnimBg="0" advAuto="200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Slide Number Placeholder 3">
            <a:extLst>
              <a:ext uri="{FF2B5EF4-FFF2-40B4-BE49-F238E27FC236}">
                <a16:creationId xmlns:a16="http://schemas.microsoft.com/office/drawing/2014/main" id="{9F97A47B-5BE2-A032-E19F-A79DACB9AA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5B10E080-B848-44DB-860B-121F08CE67EF}" type="slidenum">
              <a:rPr lang="en-US" altLang="en-US" sz="1200">
                <a:solidFill>
                  <a:schemeClr val="tx1"/>
                </a:solidFill>
                <a:latin typeface="Garamond" panose="02020404030301010803" pitchFamily="18" charset="0"/>
              </a:rPr>
              <a:pPr/>
              <a:t>26</a:t>
            </a:fld>
            <a:endParaRPr lang="en-US" altLang="en-US" sz="1200" dirty="0">
              <a:solidFill>
                <a:schemeClr val="tx1"/>
              </a:solidFill>
              <a:latin typeface="Garamond" panose="02020404030301010803" pitchFamily="18" charset="0"/>
            </a:endParaRPr>
          </a:p>
        </p:txBody>
      </p:sp>
      <p:sp>
        <p:nvSpPr>
          <p:cNvPr id="84995" name="Rectangle 3">
            <a:extLst>
              <a:ext uri="{FF2B5EF4-FFF2-40B4-BE49-F238E27FC236}">
                <a16:creationId xmlns:a16="http://schemas.microsoft.com/office/drawing/2014/main" id="{5B57D2CF-C83C-7517-3460-16C65F0076B7}"/>
              </a:ext>
            </a:extLst>
          </p:cNvPr>
          <p:cNvSpPr>
            <a:spLocks noGrp="1" noChangeArrowheads="1"/>
          </p:cNvSpPr>
          <p:nvPr>
            <p:ph type="body" idx="4294967295"/>
          </p:nvPr>
        </p:nvSpPr>
        <p:spPr>
          <a:xfrm>
            <a:off x="533400" y="381000"/>
            <a:ext cx="7467600" cy="630238"/>
          </a:xfrm>
        </p:spPr>
        <p:txBody>
          <a:bodyPr/>
          <a:lstStyle/>
          <a:p>
            <a:pPr marL="533400" indent="-533400" eaLnBrk="1" hangingPunct="1">
              <a:buFont typeface="Wingdings" panose="05000000000000000000" pitchFamily="2" charset="2"/>
              <a:buNone/>
            </a:pPr>
            <a:r>
              <a:rPr lang="en-US" altLang="en-US" b="1" dirty="0"/>
              <a:t>What is a program flowchart?</a:t>
            </a:r>
            <a:endParaRPr lang="en-US" altLang="en-US" b="1" dirty="0">
              <a:latin typeface="Arial Unicode MS" panose="020B0604020202020204" pitchFamily="34" charset="-128"/>
            </a:endParaRPr>
          </a:p>
        </p:txBody>
      </p:sp>
      <p:sp>
        <p:nvSpPr>
          <p:cNvPr id="85000" name="Rectangle 8">
            <a:extLst>
              <a:ext uri="{FF2B5EF4-FFF2-40B4-BE49-F238E27FC236}">
                <a16:creationId xmlns:a16="http://schemas.microsoft.com/office/drawing/2014/main" id="{94B7F47F-458F-9703-CFC3-3463A788A7C2}"/>
              </a:ext>
            </a:extLst>
          </p:cNvPr>
          <p:cNvSpPr>
            <a:spLocks noChangeArrowheads="1"/>
          </p:cNvSpPr>
          <p:nvPr/>
        </p:nvSpPr>
        <p:spPr bwMode="auto">
          <a:xfrm>
            <a:off x="381000" y="1600200"/>
            <a:ext cx="2514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bg1"/>
                </a:solidFill>
                <a:latin typeface="Times New Roman" panose="02020603050405020304" pitchFamily="18" charset="0"/>
              </a:defRPr>
            </a:lvl1pPr>
            <a:lvl2pPr marL="609600" indent="-49530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pPr lvl="1">
              <a:spcBef>
                <a:spcPct val="5000"/>
              </a:spcBef>
              <a:buClr>
                <a:srgbClr val="000099"/>
              </a:buClr>
              <a:buSzPct val="75000"/>
              <a:buFont typeface="Wingdings" panose="05000000000000000000" pitchFamily="2" charset="2"/>
              <a:buChar char="Ø"/>
            </a:pPr>
            <a:r>
              <a:rPr kumimoji="1" lang="en-US" altLang="en-US" sz="2600" b="1" dirty="0">
                <a:solidFill>
                  <a:srgbClr val="000000"/>
                </a:solidFill>
              </a:rPr>
              <a:t>Graphically shows logic </a:t>
            </a:r>
            <a:br>
              <a:rPr kumimoji="1" lang="en-US" altLang="en-US" sz="2600" b="1" dirty="0">
                <a:solidFill>
                  <a:srgbClr val="000000"/>
                </a:solidFill>
              </a:rPr>
            </a:br>
            <a:r>
              <a:rPr kumimoji="1" lang="en-US" altLang="en-US" sz="2600" b="1" dirty="0">
                <a:solidFill>
                  <a:srgbClr val="000000"/>
                </a:solidFill>
              </a:rPr>
              <a:t>in solution algorithm</a:t>
            </a:r>
          </a:p>
        </p:txBody>
      </p:sp>
      <p:pic>
        <p:nvPicPr>
          <p:cNvPr id="85005" name="Picture 13" descr="fig13_32">
            <a:extLst>
              <a:ext uri="{FF2B5EF4-FFF2-40B4-BE49-F238E27FC236}">
                <a16:creationId xmlns:a16="http://schemas.microsoft.com/office/drawing/2014/main" id="{7F12FDDA-C27C-14FD-10A3-A7103FD07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990600"/>
            <a:ext cx="54102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wipe(left)">
                                      <p:cBhvr>
                                        <p:cTn id="7" dur="500"/>
                                        <p:tgtEl>
                                          <p:spTgt spid="84995">
                                            <p:txEl>
                                              <p:pRg st="0" end="0"/>
                                            </p:txEl>
                                          </p:spTgt>
                                        </p:tgtEl>
                                      </p:cBhvr>
                                    </p:animEffect>
                                  </p:childTnLst>
                                </p:cTn>
                              </p:par>
                            </p:childTnLst>
                          </p:cTn>
                        </p:par>
                        <p:par>
                          <p:cTn id="8" fill="hold" nodeType="afterGroup">
                            <p:stCondLst>
                              <p:cond delay="1500"/>
                            </p:stCondLst>
                            <p:childTnLst>
                              <p:par>
                                <p:cTn id="9" presetID="22" presetClass="entr" presetSubtype="8" fill="hold" grpId="0" nodeType="afterEffect">
                                  <p:stCondLst>
                                    <p:cond delay="3000"/>
                                  </p:stCondLst>
                                  <p:childTnLst>
                                    <p:set>
                                      <p:cBhvr>
                                        <p:cTn id="10" dur="1" fill="hold">
                                          <p:stCondLst>
                                            <p:cond delay="0"/>
                                          </p:stCondLst>
                                        </p:cTn>
                                        <p:tgtEl>
                                          <p:spTgt spid="85000">
                                            <p:txEl>
                                              <p:pRg st="0" end="0"/>
                                            </p:txEl>
                                          </p:spTgt>
                                        </p:tgtEl>
                                        <p:attrNameLst>
                                          <p:attrName>style.visibility</p:attrName>
                                        </p:attrNameLst>
                                      </p:cBhvr>
                                      <p:to>
                                        <p:strVal val="visible"/>
                                      </p:to>
                                    </p:set>
                                    <p:animEffect transition="in" filter="wipe(left)">
                                      <p:cBhvr>
                                        <p:cTn id="11" dur="500"/>
                                        <p:tgtEl>
                                          <p:spTgt spid="85000">
                                            <p:txEl>
                                              <p:pRg st="0" end="0"/>
                                            </p:txEl>
                                          </p:spTgt>
                                        </p:tgtEl>
                                      </p:cBhvr>
                                    </p:animEffect>
                                  </p:childTnLst>
                                </p:cTn>
                              </p:par>
                            </p:childTnLst>
                          </p:cTn>
                        </p:par>
                        <p:par>
                          <p:cTn id="12" fill="hold" nodeType="afterGroup">
                            <p:stCondLst>
                              <p:cond delay="5000"/>
                            </p:stCondLst>
                            <p:childTnLst>
                              <p:par>
                                <p:cTn id="13" presetID="12" presetClass="entr" presetSubtype="4" fill="hold" nodeType="afterEffect">
                                  <p:stCondLst>
                                    <p:cond delay="2000"/>
                                  </p:stCondLst>
                                  <p:childTnLst>
                                    <p:set>
                                      <p:cBhvr>
                                        <p:cTn id="14" dur="1" fill="hold">
                                          <p:stCondLst>
                                            <p:cond delay="0"/>
                                          </p:stCondLst>
                                        </p:cTn>
                                        <p:tgtEl>
                                          <p:spTgt spid="85005"/>
                                        </p:tgtEl>
                                        <p:attrNameLst>
                                          <p:attrName>style.visibility</p:attrName>
                                        </p:attrNameLst>
                                      </p:cBhvr>
                                      <p:to>
                                        <p:strVal val="visible"/>
                                      </p:to>
                                    </p:set>
                                    <p:animEffect transition="in" filter="slide(fromBottom)">
                                      <p:cBhvr>
                                        <p:cTn id="15" dur="500"/>
                                        <p:tgtEl>
                                          <p:spTgt spid="85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bldLvl="5" autoUpdateAnimBg="0" advAuto="1000"/>
      <p:bldP spid="85000" grpId="0" build="p" bldLvl="2" autoUpdateAnimBg="0" advAuto="300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0E819FF8-A693-F6E2-3099-3875108D86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48BFD3EE-F61D-4C61-AB3A-9666EE5648CE}" type="slidenum">
              <a:rPr lang="en-US" altLang="en-US" sz="1200">
                <a:solidFill>
                  <a:schemeClr val="tx1"/>
                </a:solidFill>
                <a:latin typeface="Garamond" panose="02020404030301010803" pitchFamily="18" charset="0"/>
              </a:rPr>
              <a:pPr/>
              <a:t>27</a:t>
            </a:fld>
            <a:endParaRPr lang="en-US" altLang="en-US" sz="1200" dirty="0">
              <a:solidFill>
                <a:schemeClr val="tx1"/>
              </a:solidFill>
              <a:latin typeface="Garamond" panose="02020404030301010803" pitchFamily="18" charset="0"/>
            </a:endParaRPr>
          </a:p>
        </p:txBody>
      </p:sp>
      <p:sp>
        <p:nvSpPr>
          <p:cNvPr id="87043" name="Rectangle 3">
            <a:extLst>
              <a:ext uri="{FF2B5EF4-FFF2-40B4-BE49-F238E27FC236}">
                <a16:creationId xmlns:a16="http://schemas.microsoft.com/office/drawing/2014/main" id="{3C65D7AA-E3F3-8913-5446-900F26F1C919}"/>
              </a:ext>
            </a:extLst>
          </p:cNvPr>
          <p:cNvSpPr>
            <a:spLocks noGrp="1" noChangeArrowheads="1"/>
          </p:cNvSpPr>
          <p:nvPr>
            <p:ph type="body" idx="4294967295"/>
          </p:nvPr>
        </p:nvSpPr>
        <p:spPr>
          <a:xfrm>
            <a:off x="457200" y="381000"/>
            <a:ext cx="8229600" cy="703263"/>
          </a:xfrm>
        </p:spPr>
        <p:txBody>
          <a:bodyPr/>
          <a:lstStyle/>
          <a:p>
            <a:pPr marL="533400" indent="-533400" eaLnBrk="1" hangingPunct="1">
              <a:buFont typeface="Wingdings" panose="05000000000000000000" pitchFamily="2" charset="2"/>
              <a:buNone/>
            </a:pPr>
            <a:r>
              <a:rPr lang="en-US" altLang="en-US" b="1" dirty="0"/>
              <a:t>An example of a </a:t>
            </a:r>
            <a:r>
              <a:rPr lang="en-US" altLang="en-US" b="1" dirty="0">
                <a:solidFill>
                  <a:srgbClr val="DD554B"/>
                </a:solidFill>
              </a:rPr>
              <a:t>flowchart</a:t>
            </a:r>
            <a:r>
              <a:rPr lang="en-US" altLang="en-US" b="1" dirty="0"/>
              <a:t>?</a:t>
            </a:r>
            <a:endParaRPr lang="en-US" altLang="en-US" b="1" dirty="0">
              <a:latin typeface="Arial Unicode MS" panose="020B0604020202020204" pitchFamily="34" charset="-128"/>
            </a:endParaRPr>
          </a:p>
        </p:txBody>
      </p:sp>
      <p:pic>
        <p:nvPicPr>
          <p:cNvPr id="87052" name="Picture 12" descr="fig13_33">
            <a:extLst>
              <a:ext uri="{FF2B5EF4-FFF2-40B4-BE49-F238E27FC236}">
                <a16:creationId xmlns:a16="http://schemas.microsoft.com/office/drawing/2014/main" id="{A4FB7CEE-A456-DE9C-0C8C-181B0E4969C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4800" y="1143000"/>
            <a:ext cx="8382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87043">
                                            <p:txEl>
                                              <p:pRg st="0" end="0"/>
                                            </p:txEl>
                                          </p:spTgt>
                                        </p:tgtEl>
                                        <p:attrNameLst>
                                          <p:attrName>style.visibility</p:attrName>
                                        </p:attrNameLst>
                                      </p:cBhvr>
                                      <p:to>
                                        <p:strVal val="visible"/>
                                      </p:to>
                                    </p:set>
                                    <p:animEffect transition="in" filter="wipe(left)">
                                      <p:cBhvr>
                                        <p:cTn id="7" dur="500"/>
                                        <p:tgtEl>
                                          <p:spTgt spid="87043">
                                            <p:txEl>
                                              <p:pRg st="0" end="0"/>
                                            </p:txEl>
                                          </p:spTgt>
                                        </p:tgtEl>
                                      </p:cBhvr>
                                    </p:animEffect>
                                  </p:childTnLst>
                                </p:cTn>
                              </p:par>
                            </p:childTnLst>
                          </p:cTn>
                        </p:par>
                        <p:par>
                          <p:cTn id="8" fill="hold" nodeType="afterGroup">
                            <p:stCondLst>
                              <p:cond delay="1500"/>
                            </p:stCondLst>
                            <p:childTnLst>
                              <p:par>
                                <p:cTn id="9" presetID="49" presetClass="entr" presetSubtype="0" decel="100000" fill="hold" nodeType="afterEffect">
                                  <p:stCondLst>
                                    <p:cond delay="2000"/>
                                  </p:stCondLst>
                                  <p:childTnLst>
                                    <p:set>
                                      <p:cBhvr>
                                        <p:cTn id="10" dur="1" fill="hold">
                                          <p:stCondLst>
                                            <p:cond delay="0"/>
                                          </p:stCondLst>
                                        </p:cTn>
                                        <p:tgtEl>
                                          <p:spTgt spid="87052"/>
                                        </p:tgtEl>
                                        <p:attrNameLst>
                                          <p:attrName>style.visibility</p:attrName>
                                        </p:attrNameLst>
                                      </p:cBhvr>
                                      <p:to>
                                        <p:strVal val="visible"/>
                                      </p:to>
                                    </p:set>
                                    <p:anim calcmode="lin" valueType="num">
                                      <p:cBhvr>
                                        <p:cTn id="11" dur="500" fill="hold"/>
                                        <p:tgtEl>
                                          <p:spTgt spid="87052"/>
                                        </p:tgtEl>
                                        <p:attrNameLst>
                                          <p:attrName>ppt_w</p:attrName>
                                        </p:attrNameLst>
                                      </p:cBhvr>
                                      <p:tavLst>
                                        <p:tav tm="0">
                                          <p:val>
                                            <p:fltVal val="0"/>
                                          </p:val>
                                        </p:tav>
                                        <p:tav tm="100000">
                                          <p:val>
                                            <p:strVal val="#ppt_w"/>
                                          </p:val>
                                        </p:tav>
                                      </p:tavLst>
                                    </p:anim>
                                    <p:anim calcmode="lin" valueType="num">
                                      <p:cBhvr>
                                        <p:cTn id="12" dur="500" fill="hold"/>
                                        <p:tgtEl>
                                          <p:spTgt spid="87052"/>
                                        </p:tgtEl>
                                        <p:attrNameLst>
                                          <p:attrName>ppt_h</p:attrName>
                                        </p:attrNameLst>
                                      </p:cBhvr>
                                      <p:tavLst>
                                        <p:tav tm="0">
                                          <p:val>
                                            <p:fltVal val="0"/>
                                          </p:val>
                                        </p:tav>
                                        <p:tav tm="100000">
                                          <p:val>
                                            <p:strVal val="#ppt_h"/>
                                          </p:val>
                                        </p:tav>
                                      </p:tavLst>
                                    </p:anim>
                                    <p:anim calcmode="lin" valueType="num">
                                      <p:cBhvr>
                                        <p:cTn id="13" dur="500" fill="hold"/>
                                        <p:tgtEl>
                                          <p:spTgt spid="87052"/>
                                        </p:tgtEl>
                                        <p:attrNameLst>
                                          <p:attrName>style.rotation</p:attrName>
                                        </p:attrNameLst>
                                      </p:cBhvr>
                                      <p:tavLst>
                                        <p:tav tm="0">
                                          <p:val>
                                            <p:fltVal val="360"/>
                                          </p:val>
                                        </p:tav>
                                        <p:tav tm="100000">
                                          <p:val>
                                            <p:fltVal val="0"/>
                                          </p:val>
                                        </p:tav>
                                      </p:tavLst>
                                    </p:anim>
                                    <p:animEffect transition="in" filter="fade">
                                      <p:cBhvr>
                                        <p:cTn id="14" dur="500"/>
                                        <p:tgtEl>
                                          <p:spTgt spid="87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bldLvl="5" autoUpdateAnimBg="0" advAuto="100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38783583-79CF-F30F-140F-E0567ADB64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7507CDF2-4C2B-4D8D-A67C-2FBEF98784B8}" type="slidenum">
              <a:rPr lang="en-US" altLang="en-US" sz="1200">
                <a:solidFill>
                  <a:schemeClr val="tx1"/>
                </a:solidFill>
                <a:latin typeface="Garamond" panose="02020404030301010803" pitchFamily="18" charset="0"/>
              </a:rPr>
              <a:pPr/>
              <a:t>28</a:t>
            </a:fld>
            <a:endParaRPr lang="en-US" altLang="en-US" sz="1200" dirty="0">
              <a:solidFill>
                <a:schemeClr val="tx1"/>
              </a:solidFill>
              <a:latin typeface="Garamond" panose="02020404030301010803" pitchFamily="18" charset="0"/>
            </a:endParaRPr>
          </a:p>
        </p:txBody>
      </p:sp>
      <p:sp>
        <p:nvSpPr>
          <p:cNvPr id="91139" name="Rectangle 3">
            <a:extLst>
              <a:ext uri="{FF2B5EF4-FFF2-40B4-BE49-F238E27FC236}">
                <a16:creationId xmlns:a16="http://schemas.microsoft.com/office/drawing/2014/main" id="{7A38E4B7-1455-F2B4-BA4E-478368117FB0}"/>
              </a:ext>
            </a:extLst>
          </p:cNvPr>
          <p:cNvSpPr>
            <a:spLocks noGrp="1" noChangeArrowheads="1"/>
          </p:cNvSpPr>
          <p:nvPr>
            <p:ph type="body" idx="4294967295"/>
          </p:nvPr>
        </p:nvSpPr>
        <p:spPr>
          <a:xfrm>
            <a:off x="381000" y="457200"/>
            <a:ext cx="8229600" cy="630238"/>
          </a:xfrm>
        </p:spPr>
        <p:txBody>
          <a:bodyPr/>
          <a:lstStyle/>
          <a:p>
            <a:pPr marL="533400" indent="-533400" eaLnBrk="1" hangingPunct="1">
              <a:buFont typeface="Wingdings" panose="05000000000000000000" pitchFamily="2" charset="2"/>
              <a:buNone/>
            </a:pPr>
            <a:r>
              <a:rPr lang="en-US" altLang="en-US" b="1" dirty="0"/>
              <a:t>What is pseudo code?</a:t>
            </a:r>
            <a:endParaRPr lang="en-US" altLang="en-US" b="1" dirty="0">
              <a:latin typeface="Arial Unicode MS" panose="020B0604020202020204" pitchFamily="34" charset="-128"/>
            </a:endParaRPr>
          </a:p>
        </p:txBody>
      </p:sp>
      <p:sp>
        <p:nvSpPr>
          <p:cNvPr id="91144" name="Rectangle 8">
            <a:extLst>
              <a:ext uri="{FF2B5EF4-FFF2-40B4-BE49-F238E27FC236}">
                <a16:creationId xmlns:a16="http://schemas.microsoft.com/office/drawing/2014/main" id="{F8B917DE-751A-48FA-A445-8F53BB9A2A9F}"/>
              </a:ext>
            </a:extLst>
          </p:cNvPr>
          <p:cNvSpPr>
            <a:spLocks noChangeArrowheads="1"/>
          </p:cNvSpPr>
          <p:nvPr/>
        </p:nvSpPr>
        <p:spPr bwMode="auto">
          <a:xfrm>
            <a:off x="152400" y="1600200"/>
            <a:ext cx="4191000"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bg1"/>
                </a:solidFill>
                <a:latin typeface="Times New Roman" panose="02020603050405020304" pitchFamily="18" charset="0"/>
              </a:defRPr>
            </a:lvl1pPr>
            <a:lvl2pPr marL="609600" indent="-49530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pPr lvl="1">
              <a:spcBef>
                <a:spcPct val="5000"/>
              </a:spcBef>
              <a:buClr>
                <a:srgbClr val="000099"/>
              </a:buClr>
              <a:buSzPct val="75000"/>
              <a:buFont typeface="Wingdings" panose="05000000000000000000" pitchFamily="2" charset="2"/>
              <a:buChar char="Ø"/>
            </a:pPr>
            <a:r>
              <a:rPr kumimoji="1" lang="en-US" altLang="en-US" sz="2600" b="1" dirty="0">
                <a:solidFill>
                  <a:srgbClr val="000000"/>
                </a:solidFill>
              </a:rPr>
              <a:t>Uses condensed form </a:t>
            </a:r>
            <a:br>
              <a:rPr kumimoji="1" lang="en-US" altLang="en-US" sz="2600" b="1" dirty="0">
                <a:solidFill>
                  <a:srgbClr val="000000"/>
                </a:solidFill>
              </a:rPr>
            </a:br>
            <a:r>
              <a:rPr kumimoji="1" lang="en-US" altLang="en-US" sz="2600" b="1" dirty="0">
                <a:solidFill>
                  <a:srgbClr val="000000"/>
                </a:solidFill>
              </a:rPr>
              <a:t>of English to convey program logic</a:t>
            </a:r>
            <a:endParaRPr kumimoji="1" lang="en-US" altLang="en-US" sz="2600" b="1" dirty="0">
              <a:solidFill>
                <a:srgbClr val="000000"/>
              </a:solidFill>
              <a:latin typeface="Arial Unicode MS" panose="020B0604020202020204" pitchFamily="34" charset="-128"/>
            </a:endParaRPr>
          </a:p>
        </p:txBody>
      </p:sp>
      <p:pic>
        <p:nvPicPr>
          <p:cNvPr id="91148" name="Picture 12" descr="fig13_35">
            <a:extLst>
              <a:ext uri="{FF2B5EF4-FFF2-40B4-BE49-F238E27FC236}">
                <a16:creationId xmlns:a16="http://schemas.microsoft.com/office/drawing/2014/main" id="{1989863E-E78C-B0FC-9695-422ED6E43B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228600"/>
            <a:ext cx="4648200" cy="64008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left)">
                                      <p:cBhvr>
                                        <p:cTn id="7" dur="500"/>
                                        <p:tgtEl>
                                          <p:spTgt spid="91139">
                                            <p:txEl>
                                              <p:pRg st="0" end="0"/>
                                            </p:txEl>
                                          </p:spTgt>
                                        </p:tgtEl>
                                      </p:cBhvr>
                                    </p:animEffect>
                                  </p:childTnLst>
                                </p:cTn>
                              </p:par>
                            </p:childTnLst>
                          </p:cTn>
                        </p:par>
                        <p:par>
                          <p:cTn id="8" fill="hold" nodeType="afterGroup">
                            <p:stCondLst>
                              <p:cond delay="1500"/>
                            </p:stCondLst>
                            <p:childTnLst>
                              <p:par>
                                <p:cTn id="9" presetID="22" presetClass="entr" presetSubtype="8" fill="hold" grpId="0" nodeType="afterEffect">
                                  <p:stCondLst>
                                    <p:cond delay="3000"/>
                                  </p:stCondLst>
                                  <p:childTnLst>
                                    <p:set>
                                      <p:cBhvr>
                                        <p:cTn id="10" dur="1" fill="hold">
                                          <p:stCondLst>
                                            <p:cond delay="0"/>
                                          </p:stCondLst>
                                        </p:cTn>
                                        <p:tgtEl>
                                          <p:spTgt spid="91144">
                                            <p:txEl>
                                              <p:pRg st="0" end="0"/>
                                            </p:txEl>
                                          </p:spTgt>
                                        </p:tgtEl>
                                        <p:attrNameLst>
                                          <p:attrName>style.visibility</p:attrName>
                                        </p:attrNameLst>
                                      </p:cBhvr>
                                      <p:to>
                                        <p:strVal val="visible"/>
                                      </p:to>
                                    </p:set>
                                    <p:animEffect transition="in" filter="wipe(left)">
                                      <p:cBhvr>
                                        <p:cTn id="11" dur="500"/>
                                        <p:tgtEl>
                                          <p:spTgt spid="91144">
                                            <p:txEl>
                                              <p:pRg st="0" end="0"/>
                                            </p:txEl>
                                          </p:spTgt>
                                        </p:tgtEl>
                                      </p:cBhvr>
                                    </p:animEffect>
                                  </p:childTnLst>
                                </p:cTn>
                              </p:par>
                            </p:childTnLst>
                          </p:cTn>
                        </p:par>
                        <p:par>
                          <p:cTn id="12" fill="hold" nodeType="afterGroup">
                            <p:stCondLst>
                              <p:cond delay="5000"/>
                            </p:stCondLst>
                            <p:childTnLst>
                              <p:par>
                                <p:cTn id="13" presetID="1" presetClass="entr" presetSubtype="0" fill="hold" nodeType="afterEffect">
                                  <p:stCondLst>
                                    <p:cond delay="2000"/>
                                  </p:stCondLst>
                                  <p:childTnLst>
                                    <p:set>
                                      <p:cBhvr>
                                        <p:cTn id="14" dur="1" fill="hold">
                                          <p:stCondLst>
                                            <p:cond delay="0"/>
                                          </p:stCondLst>
                                        </p:cTn>
                                        <p:tgtEl>
                                          <p:spTgt spid="91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bldLvl="5" autoUpdateAnimBg="0" advAuto="1000"/>
      <p:bldP spid="91144" grpId="0" build="p" bldLvl="2" autoUpdateAnimBg="0" advAuto="300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FB32B934-4384-7C7F-7237-18CE593775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6822188B-4C41-4133-BDA7-60D217E0B1CA}" type="slidenum">
              <a:rPr lang="en-US" altLang="en-US" sz="1200">
                <a:solidFill>
                  <a:schemeClr val="tx1"/>
                </a:solidFill>
                <a:latin typeface="Garamond" panose="02020404030301010803" pitchFamily="18" charset="0"/>
              </a:rPr>
              <a:pPr/>
              <a:t>29</a:t>
            </a:fld>
            <a:endParaRPr lang="en-US" altLang="en-US" sz="1200" dirty="0">
              <a:solidFill>
                <a:schemeClr val="tx1"/>
              </a:solidFill>
              <a:latin typeface="Garamond" panose="02020404030301010803" pitchFamily="18" charset="0"/>
            </a:endParaRPr>
          </a:p>
        </p:txBody>
      </p:sp>
      <p:sp>
        <p:nvSpPr>
          <p:cNvPr id="13315" name="Rectangle 2">
            <a:extLst>
              <a:ext uri="{FF2B5EF4-FFF2-40B4-BE49-F238E27FC236}">
                <a16:creationId xmlns:a16="http://schemas.microsoft.com/office/drawing/2014/main" id="{9F8E7E34-6520-C73E-AAB5-79E4B9C6FFB4}"/>
              </a:ext>
            </a:extLst>
          </p:cNvPr>
          <p:cNvSpPr>
            <a:spLocks noGrp="1" noChangeArrowheads="1"/>
          </p:cNvSpPr>
          <p:nvPr>
            <p:ph type="title"/>
          </p:nvPr>
        </p:nvSpPr>
        <p:spPr/>
        <p:txBody>
          <a:bodyPr/>
          <a:lstStyle/>
          <a:p>
            <a:pPr eaLnBrk="1" hangingPunct="1"/>
            <a:r>
              <a:rPr lang="en-US" altLang="en-US" sz="3800" b="1" dirty="0"/>
              <a:t>Code the program  - using several programming languages</a:t>
            </a:r>
          </a:p>
        </p:txBody>
      </p:sp>
      <p:sp>
        <p:nvSpPr>
          <p:cNvPr id="13316" name="Rectangle 3">
            <a:extLst>
              <a:ext uri="{FF2B5EF4-FFF2-40B4-BE49-F238E27FC236}">
                <a16:creationId xmlns:a16="http://schemas.microsoft.com/office/drawing/2014/main" id="{AEB7AF18-5E90-E279-FB07-4A026B4D5559}"/>
              </a:ext>
            </a:extLst>
          </p:cNvPr>
          <p:cNvSpPr>
            <a:spLocks noGrp="1" noChangeArrowheads="1"/>
          </p:cNvSpPr>
          <p:nvPr>
            <p:ph type="body" idx="1"/>
          </p:nvPr>
        </p:nvSpPr>
        <p:spPr>
          <a:xfrm>
            <a:off x="457200" y="1676400"/>
            <a:ext cx="8229600" cy="4343400"/>
          </a:xfrm>
        </p:spPr>
        <p:txBody>
          <a:bodyPr/>
          <a:lstStyle/>
          <a:p>
            <a:pPr eaLnBrk="1" hangingPunct="1"/>
            <a:r>
              <a:rPr lang="en-US" altLang="en-US" sz="2600" dirty="0"/>
              <a:t>Cobol</a:t>
            </a:r>
          </a:p>
          <a:p>
            <a:pPr eaLnBrk="1" hangingPunct="1"/>
            <a:r>
              <a:rPr lang="en-US" altLang="en-US" sz="2600" dirty="0"/>
              <a:t>C</a:t>
            </a:r>
          </a:p>
          <a:p>
            <a:pPr eaLnBrk="1" hangingPunct="1"/>
            <a:r>
              <a:rPr lang="en-US" altLang="en-US" sz="2600" dirty="0"/>
              <a:t>C++</a:t>
            </a:r>
          </a:p>
          <a:p>
            <a:pPr eaLnBrk="1" hangingPunct="1"/>
            <a:r>
              <a:rPr lang="en-US" altLang="en-US" sz="2600" dirty="0"/>
              <a:t>Visual Basic</a:t>
            </a:r>
          </a:p>
          <a:p>
            <a:pPr eaLnBrk="1" hangingPunct="1"/>
            <a:r>
              <a:rPr lang="en-US" altLang="en-US" sz="2600" dirty="0"/>
              <a:t>Java</a:t>
            </a:r>
          </a:p>
          <a:p>
            <a:pPr eaLnBrk="1" hangingPunct="1"/>
            <a:r>
              <a:rPr lang="en-US" altLang="en-US" sz="2600" dirty="0"/>
              <a:t>Visual Studio</a:t>
            </a:r>
          </a:p>
          <a:p>
            <a:pPr eaLnBrk="1" hangingPunct="1"/>
            <a:r>
              <a:rPr lang="en-US" altLang="en-US" sz="2600" dirty="0"/>
              <a:t>Delphi –  web application</a:t>
            </a:r>
          </a:p>
          <a:p>
            <a:pPr eaLnBrk="1" hangingPunct="1"/>
            <a:r>
              <a:rPr lang="en-US" altLang="en-US" sz="2600" dirty="0"/>
              <a:t>Power Builder – web application </a:t>
            </a:r>
          </a:p>
          <a:p>
            <a:pPr eaLnBrk="1" hangingPunct="1"/>
            <a:r>
              <a:rPr lang="en-US" altLang="en-US" sz="2600" dirty="0"/>
              <a:t>SQL – query language </a:t>
            </a:r>
          </a:p>
          <a:p>
            <a:pPr eaLnBrk="1" hangingPunct="1"/>
            <a:endParaRPr lang="en-US" alt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CEC73B8B-AB3C-75F7-D83B-E288D4CDCB1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EB46E3BC-E8CB-405A-8532-7FDA501A3B8E}" type="slidenum">
              <a:rPr lang="en-US" altLang="en-US" sz="1200">
                <a:solidFill>
                  <a:schemeClr val="tx1"/>
                </a:solidFill>
                <a:latin typeface="Garamond" panose="02020404030301010803" pitchFamily="18" charset="0"/>
              </a:rPr>
              <a:pPr/>
              <a:t>30</a:t>
            </a:fld>
            <a:endParaRPr lang="en-US" altLang="en-US" sz="1200" dirty="0">
              <a:solidFill>
                <a:schemeClr val="tx1"/>
              </a:solidFill>
              <a:latin typeface="Garamond" panose="02020404030301010803" pitchFamily="18" charset="0"/>
            </a:endParaRPr>
          </a:p>
        </p:txBody>
      </p:sp>
      <p:sp>
        <p:nvSpPr>
          <p:cNvPr id="11265" name="Rectangle 1">
            <a:extLst>
              <a:ext uri="{FF2B5EF4-FFF2-40B4-BE49-F238E27FC236}">
                <a16:creationId xmlns:a16="http://schemas.microsoft.com/office/drawing/2014/main" id="{0902D45E-6FD3-DF66-7ED2-3E1DE89F01C9}"/>
              </a:ext>
            </a:extLst>
          </p:cNvPr>
          <p:cNvSpPr>
            <a:spLocks noGrp="1" noChangeArrowheads="1"/>
          </p:cNvSpPr>
          <p:nvPr>
            <p:ph type="title"/>
          </p:nvPr>
        </p:nvSpPr>
        <p:spPr>
          <a:xfrm>
            <a:off x="990600" y="1600200"/>
            <a:ext cx="7467600" cy="1295400"/>
          </a:xfrm>
        </p:spPr>
        <p:txBody>
          <a:bodyPr lIns="92160" tIns="46080" rIns="92160" bIns="46080" anchor="ctr"/>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b="1" dirty="0">
                <a:effectLst>
                  <a:outerShdw blurRad="38100" dist="38100" dir="2700000" algn="tl">
                    <a:srgbClr val="C0C0C0"/>
                  </a:outerShdw>
                </a:effectLst>
              </a:rPr>
              <a:t>TESTING</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14C58-D765-B0BF-CE98-585E0CA348D6}"/>
              </a:ext>
            </a:extLst>
          </p:cNvPr>
          <p:cNvSpPr>
            <a:spLocks noGrp="1"/>
          </p:cNvSpPr>
          <p:nvPr>
            <p:ph type="title"/>
          </p:nvPr>
        </p:nvSpPr>
        <p:spPr/>
        <p:txBody>
          <a:bodyPr/>
          <a:lstStyle/>
          <a:p>
            <a:r>
              <a:rPr lang="en-US" b="1" dirty="0"/>
              <a:t>Software/Program Testing</a:t>
            </a:r>
            <a:endParaRPr lang="en-MY" b="1" dirty="0"/>
          </a:p>
        </p:txBody>
      </p:sp>
      <p:sp>
        <p:nvSpPr>
          <p:cNvPr id="3" name="Text Placeholder 2">
            <a:extLst>
              <a:ext uri="{FF2B5EF4-FFF2-40B4-BE49-F238E27FC236}">
                <a16:creationId xmlns:a16="http://schemas.microsoft.com/office/drawing/2014/main" id="{4F61CC53-9C0D-3ACA-1C48-8582840937A8}"/>
              </a:ext>
            </a:extLst>
          </p:cNvPr>
          <p:cNvSpPr>
            <a:spLocks noGrp="1"/>
          </p:cNvSpPr>
          <p:nvPr>
            <p:ph type="body" idx="1"/>
          </p:nvPr>
        </p:nvSpPr>
        <p:spPr/>
        <p:txBody>
          <a:bodyPr/>
          <a:lstStyle/>
          <a:p>
            <a:r>
              <a:rPr lang="en-US" sz="2400" dirty="0"/>
              <a:t>A method to assess the functionality of a software program. </a:t>
            </a:r>
          </a:p>
          <a:p>
            <a:r>
              <a:rPr lang="en-US" sz="2400" dirty="0"/>
              <a:t>It involves checking whether the actual software matches the expected requirements and ensures that the software is free of bugs. </a:t>
            </a:r>
          </a:p>
          <a:p>
            <a:r>
              <a:rPr lang="en-US" sz="2400" dirty="0"/>
              <a:t>The purpose of software testing is to identify errors, faults, or missing requirements in contrast to the actual requirements. </a:t>
            </a:r>
          </a:p>
          <a:p>
            <a:r>
              <a:rPr lang="en-US" sz="2400" dirty="0"/>
              <a:t>By systematically identifying and fixing issues, software testing helps deliver high-quality software that performs as expected in various scenarios</a:t>
            </a:r>
            <a:endParaRPr lang="en-MY" sz="2400" dirty="0"/>
          </a:p>
        </p:txBody>
      </p:sp>
    </p:spTree>
    <p:extLst>
      <p:ext uri="{BB962C8B-B14F-4D97-AF65-F5344CB8AC3E}">
        <p14:creationId xmlns:p14="http://schemas.microsoft.com/office/powerpoint/2010/main" val="3780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Software/Program Testing</a:t>
            </a:r>
          </a:p>
        </p:txBody>
      </p:sp>
      <p:sp>
        <p:nvSpPr>
          <p:cNvPr id="3" name="Content Placeholder 2"/>
          <p:cNvSpPr>
            <a:spLocks noGrp="1"/>
          </p:cNvSpPr>
          <p:nvPr>
            <p:ph idx="1"/>
          </p:nvPr>
        </p:nvSpPr>
        <p:spPr/>
        <p:txBody>
          <a:bodyPr/>
          <a:lstStyle/>
          <a:p>
            <a:r>
              <a:rPr lang="en-US" sz="2200" dirty="0"/>
              <a:t>Testing is intended to show that a program does what it is intended to do and to discover program defects before it is put into use. </a:t>
            </a:r>
          </a:p>
          <a:p>
            <a:r>
              <a:rPr lang="en-US" sz="2200" dirty="0"/>
              <a:t>When you test software, you execute a program using artificial data. </a:t>
            </a:r>
          </a:p>
          <a:p>
            <a:r>
              <a:rPr lang="en-US" sz="2200" dirty="0"/>
              <a:t>You check the results of the test run for errors, anomalies or information about the program’s non-functional attributes. </a:t>
            </a:r>
          </a:p>
          <a:p>
            <a:r>
              <a:rPr lang="en-GB" sz="2200" dirty="0"/>
              <a:t>Can reveal the presence of errors not their absence.</a:t>
            </a:r>
          </a:p>
          <a:p>
            <a:r>
              <a:rPr lang="en-GB" sz="2200" dirty="0"/>
              <a:t>Testing is part of a more general verification and validation process, which also includes static validation techniques.</a:t>
            </a:r>
          </a:p>
        </p:txBody>
      </p:sp>
    </p:spTree>
    <p:extLst>
      <p:ext uri="{BB962C8B-B14F-4D97-AF65-F5344CB8AC3E}">
        <p14:creationId xmlns:p14="http://schemas.microsoft.com/office/powerpoint/2010/main" val="40110081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8D3B8D46-22A3-9C2D-85BA-12E73B447E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A5083CE6-C3A1-432B-AC8A-13F56B2E51D5}" type="slidenum">
              <a:rPr lang="en-US" altLang="en-US" sz="1200">
                <a:solidFill>
                  <a:schemeClr val="tx1"/>
                </a:solidFill>
                <a:latin typeface="Garamond" panose="02020404030301010803" pitchFamily="18" charset="0"/>
              </a:rPr>
              <a:pPr/>
              <a:t>33</a:t>
            </a:fld>
            <a:endParaRPr lang="en-US" altLang="en-US" sz="1200" dirty="0">
              <a:solidFill>
                <a:schemeClr val="tx1"/>
              </a:solidFill>
              <a:latin typeface="Garamond" panose="02020404030301010803" pitchFamily="18" charset="0"/>
            </a:endParaRPr>
          </a:p>
        </p:txBody>
      </p:sp>
      <p:sp>
        <p:nvSpPr>
          <p:cNvPr id="14339" name="Rectangle 1">
            <a:extLst>
              <a:ext uri="{FF2B5EF4-FFF2-40B4-BE49-F238E27FC236}">
                <a16:creationId xmlns:a16="http://schemas.microsoft.com/office/drawing/2014/main" id="{BB84F938-63AF-C7BF-E9F3-C6826E8C9AD2}"/>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Test the program</a:t>
            </a:r>
          </a:p>
        </p:txBody>
      </p:sp>
      <p:sp>
        <p:nvSpPr>
          <p:cNvPr id="5122" name="Rectangle 2">
            <a:extLst>
              <a:ext uri="{FF2B5EF4-FFF2-40B4-BE49-F238E27FC236}">
                <a16:creationId xmlns:a16="http://schemas.microsoft.com/office/drawing/2014/main" id="{4B4CE3E4-9415-4DD2-8CF3-ADB9D92BEFB3}"/>
              </a:ext>
            </a:extLst>
          </p:cNvPr>
          <p:cNvSpPr>
            <a:spLocks noGrp="1" noChangeArrowheads="1"/>
          </p:cNvSpPr>
          <p:nvPr>
            <p:ph type="body" idx="1"/>
          </p:nvPr>
        </p:nvSpPr>
        <p:spPr>
          <a:xfrm>
            <a:off x="457200" y="1905000"/>
            <a:ext cx="8232775" cy="3505200"/>
          </a:xfrm>
        </p:spPr>
        <p:txBody>
          <a:bodyPr lIns="90000" tIns="46800" rIns="90000" bIns="46800"/>
          <a:lstStyle/>
          <a:p>
            <a:pPr eaLnBrk="1" hangingPunct="1">
              <a:lnSpc>
                <a:spcPct val="9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solidFill>
                  <a:srgbClr val="CC0000"/>
                </a:solidFill>
              </a:rPr>
              <a:t>Testing</a:t>
            </a:r>
            <a:r>
              <a:rPr lang="en-GB" altLang="en-US" dirty="0"/>
              <a:t> helps ensure that the system performs as outlined in the specifications. </a:t>
            </a:r>
          </a:p>
          <a:p>
            <a:pPr eaLnBrk="1" hangingPunct="1">
              <a:lnSpc>
                <a:spcPct val="90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solidFill>
                  <a:srgbClr val="CC0000"/>
                </a:solidFill>
              </a:rPr>
              <a:t>Documentation</a:t>
            </a:r>
            <a:r>
              <a:rPr lang="en-GB" altLang="en-US" dirty="0"/>
              <a:t> provides information to make the system easier to use and repair.</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4E765C1E-149B-6CB8-AB04-BF7F432526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156E1DEC-F339-436C-9407-3DE062AD3DD1}" type="slidenum">
              <a:rPr lang="en-US" altLang="en-US" sz="1200">
                <a:solidFill>
                  <a:schemeClr val="tx1"/>
                </a:solidFill>
                <a:latin typeface="Garamond" panose="02020404030301010803" pitchFamily="18" charset="0"/>
              </a:rPr>
              <a:pPr/>
              <a:t>34</a:t>
            </a:fld>
            <a:endParaRPr lang="en-US" altLang="en-US" sz="1200" dirty="0">
              <a:solidFill>
                <a:schemeClr val="tx1"/>
              </a:solidFill>
              <a:latin typeface="Garamond" panose="02020404030301010803" pitchFamily="18" charset="0"/>
            </a:endParaRPr>
          </a:p>
        </p:txBody>
      </p:sp>
      <p:sp>
        <p:nvSpPr>
          <p:cNvPr id="26627" name="Rectangle 1">
            <a:extLst>
              <a:ext uri="{FF2B5EF4-FFF2-40B4-BE49-F238E27FC236}">
                <a16:creationId xmlns:a16="http://schemas.microsoft.com/office/drawing/2014/main" id="{ADB220CF-1A57-BC34-8847-497565790A26}"/>
              </a:ext>
            </a:extLst>
          </p:cNvPr>
          <p:cNvSpPr>
            <a:spLocks noGrp="1" noChangeArrowheads="1"/>
          </p:cNvSpPr>
          <p:nvPr>
            <p:ph type="title"/>
          </p:nvPr>
        </p:nvSpPr>
        <p:spPr>
          <a:xfrm>
            <a:off x="457200" y="228600"/>
            <a:ext cx="8232775" cy="6096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Test Plan</a:t>
            </a:r>
          </a:p>
        </p:txBody>
      </p:sp>
      <p:pic>
        <p:nvPicPr>
          <p:cNvPr id="26628" name="Picture 2">
            <a:extLst>
              <a:ext uri="{FF2B5EF4-FFF2-40B4-BE49-F238E27FC236}">
                <a16:creationId xmlns:a16="http://schemas.microsoft.com/office/drawing/2014/main" id="{8D7EA720-8F60-0301-8FB1-8F4F48333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14400"/>
            <a:ext cx="8763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A2126B9E-98B2-ED7F-9C72-4B7A508628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E5E2CB50-2CCD-4329-A31F-21F893BD98BD}" type="slidenum">
              <a:rPr lang="en-US" altLang="en-US" sz="1200">
                <a:solidFill>
                  <a:schemeClr val="tx1"/>
                </a:solidFill>
                <a:latin typeface="Garamond" panose="02020404030301010803" pitchFamily="18" charset="0"/>
              </a:rPr>
              <a:pPr/>
              <a:t>35</a:t>
            </a:fld>
            <a:endParaRPr lang="en-US" altLang="en-US" sz="1200" dirty="0">
              <a:solidFill>
                <a:schemeClr val="tx1"/>
              </a:solidFill>
              <a:latin typeface="Garamond" panose="02020404030301010803" pitchFamily="18" charset="0"/>
            </a:endParaRPr>
          </a:p>
        </p:txBody>
      </p:sp>
      <p:sp>
        <p:nvSpPr>
          <p:cNvPr id="28675" name="Rectangle 1">
            <a:extLst>
              <a:ext uri="{FF2B5EF4-FFF2-40B4-BE49-F238E27FC236}">
                <a16:creationId xmlns:a16="http://schemas.microsoft.com/office/drawing/2014/main" id="{D46CB67D-523A-0A3F-2747-1B1B567312A6}"/>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Categories of Testing</a:t>
            </a:r>
          </a:p>
        </p:txBody>
      </p:sp>
      <p:sp>
        <p:nvSpPr>
          <p:cNvPr id="14338" name="Rectangle 2">
            <a:extLst>
              <a:ext uri="{FF2B5EF4-FFF2-40B4-BE49-F238E27FC236}">
                <a16:creationId xmlns:a16="http://schemas.microsoft.com/office/drawing/2014/main" id="{E83B55F5-0758-EB57-2304-FA7B1E1DA300}"/>
              </a:ext>
            </a:extLst>
          </p:cNvPr>
          <p:cNvSpPr>
            <a:spLocks noGrp="1" noChangeArrowheads="1"/>
          </p:cNvSpPr>
          <p:nvPr>
            <p:ph type="body" idx="1"/>
          </p:nvPr>
        </p:nvSpPr>
        <p:spPr>
          <a:xfrm>
            <a:off x="533400" y="1684338"/>
            <a:ext cx="8258175" cy="4487862"/>
          </a:xfrm>
        </p:spPr>
        <p:txBody>
          <a:bodyPr lIns="90000" tIns="46800" rIns="90000" bIns="46800"/>
          <a:lstStyle/>
          <a:p>
            <a:pPr eaLnBrk="1" hangingPunct="1">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b="1" dirty="0"/>
              <a:t>Unit testing</a:t>
            </a:r>
          </a:p>
          <a:p>
            <a:pPr lvl="1" eaLnBrk="1" hangingPunct="1">
              <a:spcBef>
                <a:spcPts val="500"/>
              </a:spcBef>
              <a:buSzPct val="16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t>Tests each module to assure that it performs its function</a:t>
            </a:r>
          </a:p>
          <a:p>
            <a:pPr eaLnBrk="1" hangingPunct="1">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b="1" dirty="0"/>
              <a:t>Integration testing</a:t>
            </a:r>
          </a:p>
          <a:p>
            <a:pPr lvl="1" eaLnBrk="1" hangingPunct="1">
              <a:spcBef>
                <a:spcPts val="500"/>
              </a:spcBef>
              <a:buSzPct val="16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t>Tests the interaction of modules to assure that they work together</a:t>
            </a:r>
          </a:p>
          <a:p>
            <a:pPr eaLnBrk="1" hangingPunct="1">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b="1" dirty="0"/>
              <a:t>System testing</a:t>
            </a:r>
          </a:p>
          <a:p>
            <a:pPr lvl="1" eaLnBrk="1" hangingPunct="1">
              <a:spcBef>
                <a:spcPts val="500"/>
              </a:spcBef>
              <a:buSzPct val="16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t>Tests to assure that the software works well as part of the overall system</a:t>
            </a:r>
          </a:p>
          <a:p>
            <a:pPr eaLnBrk="1" hangingPunct="1">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b="1" dirty="0"/>
              <a:t>Acceptance testing</a:t>
            </a:r>
          </a:p>
          <a:p>
            <a:pPr lvl="1" eaLnBrk="1" hangingPunct="1">
              <a:spcBef>
                <a:spcPts val="500"/>
              </a:spcBef>
              <a:buSzPct val="16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400" dirty="0"/>
              <a:t>Tests to assure that the system serves organizational needs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4338">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433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4338">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33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4338">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4338">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433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24812D9F-27E3-8EFB-7E3A-F7C168D2EB0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7575590C-B590-4969-8594-A84B75855BEB}" type="slidenum">
              <a:rPr lang="en-US" altLang="en-US" sz="1200">
                <a:solidFill>
                  <a:schemeClr val="tx1"/>
                </a:solidFill>
                <a:latin typeface="Garamond" panose="02020404030301010803" pitchFamily="18" charset="0"/>
              </a:rPr>
              <a:pPr/>
              <a:t>36</a:t>
            </a:fld>
            <a:endParaRPr lang="en-US" altLang="en-US" sz="1200" dirty="0">
              <a:solidFill>
                <a:schemeClr val="tx1"/>
              </a:solidFill>
              <a:latin typeface="Garamond" panose="02020404030301010803" pitchFamily="18" charset="0"/>
            </a:endParaRPr>
          </a:p>
        </p:txBody>
      </p:sp>
      <p:sp>
        <p:nvSpPr>
          <p:cNvPr id="32771" name="Rectangle 1">
            <a:extLst>
              <a:ext uri="{FF2B5EF4-FFF2-40B4-BE49-F238E27FC236}">
                <a16:creationId xmlns:a16="http://schemas.microsoft.com/office/drawing/2014/main" id="{498DAE2C-AC74-CC81-C48C-3DCF9FD4AB50}"/>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Unit Testing</a:t>
            </a:r>
          </a:p>
        </p:txBody>
      </p:sp>
      <p:sp>
        <p:nvSpPr>
          <p:cNvPr id="16386" name="Rectangle 2">
            <a:extLst>
              <a:ext uri="{FF2B5EF4-FFF2-40B4-BE49-F238E27FC236}">
                <a16:creationId xmlns:a16="http://schemas.microsoft.com/office/drawing/2014/main" id="{0E728B71-BC89-1300-779D-7739AB68AD40}"/>
              </a:ext>
            </a:extLst>
          </p:cNvPr>
          <p:cNvSpPr>
            <a:spLocks noGrp="1" noChangeArrowheads="1"/>
          </p:cNvSpPr>
          <p:nvPr>
            <p:ph type="body" idx="1"/>
          </p:nvPr>
        </p:nvSpPr>
        <p:spPr>
          <a:xfrm>
            <a:off x="457200" y="1600200"/>
            <a:ext cx="8232775" cy="4533900"/>
          </a:xfrm>
        </p:spPr>
        <p:txBody>
          <a:bodyPr lIns="90000" tIns="46800" rIns="90000" bIns="46800"/>
          <a:lstStyle/>
          <a:p>
            <a:pPr eaLnBrk="1" hangingPunct="1">
              <a:lnSpc>
                <a:spcPct val="93000"/>
              </a:lnSpc>
              <a:spcBef>
                <a:spcPts val="800"/>
              </a:spcBef>
              <a:buSzPct val="124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b="1" dirty="0"/>
              <a:t>Black Box Testing</a:t>
            </a:r>
          </a:p>
          <a:p>
            <a:pPr lvl="1" eaLnBrk="1" hangingPunct="1">
              <a:spcBef>
                <a:spcPts val="700"/>
              </a:spcBef>
              <a:buSzPct val="114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t>Focuses on whether the unit meets requirements stated in specification</a:t>
            </a:r>
          </a:p>
          <a:p>
            <a:pPr eaLnBrk="1" hangingPunct="1">
              <a:spcBef>
                <a:spcPts val="800"/>
              </a:spcBef>
              <a:buSzPct val="124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600" b="1" dirty="0"/>
              <a:t>White-Box Testing</a:t>
            </a:r>
          </a:p>
          <a:p>
            <a:pPr lvl="1" eaLnBrk="1" hangingPunct="1">
              <a:spcBef>
                <a:spcPts val="700"/>
              </a:spcBef>
              <a:buSzPct val="114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200" dirty="0"/>
              <a:t>Looks inside the module at actual code</a:t>
            </a:r>
          </a:p>
        </p:txBody>
      </p:sp>
      <p:grpSp>
        <p:nvGrpSpPr>
          <p:cNvPr id="32773" name="Group 3">
            <a:extLst>
              <a:ext uri="{FF2B5EF4-FFF2-40B4-BE49-F238E27FC236}">
                <a16:creationId xmlns:a16="http://schemas.microsoft.com/office/drawing/2014/main" id="{38521F41-A15D-EAD0-B1CA-07356F75A83C}"/>
              </a:ext>
            </a:extLst>
          </p:cNvPr>
          <p:cNvGrpSpPr>
            <a:grpSpLocks/>
          </p:cNvGrpSpPr>
          <p:nvPr/>
        </p:nvGrpSpPr>
        <p:grpSpPr bwMode="auto">
          <a:xfrm>
            <a:off x="1371600" y="4876800"/>
            <a:ext cx="1635125" cy="1296988"/>
            <a:chOff x="864" y="3072"/>
            <a:chExt cx="1030" cy="817"/>
          </a:xfrm>
        </p:grpSpPr>
        <p:sp>
          <p:nvSpPr>
            <p:cNvPr id="32844" name="AutoShape 4">
              <a:extLst>
                <a:ext uri="{FF2B5EF4-FFF2-40B4-BE49-F238E27FC236}">
                  <a16:creationId xmlns:a16="http://schemas.microsoft.com/office/drawing/2014/main" id="{A854B3B7-0E44-8154-B51C-164C2A3F0C1E}"/>
                </a:ext>
              </a:extLst>
            </p:cNvPr>
            <p:cNvSpPr>
              <a:spLocks noChangeArrowheads="1"/>
            </p:cNvSpPr>
            <p:nvPr/>
          </p:nvSpPr>
          <p:spPr bwMode="auto">
            <a:xfrm>
              <a:off x="872" y="3124"/>
              <a:ext cx="1015" cy="686"/>
            </a:xfrm>
            <a:prstGeom prst="roundRect">
              <a:avLst>
                <a:gd name="adj" fmla="val 144"/>
              </a:avLst>
            </a:pr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45" name="Freeform 5">
              <a:extLst>
                <a:ext uri="{FF2B5EF4-FFF2-40B4-BE49-F238E27FC236}">
                  <a16:creationId xmlns:a16="http://schemas.microsoft.com/office/drawing/2014/main" id="{20648F55-8D1A-F576-4185-7DC8BE18CA6C}"/>
                </a:ext>
              </a:extLst>
            </p:cNvPr>
            <p:cNvSpPr>
              <a:spLocks noChangeArrowheads="1"/>
            </p:cNvSpPr>
            <p:nvPr/>
          </p:nvSpPr>
          <p:spPr bwMode="auto">
            <a:xfrm>
              <a:off x="864" y="3119"/>
              <a:ext cx="16" cy="691"/>
            </a:xfrm>
            <a:custGeom>
              <a:avLst/>
              <a:gdLst>
                <a:gd name="T0" fmla="*/ 0 w 72"/>
                <a:gd name="T1" fmla="*/ 0 h 3045"/>
                <a:gd name="T2" fmla="*/ 0 w 72"/>
                <a:gd name="T3" fmla="*/ 0 h 3045"/>
                <a:gd name="T4" fmla="*/ 0 w 72"/>
                <a:gd name="T5" fmla="*/ 36 h 3045"/>
                <a:gd name="T6" fmla="*/ 1 w 72"/>
                <a:gd name="T7" fmla="*/ 36 h 3045"/>
                <a:gd name="T8" fmla="*/ 1 w 72"/>
                <a:gd name="T9" fmla="*/ 0 h 3045"/>
                <a:gd name="T10" fmla="*/ 0 w 72"/>
                <a:gd name="T11" fmla="*/ 0 h 3045"/>
                <a:gd name="T12" fmla="*/ 0 w 72"/>
                <a:gd name="T13" fmla="*/ 0 h 3045"/>
                <a:gd name="T14" fmla="*/ 0 w 72"/>
                <a:gd name="T15" fmla="*/ 0 h 3045"/>
                <a:gd name="T16" fmla="*/ 0 w 72"/>
                <a:gd name="T17" fmla="*/ 0 h 3045"/>
                <a:gd name="T18" fmla="*/ 0 w 72"/>
                <a:gd name="T19" fmla="*/ 0 h 3045"/>
                <a:gd name="T20" fmla="*/ 0 w 72"/>
                <a:gd name="T21" fmla="*/ 0 h 30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
                <a:gd name="T34" fmla="*/ 0 h 3045"/>
                <a:gd name="T35" fmla="*/ 72 w 72"/>
                <a:gd name="T36" fmla="*/ 3045 h 30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 h="3045">
                  <a:moveTo>
                    <a:pt x="35" y="0"/>
                  </a:moveTo>
                  <a:lnTo>
                    <a:pt x="0" y="22"/>
                  </a:lnTo>
                  <a:lnTo>
                    <a:pt x="0" y="3044"/>
                  </a:lnTo>
                  <a:lnTo>
                    <a:pt x="71" y="3044"/>
                  </a:lnTo>
                  <a:lnTo>
                    <a:pt x="71" y="22"/>
                  </a:lnTo>
                  <a:lnTo>
                    <a:pt x="35" y="22"/>
                  </a:lnTo>
                  <a:lnTo>
                    <a:pt x="35" y="0"/>
                  </a:lnTo>
                  <a:lnTo>
                    <a:pt x="0" y="0"/>
                  </a:lnTo>
                  <a:lnTo>
                    <a:pt x="0" y="22"/>
                  </a:lnTo>
                  <a:lnTo>
                    <a:pt x="35"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6" name="Freeform 6">
              <a:extLst>
                <a:ext uri="{FF2B5EF4-FFF2-40B4-BE49-F238E27FC236}">
                  <a16:creationId xmlns:a16="http://schemas.microsoft.com/office/drawing/2014/main" id="{1A53920B-3DE4-2CF6-A3C8-F1E6B247084D}"/>
                </a:ext>
              </a:extLst>
            </p:cNvPr>
            <p:cNvSpPr>
              <a:spLocks noChangeArrowheads="1"/>
            </p:cNvSpPr>
            <p:nvPr/>
          </p:nvSpPr>
          <p:spPr bwMode="auto">
            <a:xfrm>
              <a:off x="872" y="3119"/>
              <a:ext cx="1023" cy="6"/>
            </a:xfrm>
            <a:custGeom>
              <a:avLst/>
              <a:gdLst>
                <a:gd name="T0" fmla="*/ 53 w 4509"/>
                <a:gd name="T1" fmla="*/ 0 h 26"/>
                <a:gd name="T2" fmla="*/ 52 w 4509"/>
                <a:gd name="T3" fmla="*/ 0 h 26"/>
                <a:gd name="T4" fmla="*/ 0 w 4509"/>
                <a:gd name="T5" fmla="*/ 0 h 26"/>
                <a:gd name="T6" fmla="*/ 0 w 4509"/>
                <a:gd name="T7" fmla="*/ 0 h 26"/>
                <a:gd name="T8" fmla="*/ 52 w 4509"/>
                <a:gd name="T9" fmla="*/ 0 h 26"/>
                <a:gd name="T10" fmla="*/ 52 w 4509"/>
                <a:gd name="T11" fmla="*/ 0 h 26"/>
                <a:gd name="T12" fmla="*/ 53 w 4509"/>
                <a:gd name="T13" fmla="*/ 0 h 26"/>
                <a:gd name="T14" fmla="*/ 53 w 4509"/>
                <a:gd name="T15" fmla="*/ 0 h 26"/>
                <a:gd name="T16" fmla="*/ 52 w 4509"/>
                <a:gd name="T17" fmla="*/ 0 h 26"/>
                <a:gd name="T18" fmla="*/ 53 w 4509"/>
                <a:gd name="T19" fmla="*/ 0 h 26"/>
                <a:gd name="T20" fmla="*/ 53 w 4509"/>
                <a:gd name="T21" fmla="*/ 0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09"/>
                <a:gd name="T34" fmla="*/ 0 h 26"/>
                <a:gd name="T35" fmla="*/ 4509 w 4509"/>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09" h="26">
                  <a:moveTo>
                    <a:pt x="4508" y="25"/>
                  </a:moveTo>
                  <a:lnTo>
                    <a:pt x="4472" y="0"/>
                  </a:lnTo>
                  <a:lnTo>
                    <a:pt x="0" y="0"/>
                  </a:lnTo>
                  <a:lnTo>
                    <a:pt x="0" y="25"/>
                  </a:lnTo>
                  <a:lnTo>
                    <a:pt x="4472" y="25"/>
                  </a:lnTo>
                  <a:lnTo>
                    <a:pt x="4437" y="25"/>
                  </a:lnTo>
                  <a:lnTo>
                    <a:pt x="4508" y="25"/>
                  </a:lnTo>
                  <a:lnTo>
                    <a:pt x="4508" y="0"/>
                  </a:lnTo>
                  <a:lnTo>
                    <a:pt x="4472" y="0"/>
                  </a:lnTo>
                  <a:lnTo>
                    <a:pt x="4508" y="2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7" name="Freeform 7">
              <a:extLst>
                <a:ext uri="{FF2B5EF4-FFF2-40B4-BE49-F238E27FC236}">
                  <a16:creationId xmlns:a16="http://schemas.microsoft.com/office/drawing/2014/main" id="{AAF9D113-2CA7-CA5D-018E-BEA71AA391AE}"/>
                </a:ext>
              </a:extLst>
            </p:cNvPr>
            <p:cNvSpPr>
              <a:spLocks noChangeArrowheads="1"/>
            </p:cNvSpPr>
            <p:nvPr/>
          </p:nvSpPr>
          <p:spPr bwMode="auto">
            <a:xfrm>
              <a:off x="1878" y="3124"/>
              <a:ext cx="17" cy="685"/>
            </a:xfrm>
            <a:custGeom>
              <a:avLst/>
              <a:gdLst>
                <a:gd name="T0" fmla="*/ 0 w 75"/>
                <a:gd name="T1" fmla="*/ 35 h 3022"/>
                <a:gd name="T2" fmla="*/ 1 w 75"/>
                <a:gd name="T3" fmla="*/ 35 h 3022"/>
                <a:gd name="T4" fmla="*/ 1 w 75"/>
                <a:gd name="T5" fmla="*/ 0 h 3022"/>
                <a:gd name="T6" fmla="*/ 0 w 75"/>
                <a:gd name="T7" fmla="*/ 0 h 3022"/>
                <a:gd name="T8" fmla="*/ 0 w 75"/>
                <a:gd name="T9" fmla="*/ 35 h 3022"/>
                <a:gd name="T10" fmla="*/ 0 w 75"/>
                <a:gd name="T11" fmla="*/ 35 h 3022"/>
                <a:gd name="T12" fmla="*/ 0 w 75"/>
                <a:gd name="T13" fmla="*/ 35 h 3022"/>
                <a:gd name="T14" fmla="*/ 1 w 75"/>
                <a:gd name="T15" fmla="*/ 35 h 3022"/>
                <a:gd name="T16" fmla="*/ 1 w 75"/>
                <a:gd name="T17" fmla="*/ 35 h 3022"/>
                <a:gd name="T18" fmla="*/ 0 w 75"/>
                <a:gd name="T19" fmla="*/ 35 h 3022"/>
                <a:gd name="T20" fmla="*/ 0 w 75"/>
                <a:gd name="T21" fmla="*/ 35 h 30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
                <a:gd name="T34" fmla="*/ 0 h 3022"/>
                <a:gd name="T35" fmla="*/ 75 w 75"/>
                <a:gd name="T36" fmla="*/ 3022 h 30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 h="3022">
                  <a:moveTo>
                    <a:pt x="37" y="3021"/>
                  </a:moveTo>
                  <a:lnTo>
                    <a:pt x="74" y="3021"/>
                  </a:lnTo>
                  <a:lnTo>
                    <a:pt x="74" y="0"/>
                  </a:lnTo>
                  <a:lnTo>
                    <a:pt x="0" y="0"/>
                  </a:lnTo>
                  <a:lnTo>
                    <a:pt x="0" y="3021"/>
                  </a:lnTo>
                  <a:lnTo>
                    <a:pt x="37" y="2999"/>
                  </a:lnTo>
                  <a:lnTo>
                    <a:pt x="37" y="3021"/>
                  </a:lnTo>
                  <a:lnTo>
                    <a:pt x="74" y="3021"/>
                  </a:lnTo>
                  <a:lnTo>
                    <a:pt x="37" y="30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8" name="Freeform 8">
              <a:extLst>
                <a:ext uri="{FF2B5EF4-FFF2-40B4-BE49-F238E27FC236}">
                  <a16:creationId xmlns:a16="http://schemas.microsoft.com/office/drawing/2014/main" id="{4B3574E2-C8A8-2B82-2F32-444ABCB54141}"/>
                </a:ext>
              </a:extLst>
            </p:cNvPr>
            <p:cNvSpPr>
              <a:spLocks noChangeArrowheads="1"/>
            </p:cNvSpPr>
            <p:nvPr/>
          </p:nvSpPr>
          <p:spPr bwMode="auto">
            <a:xfrm>
              <a:off x="864" y="3804"/>
              <a:ext cx="1022" cy="5"/>
            </a:xfrm>
            <a:custGeom>
              <a:avLst/>
              <a:gdLst>
                <a:gd name="T0" fmla="*/ 0 w 4508"/>
                <a:gd name="T1" fmla="*/ 0 h 23"/>
                <a:gd name="T2" fmla="*/ 0 w 4508"/>
                <a:gd name="T3" fmla="*/ 0 h 23"/>
                <a:gd name="T4" fmla="*/ 53 w 4508"/>
                <a:gd name="T5" fmla="*/ 0 h 23"/>
                <a:gd name="T6" fmla="*/ 53 w 4508"/>
                <a:gd name="T7" fmla="*/ 0 h 23"/>
                <a:gd name="T8" fmla="*/ 0 w 4508"/>
                <a:gd name="T9" fmla="*/ 0 h 23"/>
                <a:gd name="T10" fmla="*/ 1 w 4508"/>
                <a:gd name="T11" fmla="*/ 0 h 23"/>
                <a:gd name="T12" fmla="*/ 0 w 4508"/>
                <a:gd name="T13" fmla="*/ 0 h 23"/>
                <a:gd name="T14" fmla="*/ 0 w 4508"/>
                <a:gd name="T15" fmla="*/ 0 h 23"/>
                <a:gd name="T16" fmla="*/ 0 w 4508"/>
                <a:gd name="T17" fmla="*/ 0 h 23"/>
                <a:gd name="T18" fmla="*/ 0 w 4508"/>
                <a:gd name="T19" fmla="*/ 0 h 23"/>
                <a:gd name="T20" fmla="*/ 0 w 4508"/>
                <a:gd name="T21" fmla="*/ 0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08"/>
                <a:gd name="T34" fmla="*/ 0 h 23"/>
                <a:gd name="T35" fmla="*/ 4508 w 4508"/>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08" h="23">
                  <a:moveTo>
                    <a:pt x="0" y="22"/>
                  </a:moveTo>
                  <a:lnTo>
                    <a:pt x="35" y="22"/>
                  </a:lnTo>
                  <a:lnTo>
                    <a:pt x="4507" y="22"/>
                  </a:lnTo>
                  <a:lnTo>
                    <a:pt x="4507" y="0"/>
                  </a:lnTo>
                  <a:lnTo>
                    <a:pt x="35" y="0"/>
                  </a:lnTo>
                  <a:lnTo>
                    <a:pt x="70" y="22"/>
                  </a:lnTo>
                  <a:lnTo>
                    <a:pt x="0" y="22"/>
                  </a:lnTo>
                  <a:lnTo>
                    <a:pt x="35" y="22"/>
                  </a:lnTo>
                  <a:lnTo>
                    <a:pt x="0"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9" name="AutoShape 9">
              <a:extLst>
                <a:ext uri="{FF2B5EF4-FFF2-40B4-BE49-F238E27FC236}">
                  <a16:creationId xmlns:a16="http://schemas.microsoft.com/office/drawing/2014/main" id="{BA3CA3B3-A79D-BFD6-C085-AB8835A52037}"/>
                </a:ext>
              </a:extLst>
            </p:cNvPr>
            <p:cNvSpPr>
              <a:spLocks noChangeArrowheads="1"/>
            </p:cNvSpPr>
            <p:nvPr/>
          </p:nvSpPr>
          <p:spPr bwMode="auto">
            <a:xfrm>
              <a:off x="994" y="3204"/>
              <a:ext cx="771" cy="522"/>
            </a:xfrm>
            <a:prstGeom prst="roundRect">
              <a:avLst>
                <a:gd name="adj" fmla="val 19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50" name="Freeform 10">
              <a:extLst>
                <a:ext uri="{FF2B5EF4-FFF2-40B4-BE49-F238E27FC236}">
                  <a16:creationId xmlns:a16="http://schemas.microsoft.com/office/drawing/2014/main" id="{5342D3E2-8B8E-F08F-8FF2-AD24F3BF76E4}"/>
                </a:ext>
              </a:extLst>
            </p:cNvPr>
            <p:cNvSpPr>
              <a:spLocks noChangeArrowheads="1"/>
            </p:cNvSpPr>
            <p:nvPr/>
          </p:nvSpPr>
          <p:spPr bwMode="auto">
            <a:xfrm>
              <a:off x="987" y="3198"/>
              <a:ext cx="7" cy="528"/>
            </a:xfrm>
            <a:custGeom>
              <a:avLst/>
              <a:gdLst>
                <a:gd name="T0" fmla="*/ 0 w 32"/>
                <a:gd name="T1" fmla="*/ 0 h 2327"/>
                <a:gd name="T2" fmla="*/ 0 w 32"/>
                <a:gd name="T3" fmla="*/ 0 h 2327"/>
                <a:gd name="T4" fmla="*/ 0 w 32"/>
                <a:gd name="T5" fmla="*/ 27 h 2327"/>
                <a:gd name="T6" fmla="*/ 0 w 32"/>
                <a:gd name="T7" fmla="*/ 27 h 2327"/>
                <a:gd name="T8" fmla="*/ 0 w 32"/>
                <a:gd name="T9" fmla="*/ 0 h 2327"/>
                <a:gd name="T10" fmla="*/ 0 w 32"/>
                <a:gd name="T11" fmla="*/ 0 h 2327"/>
                <a:gd name="T12" fmla="*/ 0 w 32"/>
                <a:gd name="T13" fmla="*/ 0 h 2327"/>
                <a:gd name="T14" fmla="*/ 0 w 32"/>
                <a:gd name="T15" fmla="*/ 0 h 2327"/>
                <a:gd name="T16" fmla="*/ 0 w 32"/>
                <a:gd name="T17" fmla="*/ 0 h 2327"/>
                <a:gd name="T18" fmla="*/ 0 w 32"/>
                <a:gd name="T19" fmla="*/ 0 h 2327"/>
                <a:gd name="T20" fmla="*/ 0 w 32"/>
                <a:gd name="T21" fmla="*/ 0 h 23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
                <a:gd name="T34" fmla="*/ 0 h 2327"/>
                <a:gd name="T35" fmla="*/ 32 w 32"/>
                <a:gd name="T36" fmla="*/ 2327 h 23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 h="2327">
                  <a:moveTo>
                    <a:pt x="31" y="0"/>
                  </a:moveTo>
                  <a:lnTo>
                    <a:pt x="0" y="26"/>
                  </a:lnTo>
                  <a:lnTo>
                    <a:pt x="0" y="2326"/>
                  </a:lnTo>
                  <a:lnTo>
                    <a:pt x="31" y="2326"/>
                  </a:lnTo>
                  <a:lnTo>
                    <a:pt x="31" y="26"/>
                  </a:lnTo>
                  <a:lnTo>
                    <a:pt x="31" y="47"/>
                  </a:lnTo>
                  <a:lnTo>
                    <a:pt x="31" y="0"/>
                  </a:lnTo>
                  <a:lnTo>
                    <a:pt x="0" y="0"/>
                  </a:lnTo>
                  <a:lnTo>
                    <a:pt x="0" y="26"/>
                  </a:lnTo>
                  <a:lnTo>
                    <a:pt x="31"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1" name="Freeform 11">
              <a:extLst>
                <a:ext uri="{FF2B5EF4-FFF2-40B4-BE49-F238E27FC236}">
                  <a16:creationId xmlns:a16="http://schemas.microsoft.com/office/drawing/2014/main" id="{EE251695-09BA-1C84-3F8A-38331465C33D}"/>
                </a:ext>
              </a:extLst>
            </p:cNvPr>
            <p:cNvSpPr>
              <a:spLocks noChangeArrowheads="1"/>
            </p:cNvSpPr>
            <p:nvPr/>
          </p:nvSpPr>
          <p:spPr bwMode="auto">
            <a:xfrm>
              <a:off x="994" y="3198"/>
              <a:ext cx="778" cy="11"/>
            </a:xfrm>
            <a:custGeom>
              <a:avLst/>
              <a:gdLst>
                <a:gd name="T0" fmla="*/ 40 w 3430"/>
                <a:gd name="T1" fmla="*/ 0 h 48"/>
                <a:gd name="T2" fmla="*/ 40 w 3430"/>
                <a:gd name="T3" fmla="*/ 0 h 48"/>
                <a:gd name="T4" fmla="*/ 0 w 3430"/>
                <a:gd name="T5" fmla="*/ 0 h 48"/>
                <a:gd name="T6" fmla="*/ 0 w 3430"/>
                <a:gd name="T7" fmla="*/ 1 h 48"/>
                <a:gd name="T8" fmla="*/ 40 w 3430"/>
                <a:gd name="T9" fmla="*/ 1 h 48"/>
                <a:gd name="T10" fmla="*/ 40 w 3430"/>
                <a:gd name="T11" fmla="*/ 0 h 48"/>
                <a:gd name="T12" fmla="*/ 40 w 3430"/>
                <a:gd name="T13" fmla="*/ 0 h 48"/>
                <a:gd name="T14" fmla="*/ 40 w 3430"/>
                <a:gd name="T15" fmla="*/ 0 h 48"/>
                <a:gd name="T16" fmla="*/ 40 w 3430"/>
                <a:gd name="T17" fmla="*/ 0 h 48"/>
                <a:gd name="T18" fmla="*/ 40 w 3430"/>
                <a:gd name="T19" fmla="*/ 0 h 48"/>
                <a:gd name="T20" fmla="*/ 40 w 3430"/>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30"/>
                <a:gd name="T34" fmla="*/ 0 h 48"/>
                <a:gd name="T35" fmla="*/ 3430 w 3430"/>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30" h="48">
                  <a:moveTo>
                    <a:pt x="3429" y="26"/>
                  </a:moveTo>
                  <a:lnTo>
                    <a:pt x="3398" y="0"/>
                  </a:lnTo>
                  <a:lnTo>
                    <a:pt x="0" y="0"/>
                  </a:lnTo>
                  <a:lnTo>
                    <a:pt x="0" y="47"/>
                  </a:lnTo>
                  <a:lnTo>
                    <a:pt x="3398" y="47"/>
                  </a:lnTo>
                  <a:lnTo>
                    <a:pt x="3398" y="26"/>
                  </a:lnTo>
                  <a:lnTo>
                    <a:pt x="3429" y="26"/>
                  </a:lnTo>
                  <a:lnTo>
                    <a:pt x="3429" y="0"/>
                  </a:lnTo>
                  <a:lnTo>
                    <a:pt x="3398" y="0"/>
                  </a:lnTo>
                  <a:lnTo>
                    <a:pt x="3429" y="26"/>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2" name="Freeform 12">
              <a:extLst>
                <a:ext uri="{FF2B5EF4-FFF2-40B4-BE49-F238E27FC236}">
                  <a16:creationId xmlns:a16="http://schemas.microsoft.com/office/drawing/2014/main" id="{29758348-6BA0-90DB-73C6-475B4A721EFC}"/>
                </a:ext>
              </a:extLst>
            </p:cNvPr>
            <p:cNvSpPr>
              <a:spLocks noChangeArrowheads="1"/>
            </p:cNvSpPr>
            <p:nvPr/>
          </p:nvSpPr>
          <p:spPr bwMode="auto">
            <a:xfrm>
              <a:off x="1765" y="3204"/>
              <a:ext cx="7" cy="527"/>
            </a:xfrm>
            <a:custGeom>
              <a:avLst/>
              <a:gdLst>
                <a:gd name="T0" fmla="*/ 0 w 31"/>
                <a:gd name="T1" fmla="*/ 27 h 2322"/>
                <a:gd name="T2" fmla="*/ 0 w 31"/>
                <a:gd name="T3" fmla="*/ 27 h 2322"/>
                <a:gd name="T4" fmla="*/ 0 w 31"/>
                <a:gd name="T5" fmla="*/ 0 h 2322"/>
                <a:gd name="T6" fmla="*/ 0 w 31"/>
                <a:gd name="T7" fmla="*/ 0 h 2322"/>
                <a:gd name="T8" fmla="*/ 0 w 31"/>
                <a:gd name="T9" fmla="*/ 27 h 2322"/>
                <a:gd name="T10" fmla="*/ 0 w 31"/>
                <a:gd name="T11" fmla="*/ 27 h 2322"/>
                <a:gd name="T12" fmla="*/ 0 w 31"/>
                <a:gd name="T13" fmla="*/ 27 h 2322"/>
                <a:gd name="T14" fmla="*/ 0 w 31"/>
                <a:gd name="T15" fmla="*/ 27 h 2322"/>
                <a:gd name="T16" fmla="*/ 0 w 31"/>
                <a:gd name="T17" fmla="*/ 27 h 2322"/>
                <a:gd name="T18" fmla="*/ 0 w 31"/>
                <a:gd name="T19" fmla="*/ 27 h 2322"/>
                <a:gd name="T20" fmla="*/ 0 w 31"/>
                <a:gd name="T21" fmla="*/ 27 h 23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
                <a:gd name="T34" fmla="*/ 0 h 2322"/>
                <a:gd name="T35" fmla="*/ 31 w 31"/>
                <a:gd name="T36" fmla="*/ 2322 h 23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 h="2322">
                  <a:moveTo>
                    <a:pt x="0" y="2321"/>
                  </a:moveTo>
                  <a:lnTo>
                    <a:pt x="30" y="2298"/>
                  </a:lnTo>
                  <a:lnTo>
                    <a:pt x="30" y="0"/>
                  </a:lnTo>
                  <a:lnTo>
                    <a:pt x="0" y="0"/>
                  </a:lnTo>
                  <a:lnTo>
                    <a:pt x="0" y="2298"/>
                  </a:lnTo>
                  <a:lnTo>
                    <a:pt x="0" y="2272"/>
                  </a:lnTo>
                  <a:lnTo>
                    <a:pt x="0" y="2321"/>
                  </a:lnTo>
                  <a:lnTo>
                    <a:pt x="30" y="2321"/>
                  </a:lnTo>
                  <a:lnTo>
                    <a:pt x="30" y="2298"/>
                  </a:lnTo>
                  <a:lnTo>
                    <a:pt x="0" y="23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3" name="Freeform 13">
              <a:extLst>
                <a:ext uri="{FF2B5EF4-FFF2-40B4-BE49-F238E27FC236}">
                  <a16:creationId xmlns:a16="http://schemas.microsoft.com/office/drawing/2014/main" id="{89A2C4D9-7074-796C-2B10-031EC63A59A6}"/>
                </a:ext>
              </a:extLst>
            </p:cNvPr>
            <p:cNvSpPr>
              <a:spLocks noChangeArrowheads="1"/>
            </p:cNvSpPr>
            <p:nvPr/>
          </p:nvSpPr>
          <p:spPr bwMode="auto">
            <a:xfrm>
              <a:off x="987" y="3720"/>
              <a:ext cx="778" cy="11"/>
            </a:xfrm>
            <a:custGeom>
              <a:avLst/>
              <a:gdLst>
                <a:gd name="T0" fmla="*/ 0 w 3430"/>
                <a:gd name="T1" fmla="*/ 0 h 49"/>
                <a:gd name="T2" fmla="*/ 0 w 3430"/>
                <a:gd name="T3" fmla="*/ 0 h 49"/>
                <a:gd name="T4" fmla="*/ 40 w 3430"/>
                <a:gd name="T5" fmla="*/ 0 h 49"/>
                <a:gd name="T6" fmla="*/ 40 w 3430"/>
                <a:gd name="T7" fmla="*/ 0 h 49"/>
                <a:gd name="T8" fmla="*/ 0 w 3430"/>
                <a:gd name="T9" fmla="*/ 0 h 49"/>
                <a:gd name="T10" fmla="*/ 0 w 3430"/>
                <a:gd name="T11" fmla="*/ 0 h 49"/>
                <a:gd name="T12" fmla="*/ 0 w 3430"/>
                <a:gd name="T13" fmla="*/ 0 h 49"/>
                <a:gd name="T14" fmla="*/ 0 w 3430"/>
                <a:gd name="T15" fmla="*/ 0 h 49"/>
                <a:gd name="T16" fmla="*/ 0 w 3430"/>
                <a:gd name="T17" fmla="*/ 0 h 49"/>
                <a:gd name="T18" fmla="*/ 0 w 3430"/>
                <a:gd name="T19" fmla="*/ 0 h 49"/>
                <a:gd name="T20" fmla="*/ 0 w 3430"/>
                <a:gd name="T21" fmla="*/ 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30"/>
                <a:gd name="T34" fmla="*/ 0 h 49"/>
                <a:gd name="T35" fmla="*/ 3430 w 3430"/>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30" h="49">
                  <a:moveTo>
                    <a:pt x="0" y="26"/>
                  </a:moveTo>
                  <a:lnTo>
                    <a:pt x="30" y="48"/>
                  </a:lnTo>
                  <a:lnTo>
                    <a:pt x="3429" y="48"/>
                  </a:lnTo>
                  <a:lnTo>
                    <a:pt x="3429" y="0"/>
                  </a:lnTo>
                  <a:lnTo>
                    <a:pt x="30" y="0"/>
                  </a:lnTo>
                  <a:lnTo>
                    <a:pt x="30" y="26"/>
                  </a:lnTo>
                  <a:lnTo>
                    <a:pt x="0" y="26"/>
                  </a:lnTo>
                  <a:lnTo>
                    <a:pt x="0" y="48"/>
                  </a:lnTo>
                  <a:lnTo>
                    <a:pt x="30" y="48"/>
                  </a:lnTo>
                  <a:lnTo>
                    <a:pt x="0" y="26"/>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4" name="AutoShape 14">
              <a:extLst>
                <a:ext uri="{FF2B5EF4-FFF2-40B4-BE49-F238E27FC236}">
                  <a16:creationId xmlns:a16="http://schemas.microsoft.com/office/drawing/2014/main" id="{ED953446-5319-92A1-AA3C-0EBD89BCF739}"/>
                </a:ext>
              </a:extLst>
            </p:cNvPr>
            <p:cNvSpPr>
              <a:spLocks noChangeArrowheads="1"/>
            </p:cNvSpPr>
            <p:nvPr/>
          </p:nvSpPr>
          <p:spPr bwMode="auto">
            <a:xfrm>
              <a:off x="1086" y="3267"/>
              <a:ext cx="595" cy="401"/>
            </a:xfrm>
            <a:prstGeom prst="roundRect">
              <a:avLst>
                <a:gd name="adj" fmla="val 25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55" name="Freeform 15">
              <a:extLst>
                <a:ext uri="{FF2B5EF4-FFF2-40B4-BE49-F238E27FC236}">
                  <a16:creationId xmlns:a16="http://schemas.microsoft.com/office/drawing/2014/main" id="{C5FA4B1E-BEFD-33B4-8B22-4B58E4A4277A}"/>
                </a:ext>
              </a:extLst>
            </p:cNvPr>
            <p:cNvSpPr>
              <a:spLocks noChangeArrowheads="1"/>
            </p:cNvSpPr>
            <p:nvPr/>
          </p:nvSpPr>
          <p:spPr bwMode="auto">
            <a:xfrm>
              <a:off x="1078" y="3262"/>
              <a:ext cx="8" cy="406"/>
            </a:xfrm>
            <a:custGeom>
              <a:avLst/>
              <a:gdLst>
                <a:gd name="T0" fmla="*/ 0 w 36"/>
                <a:gd name="T1" fmla="*/ 0 h 1790"/>
                <a:gd name="T2" fmla="*/ 0 w 36"/>
                <a:gd name="T3" fmla="*/ 0 h 1790"/>
                <a:gd name="T4" fmla="*/ 0 w 36"/>
                <a:gd name="T5" fmla="*/ 21 h 1790"/>
                <a:gd name="T6" fmla="*/ 0 w 36"/>
                <a:gd name="T7" fmla="*/ 21 h 1790"/>
                <a:gd name="T8" fmla="*/ 0 w 36"/>
                <a:gd name="T9" fmla="*/ 0 h 1790"/>
                <a:gd name="T10" fmla="*/ 0 w 36"/>
                <a:gd name="T11" fmla="*/ 0 h 1790"/>
                <a:gd name="T12" fmla="*/ 0 w 36"/>
                <a:gd name="T13" fmla="*/ 0 h 1790"/>
                <a:gd name="T14" fmla="*/ 0 w 36"/>
                <a:gd name="T15" fmla="*/ 0 h 1790"/>
                <a:gd name="T16" fmla="*/ 0 w 36"/>
                <a:gd name="T17" fmla="*/ 0 h 1790"/>
                <a:gd name="T18" fmla="*/ 0 w 36"/>
                <a:gd name="T19" fmla="*/ 0 h 1790"/>
                <a:gd name="T20" fmla="*/ 0 w 36"/>
                <a:gd name="T21" fmla="*/ 0 h 17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790"/>
                <a:gd name="T35" fmla="*/ 36 w 36"/>
                <a:gd name="T36" fmla="*/ 1790 h 179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790">
                  <a:moveTo>
                    <a:pt x="35" y="0"/>
                  </a:moveTo>
                  <a:lnTo>
                    <a:pt x="0" y="22"/>
                  </a:lnTo>
                  <a:lnTo>
                    <a:pt x="0" y="1789"/>
                  </a:lnTo>
                  <a:lnTo>
                    <a:pt x="35" y="1789"/>
                  </a:lnTo>
                  <a:lnTo>
                    <a:pt x="35" y="22"/>
                  </a:lnTo>
                  <a:lnTo>
                    <a:pt x="35" y="0"/>
                  </a:lnTo>
                  <a:lnTo>
                    <a:pt x="0" y="0"/>
                  </a:lnTo>
                  <a:lnTo>
                    <a:pt x="0" y="22"/>
                  </a:lnTo>
                  <a:lnTo>
                    <a:pt x="35"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6" name="Freeform 16">
              <a:extLst>
                <a:ext uri="{FF2B5EF4-FFF2-40B4-BE49-F238E27FC236}">
                  <a16:creationId xmlns:a16="http://schemas.microsoft.com/office/drawing/2014/main" id="{3F631CF9-7D22-E414-DF41-26952B843C85}"/>
                </a:ext>
              </a:extLst>
            </p:cNvPr>
            <p:cNvSpPr>
              <a:spLocks noChangeArrowheads="1"/>
            </p:cNvSpPr>
            <p:nvPr/>
          </p:nvSpPr>
          <p:spPr bwMode="auto">
            <a:xfrm>
              <a:off x="1086" y="3262"/>
              <a:ext cx="595" cy="5"/>
            </a:xfrm>
            <a:custGeom>
              <a:avLst/>
              <a:gdLst>
                <a:gd name="T0" fmla="*/ 31 w 2625"/>
                <a:gd name="T1" fmla="*/ 0 h 23"/>
                <a:gd name="T2" fmla="*/ 31 w 2625"/>
                <a:gd name="T3" fmla="*/ 0 h 23"/>
                <a:gd name="T4" fmla="*/ 0 w 2625"/>
                <a:gd name="T5" fmla="*/ 0 h 23"/>
                <a:gd name="T6" fmla="*/ 0 w 2625"/>
                <a:gd name="T7" fmla="*/ 0 h 23"/>
                <a:gd name="T8" fmla="*/ 31 w 2625"/>
                <a:gd name="T9" fmla="*/ 0 h 23"/>
                <a:gd name="T10" fmla="*/ 30 w 2625"/>
                <a:gd name="T11" fmla="*/ 0 h 23"/>
                <a:gd name="T12" fmla="*/ 31 w 2625"/>
                <a:gd name="T13" fmla="*/ 0 h 23"/>
                <a:gd name="T14" fmla="*/ 31 w 2625"/>
                <a:gd name="T15" fmla="*/ 0 h 23"/>
                <a:gd name="T16" fmla="*/ 31 w 2625"/>
                <a:gd name="T17" fmla="*/ 0 h 23"/>
                <a:gd name="T18" fmla="*/ 31 w 2625"/>
                <a:gd name="T19" fmla="*/ 0 h 23"/>
                <a:gd name="T20" fmla="*/ 31 w 2625"/>
                <a:gd name="T21" fmla="*/ 0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25"/>
                <a:gd name="T34" fmla="*/ 0 h 23"/>
                <a:gd name="T35" fmla="*/ 2625 w 2625"/>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25" h="23">
                  <a:moveTo>
                    <a:pt x="2624" y="22"/>
                  </a:moveTo>
                  <a:lnTo>
                    <a:pt x="2624" y="0"/>
                  </a:lnTo>
                  <a:lnTo>
                    <a:pt x="0" y="0"/>
                  </a:lnTo>
                  <a:lnTo>
                    <a:pt x="0" y="22"/>
                  </a:lnTo>
                  <a:lnTo>
                    <a:pt x="2624" y="22"/>
                  </a:lnTo>
                  <a:lnTo>
                    <a:pt x="2588" y="22"/>
                  </a:lnTo>
                  <a:lnTo>
                    <a:pt x="2624" y="22"/>
                  </a:lnTo>
                  <a:lnTo>
                    <a:pt x="2624" y="0"/>
                  </a:lnTo>
                  <a:lnTo>
                    <a:pt x="2624"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7" name="Freeform 17">
              <a:extLst>
                <a:ext uri="{FF2B5EF4-FFF2-40B4-BE49-F238E27FC236}">
                  <a16:creationId xmlns:a16="http://schemas.microsoft.com/office/drawing/2014/main" id="{DFC69347-2877-785D-CF4D-E09B5B420B3E}"/>
                </a:ext>
              </a:extLst>
            </p:cNvPr>
            <p:cNvSpPr>
              <a:spLocks noChangeArrowheads="1"/>
            </p:cNvSpPr>
            <p:nvPr/>
          </p:nvSpPr>
          <p:spPr bwMode="auto">
            <a:xfrm>
              <a:off x="1673" y="3267"/>
              <a:ext cx="8" cy="406"/>
            </a:xfrm>
            <a:custGeom>
              <a:avLst/>
              <a:gdLst>
                <a:gd name="T0" fmla="*/ 0 w 36"/>
                <a:gd name="T1" fmla="*/ 21 h 1790"/>
                <a:gd name="T2" fmla="*/ 0 w 36"/>
                <a:gd name="T3" fmla="*/ 21 h 1790"/>
                <a:gd name="T4" fmla="*/ 0 w 36"/>
                <a:gd name="T5" fmla="*/ 0 h 1790"/>
                <a:gd name="T6" fmla="*/ 0 w 36"/>
                <a:gd name="T7" fmla="*/ 0 h 1790"/>
                <a:gd name="T8" fmla="*/ 0 w 36"/>
                <a:gd name="T9" fmla="*/ 21 h 1790"/>
                <a:gd name="T10" fmla="*/ 0 w 36"/>
                <a:gd name="T11" fmla="*/ 20 h 1790"/>
                <a:gd name="T12" fmla="*/ 0 w 36"/>
                <a:gd name="T13" fmla="*/ 21 h 1790"/>
                <a:gd name="T14" fmla="*/ 0 w 36"/>
                <a:gd name="T15" fmla="*/ 21 h 1790"/>
                <a:gd name="T16" fmla="*/ 0 w 36"/>
                <a:gd name="T17" fmla="*/ 21 h 1790"/>
                <a:gd name="T18" fmla="*/ 0 w 36"/>
                <a:gd name="T19" fmla="*/ 21 h 1790"/>
                <a:gd name="T20" fmla="*/ 0 w 36"/>
                <a:gd name="T21" fmla="*/ 21 h 17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790"/>
                <a:gd name="T35" fmla="*/ 36 w 36"/>
                <a:gd name="T36" fmla="*/ 1790 h 179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790">
                  <a:moveTo>
                    <a:pt x="35" y="1789"/>
                  </a:moveTo>
                  <a:lnTo>
                    <a:pt x="35" y="1766"/>
                  </a:lnTo>
                  <a:lnTo>
                    <a:pt x="35" y="0"/>
                  </a:lnTo>
                  <a:lnTo>
                    <a:pt x="0" y="0"/>
                  </a:lnTo>
                  <a:lnTo>
                    <a:pt x="0" y="1766"/>
                  </a:lnTo>
                  <a:lnTo>
                    <a:pt x="35" y="1740"/>
                  </a:lnTo>
                  <a:lnTo>
                    <a:pt x="35" y="1789"/>
                  </a:lnTo>
                  <a:lnTo>
                    <a:pt x="35" y="1766"/>
                  </a:lnTo>
                  <a:lnTo>
                    <a:pt x="35" y="1789"/>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8" name="Freeform 18">
              <a:extLst>
                <a:ext uri="{FF2B5EF4-FFF2-40B4-BE49-F238E27FC236}">
                  <a16:creationId xmlns:a16="http://schemas.microsoft.com/office/drawing/2014/main" id="{8FF93CC5-CC58-DAE1-3913-8CA51091F2B0}"/>
                </a:ext>
              </a:extLst>
            </p:cNvPr>
            <p:cNvSpPr>
              <a:spLocks noChangeArrowheads="1"/>
            </p:cNvSpPr>
            <p:nvPr/>
          </p:nvSpPr>
          <p:spPr bwMode="auto">
            <a:xfrm>
              <a:off x="1078" y="3661"/>
              <a:ext cx="603" cy="11"/>
            </a:xfrm>
            <a:custGeom>
              <a:avLst/>
              <a:gdLst>
                <a:gd name="T0" fmla="*/ 0 w 2660"/>
                <a:gd name="T1" fmla="*/ 0 h 49"/>
                <a:gd name="T2" fmla="*/ 0 w 2660"/>
                <a:gd name="T3" fmla="*/ 0 h 49"/>
                <a:gd name="T4" fmla="*/ 31 w 2660"/>
                <a:gd name="T5" fmla="*/ 0 h 49"/>
                <a:gd name="T6" fmla="*/ 31 w 2660"/>
                <a:gd name="T7" fmla="*/ 0 h 49"/>
                <a:gd name="T8" fmla="*/ 0 w 2660"/>
                <a:gd name="T9" fmla="*/ 0 h 49"/>
                <a:gd name="T10" fmla="*/ 0 w 2660"/>
                <a:gd name="T11" fmla="*/ 0 h 49"/>
                <a:gd name="T12" fmla="*/ 0 w 2660"/>
                <a:gd name="T13" fmla="*/ 0 h 49"/>
                <a:gd name="T14" fmla="*/ 0 w 2660"/>
                <a:gd name="T15" fmla="*/ 0 h 49"/>
                <a:gd name="T16" fmla="*/ 0 w 2660"/>
                <a:gd name="T17" fmla="*/ 0 h 49"/>
                <a:gd name="T18" fmla="*/ 0 w 2660"/>
                <a:gd name="T19" fmla="*/ 0 h 49"/>
                <a:gd name="T20" fmla="*/ 0 w 2660"/>
                <a:gd name="T21" fmla="*/ 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60"/>
                <a:gd name="T34" fmla="*/ 0 h 49"/>
                <a:gd name="T35" fmla="*/ 2660 w 2660"/>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60" h="49">
                  <a:moveTo>
                    <a:pt x="0" y="26"/>
                  </a:moveTo>
                  <a:lnTo>
                    <a:pt x="35" y="48"/>
                  </a:lnTo>
                  <a:lnTo>
                    <a:pt x="2659" y="48"/>
                  </a:lnTo>
                  <a:lnTo>
                    <a:pt x="2659" y="0"/>
                  </a:lnTo>
                  <a:lnTo>
                    <a:pt x="35" y="0"/>
                  </a:lnTo>
                  <a:lnTo>
                    <a:pt x="35" y="26"/>
                  </a:lnTo>
                  <a:lnTo>
                    <a:pt x="0" y="26"/>
                  </a:lnTo>
                  <a:lnTo>
                    <a:pt x="0" y="48"/>
                  </a:lnTo>
                  <a:lnTo>
                    <a:pt x="35" y="48"/>
                  </a:lnTo>
                  <a:lnTo>
                    <a:pt x="0" y="26"/>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59" name="AutoShape 19">
              <a:extLst>
                <a:ext uri="{FF2B5EF4-FFF2-40B4-BE49-F238E27FC236}">
                  <a16:creationId xmlns:a16="http://schemas.microsoft.com/office/drawing/2014/main" id="{35079C44-161C-15E5-1ED9-BB0F3B0379B7}"/>
                </a:ext>
              </a:extLst>
            </p:cNvPr>
            <p:cNvSpPr>
              <a:spLocks noChangeArrowheads="1"/>
            </p:cNvSpPr>
            <p:nvPr/>
          </p:nvSpPr>
          <p:spPr bwMode="auto">
            <a:xfrm>
              <a:off x="895" y="3809"/>
              <a:ext cx="953" cy="26"/>
            </a:xfrm>
            <a:prstGeom prst="roundRect">
              <a:avLst>
                <a:gd name="adj" fmla="val 3843"/>
              </a:avLst>
            </a:pr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60" name="Freeform 20">
              <a:extLst>
                <a:ext uri="{FF2B5EF4-FFF2-40B4-BE49-F238E27FC236}">
                  <a16:creationId xmlns:a16="http://schemas.microsoft.com/office/drawing/2014/main" id="{92E6D3FF-EBD5-B7FB-00A6-74B5C6803764}"/>
                </a:ext>
              </a:extLst>
            </p:cNvPr>
            <p:cNvSpPr>
              <a:spLocks noChangeArrowheads="1"/>
            </p:cNvSpPr>
            <p:nvPr/>
          </p:nvSpPr>
          <p:spPr bwMode="auto">
            <a:xfrm>
              <a:off x="887" y="3804"/>
              <a:ext cx="17" cy="31"/>
            </a:xfrm>
            <a:custGeom>
              <a:avLst/>
              <a:gdLst>
                <a:gd name="T0" fmla="*/ 0 w 75"/>
                <a:gd name="T1" fmla="*/ 0 h 138"/>
                <a:gd name="T2" fmla="*/ 0 w 75"/>
                <a:gd name="T3" fmla="*/ 0 h 138"/>
                <a:gd name="T4" fmla="*/ 0 w 75"/>
                <a:gd name="T5" fmla="*/ 2 h 138"/>
                <a:gd name="T6" fmla="*/ 1 w 75"/>
                <a:gd name="T7" fmla="*/ 2 h 138"/>
                <a:gd name="T8" fmla="*/ 1 w 75"/>
                <a:gd name="T9" fmla="*/ 0 h 138"/>
                <a:gd name="T10" fmla="*/ 0 w 75"/>
                <a:gd name="T11" fmla="*/ 0 h 138"/>
                <a:gd name="T12" fmla="*/ 0 w 75"/>
                <a:gd name="T13" fmla="*/ 0 h 138"/>
                <a:gd name="T14" fmla="*/ 0 w 75"/>
                <a:gd name="T15" fmla="*/ 0 h 138"/>
                <a:gd name="T16" fmla="*/ 0 w 75"/>
                <a:gd name="T17" fmla="*/ 0 h 138"/>
                <a:gd name="T18" fmla="*/ 0 w 75"/>
                <a:gd name="T19" fmla="*/ 0 h 138"/>
                <a:gd name="T20" fmla="*/ 0 w 75"/>
                <a:gd name="T21" fmla="*/ 0 h 1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
                <a:gd name="T34" fmla="*/ 0 h 138"/>
                <a:gd name="T35" fmla="*/ 75 w 75"/>
                <a:gd name="T36" fmla="*/ 138 h 1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 h="138">
                  <a:moveTo>
                    <a:pt x="37" y="0"/>
                  </a:moveTo>
                  <a:lnTo>
                    <a:pt x="0" y="22"/>
                  </a:lnTo>
                  <a:lnTo>
                    <a:pt x="0" y="137"/>
                  </a:lnTo>
                  <a:lnTo>
                    <a:pt x="74" y="137"/>
                  </a:lnTo>
                  <a:lnTo>
                    <a:pt x="74" y="22"/>
                  </a:lnTo>
                  <a:lnTo>
                    <a:pt x="37" y="22"/>
                  </a:lnTo>
                  <a:lnTo>
                    <a:pt x="37" y="0"/>
                  </a:lnTo>
                  <a:lnTo>
                    <a:pt x="0" y="0"/>
                  </a:lnTo>
                  <a:lnTo>
                    <a:pt x="0" y="22"/>
                  </a:lnTo>
                  <a:lnTo>
                    <a:pt x="37"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1" name="Freeform 21">
              <a:extLst>
                <a:ext uri="{FF2B5EF4-FFF2-40B4-BE49-F238E27FC236}">
                  <a16:creationId xmlns:a16="http://schemas.microsoft.com/office/drawing/2014/main" id="{577F498B-BD14-502B-35DF-B30D39F1B670}"/>
                </a:ext>
              </a:extLst>
            </p:cNvPr>
            <p:cNvSpPr>
              <a:spLocks noChangeArrowheads="1"/>
            </p:cNvSpPr>
            <p:nvPr/>
          </p:nvSpPr>
          <p:spPr bwMode="auto">
            <a:xfrm>
              <a:off x="895" y="3804"/>
              <a:ext cx="953" cy="5"/>
            </a:xfrm>
            <a:custGeom>
              <a:avLst/>
              <a:gdLst>
                <a:gd name="T0" fmla="*/ 49 w 4204"/>
                <a:gd name="T1" fmla="*/ 0 h 23"/>
                <a:gd name="T2" fmla="*/ 49 w 4204"/>
                <a:gd name="T3" fmla="*/ 0 h 23"/>
                <a:gd name="T4" fmla="*/ 0 w 4204"/>
                <a:gd name="T5" fmla="*/ 0 h 23"/>
                <a:gd name="T6" fmla="*/ 0 w 4204"/>
                <a:gd name="T7" fmla="*/ 0 h 23"/>
                <a:gd name="T8" fmla="*/ 49 w 4204"/>
                <a:gd name="T9" fmla="*/ 0 h 23"/>
                <a:gd name="T10" fmla="*/ 49 w 4204"/>
                <a:gd name="T11" fmla="*/ 0 h 23"/>
                <a:gd name="T12" fmla="*/ 49 w 4204"/>
                <a:gd name="T13" fmla="*/ 0 h 23"/>
                <a:gd name="T14" fmla="*/ 49 w 4204"/>
                <a:gd name="T15" fmla="*/ 0 h 23"/>
                <a:gd name="T16" fmla="*/ 49 w 4204"/>
                <a:gd name="T17" fmla="*/ 0 h 23"/>
                <a:gd name="T18" fmla="*/ 49 w 4204"/>
                <a:gd name="T19" fmla="*/ 0 h 23"/>
                <a:gd name="T20" fmla="*/ 49 w 4204"/>
                <a:gd name="T21" fmla="*/ 0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04"/>
                <a:gd name="T34" fmla="*/ 0 h 23"/>
                <a:gd name="T35" fmla="*/ 4204 w 4204"/>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04" h="23">
                  <a:moveTo>
                    <a:pt x="4203" y="22"/>
                  </a:moveTo>
                  <a:lnTo>
                    <a:pt x="4203" y="0"/>
                  </a:lnTo>
                  <a:lnTo>
                    <a:pt x="0" y="0"/>
                  </a:lnTo>
                  <a:lnTo>
                    <a:pt x="0" y="22"/>
                  </a:lnTo>
                  <a:lnTo>
                    <a:pt x="4203" y="22"/>
                  </a:lnTo>
                  <a:lnTo>
                    <a:pt x="4167" y="22"/>
                  </a:lnTo>
                  <a:lnTo>
                    <a:pt x="4203" y="22"/>
                  </a:lnTo>
                  <a:lnTo>
                    <a:pt x="4203" y="0"/>
                  </a:lnTo>
                  <a:lnTo>
                    <a:pt x="4203"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2" name="Freeform 22">
              <a:extLst>
                <a:ext uri="{FF2B5EF4-FFF2-40B4-BE49-F238E27FC236}">
                  <a16:creationId xmlns:a16="http://schemas.microsoft.com/office/drawing/2014/main" id="{3BC2FC61-9C6A-D217-B602-5D165126FEA0}"/>
                </a:ext>
              </a:extLst>
            </p:cNvPr>
            <p:cNvSpPr>
              <a:spLocks noChangeArrowheads="1"/>
            </p:cNvSpPr>
            <p:nvPr/>
          </p:nvSpPr>
          <p:spPr bwMode="auto">
            <a:xfrm>
              <a:off x="1840" y="3809"/>
              <a:ext cx="8" cy="32"/>
            </a:xfrm>
            <a:custGeom>
              <a:avLst/>
              <a:gdLst>
                <a:gd name="T0" fmla="*/ 0 w 36"/>
                <a:gd name="T1" fmla="*/ 2 h 142"/>
                <a:gd name="T2" fmla="*/ 0 w 36"/>
                <a:gd name="T3" fmla="*/ 1 h 142"/>
                <a:gd name="T4" fmla="*/ 0 w 36"/>
                <a:gd name="T5" fmla="*/ 0 h 142"/>
                <a:gd name="T6" fmla="*/ 0 w 36"/>
                <a:gd name="T7" fmla="*/ 0 h 142"/>
                <a:gd name="T8" fmla="*/ 0 w 36"/>
                <a:gd name="T9" fmla="*/ 1 h 142"/>
                <a:gd name="T10" fmla="*/ 0 w 36"/>
                <a:gd name="T11" fmla="*/ 1 h 142"/>
                <a:gd name="T12" fmla="*/ 0 w 36"/>
                <a:gd name="T13" fmla="*/ 2 h 142"/>
                <a:gd name="T14" fmla="*/ 0 w 36"/>
                <a:gd name="T15" fmla="*/ 2 h 142"/>
                <a:gd name="T16" fmla="*/ 0 w 36"/>
                <a:gd name="T17" fmla="*/ 1 h 142"/>
                <a:gd name="T18" fmla="*/ 0 w 36"/>
                <a:gd name="T19" fmla="*/ 2 h 142"/>
                <a:gd name="T20" fmla="*/ 0 w 36"/>
                <a:gd name="T21" fmla="*/ 2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42"/>
                <a:gd name="T35" fmla="*/ 36 w 36"/>
                <a:gd name="T36" fmla="*/ 142 h 1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42">
                  <a:moveTo>
                    <a:pt x="35" y="141"/>
                  </a:moveTo>
                  <a:lnTo>
                    <a:pt x="35" y="114"/>
                  </a:lnTo>
                  <a:lnTo>
                    <a:pt x="35" y="0"/>
                  </a:lnTo>
                  <a:lnTo>
                    <a:pt x="0" y="0"/>
                  </a:lnTo>
                  <a:lnTo>
                    <a:pt x="0" y="114"/>
                  </a:lnTo>
                  <a:lnTo>
                    <a:pt x="35" y="92"/>
                  </a:lnTo>
                  <a:lnTo>
                    <a:pt x="35" y="141"/>
                  </a:lnTo>
                  <a:lnTo>
                    <a:pt x="35" y="114"/>
                  </a:lnTo>
                  <a:lnTo>
                    <a:pt x="35" y="14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3" name="Freeform 23">
              <a:extLst>
                <a:ext uri="{FF2B5EF4-FFF2-40B4-BE49-F238E27FC236}">
                  <a16:creationId xmlns:a16="http://schemas.microsoft.com/office/drawing/2014/main" id="{ACDC68A2-6B30-BBD3-E1DE-68D4814DAF42}"/>
                </a:ext>
              </a:extLst>
            </p:cNvPr>
            <p:cNvSpPr>
              <a:spLocks noChangeArrowheads="1"/>
            </p:cNvSpPr>
            <p:nvPr/>
          </p:nvSpPr>
          <p:spPr bwMode="auto">
            <a:xfrm>
              <a:off x="887" y="3830"/>
              <a:ext cx="962" cy="12"/>
            </a:xfrm>
            <a:custGeom>
              <a:avLst/>
              <a:gdLst>
                <a:gd name="T0" fmla="*/ 0 w 4240"/>
                <a:gd name="T1" fmla="*/ 0 h 53"/>
                <a:gd name="T2" fmla="*/ 0 w 4240"/>
                <a:gd name="T3" fmla="*/ 1 h 53"/>
                <a:gd name="T4" fmla="*/ 49 w 4240"/>
                <a:gd name="T5" fmla="*/ 1 h 53"/>
                <a:gd name="T6" fmla="*/ 49 w 4240"/>
                <a:gd name="T7" fmla="*/ 0 h 53"/>
                <a:gd name="T8" fmla="*/ 0 w 4240"/>
                <a:gd name="T9" fmla="*/ 0 h 53"/>
                <a:gd name="T10" fmla="*/ 1 w 4240"/>
                <a:gd name="T11" fmla="*/ 0 h 53"/>
                <a:gd name="T12" fmla="*/ 0 w 4240"/>
                <a:gd name="T13" fmla="*/ 0 h 53"/>
                <a:gd name="T14" fmla="*/ 0 w 4240"/>
                <a:gd name="T15" fmla="*/ 1 h 53"/>
                <a:gd name="T16" fmla="*/ 0 w 4240"/>
                <a:gd name="T17" fmla="*/ 1 h 53"/>
                <a:gd name="T18" fmla="*/ 0 w 4240"/>
                <a:gd name="T19" fmla="*/ 0 h 53"/>
                <a:gd name="T20" fmla="*/ 0 w 4240"/>
                <a:gd name="T21" fmla="*/ 0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0"/>
                <a:gd name="T34" fmla="*/ 0 h 53"/>
                <a:gd name="T35" fmla="*/ 4240 w 4240"/>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0" h="53">
                  <a:moveTo>
                    <a:pt x="0" y="23"/>
                  </a:moveTo>
                  <a:lnTo>
                    <a:pt x="35" y="52"/>
                  </a:lnTo>
                  <a:lnTo>
                    <a:pt x="4239" y="52"/>
                  </a:lnTo>
                  <a:lnTo>
                    <a:pt x="4239" y="0"/>
                  </a:lnTo>
                  <a:lnTo>
                    <a:pt x="35" y="0"/>
                  </a:lnTo>
                  <a:lnTo>
                    <a:pt x="70" y="23"/>
                  </a:lnTo>
                  <a:lnTo>
                    <a:pt x="0" y="23"/>
                  </a:lnTo>
                  <a:lnTo>
                    <a:pt x="0" y="52"/>
                  </a:lnTo>
                  <a:lnTo>
                    <a:pt x="35" y="52"/>
                  </a:lnTo>
                  <a:lnTo>
                    <a:pt x="0" y="2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4" name="AutoShape 24">
              <a:extLst>
                <a:ext uri="{FF2B5EF4-FFF2-40B4-BE49-F238E27FC236}">
                  <a16:creationId xmlns:a16="http://schemas.microsoft.com/office/drawing/2014/main" id="{DA21BF16-143C-AC34-3104-FC0526E43838}"/>
                </a:ext>
              </a:extLst>
            </p:cNvPr>
            <p:cNvSpPr>
              <a:spLocks noChangeArrowheads="1"/>
            </p:cNvSpPr>
            <p:nvPr/>
          </p:nvSpPr>
          <p:spPr bwMode="auto">
            <a:xfrm>
              <a:off x="1688" y="3835"/>
              <a:ext cx="130" cy="21"/>
            </a:xfrm>
            <a:prstGeom prst="roundRect">
              <a:avLst>
                <a:gd name="adj" fmla="val 5000"/>
              </a:avLst>
            </a:prstGeom>
            <a:solidFill>
              <a:srgbClr val="4C4C4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65" name="Freeform 25">
              <a:extLst>
                <a:ext uri="{FF2B5EF4-FFF2-40B4-BE49-F238E27FC236}">
                  <a16:creationId xmlns:a16="http://schemas.microsoft.com/office/drawing/2014/main" id="{0B68556A-FB90-E316-650C-E032D38B23DC}"/>
                </a:ext>
              </a:extLst>
            </p:cNvPr>
            <p:cNvSpPr>
              <a:spLocks noChangeArrowheads="1"/>
            </p:cNvSpPr>
            <p:nvPr/>
          </p:nvSpPr>
          <p:spPr bwMode="auto">
            <a:xfrm>
              <a:off x="1817" y="3830"/>
              <a:ext cx="8" cy="27"/>
            </a:xfrm>
            <a:custGeom>
              <a:avLst/>
              <a:gdLst>
                <a:gd name="T0" fmla="*/ 0 w 37"/>
                <a:gd name="T1" fmla="*/ 0 h 119"/>
                <a:gd name="T2" fmla="*/ 0 w 37"/>
                <a:gd name="T3" fmla="*/ 0 h 119"/>
                <a:gd name="T4" fmla="*/ 0 w 37"/>
                <a:gd name="T5" fmla="*/ 1 h 119"/>
                <a:gd name="T6" fmla="*/ 0 w 37"/>
                <a:gd name="T7" fmla="*/ 1 h 119"/>
                <a:gd name="T8" fmla="*/ 0 w 37"/>
                <a:gd name="T9" fmla="*/ 0 h 119"/>
                <a:gd name="T10" fmla="*/ 0 w 37"/>
                <a:gd name="T11" fmla="*/ 0 h 119"/>
                <a:gd name="T12" fmla="*/ 0 w 37"/>
                <a:gd name="T13" fmla="*/ 0 h 119"/>
                <a:gd name="T14" fmla="*/ 0 w 37"/>
                <a:gd name="T15" fmla="*/ 0 h 119"/>
                <a:gd name="T16" fmla="*/ 0 w 37"/>
                <a:gd name="T17" fmla="*/ 0 h 119"/>
                <a:gd name="T18" fmla="*/ 0 w 37"/>
                <a:gd name="T19" fmla="*/ 0 h 119"/>
                <a:gd name="T20" fmla="*/ 0 w 37"/>
                <a:gd name="T21" fmla="*/ 0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119"/>
                <a:gd name="T35" fmla="*/ 37 w 37"/>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119">
                  <a:moveTo>
                    <a:pt x="0" y="50"/>
                  </a:moveTo>
                  <a:lnTo>
                    <a:pt x="0" y="22"/>
                  </a:lnTo>
                  <a:lnTo>
                    <a:pt x="0" y="118"/>
                  </a:lnTo>
                  <a:lnTo>
                    <a:pt x="36" y="118"/>
                  </a:lnTo>
                  <a:lnTo>
                    <a:pt x="36" y="22"/>
                  </a:lnTo>
                  <a:lnTo>
                    <a:pt x="0" y="0"/>
                  </a:lnTo>
                  <a:lnTo>
                    <a:pt x="36" y="22"/>
                  </a:lnTo>
                  <a:lnTo>
                    <a:pt x="36" y="0"/>
                  </a:lnTo>
                  <a:lnTo>
                    <a:pt x="0" y="0"/>
                  </a:lnTo>
                  <a:lnTo>
                    <a:pt x="0" y="5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6" name="Freeform 26">
              <a:extLst>
                <a:ext uri="{FF2B5EF4-FFF2-40B4-BE49-F238E27FC236}">
                  <a16:creationId xmlns:a16="http://schemas.microsoft.com/office/drawing/2014/main" id="{C71729E1-5EB9-7362-23F7-E5081E8B3787}"/>
                </a:ext>
              </a:extLst>
            </p:cNvPr>
            <p:cNvSpPr>
              <a:spLocks noChangeArrowheads="1"/>
            </p:cNvSpPr>
            <p:nvPr/>
          </p:nvSpPr>
          <p:spPr bwMode="auto">
            <a:xfrm>
              <a:off x="1681" y="3830"/>
              <a:ext cx="137" cy="12"/>
            </a:xfrm>
            <a:custGeom>
              <a:avLst/>
              <a:gdLst>
                <a:gd name="T0" fmla="*/ 1 w 604"/>
                <a:gd name="T1" fmla="*/ 0 h 53"/>
                <a:gd name="T2" fmla="*/ 0 w 604"/>
                <a:gd name="T3" fmla="*/ 1 h 53"/>
                <a:gd name="T4" fmla="*/ 7 w 604"/>
                <a:gd name="T5" fmla="*/ 1 h 53"/>
                <a:gd name="T6" fmla="*/ 7 w 604"/>
                <a:gd name="T7" fmla="*/ 0 h 53"/>
                <a:gd name="T8" fmla="*/ 0 w 604"/>
                <a:gd name="T9" fmla="*/ 0 h 53"/>
                <a:gd name="T10" fmla="*/ 0 w 604"/>
                <a:gd name="T11" fmla="*/ 0 h 53"/>
                <a:gd name="T12" fmla="*/ 0 w 604"/>
                <a:gd name="T13" fmla="*/ 0 h 53"/>
                <a:gd name="T14" fmla="*/ 0 w 604"/>
                <a:gd name="T15" fmla="*/ 0 h 53"/>
                <a:gd name="T16" fmla="*/ 0 w 604"/>
                <a:gd name="T17" fmla="*/ 0 h 53"/>
                <a:gd name="T18" fmla="*/ 1 w 604"/>
                <a:gd name="T19" fmla="*/ 0 h 53"/>
                <a:gd name="T20" fmla="*/ 1 w 604"/>
                <a:gd name="T21" fmla="*/ 0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4"/>
                <a:gd name="T34" fmla="*/ 0 h 53"/>
                <a:gd name="T35" fmla="*/ 604 w 604"/>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4" h="53">
                  <a:moveTo>
                    <a:pt x="65" y="23"/>
                  </a:moveTo>
                  <a:lnTo>
                    <a:pt x="29" y="52"/>
                  </a:lnTo>
                  <a:lnTo>
                    <a:pt x="603" y="52"/>
                  </a:lnTo>
                  <a:lnTo>
                    <a:pt x="603" y="0"/>
                  </a:lnTo>
                  <a:lnTo>
                    <a:pt x="29" y="0"/>
                  </a:lnTo>
                  <a:lnTo>
                    <a:pt x="0" y="23"/>
                  </a:lnTo>
                  <a:lnTo>
                    <a:pt x="29" y="0"/>
                  </a:lnTo>
                  <a:lnTo>
                    <a:pt x="0" y="0"/>
                  </a:lnTo>
                  <a:lnTo>
                    <a:pt x="0" y="23"/>
                  </a:lnTo>
                  <a:lnTo>
                    <a:pt x="65" y="2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7" name="Freeform 27">
              <a:extLst>
                <a:ext uri="{FF2B5EF4-FFF2-40B4-BE49-F238E27FC236}">
                  <a16:creationId xmlns:a16="http://schemas.microsoft.com/office/drawing/2014/main" id="{072A60E9-720A-1C6B-4A97-4242AFFBFB10}"/>
                </a:ext>
              </a:extLst>
            </p:cNvPr>
            <p:cNvSpPr>
              <a:spLocks noChangeArrowheads="1"/>
            </p:cNvSpPr>
            <p:nvPr/>
          </p:nvSpPr>
          <p:spPr bwMode="auto">
            <a:xfrm>
              <a:off x="1681" y="3835"/>
              <a:ext cx="15" cy="27"/>
            </a:xfrm>
            <a:custGeom>
              <a:avLst/>
              <a:gdLst>
                <a:gd name="T0" fmla="*/ 0 w 67"/>
                <a:gd name="T1" fmla="*/ 1 h 120"/>
                <a:gd name="T2" fmla="*/ 1 w 67"/>
                <a:gd name="T3" fmla="*/ 1 h 120"/>
                <a:gd name="T4" fmla="*/ 1 w 67"/>
                <a:gd name="T5" fmla="*/ 0 h 120"/>
                <a:gd name="T6" fmla="*/ 0 w 67"/>
                <a:gd name="T7" fmla="*/ 0 h 120"/>
                <a:gd name="T8" fmla="*/ 0 w 67"/>
                <a:gd name="T9" fmla="*/ 1 h 120"/>
                <a:gd name="T10" fmla="*/ 0 w 67"/>
                <a:gd name="T11" fmla="*/ 1 h 120"/>
                <a:gd name="T12" fmla="*/ 0 w 67"/>
                <a:gd name="T13" fmla="*/ 1 h 120"/>
                <a:gd name="T14" fmla="*/ 0 w 67"/>
                <a:gd name="T15" fmla="*/ 1 h 120"/>
                <a:gd name="T16" fmla="*/ 0 w 67"/>
                <a:gd name="T17" fmla="*/ 1 h 120"/>
                <a:gd name="T18" fmla="*/ 0 w 67"/>
                <a:gd name="T19" fmla="*/ 1 h 120"/>
                <a:gd name="T20" fmla="*/ 0 w 67"/>
                <a:gd name="T21" fmla="*/ 1 h 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120"/>
                <a:gd name="T35" fmla="*/ 67 w 67"/>
                <a:gd name="T36" fmla="*/ 120 h 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120">
                  <a:moveTo>
                    <a:pt x="30" y="70"/>
                  </a:moveTo>
                  <a:lnTo>
                    <a:pt x="66" y="92"/>
                  </a:lnTo>
                  <a:lnTo>
                    <a:pt x="66" y="0"/>
                  </a:lnTo>
                  <a:lnTo>
                    <a:pt x="0" y="0"/>
                  </a:lnTo>
                  <a:lnTo>
                    <a:pt x="0" y="92"/>
                  </a:lnTo>
                  <a:lnTo>
                    <a:pt x="30" y="119"/>
                  </a:lnTo>
                  <a:lnTo>
                    <a:pt x="0" y="92"/>
                  </a:lnTo>
                  <a:lnTo>
                    <a:pt x="0" y="119"/>
                  </a:lnTo>
                  <a:lnTo>
                    <a:pt x="30" y="119"/>
                  </a:lnTo>
                  <a:lnTo>
                    <a:pt x="30" y="7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8" name="Freeform 28">
              <a:extLst>
                <a:ext uri="{FF2B5EF4-FFF2-40B4-BE49-F238E27FC236}">
                  <a16:creationId xmlns:a16="http://schemas.microsoft.com/office/drawing/2014/main" id="{9352A10A-63E2-5BB5-59A2-99B918A30AFF}"/>
                </a:ext>
              </a:extLst>
            </p:cNvPr>
            <p:cNvSpPr>
              <a:spLocks noChangeArrowheads="1"/>
            </p:cNvSpPr>
            <p:nvPr/>
          </p:nvSpPr>
          <p:spPr bwMode="auto">
            <a:xfrm>
              <a:off x="1688" y="3851"/>
              <a:ext cx="138" cy="11"/>
            </a:xfrm>
            <a:custGeom>
              <a:avLst/>
              <a:gdLst>
                <a:gd name="T0" fmla="*/ 7 w 609"/>
                <a:gd name="T1" fmla="*/ 0 h 49"/>
                <a:gd name="T2" fmla="*/ 7 w 609"/>
                <a:gd name="T3" fmla="*/ 0 h 49"/>
                <a:gd name="T4" fmla="*/ 0 w 609"/>
                <a:gd name="T5" fmla="*/ 0 h 49"/>
                <a:gd name="T6" fmla="*/ 0 w 609"/>
                <a:gd name="T7" fmla="*/ 0 h 49"/>
                <a:gd name="T8" fmla="*/ 7 w 609"/>
                <a:gd name="T9" fmla="*/ 0 h 49"/>
                <a:gd name="T10" fmla="*/ 7 w 609"/>
                <a:gd name="T11" fmla="*/ 0 h 49"/>
                <a:gd name="T12" fmla="*/ 7 w 609"/>
                <a:gd name="T13" fmla="*/ 0 h 49"/>
                <a:gd name="T14" fmla="*/ 7 w 609"/>
                <a:gd name="T15" fmla="*/ 0 h 49"/>
                <a:gd name="T16" fmla="*/ 7 w 609"/>
                <a:gd name="T17" fmla="*/ 0 h 49"/>
                <a:gd name="T18" fmla="*/ 7 w 609"/>
                <a:gd name="T19" fmla="*/ 0 h 49"/>
                <a:gd name="T20" fmla="*/ 7 w 609"/>
                <a:gd name="T21" fmla="*/ 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9"/>
                <a:gd name="T34" fmla="*/ 0 h 49"/>
                <a:gd name="T35" fmla="*/ 609 w 609"/>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9" h="49">
                  <a:moveTo>
                    <a:pt x="572" y="22"/>
                  </a:moveTo>
                  <a:lnTo>
                    <a:pt x="572" y="0"/>
                  </a:lnTo>
                  <a:lnTo>
                    <a:pt x="0" y="0"/>
                  </a:lnTo>
                  <a:lnTo>
                    <a:pt x="0" y="48"/>
                  </a:lnTo>
                  <a:lnTo>
                    <a:pt x="572" y="48"/>
                  </a:lnTo>
                  <a:lnTo>
                    <a:pt x="608" y="22"/>
                  </a:lnTo>
                  <a:lnTo>
                    <a:pt x="572" y="48"/>
                  </a:lnTo>
                  <a:lnTo>
                    <a:pt x="608" y="48"/>
                  </a:lnTo>
                  <a:lnTo>
                    <a:pt x="608" y="22"/>
                  </a:lnTo>
                  <a:lnTo>
                    <a:pt x="572"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69" name="AutoShape 29">
              <a:extLst>
                <a:ext uri="{FF2B5EF4-FFF2-40B4-BE49-F238E27FC236}">
                  <a16:creationId xmlns:a16="http://schemas.microsoft.com/office/drawing/2014/main" id="{C28B7741-ADC1-8484-0366-F82F098265FD}"/>
                </a:ext>
              </a:extLst>
            </p:cNvPr>
            <p:cNvSpPr>
              <a:spLocks noChangeArrowheads="1"/>
            </p:cNvSpPr>
            <p:nvPr/>
          </p:nvSpPr>
          <p:spPr bwMode="auto">
            <a:xfrm>
              <a:off x="941" y="3835"/>
              <a:ext cx="130" cy="21"/>
            </a:xfrm>
            <a:prstGeom prst="roundRect">
              <a:avLst>
                <a:gd name="adj" fmla="val 5000"/>
              </a:avLst>
            </a:prstGeom>
            <a:solidFill>
              <a:srgbClr val="4C4C4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70" name="Freeform 30">
              <a:extLst>
                <a:ext uri="{FF2B5EF4-FFF2-40B4-BE49-F238E27FC236}">
                  <a16:creationId xmlns:a16="http://schemas.microsoft.com/office/drawing/2014/main" id="{BB8E5ECA-7560-D767-A979-56142143493A}"/>
                </a:ext>
              </a:extLst>
            </p:cNvPr>
            <p:cNvSpPr>
              <a:spLocks noChangeArrowheads="1"/>
            </p:cNvSpPr>
            <p:nvPr/>
          </p:nvSpPr>
          <p:spPr bwMode="auto">
            <a:xfrm>
              <a:off x="1063" y="3830"/>
              <a:ext cx="16" cy="27"/>
            </a:xfrm>
            <a:custGeom>
              <a:avLst/>
              <a:gdLst>
                <a:gd name="T0" fmla="*/ 0 w 70"/>
                <a:gd name="T1" fmla="*/ 0 h 119"/>
                <a:gd name="T2" fmla="*/ 0 w 70"/>
                <a:gd name="T3" fmla="*/ 0 h 119"/>
                <a:gd name="T4" fmla="*/ 0 w 70"/>
                <a:gd name="T5" fmla="*/ 1 h 119"/>
                <a:gd name="T6" fmla="*/ 1 w 70"/>
                <a:gd name="T7" fmla="*/ 1 h 119"/>
                <a:gd name="T8" fmla="*/ 1 w 70"/>
                <a:gd name="T9" fmla="*/ 0 h 119"/>
                <a:gd name="T10" fmla="*/ 0 w 70"/>
                <a:gd name="T11" fmla="*/ 0 h 119"/>
                <a:gd name="T12" fmla="*/ 1 w 70"/>
                <a:gd name="T13" fmla="*/ 0 h 119"/>
                <a:gd name="T14" fmla="*/ 1 w 70"/>
                <a:gd name="T15" fmla="*/ 0 h 119"/>
                <a:gd name="T16" fmla="*/ 0 w 70"/>
                <a:gd name="T17" fmla="*/ 0 h 119"/>
                <a:gd name="T18" fmla="*/ 0 w 70"/>
                <a:gd name="T19" fmla="*/ 0 h 119"/>
                <a:gd name="T20" fmla="*/ 0 w 70"/>
                <a:gd name="T21" fmla="*/ 0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119"/>
                <a:gd name="T35" fmla="*/ 70 w 70"/>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119">
                  <a:moveTo>
                    <a:pt x="37" y="50"/>
                  </a:moveTo>
                  <a:lnTo>
                    <a:pt x="0" y="22"/>
                  </a:lnTo>
                  <a:lnTo>
                    <a:pt x="0" y="118"/>
                  </a:lnTo>
                  <a:lnTo>
                    <a:pt x="69" y="118"/>
                  </a:lnTo>
                  <a:lnTo>
                    <a:pt x="69" y="22"/>
                  </a:lnTo>
                  <a:lnTo>
                    <a:pt x="37" y="0"/>
                  </a:lnTo>
                  <a:lnTo>
                    <a:pt x="69" y="22"/>
                  </a:lnTo>
                  <a:lnTo>
                    <a:pt x="69" y="0"/>
                  </a:lnTo>
                  <a:lnTo>
                    <a:pt x="37" y="0"/>
                  </a:lnTo>
                  <a:lnTo>
                    <a:pt x="37" y="5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1" name="Freeform 31">
              <a:extLst>
                <a:ext uri="{FF2B5EF4-FFF2-40B4-BE49-F238E27FC236}">
                  <a16:creationId xmlns:a16="http://schemas.microsoft.com/office/drawing/2014/main" id="{6C63D5AE-209F-854A-3757-1CB62E1CFB11}"/>
                </a:ext>
              </a:extLst>
            </p:cNvPr>
            <p:cNvSpPr>
              <a:spLocks noChangeArrowheads="1"/>
            </p:cNvSpPr>
            <p:nvPr/>
          </p:nvSpPr>
          <p:spPr bwMode="auto">
            <a:xfrm>
              <a:off x="933" y="3830"/>
              <a:ext cx="139" cy="12"/>
            </a:xfrm>
            <a:custGeom>
              <a:avLst/>
              <a:gdLst>
                <a:gd name="T0" fmla="*/ 0 w 612"/>
                <a:gd name="T1" fmla="*/ 0 h 53"/>
                <a:gd name="T2" fmla="*/ 0 w 612"/>
                <a:gd name="T3" fmla="*/ 1 h 53"/>
                <a:gd name="T4" fmla="*/ 7 w 612"/>
                <a:gd name="T5" fmla="*/ 1 h 53"/>
                <a:gd name="T6" fmla="*/ 7 w 612"/>
                <a:gd name="T7" fmla="*/ 0 h 53"/>
                <a:gd name="T8" fmla="*/ 0 w 612"/>
                <a:gd name="T9" fmla="*/ 0 h 53"/>
                <a:gd name="T10" fmla="*/ 0 w 612"/>
                <a:gd name="T11" fmla="*/ 0 h 53"/>
                <a:gd name="T12" fmla="*/ 0 w 612"/>
                <a:gd name="T13" fmla="*/ 0 h 53"/>
                <a:gd name="T14" fmla="*/ 0 w 612"/>
                <a:gd name="T15" fmla="*/ 0 h 53"/>
                <a:gd name="T16" fmla="*/ 0 w 612"/>
                <a:gd name="T17" fmla="*/ 0 h 53"/>
                <a:gd name="T18" fmla="*/ 0 w 612"/>
                <a:gd name="T19" fmla="*/ 0 h 53"/>
                <a:gd name="T20" fmla="*/ 0 w 612"/>
                <a:gd name="T21" fmla="*/ 0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2"/>
                <a:gd name="T34" fmla="*/ 0 h 53"/>
                <a:gd name="T35" fmla="*/ 612 w 612"/>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2" h="53">
                  <a:moveTo>
                    <a:pt x="35" y="23"/>
                  </a:moveTo>
                  <a:lnTo>
                    <a:pt x="35" y="52"/>
                  </a:lnTo>
                  <a:lnTo>
                    <a:pt x="611" y="52"/>
                  </a:lnTo>
                  <a:lnTo>
                    <a:pt x="611" y="0"/>
                  </a:lnTo>
                  <a:lnTo>
                    <a:pt x="35" y="0"/>
                  </a:lnTo>
                  <a:lnTo>
                    <a:pt x="0" y="23"/>
                  </a:lnTo>
                  <a:lnTo>
                    <a:pt x="35" y="0"/>
                  </a:lnTo>
                  <a:lnTo>
                    <a:pt x="0" y="0"/>
                  </a:lnTo>
                  <a:lnTo>
                    <a:pt x="0" y="23"/>
                  </a:lnTo>
                  <a:lnTo>
                    <a:pt x="35" y="2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2" name="Freeform 32">
              <a:extLst>
                <a:ext uri="{FF2B5EF4-FFF2-40B4-BE49-F238E27FC236}">
                  <a16:creationId xmlns:a16="http://schemas.microsoft.com/office/drawing/2014/main" id="{5C977BF8-0B29-E765-F63B-B92570AD5755}"/>
                </a:ext>
              </a:extLst>
            </p:cNvPr>
            <p:cNvSpPr>
              <a:spLocks noChangeArrowheads="1"/>
            </p:cNvSpPr>
            <p:nvPr/>
          </p:nvSpPr>
          <p:spPr bwMode="auto">
            <a:xfrm>
              <a:off x="933" y="3835"/>
              <a:ext cx="8" cy="27"/>
            </a:xfrm>
            <a:custGeom>
              <a:avLst/>
              <a:gdLst>
                <a:gd name="T0" fmla="*/ 0 w 37"/>
                <a:gd name="T1" fmla="*/ 1 h 120"/>
                <a:gd name="T2" fmla="*/ 0 w 37"/>
                <a:gd name="T3" fmla="*/ 1 h 120"/>
                <a:gd name="T4" fmla="*/ 0 w 37"/>
                <a:gd name="T5" fmla="*/ 0 h 120"/>
                <a:gd name="T6" fmla="*/ 0 w 37"/>
                <a:gd name="T7" fmla="*/ 0 h 120"/>
                <a:gd name="T8" fmla="*/ 0 w 37"/>
                <a:gd name="T9" fmla="*/ 1 h 120"/>
                <a:gd name="T10" fmla="*/ 0 w 37"/>
                <a:gd name="T11" fmla="*/ 1 h 120"/>
                <a:gd name="T12" fmla="*/ 0 w 37"/>
                <a:gd name="T13" fmla="*/ 1 h 120"/>
                <a:gd name="T14" fmla="*/ 0 w 37"/>
                <a:gd name="T15" fmla="*/ 1 h 120"/>
                <a:gd name="T16" fmla="*/ 0 w 37"/>
                <a:gd name="T17" fmla="*/ 1 h 120"/>
                <a:gd name="T18" fmla="*/ 0 w 37"/>
                <a:gd name="T19" fmla="*/ 1 h 120"/>
                <a:gd name="T20" fmla="*/ 0 w 37"/>
                <a:gd name="T21" fmla="*/ 1 h 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120"/>
                <a:gd name="T35" fmla="*/ 37 w 37"/>
                <a:gd name="T36" fmla="*/ 120 h 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120">
                  <a:moveTo>
                    <a:pt x="36" y="70"/>
                  </a:moveTo>
                  <a:lnTo>
                    <a:pt x="36" y="92"/>
                  </a:lnTo>
                  <a:lnTo>
                    <a:pt x="36" y="0"/>
                  </a:lnTo>
                  <a:lnTo>
                    <a:pt x="0" y="0"/>
                  </a:lnTo>
                  <a:lnTo>
                    <a:pt x="0" y="92"/>
                  </a:lnTo>
                  <a:lnTo>
                    <a:pt x="36" y="119"/>
                  </a:lnTo>
                  <a:lnTo>
                    <a:pt x="0" y="92"/>
                  </a:lnTo>
                  <a:lnTo>
                    <a:pt x="0" y="119"/>
                  </a:lnTo>
                  <a:lnTo>
                    <a:pt x="36" y="119"/>
                  </a:lnTo>
                  <a:lnTo>
                    <a:pt x="36" y="7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3" name="Freeform 33">
              <a:extLst>
                <a:ext uri="{FF2B5EF4-FFF2-40B4-BE49-F238E27FC236}">
                  <a16:creationId xmlns:a16="http://schemas.microsoft.com/office/drawing/2014/main" id="{5F3B7DFD-F9B4-66C0-BA80-6654D9E7FA75}"/>
                </a:ext>
              </a:extLst>
            </p:cNvPr>
            <p:cNvSpPr>
              <a:spLocks noChangeArrowheads="1"/>
            </p:cNvSpPr>
            <p:nvPr/>
          </p:nvSpPr>
          <p:spPr bwMode="auto">
            <a:xfrm>
              <a:off x="941" y="3851"/>
              <a:ext cx="138" cy="11"/>
            </a:xfrm>
            <a:custGeom>
              <a:avLst/>
              <a:gdLst>
                <a:gd name="T0" fmla="*/ 6 w 607"/>
                <a:gd name="T1" fmla="*/ 0 h 49"/>
                <a:gd name="T2" fmla="*/ 7 w 607"/>
                <a:gd name="T3" fmla="*/ 0 h 49"/>
                <a:gd name="T4" fmla="*/ 0 w 607"/>
                <a:gd name="T5" fmla="*/ 0 h 49"/>
                <a:gd name="T6" fmla="*/ 0 w 607"/>
                <a:gd name="T7" fmla="*/ 0 h 49"/>
                <a:gd name="T8" fmla="*/ 7 w 607"/>
                <a:gd name="T9" fmla="*/ 0 h 49"/>
                <a:gd name="T10" fmla="*/ 7 w 607"/>
                <a:gd name="T11" fmla="*/ 0 h 49"/>
                <a:gd name="T12" fmla="*/ 7 w 607"/>
                <a:gd name="T13" fmla="*/ 0 h 49"/>
                <a:gd name="T14" fmla="*/ 7 w 607"/>
                <a:gd name="T15" fmla="*/ 0 h 49"/>
                <a:gd name="T16" fmla="*/ 7 w 607"/>
                <a:gd name="T17" fmla="*/ 0 h 49"/>
                <a:gd name="T18" fmla="*/ 6 w 607"/>
                <a:gd name="T19" fmla="*/ 0 h 49"/>
                <a:gd name="T20" fmla="*/ 6 w 607"/>
                <a:gd name="T21" fmla="*/ 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7"/>
                <a:gd name="T34" fmla="*/ 0 h 49"/>
                <a:gd name="T35" fmla="*/ 607 w 607"/>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7" h="49">
                  <a:moveTo>
                    <a:pt x="539" y="22"/>
                  </a:moveTo>
                  <a:lnTo>
                    <a:pt x="575" y="0"/>
                  </a:lnTo>
                  <a:lnTo>
                    <a:pt x="0" y="0"/>
                  </a:lnTo>
                  <a:lnTo>
                    <a:pt x="0" y="48"/>
                  </a:lnTo>
                  <a:lnTo>
                    <a:pt x="575" y="48"/>
                  </a:lnTo>
                  <a:lnTo>
                    <a:pt x="606" y="22"/>
                  </a:lnTo>
                  <a:lnTo>
                    <a:pt x="575" y="48"/>
                  </a:lnTo>
                  <a:lnTo>
                    <a:pt x="606" y="48"/>
                  </a:lnTo>
                  <a:lnTo>
                    <a:pt x="606" y="22"/>
                  </a:lnTo>
                  <a:lnTo>
                    <a:pt x="539"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4" name="Freeform 34">
              <a:extLst>
                <a:ext uri="{FF2B5EF4-FFF2-40B4-BE49-F238E27FC236}">
                  <a16:creationId xmlns:a16="http://schemas.microsoft.com/office/drawing/2014/main" id="{3D488A0E-3DF8-8C42-BFC8-B71B2568A5BA}"/>
                </a:ext>
              </a:extLst>
            </p:cNvPr>
            <p:cNvSpPr>
              <a:spLocks noChangeArrowheads="1"/>
            </p:cNvSpPr>
            <p:nvPr/>
          </p:nvSpPr>
          <p:spPr bwMode="auto">
            <a:xfrm>
              <a:off x="964" y="3077"/>
              <a:ext cx="305" cy="790"/>
            </a:xfrm>
            <a:custGeom>
              <a:avLst/>
              <a:gdLst>
                <a:gd name="T0" fmla="*/ 16 w 1344"/>
                <a:gd name="T1" fmla="*/ 41 h 3485"/>
                <a:gd name="T2" fmla="*/ 16 w 1344"/>
                <a:gd name="T3" fmla="*/ 0 h 3485"/>
                <a:gd name="T4" fmla="*/ 0 w 1344"/>
                <a:gd name="T5" fmla="*/ 6 h 3485"/>
                <a:gd name="T6" fmla="*/ 0 w 1344"/>
                <a:gd name="T7" fmla="*/ 34 h 3485"/>
                <a:gd name="T8" fmla="*/ 16 w 1344"/>
                <a:gd name="T9" fmla="*/ 41 h 3485"/>
                <a:gd name="T10" fmla="*/ 16 w 1344"/>
                <a:gd name="T11" fmla="*/ 41 h 3485"/>
                <a:gd name="T12" fmla="*/ 0 60000 65536"/>
                <a:gd name="T13" fmla="*/ 0 60000 65536"/>
                <a:gd name="T14" fmla="*/ 0 60000 65536"/>
                <a:gd name="T15" fmla="*/ 0 60000 65536"/>
                <a:gd name="T16" fmla="*/ 0 60000 65536"/>
                <a:gd name="T17" fmla="*/ 0 60000 65536"/>
                <a:gd name="T18" fmla="*/ 0 w 1344"/>
                <a:gd name="T19" fmla="*/ 0 h 3485"/>
                <a:gd name="T20" fmla="*/ 1344 w 1344"/>
                <a:gd name="T21" fmla="*/ 3485 h 3485"/>
              </a:gdLst>
              <a:ahLst/>
              <a:cxnLst>
                <a:cxn ang="T12">
                  <a:pos x="T0" y="T1"/>
                </a:cxn>
                <a:cxn ang="T13">
                  <a:pos x="T2" y="T3"/>
                </a:cxn>
                <a:cxn ang="T14">
                  <a:pos x="T4" y="T5"/>
                </a:cxn>
                <a:cxn ang="T15">
                  <a:pos x="T6" y="T7"/>
                </a:cxn>
                <a:cxn ang="T16">
                  <a:pos x="T8" y="T9"/>
                </a:cxn>
                <a:cxn ang="T17">
                  <a:pos x="T10" y="T11"/>
                </a:cxn>
              </a:cxnLst>
              <a:rect l="T18" t="T19" r="T20" b="T21"/>
              <a:pathLst>
                <a:path w="1344" h="3485">
                  <a:moveTo>
                    <a:pt x="1343" y="3484"/>
                  </a:moveTo>
                  <a:lnTo>
                    <a:pt x="1343" y="0"/>
                  </a:lnTo>
                  <a:lnTo>
                    <a:pt x="0" y="489"/>
                  </a:lnTo>
                  <a:lnTo>
                    <a:pt x="0" y="2951"/>
                  </a:lnTo>
                  <a:lnTo>
                    <a:pt x="1343" y="3484"/>
                  </a:lnTo>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5" name="Freeform 35">
              <a:extLst>
                <a:ext uri="{FF2B5EF4-FFF2-40B4-BE49-F238E27FC236}">
                  <a16:creationId xmlns:a16="http://schemas.microsoft.com/office/drawing/2014/main" id="{5CE375E8-C3ED-8694-887E-9F48883CF73E}"/>
                </a:ext>
              </a:extLst>
            </p:cNvPr>
            <p:cNvSpPr>
              <a:spLocks noChangeArrowheads="1"/>
            </p:cNvSpPr>
            <p:nvPr/>
          </p:nvSpPr>
          <p:spPr bwMode="auto">
            <a:xfrm>
              <a:off x="1261" y="3072"/>
              <a:ext cx="15" cy="795"/>
            </a:xfrm>
            <a:custGeom>
              <a:avLst/>
              <a:gdLst>
                <a:gd name="T0" fmla="*/ 0 w 67"/>
                <a:gd name="T1" fmla="*/ 0 h 3507"/>
                <a:gd name="T2" fmla="*/ 0 w 67"/>
                <a:gd name="T3" fmla="*/ 0 h 3507"/>
                <a:gd name="T4" fmla="*/ 0 w 67"/>
                <a:gd name="T5" fmla="*/ 41 h 3507"/>
                <a:gd name="T6" fmla="*/ 1 w 67"/>
                <a:gd name="T7" fmla="*/ 41 h 3507"/>
                <a:gd name="T8" fmla="*/ 1 w 67"/>
                <a:gd name="T9" fmla="*/ 0 h 3507"/>
                <a:gd name="T10" fmla="*/ 0 w 67"/>
                <a:gd name="T11" fmla="*/ 0 h 3507"/>
                <a:gd name="T12" fmla="*/ 1 w 67"/>
                <a:gd name="T13" fmla="*/ 0 h 3507"/>
                <a:gd name="T14" fmla="*/ 1 w 67"/>
                <a:gd name="T15" fmla="*/ 0 h 3507"/>
                <a:gd name="T16" fmla="*/ 0 w 67"/>
                <a:gd name="T17" fmla="*/ 0 h 3507"/>
                <a:gd name="T18" fmla="*/ 0 w 67"/>
                <a:gd name="T19" fmla="*/ 0 h 3507"/>
                <a:gd name="T20" fmla="*/ 0 w 67"/>
                <a:gd name="T21" fmla="*/ 0 h 35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3507"/>
                <a:gd name="T35" fmla="*/ 67 w 67"/>
                <a:gd name="T36" fmla="*/ 3507 h 35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3507">
                  <a:moveTo>
                    <a:pt x="30" y="44"/>
                  </a:moveTo>
                  <a:lnTo>
                    <a:pt x="0" y="22"/>
                  </a:lnTo>
                  <a:lnTo>
                    <a:pt x="0" y="3506"/>
                  </a:lnTo>
                  <a:lnTo>
                    <a:pt x="66" y="3506"/>
                  </a:lnTo>
                  <a:lnTo>
                    <a:pt x="66" y="22"/>
                  </a:lnTo>
                  <a:lnTo>
                    <a:pt x="30" y="0"/>
                  </a:lnTo>
                  <a:lnTo>
                    <a:pt x="66" y="22"/>
                  </a:lnTo>
                  <a:lnTo>
                    <a:pt x="66" y="0"/>
                  </a:lnTo>
                  <a:lnTo>
                    <a:pt x="30" y="0"/>
                  </a:lnTo>
                  <a:lnTo>
                    <a:pt x="30" y="44"/>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6" name="Freeform 36">
              <a:extLst>
                <a:ext uri="{FF2B5EF4-FFF2-40B4-BE49-F238E27FC236}">
                  <a16:creationId xmlns:a16="http://schemas.microsoft.com/office/drawing/2014/main" id="{15FB3CEE-39B4-1F7B-D4C6-210314E23CAC}"/>
                </a:ext>
              </a:extLst>
            </p:cNvPr>
            <p:cNvSpPr>
              <a:spLocks noChangeArrowheads="1"/>
            </p:cNvSpPr>
            <p:nvPr/>
          </p:nvSpPr>
          <p:spPr bwMode="auto">
            <a:xfrm>
              <a:off x="956" y="3072"/>
              <a:ext cx="313" cy="117"/>
            </a:xfrm>
            <a:custGeom>
              <a:avLst/>
              <a:gdLst>
                <a:gd name="T0" fmla="*/ 1 w 1379"/>
                <a:gd name="T1" fmla="*/ 6 h 516"/>
                <a:gd name="T2" fmla="*/ 0 w 1379"/>
                <a:gd name="T3" fmla="*/ 6 h 516"/>
                <a:gd name="T4" fmla="*/ 16 w 1379"/>
                <a:gd name="T5" fmla="*/ 0 h 516"/>
                <a:gd name="T6" fmla="*/ 16 w 1379"/>
                <a:gd name="T7" fmla="*/ 0 h 516"/>
                <a:gd name="T8" fmla="*/ 0 w 1379"/>
                <a:gd name="T9" fmla="*/ 6 h 516"/>
                <a:gd name="T10" fmla="*/ 0 w 1379"/>
                <a:gd name="T11" fmla="*/ 6 h 516"/>
                <a:gd name="T12" fmla="*/ 0 w 1379"/>
                <a:gd name="T13" fmla="*/ 6 h 516"/>
                <a:gd name="T14" fmla="*/ 0 w 1379"/>
                <a:gd name="T15" fmla="*/ 6 h 516"/>
                <a:gd name="T16" fmla="*/ 0 w 1379"/>
                <a:gd name="T17" fmla="*/ 6 h 516"/>
                <a:gd name="T18" fmla="*/ 1 w 1379"/>
                <a:gd name="T19" fmla="*/ 6 h 516"/>
                <a:gd name="T20" fmla="*/ 1 w 1379"/>
                <a:gd name="T21" fmla="*/ 6 h 5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79"/>
                <a:gd name="T34" fmla="*/ 0 h 516"/>
                <a:gd name="T35" fmla="*/ 1379 w 1379"/>
                <a:gd name="T36" fmla="*/ 516 h 5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79" h="516">
                  <a:moveTo>
                    <a:pt x="65" y="515"/>
                  </a:moveTo>
                  <a:lnTo>
                    <a:pt x="34" y="515"/>
                  </a:lnTo>
                  <a:lnTo>
                    <a:pt x="1378" y="44"/>
                  </a:lnTo>
                  <a:lnTo>
                    <a:pt x="1378" y="0"/>
                  </a:lnTo>
                  <a:lnTo>
                    <a:pt x="34" y="488"/>
                  </a:lnTo>
                  <a:lnTo>
                    <a:pt x="0" y="515"/>
                  </a:lnTo>
                  <a:lnTo>
                    <a:pt x="34" y="488"/>
                  </a:lnTo>
                  <a:lnTo>
                    <a:pt x="0" y="488"/>
                  </a:lnTo>
                  <a:lnTo>
                    <a:pt x="0" y="515"/>
                  </a:lnTo>
                  <a:lnTo>
                    <a:pt x="65" y="51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7" name="Freeform 37">
              <a:extLst>
                <a:ext uri="{FF2B5EF4-FFF2-40B4-BE49-F238E27FC236}">
                  <a16:creationId xmlns:a16="http://schemas.microsoft.com/office/drawing/2014/main" id="{CE06A5B6-51B9-9B06-48D1-FA11DB570ADA}"/>
                </a:ext>
              </a:extLst>
            </p:cNvPr>
            <p:cNvSpPr>
              <a:spLocks noChangeArrowheads="1"/>
            </p:cNvSpPr>
            <p:nvPr/>
          </p:nvSpPr>
          <p:spPr bwMode="auto">
            <a:xfrm>
              <a:off x="956" y="3188"/>
              <a:ext cx="15" cy="559"/>
            </a:xfrm>
            <a:custGeom>
              <a:avLst/>
              <a:gdLst>
                <a:gd name="T0" fmla="*/ 0 w 67"/>
                <a:gd name="T1" fmla="*/ 29 h 2463"/>
                <a:gd name="T2" fmla="*/ 1 w 67"/>
                <a:gd name="T3" fmla="*/ 29 h 2463"/>
                <a:gd name="T4" fmla="*/ 1 w 67"/>
                <a:gd name="T5" fmla="*/ 0 h 2463"/>
                <a:gd name="T6" fmla="*/ 0 w 67"/>
                <a:gd name="T7" fmla="*/ 0 h 2463"/>
                <a:gd name="T8" fmla="*/ 0 w 67"/>
                <a:gd name="T9" fmla="*/ 29 h 2463"/>
                <a:gd name="T10" fmla="*/ 0 w 67"/>
                <a:gd name="T11" fmla="*/ 29 h 2463"/>
                <a:gd name="T12" fmla="*/ 0 w 67"/>
                <a:gd name="T13" fmla="*/ 29 h 2463"/>
                <a:gd name="T14" fmla="*/ 0 w 67"/>
                <a:gd name="T15" fmla="*/ 29 h 2463"/>
                <a:gd name="T16" fmla="*/ 0 w 67"/>
                <a:gd name="T17" fmla="*/ 29 h 2463"/>
                <a:gd name="T18" fmla="*/ 0 w 67"/>
                <a:gd name="T19" fmla="*/ 29 h 2463"/>
                <a:gd name="T20" fmla="*/ 0 w 67"/>
                <a:gd name="T21" fmla="*/ 29 h 24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2463"/>
                <a:gd name="T35" fmla="*/ 67 w 67"/>
                <a:gd name="T36" fmla="*/ 2463 h 24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2463">
                  <a:moveTo>
                    <a:pt x="34" y="2435"/>
                  </a:moveTo>
                  <a:lnTo>
                    <a:pt x="66" y="2462"/>
                  </a:lnTo>
                  <a:lnTo>
                    <a:pt x="66" y="0"/>
                  </a:lnTo>
                  <a:lnTo>
                    <a:pt x="0" y="0"/>
                  </a:lnTo>
                  <a:lnTo>
                    <a:pt x="0" y="2462"/>
                  </a:lnTo>
                  <a:lnTo>
                    <a:pt x="34" y="2462"/>
                  </a:lnTo>
                  <a:lnTo>
                    <a:pt x="0" y="2462"/>
                  </a:lnTo>
                  <a:lnTo>
                    <a:pt x="34" y="2462"/>
                  </a:lnTo>
                  <a:lnTo>
                    <a:pt x="34" y="243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8" name="Freeform 38">
              <a:extLst>
                <a:ext uri="{FF2B5EF4-FFF2-40B4-BE49-F238E27FC236}">
                  <a16:creationId xmlns:a16="http://schemas.microsoft.com/office/drawing/2014/main" id="{503B9223-CCED-B3D3-D1BB-ABF48DA3015D}"/>
                </a:ext>
              </a:extLst>
            </p:cNvPr>
            <p:cNvSpPr>
              <a:spLocks noChangeArrowheads="1"/>
            </p:cNvSpPr>
            <p:nvPr/>
          </p:nvSpPr>
          <p:spPr bwMode="auto">
            <a:xfrm>
              <a:off x="964" y="3741"/>
              <a:ext cx="313" cy="132"/>
            </a:xfrm>
            <a:custGeom>
              <a:avLst/>
              <a:gdLst>
                <a:gd name="T0" fmla="*/ 15 w 1379"/>
                <a:gd name="T1" fmla="*/ 7 h 582"/>
                <a:gd name="T2" fmla="*/ 16 w 1379"/>
                <a:gd name="T3" fmla="*/ 6 h 582"/>
                <a:gd name="T4" fmla="*/ 0 w 1379"/>
                <a:gd name="T5" fmla="*/ 0 h 582"/>
                <a:gd name="T6" fmla="*/ 0 w 1379"/>
                <a:gd name="T7" fmla="*/ 0 h 582"/>
                <a:gd name="T8" fmla="*/ 16 w 1379"/>
                <a:gd name="T9" fmla="*/ 7 h 582"/>
                <a:gd name="T10" fmla="*/ 16 w 1379"/>
                <a:gd name="T11" fmla="*/ 7 h 582"/>
                <a:gd name="T12" fmla="*/ 16 w 1379"/>
                <a:gd name="T13" fmla="*/ 7 h 582"/>
                <a:gd name="T14" fmla="*/ 16 w 1379"/>
                <a:gd name="T15" fmla="*/ 7 h 582"/>
                <a:gd name="T16" fmla="*/ 16 w 1379"/>
                <a:gd name="T17" fmla="*/ 7 h 582"/>
                <a:gd name="T18" fmla="*/ 15 w 1379"/>
                <a:gd name="T19" fmla="*/ 7 h 582"/>
                <a:gd name="T20" fmla="*/ 15 w 1379"/>
                <a:gd name="T21" fmla="*/ 7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79"/>
                <a:gd name="T34" fmla="*/ 0 h 582"/>
                <a:gd name="T35" fmla="*/ 1379 w 1379"/>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79" h="582">
                  <a:moveTo>
                    <a:pt x="1311" y="558"/>
                  </a:moveTo>
                  <a:lnTo>
                    <a:pt x="1342" y="536"/>
                  </a:lnTo>
                  <a:lnTo>
                    <a:pt x="0" y="0"/>
                  </a:lnTo>
                  <a:lnTo>
                    <a:pt x="0" y="25"/>
                  </a:lnTo>
                  <a:lnTo>
                    <a:pt x="1342" y="581"/>
                  </a:lnTo>
                  <a:lnTo>
                    <a:pt x="1378" y="558"/>
                  </a:lnTo>
                  <a:lnTo>
                    <a:pt x="1342" y="581"/>
                  </a:lnTo>
                  <a:lnTo>
                    <a:pt x="1378" y="581"/>
                  </a:lnTo>
                  <a:lnTo>
                    <a:pt x="1378" y="558"/>
                  </a:lnTo>
                  <a:lnTo>
                    <a:pt x="1311" y="558"/>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79" name="AutoShape 39">
              <a:extLst>
                <a:ext uri="{FF2B5EF4-FFF2-40B4-BE49-F238E27FC236}">
                  <a16:creationId xmlns:a16="http://schemas.microsoft.com/office/drawing/2014/main" id="{64605E98-0DFA-C999-5B3C-A4ADB496D5EA}"/>
                </a:ext>
              </a:extLst>
            </p:cNvPr>
            <p:cNvSpPr>
              <a:spLocks noChangeArrowheads="1"/>
            </p:cNvSpPr>
            <p:nvPr/>
          </p:nvSpPr>
          <p:spPr bwMode="auto">
            <a:xfrm>
              <a:off x="1337" y="3103"/>
              <a:ext cx="99" cy="744"/>
            </a:xfrm>
            <a:prstGeom prst="roundRect">
              <a:avLst>
                <a:gd name="adj" fmla="val 1019"/>
              </a:avLst>
            </a:pr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80" name="Freeform 40">
              <a:extLst>
                <a:ext uri="{FF2B5EF4-FFF2-40B4-BE49-F238E27FC236}">
                  <a16:creationId xmlns:a16="http://schemas.microsoft.com/office/drawing/2014/main" id="{C56EA139-C63E-B1C8-349D-DBBC3D1CC9CE}"/>
                </a:ext>
              </a:extLst>
            </p:cNvPr>
            <p:cNvSpPr>
              <a:spLocks noChangeArrowheads="1"/>
            </p:cNvSpPr>
            <p:nvPr/>
          </p:nvSpPr>
          <p:spPr bwMode="auto">
            <a:xfrm>
              <a:off x="1429" y="3103"/>
              <a:ext cx="15" cy="748"/>
            </a:xfrm>
            <a:custGeom>
              <a:avLst/>
              <a:gdLst>
                <a:gd name="T0" fmla="*/ 0 w 66"/>
                <a:gd name="T1" fmla="*/ 39 h 3300"/>
                <a:gd name="T2" fmla="*/ 1 w 66"/>
                <a:gd name="T3" fmla="*/ 38 h 3300"/>
                <a:gd name="T4" fmla="*/ 1 w 66"/>
                <a:gd name="T5" fmla="*/ 0 h 3300"/>
                <a:gd name="T6" fmla="*/ 0 w 66"/>
                <a:gd name="T7" fmla="*/ 0 h 3300"/>
                <a:gd name="T8" fmla="*/ 0 w 66"/>
                <a:gd name="T9" fmla="*/ 38 h 3300"/>
                <a:gd name="T10" fmla="*/ 0 w 66"/>
                <a:gd name="T11" fmla="*/ 38 h 3300"/>
                <a:gd name="T12" fmla="*/ 0 w 66"/>
                <a:gd name="T13" fmla="*/ 39 h 3300"/>
                <a:gd name="T14" fmla="*/ 1 w 66"/>
                <a:gd name="T15" fmla="*/ 39 h 3300"/>
                <a:gd name="T16" fmla="*/ 1 w 66"/>
                <a:gd name="T17" fmla="*/ 38 h 3300"/>
                <a:gd name="T18" fmla="*/ 0 w 66"/>
                <a:gd name="T19" fmla="*/ 39 h 3300"/>
                <a:gd name="T20" fmla="*/ 0 w 66"/>
                <a:gd name="T21" fmla="*/ 39 h 33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6"/>
                <a:gd name="T34" fmla="*/ 0 h 3300"/>
                <a:gd name="T35" fmla="*/ 66 w 66"/>
                <a:gd name="T36" fmla="*/ 3300 h 33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6" h="3300">
                  <a:moveTo>
                    <a:pt x="30" y="3299"/>
                  </a:moveTo>
                  <a:lnTo>
                    <a:pt x="65" y="3277"/>
                  </a:lnTo>
                  <a:lnTo>
                    <a:pt x="65" y="0"/>
                  </a:lnTo>
                  <a:lnTo>
                    <a:pt x="0" y="0"/>
                  </a:lnTo>
                  <a:lnTo>
                    <a:pt x="0" y="3277"/>
                  </a:lnTo>
                  <a:lnTo>
                    <a:pt x="30" y="3255"/>
                  </a:lnTo>
                  <a:lnTo>
                    <a:pt x="30" y="3299"/>
                  </a:lnTo>
                  <a:lnTo>
                    <a:pt x="65" y="3299"/>
                  </a:lnTo>
                  <a:lnTo>
                    <a:pt x="65" y="3277"/>
                  </a:lnTo>
                  <a:lnTo>
                    <a:pt x="30" y="3299"/>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1" name="Freeform 41">
              <a:extLst>
                <a:ext uri="{FF2B5EF4-FFF2-40B4-BE49-F238E27FC236}">
                  <a16:creationId xmlns:a16="http://schemas.microsoft.com/office/drawing/2014/main" id="{83F43015-69EA-81CC-E4E0-6E6D099A4819}"/>
                </a:ext>
              </a:extLst>
            </p:cNvPr>
            <p:cNvSpPr>
              <a:spLocks noChangeArrowheads="1"/>
            </p:cNvSpPr>
            <p:nvPr/>
          </p:nvSpPr>
          <p:spPr bwMode="auto">
            <a:xfrm>
              <a:off x="1329" y="3841"/>
              <a:ext cx="107" cy="10"/>
            </a:xfrm>
            <a:custGeom>
              <a:avLst/>
              <a:gdLst>
                <a:gd name="T0" fmla="*/ 0 w 473"/>
                <a:gd name="T1" fmla="*/ 0 h 45"/>
                <a:gd name="T2" fmla="*/ 0 w 473"/>
                <a:gd name="T3" fmla="*/ 0 h 45"/>
                <a:gd name="T4" fmla="*/ 5 w 473"/>
                <a:gd name="T5" fmla="*/ 0 h 45"/>
                <a:gd name="T6" fmla="*/ 5 w 473"/>
                <a:gd name="T7" fmla="*/ 0 h 45"/>
                <a:gd name="T8" fmla="*/ 0 w 473"/>
                <a:gd name="T9" fmla="*/ 0 h 45"/>
                <a:gd name="T10" fmla="*/ 1 w 473"/>
                <a:gd name="T11" fmla="*/ 0 h 45"/>
                <a:gd name="T12" fmla="*/ 0 w 473"/>
                <a:gd name="T13" fmla="*/ 0 h 45"/>
                <a:gd name="T14" fmla="*/ 0 w 473"/>
                <a:gd name="T15" fmla="*/ 0 h 45"/>
                <a:gd name="T16" fmla="*/ 0 w 473"/>
                <a:gd name="T17" fmla="*/ 0 h 45"/>
                <a:gd name="T18" fmla="*/ 0 w 473"/>
                <a:gd name="T19" fmla="*/ 0 h 45"/>
                <a:gd name="T20" fmla="*/ 0 w 473"/>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3"/>
                <a:gd name="T34" fmla="*/ 0 h 45"/>
                <a:gd name="T35" fmla="*/ 473 w 473"/>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3" h="45">
                  <a:moveTo>
                    <a:pt x="0" y="21"/>
                  </a:moveTo>
                  <a:lnTo>
                    <a:pt x="35" y="44"/>
                  </a:lnTo>
                  <a:lnTo>
                    <a:pt x="472" y="44"/>
                  </a:lnTo>
                  <a:lnTo>
                    <a:pt x="472" y="0"/>
                  </a:lnTo>
                  <a:lnTo>
                    <a:pt x="35" y="0"/>
                  </a:lnTo>
                  <a:lnTo>
                    <a:pt x="70" y="21"/>
                  </a:lnTo>
                  <a:lnTo>
                    <a:pt x="0" y="21"/>
                  </a:lnTo>
                  <a:lnTo>
                    <a:pt x="0" y="44"/>
                  </a:lnTo>
                  <a:lnTo>
                    <a:pt x="35" y="44"/>
                  </a:lnTo>
                  <a:lnTo>
                    <a:pt x="0" y="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2" name="Freeform 42">
              <a:extLst>
                <a:ext uri="{FF2B5EF4-FFF2-40B4-BE49-F238E27FC236}">
                  <a16:creationId xmlns:a16="http://schemas.microsoft.com/office/drawing/2014/main" id="{BFC3FD38-2BC0-408D-E818-7ECE78290E49}"/>
                </a:ext>
              </a:extLst>
            </p:cNvPr>
            <p:cNvSpPr>
              <a:spLocks noChangeArrowheads="1"/>
            </p:cNvSpPr>
            <p:nvPr/>
          </p:nvSpPr>
          <p:spPr bwMode="auto">
            <a:xfrm>
              <a:off x="1329" y="3098"/>
              <a:ext cx="16" cy="748"/>
            </a:xfrm>
            <a:custGeom>
              <a:avLst/>
              <a:gdLst>
                <a:gd name="T0" fmla="*/ 0 w 71"/>
                <a:gd name="T1" fmla="*/ 0 h 3300"/>
                <a:gd name="T2" fmla="*/ 0 w 71"/>
                <a:gd name="T3" fmla="*/ 0 h 3300"/>
                <a:gd name="T4" fmla="*/ 0 w 71"/>
                <a:gd name="T5" fmla="*/ 39 h 3300"/>
                <a:gd name="T6" fmla="*/ 1 w 71"/>
                <a:gd name="T7" fmla="*/ 39 h 3300"/>
                <a:gd name="T8" fmla="*/ 1 w 71"/>
                <a:gd name="T9" fmla="*/ 0 h 3300"/>
                <a:gd name="T10" fmla="*/ 0 w 71"/>
                <a:gd name="T11" fmla="*/ 0 h 3300"/>
                <a:gd name="T12" fmla="*/ 0 w 71"/>
                <a:gd name="T13" fmla="*/ 0 h 3300"/>
                <a:gd name="T14" fmla="*/ 0 w 71"/>
                <a:gd name="T15" fmla="*/ 0 h 3300"/>
                <a:gd name="T16" fmla="*/ 0 w 71"/>
                <a:gd name="T17" fmla="*/ 0 h 3300"/>
                <a:gd name="T18" fmla="*/ 0 w 71"/>
                <a:gd name="T19" fmla="*/ 0 h 3300"/>
                <a:gd name="T20" fmla="*/ 0 w 71"/>
                <a:gd name="T21" fmla="*/ 0 h 33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
                <a:gd name="T34" fmla="*/ 0 h 3300"/>
                <a:gd name="T35" fmla="*/ 71 w 71"/>
                <a:gd name="T36" fmla="*/ 3300 h 33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 h="3300">
                  <a:moveTo>
                    <a:pt x="34" y="0"/>
                  </a:moveTo>
                  <a:lnTo>
                    <a:pt x="0" y="22"/>
                  </a:lnTo>
                  <a:lnTo>
                    <a:pt x="0" y="3299"/>
                  </a:lnTo>
                  <a:lnTo>
                    <a:pt x="70" y="3299"/>
                  </a:lnTo>
                  <a:lnTo>
                    <a:pt x="70" y="22"/>
                  </a:lnTo>
                  <a:lnTo>
                    <a:pt x="34" y="22"/>
                  </a:lnTo>
                  <a:lnTo>
                    <a:pt x="34" y="0"/>
                  </a:lnTo>
                  <a:lnTo>
                    <a:pt x="0" y="0"/>
                  </a:lnTo>
                  <a:lnTo>
                    <a:pt x="0" y="22"/>
                  </a:lnTo>
                  <a:lnTo>
                    <a:pt x="34"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3" name="Freeform 43">
              <a:extLst>
                <a:ext uri="{FF2B5EF4-FFF2-40B4-BE49-F238E27FC236}">
                  <a16:creationId xmlns:a16="http://schemas.microsoft.com/office/drawing/2014/main" id="{B4B38C11-1B67-FB58-FDFA-8185878DEDA8}"/>
                </a:ext>
              </a:extLst>
            </p:cNvPr>
            <p:cNvSpPr>
              <a:spLocks noChangeArrowheads="1"/>
            </p:cNvSpPr>
            <p:nvPr/>
          </p:nvSpPr>
          <p:spPr bwMode="auto">
            <a:xfrm>
              <a:off x="1337" y="3098"/>
              <a:ext cx="107" cy="5"/>
            </a:xfrm>
            <a:custGeom>
              <a:avLst/>
              <a:gdLst>
                <a:gd name="T0" fmla="*/ 5 w 472"/>
                <a:gd name="T1" fmla="*/ 0 h 23"/>
                <a:gd name="T2" fmla="*/ 5 w 472"/>
                <a:gd name="T3" fmla="*/ 0 h 23"/>
                <a:gd name="T4" fmla="*/ 0 w 472"/>
                <a:gd name="T5" fmla="*/ 0 h 23"/>
                <a:gd name="T6" fmla="*/ 0 w 472"/>
                <a:gd name="T7" fmla="*/ 0 h 23"/>
                <a:gd name="T8" fmla="*/ 5 w 472"/>
                <a:gd name="T9" fmla="*/ 0 h 23"/>
                <a:gd name="T10" fmla="*/ 5 w 472"/>
                <a:gd name="T11" fmla="*/ 0 h 23"/>
                <a:gd name="T12" fmla="*/ 5 w 472"/>
                <a:gd name="T13" fmla="*/ 0 h 23"/>
                <a:gd name="T14" fmla="*/ 5 w 472"/>
                <a:gd name="T15" fmla="*/ 0 h 23"/>
                <a:gd name="T16" fmla="*/ 5 w 472"/>
                <a:gd name="T17" fmla="*/ 0 h 23"/>
                <a:gd name="T18" fmla="*/ 5 w 472"/>
                <a:gd name="T19" fmla="*/ 0 h 23"/>
                <a:gd name="T20" fmla="*/ 5 w 472"/>
                <a:gd name="T21" fmla="*/ 0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2"/>
                <a:gd name="T34" fmla="*/ 0 h 23"/>
                <a:gd name="T35" fmla="*/ 472 w 472"/>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2" h="23">
                  <a:moveTo>
                    <a:pt x="471" y="22"/>
                  </a:moveTo>
                  <a:lnTo>
                    <a:pt x="436" y="0"/>
                  </a:lnTo>
                  <a:lnTo>
                    <a:pt x="0" y="0"/>
                  </a:lnTo>
                  <a:lnTo>
                    <a:pt x="0" y="22"/>
                  </a:lnTo>
                  <a:lnTo>
                    <a:pt x="436" y="22"/>
                  </a:lnTo>
                  <a:lnTo>
                    <a:pt x="405" y="22"/>
                  </a:lnTo>
                  <a:lnTo>
                    <a:pt x="471" y="22"/>
                  </a:lnTo>
                  <a:lnTo>
                    <a:pt x="471" y="0"/>
                  </a:lnTo>
                  <a:lnTo>
                    <a:pt x="436" y="0"/>
                  </a:lnTo>
                  <a:lnTo>
                    <a:pt x="471"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4" name="AutoShape 44">
              <a:extLst>
                <a:ext uri="{FF2B5EF4-FFF2-40B4-BE49-F238E27FC236}">
                  <a16:creationId xmlns:a16="http://schemas.microsoft.com/office/drawing/2014/main" id="{81AAC82A-E81C-7106-7EB4-C62EF572AA78}"/>
                </a:ext>
              </a:extLst>
            </p:cNvPr>
            <p:cNvSpPr>
              <a:spLocks noChangeArrowheads="1"/>
            </p:cNvSpPr>
            <p:nvPr/>
          </p:nvSpPr>
          <p:spPr bwMode="auto">
            <a:xfrm>
              <a:off x="1268" y="3077"/>
              <a:ext cx="100" cy="791"/>
            </a:xfrm>
            <a:prstGeom prst="roundRect">
              <a:avLst>
                <a:gd name="adj" fmla="val 1000"/>
              </a:avLst>
            </a:prstGeom>
            <a:solidFill>
              <a:srgbClr val="0066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85" name="Freeform 45">
              <a:extLst>
                <a:ext uri="{FF2B5EF4-FFF2-40B4-BE49-F238E27FC236}">
                  <a16:creationId xmlns:a16="http://schemas.microsoft.com/office/drawing/2014/main" id="{A2ABE7AF-00BB-3DBB-312A-1EE8974564B4}"/>
                </a:ext>
              </a:extLst>
            </p:cNvPr>
            <p:cNvSpPr>
              <a:spLocks noChangeArrowheads="1"/>
            </p:cNvSpPr>
            <p:nvPr/>
          </p:nvSpPr>
          <p:spPr bwMode="auto">
            <a:xfrm>
              <a:off x="1360" y="3072"/>
              <a:ext cx="8" cy="795"/>
            </a:xfrm>
            <a:custGeom>
              <a:avLst/>
              <a:gdLst>
                <a:gd name="T0" fmla="*/ 0 w 36"/>
                <a:gd name="T1" fmla="*/ 0 h 3507"/>
                <a:gd name="T2" fmla="*/ 0 w 36"/>
                <a:gd name="T3" fmla="*/ 0 h 3507"/>
                <a:gd name="T4" fmla="*/ 0 w 36"/>
                <a:gd name="T5" fmla="*/ 41 h 3507"/>
                <a:gd name="T6" fmla="*/ 0 w 36"/>
                <a:gd name="T7" fmla="*/ 41 h 3507"/>
                <a:gd name="T8" fmla="*/ 0 w 36"/>
                <a:gd name="T9" fmla="*/ 0 h 3507"/>
                <a:gd name="T10" fmla="*/ 0 w 36"/>
                <a:gd name="T11" fmla="*/ 0 h 3507"/>
                <a:gd name="T12" fmla="*/ 0 w 36"/>
                <a:gd name="T13" fmla="*/ 0 h 3507"/>
                <a:gd name="T14" fmla="*/ 0 w 36"/>
                <a:gd name="T15" fmla="*/ 0 h 3507"/>
                <a:gd name="T16" fmla="*/ 0 w 36"/>
                <a:gd name="T17" fmla="*/ 0 h 3507"/>
                <a:gd name="T18" fmla="*/ 0 w 36"/>
                <a:gd name="T19" fmla="*/ 0 h 3507"/>
                <a:gd name="T20" fmla="*/ 0 w 36"/>
                <a:gd name="T21" fmla="*/ 0 h 35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3507"/>
                <a:gd name="T35" fmla="*/ 36 w 36"/>
                <a:gd name="T36" fmla="*/ 3507 h 35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3507">
                  <a:moveTo>
                    <a:pt x="35" y="44"/>
                  </a:moveTo>
                  <a:lnTo>
                    <a:pt x="0" y="22"/>
                  </a:lnTo>
                  <a:lnTo>
                    <a:pt x="0" y="3506"/>
                  </a:lnTo>
                  <a:lnTo>
                    <a:pt x="35" y="3506"/>
                  </a:lnTo>
                  <a:lnTo>
                    <a:pt x="35" y="22"/>
                  </a:lnTo>
                  <a:lnTo>
                    <a:pt x="35" y="0"/>
                  </a:lnTo>
                  <a:lnTo>
                    <a:pt x="35" y="22"/>
                  </a:lnTo>
                  <a:lnTo>
                    <a:pt x="35" y="0"/>
                  </a:lnTo>
                  <a:lnTo>
                    <a:pt x="35" y="44"/>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6" name="Freeform 46">
              <a:extLst>
                <a:ext uri="{FF2B5EF4-FFF2-40B4-BE49-F238E27FC236}">
                  <a16:creationId xmlns:a16="http://schemas.microsoft.com/office/drawing/2014/main" id="{19BC747C-4DC5-7F8E-08E3-E4F211FD724F}"/>
                </a:ext>
              </a:extLst>
            </p:cNvPr>
            <p:cNvSpPr>
              <a:spLocks noChangeArrowheads="1"/>
            </p:cNvSpPr>
            <p:nvPr/>
          </p:nvSpPr>
          <p:spPr bwMode="auto">
            <a:xfrm>
              <a:off x="1261" y="3072"/>
              <a:ext cx="107" cy="10"/>
            </a:xfrm>
            <a:custGeom>
              <a:avLst/>
              <a:gdLst>
                <a:gd name="T0" fmla="*/ 1 w 472"/>
                <a:gd name="T1" fmla="*/ 0 h 45"/>
                <a:gd name="T2" fmla="*/ 0 w 472"/>
                <a:gd name="T3" fmla="*/ 0 h 45"/>
                <a:gd name="T4" fmla="*/ 5 w 472"/>
                <a:gd name="T5" fmla="*/ 0 h 45"/>
                <a:gd name="T6" fmla="*/ 5 w 472"/>
                <a:gd name="T7" fmla="*/ 0 h 45"/>
                <a:gd name="T8" fmla="*/ 0 w 472"/>
                <a:gd name="T9" fmla="*/ 0 h 45"/>
                <a:gd name="T10" fmla="*/ 0 w 472"/>
                <a:gd name="T11" fmla="*/ 0 h 45"/>
                <a:gd name="T12" fmla="*/ 0 w 472"/>
                <a:gd name="T13" fmla="*/ 0 h 45"/>
                <a:gd name="T14" fmla="*/ 0 w 472"/>
                <a:gd name="T15" fmla="*/ 0 h 45"/>
                <a:gd name="T16" fmla="*/ 0 w 472"/>
                <a:gd name="T17" fmla="*/ 0 h 45"/>
                <a:gd name="T18" fmla="*/ 1 w 472"/>
                <a:gd name="T19" fmla="*/ 0 h 45"/>
                <a:gd name="T20" fmla="*/ 1 w 472"/>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2"/>
                <a:gd name="T34" fmla="*/ 0 h 45"/>
                <a:gd name="T35" fmla="*/ 472 w 472"/>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2" h="45">
                  <a:moveTo>
                    <a:pt x="65" y="21"/>
                  </a:moveTo>
                  <a:lnTo>
                    <a:pt x="29" y="44"/>
                  </a:lnTo>
                  <a:lnTo>
                    <a:pt x="471" y="44"/>
                  </a:lnTo>
                  <a:lnTo>
                    <a:pt x="471" y="0"/>
                  </a:lnTo>
                  <a:lnTo>
                    <a:pt x="29" y="0"/>
                  </a:lnTo>
                  <a:lnTo>
                    <a:pt x="0" y="21"/>
                  </a:lnTo>
                  <a:lnTo>
                    <a:pt x="29" y="0"/>
                  </a:lnTo>
                  <a:lnTo>
                    <a:pt x="0" y="0"/>
                  </a:lnTo>
                  <a:lnTo>
                    <a:pt x="0" y="21"/>
                  </a:lnTo>
                  <a:lnTo>
                    <a:pt x="65" y="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7" name="Freeform 47">
              <a:extLst>
                <a:ext uri="{FF2B5EF4-FFF2-40B4-BE49-F238E27FC236}">
                  <a16:creationId xmlns:a16="http://schemas.microsoft.com/office/drawing/2014/main" id="{DF1ED6AD-D8E0-FD17-5260-2F36CEDE2376}"/>
                </a:ext>
              </a:extLst>
            </p:cNvPr>
            <p:cNvSpPr>
              <a:spLocks noChangeArrowheads="1"/>
            </p:cNvSpPr>
            <p:nvPr/>
          </p:nvSpPr>
          <p:spPr bwMode="auto">
            <a:xfrm>
              <a:off x="1261" y="3095"/>
              <a:ext cx="15" cy="795"/>
            </a:xfrm>
            <a:custGeom>
              <a:avLst/>
              <a:gdLst>
                <a:gd name="T0" fmla="*/ 0 w 67"/>
                <a:gd name="T1" fmla="*/ 40 h 3507"/>
                <a:gd name="T2" fmla="*/ 1 w 67"/>
                <a:gd name="T3" fmla="*/ 41 h 3507"/>
                <a:gd name="T4" fmla="*/ 1 w 67"/>
                <a:gd name="T5" fmla="*/ 0 h 3507"/>
                <a:gd name="T6" fmla="*/ 0 w 67"/>
                <a:gd name="T7" fmla="*/ 0 h 3507"/>
                <a:gd name="T8" fmla="*/ 0 w 67"/>
                <a:gd name="T9" fmla="*/ 41 h 3507"/>
                <a:gd name="T10" fmla="*/ 0 w 67"/>
                <a:gd name="T11" fmla="*/ 41 h 3507"/>
                <a:gd name="T12" fmla="*/ 0 w 67"/>
                <a:gd name="T13" fmla="*/ 41 h 3507"/>
                <a:gd name="T14" fmla="*/ 0 w 67"/>
                <a:gd name="T15" fmla="*/ 41 h 3507"/>
                <a:gd name="T16" fmla="*/ 0 w 67"/>
                <a:gd name="T17" fmla="*/ 41 h 3507"/>
                <a:gd name="T18" fmla="*/ 0 w 67"/>
                <a:gd name="T19" fmla="*/ 40 h 3507"/>
                <a:gd name="T20" fmla="*/ 0 w 67"/>
                <a:gd name="T21" fmla="*/ 40 h 35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3507"/>
                <a:gd name="T35" fmla="*/ 67 w 67"/>
                <a:gd name="T36" fmla="*/ 3507 h 35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3507">
                  <a:moveTo>
                    <a:pt x="30" y="3461"/>
                  </a:moveTo>
                  <a:lnTo>
                    <a:pt x="66" y="3483"/>
                  </a:lnTo>
                  <a:lnTo>
                    <a:pt x="66" y="0"/>
                  </a:lnTo>
                  <a:lnTo>
                    <a:pt x="0" y="0"/>
                  </a:lnTo>
                  <a:lnTo>
                    <a:pt x="0" y="3483"/>
                  </a:lnTo>
                  <a:lnTo>
                    <a:pt x="30" y="3506"/>
                  </a:lnTo>
                  <a:lnTo>
                    <a:pt x="0" y="3483"/>
                  </a:lnTo>
                  <a:lnTo>
                    <a:pt x="0" y="3506"/>
                  </a:lnTo>
                  <a:lnTo>
                    <a:pt x="30" y="3506"/>
                  </a:lnTo>
                  <a:lnTo>
                    <a:pt x="30" y="346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8" name="Freeform 48">
              <a:extLst>
                <a:ext uri="{FF2B5EF4-FFF2-40B4-BE49-F238E27FC236}">
                  <a16:creationId xmlns:a16="http://schemas.microsoft.com/office/drawing/2014/main" id="{36C3F399-4197-5F24-346C-F531C16BECA3}"/>
                </a:ext>
              </a:extLst>
            </p:cNvPr>
            <p:cNvSpPr>
              <a:spLocks noChangeArrowheads="1"/>
            </p:cNvSpPr>
            <p:nvPr/>
          </p:nvSpPr>
          <p:spPr bwMode="auto">
            <a:xfrm>
              <a:off x="1268" y="3862"/>
              <a:ext cx="100" cy="10"/>
            </a:xfrm>
            <a:custGeom>
              <a:avLst/>
              <a:gdLst>
                <a:gd name="T0" fmla="*/ 5 w 441"/>
                <a:gd name="T1" fmla="*/ 0 h 45"/>
                <a:gd name="T2" fmla="*/ 5 w 441"/>
                <a:gd name="T3" fmla="*/ 0 h 45"/>
                <a:gd name="T4" fmla="*/ 0 w 441"/>
                <a:gd name="T5" fmla="*/ 0 h 45"/>
                <a:gd name="T6" fmla="*/ 0 w 441"/>
                <a:gd name="T7" fmla="*/ 0 h 45"/>
                <a:gd name="T8" fmla="*/ 5 w 441"/>
                <a:gd name="T9" fmla="*/ 0 h 45"/>
                <a:gd name="T10" fmla="*/ 5 w 441"/>
                <a:gd name="T11" fmla="*/ 0 h 45"/>
                <a:gd name="T12" fmla="*/ 5 w 441"/>
                <a:gd name="T13" fmla="*/ 0 h 45"/>
                <a:gd name="T14" fmla="*/ 5 w 441"/>
                <a:gd name="T15" fmla="*/ 0 h 45"/>
                <a:gd name="T16" fmla="*/ 5 w 441"/>
                <a:gd name="T17" fmla="*/ 0 h 45"/>
                <a:gd name="T18" fmla="*/ 5 w 441"/>
                <a:gd name="T19" fmla="*/ 0 h 45"/>
                <a:gd name="T20" fmla="*/ 5 w 441"/>
                <a:gd name="T21" fmla="*/ 0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1"/>
                <a:gd name="T34" fmla="*/ 0 h 45"/>
                <a:gd name="T35" fmla="*/ 441 w 441"/>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1" h="45">
                  <a:moveTo>
                    <a:pt x="404" y="21"/>
                  </a:moveTo>
                  <a:lnTo>
                    <a:pt x="440" y="0"/>
                  </a:lnTo>
                  <a:lnTo>
                    <a:pt x="0" y="0"/>
                  </a:lnTo>
                  <a:lnTo>
                    <a:pt x="0" y="44"/>
                  </a:lnTo>
                  <a:lnTo>
                    <a:pt x="440" y="44"/>
                  </a:lnTo>
                  <a:lnTo>
                    <a:pt x="440" y="21"/>
                  </a:lnTo>
                  <a:lnTo>
                    <a:pt x="440" y="44"/>
                  </a:lnTo>
                  <a:lnTo>
                    <a:pt x="440" y="21"/>
                  </a:lnTo>
                  <a:lnTo>
                    <a:pt x="404" y="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89" name="Freeform 49">
              <a:extLst>
                <a:ext uri="{FF2B5EF4-FFF2-40B4-BE49-F238E27FC236}">
                  <a16:creationId xmlns:a16="http://schemas.microsoft.com/office/drawing/2014/main" id="{72F0ACF0-0C35-6C3F-8E87-442F401A525C}"/>
                </a:ext>
              </a:extLst>
            </p:cNvPr>
            <p:cNvSpPr>
              <a:spLocks noChangeArrowheads="1"/>
            </p:cNvSpPr>
            <p:nvPr/>
          </p:nvSpPr>
          <p:spPr bwMode="auto">
            <a:xfrm>
              <a:off x="1132" y="3388"/>
              <a:ext cx="68" cy="127"/>
            </a:xfrm>
            <a:custGeom>
              <a:avLst/>
              <a:gdLst>
                <a:gd name="T0" fmla="*/ 2 w 300"/>
                <a:gd name="T1" fmla="*/ 7 h 560"/>
                <a:gd name="T2" fmla="*/ 2 w 300"/>
                <a:gd name="T3" fmla="*/ 7 h 560"/>
                <a:gd name="T4" fmla="*/ 1 w 300"/>
                <a:gd name="T5" fmla="*/ 6 h 560"/>
                <a:gd name="T6" fmla="*/ 1 w 300"/>
                <a:gd name="T7" fmla="*/ 6 h 560"/>
                <a:gd name="T8" fmla="*/ 0 w 300"/>
                <a:gd name="T9" fmla="*/ 5 h 560"/>
                <a:gd name="T10" fmla="*/ 0 w 300"/>
                <a:gd name="T11" fmla="*/ 5 h 560"/>
                <a:gd name="T12" fmla="*/ 0 w 300"/>
                <a:gd name="T13" fmla="*/ 5 h 560"/>
                <a:gd name="T14" fmla="*/ 0 w 300"/>
                <a:gd name="T15" fmla="*/ 4 h 560"/>
                <a:gd name="T16" fmla="*/ 0 w 300"/>
                <a:gd name="T17" fmla="*/ 3 h 560"/>
                <a:gd name="T18" fmla="*/ 0 w 300"/>
                <a:gd name="T19" fmla="*/ 3 h 560"/>
                <a:gd name="T20" fmla="*/ 0 w 300"/>
                <a:gd name="T21" fmla="*/ 2 h 560"/>
                <a:gd name="T22" fmla="*/ 0 w 300"/>
                <a:gd name="T23" fmla="*/ 1 h 560"/>
                <a:gd name="T24" fmla="*/ 0 w 300"/>
                <a:gd name="T25" fmla="*/ 1 h 560"/>
                <a:gd name="T26" fmla="*/ 1 w 300"/>
                <a:gd name="T27" fmla="*/ 0 h 560"/>
                <a:gd name="T28" fmla="*/ 1 w 300"/>
                <a:gd name="T29" fmla="*/ 0 h 560"/>
                <a:gd name="T30" fmla="*/ 2 w 300"/>
                <a:gd name="T31" fmla="*/ 0 h 560"/>
                <a:gd name="T32" fmla="*/ 2 w 300"/>
                <a:gd name="T33" fmla="*/ 0 h 560"/>
                <a:gd name="T34" fmla="*/ 2 w 300"/>
                <a:gd name="T35" fmla="*/ 0 h 560"/>
                <a:gd name="T36" fmla="*/ 3 w 300"/>
                <a:gd name="T37" fmla="*/ 0 h 560"/>
                <a:gd name="T38" fmla="*/ 3 w 300"/>
                <a:gd name="T39" fmla="*/ 0 h 560"/>
                <a:gd name="T40" fmla="*/ 3 w 300"/>
                <a:gd name="T41" fmla="*/ 1 h 560"/>
                <a:gd name="T42" fmla="*/ 3 w 300"/>
                <a:gd name="T43" fmla="*/ 1 h 560"/>
                <a:gd name="T44" fmla="*/ 3 w 300"/>
                <a:gd name="T45" fmla="*/ 2 h 560"/>
                <a:gd name="T46" fmla="*/ 3 w 300"/>
                <a:gd name="T47" fmla="*/ 3 h 560"/>
                <a:gd name="T48" fmla="*/ 3 w 300"/>
                <a:gd name="T49" fmla="*/ 3 h 560"/>
                <a:gd name="T50" fmla="*/ 3 w 300"/>
                <a:gd name="T51" fmla="*/ 4 h 560"/>
                <a:gd name="T52" fmla="*/ 3 w 300"/>
                <a:gd name="T53" fmla="*/ 5 h 560"/>
                <a:gd name="T54" fmla="*/ 3 w 300"/>
                <a:gd name="T55" fmla="*/ 5 h 560"/>
                <a:gd name="T56" fmla="*/ 3 w 300"/>
                <a:gd name="T57" fmla="*/ 5 h 560"/>
                <a:gd name="T58" fmla="*/ 3 w 300"/>
                <a:gd name="T59" fmla="*/ 6 h 560"/>
                <a:gd name="T60" fmla="*/ 3 w 300"/>
                <a:gd name="T61" fmla="*/ 6 h 560"/>
                <a:gd name="T62" fmla="*/ 2 w 300"/>
                <a:gd name="T63" fmla="*/ 7 h 560"/>
                <a:gd name="T64" fmla="*/ 2 w 300"/>
                <a:gd name="T65" fmla="*/ 7 h 560"/>
                <a:gd name="T66" fmla="*/ 2 w 300"/>
                <a:gd name="T67" fmla="*/ 7 h 5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0"/>
                <a:gd name="T103" fmla="*/ 0 h 560"/>
                <a:gd name="T104" fmla="*/ 300 w 300"/>
                <a:gd name="T105" fmla="*/ 560 h 5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0" h="560">
                  <a:moveTo>
                    <a:pt x="167" y="559"/>
                  </a:moveTo>
                  <a:lnTo>
                    <a:pt x="131" y="559"/>
                  </a:lnTo>
                  <a:lnTo>
                    <a:pt x="100" y="532"/>
                  </a:lnTo>
                  <a:lnTo>
                    <a:pt x="65" y="510"/>
                  </a:lnTo>
                  <a:lnTo>
                    <a:pt x="29" y="466"/>
                  </a:lnTo>
                  <a:lnTo>
                    <a:pt x="29" y="439"/>
                  </a:lnTo>
                  <a:lnTo>
                    <a:pt x="29" y="396"/>
                  </a:lnTo>
                  <a:lnTo>
                    <a:pt x="0" y="325"/>
                  </a:lnTo>
                  <a:lnTo>
                    <a:pt x="0" y="277"/>
                  </a:lnTo>
                  <a:lnTo>
                    <a:pt x="0" y="233"/>
                  </a:lnTo>
                  <a:lnTo>
                    <a:pt x="29" y="162"/>
                  </a:lnTo>
                  <a:lnTo>
                    <a:pt x="29" y="113"/>
                  </a:lnTo>
                  <a:lnTo>
                    <a:pt x="29" y="91"/>
                  </a:lnTo>
                  <a:lnTo>
                    <a:pt x="65" y="47"/>
                  </a:lnTo>
                  <a:lnTo>
                    <a:pt x="100" y="21"/>
                  </a:lnTo>
                  <a:lnTo>
                    <a:pt x="131" y="0"/>
                  </a:lnTo>
                  <a:lnTo>
                    <a:pt x="167" y="0"/>
                  </a:lnTo>
                  <a:lnTo>
                    <a:pt x="202" y="0"/>
                  </a:lnTo>
                  <a:lnTo>
                    <a:pt x="233" y="21"/>
                  </a:lnTo>
                  <a:lnTo>
                    <a:pt x="233" y="47"/>
                  </a:lnTo>
                  <a:lnTo>
                    <a:pt x="268" y="91"/>
                  </a:lnTo>
                  <a:lnTo>
                    <a:pt x="299" y="113"/>
                  </a:lnTo>
                  <a:lnTo>
                    <a:pt x="299" y="162"/>
                  </a:lnTo>
                  <a:lnTo>
                    <a:pt x="299" y="233"/>
                  </a:lnTo>
                  <a:lnTo>
                    <a:pt x="299" y="277"/>
                  </a:lnTo>
                  <a:lnTo>
                    <a:pt x="299" y="325"/>
                  </a:lnTo>
                  <a:lnTo>
                    <a:pt x="299" y="396"/>
                  </a:lnTo>
                  <a:lnTo>
                    <a:pt x="299" y="439"/>
                  </a:lnTo>
                  <a:lnTo>
                    <a:pt x="268" y="466"/>
                  </a:lnTo>
                  <a:lnTo>
                    <a:pt x="233" y="510"/>
                  </a:lnTo>
                  <a:lnTo>
                    <a:pt x="233" y="532"/>
                  </a:lnTo>
                  <a:lnTo>
                    <a:pt x="202" y="559"/>
                  </a:lnTo>
                  <a:lnTo>
                    <a:pt x="167" y="559"/>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0" name="Freeform 50">
              <a:extLst>
                <a:ext uri="{FF2B5EF4-FFF2-40B4-BE49-F238E27FC236}">
                  <a16:creationId xmlns:a16="http://schemas.microsoft.com/office/drawing/2014/main" id="{51E88E60-FB30-E45A-B3FE-FF59F6D5401F}"/>
                </a:ext>
              </a:extLst>
            </p:cNvPr>
            <p:cNvSpPr>
              <a:spLocks noChangeArrowheads="1"/>
            </p:cNvSpPr>
            <p:nvPr/>
          </p:nvSpPr>
          <p:spPr bwMode="auto">
            <a:xfrm>
              <a:off x="1124" y="3451"/>
              <a:ext cx="46" cy="70"/>
            </a:xfrm>
            <a:custGeom>
              <a:avLst/>
              <a:gdLst>
                <a:gd name="T0" fmla="*/ 0 w 203"/>
                <a:gd name="T1" fmla="*/ 0 h 308"/>
                <a:gd name="T2" fmla="*/ 0 w 203"/>
                <a:gd name="T3" fmla="*/ 0 h 308"/>
                <a:gd name="T4" fmla="*/ 0 w 203"/>
                <a:gd name="T5" fmla="*/ 0 h 308"/>
                <a:gd name="T6" fmla="*/ 0 w 203"/>
                <a:gd name="T7" fmla="*/ 1 h 308"/>
                <a:gd name="T8" fmla="*/ 0 w 203"/>
                <a:gd name="T9" fmla="*/ 2 h 308"/>
                <a:gd name="T10" fmla="*/ 1 w 203"/>
                <a:gd name="T11" fmla="*/ 3 h 308"/>
                <a:gd name="T12" fmla="*/ 1 w 203"/>
                <a:gd name="T13" fmla="*/ 3 h 308"/>
                <a:gd name="T14" fmla="*/ 1 w 203"/>
                <a:gd name="T15" fmla="*/ 3 h 308"/>
                <a:gd name="T16" fmla="*/ 2 w 203"/>
                <a:gd name="T17" fmla="*/ 3 h 308"/>
                <a:gd name="T18" fmla="*/ 2 w 203"/>
                <a:gd name="T19" fmla="*/ 4 h 308"/>
                <a:gd name="T20" fmla="*/ 2 w 203"/>
                <a:gd name="T21" fmla="*/ 3 h 308"/>
                <a:gd name="T22" fmla="*/ 2 w 203"/>
                <a:gd name="T23" fmla="*/ 3 h 308"/>
                <a:gd name="T24" fmla="*/ 2 w 203"/>
                <a:gd name="T25" fmla="*/ 3 h 308"/>
                <a:gd name="T26" fmla="*/ 2 w 203"/>
                <a:gd name="T27" fmla="*/ 3 h 308"/>
                <a:gd name="T28" fmla="*/ 1 w 203"/>
                <a:gd name="T29" fmla="*/ 2 h 308"/>
                <a:gd name="T30" fmla="*/ 1 w 203"/>
                <a:gd name="T31" fmla="*/ 2 h 308"/>
                <a:gd name="T32" fmla="*/ 1 w 203"/>
                <a:gd name="T33" fmla="*/ 1 h 308"/>
                <a:gd name="T34" fmla="*/ 1 w 203"/>
                <a:gd name="T35" fmla="*/ 0 h 308"/>
                <a:gd name="T36" fmla="*/ 1 w 203"/>
                <a:gd name="T37" fmla="*/ 0 h 308"/>
                <a:gd name="T38" fmla="*/ 1 w 203"/>
                <a:gd name="T39" fmla="*/ 0 h 308"/>
                <a:gd name="T40" fmla="*/ 0 w 203"/>
                <a:gd name="T41" fmla="*/ 0 h 308"/>
                <a:gd name="T42" fmla="*/ 0 w 203"/>
                <a:gd name="T43" fmla="*/ 0 h 3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03"/>
                <a:gd name="T67" fmla="*/ 0 h 308"/>
                <a:gd name="T68" fmla="*/ 203 w 203"/>
                <a:gd name="T69" fmla="*/ 308 h 3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03" h="308">
                  <a:moveTo>
                    <a:pt x="0" y="0"/>
                  </a:moveTo>
                  <a:lnTo>
                    <a:pt x="0" y="0"/>
                  </a:lnTo>
                  <a:lnTo>
                    <a:pt x="34" y="48"/>
                  </a:lnTo>
                  <a:lnTo>
                    <a:pt x="34" y="120"/>
                  </a:lnTo>
                  <a:lnTo>
                    <a:pt x="34" y="164"/>
                  </a:lnTo>
                  <a:lnTo>
                    <a:pt x="65" y="213"/>
                  </a:lnTo>
                  <a:lnTo>
                    <a:pt x="101" y="236"/>
                  </a:lnTo>
                  <a:lnTo>
                    <a:pt x="101" y="258"/>
                  </a:lnTo>
                  <a:lnTo>
                    <a:pt x="166" y="284"/>
                  </a:lnTo>
                  <a:lnTo>
                    <a:pt x="202" y="307"/>
                  </a:lnTo>
                  <a:lnTo>
                    <a:pt x="202" y="258"/>
                  </a:lnTo>
                  <a:lnTo>
                    <a:pt x="166" y="258"/>
                  </a:lnTo>
                  <a:lnTo>
                    <a:pt x="166" y="236"/>
                  </a:lnTo>
                  <a:lnTo>
                    <a:pt x="135" y="213"/>
                  </a:lnTo>
                  <a:lnTo>
                    <a:pt x="101" y="190"/>
                  </a:lnTo>
                  <a:lnTo>
                    <a:pt x="101" y="141"/>
                  </a:lnTo>
                  <a:lnTo>
                    <a:pt x="65" y="97"/>
                  </a:lnTo>
                  <a:lnTo>
                    <a:pt x="65" y="48"/>
                  </a:lnTo>
                  <a:lnTo>
                    <a:pt x="65"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1" name="Freeform 51">
              <a:extLst>
                <a:ext uri="{FF2B5EF4-FFF2-40B4-BE49-F238E27FC236}">
                  <a16:creationId xmlns:a16="http://schemas.microsoft.com/office/drawing/2014/main" id="{75BF23B4-5131-CEA5-2B16-06635DA46A48}"/>
                </a:ext>
              </a:extLst>
            </p:cNvPr>
            <p:cNvSpPr>
              <a:spLocks noChangeArrowheads="1"/>
            </p:cNvSpPr>
            <p:nvPr/>
          </p:nvSpPr>
          <p:spPr bwMode="auto">
            <a:xfrm>
              <a:off x="1124" y="3383"/>
              <a:ext cx="46" cy="68"/>
            </a:xfrm>
            <a:custGeom>
              <a:avLst/>
              <a:gdLst>
                <a:gd name="T0" fmla="*/ 2 w 203"/>
                <a:gd name="T1" fmla="*/ 0 h 301"/>
                <a:gd name="T2" fmla="*/ 2 w 203"/>
                <a:gd name="T3" fmla="*/ 0 h 301"/>
                <a:gd name="T4" fmla="*/ 2 w 203"/>
                <a:gd name="T5" fmla="*/ 0 h 301"/>
                <a:gd name="T6" fmla="*/ 1 w 203"/>
                <a:gd name="T7" fmla="*/ 0 h 301"/>
                <a:gd name="T8" fmla="*/ 1 w 203"/>
                <a:gd name="T9" fmla="*/ 1 h 301"/>
                <a:gd name="T10" fmla="*/ 1 w 203"/>
                <a:gd name="T11" fmla="*/ 1 h 301"/>
                <a:gd name="T12" fmla="*/ 0 w 203"/>
                <a:gd name="T13" fmla="*/ 2 h 301"/>
                <a:gd name="T14" fmla="*/ 0 w 203"/>
                <a:gd name="T15" fmla="*/ 2 h 301"/>
                <a:gd name="T16" fmla="*/ 0 w 203"/>
                <a:gd name="T17" fmla="*/ 3 h 301"/>
                <a:gd name="T18" fmla="*/ 0 w 203"/>
                <a:gd name="T19" fmla="*/ 3 h 301"/>
                <a:gd name="T20" fmla="*/ 1 w 203"/>
                <a:gd name="T21" fmla="*/ 3 h 301"/>
                <a:gd name="T22" fmla="*/ 1 w 203"/>
                <a:gd name="T23" fmla="*/ 3 h 301"/>
                <a:gd name="T24" fmla="*/ 1 w 203"/>
                <a:gd name="T25" fmla="*/ 2 h 301"/>
                <a:gd name="T26" fmla="*/ 1 w 203"/>
                <a:gd name="T27" fmla="*/ 2 h 301"/>
                <a:gd name="T28" fmla="*/ 1 w 203"/>
                <a:gd name="T29" fmla="*/ 1 h 301"/>
                <a:gd name="T30" fmla="*/ 2 w 203"/>
                <a:gd name="T31" fmla="*/ 1 h 301"/>
                <a:gd name="T32" fmla="*/ 2 w 203"/>
                <a:gd name="T33" fmla="*/ 1 h 301"/>
                <a:gd name="T34" fmla="*/ 2 w 203"/>
                <a:gd name="T35" fmla="*/ 0 h 301"/>
                <a:gd name="T36" fmla="*/ 2 w 203"/>
                <a:gd name="T37" fmla="*/ 0 h 301"/>
                <a:gd name="T38" fmla="*/ 2 w 203"/>
                <a:gd name="T39" fmla="*/ 0 h 301"/>
                <a:gd name="T40" fmla="*/ 2 w 203"/>
                <a:gd name="T41" fmla="*/ 0 h 301"/>
                <a:gd name="T42" fmla="*/ 2 w 203"/>
                <a:gd name="T43" fmla="*/ 0 h 30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03"/>
                <a:gd name="T67" fmla="*/ 0 h 301"/>
                <a:gd name="T68" fmla="*/ 203 w 203"/>
                <a:gd name="T69" fmla="*/ 301 h 30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03" h="301">
                  <a:moveTo>
                    <a:pt x="202" y="0"/>
                  </a:moveTo>
                  <a:lnTo>
                    <a:pt x="202" y="0"/>
                  </a:lnTo>
                  <a:lnTo>
                    <a:pt x="166" y="22"/>
                  </a:lnTo>
                  <a:lnTo>
                    <a:pt x="101" y="44"/>
                  </a:lnTo>
                  <a:lnTo>
                    <a:pt x="101" y="70"/>
                  </a:lnTo>
                  <a:lnTo>
                    <a:pt x="65" y="92"/>
                  </a:lnTo>
                  <a:lnTo>
                    <a:pt x="34" y="136"/>
                  </a:lnTo>
                  <a:lnTo>
                    <a:pt x="34" y="185"/>
                  </a:lnTo>
                  <a:lnTo>
                    <a:pt x="34" y="255"/>
                  </a:lnTo>
                  <a:lnTo>
                    <a:pt x="0" y="300"/>
                  </a:lnTo>
                  <a:lnTo>
                    <a:pt x="65" y="300"/>
                  </a:lnTo>
                  <a:lnTo>
                    <a:pt x="65" y="255"/>
                  </a:lnTo>
                  <a:lnTo>
                    <a:pt x="65" y="207"/>
                  </a:lnTo>
                  <a:lnTo>
                    <a:pt x="101" y="136"/>
                  </a:lnTo>
                  <a:lnTo>
                    <a:pt x="101" y="114"/>
                  </a:lnTo>
                  <a:lnTo>
                    <a:pt x="135" y="92"/>
                  </a:lnTo>
                  <a:lnTo>
                    <a:pt x="166" y="70"/>
                  </a:lnTo>
                  <a:lnTo>
                    <a:pt x="166" y="44"/>
                  </a:lnTo>
                  <a:lnTo>
                    <a:pt x="202" y="44"/>
                  </a:lnTo>
                  <a:lnTo>
                    <a:pt x="202"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2" name="Freeform 52">
              <a:extLst>
                <a:ext uri="{FF2B5EF4-FFF2-40B4-BE49-F238E27FC236}">
                  <a16:creationId xmlns:a16="http://schemas.microsoft.com/office/drawing/2014/main" id="{59982A38-92CD-5C76-7EA7-27D4C9220D02}"/>
                </a:ext>
              </a:extLst>
            </p:cNvPr>
            <p:cNvSpPr>
              <a:spLocks noChangeArrowheads="1"/>
            </p:cNvSpPr>
            <p:nvPr/>
          </p:nvSpPr>
          <p:spPr bwMode="auto">
            <a:xfrm>
              <a:off x="1169" y="3383"/>
              <a:ext cx="39" cy="68"/>
            </a:xfrm>
            <a:custGeom>
              <a:avLst/>
              <a:gdLst>
                <a:gd name="T0" fmla="*/ 2 w 171"/>
                <a:gd name="T1" fmla="*/ 3 h 301"/>
                <a:gd name="T2" fmla="*/ 2 w 171"/>
                <a:gd name="T3" fmla="*/ 3 h 301"/>
                <a:gd name="T4" fmla="*/ 2 w 171"/>
                <a:gd name="T5" fmla="*/ 3 h 301"/>
                <a:gd name="T6" fmla="*/ 2 w 171"/>
                <a:gd name="T7" fmla="*/ 2 h 301"/>
                <a:gd name="T8" fmla="*/ 2 w 171"/>
                <a:gd name="T9" fmla="*/ 2 h 301"/>
                <a:gd name="T10" fmla="*/ 2 w 171"/>
                <a:gd name="T11" fmla="*/ 1 h 301"/>
                <a:gd name="T12" fmla="*/ 1 w 171"/>
                <a:gd name="T13" fmla="*/ 1 h 301"/>
                <a:gd name="T14" fmla="*/ 1 w 171"/>
                <a:gd name="T15" fmla="*/ 0 h 301"/>
                <a:gd name="T16" fmla="*/ 0 w 171"/>
                <a:gd name="T17" fmla="*/ 0 h 301"/>
                <a:gd name="T18" fmla="*/ 0 w 171"/>
                <a:gd name="T19" fmla="*/ 0 h 301"/>
                <a:gd name="T20" fmla="*/ 0 w 171"/>
                <a:gd name="T21" fmla="*/ 0 h 301"/>
                <a:gd name="T22" fmla="*/ 0 w 171"/>
                <a:gd name="T23" fmla="*/ 0 h 301"/>
                <a:gd name="T24" fmla="*/ 0 w 171"/>
                <a:gd name="T25" fmla="*/ 1 h 301"/>
                <a:gd name="T26" fmla="*/ 1 w 171"/>
                <a:gd name="T27" fmla="*/ 1 h 301"/>
                <a:gd name="T28" fmla="*/ 1 w 171"/>
                <a:gd name="T29" fmla="*/ 1 h 301"/>
                <a:gd name="T30" fmla="*/ 1 w 171"/>
                <a:gd name="T31" fmla="*/ 2 h 301"/>
                <a:gd name="T32" fmla="*/ 1 w 171"/>
                <a:gd name="T33" fmla="*/ 2 h 301"/>
                <a:gd name="T34" fmla="*/ 2 w 171"/>
                <a:gd name="T35" fmla="*/ 3 h 301"/>
                <a:gd name="T36" fmla="*/ 2 w 171"/>
                <a:gd name="T37" fmla="*/ 3 h 301"/>
                <a:gd name="T38" fmla="*/ 2 w 171"/>
                <a:gd name="T39" fmla="*/ 3 h 301"/>
                <a:gd name="T40" fmla="*/ 2 w 171"/>
                <a:gd name="T41" fmla="*/ 3 h 301"/>
                <a:gd name="T42" fmla="*/ 2 w 171"/>
                <a:gd name="T43" fmla="*/ 3 h 30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1"/>
                <a:gd name="T67" fmla="*/ 0 h 301"/>
                <a:gd name="T68" fmla="*/ 171 w 171"/>
                <a:gd name="T69" fmla="*/ 301 h 30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1" h="301">
                  <a:moveTo>
                    <a:pt x="170" y="300"/>
                  </a:moveTo>
                  <a:lnTo>
                    <a:pt x="170" y="300"/>
                  </a:lnTo>
                  <a:lnTo>
                    <a:pt x="170" y="255"/>
                  </a:lnTo>
                  <a:lnTo>
                    <a:pt x="170" y="185"/>
                  </a:lnTo>
                  <a:lnTo>
                    <a:pt x="134" y="136"/>
                  </a:lnTo>
                  <a:lnTo>
                    <a:pt x="134" y="92"/>
                  </a:lnTo>
                  <a:lnTo>
                    <a:pt x="102" y="70"/>
                  </a:lnTo>
                  <a:lnTo>
                    <a:pt x="67" y="44"/>
                  </a:lnTo>
                  <a:lnTo>
                    <a:pt x="35" y="22"/>
                  </a:lnTo>
                  <a:lnTo>
                    <a:pt x="0" y="0"/>
                  </a:lnTo>
                  <a:lnTo>
                    <a:pt x="0" y="44"/>
                  </a:lnTo>
                  <a:lnTo>
                    <a:pt x="35" y="70"/>
                  </a:lnTo>
                  <a:lnTo>
                    <a:pt x="67" y="92"/>
                  </a:lnTo>
                  <a:lnTo>
                    <a:pt x="67" y="114"/>
                  </a:lnTo>
                  <a:lnTo>
                    <a:pt x="102" y="136"/>
                  </a:lnTo>
                  <a:lnTo>
                    <a:pt x="102" y="207"/>
                  </a:lnTo>
                  <a:lnTo>
                    <a:pt x="134" y="255"/>
                  </a:lnTo>
                  <a:lnTo>
                    <a:pt x="134" y="300"/>
                  </a:lnTo>
                  <a:lnTo>
                    <a:pt x="170" y="30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3" name="Freeform 53">
              <a:extLst>
                <a:ext uri="{FF2B5EF4-FFF2-40B4-BE49-F238E27FC236}">
                  <a16:creationId xmlns:a16="http://schemas.microsoft.com/office/drawing/2014/main" id="{16220987-1EE7-FB36-71DB-3B0CEBEC874D}"/>
                </a:ext>
              </a:extLst>
            </p:cNvPr>
            <p:cNvSpPr>
              <a:spLocks noChangeArrowheads="1"/>
            </p:cNvSpPr>
            <p:nvPr/>
          </p:nvSpPr>
          <p:spPr bwMode="auto">
            <a:xfrm>
              <a:off x="1169" y="3451"/>
              <a:ext cx="39" cy="70"/>
            </a:xfrm>
            <a:custGeom>
              <a:avLst/>
              <a:gdLst>
                <a:gd name="T0" fmla="*/ 0 w 171"/>
                <a:gd name="T1" fmla="*/ 4 h 308"/>
                <a:gd name="T2" fmla="*/ 0 w 171"/>
                <a:gd name="T3" fmla="*/ 4 h 308"/>
                <a:gd name="T4" fmla="*/ 0 w 171"/>
                <a:gd name="T5" fmla="*/ 3 h 308"/>
                <a:gd name="T6" fmla="*/ 1 w 171"/>
                <a:gd name="T7" fmla="*/ 3 h 308"/>
                <a:gd name="T8" fmla="*/ 1 w 171"/>
                <a:gd name="T9" fmla="*/ 3 h 308"/>
                <a:gd name="T10" fmla="*/ 2 w 171"/>
                <a:gd name="T11" fmla="*/ 3 h 308"/>
                <a:gd name="T12" fmla="*/ 2 w 171"/>
                <a:gd name="T13" fmla="*/ 2 h 308"/>
                <a:gd name="T14" fmla="*/ 2 w 171"/>
                <a:gd name="T15" fmla="*/ 1 h 308"/>
                <a:gd name="T16" fmla="*/ 2 w 171"/>
                <a:gd name="T17" fmla="*/ 0 h 308"/>
                <a:gd name="T18" fmla="*/ 2 w 171"/>
                <a:gd name="T19" fmla="*/ 0 h 308"/>
                <a:gd name="T20" fmla="*/ 2 w 171"/>
                <a:gd name="T21" fmla="*/ 0 h 308"/>
                <a:gd name="T22" fmla="*/ 2 w 171"/>
                <a:gd name="T23" fmla="*/ 0 h 308"/>
                <a:gd name="T24" fmla="*/ 1 w 171"/>
                <a:gd name="T25" fmla="*/ 1 h 308"/>
                <a:gd name="T26" fmla="*/ 1 w 171"/>
                <a:gd name="T27" fmla="*/ 2 h 308"/>
                <a:gd name="T28" fmla="*/ 1 w 171"/>
                <a:gd name="T29" fmla="*/ 2 h 308"/>
                <a:gd name="T30" fmla="*/ 1 w 171"/>
                <a:gd name="T31" fmla="*/ 3 h 308"/>
                <a:gd name="T32" fmla="*/ 0 w 171"/>
                <a:gd name="T33" fmla="*/ 3 h 308"/>
                <a:gd name="T34" fmla="*/ 0 w 171"/>
                <a:gd name="T35" fmla="*/ 3 h 308"/>
                <a:gd name="T36" fmla="*/ 0 w 171"/>
                <a:gd name="T37" fmla="*/ 3 h 308"/>
                <a:gd name="T38" fmla="*/ 0 w 171"/>
                <a:gd name="T39" fmla="*/ 3 h 308"/>
                <a:gd name="T40" fmla="*/ 0 w 171"/>
                <a:gd name="T41" fmla="*/ 4 h 308"/>
                <a:gd name="T42" fmla="*/ 0 w 171"/>
                <a:gd name="T43" fmla="*/ 4 h 3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1"/>
                <a:gd name="T67" fmla="*/ 0 h 308"/>
                <a:gd name="T68" fmla="*/ 171 w 171"/>
                <a:gd name="T69" fmla="*/ 308 h 3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1" h="308">
                  <a:moveTo>
                    <a:pt x="0" y="307"/>
                  </a:moveTo>
                  <a:lnTo>
                    <a:pt x="0" y="307"/>
                  </a:lnTo>
                  <a:lnTo>
                    <a:pt x="35" y="284"/>
                  </a:lnTo>
                  <a:lnTo>
                    <a:pt x="67" y="258"/>
                  </a:lnTo>
                  <a:lnTo>
                    <a:pt x="102" y="236"/>
                  </a:lnTo>
                  <a:lnTo>
                    <a:pt x="134" y="213"/>
                  </a:lnTo>
                  <a:lnTo>
                    <a:pt x="134" y="164"/>
                  </a:lnTo>
                  <a:lnTo>
                    <a:pt x="170" y="120"/>
                  </a:lnTo>
                  <a:lnTo>
                    <a:pt x="170" y="48"/>
                  </a:lnTo>
                  <a:lnTo>
                    <a:pt x="170" y="0"/>
                  </a:lnTo>
                  <a:lnTo>
                    <a:pt x="134" y="0"/>
                  </a:lnTo>
                  <a:lnTo>
                    <a:pt x="134" y="48"/>
                  </a:lnTo>
                  <a:lnTo>
                    <a:pt x="102" y="97"/>
                  </a:lnTo>
                  <a:lnTo>
                    <a:pt x="102" y="141"/>
                  </a:lnTo>
                  <a:lnTo>
                    <a:pt x="67" y="190"/>
                  </a:lnTo>
                  <a:lnTo>
                    <a:pt x="67" y="213"/>
                  </a:lnTo>
                  <a:lnTo>
                    <a:pt x="35" y="236"/>
                  </a:lnTo>
                  <a:lnTo>
                    <a:pt x="0" y="258"/>
                  </a:lnTo>
                  <a:lnTo>
                    <a:pt x="0" y="307"/>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4" name="Freeform 54">
              <a:extLst>
                <a:ext uri="{FF2B5EF4-FFF2-40B4-BE49-F238E27FC236}">
                  <a16:creationId xmlns:a16="http://schemas.microsoft.com/office/drawing/2014/main" id="{ECB5A78F-11D2-BEC0-FFE7-C64DAE179F99}"/>
                </a:ext>
              </a:extLst>
            </p:cNvPr>
            <p:cNvSpPr>
              <a:spLocks noChangeArrowheads="1"/>
            </p:cNvSpPr>
            <p:nvPr/>
          </p:nvSpPr>
          <p:spPr bwMode="auto">
            <a:xfrm>
              <a:off x="1078" y="3414"/>
              <a:ext cx="100" cy="75"/>
            </a:xfrm>
            <a:custGeom>
              <a:avLst/>
              <a:gdLst>
                <a:gd name="T0" fmla="*/ 1 w 442"/>
                <a:gd name="T1" fmla="*/ 4 h 330"/>
                <a:gd name="T2" fmla="*/ 1 w 442"/>
                <a:gd name="T3" fmla="*/ 4 h 330"/>
                <a:gd name="T4" fmla="*/ 0 w 442"/>
                <a:gd name="T5" fmla="*/ 3 h 330"/>
                <a:gd name="T6" fmla="*/ 0 w 442"/>
                <a:gd name="T7" fmla="*/ 3 h 330"/>
                <a:gd name="T8" fmla="*/ 0 w 442"/>
                <a:gd name="T9" fmla="*/ 2 h 330"/>
                <a:gd name="T10" fmla="*/ 0 w 442"/>
                <a:gd name="T11" fmla="*/ 1 h 330"/>
                <a:gd name="T12" fmla="*/ 0 w 442"/>
                <a:gd name="T13" fmla="*/ 0 h 330"/>
                <a:gd name="T14" fmla="*/ 1 w 442"/>
                <a:gd name="T15" fmla="*/ 0 h 330"/>
                <a:gd name="T16" fmla="*/ 1 w 442"/>
                <a:gd name="T17" fmla="*/ 0 h 330"/>
                <a:gd name="T18" fmla="*/ 4 w 442"/>
                <a:gd name="T19" fmla="*/ 0 h 330"/>
                <a:gd name="T20" fmla="*/ 4 w 442"/>
                <a:gd name="T21" fmla="*/ 0 h 330"/>
                <a:gd name="T22" fmla="*/ 5 w 442"/>
                <a:gd name="T23" fmla="*/ 0 h 330"/>
                <a:gd name="T24" fmla="*/ 5 w 442"/>
                <a:gd name="T25" fmla="*/ 1 h 330"/>
                <a:gd name="T26" fmla="*/ 5 w 442"/>
                <a:gd name="T27" fmla="*/ 2 h 330"/>
                <a:gd name="T28" fmla="*/ 5 w 442"/>
                <a:gd name="T29" fmla="*/ 3 h 330"/>
                <a:gd name="T30" fmla="*/ 5 w 442"/>
                <a:gd name="T31" fmla="*/ 3 h 330"/>
                <a:gd name="T32" fmla="*/ 4 w 442"/>
                <a:gd name="T33" fmla="*/ 4 h 330"/>
                <a:gd name="T34" fmla="*/ 4 w 442"/>
                <a:gd name="T35" fmla="*/ 4 h 330"/>
                <a:gd name="T36" fmla="*/ 1 w 442"/>
                <a:gd name="T37" fmla="*/ 4 h 330"/>
                <a:gd name="T38" fmla="*/ 1 w 442"/>
                <a:gd name="T39" fmla="*/ 4 h 3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2"/>
                <a:gd name="T61" fmla="*/ 0 h 330"/>
                <a:gd name="T62" fmla="*/ 442 w 442"/>
                <a:gd name="T63" fmla="*/ 330 h 33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2" h="330">
                  <a:moveTo>
                    <a:pt x="100" y="329"/>
                  </a:moveTo>
                  <a:lnTo>
                    <a:pt x="69" y="329"/>
                  </a:lnTo>
                  <a:lnTo>
                    <a:pt x="34" y="285"/>
                  </a:lnTo>
                  <a:lnTo>
                    <a:pt x="0" y="236"/>
                  </a:lnTo>
                  <a:lnTo>
                    <a:pt x="0" y="165"/>
                  </a:lnTo>
                  <a:lnTo>
                    <a:pt x="0" y="97"/>
                  </a:lnTo>
                  <a:lnTo>
                    <a:pt x="34" y="48"/>
                  </a:lnTo>
                  <a:lnTo>
                    <a:pt x="69" y="0"/>
                  </a:lnTo>
                  <a:lnTo>
                    <a:pt x="100" y="0"/>
                  </a:lnTo>
                  <a:lnTo>
                    <a:pt x="339" y="0"/>
                  </a:lnTo>
                  <a:lnTo>
                    <a:pt x="370" y="0"/>
                  </a:lnTo>
                  <a:lnTo>
                    <a:pt x="405" y="48"/>
                  </a:lnTo>
                  <a:lnTo>
                    <a:pt x="441" y="97"/>
                  </a:lnTo>
                  <a:lnTo>
                    <a:pt x="441" y="165"/>
                  </a:lnTo>
                  <a:lnTo>
                    <a:pt x="441" y="236"/>
                  </a:lnTo>
                  <a:lnTo>
                    <a:pt x="405" y="285"/>
                  </a:lnTo>
                  <a:lnTo>
                    <a:pt x="370" y="329"/>
                  </a:lnTo>
                  <a:lnTo>
                    <a:pt x="339" y="329"/>
                  </a:lnTo>
                  <a:lnTo>
                    <a:pt x="100" y="329"/>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5" name="Freeform 55">
              <a:extLst>
                <a:ext uri="{FF2B5EF4-FFF2-40B4-BE49-F238E27FC236}">
                  <a16:creationId xmlns:a16="http://schemas.microsoft.com/office/drawing/2014/main" id="{88C4F1D5-8D2E-DB47-79E4-9A4678283A61}"/>
                </a:ext>
              </a:extLst>
            </p:cNvPr>
            <p:cNvSpPr>
              <a:spLocks noChangeArrowheads="1"/>
            </p:cNvSpPr>
            <p:nvPr/>
          </p:nvSpPr>
          <p:spPr bwMode="auto">
            <a:xfrm>
              <a:off x="1071" y="3451"/>
              <a:ext cx="30" cy="44"/>
            </a:xfrm>
            <a:custGeom>
              <a:avLst/>
              <a:gdLst>
                <a:gd name="T0" fmla="*/ 0 w 133"/>
                <a:gd name="T1" fmla="*/ 0 h 193"/>
                <a:gd name="T2" fmla="*/ 0 w 133"/>
                <a:gd name="T3" fmla="*/ 0 h 193"/>
                <a:gd name="T4" fmla="*/ 0 w 133"/>
                <a:gd name="T5" fmla="*/ 1 h 193"/>
                <a:gd name="T6" fmla="*/ 0 w 133"/>
                <a:gd name="T7" fmla="*/ 1 h 193"/>
                <a:gd name="T8" fmla="*/ 1 w 133"/>
                <a:gd name="T9" fmla="*/ 2 h 193"/>
                <a:gd name="T10" fmla="*/ 2 w 133"/>
                <a:gd name="T11" fmla="*/ 2 h 193"/>
                <a:gd name="T12" fmla="*/ 2 w 133"/>
                <a:gd name="T13" fmla="*/ 2 h 193"/>
                <a:gd name="T14" fmla="*/ 1 w 133"/>
                <a:gd name="T15" fmla="*/ 2 h 193"/>
                <a:gd name="T16" fmla="*/ 1 w 133"/>
                <a:gd name="T17" fmla="*/ 1 h 193"/>
                <a:gd name="T18" fmla="*/ 1 w 133"/>
                <a:gd name="T19" fmla="*/ 1 h 193"/>
                <a:gd name="T20" fmla="*/ 1 w 133"/>
                <a:gd name="T21" fmla="*/ 0 h 193"/>
                <a:gd name="T22" fmla="*/ 1 w 133"/>
                <a:gd name="T23" fmla="*/ 0 h 193"/>
                <a:gd name="T24" fmla="*/ 0 w 133"/>
                <a:gd name="T25" fmla="*/ 0 h 193"/>
                <a:gd name="T26" fmla="*/ 0 w 133"/>
                <a:gd name="T27" fmla="*/ 0 h 19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93"/>
                <a:gd name="T44" fmla="*/ 133 w 133"/>
                <a:gd name="T45" fmla="*/ 193 h 19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93">
                  <a:moveTo>
                    <a:pt x="0" y="0"/>
                  </a:moveTo>
                  <a:lnTo>
                    <a:pt x="0" y="0"/>
                  </a:lnTo>
                  <a:lnTo>
                    <a:pt x="30" y="72"/>
                  </a:lnTo>
                  <a:lnTo>
                    <a:pt x="30" y="120"/>
                  </a:lnTo>
                  <a:lnTo>
                    <a:pt x="65" y="165"/>
                  </a:lnTo>
                  <a:lnTo>
                    <a:pt x="132" y="192"/>
                  </a:lnTo>
                  <a:lnTo>
                    <a:pt x="132" y="143"/>
                  </a:lnTo>
                  <a:lnTo>
                    <a:pt x="100" y="143"/>
                  </a:lnTo>
                  <a:lnTo>
                    <a:pt x="100" y="120"/>
                  </a:lnTo>
                  <a:lnTo>
                    <a:pt x="65" y="72"/>
                  </a:lnTo>
                  <a:lnTo>
                    <a:pt x="65"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6" name="Freeform 56">
              <a:extLst>
                <a:ext uri="{FF2B5EF4-FFF2-40B4-BE49-F238E27FC236}">
                  <a16:creationId xmlns:a16="http://schemas.microsoft.com/office/drawing/2014/main" id="{8CD320FC-5A58-FB16-BB4F-D0183B371B4F}"/>
                </a:ext>
              </a:extLst>
            </p:cNvPr>
            <p:cNvSpPr>
              <a:spLocks noChangeArrowheads="1"/>
            </p:cNvSpPr>
            <p:nvPr/>
          </p:nvSpPr>
          <p:spPr bwMode="auto">
            <a:xfrm>
              <a:off x="1071" y="3409"/>
              <a:ext cx="30" cy="42"/>
            </a:xfrm>
            <a:custGeom>
              <a:avLst/>
              <a:gdLst>
                <a:gd name="T0" fmla="*/ 2 w 133"/>
                <a:gd name="T1" fmla="*/ 0 h 186"/>
                <a:gd name="T2" fmla="*/ 2 w 133"/>
                <a:gd name="T3" fmla="*/ 0 h 186"/>
                <a:gd name="T4" fmla="*/ 1 w 133"/>
                <a:gd name="T5" fmla="*/ 0 h 186"/>
                <a:gd name="T6" fmla="*/ 0 w 133"/>
                <a:gd name="T7" fmla="*/ 1 h 186"/>
                <a:gd name="T8" fmla="*/ 0 w 133"/>
                <a:gd name="T9" fmla="*/ 1 h 186"/>
                <a:gd name="T10" fmla="*/ 0 w 133"/>
                <a:gd name="T11" fmla="*/ 2 h 186"/>
                <a:gd name="T12" fmla="*/ 1 w 133"/>
                <a:gd name="T13" fmla="*/ 2 h 186"/>
                <a:gd name="T14" fmla="*/ 1 w 133"/>
                <a:gd name="T15" fmla="*/ 1 h 186"/>
                <a:gd name="T16" fmla="*/ 1 w 133"/>
                <a:gd name="T17" fmla="*/ 1 h 186"/>
                <a:gd name="T18" fmla="*/ 1 w 133"/>
                <a:gd name="T19" fmla="*/ 0 h 186"/>
                <a:gd name="T20" fmla="*/ 2 w 133"/>
                <a:gd name="T21" fmla="*/ 0 h 186"/>
                <a:gd name="T22" fmla="*/ 2 w 133"/>
                <a:gd name="T23" fmla="*/ 0 h 186"/>
                <a:gd name="T24" fmla="*/ 2 w 133"/>
                <a:gd name="T25" fmla="*/ 0 h 186"/>
                <a:gd name="T26" fmla="*/ 2 w 133"/>
                <a:gd name="T27" fmla="*/ 0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86"/>
                <a:gd name="T44" fmla="*/ 133 w 133"/>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86">
                  <a:moveTo>
                    <a:pt x="132" y="0"/>
                  </a:moveTo>
                  <a:lnTo>
                    <a:pt x="132" y="0"/>
                  </a:lnTo>
                  <a:lnTo>
                    <a:pt x="65" y="21"/>
                  </a:lnTo>
                  <a:lnTo>
                    <a:pt x="30" y="69"/>
                  </a:lnTo>
                  <a:lnTo>
                    <a:pt x="30" y="118"/>
                  </a:lnTo>
                  <a:lnTo>
                    <a:pt x="0" y="185"/>
                  </a:lnTo>
                  <a:lnTo>
                    <a:pt x="65" y="185"/>
                  </a:lnTo>
                  <a:lnTo>
                    <a:pt x="65" y="118"/>
                  </a:lnTo>
                  <a:lnTo>
                    <a:pt x="100" y="69"/>
                  </a:lnTo>
                  <a:lnTo>
                    <a:pt x="100" y="47"/>
                  </a:lnTo>
                  <a:lnTo>
                    <a:pt x="132" y="47"/>
                  </a:lnTo>
                  <a:lnTo>
                    <a:pt x="132"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7" name="Freeform 57">
              <a:extLst>
                <a:ext uri="{FF2B5EF4-FFF2-40B4-BE49-F238E27FC236}">
                  <a16:creationId xmlns:a16="http://schemas.microsoft.com/office/drawing/2014/main" id="{80971BAB-671C-1DAE-DECA-085DBAF7D1C9}"/>
                </a:ext>
              </a:extLst>
            </p:cNvPr>
            <p:cNvSpPr>
              <a:spLocks noChangeArrowheads="1"/>
            </p:cNvSpPr>
            <p:nvPr/>
          </p:nvSpPr>
          <p:spPr bwMode="auto">
            <a:xfrm>
              <a:off x="1101" y="3409"/>
              <a:ext cx="54" cy="12"/>
            </a:xfrm>
            <a:custGeom>
              <a:avLst/>
              <a:gdLst>
                <a:gd name="T0" fmla="*/ 3 w 239"/>
                <a:gd name="T1" fmla="*/ 0 h 53"/>
                <a:gd name="T2" fmla="*/ 3 w 239"/>
                <a:gd name="T3" fmla="*/ 0 h 53"/>
                <a:gd name="T4" fmla="*/ 0 w 239"/>
                <a:gd name="T5" fmla="*/ 0 h 53"/>
                <a:gd name="T6" fmla="*/ 0 w 239"/>
                <a:gd name="T7" fmla="*/ 1 h 53"/>
                <a:gd name="T8" fmla="*/ 3 w 239"/>
                <a:gd name="T9" fmla="*/ 1 h 53"/>
                <a:gd name="T10" fmla="*/ 3 w 239"/>
                <a:gd name="T11" fmla="*/ 1 h 53"/>
                <a:gd name="T12" fmla="*/ 3 w 239"/>
                <a:gd name="T13" fmla="*/ 0 h 53"/>
                <a:gd name="T14" fmla="*/ 3 w 239"/>
                <a:gd name="T15" fmla="*/ 0 h 53"/>
                <a:gd name="T16" fmla="*/ 0 60000 65536"/>
                <a:gd name="T17" fmla="*/ 0 60000 65536"/>
                <a:gd name="T18" fmla="*/ 0 60000 65536"/>
                <a:gd name="T19" fmla="*/ 0 60000 65536"/>
                <a:gd name="T20" fmla="*/ 0 60000 65536"/>
                <a:gd name="T21" fmla="*/ 0 60000 65536"/>
                <a:gd name="T22" fmla="*/ 0 60000 65536"/>
                <a:gd name="T23" fmla="*/ 0 60000 65536"/>
                <a:gd name="T24" fmla="*/ 0 w 239"/>
                <a:gd name="T25" fmla="*/ 0 h 53"/>
                <a:gd name="T26" fmla="*/ 239 w 239"/>
                <a:gd name="T27" fmla="*/ 53 h 5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9" h="53">
                  <a:moveTo>
                    <a:pt x="238" y="0"/>
                  </a:moveTo>
                  <a:lnTo>
                    <a:pt x="238" y="0"/>
                  </a:lnTo>
                  <a:lnTo>
                    <a:pt x="0" y="0"/>
                  </a:lnTo>
                  <a:lnTo>
                    <a:pt x="0" y="52"/>
                  </a:lnTo>
                  <a:lnTo>
                    <a:pt x="238" y="52"/>
                  </a:lnTo>
                  <a:lnTo>
                    <a:pt x="238"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8" name="Freeform 58">
              <a:extLst>
                <a:ext uri="{FF2B5EF4-FFF2-40B4-BE49-F238E27FC236}">
                  <a16:creationId xmlns:a16="http://schemas.microsoft.com/office/drawing/2014/main" id="{0D2B7E0D-A34A-F5F6-0204-B9855A505B11}"/>
                </a:ext>
              </a:extLst>
            </p:cNvPr>
            <p:cNvSpPr>
              <a:spLocks noChangeArrowheads="1"/>
            </p:cNvSpPr>
            <p:nvPr/>
          </p:nvSpPr>
          <p:spPr bwMode="auto">
            <a:xfrm>
              <a:off x="1154" y="3409"/>
              <a:ext cx="30" cy="42"/>
            </a:xfrm>
            <a:custGeom>
              <a:avLst/>
              <a:gdLst>
                <a:gd name="T0" fmla="*/ 2 w 134"/>
                <a:gd name="T1" fmla="*/ 2 h 186"/>
                <a:gd name="T2" fmla="*/ 2 w 134"/>
                <a:gd name="T3" fmla="*/ 2 h 186"/>
                <a:gd name="T4" fmla="*/ 2 w 134"/>
                <a:gd name="T5" fmla="*/ 1 h 186"/>
                <a:gd name="T6" fmla="*/ 1 w 134"/>
                <a:gd name="T7" fmla="*/ 1 h 186"/>
                <a:gd name="T8" fmla="*/ 1 w 134"/>
                <a:gd name="T9" fmla="*/ 0 h 186"/>
                <a:gd name="T10" fmla="*/ 0 w 134"/>
                <a:gd name="T11" fmla="*/ 0 h 186"/>
                <a:gd name="T12" fmla="*/ 0 w 134"/>
                <a:gd name="T13" fmla="*/ 0 h 186"/>
                <a:gd name="T14" fmla="*/ 0 w 134"/>
                <a:gd name="T15" fmla="*/ 0 h 186"/>
                <a:gd name="T16" fmla="*/ 1 w 134"/>
                <a:gd name="T17" fmla="*/ 1 h 186"/>
                <a:gd name="T18" fmla="*/ 1 w 134"/>
                <a:gd name="T19" fmla="*/ 1 h 186"/>
                <a:gd name="T20" fmla="*/ 1 w 134"/>
                <a:gd name="T21" fmla="*/ 2 h 186"/>
                <a:gd name="T22" fmla="*/ 1 w 134"/>
                <a:gd name="T23" fmla="*/ 2 h 186"/>
                <a:gd name="T24" fmla="*/ 2 w 134"/>
                <a:gd name="T25" fmla="*/ 2 h 186"/>
                <a:gd name="T26" fmla="*/ 2 w 134"/>
                <a:gd name="T27" fmla="*/ 2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4"/>
                <a:gd name="T43" fmla="*/ 0 h 186"/>
                <a:gd name="T44" fmla="*/ 134 w 134"/>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4" h="186">
                  <a:moveTo>
                    <a:pt x="133" y="185"/>
                  </a:moveTo>
                  <a:lnTo>
                    <a:pt x="133" y="185"/>
                  </a:lnTo>
                  <a:lnTo>
                    <a:pt x="133" y="118"/>
                  </a:lnTo>
                  <a:lnTo>
                    <a:pt x="101" y="69"/>
                  </a:lnTo>
                  <a:lnTo>
                    <a:pt x="66" y="21"/>
                  </a:lnTo>
                  <a:lnTo>
                    <a:pt x="0" y="0"/>
                  </a:lnTo>
                  <a:lnTo>
                    <a:pt x="0" y="47"/>
                  </a:lnTo>
                  <a:lnTo>
                    <a:pt x="31" y="47"/>
                  </a:lnTo>
                  <a:lnTo>
                    <a:pt x="66" y="69"/>
                  </a:lnTo>
                  <a:lnTo>
                    <a:pt x="66" y="118"/>
                  </a:lnTo>
                  <a:lnTo>
                    <a:pt x="66" y="185"/>
                  </a:lnTo>
                  <a:lnTo>
                    <a:pt x="133" y="18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99" name="Freeform 59">
              <a:extLst>
                <a:ext uri="{FF2B5EF4-FFF2-40B4-BE49-F238E27FC236}">
                  <a16:creationId xmlns:a16="http://schemas.microsoft.com/office/drawing/2014/main" id="{5457C600-A284-BE04-99C6-6458C2D54F3F}"/>
                </a:ext>
              </a:extLst>
            </p:cNvPr>
            <p:cNvSpPr>
              <a:spLocks noChangeArrowheads="1"/>
            </p:cNvSpPr>
            <p:nvPr/>
          </p:nvSpPr>
          <p:spPr bwMode="auto">
            <a:xfrm>
              <a:off x="1154" y="3451"/>
              <a:ext cx="30" cy="44"/>
            </a:xfrm>
            <a:custGeom>
              <a:avLst/>
              <a:gdLst>
                <a:gd name="T0" fmla="*/ 0 w 134"/>
                <a:gd name="T1" fmla="*/ 2 h 193"/>
                <a:gd name="T2" fmla="*/ 0 w 134"/>
                <a:gd name="T3" fmla="*/ 2 h 193"/>
                <a:gd name="T4" fmla="*/ 1 w 134"/>
                <a:gd name="T5" fmla="*/ 2 h 193"/>
                <a:gd name="T6" fmla="*/ 1 w 134"/>
                <a:gd name="T7" fmla="*/ 1 h 193"/>
                <a:gd name="T8" fmla="*/ 2 w 134"/>
                <a:gd name="T9" fmla="*/ 1 h 193"/>
                <a:gd name="T10" fmla="*/ 2 w 134"/>
                <a:gd name="T11" fmla="*/ 0 h 193"/>
                <a:gd name="T12" fmla="*/ 1 w 134"/>
                <a:gd name="T13" fmla="*/ 0 h 193"/>
                <a:gd name="T14" fmla="*/ 1 w 134"/>
                <a:gd name="T15" fmla="*/ 1 h 193"/>
                <a:gd name="T16" fmla="*/ 1 w 134"/>
                <a:gd name="T17" fmla="*/ 1 h 193"/>
                <a:gd name="T18" fmla="*/ 0 w 134"/>
                <a:gd name="T19" fmla="*/ 2 h 193"/>
                <a:gd name="T20" fmla="*/ 0 w 134"/>
                <a:gd name="T21" fmla="*/ 2 h 193"/>
                <a:gd name="T22" fmla="*/ 0 w 134"/>
                <a:gd name="T23" fmla="*/ 2 h 193"/>
                <a:gd name="T24" fmla="*/ 0 w 134"/>
                <a:gd name="T25" fmla="*/ 2 h 193"/>
                <a:gd name="T26" fmla="*/ 0 w 134"/>
                <a:gd name="T27" fmla="*/ 2 h 19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4"/>
                <a:gd name="T43" fmla="*/ 0 h 193"/>
                <a:gd name="T44" fmla="*/ 134 w 134"/>
                <a:gd name="T45" fmla="*/ 193 h 19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4" h="193">
                  <a:moveTo>
                    <a:pt x="0" y="192"/>
                  </a:moveTo>
                  <a:lnTo>
                    <a:pt x="0" y="192"/>
                  </a:lnTo>
                  <a:lnTo>
                    <a:pt x="66" y="165"/>
                  </a:lnTo>
                  <a:lnTo>
                    <a:pt x="101" y="120"/>
                  </a:lnTo>
                  <a:lnTo>
                    <a:pt x="133" y="72"/>
                  </a:lnTo>
                  <a:lnTo>
                    <a:pt x="133" y="0"/>
                  </a:lnTo>
                  <a:lnTo>
                    <a:pt x="66" y="0"/>
                  </a:lnTo>
                  <a:lnTo>
                    <a:pt x="66" y="72"/>
                  </a:lnTo>
                  <a:lnTo>
                    <a:pt x="66" y="120"/>
                  </a:lnTo>
                  <a:lnTo>
                    <a:pt x="31" y="143"/>
                  </a:lnTo>
                  <a:lnTo>
                    <a:pt x="0" y="143"/>
                  </a:lnTo>
                  <a:lnTo>
                    <a:pt x="0" y="19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0" name="Freeform 60">
              <a:extLst>
                <a:ext uri="{FF2B5EF4-FFF2-40B4-BE49-F238E27FC236}">
                  <a16:creationId xmlns:a16="http://schemas.microsoft.com/office/drawing/2014/main" id="{BDBEC249-7BF5-45C6-9316-67918A8BC740}"/>
                </a:ext>
              </a:extLst>
            </p:cNvPr>
            <p:cNvSpPr>
              <a:spLocks noChangeArrowheads="1"/>
            </p:cNvSpPr>
            <p:nvPr/>
          </p:nvSpPr>
          <p:spPr bwMode="auto">
            <a:xfrm>
              <a:off x="1101" y="3483"/>
              <a:ext cx="54" cy="11"/>
            </a:xfrm>
            <a:custGeom>
              <a:avLst/>
              <a:gdLst>
                <a:gd name="T0" fmla="*/ 0 w 239"/>
                <a:gd name="T1" fmla="*/ 0 h 49"/>
                <a:gd name="T2" fmla="*/ 0 w 239"/>
                <a:gd name="T3" fmla="*/ 0 h 49"/>
                <a:gd name="T4" fmla="*/ 3 w 239"/>
                <a:gd name="T5" fmla="*/ 0 h 49"/>
                <a:gd name="T6" fmla="*/ 3 w 239"/>
                <a:gd name="T7" fmla="*/ 0 h 49"/>
                <a:gd name="T8" fmla="*/ 0 w 239"/>
                <a:gd name="T9" fmla="*/ 0 h 49"/>
                <a:gd name="T10" fmla="*/ 0 w 239"/>
                <a:gd name="T11" fmla="*/ 0 h 49"/>
                <a:gd name="T12" fmla="*/ 0 w 239"/>
                <a:gd name="T13" fmla="*/ 0 h 49"/>
                <a:gd name="T14" fmla="*/ 0 w 239"/>
                <a:gd name="T15" fmla="*/ 0 h 49"/>
                <a:gd name="T16" fmla="*/ 0 60000 65536"/>
                <a:gd name="T17" fmla="*/ 0 60000 65536"/>
                <a:gd name="T18" fmla="*/ 0 60000 65536"/>
                <a:gd name="T19" fmla="*/ 0 60000 65536"/>
                <a:gd name="T20" fmla="*/ 0 60000 65536"/>
                <a:gd name="T21" fmla="*/ 0 60000 65536"/>
                <a:gd name="T22" fmla="*/ 0 60000 65536"/>
                <a:gd name="T23" fmla="*/ 0 60000 65536"/>
                <a:gd name="T24" fmla="*/ 0 w 239"/>
                <a:gd name="T25" fmla="*/ 0 h 49"/>
                <a:gd name="T26" fmla="*/ 239 w 239"/>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9" h="49">
                  <a:moveTo>
                    <a:pt x="0" y="48"/>
                  </a:moveTo>
                  <a:lnTo>
                    <a:pt x="0" y="48"/>
                  </a:lnTo>
                  <a:lnTo>
                    <a:pt x="238" y="48"/>
                  </a:lnTo>
                  <a:lnTo>
                    <a:pt x="238" y="0"/>
                  </a:lnTo>
                  <a:lnTo>
                    <a:pt x="0" y="0"/>
                  </a:lnTo>
                  <a:lnTo>
                    <a:pt x="0" y="48"/>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1" name="Freeform 61">
              <a:extLst>
                <a:ext uri="{FF2B5EF4-FFF2-40B4-BE49-F238E27FC236}">
                  <a16:creationId xmlns:a16="http://schemas.microsoft.com/office/drawing/2014/main" id="{8E5C445C-F055-21B5-ED9C-D3F26855F4D6}"/>
                </a:ext>
              </a:extLst>
            </p:cNvPr>
            <p:cNvSpPr>
              <a:spLocks noChangeArrowheads="1"/>
            </p:cNvSpPr>
            <p:nvPr/>
          </p:nvSpPr>
          <p:spPr bwMode="auto">
            <a:xfrm>
              <a:off x="1078" y="3414"/>
              <a:ext cx="46" cy="75"/>
            </a:xfrm>
            <a:custGeom>
              <a:avLst/>
              <a:gdLst>
                <a:gd name="T0" fmla="*/ 1 w 203"/>
                <a:gd name="T1" fmla="*/ 4 h 330"/>
                <a:gd name="T2" fmla="*/ 1 w 203"/>
                <a:gd name="T3" fmla="*/ 4 h 330"/>
                <a:gd name="T4" fmla="*/ 0 w 203"/>
                <a:gd name="T5" fmla="*/ 3 h 330"/>
                <a:gd name="T6" fmla="*/ 0 w 203"/>
                <a:gd name="T7" fmla="*/ 3 h 330"/>
                <a:gd name="T8" fmla="*/ 0 w 203"/>
                <a:gd name="T9" fmla="*/ 2 h 330"/>
                <a:gd name="T10" fmla="*/ 0 w 203"/>
                <a:gd name="T11" fmla="*/ 1 h 330"/>
                <a:gd name="T12" fmla="*/ 0 w 203"/>
                <a:gd name="T13" fmla="*/ 0 h 330"/>
                <a:gd name="T14" fmla="*/ 1 w 203"/>
                <a:gd name="T15" fmla="*/ 0 h 330"/>
                <a:gd name="T16" fmla="*/ 1 w 203"/>
                <a:gd name="T17" fmla="*/ 0 h 330"/>
                <a:gd name="T18" fmla="*/ 2 w 203"/>
                <a:gd name="T19" fmla="*/ 0 h 330"/>
                <a:gd name="T20" fmla="*/ 2 w 203"/>
                <a:gd name="T21" fmla="*/ 0 h 330"/>
                <a:gd name="T22" fmla="*/ 2 w 203"/>
                <a:gd name="T23" fmla="*/ 1 h 330"/>
                <a:gd name="T24" fmla="*/ 2 w 203"/>
                <a:gd name="T25" fmla="*/ 2 h 330"/>
                <a:gd name="T26" fmla="*/ 2 w 203"/>
                <a:gd name="T27" fmla="*/ 3 h 330"/>
                <a:gd name="T28" fmla="*/ 2 w 203"/>
                <a:gd name="T29" fmla="*/ 3 h 330"/>
                <a:gd name="T30" fmla="*/ 2 w 203"/>
                <a:gd name="T31" fmla="*/ 4 h 330"/>
                <a:gd name="T32" fmla="*/ 1 w 203"/>
                <a:gd name="T33" fmla="*/ 4 h 330"/>
                <a:gd name="T34" fmla="*/ 1 w 203"/>
                <a:gd name="T35" fmla="*/ 4 h 3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3"/>
                <a:gd name="T55" fmla="*/ 0 h 330"/>
                <a:gd name="T56" fmla="*/ 203 w 203"/>
                <a:gd name="T57" fmla="*/ 330 h 3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3" h="330">
                  <a:moveTo>
                    <a:pt x="101" y="329"/>
                  </a:moveTo>
                  <a:lnTo>
                    <a:pt x="70" y="329"/>
                  </a:lnTo>
                  <a:lnTo>
                    <a:pt x="35" y="285"/>
                  </a:lnTo>
                  <a:lnTo>
                    <a:pt x="0" y="236"/>
                  </a:lnTo>
                  <a:lnTo>
                    <a:pt x="0" y="165"/>
                  </a:lnTo>
                  <a:lnTo>
                    <a:pt x="0" y="97"/>
                  </a:lnTo>
                  <a:lnTo>
                    <a:pt x="35" y="48"/>
                  </a:lnTo>
                  <a:lnTo>
                    <a:pt x="70" y="0"/>
                  </a:lnTo>
                  <a:lnTo>
                    <a:pt x="101" y="0"/>
                  </a:lnTo>
                  <a:lnTo>
                    <a:pt x="136" y="0"/>
                  </a:lnTo>
                  <a:lnTo>
                    <a:pt x="167" y="48"/>
                  </a:lnTo>
                  <a:lnTo>
                    <a:pt x="167" y="97"/>
                  </a:lnTo>
                  <a:lnTo>
                    <a:pt x="202" y="165"/>
                  </a:lnTo>
                  <a:lnTo>
                    <a:pt x="167" y="236"/>
                  </a:lnTo>
                  <a:lnTo>
                    <a:pt x="167" y="285"/>
                  </a:lnTo>
                  <a:lnTo>
                    <a:pt x="136" y="329"/>
                  </a:lnTo>
                  <a:lnTo>
                    <a:pt x="101" y="329"/>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2" name="Freeform 62">
              <a:extLst>
                <a:ext uri="{FF2B5EF4-FFF2-40B4-BE49-F238E27FC236}">
                  <a16:creationId xmlns:a16="http://schemas.microsoft.com/office/drawing/2014/main" id="{E824FA84-6F19-66A0-CB82-930D4AAB8F7D}"/>
                </a:ext>
              </a:extLst>
            </p:cNvPr>
            <p:cNvSpPr>
              <a:spLocks noChangeArrowheads="1"/>
            </p:cNvSpPr>
            <p:nvPr/>
          </p:nvSpPr>
          <p:spPr bwMode="auto">
            <a:xfrm>
              <a:off x="1071" y="3451"/>
              <a:ext cx="30" cy="44"/>
            </a:xfrm>
            <a:custGeom>
              <a:avLst/>
              <a:gdLst>
                <a:gd name="T0" fmla="*/ 0 w 133"/>
                <a:gd name="T1" fmla="*/ 0 h 193"/>
                <a:gd name="T2" fmla="*/ 0 w 133"/>
                <a:gd name="T3" fmla="*/ 0 h 193"/>
                <a:gd name="T4" fmla="*/ 0 w 133"/>
                <a:gd name="T5" fmla="*/ 1 h 193"/>
                <a:gd name="T6" fmla="*/ 0 w 133"/>
                <a:gd name="T7" fmla="*/ 1 h 193"/>
                <a:gd name="T8" fmla="*/ 1 w 133"/>
                <a:gd name="T9" fmla="*/ 2 h 193"/>
                <a:gd name="T10" fmla="*/ 2 w 133"/>
                <a:gd name="T11" fmla="*/ 2 h 193"/>
                <a:gd name="T12" fmla="*/ 2 w 133"/>
                <a:gd name="T13" fmla="*/ 2 h 193"/>
                <a:gd name="T14" fmla="*/ 1 w 133"/>
                <a:gd name="T15" fmla="*/ 2 h 193"/>
                <a:gd name="T16" fmla="*/ 1 w 133"/>
                <a:gd name="T17" fmla="*/ 1 h 193"/>
                <a:gd name="T18" fmla="*/ 1 w 133"/>
                <a:gd name="T19" fmla="*/ 1 h 193"/>
                <a:gd name="T20" fmla="*/ 1 w 133"/>
                <a:gd name="T21" fmla="*/ 0 h 193"/>
                <a:gd name="T22" fmla="*/ 1 w 133"/>
                <a:gd name="T23" fmla="*/ 0 h 193"/>
                <a:gd name="T24" fmla="*/ 0 w 133"/>
                <a:gd name="T25" fmla="*/ 0 h 193"/>
                <a:gd name="T26" fmla="*/ 0 w 133"/>
                <a:gd name="T27" fmla="*/ 0 h 19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93"/>
                <a:gd name="T44" fmla="*/ 133 w 133"/>
                <a:gd name="T45" fmla="*/ 193 h 19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93">
                  <a:moveTo>
                    <a:pt x="0" y="0"/>
                  </a:moveTo>
                  <a:lnTo>
                    <a:pt x="0" y="0"/>
                  </a:lnTo>
                  <a:lnTo>
                    <a:pt x="30" y="72"/>
                  </a:lnTo>
                  <a:lnTo>
                    <a:pt x="30" y="120"/>
                  </a:lnTo>
                  <a:lnTo>
                    <a:pt x="65" y="165"/>
                  </a:lnTo>
                  <a:lnTo>
                    <a:pt x="132" y="192"/>
                  </a:lnTo>
                  <a:lnTo>
                    <a:pt x="132" y="143"/>
                  </a:lnTo>
                  <a:lnTo>
                    <a:pt x="100" y="143"/>
                  </a:lnTo>
                  <a:lnTo>
                    <a:pt x="100" y="120"/>
                  </a:lnTo>
                  <a:lnTo>
                    <a:pt x="65" y="72"/>
                  </a:lnTo>
                  <a:lnTo>
                    <a:pt x="65"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3" name="Freeform 63">
              <a:extLst>
                <a:ext uri="{FF2B5EF4-FFF2-40B4-BE49-F238E27FC236}">
                  <a16:creationId xmlns:a16="http://schemas.microsoft.com/office/drawing/2014/main" id="{9D505C4A-E898-FA69-F57E-81DE786D94F3}"/>
                </a:ext>
              </a:extLst>
            </p:cNvPr>
            <p:cNvSpPr>
              <a:spLocks noChangeArrowheads="1"/>
            </p:cNvSpPr>
            <p:nvPr/>
          </p:nvSpPr>
          <p:spPr bwMode="auto">
            <a:xfrm>
              <a:off x="1071" y="3409"/>
              <a:ext cx="30" cy="42"/>
            </a:xfrm>
            <a:custGeom>
              <a:avLst/>
              <a:gdLst>
                <a:gd name="T0" fmla="*/ 2 w 133"/>
                <a:gd name="T1" fmla="*/ 0 h 186"/>
                <a:gd name="T2" fmla="*/ 2 w 133"/>
                <a:gd name="T3" fmla="*/ 0 h 186"/>
                <a:gd name="T4" fmla="*/ 1 w 133"/>
                <a:gd name="T5" fmla="*/ 0 h 186"/>
                <a:gd name="T6" fmla="*/ 0 w 133"/>
                <a:gd name="T7" fmla="*/ 1 h 186"/>
                <a:gd name="T8" fmla="*/ 0 w 133"/>
                <a:gd name="T9" fmla="*/ 1 h 186"/>
                <a:gd name="T10" fmla="*/ 0 w 133"/>
                <a:gd name="T11" fmla="*/ 2 h 186"/>
                <a:gd name="T12" fmla="*/ 1 w 133"/>
                <a:gd name="T13" fmla="*/ 2 h 186"/>
                <a:gd name="T14" fmla="*/ 1 w 133"/>
                <a:gd name="T15" fmla="*/ 1 h 186"/>
                <a:gd name="T16" fmla="*/ 1 w 133"/>
                <a:gd name="T17" fmla="*/ 1 h 186"/>
                <a:gd name="T18" fmla="*/ 1 w 133"/>
                <a:gd name="T19" fmla="*/ 0 h 186"/>
                <a:gd name="T20" fmla="*/ 2 w 133"/>
                <a:gd name="T21" fmla="*/ 0 h 186"/>
                <a:gd name="T22" fmla="*/ 2 w 133"/>
                <a:gd name="T23" fmla="*/ 0 h 186"/>
                <a:gd name="T24" fmla="*/ 2 w 133"/>
                <a:gd name="T25" fmla="*/ 0 h 186"/>
                <a:gd name="T26" fmla="*/ 2 w 133"/>
                <a:gd name="T27" fmla="*/ 0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86"/>
                <a:gd name="T44" fmla="*/ 133 w 133"/>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86">
                  <a:moveTo>
                    <a:pt x="132" y="0"/>
                  </a:moveTo>
                  <a:lnTo>
                    <a:pt x="132" y="0"/>
                  </a:lnTo>
                  <a:lnTo>
                    <a:pt x="65" y="21"/>
                  </a:lnTo>
                  <a:lnTo>
                    <a:pt x="30" y="69"/>
                  </a:lnTo>
                  <a:lnTo>
                    <a:pt x="30" y="118"/>
                  </a:lnTo>
                  <a:lnTo>
                    <a:pt x="0" y="185"/>
                  </a:lnTo>
                  <a:lnTo>
                    <a:pt x="65" y="185"/>
                  </a:lnTo>
                  <a:lnTo>
                    <a:pt x="65" y="118"/>
                  </a:lnTo>
                  <a:lnTo>
                    <a:pt x="100" y="69"/>
                  </a:lnTo>
                  <a:lnTo>
                    <a:pt x="100" y="47"/>
                  </a:lnTo>
                  <a:lnTo>
                    <a:pt x="132" y="47"/>
                  </a:lnTo>
                  <a:lnTo>
                    <a:pt x="132"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4" name="Freeform 64">
              <a:extLst>
                <a:ext uri="{FF2B5EF4-FFF2-40B4-BE49-F238E27FC236}">
                  <a16:creationId xmlns:a16="http://schemas.microsoft.com/office/drawing/2014/main" id="{D57B880C-A806-81D5-731C-684A99734447}"/>
                </a:ext>
              </a:extLst>
            </p:cNvPr>
            <p:cNvSpPr>
              <a:spLocks noChangeArrowheads="1"/>
            </p:cNvSpPr>
            <p:nvPr/>
          </p:nvSpPr>
          <p:spPr bwMode="auto">
            <a:xfrm>
              <a:off x="1101" y="3409"/>
              <a:ext cx="32" cy="42"/>
            </a:xfrm>
            <a:custGeom>
              <a:avLst/>
              <a:gdLst>
                <a:gd name="T0" fmla="*/ 2 w 141"/>
                <a:gd name="T1" fmla="*/ 2 h 186"/>
                <a:gd name="T2" fmla="*/ 2 w 141"/>
                <a:gd name="T3" fmla="*/ 2 h 186"/>
                <a:gd name="T4" fmla="*/ 1 w 141"/>
                <a:gd name="T5" fmla="*/ 1 h 186"/>
                <a:gd name="T6" fmla="*/ 1 w 141"/>
                <a:gd name="T7" fmla="*/ 1 h 186"/>
                <a:gd name="T8" fmla="*/ 1 w 141"/>
                <a:gd name="T9" fmla="*/ 0 h 186"/>
                <a:gd name="T10" fmla="*/ 0 w 141"/>
                <a:gd name="T11" fmla="*/ 0 h 186"/>
                <a:gd name="T12" fmla="*/ 0 w 141"/>
                <a:gd name="T13" fmla="*/ 0 h 186"/>
                <a:gd name="T14" fmla="*/ 0 w 141"/>
                <a:gd name="T15" fmla="*/ 0 h 186"/>
                <a:gd name="T16" fmla="*/ 0 w 141"/>
                <a:gd name="T17" fmla="*/ 1 h 186"/>
                <a:gd name="T18" fmla="*/ 1 w 141"/>
                <a:gd name="T19" fmla="*/ 1 h 186"/>
                <a:gd name="T20" fmla="*/ 1 w 141"/>
                <a:gd name="T21" fmla="*/ 2 h 186"/>
                <a:gd name="T22" fmla="*/ 1 w 141"/>
                <a:gd name="T23" fmla="*/ 2 h 186"/>
                <a:gd name="T24" fmla="*/ 2 w 141"/>
                <a:gd name="T25" fmla="*/ 2 h 186"/>
                <a:gd name="T26" fmla="*/ 2 w 141"/>
                <a:gd name="T27" fmla="*/ 2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1"/>
                <a:gd name="T43" fmla="*/ 0 h 186"/>
                <a:gd name="T44" fmla="*/ 141 w 141"/>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1" h="186">
                  <a:moveTo>
                    <a:pt x="140" y="185"/>
                  </a:moveTo>
                  <a:lnTo>
                    <a:pt x="140" y="185"/>
                  </a:lnTo>
                  <a:lnTo>
                    <a:pt x="104" y="118"/>
                  </a:lnTo>
                  <a:lnTo>
                    <a:pt x="104" y="69"/>
                  </a:lnTo>
                  <a:lnTo>
                    <a:pt x="67" y="21"/>
                  </a:lnTo>
                  <a:lnTo>
                    <a:pt x="0" y="0"/>
                  </a:lnTo>
                  <a:lnTo>
                    <a:pt x="0" y="47"/>
                  </a:lnTo>
                  <a:lnTo>
                    <a:pt x="35" y="69"/>
                  </a:lnTo>
                  <a:lnTo>
                    <a:pt x="67" y="118"/>
                  </a:lnTo>
                  <a:lnTo>
                    <a:pt x="67" y="185"/>
                  </a:lnTo>
                  <a:lnTo>
                    <a:pt x="140" y="18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5" name="Freeform 65">
              <a:extLst>
                <a:ext uri="{FF2B5EF4-FFF2-40B4-BE49-F238E27FC236}">
                  <a16:creationId xmlns:a16="http://schemas.microsoft.com/office/drawing/2014/main" id="{760E2495-1CA7-F449-7BF1-B4C44F0A373A}"/>
                </a:ext>
              </a:extLst>
            </p:cNvPr>
            <p:cNvSpPr>
              <a:spLocks noChangeArrowheads="1"/>
            </p:cNvSpPr>
            <p:nvPr/>
          </p:nvSpPr>
          <p:spPr bwMode="auto">
            <a:xfrm>
              <a:off x="1101" y="3451"/>
              <a:ext cx="32" cy="44"/>
            </a:xfrm>
            <a:custGeom>
              <a:avLst/>
              <a:gdLst>
                <a:gd name="T0" fmla="*/ 0 w 141"/>
                <a:gd name="T1" fmla="*/ 2 h 193"/>
                <a:gd name="T2" fmla="*/ 0 w 141"/>
                <a:gd name="T3" fmla="*/ 2 h 193"/>
                <a:gd name="T4" fmla="*/ 1 w 141"/>
                <a:gd name="T5" fmla="*/ 2 h 193"/>
                <a:gd name="T6" fmla="*/ 1 w 141"/>
                <a:gd name="T7" fmla="*/ 1 h 193"/>
                <a:gd name="T8" fmla="*/ 1 w 141"/>
                <a:gd name="T9" fmla="*/ 1 h 193"/>
                <a:gd name="T10" fmla="*/ 2 w 141"/>
                <a:gd name="T11" fmla="*/ 0 h 193"/>
                <a:gd name="T12" fmla="*/ 1 w 141"/>
                <a:gd name="T13" fmla="*/ 0 h 193"/>
                <a:gd name="T14" fmla="*/ 1 w 141"/>
                <a:gd name="T15" fmla="*/ 1 h 193"/>
                <a:gd name="T16" fmla="*/ 0 w 141"/>
                <a:gd name="T17" fmla="*/ 1 h 193"/>
                <a:gd name="T18" fmla="*/ 0 w 141"/>
                <a:gd name="T19" fmla="*/ 2 h 193"/>
                <a:gd name="T20" fmla="*/ 0 w 141"/>
                <a:gd name="T21" fmla="*/ 2 h 193"/>
                <a:gd name="T22" fmla="*/ 0 w 141"/>
                <a:gd name="T23" fmla="*/ 2 h 193"/>
                <a:gd name="T24" fmla="*/ 0 w 141"/>
                <a:gd name="T25" fmla="*/ 2 h 193"/>
                <a:gd name="T26" fmla="*/ 0 w 141"/>
                <a:gd name="T27" fmla="*/ 2 h 19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1"/>
                <a:gd name="T43" fmla="*/ 0 h 193"/>
                <a:gd name="T44" fmla="*/ 141 w 141"/>
                <a:gd name="T45" fmla="*/ 193 h 19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1" h="193">
                  <a:moveTo>
                    <a:pt x="0" y="192"/>
                  </a:moveTo>
                  <a:lnTo>
                    <a:pt x="0" y="192"/>
                  </a:lnTo>
                  <a:lnTo>
                    <a:pt x="67" y="165"/>
                  </a:lnTo>
                  <a:lnTo>
                    <a:pt x="104" y="120"/>
                  </a:lnTo>
                  <a:lnTo>
                    <a:pt x="104" y="72"/>
                  </a:lnTo>
                  <a:lnTo>
                    <a:pt x="140" y="0"/>
                  </a:lnTo>
                  <a:lnTo>
                    <a:pt x="67" y="0"/>
                  </a:lnTo>
                  <a:lnTo>
                    <a:pt x="67" y="72"/>
                  </a:lnTo>
                  <a:lnTo>
                    <a:pt x="35" y="120"/>
                  </a:lnTo>
                  <a:lnTo>
                    <a:pt x="0" y="143"/>
                  </a:lnTo>
                  <a:lnTo>
                    <a:pt x="0" y="19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6" name="Freeform 66">
              <a:extLst>
                <a:ext uri="{FF2B5EF4-FFF2-40B4-BE49-F238E27FC236}">
                  <a16:creationId xmlns:a16="http://schemas.microsoft.com/office/drawing/2014/main" id="{95627216-2690-C198-830E-0E4EF4858D0A}"/>
                </a:ext>
              </a:extLst>
            </p:cNvPr>
            <p:cNvSpPr>
              <a:spLocks noChangeArrowheads="1"/>
            </p:cNvSpPr>
            <p:nvPr/>
          </p:nvSpPr>
          <p:spPr bwMode="auto">
            <a:xfrm>
              <a:off x="1040" y="3430"/>
              <a:ext cx="69" cy="44"/>
            </a:xfrm>
            <a:custGeom>
              <a:avLst/>
              <a:gdLst>
                <a:gd name="T0" fmla="*/ 1 w 304"/>
                <a:gd name="T1" fmla="*/ 2 h 194"/>
                <a:gd name="T2" fmla="*/ 0 w 304"/>
                <a:gd name="T3" fmla="*/ 2 h 194"/>
                <a:gd name="T4" fmla="*/ 0 w 304"/>
                <a:gd name="T5" fmla="*/ 2 h 194"/>
                <a:gd name="T6" fmla="*/ 0 w 304"/>
                <a:gd name="T7" fmla="*/ 1 h 194"/>
                <a:gd name="T8" fmla="*/ 0 w 304"/>
                <a:gd name="T9" fmla="*/ 1 h 194"/>
                <a:gd name="T10" fmla="*/ 0 w 304"/>
                <a:gd name="T11" fmla="*/ 0 h 194"/>
                <a:gd name="T12" fmla="*/ 0 w 304"/>
                <a:gd name="T13" fmla="*/ 0 h 194"/>
                <a:gd name="T14" fmla="*/ 0 w 304"/>
                <a:gd name="T15" fmla="*/ 0 h 194"/>
                <a:gd name="T16" fmla="*/ 1 w 304"/>
                <a:gd name="T17" fmla="*/ 0 h 194"/>
                <a:gd name="T18" fmla="*/ 3 w 304"/>
                <a:gd name="T19" fmla="*/ 0 h 194"/>
                <a:gd name="T20" fmla="*/ 3 w 304"/>
                <a:gd name="T21" fmla="*/ 0 h 194"/>
                <a:gd name="T22" fmla="*/ 4 w 304"/>
                <a:gd name="T23" fmla="*/ 0 h 194"/>
                <a:gd name="T24" fmla="*/ 4 w 304"/>
                <a:gd name="T25" fmla="*/ 0 h 194"/>
                <a:gd name="T26" fmla="*/ 4 w 304"/>
                <a:gd name="T27" fmla="*/ 1 h 194"/>
                <a:gd name="T28" fmla="*/ 4 w 304"/>
                <a:gd name="T29" fmla="*/ 1 h 194"/>
                <a:gd name="T30" fmla="*/ 4 w 304"/>
                <a:gd name="T31" fmla="*/ 2 h 194"/>
                <a:gd name="T32" fmla="*/ 3 w 304"/>
                <a:gd name="T33" fmla="*/ 2 h 194"/>
                <a:gd name="T34" fmla="*/ 3 w 304"/>
                <a:gd name="T35" fmla="*/ 2 h 194"/>
                <a:gd name="T36" fmla="*/ 1 w 304"/>
                <a:gd name="T37" fmla="*/ 2 h 194"/>
                <a:gd name="T38" fmla="*/ 1 w 304"/>
                <a:gd name="T39" fmla="*/ 2 h 19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4"/>
                <a:gd name="T61" fmla="*/ 0 h 194"/>
                <a:gd name="T62" fmla="*/ 304 w 304"/>
                <a:gd name="T63" fmla="*/ 194 h 19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4" h="194">
                  <a:moveTo>
                    <a:pt x="65" y="193"/>
                  </a:moveTo>
                  <a:lnTo>
                    <a:pt x="34" y="193"/>
                  </a:lnTo>
                  <a:lnTo>
                    <a:pt x="34" y="166"/>
                  </a:lnTo>
                  <a:lnTo>
                    <a:pt x="0" y="120"/>
                  </a:lnTo>
                  <a:lnTo>
                    <a:pt x="0" y="94"/>
                  </a:lnTo>
                  <a:lnTo>
                    <a:pt x="0" y="48"/>
                  </a:lnTo>
                  <a:lnTo>
                    <a:pt x="34" y="26"/>
                  </a:lnTo>
                  <a:lnTo>
                    <a:pt x="34" y="0"/>
                  </a:lnTo>
                  <a:lnTo>
                    <a:pt x="65" y="0"/>
                  </a:lnTo>
                  <a:lnTo>
                    <a:pt x="267" y="0"/>
                  </a:lnTo>
                  <a:lnTo>
                    <a:pt x="303" y="26"/>
                  </a:lnTo>
                  <a:lnTo>
                    <a:pt x="303" y="48"/>
                  </a:lnTo>
                  <a:lnTo>
                    <a:pt x="303" y="94"/>
                  </a:lnTo>
                  <a:lnTo>
                    <a:pt x="303" y="120"/>
                  </a:lnTo>
                  <a:lnTo>
                    <a:pt x="303" y="166"/>
                  </a:lnTo>
                  <a:lnTo>
                    <a:pt x="267" y="193"/>
                  </a:lnTo>
                  <a:lnTo>
                    <a:pt x="65" y="193"/>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7" name="Freeform 67">
              <a:extLst>
                <a:ext uri="{FF2B5EF4-FFF2-40B4-BE49-F238E27FC236}">
                  <a16:creationId xmlns:a16="http://schemas.microsoft.com/office/drawing/2014/main" id="{608C7247-F763-6CD8-A3A3-870869ADC52F}"/>
                </a:ext>
              </a:extLst>
            </p:cNvPr>
            <p:cNvSpPr>
              <a:spLocks noChangeArrowheads="1"/>
            </p:cNvSpPr>
            <p:nvPr/>
          </p:nvSpPr>
          <p:spPr bwMode="auto">
            <a:xfrm>
              <a:off x="1032" y="3451"/>
              <a:ext cx="23" cy="28"/>
            </a:xfrm>
            <a:custGeom>
              <a:avLst/>
              <a:gdLst>
                <a:gd name="T0" fmla="*/ 0 w 102"/>
                <a:gd name="T1" fmla="*/ 0 h 123"/>
                <a:gd name="T2" fmla="*/ 0 w 102"/>
                <a:gd name="T3" fmla="*/ 0 h 123"/>
                <a:gd name="T4" fmla="*/ 0 w 102"/>
                <a:gd name="T5" fmla="*/ 1 h 123"/>
                <a:gd name="T6" fmla="*/ 0 w 102"/>
                <a:gd name="T7" fmla="*/ 1 h 123"/>
                <a:gd name="T8" fmla="*/ 1 w 102"/>
                <a:gd name="T9" fmla="*/ 1 h 123"/>
                <a:gd name="T10" fmla="*/ 1 w 102"/>
                <a:gd name="T11" fmla="*/ 1 h 123"/>
                <a:gd name="T12" fmla="*/ 1 w 102"/>
                <a:gd name="T13" fmla="*/ 1 h 123"/>
                <a:gd name="T14" fmla="*/ 1 w 102"/>
                <a:gd name="T15" fmla="*/ 1 h 123"/>
                <a:gd name="T16" fmla="*/ 1 w 102"/>
                <a:gd name="T17" fmla="*/ 1 h 123"/>
                <a:gd name="T18" fmla="*/ 1 w 102"/>
                <a:gd name="T19" fmla="*/ 0 h 123"/>
                <a:gd name="T20" fmla="*/ 1 w 102"/>
                <a:gd name="T21" fmla="*/ 0 h 123"/>
                <a:gd name="T22" fmla="*/ 1 w 102"/>
                <a:gd name="T23" fmla="*/ 0 h 123"/>
                <a:gd name="T24" fmla="*/ 0 w 102"/>
                <a:gd name="T25" fmla="*/ 0 h 123"/>
                <a:gd name="T26" fmla="*/ 0 w 102"/>
                <a:gd name="T27" fmla="*/ 0 h 1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23"/>
                <a:gd name="T44" fmla="*/ 102 w 102"/>
                <a:gd name="T45" fmla="*/ 123 h 1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23">
                  <a:moveTo>
                    <a:pt x="0" y="0"/>
                  </a:moveTo>
                  <a:lnTo>
                    <a:pt x="0" y="0"/>
                  </a:lnTo>
                  <a:lnTo>
                    <a:pt x="34" y="49"/>
                  </a:lnTo>
                  <a:lnTo>
                    <a:pt x="34" y="72"/>
                  </a:lnTo>
                  <a:lnTo>
                    <a:pt x="69" y="99"/>
                  </a:lnTo>
                  <a:lnTo>
                    <a:pt x="101" y="122"/>
                  </a:lnTo>
                  <a:lnTo>
                    <a:pt x="101" y="72"/>
                  </a:lnTo>
                  <a:lnTo>
                    <a:pt x="69" y="49"/>
                  </a:lnTo>
                  <a:lnTo>
                    <a:pt x="69" y="26"/>
                  </a:lnTo>
                  <a:lnTo>
                    <a:pt x="69"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8" name="Freeform 68">
              <a:extLst>
                <a:ext uri="{FF2B5EF4-FFF2-40B4-BE49-F238E27FC236}">
                  <a16:creationId xmlns:a16="http://schemas.microsoft.com/office/drawing/2014/main" id="{37A94709-6535-4A3E-D746-94E30C056994}"/>
                </a:ext>
              </a:extLst>
            </p:cNvPr>
            <p:cNvSpPr>
              <a:spLocks noChangeArrowheads="1"/>
            </p:cNvSpPr>
            <p:nvPr/>
          </p:nvSpPr>
          <p:spPr bwMode="auto">
            <a:xfrm>
              <a:off x="1032" y="3425"/>
              <a:ext cx="23" cy="26"/>
            </a:xfrm>
            <a:custGeom>
              <a:avLst/>
              <a:gdLst>
                <a:gd name="T0" fmla="*/ 1 w 102"/>
                <a:gd name="T1" fmla="*/ 0 h 116"/>
                <a:gd name="T2" fmla="*/ 1 w 102"/>
                <a:gd name="T3" fmla="*/ 0 h 116"/>
                <a:gd name="T4" fmla="*/ 1 w 102"/>
                <a:gd name="T5" fmla="*/ 0 h 116"/>
                <a:gd name="T6" fmla="*/ 0 w 102"/>
                <a:gd name="T7" fmla="*/ 0 h 116"/>
                <a:gd name="T8" fmla="*/ 0 w 102"/>
                <a:gd name="T9" fmla="*/ 1 h 116"/>
                <a:gd name="T10" fmla="*/ 0 w 102"/>
                <a:gd name="T11" fmla="*/ 1 h 116"/>
                <a:gd name="T12" fmla="*/ 1 w 102"/>
                <a:gd name="T13" fmla="*/ 1 h 116"/>
                <a:gd name="T14" fmla="*/ 1 w 102"/>
                <a:gd name="T15" fmla="*/ 1 h 116"/>
                <a:gd name="T16" fmla="*/ 1 w 102"/>
                <a:gd name="T17" fmla="*/ 0 h 116"/>
                <a:gd name="T18" fmla="*/ 1 w 102"/>
                <a:gd name="T19" fmla="*/ 0 h 116"/>
                <a:gd name="T20" fmla="*/ 1 w 102"/>
                <a:gd name="T21" fmla="*/ 0 h 116"/>
                <a:gd name="T22" fmla="*/ 1 w 102"/>
                <a:gd name="T23" fmla="*/ 0 h 116"/>
                <a:gd name="T24" fmla="*/ 1 w 102"/>
                <a:gd name="T25" fmla="*/ 0 h 116"/>
                <a:gd name="T26" fmla="*/ 1 w 102"/>
                <a:gd name="T27" fmla="*/ 0 h 1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16"/>
                <a:gd name="T44" fmla="*/ 102 w 102"/>
                <a:gd name="T45" fmla="*/ 116 h 1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16">
                  <a:moveTo>
                    <a:pt x="101" y="0"/>
                  </a:moveTo>
                  <a:lnTo>
                    <a:pt x="101" y="0"/>
                  </a:lnTo>
                  <a:lnTo>
                    <a:pt x="69" y="22"/>
                  </a:lnTo>
                  <a:lnTo>
                    <a:pt x="34" y="48"/>
                  </a:lnTo>
                  <a:lnTo>
                    <a:pt x="34" y="70"/>
                  </a:lnTo>
                  <a:lnTo>
                    <a:pt x="0" y="115"/>
                  </a:lnTo>
                  <a:lnTo>
                    <a:pt x="69" y="115"/>
                  </a:lnTo>
                  <a:lnTo>
                    <a:pt x="69" y="70"/>
                  </a:lnTo>
                  <a:lnTo>
                    <a:pt x="69" y="48"/>
                  </a:lnTo>
                  <a:lnTo>
                    <a:pt x="101" y="22"/>
                  </a:lnTo>
                  <a:lnTo>
                    <a:pt x="101"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09" name="Freeform 69">
              <a:extLst>
                <a:ext uri="{FF2B5EF4-FFF2-40B4-BE49-F238E27FC236}">
                  <a16:creationId xmlns:a16="http://schemas.microsoft.com/office/drawing/2014/main" id="{2B6E748A-3A9B-D78A-3074-86E8C2D287CA}"/>
                </a:ext>
              </a:extLst>
            </p:cNvPr>
            <p:cNvSpPr>
              <a:spLocks noChangeArrowheads="1"/>
            </p:cNvSpPr>
            <p:nvPr/>
          </p:nvSpPr>
          <p:spPr bwMode="auto">
            <a:xfrm>
              <a:off x="1055" y="3425"/>
              <a:ext cx="46" cy="5"/>
            </a:xfrm>
            <a:custGeom>
              <a:avLst/>
              <a:gdLst>
                <a:gd name="T0" fmla="*/ 2 w 203"/>
                <a:gd name="T1" fmla="*/ 0 h 23"/>
                <a:gd name="T2" fmla="*/ 2 w 203"/>
                <a:gd name="T3" fmla="*/ 0 h 23"/>
                <a:gd name="T4" fmla="*/ 0 w 203"/>
                <a:gd name="T5" fmla="*/ 0 h 23"/>
                <a:gd name="T6" fmla="*/ 0 w 203"/>
                <a:gd name="T7" fmla="*/ 0 h 23"/>
                <a:gd name="T8" fmla="*/ 2 w 203"/>
                <a:gd name="T9" fmla="*/ 0 h 23"/>
                <a:gd name="T10" fmla="*/ 2 w 203"/>
                <a:gd name="T11" fmla="*/ 0 h 23"/>
                <a:gd name="T12" fmla="*/ 2 w 203"/>
                <a:gd name="T13" fmla="*/ 0 h 23"/>
                <a:gd name="T14" fmla="*/ 2 w 203"/>
                <a:gd name="T15" fmla="*/ 0 h 23"/>
                <a:gd name="T16" fmla="*/ 0 60000 65536"/>
                <a:gd name="T17" fmla="*/ 0 60000 65536"/>
                <a:gd name="T18" fmla="*/ 0 60000 65536"/>
                <a:gd name="T19" fmla="*/ 0 60000 65536"/>
                <a:gd name="T20" fmla="*/ 0 60000 65536"/>
                <a:gd name="T21" fmla="*/ 0 60000 65536"/>
                <a:gd name="T22" fmla="*/ 0 60000 65536"/>
                <a:gd name="T23" fmla="*/ 0 60000 65536"/>
                <a:gd name="T24" fmla="*/ 0 w 203"/>
                <a:gd name="T25" fmla="*/ 0 h 23"/>
                <a:gd name="T26" fmla="*/ 203 w 203"/>
                <a:gd name="T27" fmla="*/ 23 h 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3" h="23">
                  <a:moveTo>
                    <a:pt x="202" y="0"/>
                  </a:moveTo>
                  <a:lnTo>
                    <a:pt x="202" y="0"/>
                  </a:lnTo>
                  <a:lnTo>
                    <a:pt x="0" y="0"/>
                  </a:lnTo>
                  <a:lnTo>
                    <a:pt x="0" y="22"/>
                  </a:lnTo>
                  <a:lnTo>
                    <a:pt x="202" y="22"/>
                  </a:lnTo>
                  <a:lnTo>
                    <a:pt x="202"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0" name="Freeform 70">
              <a:extLst>
                <a:ext uri="{FF2B5EF4-FFF2-40B4-BE49-F238E27FC236}">
                  <a16:creationId xmlns:a16="http://schemas.microsoft.com/office/drawing/2014/main" id="{532C4206-AF5B-F6E5-99EE-18FEAD7F5B46}"/>
                </a:ext>
              </a:extLst>
            </p:cNvPr>
            <p:cNvSpPr>
              <a:spLocks noChangeArrowheads="1"/>
            </p:cNvSpPr>
            <p:nvPr/>
          </p:nvSpPr>
          <p:spPr bwMode="auto">
            <a:xfrm>
              <a:off x="1101" y="3425"/>
              <a:ext cx="15" cy="26"/>
            </a:xfrm>
            <a:custGeom>
              <a:avLst/>
              <a:gdLst>
                <a:gd name="T0" fmla="*/ 1 w 67"/>
                <a:gd name="T1" fmla="*/ 1 h 116"/>
                <a:gd name="T2" fmla="*/ 1 w 67"/>
                <a:gd name="T3" fmla="*/ 1 h 116"/>
                <a:gd name="T4" fmla="*/ 1 w 67"/>
                <a:gd name="T5" fmla="*/ 1 h 116"/>
                <a:gd name="T6" fmla="*/ 0 w 67"/>
                <a:gd name="T7" fmla="*/ 0 h 116"/>
                <a:gd name="T8" fmla="*/ 0 w 67"/>
                <a:gd name="T9" fmla="*/ 0 h 116"/>
                <a:gd name="T10" fmla="*/ 0 w 67"/>
                <a:gd name="T11" fmla="*/ 0 h 116"/>
                <a:gd name="T12" fmla="*/ 0 w 67"/>
                <a:gd name="T13" fmla="*/ 0 h 116"/>
                <a:gd name="T14" fmla="*/ 0 w 67"/>
                <a:gd name="T15" fmla="*/ 0 h 116"/>
                <a:gd name="T16" fmla="*/ 0 w 67"/>
                <a:gd name="T17" fmla="*/ 0 h 116"/>
                <a:gd name="T18" fmla="*/ 0 w 67"/>
                <a:gd name="T19" fmla="*/ 1 h 116"/>
                <a:gd name="T20" fmla="*/ 0 w 67"/>
                <a:gd name="T21" fmla="*/ 1 h 116"/>
                <a:gd name="T22" fmla="*/ 0 w 67"/>
                <a:gd name="T23" fmla="*/ 1 h 116"/>
                <a:gd name="T24" fmla="*/ 1 w 67"/>
                <a:gd name="T25" fmla="*/ 1 h 116"/>
                <a:gd name="T26" fmla="*/ 1 w 67"/>
                <a:gd name="T27" fmla="*/ 1 h 1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116"/>
                <a:gd name="T44" fmla="*/ 67 w 67"/>
                <a:gd name="T45" fmla="*/ 116 h 1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116">
                  <a:moveTo>
                    <a:pt x="66" y="115"/>
                  </a:moveTo>
                  <a:lnTo>
                    <a:pt x="66" y="115"/>
                  </a:lnTo>
                  <a:lnTo>
                    <a:pt x="66" y="70"/>
                  </a:lnTo>
                  <a:lnTo>
                    <a:pt x="34" y="48"/>
                  </a:lnTo>
                  <a:lnTo>
                    <a:pt x="34" y="22"/>
                  </a:lnTo>
                  <a:lnTo>
                    <a:pt x="0" y="0"/>
                  </a:lnTo>
                  <a:lnTo>
                    <a:pt x="0" y="22"/>
                  </a:lnTo>
                  <a:lnTo>
                    <a:pt x="0" y="48"/>
                  </a:lnTo>
                  <a:lnTo>
                    <a:pt x="0" y="70"/>
                  </a:lnTo>
                  <a:lnTo>
                    <a:pt x="0" y="115"/>
                  </a:lnTo>
                  <a:lnTo>
                    <a:pt x="66" y="11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1" name="Freeform 71">
              <a:extLst>
                <a:ext uri="{FF2B5EF4-FFF2-40B4-BE49-F238E27FC236}">
                  <a16:creationId xmlns:a16="http://schemas.microsoft.com/office/drawing/2014/main" id="{DF2C6EFE-9429-B132-D0A1-0975F148E978}"/>
                </a:ext>
              </a:extLst>
            </p:cNvPr>
            <p:cNvSpPr>
              <a:spLocks noChangeArrowheads="1"/>
            </p:cNvSpPr>
            <p:nvPr/>
          </p:nvSpPr>
          <p:spPr bwMode="auto">
            <a:xfrm>
              <a:off x="1101" y="3451"/>
              <a:ext cx="15" cy="28"/>
            </a:xfrm>
            <a:custGeom>
              <a:avLst/>
              <a:gdLst>
                <a:gd name="T0" fmla="*/ 0 w 67"/>
                <a:gd name="T1" fmla="*/ 1 h 123"/>
                <a:gd name="T2" fmla="*/ 0 w 67"/>
                <a:gd name="T3" fmla="*/ 1 h 123"/>
                <a:gd name="T4" fmla="*/ 0 w 67"/>
                <a:gd name="T5" fmla="*/ 1 h 123"/>
                <a:gd name="T6" fmla="*/ 0 w 67"/>
                <a:gd name="T7" fmla="*/ 1 h 123"/>
                <a:gd name="T8" fmla="*/ 1 w 67"/>
                <a:gd name="T9" fmla="*/ 1 h 123"/>
                <a:gd name="T10" fmla="*/ 1 w 67"/>
                <a:gd name="T11" fmla="*/ 0 h 123"/>
                <a:gd name="T12" fmla="*/ 0 w 67"/>
                <a:gd name="T13" fmla="*/ 0 h 123"/>
                <a:gd name="T14" fmla="*/ 0 w 67"/>
                <a:gd name="T15" fmla="*/ 0 h 123"/>
                <a:gd name="T16" fmla="*/ 0 w 67"/>
                <a:gd name="T17" fmla="*/ 1 h 123"/>
                <a:gd name="T18" fmla="*/ 0 w 67"/>
                <a:gd name="T19" fmla="*/ 1 h 123"/>
                <a:gd name="T20" fmla="*/ 0 w 67"/>
                <a:gd name="T21" fmla="*/ 1 h 123"/>
                <a:gd name="T22" fmla="*/ 0 w 67"/>
                <a:gd name="T23" fmla="*/ 1 h 123"/>
                <a:gd name="T24" fmla="*/ 0 w 67"/>
                <a:gd name="T25" fmla="*/ 1 h 123"/>
                <a:gd name="T26" fmla="*/ 0 w 67"/>
                <a:gd name="T27" fmla="*/ 1 h 1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123"/>
                <a:gd name="T44" fmla="*/ 67 w 67"/>
                <a:gd name="T45" fmla="*/ 123 h 1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123">
                  <a:moveTo>
                    <a:pt x="0" y="122"/>
                  </a:moveTo>
                  <a:lnTo>
                    <a:pt x="0" y="122"/>
                  </a:lnTo>
                  <a:lnTo>
                    <a:pt x="34" y="99"/>
                  </a:lnTo>
                  <a:lnTo>
                    <a:pt x="34" y="72"/>
                  </a:lnTo>
                  <a:lnTo>
                    <a:pt x="66" y="49"/>
                  </a:lnTo>
                  <a:lnTo>
                    <a:pt x="66" y="0"/>
                  </a:lnTo>
                  <a:lnTo>
                    <a:pt x="0" y="0"/>
                  </a:lnTo>
                  <a:lnTo>
                    <a:pt x="0" y="26"/>
                  </a:lnTo>
                  <a:lnTo>
                    <a:pt x="0" y="49"/>
                  </a:lnTo>
                  <a:lnTo>
                    <a:pt x="0" y="72"/>
                  </a:lnTo>
                  <a:lnTo>
                    <a:pt x="0" y="1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2" name="Freeform 72">
              <a:extLst>
                <a:ext uri="{FF2B5EF4-FFF2-40B4-BE49-F238E27FC236}">
                  <a16:creationId xmlns:a16="http://schemas.microsoft.com/office/drawing/2014/main" id="{F1A5B23C-4BDB-CF15-C6F2-559A114AE763}"/>
                </a:ext>
              </a:extLst>
            </p:cNvPr>
            <p:cNvSpPr>
              <a:spLocks noChangeArrowheads="1"/>
            </p:cNvSpPr>
            <p:nvPr/>
          </p:nvSpPr>
          <p:spPr bwMode="auto">
            <a:xfrm>
              <a:off x="1055" y="3467"/>
              <a:ext cx="46" cy="12"/>
            </a:xfrm>
            <a:custGeom>
              <a:avLst/>
              <a:gdLst>
                <a:gd name="T0" fmla="*/ 0 w 203"/>
                <a:gd name="T1" fmla="*/ 1 h 52"/>
                <a:gd name="T2" fmla="*/ 0 w 203"/>
                <a:gd name="T3" fmla="*/ 1 h 52"/>
                <a:gd name="T4" fmla="*/ 2 w 203"/>
                <a:gd name="T5" fmla="*/ 1 h 52"/>
                <a:gd name="T6" fmla="*/ 2 w 203"/>
                <a:gd name="T7" fmla="*/ 0 h 52"/>
                <a:gd name="T8" fmla="*/ 0 w 203"/>
                <a:gd name="T9" fmla="*/ 0 h 52"/>
                <a:gd name="T10" fmla="*/ 0 w 203"/>
                <a:gd name="T11" fmla="*/ 0 h 52"/>
                <a:gd name="T12" fmla="*/ 0 w 203"/>
                <a:gd name="T13" fmla="*/ 1 h 52"/>
                <a:gd name="T14" fmla="*/ 0 w 203"/>
                <a:gd name="T15" fmla="*/ 1 h 52"/>
                <a:gd name="T16" fmla="*/ 0 60000 65536"/>
                <a:gd name="T17" fmla="*/ 0 60000 65536"/>
                <a:gd name="T18" fmla="*/ 0 60000 65536"/>
                <a:gd name="T19" fmla="*/ 0 60000 65536"/>
                <a:gd name="T20" fmla="*/ 0 60000 65536"/>
                <a:gd name="T21" fmla="*/ 0 60000 65536"/>
                <a:gd name="T22" fmla="*/ 0 60000 65536"/>
                <a:gd name="T23" fmla="*/ 0 60000 65536"/>
                <a:gd name="T24" fmla="*/ 0 w 203"/>
                <a:gd name="T25" fmla="*/ 0 h 52"/>
                <a:gd name="T26" fmla="*/ 203 w 203"/>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3" h="52">
                  <a:moveTo>
                    <a:pt x="0" y="51"/>
                  </a:moveTo>
                  <a:lnTo>
                    <a:pt x="0" y="51"/>
                  </a:lnTo>
                  <a:lnTo>
                    <a:pt x="202" y="51"/>
                  </a:lnTo>
                  <a:lnTo>
                    <a:pt x="202" y="0"/>
                  </a:lnTo>
                  <a:lnTo>
                    <a:pt x="0" y="0"/>
                  </a:lnTo>
                  <a:lnTo>
                    <a:pt x="0" y="5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3" name="Freeform 73">
              <a:extLst>
                <a:ext uri="{FF2B5EF4-FFF2-40B4-BE49-F238E27FC236}">
                  <a16:creationId xmlns:a16="http://schemas.microsoft.com/office/drawing/2014/main" id="{BF61B5C4-87B9-B6C7-3FAF-040B416D2122}"/>
                </a:ext>
              </a:extLst>
            </p:cNvPr>
            <p:cNvSpPr>
              <a:spLocks noChangeArrowheads="1"/>
            </p:cNvSpPr>
            <p:nvPr/>
          </p:nvSpPr>
          <p:spPr bwMode="auto">
            <a:xfrm>
              <a:off x="1040" y="3430"/>
              <a:ext cx="23" cy="44"/>
            </a:xfrm>
            <a:custGeom>
              <a:avLst/>
              <a:gdLst>
                <a:gd name="T0" fmla="*/ 1 w 102"/>
                <a:gd name="T1" fmla="*/ 2 h 194"/>
                <a:gd name="T2" fmla="*/ 0 w 102"/>
                <a:gd name="T3" fmla="*/ 2 h 194"/>
                <a:gd name="T4" fmla="*/ 0 w 102"/>
                <a:gd name="T5" fmla="*/ 2 h 194"/>
                <a:gd name="T6" fmla="*/ 0 w 102"/>
                <a:gd name="T7" fmla="*/ 1 h 194"/>
                <a:gd name="T8" fmla="*/ 0 w 102"/>
                <a:gd name="T9" fmla="*/ 1 h 194"/>
                <a:gd name="T10" fmla="*/ 0 w 102"/>
                <a:gd name="T11" fmla="*/ 0 h 194"/>
                <a:gd name="T12" fmla="*/ 0 w 102"/>
                <a:gd name="T13" fmla="*/ 0 h 194"/>
                <a:gd name="T14" fmla="*/ 0 w 102"/>
                <a:gd name="T15" fmla="*/ 0 h 194"/>
                <a:gd name="T16" fmla="*/ 1 w 102"/>
                <a:gd name="T17" fmla="*/ 0 h 194"/>
                <a:gd name="T18" fmla="*/ 1 w 102"/>
                <a:gd name="T19" fmla="*/ 0 h 194"/>
                <a:gd name="T20" fmla="*/ 1 w 102"/>
                <a:gd name="T21" fmla="*/ 0 h 194"/>
                <a:gd name="T22" fmla="*/ 1 w 102"/>
                <a:gd name="T23" fmla="*/ 0 h 194"/>
                <a:gd name="T24" fmla="*/ 1 w 102"/>
                <a:gd name="T25" fmla="*/ 1 h 194"/>
                <a:gd name="T26" fmla="*/ 1 w 102"/>
                <a:gd name="T27" fmla="*/ 1 h 194"/>
                <a:gd name="T28" fmla="*/ 1 w 102"/>
                <a:gd name="T29" fmla="*/ 2 h 194"/>
                <a:gd name="T30" fmla="*/ 1 w 102"/>
                <a:gd name="T31" fmla="*/ 2 h 194"/>
                <a:gd name="T32" fmla="*/ 1 w 102"/>
                <a:gd name="T33" fmla="*/ 2 h 194"/>
                <a:gd name="T34" fmla="*/ 1 w 102"/>
                <a:gd name="T35" fmla="*/ 2 h 1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2"/>
                <a:gd name="T55" fmla="*/ 0 h 194"/>
                <a:gd name="T56" fmla="*/ 102 w 102"/>
                <a:gd name="T57" fmla="*/ 194 h 19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2" h="194">
                  <a:moveTo>
                    <a:pt x="66" y="193"/>
                  </a:moveTo>
                  <a:lnTo>
                    <a:pt x="35" y="193"/>
                  </a:lnTo>
                  <a:lnTo>
                    <a:pt x="35" y="166"/>
                  </a:lnTo>
                  <a:lnTo>
                    <a:pt x="0" y="120"/>
                  </a:lnTo>
                  <a:lnTo>
                    <a:pt x="0" y="94"/>
                  </a:lnTo>
                  <a:lnTo>
                    <a:pt x="0" y="48"/>
                  </a:lnTo>
                  <a:lnTo>
                    <a:pt x="35" y="26"/>
                  </a:lnTo>
                  <a:lnTo>
                    <a:pt x="35" y="0"/>
                  </a:lnTo>
                  <a:lnTo>
                    <a:pt x="66" y="0"/>
                  </a:lnTo>
                  <a:lnTo>
                    <a:pt x="101" y="26"/>
                  </a:lnTo>
                  <a:lnTo>
                    <a:pt x="101" y="48"/>
                  </a:lnTo>
                  <a:lnTo>
                    <a:pt x="101" y="94"/>
                  </a:lnTo>
                  <a:lnTo>
                    <a:pt x="101" y="120"/>
                  </a:lnTo>
                  <a:lnTo>
                    <a:pt x="101" y="166"/>
                  </a:lnTo>
                  <a:lnTo>
                    <a:pt x="66" y="193"/>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4" name="Freeform 74">
              <a:extLst>
                <a:ext uri="{FF2B5EF4-FFF2-40B4-BE49-F238E27FC236}">
                  <a16:creationId xmlns:a16="http://schemas.microsoft.com/office/drawing/2014/main" id="{B73CAF8D-02CC-0A3C-F435-D83F4A60A331}"/>
                </a:ext>
              </a:extLst>
            </p:cNvPr>
            <p:cNvSpPr>
              <a:spLocks noChangeArrowheads="1"/>
            </p:cNvSpPr>
            <p:nvPr/>
          </p:nvSpPr>
          <p:spPr bwMode="auto">
            <a:xfrm>
              <a:off x="1032" y="3451"/>
              <a:ext cx="23" cy="28"/>
            </a:xfrm>
            <a:custGeom>
              <a:avLst/>
              <a:gdLst>
                <a:gd name="T0" fmla="*/ 0 w 102"/>
                <a:gd name="T1" fmla="*/ 0 h 123"/>
                <a:gd name="T2" fmla="*/ 0 w 102"/>
                <a:gd name="T3" fmla="*/ 0 h 123"/>
                <a:gd name="T4" fmla="*/ 0 w 102"/>
                <a:gd name="T5" fmla="*/ 1 h 123"/>
                <a:gd name="T6" fmla="*/ 0 w 102"/>
                <a:gd name="T7" fmla="*/ 1 h 123"/>
                <a:gd name="T8" fmla="*/ 1 w 102"/>
                <a:gd name="T9" fmla="*/ 1 h 123"/>
                <a:gd name="T10" fmla="*/ 1 w 102"/>
                <a:gd name="T11" fmla="*/ 1 h 123"/>
                <a:gd name="T12" fmla="*/ 1 w 102"/>
                <a:gd name="T13" fmla="*/ 1 h 123"/>
                <a:gd name="T14" fmla="*/ 1 w 102"/>
                <a:gd name="T15" fmla="*/ 1 h 123"/>
                <a:gd name="T16" fmla="*/ 1 w 102"/>
                <a:gd name="T17" fmla="*/ 1 h 123"/>
                <a:gd name="T18" fmla="*/ 1 w 102"/>
                <a:gd name="T19" fmla="*/ 0 h 123"/>
                <a:gd name="T20" fmla="*/ 1 w 102"/>
                <a:gd name="T21" fmla="*/ 0 h 123"/>
                <a:gd name="T22" fmla="*/ 1 w 102"/>
                <a:gd name="T23" fmla="*/ 0 h 123"/>
                <a:gd name="T24" fmla="*/ 0 w 102"/>
                <a:gd name="T25" fmla="*/ 0 h 123"/>
                <a:gd name="T26" fmla="*/ 0 w 102"/>
                <a:gd name="T27" fmla="*/ 0 h 1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23"/>
                <a:gd name="T44" fmla="*/ 102 w 102"/>
                <a:gd name="T45" fmla="*/ 123 h 1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23">
                  <a:moveTo>
                    <a:pt x="0" y="0"/>
                  </a:moveTo>
                  <a:lnTo>
                    <a:pt x="0" y="0"/>
                  </a:lnTo>
                  <a:lnTo>
                    <a:pt x="34" y="49"/>
                  </a:lnTo>
                  <a:lnTo>
                    <a:pt x="34" y="72"/>
                  </a:lnTo>
                  <a:lnTo>
                    <a:pt x="69" y="99"/>
                  </a:lnTo>
                  <a:lnTo>
                    <a:pt x="101" y="122"/>
                  </a:lnTo>
                  <a:lnTo>
                    <a:pt x="101" y="72"/>
                  </a:lnTo>
                  <a:lnTo>
                    <a:pt x="69" y="49"/>
                  </a:lnTo>
                  <a:lnTo>
                    <a:pt x="69" y="26"/>
                  </a:lnTo>
                  <a:lnTo>
                    <a:pt x="69"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5" name="Freeform 75">
              <a:extLst>
                <a:ext uri="{FF2B5EF4-FFF2-40B4-BE49-F238E27FC236}">
                  <a16:creationId xmlns:a16="http://schemas.microsoft.com/office/drawing/2014/main" id="{F8D9B486-4B96-6DD3-9D6F-A1BB2B5E5714}"/>
                </a:ext>
              </a:extLst>
            </p:cNvPr>
            <p:cNvSpPr>
              <a:spLocks noChangeArrowheads="1"/>
            </p:cNvSpPr>
            <p:nvPr/>
          </p:nvSpPr>
          <p:spPr bwMode="auto">
            <a:xfrm>
              <a:off x="1032" y="3425"/>
              <a:ext cx="23" cy="26"/>
            </a:xfrm>
            <a:custGeom>
              <a:avLst/>
              <a:gdLst>
                <a:gd name="T0" fmla="*/ 1 w 102"/>
                <a:gd name="T1" fmla="*/ 0 h 116"/>
                <a:gd name="T2" fmla="*/ 1 w 102"/>
                <a:gd name="T3" fmla="*/ 0 h 116"/>
                <a:gd name="T4" fmla="*/ 1 w 102"/>
                <a:gd name="T5" fmla="*/ 0 h 116"/>
                <a:gd name="T6" fmla="*/ 0 w 102"/>
                <a:gd name="T7" fmla="*/ 0 h 116"/>
                <a:gd name="T8" fmla="*/ 0 w 102"/>
                <a:gd name="T9" fmla="*/ 1 h 116"/>
                <a:gd name="T10" fmla="*/ 0 w 102"/>
                <a:gd name="T11" fmla="*/ 1 h 116"/>
                <a:gd name="T12" fmla="*/ 1 w 102"/>
                <a:gd name="T13" fmla="*/ 1 h 116"/>
                <a:gd name="T14" fmla="*/ 1 w 102"/>
                <a:gd name="T15" fmla="*/ 1 h 116"/>
                <a:gd name="T16" fmla="*/ 1 w 102"/>
                <a:gd name="T17" fmla="*/ 0 h 116"/>
                <a:gd name="T18" fmla="*/ 1 w 102"/>
                <a:gd name="T19" fmla="*/ 0 h 116"/>
                <a:gd name="T20" fmla="*/ 1 w 102"/>
                <a:gd name="T21" fmla="*/ 0 h 116"/>
                <a:gd name="T22" fmla="*/ 1 w 102"/>
                <a:gd name="T23" fmla="*/ 0 h 116"/>
                <a:gd name="T24" fmla="*/ 1 w 102"/>
                <a:gd name="T25" fmla="*/ 0 h 116"/>
                <a:gd name="T26" fmla="*/ 1 w 102"/>
                <a:gd name="T27" fmla="*/ 0 h 1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16"/>
                <a:gd name="T44" fmla="*/ 102 w 102"/>
                <a:gd name="T45" fmla="*/ 116 h 1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16">
                  <a:moveTo>
                    <a:pt x="101" y="0"/>
                  </a:moveTo>
                  <a:lnTo>
                    <a:pt x="101" y="0"/>
                  </a:lnTo>
                  <a:lnTo>
                    <a:pt x="69" y="22"/>
                  </a:lnTo>
                  <a:lnTo>
                    <a:pt x="34" y="48"/>
                  </a:lnTo>
                  <a:lnTo>
                    <a:pt x="34" y="70"/>
                  </a:lnTo>
                  <a:lnTo>
                    <a:pt x="0" y="115"/>
                  </a:lnTo>
                  <a:lnTo>
                    <a:pt x="69" y="115"/>
                  </a:lnTo>
                  <a:lnTo>
                    <a:pt x="69" y="70"/>
                  </a:lnTo>
                  <a:lnTo>
                    <a:pt x="69" y="48"/>
                  </a:lnTo>
                  <a:lnTo>
                    <a:pt x="101" y="22"/>
                  </a:lnTo>
                  <a:lnTo>
                    <a:pt x="101"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6" name="Freeform 76">
              <a:extLst>
                <a:ext uri="{FF2B5EF4-FFF2-40B4-BE49-F238E27FC236}">
                  <a16:creationId xmlns:a16="http://schemas.microsoft.com/office/drawing/2014/main" id="{77021134-017C-6A56-5CE8-EDB90891EC30}"/>
                </a:ext>
              </a:extLst>
            </p:cNvPr>
            <p:cNvSpPr>
              <a:spLocks noChangeArrowheads="1"/>
            </p:cNvSpPr>
            <p:nvPr/>
          </p:nvSpPr>
          <p:spPr bwMode="auto">
            <a:xfrm>
              <a:off x="1055" y="3425"/>
              <a:ext cx="17" cy="26"/>
            </a:xfrm>
            <a:custGeom>
              <a:avLst/>
              <a:gdLst>
                <a:gd name="T0" fmla="*/ 1 w 74"/>
                <a:gd name="T1" fmla="*/ 1 h 116"/>
                <a:gd name="T2" fmla="*/ 1 w 74"/>
                <a:gd name="T3" fmla="*/ 1 h 116"/>
                <a:gd name="T4" fmla="*/ 1 w 74"/>
                <a:gd name="T5" fmla="*/ 1 h 116"/>
                <a:gd name="T6" fmla="*/ 1 w 74"/>
                <a:gd name="T7" fmla="*/ 0 h 116"/>
                <a:gd name="T8" fmla="*/ 0 w 74"/>
                <a:gd name="T9" fmla="*/ 0 h 116"/>
                <a:gd name="T10" fmla="*/ 0 w 74"/>
                <a:gd name="T11" fmla="*/ 0 h 116"/>
                <a:gd name="T12" fmla="*/ 0 w 74"/>
                <a:gd name="T13" fmla="*/ 0 h 116"/>
                <a:gd name="T14" fmla="*/ 0 w 74"/>
                <a:gd name="T15" fmla="*/ 0 h 116"/>
                <a:gd name="T16" fmla="*/ 0 w 74"/>
                <a:gd name="T17" fmla="*/ 0 h 116"/>
                <a:gd name="T18" fmla="*/ 0 w 74"/>
                <a:gd name="T19" fmla="*/ 1 h 116"/>
                <a:gd name="T20" fmla="*/ 0 w 74"/>
                <a:gd name="T21" fmla="*/ 1 h 116"/>
                <a:gd name="T22" fmla="*/ 0 w 74"/>
                <a:gd name="T23" fmla="*/ 1 h 116"/>
                <a:gd name="T24" fmla="*/ 1 w 74"/>
                <a:gd name="T25" fmla="*/ 1 h 116"/>
                <a:gd name="T26" fmla="*/ 1 w 74"/>
                <a:gd name="T27" fmla="*/ 1 h 1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4"/>
                <a:gd name="T43" fmla="*/ 0 h 116"/>
                <a:gd name="T44" fmla="*/ 74 w 74"/>
                <a:gd name="T45" fmla="*/ 116 h 1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4" h="116">
                  <a:moveTo>
                    <a:pt x="73" y="115"/>
                  </a:moveTo>
                  <a:lnTo>
                    <a:pt x="73" y="115"/>
                  </a:lnTo>
                  <a:lnTo>
                    <a:pt x="73" y="70"/>
                  </a:lnTo>
                  <a:lnTo>
                    <a:pt x="73" y="48"/>
                  </a:lnTo>
                  <a:lnTo>
                    <a:pt x="36" y="22"/>
                  </a:lnTo>
                  <a:lnTo>
                    <a:pt x="0" y="0"/>
                  </a:lnTo>
                  <a:lnTo>
                    <a:pt x="0" y="22"/>
                  </a:lnTo>
                  <a:lnTo>
                    <a:pt x="0" y="48"/>
                  </a:lnTo>
                  <a:lnTo>
                    <a:pt x="36" y="70"/>
                  </a:lnTo>
                  <a:lnTo>
                    <a:pt x="36" y="115"/>
                  </a:lnTo>
                  <a:lnTo>
                    <a:pt x="73" y="11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917" name="Freeform 77">
              <a:extLst>
                <a:ext uri="{FF2B5EF4-FFF2-40B4-BE49-F238E27FC236}">
                  <a16:creationId xmlns:a16="http://schemas.microsoft.com/office/drawing/2014/main" id="{10A8B196-2031-5E89-0117-FDE963A55F10}"/>
                </a:ext>
              </a:extLst>
            </p:cNvPr>
            <p:cNvSpPr>
              <a:spLocks noChangeArrowheads="1"/>
            </p:cNvSpPr>
            <p:nvPr/>
          </p:nvSpPr>
          <p:spPr bwMode="auto">
            <a:xfrm>
              <a:off x="1055" y="3451"/>
              <a:ext cx="17" cy="28"/>
            </a:xfrm>
            <a:custGeom>
              <a:avLst/>
              <a:gdLst>
                <a:gd name="T0" fmla="*/ 0 w 74"/>
                <a:gd name="T1" fmla="*/ 1 h 123"/>
                <a:gd name="T2" fmla="*/ 0 w 74"/>
                <a:gd name="T3" fmla="*/ 1 h 123"/>
                <a:gd name="T4" fmla="*/ 0 w 74"/>
                <a:gd name="T5" fmla="*/ 1 h 123"/>
                <a:gd name="T6" fmla="*/ 1 w 74"/>
                <a:gd name="T7" fmla="*/ 1 h 123"/>
                <a:gd name="T8" fmla="*/ 1 w 74"/>
                <a:gd name="T9" fmla="*/ 1 h 123"/>
                <a:gd name="T10" fmla="*/ 1 w 74"/>
                <a:gd name="T11" fmla="*/ 0 h 123"/>
                <a:gd name="T12" fmla="*/ 0 w 74"/>
                <a:gd name="T13" fmla="*/ 0 h 123"/>
                <a:gd name="T14" fmla="*/ 0 w 74"/>
                <a:gd name="T15" fmla="*/ 0 h 123"/>
                <a:gd name="T16" fmla="*/ 0 w 74"/>
                <a:gd name="T17" fmla="*/ 1 h 123"/>
                <a:gd name="T18" fmla="*/ 0 w 74"/>
                <a:gd name="T19" fmla="*/ 1 h 123"/>
                <a:gd name="T20" fmla="*/ 0 w 74"/>
                <a:gd name="T21" fmla="*/ 1 h 123"/>
                <a:gd name="T22" fmla="*/ 0 w 74"/>
                <a:gd name="T23" fmla="*/ 1 h 123"/>
                <a:gd name="T24" fmla="*/ 0 w 74"/>
                <a:gd name="T25" fmla="*/ 1 h 123"/>
                <a:gd name="T26" fmla="*/ 0 w 74"/>
                <a:gd name="T27" fmla="*/ 1 h 1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4"/>
                <a:gd name="T43" fmla="*/ 0 h 123"/>
                <a:gd name="T44" fmla="*/ 74 w 74"/>
                <a:gd name="T45" fmla="*/ 123 h 1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4" h="123">
                  <a:moveTo>
                    <a:pt x="0" y="122"/>
                  </a:moveTo>
                  <a:lnTo>
                    <a:pt x="0" y="122"/>
                  </a:lnTo>
                  <a:lnTo>
                    <a:pt x="36" y="99"/>
                  </a:lnTo>
                  <a:lnTo>
                    <a:pt x="73" y="72"/>
                  </a:lnTo>
                  <a:lnTo>
                    <a:pt x="73" y="49"/>
                  </a:lnTo>
                  <a:lnTo>
                    <a:pt x="73" y="0"/>
                  </a:lnTo>
                  <a:lnTo>
                    <a:pt x="36" y="0"/>
                  </a:lnTo>
                  <a:lnTo>
                    <a:pt x="36" y="26"/>
                  </a:lnTo>
                  <a:lnTo>
                    <a:pt x="0" y="49"/>
                  </a:lnTo>
                  <a:lnTo>
                    <a:pt x="0" y="72"/>
                  </a:lnTo>
                  <a:lnTo>
                    <a:pt x="0" y="1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grpSp>
      <p:sp>
        <p:nvSpPr>
          <p:cNvPr id="32774" name="AutoShape 78">
            <a:extLst>
              <a:ext uri="{FF2B5EF4-FFF2-40B4-BE49-F238E27FC236}">
                <a16:creationId xmlns:a16="http://schemas.microsoft.com/office/drawing/2014/main" id="{8F9B2EF4-9FEA-E51E-C180-B80003B89E9A}"/>
              </a:ext>
            </a:extLst>
          </p:cNvPr>
          <p:cNvSpPr>
            <a:spLocks noChangeArrowheads="1"/>
          </p:cNvSpPr>
          <p:nvPr/>
        </p:nvSpPr>
        <p:spPr bwMode="auto">
          <a:xfrm>
            <a:off x="5956300" y="4987925"/>
            <a:ext cx="1612900" cy="1089025"/>
          </a:xfrm>
          <a:prstGeom prst="roundRect">
            <a:avLst>
              <a:gd name="adj" fmla="val 144"/>
            </a:avLst>
          </a:pr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775" name="Freeform 79">
            <a:extLst>
              <a:ext uri="{FF2B5EF4-FFF2-40B4-BE49-F238E27FC236}">
                <a16:creationId xmlns:a16="http://schemas.microsoft.com/office/drawing/2014/main" id="{C8ADF412-2D99-8689-2497-DE5A623C30A9}"/>
              </a:ext>
            </a:extLst>
          </p:cNvPr>
          <p:cNvSpPr>
            <a:spLocks noChangeArrowheads="1"/>
          </p:cNvSpPr>
          <p:nvPr/>
        </p:nvSpPr>
        <p:spPr bwMode="auto">
          <a:xfrm>
            <a:off x="5943600" y="4979988"/>
            <a:ext cx="26988" cy="1096962"/>
          </a:xfrm>
          <a:custGeom>
            <a:avLst/>
            <a:gdLst>
              <a:gd name="T0" fmla="*/ 1723960695 w 75"/>
              <a:gd name="T1" fmla="*/ 0 h 3048"/>
              <a:gd name="T2" fmla="*/ 0 w 75"/>
              <a:gd name="T3" fmla="*/ 978948971 h 3048"/>
              <a:gd name="T4" fmla="*/ 0 w 75"/>
              <a:gd name="T5" fmla="*/ 2147483646 h 3048"/>
              <a:gd name="T6" fmla="*/ 2147483646 w 75"/>
              <a:gd name="T7" fmla="*/ 2147483646 h 3048"/>
              <a:gd name="T8" fmla="*/ 2147483646 w 75"/>
              <a:gd name="T9" fmla="*/ 978948971 h 3048"/>
              <a:gd name="T10" fmla="*/ 1723960695 w 75"/>
              <a:gd name="T11" fmla="*/ 978948971 h 3048"/>
              <a:gd name="T12" fmla="*/ 1723960695 w 75"/>
              <a:gd name="T13" fmla="*/ 0 h 3048"/>
              <a:gd name="T14" fmla="*/ 0 w 75"/>
              <a:gd name="T15" fmla="*/ 0 h 3048"/>
              <a:gd name="T16" fmla="*/ 0 w 75"/>
              <a:gd name="T17" fmla="*/ 978948971 h 3048"/>
              <a:gd name="T18" fmla="*/ 1723960695 w 75"/>
              <a:gd name="T19" fmla="*/ 0 h 3048"/>
              <a:gd name="T20" fmla="*/ 1723960695 w 75"/>
              <a:gd name="T21" fmla="*/ 0 h 30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
              <a:gd name="T34" fmla="*/ 0 h 3048"/>
              <a:gd name="T35" fmla="*/ 75 w 75"/>
              <a:gd name="T36" fmla="*/ 3048 h 30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 h="3048">
                <a:moveTo>
                  <a:pt x="37" y="0"/>
                </a:moveTo>
                <a:lnTo>
                  <a:pt x="0" y="21"/>
                </a:lnTo>
                <a:lnTo>
                  <a:pt x="0" y="3047"/>
                </a:lnTo>
                <a:lnTo>
                  <a:pt x="74" y="3047"/>
                </a:lnTo>
                <a:lnTo>
                  <a:pt x="74" y="21"/>
                </a:lnTo>
                <a:lnTo>
                  <a:pt x="37" y="21"/>
                </a:lnTo>
                <a:lnTo>
                  <a:pt x="37" y="0"/>
                </a:lnTo>
                <a:lnTo>
                  <a:pt x="0" y="0"/>
                </a:lnTo>
                <a:lnTo>
                  <a:pt x="0" y="21"/>
                </a:lnTo>
                <a:lnTo>
                  <a:pt x="37"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76" name="Freeform 80">
            <a:extLst>
              <a:ext uri="{FF2B5EF4-FFF2-40B4-BE49-F238E27FC236}">
                <a16:creationId xmlns:a16="http://schemas.microsoft.com/office/drawing/2014/main" id="{5508E778-5DD8-6D1A-EFDB-44BDFC592ECB}"/>
              </a:ext>
            </a:extLst>
          </p:cNvPr>
          <p:cNvSpPr>
            <a:spLocks noChangeArrowheads="1"/>
          </p:cNvSpPr>
          <p:nvPr/>
        </p:nvSpPr>
        <p:spPr bwMode="auto">
          <a:xfrm>
            <a:off x="5956300" y="4979988"/>
            <a:ext cx="1627188" cy="7937"/>
          </a:xfrm>
          <a:custGeom>
            <a:avLst/>
            <a:gdLst>
              <a:gd name="T0" fmla="*/ 2147483646 w 4520"/>
              <a:gd name="T1" fmla="*/ 904093317 h 23"/>
              <a:gd name="T2" fmla="*/ 2147483646 w 4520"/>
              <a:gd name="T3" fmla="*/ 0 h 23"/>
              <a:gd name="T4" fmla="*/ 0 w 4520"/>
              <a:gd name="T5" fmla="*/ 0 h 23"/>
              <a:gd name="T6" fmla="*/ 0 w 4520"/>
              <a:gd name="T7" fmla="*/ 904093317 h 23"/>
              <a:gd name="T8" fmla="*/ 2147483646 w 4520"/>
              <a:gd name="T9" fmla="*/ 904093317 h 23"/>
              <a:gd name="T10" fmla="*/ 2147483646 w 4520"/>
              <a:gd name="T11" fmla="*/ 904093317 h 23"/>
              <a:gd name="T12" fmla="*/ 2147483646 w 4520"/>
              <a:gd name="T13" fmla="*/ 904093317 h 23"/>
              <a:gd name="T14" fmla="*/ 2147483646 w 4520"/>
              <a:gd name="T15" fmla="*/ 0 h 23"/>
              <a:gd name="T16" fmla="*/ 2147483646 w 4520"/>
              <a:gd name="T17" fmla="*/ 0 h 23"/>
              <a:gd name="T18" fmla="*/ 2147483646 w 4520"/>
              <a:gd name="T19" fmla="*/ 904093317 h 23"/>
              <a:gd name="T20" fmla="*/ 2147483646 w 4520"/>
              <a:gd name="T21" fmla="*/ 904093317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20"/>
              <a:gd name="T34" fmla="*/ 0 h 23"/>
              <a:gd name="T35" fmla="*/ 4520 w 4520"/>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20" h="23">
                <a:moveTo>
                  <a:pt x="4519" y="22"/>
                </a:moveTo>
                <a:lnTo>
                  <a:pt x="4483" y="0"/>
                </a:lnTo>
                <a:lnTo>
                  <a:pt x="0" y="0"/>
                </a:lnTo>
                <a:lnTo>
                  <a:pt x="0" y="22"/>
                </a:lnTo>
                <a:lnTo>
                  <a:pt x="4483" y="22"/>
                </a:lnTo>
                <a:lnTo>
                  <a:pt x="4448" y="22"/>
                </a:lnTo>
                <a:lnTo>
                  <a:pt x="4519" y="22"/>
                </a:lnTo>
                <a:lnTo>
                  <a:pt x="4519" y="0"/>
                </a:lnTo>
                <a:lnTo>
                  <a:pt x="4483" y="0"/>
                </a:lnTo>
                <a:lnTo>
                  <a:pt x="4519"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77" name="Freeform 81">
            <a:extLst>
              <a:ext uri="{FF2B5EF4-FFF2-40B4-BE49-F238E27FC236}">
                <a16:creationId xmlns:a16="http://schemas.microsoft.com/office/drawing/2014/main" id="{59B317EA-E9F4-A082-E223-4AFF9379E539}"/>
              </a:ext>
            </a:extLst>
          </p:cNvPr>
          <p:cNvSpPr>
            <a:spLocks noChangeArrowheads="1"/>
          </p:cNvSpPr>
          <p:nvPr/>
        </p:nvSpPr>
        <p:spPr bwMode="auto">
          <a:xfrm>
            <a:off x="7556500" y="4987925"/>
            <a:ext cx="26988" cy="1089025"/>
          </a:xfrm>
          <a:custGeom>
            <a:avLst/>
            <a:gdLst>
              <a:gd name="T0" fmla="*/ 1723960695 w 75"/>
              <a:gd name="T1" fmla="*/ 2147483646 h 3026"/>
              <a:gd name="T2" fmla="*/ 2147483646 w 75"/>
              <a:gd name="T3" fmla="*/ 2147483646 h 3026"/>
              <a:gd name="T4" fmla="*/ 2147483646 w 75"/>
              <a:gd name="T5" fmla="*/ 0 h 3026"/>
              <a:gd name="T6" fmla="*/ 0 w 75"/>
              <a:gd name="T7" fmla="*/ 0 h 3026"/>
              <a:gd name="T8" fmla="*/ 0 w 75"/>
              <a:gd name="T9" fmla="*/ 2147483646 h 3026"/>
              <a:gd name="T10" fmla="*/ 1723960695 w 75"/>
              <a:gd name="T11" fmla="*/ 2147483646 h 3026"/>
              <a:gd name="T12" fmla="*/ 1723960695 w 75"/>
              <a:gd name="T13" fmla="*/ 2147483646 h 3026"/>
              <a:gd name="T14" fmla="*/ 2147483646 w 75"/>
              <a:gd name="T15" fmla="*/ 2147483646 h 3026"/>
              <a:gd name="T16" fmla="*/ 2147483646 w 75"/>
              <a:gd name="T17" fmla="*/ 2147483646 h 3026"/>
              <a:gd name="T18" fmla="*/ 1723960695 w 75"/>
              <a:gd name="T19" fmla="*/ 2147483646 h 3026"/>
              <a:gd name="T20" fmla="*/ 1723960695 w 75"/>
              <a:gd name="T21" fmla="*/ 2147483646 h 30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
              <a:gd name="T34" fmla="*/ 0 h 3026"/>
              <a:gd name="T35" fmla="*/ 75 w 75"/>
              <a:gd name="T36" fmla="*/ 3026 h 30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 h="3026">
                <a:moveTo>
                  <a:pt x="37" y="3025"/>
                </a:moveTo>
                <a:lnTo>
                  <a:pt x="74" y="3025"/>
                </a:lnTo>
                <a:lnTo>
                  <a:pt x="74" y="0"/>
                </a:lnTo>
                <a:lnTo>
                  <a:pt x="0" y="0"/>
                </a:lnTo>
                <a:lnTo>
                  <a:pt x="0" y="3025"/>
                </a:lnTo>
                <a:lnTo>
                  <a:pt x="37" y="3003"/>
                </a:lnTo>
                <a:lnTo>
                  <a:pt x="37" y="3025"/>
                </a:lnTo>
                <a:lnTo>
                  <a:pt x="74" y="3025"/>
                </a:lnTo>
                <a:lnTo>
                  <a:pt x="37" y="302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78" name="Freeform 82">
            <a:extLst>
              <a:ext uri="{FF2B5EF4-FFF2-40B4-BE49-F238E27FC236}">
                <a16:creationId xmlns:a16="http://schemas.microsoft.com/office/drawing/2014/main" id="{913F2BC6-0095-B802-29CE-B47BD75C0077}"/>
              </a:ext>
            </a:extLst>
          </p:cNvPr>
          <p:cNvSpPr>
            <a:spLocks noChangeArrowheads="1"/>
          </p:cNvSpPr>
          <p:nvPr/>
        </p:nvSpPr>
        <p:spPr bwMode="auto">
          <a:xfrm>
            <a:off x="5943600" y="6069013"/>
            <a:ext cx="1627188" cy="7937"/>
          </a:xfrm>
          <a:custGeom>
            <a:avLst/>
            <a:gdLst>
              <a:gd name="T0" fmla="*/ 0 w 4520"/>
              <a:gd name="T1" fmla="*/ 904093317 h 23"/>
              <a:gd name="T2" fmla="*/ 1632935718 w 4520"/>
              <a:gd name="T3" fmla="*/ 904093317 h 23"/>
              <a:gd name="T4" fmla="*/ 2147483646 w 4520"/>
              <a:gd name="T5" fmla="*/ 904093317 h 23"/>
              <a:gd name="T6" fmla="*/ 2147483646 w 4520"/>
              <a:gd name="T7" fmla="*/ 0 h 23"/>
              <a:gd name="T8" fmla="*/ 1632935718 w 4520"/>
              <a:gd name="T9" fmla="*/ 0 h 23"/>
              <a:gd name="T10" fmla="*/ 2147483646 w 4520"/>
              <a:gd name="T11" fmla="*/ 904093317 h 23"/>
              <a:gd name="T12" fmla="*/ 0 w 4520"/>
              <a:gd name="T13" fmla="*/ 904093317 h 23"/>
              <a:gd name="T14" fmla="*/ 0 w 4520"/>
              <a:gd name="T15" fmla="*/ 904093317 h 23"/>
              <a:gd name="T16" fmla="*/ 1632935718 w 4520"/>
              <a:gd name="T17" fmla="*/ 904093317 h 23"/>
              <a:gd name="T18" fmla="*/ 0 w 4520"/>
              <a:gd name="T19" fmla="*/ 904093317 h 23"/>
              <a:gd name="T20" fmla="*/ 0 w 4520"/>
              <a:gd name="T21" fmla="*/ 904093317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20"/>
              <a:gd name="T34" fmla="*/ 0 h 23"/>
              <a:gd name="T35" fmla="*/ 4520 w 4520"/>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20" h="23">
                <a:moveTo>
                  <a:pt x="0" y="22"/>
                </a:moveTo>
                <a:lnTo>
                  <a:pt x="35" y="22"/>
                </a:lnTo>
                <a:lnTo>
                  <a:pt x="4519" y="22"/>
                </a:lnTo>
                <a:lnTo>
                  <a:pt x="4519" y="0"/>
                </a:lnTo>
                <a:lnTo>
                  <a:pt x="35" y="0"/>
                </a:lnTo>
                <a:lnTo>
                  <a:pt x="70" y="22"/>
                </a:lnTo>
                <a:lnTo>
                  <a:pt x="0" y="22"/>
                </a:lnTo>
                <a:lnTo>
                  <a:pt x="35" y="22"/>
                </a:lnTo>
                <a:lnTo>
                  <a:pt x="0"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79" name="AutoShape 83">
            <a:extLst>
              <a:ext uri="{FF2B5EF4-FFF2-40B4-BE49-F238E27FC236}">
                <a16:creationId xmlns:a16="http://schemas.microsoft.com/office/drawing/2014/main" id="{5A662FC6-3BE3-751B-200E-3083979A8295}"/>
              </a:ext>
            </a:extLst>
          </p:cNvPr>
          <p:cNvSpPr>
            <a:spLocks noChangeArrowheads="1"/>
          </p:cNvSpPr>
          <p:nvPr/>
        </p:nvSpPr>
        <p:spPr bwMode="auto">
          <a:xfrm>
            <a:off x="6149975" y="5114925"/>
            <a:ext cx="1225550" cy="828675"/>
          </a:xfrm>
          <a:prstGeom prst="roundRect">
            <a:avLst>
              <a:gd name="adj" fmla="val 19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780" name="Freeform 84">
            <a:extLst>
              <a:ext uri="{FF2B5EF4-FFF2-40B4-BE49-F238E27FC236}">
                <a16:creationId xmlns:a16="http://schemas.microsoft.com/office/drawing/2014/main" id="{249DE644-9DD0-5C5C-FD12-AF2160405899}"/>
              </a:ext>
            </a:extLst>
          </p:cNvPr>
          <p:cNvSpPr>
            <a:spLocks noChangeArrowheads="1"/>
          </p:cNvSpPr>
          <p:nvPr/>
        </p:nvSpPr>
        <p:spPr bwMode="auto">
          <a:xfrm>
            <a:off x="6138863" y="5105400"/>
            <a:ext cx="11112" cy="838200"/>
          </a:xfrm>
          <a:custGeom>
            <a:avLst/>
            <a:gdLst>
              <a:gd name="T0" fmla="*/ 1298071199 w 32"/>
              <a:gd name="T1" fmla="*/ 0 h 2329"/>
              <a:gd name="T2" fmla="*/ 0 w 32"/>
              <a:gd name="T3" fmla="*/ 1165343810 h 2329"/>
              <a:gd name="T4" fmla="*/ 0 w 32"/>
              <a:gd name="T5" fmla="*/ 2147483646 h 2329"/>
              <a:gd name="T6" fmla="*/ 1298071199 w 32"/>
              <a:gd name="T7" fmla="*/ 2147483646 h 2329"/>
              <a:gd name="T8" fmla="*/ 1298071199 w 32"/>
              <a:gd name="T9" fmla="*/ 1165343810 h 2329"/>
              <a:gd name="T10" fmla="*/ 1298071199 w 32"/>
              <a:gd name="T11" fmla="*/ 2147483646 h 2329"/>
              <a:gd name="T12" fmla="*/ 1298071199 w 32"/>
              <a:gd name="T13" fmla="*/ 0 h 2329"/>
              <a:gd name="T14" fmla="*/ 0 w 32"/>
              <a:gd name="T15" fmla="*/ 0 h 2329"/>
              <a:gd name="T16" fmla="*/ 0 w 32"/>
              <a:gd name="T17" fmla="*/ 1165343810 h 2329"/>
              <a:gd name="T18" fmla="*/ 1298071199 w 32"/>
              <a:gd name="T19" fmla="*/ 0 h 2329"/>
              <a:gd name="T20" fmla="*/ 1298071199 w 32"/>
              <a:gd name="T21" fmla="*/ 0 h 23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
              <a:gd name="T34" fmla="*/ 0 h 2329"/>
              <a:gd name="T35" fmla="*/ 32 w 32"/>
              <a:gd name="T36" fmla="*/ 2329 h 23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 h="2329">
                <a:moveTo>
                  <a:pt x="31" y="0"/>
                </a:moveTo>
                <a:lnTo>
                  <a:pt x="0" y="25"/>
                </a:lnTo>
                <a:lnTo>
                  <a:pt x="0" y="2328"/>
                </a:lnTo>
                <a:lnTo>
                  <a:pt x="31" y="2328"/>
                </a:lnTo>
                <a:lnTo>
                  <a:pt x="31" y="25"/>
                </a:lnTo>
                <a:lnTo>
                  <a:pt x="31" y="47"/>
                </a:lnTo>
                <a:lnTo>
                  <a:pt x="31" y="0"/>
                </a:lnTo>
                <a:lnTo>
                  <a:pt x="0" y="0"/>
                </a:lnTo>
                <a:lnTo>
                  <a:pt x="0" y="25"/>
                </a:lnTo>
                <a:lnTo>
                  <a:pt x="31"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81" name="Freeform 85">
            <a:extLst>
              <a:ext uri="{FF2B5EF4-FFF2-40B4-BE49-F238E27FC236}">
                <a16:creationId xmlns:a16="http://schemas.microsoft.com/office/drawing/2014/main" id="{53C518B7-72A6-6D3E-EFA3-F866EB3746FC}"/>
              </a:ext>
            </a:extLst>
          </p:cNvPr>
          <p:cNvSpPr>
            <a:spLocks noChangeArrowheads="1"/>
          </p:cNvSpPr>
          <p:nvPr/>
        </p:nvSpPr>
        <p:spPr bwMode="auto">
          <a:xfrm>
            <a:off x="7375525" y="5114925"/>
            <a:ext cx="11113" cy="836613"/>
          </a:xfrm>
          <a:custGeom>
            <a:avLst/>
            <a:gdLst>
              <a:gd name="T0" fmla="*/ 0 w 31"/>
              <a:gd name="T1" fmla="*/ 2147483646 h 2325"/>
              <a:gd name="T2" fmla="*/ 1382132414 w 31"/>
              <a:gd name="T3" fmla="*/ 2147483646 h 2325"/>
              <a:gd name="T4" fmla="*/ 1382132414 w 31"/>
              <a:gd name="T5" fmla="*/ 0 h 2325"/>
              <a:gd name="T6" fmla="*/ 0 w 31"/>
              <a:gd name="T7" fmla="*/ 0 h 2325"/>
              <a:gd name="T8" fmla="*/ 0 w 31"/>
              <a:gd name="T9" fmla="*/ 2147483646 h 2325"/>
              <a:gd name="T10" fmla="*/ 0 w 31"/>
              <a:gd name="T11" fmla="*/ 2147483646 h 2325"/>
              <a:gd name="T12" fmla="*/ 0 w 31"/>
              <a:gd name="T13" fmla="*/ 2147483646 h 2325"/>
              <a:gd name="T14" fmla="*/ 1382132414 w 31"/>
              <a:gd name="T15" fmla="*/ 2147483646 h 2325"/>
              <a:gd name="T16" fmla="*/ 1382132414 w 31"/>
              <a:gd name="T17" fmla="*/ 2147483646 h 2325"/>
              <a:gd name="T18" fmla="*/ 0 w 31"/>
              <a:gd name="T19" fmla="*/ 2147483646 h 2325"/>
              <a:gd name="T20" fmla="*/ 0 w 31"/>
              <a:gd name="T21" fmla="*/ 2147483646 h 23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
              <a:gd name="T34" fmla="*/ 0 h 2325"/>
              <a:gd name="T35" fmla="*/ 31 w 31"/>
              <a:gd name="T36" fmla="*/ 2325 h 23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 h="2325">
                <a:moveTo>
                  <a:pt x="0" y="2324"/>
                </a:moveTo>
                <a:lnTo>
                  <a:pt x="30" y="2301"/>
                </a:lnTo>
                <a:lnTo>
                  <a:pt x="30" y="0"/>
                </a:lnTo>
                <a:lnTo>
                  <a:pt x="0" y="0"/>
                </a:lnTo>
                <a:lnTo>
                  <a:pt x="0" y="2301"/>
                </a:lnTo>
                <a:lnTo>
                  <a:pt x="0" y="2275"/>
                </a:lnTo>
                <a:lnTo>
                  <a:pt x="0" y="2324"/>
                </a:lnTo>
                <a:lnTo>
                  <a:pt x="30" y="2324"/>
                </a:lnTo>
                <a:lnTo>
                  <a:pt x="30" y="2301"/>
                </a:lnTo>
                <a:lnTo>
                  <a:pt x="0" y="2324"/>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82" name="Freeform 86">
            <a:extLst>
              <a:ext uri="{FF2B5EF4-FFF2-40B4-BE49-F238E27FC236}">
                <a16:creationId xmlns:a16="http://schemas.microsoft.com/office/drawing/2014/main" id="{509C3A1C-4E5C-44E6-DCF4-1906D31086E5}"/>
              </a:ext>
            </a:extLst>
          </p:cNvPr>
          <p:cNvSpPr>
            <a:spLocks noChangeArrowheads="1"/>
          </p:cNvSpPr>
          <p:nvPr/>
        </p:nvSpPr>
        <p:spPr bwMode="auto">
          <a:xfrm>
            <a:off x="6138863" y="5934075"/>
            <a:ext cx="1238250" cy="17463"/>
          </a:xfrm>
          <a:custGeom>
            <a:avLst/>
            <a:gdLst>
              <a:gd name="T0" fmla="*/ 0 w 3440"/>
              <a:gd name="T1" fmla="*/ 1176895363 h 49"/>
              <a:gd name="T2" fmla="*/ 1399211341 w 3440"/>
              <a:gd name="T3" fmla="*/ 2147483646 h 49"/>
              <a:gd name="T4" fmla="*/ 2147483646 w 3440"/>
              <a:gd name="T5" fmla="*/ 2147483646 h 49"/>
              <a:gd name="T6" fmla="*/ 2147483646 w 3440"/>
              <a:gd name="T7" fmla="*/ 0 h 49"/>
              <a:gd name="T8" fmla="*/ 1399211341 w 3440"/>
              <a:gd name="T9" fmla="*/ 0 h 49"/>
              <a:gd name="T10" fmla="*/ 1399211341 w 3440"/>
              <a:gd name="T11" fmla="*/ 1176895363 h 49"/>
              <a:gd name="T12" fmla="*/ 0 w 3440"/>
              <a:gd name="T13" fmla="*/ 1176895363 h 49"/>
              <a:gd name="T14" fmla="*/ 0 w 3440"/>
              <a:gd name="T15" fmla="*/ 2147483646 h 49"/>
              <a:gd name="T16" fmla="*/ 1399211341 w 3440"/>
              <a:gd name="T17" fmla="*/ 2147483646 h 49"/>
              <a:gd name="T18" fmla="*/ 0 w 3440"/>
              <a:gd name="T19" fmla="*/ 1176895363 h 49"/>
              <a:gd name="T20" fmla="*/ 0 w 3440"/>
              <a:gd name="T21" fmla="*/ 1176895363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40"/>
              <a:gd name="T34" fmla="*/ 0 h 49"/>
              <a:gd name="T35" fmla="*/ 3440 w 3440"/>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40" h="49">
                <a:moveTo>
                  <a:pt x="0" y="26"/>
                </a:moveTo>
                <a:lnTo>
                  <a:pt x="30" y="48"/>
                </a:lnTo>
                <a:lnTo>
                  <a:pt x="3439" y="48"/>
                </a:lnTo>
                <a:lnTo>
                  <a:pt x="3439" y="0"/>
                </a:lnTo>
                <a:lnTo>
                  <a:pt x="30" y="0"/>
                </a:lnTo>
                <a:lnTo>
                  <a:pt x="30" y="26"/>
                </a:lnTo>
                <a:lnTo>
                  <a:pt x="0" y="26"/>
                </a:lnTo>
                <a:lnTo>
                  <a:pt x="0" y="48"/>
                </a:lnTo>
                <a:lnTo>
                  <a:pt x="30" y="48"/>
                </a:lnTo>
                <a:lnTo>
                  <a:pt x="0" y="26"/>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83" name="AutoShape 87">
            <a:extLst>
              <a:ext uri="{FF2B5EF4-FFF2-40B4-BE49-F238E27FC236}">
                <a16:creationId xmlns:a16="http://schemas.microsoft.com/office/drawing/2014/main" id="{C6CAD35F-56B4-7CB8-B61A-0B497C829652}"/>
              </a:ext>
            </a:extLst>
          </p:cNvPr>
          <p:cNvSpPr>
            <a:spLocks noChangeArrowheads="1"/>
          </p:cNvSpPr>
          <p:nvPr/>
        </p:nvSpPr>
        <p:spPr bwMode="auto">
          <a:xfrm>
            <a:off x="6296025" y="5214938"/>
            <a:ext cx="946150" cy="636587"/>
          </a:xfrm>
          <a:prstGeom prst="roundRect">
            <a:avLst>
              <a:gd name="adj" fmla="val 25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784" name="Freeform 88">
            <a:extLst>
              <a:ext uri="{FF2B5EF4-FFF2-40B4-BE49-F238E27FC236}">
                <a16:creationId xmlns:a16="http://schemas.microsoft.com/office/drawing/2014/main" id="{9E376E80-8DBA-7AD1-47D7-56DEF9696A1C}"/>
              </a:ext>
            </a:extLst>
          </p:cNvPr>
          <p:cNvSpPr>
            <a:spLocks noChangeArrowheads="1"/>
          </p:cNvSpPr>
          <p:nvPr/>
        </p:nvSpPr>
        <p:spPr bwMode="auto">
          <a:xfrm>
            <a:off x="6283325" y="5207000"/>
            <a:ext cx="12700" cy="644525"/>
          </a:xfrm>
          <a:custGeom>
            <a:avLst/>
            <a:gdLst>
              <a:gd name="T0" fmla="*/ 1536610747 w 36"/>
              <a:gd name="T1" fmla="*/ 0 h 1791"/>
              <a:gd name="T2" fmla="*/ 0 w 36"/>
              <a:gd name="T3" fmla="*/ 978673246 h 1791"/>
              <a:gd name="T4" fmla="*/ 0 w 36"/>
              <a:gd name="T5" fmla="*/ 2147483646 h 1791"/>
              <a:gd name="T6" fmla="*/ 1536610747 w 36"/>
              <a:gd name="T7" fmla="*/ 2147483646 h 1791"/>
              <a:gd name="T8" fmla="*/ 1536610747 w 36"/>
              <a:gd name="T9" fmla="*/ 978673246 h 1791"/>
              <a:gd name="T10" fmla="*/ 1536610747 w 36"/>
              <a:gd name="T11" fmla="*/ 978673246 h 1791"/>
              <a:gd name="T12" fmla="*/ 1536610747 w 36"/>
              <a:gd name="T13" fmla="*/ 0 h 1791"/>
              <a:gd name="T14" fmla="*/ 0 w 36"/>
              <a:gd name="T15" fmla="*/ 0 h 1791"/>
              <a:gd name="T16" fmla="*/ 0 w 36"/>
              <a:gd name="T17" fmla="*/ 978673246 h 1791"/>
              <a:gd name="T18" fmla="*/ 1536610747 w 36"/>
              <a:gd name="T19" fmla="*/ 0 h 1791"/>
              <a:gd name="T20" fmla="*/ 1536610747 w 36"/>
              <a:gd name="T21" fmla="*/ 0 h 17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791"/>
              <a:gd name="T35" fmla="*/ 36 w 36"/>
              <a:gd name="T36" fmla="*/ 1791 h 17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791">
                <a:moveTo>
                  <a:pt x="35" y="0"/>
                </a:moveTo>
                <a:lnTo>
                  <a:pt x="0" y="21"/>
                </a:lnTo>
                <a:lnTo>
                  <a:pt x="0" y="1790"/>
                </a:lnTo>
                <a:lnTo>
                  <a:pt x="35" y="1790"/>
                </a:lnTo>
                <a:lnTo>
                  <a:pt x="35" y="21"/>
                </a:lnTo>
                <a:lnTo>
                  <a:pt x="35" y="0"/>
                </a:lnTo>
                <a:lnTo>
                  <a:pt x="0" y="0"/>
                </a:lnTo>
                <a:lnTo>
                  <a:pt x="0" y="21"/>
                </a:lnTo>
                <a:lnTo>
                  <a:pt x="35"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85" name="AutoShape 89">
            <a:extLst>
              <a:ext uri="{FF2B5EF4-FFF2-40B4-BE49-F238E27FC236}">
                <a16:creationId xmlns:a16="http://schemas.microsoft.com/office/drawing/2014/main" id="{30587F4E-8923-875C-5064-0F29FD73C591}"/>
              </a:ext>
            </a:extLst>
          </p:cNvPr>
          <p:cNvSpPr>
            <a:spLocks noChangeArrowheads="1"/>
          </p:cNvSpPr>
          <p:nvPr/>
        </p:nvSpPr>
        <p:spPr bwMode="auto">
          <a:xfrm>
            <a:off x="5992813" y="6076950"/>
            <a:ext cx="1516062" cy="41275"/>
          </a:xfrm>
          <a:prstGeom prst="roundRect">
            <a:avLst>
              <a:gd name="adj" fmla="val 3843"/>
            </a:avLst>
          </a:pr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786" name="Freeform 90">
            <a:extLst>
              <a:ext uri="{FF2B5EF4-FFF2-40B4-BE49-F238E27FC236}">
                <a16:creationId xmlns:a16="http://schemas.microsoft.com/office/drawing/2014/main" id="{8C555DAB-BFAE-D695-47EE-B71A1E8D4DF9}"/>
              </a:ext>
            </a:extLst>
          </p:cNvPr>
          <p:cNvSpPr>
            <a:spLocks noChangeArrowheads="1"/>
          </p:cNvSpPr>
          <p:nvPr/>
        </p:nvSpPr>
        <p:spPr bwMode="auto">
          <a:xfrm>
            <a:off x="5980113" y="6069013"/>
            <a:ext cx="26987" cy="50800"/>
          </a:xfrm>
          <a:custGeom>
            <a:avLst/>
            <a:gdLst>
              <a:gd name="T0" fmla="*/ 1723833126 w 75"/>
              <a:gd name="T1" fmla="*/ 0 h 141"/>
              <a:gd name="T2" fmla="*/ 0 w 75"/>
              <a:gd name="T3" fmla="*/ 1028828982 h 141"/>
              <a:gd name="T4" fmla="*/ 0 w 75"/>
              <a:gd name="T5" fmla="*/ 2147483646 h 141"/>
              <a:gd name="T6" fmla="*/ 2147483646 w 75"/>
              <a:gd name="T7" fmla="*/ 2147483646 h 141"/>
              <a:gd name="T8" fmla="*/ 2147483646 w 75"/>
              <a:gd name="T9" fmla="*/ 1028828982 h 141"/>
              <a:gd name="T10" fmla="*/ 1723833126 w 75"/>
              <a:gd name="T11" fmla="*/ 1028828982 h 141"/>
              <a:gd name="T12" fmla="*/ 1723833126 w 75"/>
              <a:gd name="T13" fmla="*/ 0 h 141"/>
              <a:gd name="T14" fmla="*/ 0 w 75"/>
              <a:gd name="T15" fmla="*/ 0 h 141"/>
              <a:gd name="T16" fmla="*/ 0 w 75"/>
              <a:gd name="T17" fmla="*/ 1028828982 h 141"/>
              <a:gd name="T18" fmla="*/ 1723833126 w 75"/>
              <a:gd name="T19" fmla="*/ 0 h 141"/>
              <a:gd name="T20" fmla="*/ 1723833126 w 75"/>
              <a:gd name="T21" fmla="*/ 0 h 1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
              <a:gd name="T34" fmla="*/ 0 h 141"/>
              <a:gd name="T35" fmla="*/ 75 w 75"/>
              <a:gd name="T36" fmla="*/ 141 h 1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 h="141">
                <a:moveTo>
                  <a:pt x="37" y="0"/>
                </a:moveTo>
                <a:lnTo>
                  <a:pt x="0" y="22"/>
                </a:lnTo>
                <a:lnTo>
                  <a:pt x="0" y="140"/>
                </a:lnTo>
                <a:lnTo>
                  <a:pt x="74" y="140"/>
                </a:lnTo>
                <a:lnTo>
                  <a:pt x="74" y="22"/>
                </a:lnTo>
                <a:lnTo>
                  <a:pt x="37" y="22"/>
                </a:lnTo>
                <a:lnTo>
                  <a:pt x="37" y="0"/>
                </a:lnTo>
                <a:lnTo>
                  <a:pt x="0" y="0"/>
                </a:lnTo>
                <a:lnTo>
                  <a:pt x="0" y="22"/>
                </a:lnTo>
                <a:lnTo>
                  <a:pt x="37"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87" name="Freeform 91">
            <a:extLst>
              <a:ext uri="{FF2B5EF4-FFF2-40B4-BE49-F238E27FC236}">
                <a16:creationId xmlns:a16="http://schemas.microsoft.com/office/drawing/2014/main" id="{5D585778-5C37-3616-E68D-B6CAE5675225}"/>
              </a:ext>
            </a:extLst>
          </p:cNvPr>
          <p:cNvSpPr>
            <a:spLocks noChangeArrowheads="1"/>
          </p:cNvSpPr>
          <p:nvPr/>
        </p:nvSpPr>
        <p:spPr bwMode="auto">
          <a:xfrm>
            <a:off x="5992813" y="6069013"/>
            <a:ext cx="1516062" cy="7937"/>
          </a:xfrm>
          <a:custGeom>
            <a:avLst/>
            <a:gdLst>
              <a:gd name="T0" fmla="*/ 2147483646 w 4212"/>
              <a:gd name="T1" fmla="*/ 904093317 h 23"/>
              <a:gd name="T2" fmla="*/ 2147483646 w 4212"/>
              <a:gd name="T3" fmla="*/ 0 h 23"/>
              <a:gd name="T4" fmla="*/ 0 w 4212"/>
              <a:gd name="T5" fmla="*/ 0 h 23"/>
              <a:gd name="T6" fmla="*/ 0 w 4212"/>
              <a:gd name="T7" fmla="*/ 904093317 h 23"/>
              <a:gd name="T8" fmla="*/ 2147483646 w 4212"/>
              <a:gd name="T9" fmla="*/ 904093317 h 23"/>
              <a:gd name="T10" fmla="*/ 2147483646 w 4212"/>
              <a:gd name="T11" fmla="*/ 904093317 h 23"/>
              <a:gd name="T12" fmla="*/ 2147483646 w 4212"/>
              <a:gd name="T13" fmla="*/ 904093317 h 23"/>
              <a:gd name="T14" fmla="*/ 2147483646 w 4212"/>
              <a:gd name="T15" fmla="*/ 0 h 23"/>
              <a:gd name="T16" fmla="*/ 2147483646 w 4212"/>
              <a:gd name="T17" fmla="*/ 0 h 23"/>
              <a:gd name="T18" fmla="*/ 2147483646 w 4212"/>
              <a:gd name="T19" fmla="*/ 904093317 h 23"/>
              <a:gd name="T20" fmla="*/ 2147483646 w 4212"/>
              <a:gd name="T21" fmla="*/ 904093317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12"/>
              <a:gd name="T34" fmla="*/ 0 h 23"/>
              <a:gd name="T35" fmla="*/ 4212 w 4212"/>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12" h="23">
                <a:moveTo>
                  <a:pt x="4211" y="22"/>
                </a:moveTo>
                <a:lnTo>
                  <a:pt x="4211" y="0"/>
                </a:lnTo>
                <a:lnTo>
                  <a:pt x="0" y="0"/>
                </a:lnTo>
                <a:lnTo>
                  <a:pt x="0" y="22"/>
                </a:lnTo>
                <a:lnTo>
                  <a:pt x="4211" y="22"/>
                </a:lnTo>
                <a:lnTo>
                  <a:pt x="4175" y="22"/>
                </a:lnTo>
                <a:lnTo>
                  <a:pt x="4211" y="22"/>
                </a:lnTo>
                <a:lnTo>
                  <a:pt x="4211" y="0"/>
                </a:lnTo>
                <a:lnTo>
                  <a:pt x="4211"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88" name="Freeform 92">
            <a:extLst>
              <a:ext uri="{FF2B5EF4-FFF2-40B4-BE49-F238E27FC236}">
                <a16:creationId xmlns:a16="http://schemas.microsoft.com/office/drawing/2014/main" id="{38876375-A32A-55F4-C191-87F10AB85950}"/>
              </a:ext>
            </a:extLst>
          </p:cNvPr>
          <p:cNvSpPr>
            <a:spLocks noChangeArrowheads="1"/>
          </p:cNvSpPr>
          <p:nvPr/>
        </p:nvSpPr>
        <p:spPr bwMode="auto">
          <a:xfrm>
            <a:off x="7496175" y="6076950"/>
            <a:ext cx="12700" cy="52388"/>
          </a:xfrm>
          <a:custGeom>
            <a:avLst/>
            <a:gdLst>
              <a:gd name="T0" fmla="*/ 1536610747 w 36"/>
              <a:gd name="T1" fmla="*/ 2147483646 h 146"/>
              <a:gd name="T2" fmla="*/ 1536610747 w 36"/>
              <a:gd name="T3" fmla="*/ 2147483646 h 146"/>
              <a:gd name="T4" fmla="*/ 1536610747 w 36"/>
              <a:gd name="T5" fmla="*/ 0 h 146"/>
              <a:gd name="T6" fmla="*/ 0 w 36"/>
              <a:gd name="T7" fmla="*/ 0 h 146"/>
              <a:gd name="T8" fmla="*/ 0 w 36"/>
              <a:gd name="T9" fmla="*/ 2147483646 h 146"/>
              <a:gd name="T10" fmla="*/ 1536610747 w 36"/>
              <a:gd name="T11" fmla="*/ 2147483646 h 146"/>
              <a:gd name="T12" fmla="*/ 1536610747 w 36"/>
              <a:gd name="T13" fmla="*/ 2147483646 h 146"/>
              <a:gd name="T14" fmla="*/ 1536610747 w 36"/>
              <a:gd name="T15" fmla="*/ 2147483646 h 146"/>
              <a:gd name="T16" fmla="*/ 1536610747 w 36"/>
              <a:gd name="T17" fmla="*/ 2147483646 h 146"/>
              <a:gd name="T18" fmla="*/ 1536610747 w 36"/>
              <a:gd name="T19" fmla="*/ 2147483646 h 146"/>
              <a:gd name="T20" fmla="*/ 1536610747 w 36"/>
              <a:gd name="T21" fmla="*/ 2147483646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46"/>
              <a:gd name="T35" fmla="*/ 36 w 36"/>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46">
                <a:moveTo>
                  <a:pt x="35" y="145"/>
                </a:moveTo>
                <a:lnTo>
                  <a:pt x="35" y="118"/>
                </a:lnTo>
                <a:lnTo>
                  <a:pt x="35" y="0"/>
                </a:lnTo>
                <a:lnTo>
                  <a:pt x="0" y="0"/>
                </a:lnTo>
                <a:lnTo>
                  <a:pt x="0" y="118"/>
                </a:lnTo>
                <a:lnTo>
                  <a:pt x="35" y="94"/>
                </a:lnTo>
                <a:lnTo>
                  <a:pt x="35" y="145"/>
                </a:lnTo>
                <a:lnTo>
                  <a:pt x="35" y="118"/>
                </a:lnTo>
                <a:lnTo>
                  <a:pt x="35" y="14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89" name="Freeform 93">
            <a:extLst>
              <a:ext uri="{FF2B5EF4-FFF2-40B4-BE49-F238E27FC236}">
                <a16:creationId xmlns:a16="http://schemas.microsoft.com/office/drawing/2014/main" id="{BB178B34-8C7F-8704-E2CA-E0D3F6F222DC}"/>
              </a:ext>
            </a:extLst>
          </p:cNvPr>
          <p:cNvSpPr>
            <a:spLocks noChangeArrowheads="1"/>
          </p:cNvSpPr>
          <p:nvPr/>
        </p:nvSpPr>
        <p:spPr bwMode="auto">
          <a:xfrm>
            <a:off x="5980113" y="6110288"/>
            <a:ext cx="1530350" cy="19050"/>
          </a:xfrm>
          <a:custGeom>
            <a:avLst/>
            <a:gdLst>
              <a:gd name="T0" fmla="*/ 0 w 4251"/>
              <a:gd name="T1" fmla="*/ 1068036812 h 53"/>
              <a:gd name="T2" fmla="*/ 1632938530 w 4251"/>
              <a:gd name="T3" fmla="*/ 2147483646 h 53"/>
              <a:gd name="T4" fmla="*/ 2147483646 w 4251"/>
              <a:gd name="T5" fmla="*/ 2147483646 h 53"/>
              <a:gd name="T6" fmla="*/ 2147483646 w 4251"/>
              <a:gd name="T7" fmla="*/ 0 h 53"/>
              <a:gd name="T8" fmla="*/ 1632938530 w 4251"/>
              <a:gd name="T9" fmla="*/ 0 h 53"/>
              <a:gd name="T10" fmla="*/ 2147483646 w 4251"/>
              <a:gd name="T11" fmla="*/ 1068036812 h 53"/>
              <a:gd name="T12" fmla="*/ 0 w 4251"/>
              <a:gd name="T13" fmla="*/ 1068036812 h 53"/>
              <a:gd name="T14" fmla="*/ 0 w 4251"/>
              <a:gd name="T15" fmla="*/ 2147483646 h 53"/>
              <a:gd name="T16" fmla="*/ 1632938530 w 4251"/>
              <a:gd name="T17" fmla="*/ 2147483646 h 53"/>
              <a:gd name="T18" fmla="*/ 0 w 4251"/>
              <a:gd name="T19" fmla="*/ 1068036812 h 53"/>
              <a:gd name="T20" fmla="*/ 0 w 4251"/>
              <a:gd name="T21" fmla="*/ 1068036812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51"/>
              <a:gd name="T34" fmla="*/ 0 h 53"/>
              <a:gd name="T35" fmla="*/ 4251 w 4251"/>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51" h="53">
                <a:moveTo>
                  <a:pt x="0" y="23"/>
                </a:moveTo>
                <a:lnTo>
                  <a:pt x="35" y="52"/>
                </a:lnTo>
                <a:lnTo>
                  <a:pt x="4250" y="52"/>
                </a:lnTo>
                <a:lnTo>
                  <a:pt x="4250" y="0"/>
                </a:lnTo>
                <a:lnTo>
                  <a:pt x="35" y="0"/>
                </a:lnTo>
                <a:lnTo>
                  <a:pt x="70" y="23"/>
                </a:lnTo>
                <a:lnTo>
                  <a:pt x="0" y="23"/>
                </a:lnTo>
                <a:lnTo>
                  <a:pt x="0" y="52"/>
                </a:lnTo>
                <a:lnTo>
                  <a:pt x="35" y="52"/>
                </a:lnTo>
                <a:lnTo>
                  <a:pt x="0" y="2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0" name="AutoShape 94">
            <a:extLst>
              <a:ext uri="{FF2B5EF4-FFF2-40B4-BE49-F238E27FC236}">
                <a16:creationId xmlns:a16="http://schemas.microsoft.com/office/drawing/2014/main" id="{B43E24AC-383C-8A6A-BF2C-7D24F7566D02}"/>
              </a:ext>
            </a:extLst>
          </p:cNvPr>
          <p:cNvSpPr>
            <a:spLocks noChangeArrowheads="1"/>
          </p:cNvSpPr>
          <p:nvPr/>
        </p:nvSpPr>
        <p:spPr bwMode="auto">
          <a:xfrm>
            <a:off x="7253288" y="6118225"/>
            <a:ext cx="206375" cy="33338"/>
          </a:xfrm>
          <a:prstGeom prst="roundRect">
            <a:avLst>
              <a:gd name="adj" fmla="val 5000"/>
            </a:avLst>
          </a:prstGeom>
          <a:solidFill>
            <a:srgbClr val="4C4C4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791" name="Freeform 95">
            <a:extLst>
              <a:ext uri="{FF2B5EF4-FFF2-40B4-BE49-F238E27FC236}">
                <a16:creationId xmlns:a16="http://schemas.microsoft.com/office/drawing/2014/main" id="{03EC48D1-C24F-38E9-DD58-40EDF39C74BE}"/>
              </a:ext>
            </a:extLst>
          </p:cNvPr>
          <p:cNvSpPr>
            <a:spLocks noChangeArrowheads="1"/>
          </p:cNvSpPr>
          <p:nvPr/>
        </p:nvSpPr>
        <p:spPr bwMode="auto">
          <a:xfrm>
            <a:off x="7459663" y="6110288"/>
            <a:ext cx="14287" cy="42862"/>
          </a:xfrm>
          <a:custGeom>
            <a:avLst/>
            <a:gdLst>
              <a:gd name="T0" fmla="*/ 0 w 40"/>
              <a:gd name="T1" fmla="*/ 2147483646 h 119"/>
              <a:gd name="T2" fmla="*/ 0 w 40"/>
              <a:gd name="T3" fmla="*/ 1028005450 h 119"/>
              <a:gd name="T4" fmla="*/ 0 w 40"/>
              <a:gd name="T5" fmla="*/ 2147483646 h 119"/>
              <a:gd name="T6" fmla="*/ 1777105282 w 40"/>
              <a:gd name="T7" fmla="*/ 2147483646 h 119"/>
              <a:gd name="T8" fmla="*/ 1777105282 w 40"/>
              <a:gd name="T9" fmla="*/ 1028005450 h 119"/>
              <a:gd name="T10" fmla="*/ 0 w 40"/>
              <a:gd name="T11" fmla="*/ 0 h 119"/>
              <a:gd name="T12" fmla="*/ 1777105282 w 40"/>
              <a:gd name="T13" fmla="*/ 1028005450 h 119"/>
              <a:gd name="T14" fmla="*/ 1777105282 w 40"/>
              <a:gd name="T15" fmla="*/ 0 h 119"/>
              <a:gd name="T16" fmla="*/ 0 w 40"/>
              <a:gd name="T17" fmla="*/ 0 h 119"/>
              <a:gd name="T18" fmla="*/ 0 w 40"/>
              <a:gd name="T19" fmla="*/ 2147483646 h 119"/>
              <a:gd name="T20" fmla="*/ 0 w 40"/>
              <a:gd name="T21" fmla="*/ 2147483646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119"/>
              <a:gd name="T35" fmla="*/ 40 w 40"/>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119">
                <a:moveTo>
                  <a:pt x="0" y="50"/>
                </a:moveTo>
                <a:lnTo>
                  <a:pt x="0" y="22"/>
                </a:lnTo>
                <a:lnTo>
                  <a:pt x="0" y="118"/>
                </a:lnTo>
                <a:lnTo>
                  <a:pt x="39" y="118"/>
                </a:lnTo>
                <a:lnTo>
                  <a:pt x="39" y="22"/>
                </a:lnTo>
                <a:lnTo>
                  <a:pt x="0" y="0"/>
                </a:lnTo>
                <a:lnTo>
                  <a:pt x="39" y="22"/>
                </a:lnTo>
                <a:lnTo>
                  <a:pt x="39" y="0"/>
                </a:lnTo>
                <a:lnTo>
                  <a:pt x="0" y="0"/>
                </a:lnTo>
                <a:lnTo>
                  <a:pt x="0" y="5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2" name="Freeform 96">
            <a:extLst>
              <a:ext uri="{FF2B5EF4-FFF2-40B4-BE49-F238E27FC236}">
                <a16:creationId xmlns:a16="http://schemas.microsoft.com/office/drawing/2014/main" id="{2C8F17B2-E206-93AA-7016-37E84F9BBE06}"/>
              </a:ext>
            </a:extLst>
          </p:cNvPr>
          <p:cNvSpPr>
            <a:spLocks noChangeArrowheads="1"/>
          </p:cNvSpPr>
          <p:nvPr/>
        </p:nvSpPr>
        <p:spPr bwMode="auto">
          <a:xfrm>
            <a:off x="7242175" y="6110288"/>
            <a:ext cx="217488" cy="19050"/>
          </a:xfrm>
          <a:custGeom>
            <a:avLst/>
            <a:gdLst>
              <a:gd name="T0" fmla="*/ 2147483646 w 605"/>
              <a:gd name="T1" fmla="*/ 1068036812 h 53"/>
              <a:gd name="T2" fmla="*/ 1347211981 w 605"/>
              <a:gd name="T3" fmla="*/ 2147483646 h 53"/>
              <a:gd name="T4" fmla="*/ 2147483646 w 605"/>
              <a:gd name="T5" fmla="*/ 2147483646 h 53"/>
              <a:gd name="T6" fmla="*/ 2147483646 w 605"/>
              <a:gd name="T7" fmla="*/ 0 h 53"/>
              <a:gd name="T8" fmla="*/ 1347211981 w 605"/>
              <a:gd name="T9" fmla="*/ 0 h 53"/>
              <a:gd name="T10" fmla="*/ 0 w 605"/>
              <a:gd name="T11" fmla="*/ 1068036812 h 53"/>
              <a:gd name="T12" fmla="*/ 1347211981 w 605"/>
              <a:gd name="T13" fmla="*/ 0 h 53"/>
              <a:gd name="T14" fmla="*/ 0 w 605"/>
              <a:gd name="T15" fmla="*/ 0 h 53"/>
              <a:gd name="T16" fmla="*/ 0 w 605"/>
              <a:gd name="T17" fmla="*/ 1068036812 h 53"/>
              <a:gd name="T18" fmla="*/ 2147483646 w 605"/>
              <a:gd name="T19" fmla="*/ 1068036812 h 53"/>
              <a:gd name="T20" fmla="*/ 2147483646 w 605"/>
              <a:gd name="T21" fmla="*/ 1068036812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5"/>
              <a:gd name="T34" fmla="*/ 0 h 53"/>
              <a:gd name="T35" fmla="*/ 605 w 605"/>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5" h="53">
                <a:moveTo>
                  <a:pt x="65" y="23"/>
                </a:moveTo>
                <a:lnTo>
                  <a:pt x="29" y="52"/>
                </a:lnTo>
                <a:lnTo>
                  <a:pt x="604" y="52"/>
                </a:lnTo>
                <a:lnTo>
                  <a:pt x="604" y="0"/>
                </a:lnTo>
                <a:lnTo>
                  <a:pt x="29" y="0"/>
                </a:lnTo>
                <a:lnTo>
                  <a:pt x="0" y="23"/>
                </a:lnTo>
                <a:lnTo>
                  <a:pt x="29" y="0"/>
                </a:lnTo>
                <a:lnTo>
                  <a:pt x="0" y="0"/>
                </a:lnTo>
                <a:lnTo>
                  <a:pt x="0" y="23"/>
                </a:lnTo>
                <a:lnTo>
                  <a:pt x="65" y="2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3" name="Freeform 97">
            <a:extLst>
              <a:ext uri="{FF2B5EF4-FFF2-40B4-BE49-F238E27FC236}">
                <a16:creationId xmlns:a16="http://schemas.microsoft.com/office/drawing/2014/main" id="{EE29771B-8953-69F1-0509-4D029089F54B}"/>
              </a:ext>
            </a:extLst>
          </p:cNvPr>
          <p:cNvSpPr>
            <a:spLocks noChangeArrowheads="1"/>
          </p:cNvSpPr>
          <p:nvPr/>
        </p:nvSpPr>
        <p:spPr bwMode="auto">
          <a:xfrm>
            <a:off x="7242175" y="6118225"/>
            <a:ext cx="23813" cy="42863"/>
          </a:xfrm>
          <a:custGeom>
            <a:avLst/>
            <a:gdLst>
              <a:gd name="T0" fmla="*/ 1346970261 w 67"/>
              <a:gd name="T1" fmla="*/ 2147483646 h 120"/>
              <a:gd name="T2" fmla="*/ 2147483646 w 67"/>
              <a:gd name="T3" fmla="*/ 2147483646 h 120"/>
              <a:gd name="T4" fmla="*/ 2147483646 w 67"/>
              <a:gd name="T5" fmla="*/ 0 h 120"/>
              <a:gd name="T6" fmla="*/ 0 w 67"/>
              <a:gd name="T7" fmla="*/ 0 h 120"/>
              <a:gd name="T8" fmla="*/ 0 w 67"/>
              <a:gd name="T9" fmla="*/ 2147483646 h 120"/>
              <a:gd name="T10" fmla="*/ 1346970261 w 67"/>
              <a:gd name="T11" fmla="*/ 2147483646 h 120"/>
              <a:gd name="T12" fmla="*/ 0 w 67"/>
              <a:gd name="T13" fmla="*/ 2147483646 h 120"/>
              <a:gd name="T14" fmla="*/ 0 w 67"/>
              <a:gd name="T15" fmla="*/ 2147483646 h 120"/>
              <a:gd name="T16" fmla="*/ 1346970261 w 67"/>
              <a:gd name="T17" fmla="*/ 2147483646 h 120"/>
              <a:gd name="T18" fmla="*/ 1346970261 w 67"/>
              <a:gd name="T19" fmla="*/ 2147483646 h 120"/>
              <a:gd name="T20" fmla="*/ 1346970261 w 67"/>
              <a:gd name="T21" fmla="*/ 2147483646 h 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120"/>
              <a:gd name="T35" fmla="*/ 67 w 67"/>
              <a:gd name="T36" fmla="*/ 120 h 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120">
                <a:moveTo>
                  <a:pt x="30" y="70"/>
                </a:moveTo>
                <a:lnTo>
                  <a:pt x="66" y="92"/>
                </a:lnTo>
                <a:lnTo>
                  <a:pt x="66" y="0"/>
                </a:lnTo>
                <a:lnTo>
                  <a:pt x="0" y="0"/>
                </a:lnTo>
                <a:lnTo>
                  <a:pt x="0" y="92"/>
                </a:lnTo>
                <a:lnTo>
                  <a:pt x="30" y="119"/>
                </a:lnTo>
                <a:lnTo>
                  <a:pt x="0" y="92"/>
                </a:lnTo>
                <a:lnTo>
                  <a:pt x="0" y="119"/>
                </a:lnTo>
                <a:lnTo>
                  <a:pt x="30" y="119"/>
                </a:lnTo>
                <a:lnTo>
                  <a:pt x="30" y="7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4" name="Freeform 98">
            <a:extLst>
              <a:ext uri="{FF2B5EF4-FFF2-40B4-BE49-F238E27FC236}">
                <a16:creationId xmlns:a16="http://schemas.microsoft.com/office/drawing/2014/main" id="{B754E168-79DE-3ACD-26AE-9D9873C806C6}"/>
              </a:ext>
            </a:extLst>
          </p:cNvPr>
          <p:cNvSpPr>
            <a:spLocks noChangeArrowheads="1"/>
          </p:cNvSpPr>
          <p:nvPr/>
        </p:nvSpPr>
        <p:spPr bwMode="auto">
          <a:xfrm>
            <a:off x="7253288" y="6143625"/>
            <a:ext cx="220662" cy="17463"/>
          </a:xfrm>
          <a:custGeom>
            <a:avLst/>
            <a:gdLst>
              <a:gd name="T0" fmla="*/ 2147483646 w 613"/>
              <a:gd name="T1" fmla="*/ 995902773 h 49"/>
              <a:gd name="T2" fmla="*/ 2147483646 w 613"/>
              <a:gd name="T3" fmla="*/ 0 h 49"/>
              <a:gd name="T4" fmla="*/ 0 w 613"/>
              <a:gd name="T5" fmla="*/ 0 h 49"/>
              <a:gd name="T6" fmla="*/ 0 w 613"/>
              <a:gd name="T7" fmla="*/ 2147483646 h 49"/>
              <a:gd name="T8" fmla="*/ 2147483646 w 613"/>
              <a:gd name="T9" fmla="*/ 2147483646 h 49"/>
              <a:gd name="T10" fmla="*/ 2147483646 w 613"/>
              <a:gd name="T11" fmla="*/ 995902773 h 49"/>
              <a:gd name="T12" fmla="*/ 2147483646 w 613"/>
              <a:gd name="T13" fmla="*/ 2147483646 h 49"/>
              <a:gd name="T14" fmla="*/ 2147483646 w 613"/>
              <a:gd name="T15" fmla="*/ 2147483646 h 49"/>
              <a:gd name="T16" fmla="*/ 2147483646 w 613"/>
              <a:gd name="T17" fmla="*/ 995902773 h 49"/>
              <a:gd name="T18" fmla="*/ 2147483646 w 613"/>
              <a:gd name="T19" fmla="*/ 995902773 h 49"/>
              <a:gd name="T20" fmla="*/ 2147483646 w 613"/>
              <a:gd name="T21" fmla="*/ 995902773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3"/>
              <a:gd name="T34" fmla="*/ 0 h 49"/>
              <a:gd name="T35" fmla="*/ 613 w 61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3" h="49">
                <a:moveTo>
                  <a:pt x="576" y="22"/>
                </a:moveTo>
                <a:lnTo>
                  <a:pt x="576" y="0"/>
                </a:lnTo>
                <a:lnTo>
                  <a:pt x="0" y="0"/>
                </a:lnTo>
                <a:lnTo>
                  <a:pt x="0" y="48"/>
                </a:lnTo>
                <a:lnTo>
                  <a:pt x="576" y="48"/>
                </a:lnTo>
                <a:lnTo>
                  <a:pt x="612" y="22"/>
                </a:lnTo>
                <a:lnTo>
                  <a:pt x="576" y="48"/>
                </a:lnTo>
                <a:lnTo>
                  <a:pt x="612" y="48"/>
                </a:lnTo>
                <a:lnTo>
                  <a:pt x="612" y="22"/>
                </a:lnTo>
                <a:lnTo>
                  <a:pt x="576"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5" name="AutoShape 99">
            <a:extLst>
              <a:ext uri="{FF2B5EF4-FFF2-40B4-BE49-F238E27FC236}">
                <a16:creationId xmlns:a16="http://schemas.microsoft.com/office/drawing/2014/main" id="{1B31DD44-8020-143D-7007-75EC9277E6EB}"/>
              </a:ext>
            </a:extLst>
          </p:cNvPr>
          <p:cNvSpPr>
            <a:spLocks noChangeArrowheads="1"/>
          </p:cNvSpPr>
          <p:nvPr/>
        </p:nvSpPr>
        <p:spPr bwMode="auto">
          <a:xfrm>
            <a:off x="6065838" y="6118225"/>
            <a:ext cx="206375" cy="33338"/>
          </a:xfrm>
          <a:prstGeom prst="roundRect">
            <a:avLst>
              <a:gd name="adj" fmla="val 5000"/>
            </a:avLst>
          </a:prstGeom>
          <a:solidFill>
            <a:srgbClr val="4C4C4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796" name="Freeform 100">
            <a:extLst>
              <a:ext uri="{FF2B5EF4-FFF2-40B4-BE49-F238E27FC236}">
                <a16:creationId xmlns:a16="http://schemas.microsoft.com/office/drawing/2014/main" id="{C2001DC9-EC20-484C-0240-510FDAF5D21B}"/>
              </a:ext>
            </a:extLst>
          </p:cNvPr>
          <p:cNvSpPr>
            <a:spLocks noChangeArrowheads="1"/>
          </p:cNvSpPr>
          <p:nvPr/>
        </p:nvSpPr>
        <p:spPr bwMode="auto">
          <a:xfrm>
            <a:off x="6259513" y="6110288"/>
            <a:ext cx="23812" cy="42862"/>
          </a:xfrm>
          <a:custGeom>
            <a:avLst/>
            <a:gdLst>
              <a:gd name="T0" fmla="*/ 1526345291 w 67"/>
              <a:gd name="T1" fmla="*/ 2147483646 h 119"/>
              <a:gd name="T2" fmla="*/ 0 w 67"/>
              <a:gd name="T3" fmla="*/ 1028005450 h 119"/>
              <a:gd name="T4" fmla="*/ 0 w 67"/>
              <a:gd name="T5" fmla="*/ 2147483646 h 119"/>
              <a:gd name="T6" fmla="*/ 2147483646 w 67"/>
              <a:gd name="T7" fmla="*/ 2147483646 h 119"/>
              <a:gd name="T8" fmla="*/ 2147483646 w 67"/>
              <a:gd name="T9" fmla="*/ 1028005450 h 119"/>
              <a:gd name="T10" fmla="*/ 1526345291 w 67"/>
              <a:gd name="T11" fmla="*/ 0 h 119"/>
              <a:gd name="T12" fmla="*/ 2147483646 w 67"/>
              <a:gd name="T13" fmla="*/ 1028005450 h 119"/>
              <a:gd name="T14" fmla="*/ 2147483646 w 67"/>
              <a:gd name="T15" fmla="*/ 0 h 119"/>
              <a:gd name="T16" fmla="*/ 1526345291 w 67"/>
              <a:gd name="T17" fmla="*/ 0 h 119"/>
              <a:gd name="T18" fmla="*/ 1526345291 w 67"/>
              <a:gd name="T19" fmla="*/ 2147483646 h 119"/>
              <a:gd name="T20" fmla="*/ 1526345291 w 67"/>
              <a:gd name="T21" fmla="*/ 2147483646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119"/>
              <a:gd name="T35" fmla="*/ 67 w 67"/>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119">
                <a:moveTo>
                  <a:pt x="34" y="50"/>
                </a:moveTo>
                <a:lnTo>
                  <a:pt x="0" y="22"/>
                </a:lnTo>
                <a:lnTo>
                  <a:pt x="0" y="118"/>
                </a:lnTo>
                <a:lnTo>
                  <a:pt x="66" y="118"/>
                </a:lnTo>
                <a:lnTo>
                  <a:pt x="66" y="22"/>
                </a:lnTo>
                <a:lnTo>
                  <a:pt x="34" y="0"/>
                </a:lnTo>
                <a:lnTo>
                  <a:pt x="66" y="22"/>
                </a:lnTo>
                <a:lnTo>
                  <a:pt x="66" y="0"/>
                </a:lnTo>
                <a:lnTo>
                  <a:pt x="34" y="0"/>
                </a:lnTo>
                <a:lnTo>
                  <a:pt x="34" y="5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7" name="Freeform 101">
            <a:extLst>
              <a:ext uri="{FF2B5EF4-FFF2-40B4-BE49-F238E27FC236}">
                <a16:creationId xmlns:a16="http://schemas.microsoft.com/office/drawing/2014/main" id="{AF7F1BE3-D161-78E9-5381-5B1187B9198D}"/>
              </a:ext>
            </a:extLst>
          </p:cNvPr>
          <p:cNvSpPr>
            <a:spLocks noChangeArrowheads="1"/>
          </p:cNvSpPr>
          <p:nvPr/>
        </p:nvSpPr>
        <p:spPr bwMode="auto">
          <a:xfrm>
            <a:off x="6053138" y="6110288"/>
            <a:ext cx="220662" cy="19050"/>
          </a:xfrm>
          <a:custGeom>
            <a:avLst/>
            <a:gdLst>
              <a:gd name="T0" fmla="*/ 1632564027 w 613"/>
              <a:gd name="T1" fmla="*/ 1068036812 h 53"/>
              <a:gd name="T2" fmla="*/ 1632564027 w 613"/>
              <a:gd name="T3" fmla="*/ 2147483646 h 53"/>
              <a:gd name="T4" fmla="*/ 2147483646 w 613"/>
              <a:gd name="T5" fmla="*/ 2147483646 h 53"/>
              <a:gd name="T6" fmla="*/ 2147483646 w 613"/>
              <a:gd name="T7" fmla="*/ 0 h 53"/>
              <a:gd name="T8" fmla="*/ 1632564027 w 613"/>
              <a:gd name="T9" fmla="*/ 0 h 53"/>
              <a:gd name="T10" fmla="*/ 0 w 613"/>
              <a:gd name="T11" fmla="*/ 1068036812 h 53"/>
              <a:gd name="T12" fmla="*/ 1632564027 w 613"/>
              <a:gd name="T13" fmla="*/ 0 h 53"/>
              <a:gd name="T14" fmla="*/ 0 w 613"/>
              <a:gd name="T15" fmla="*/ 0 h 53"/>
              <a:gd name="T16" fmla="*/ 0 w 613"/>
              <a:gd name="T17" fmla="*/ 1068036812 h 53"/>
              <a:gd name="T18" fmla="*/ 1632564027 w 613"/>
              <a:gd name="T19" fmla="*/ 1068036812 h 53"/>
              <a:gd name="T20" fmla="*/ 1632564027 w 613"/>
              <a:gd name="T21" fmla="*/ 1068036812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3"/>
              <a:gd name="T34" fmla="*/ 0 h 53"/>
              <a:gd name="T35" fmla="*/ 613 w 613"/>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3" h="53">
                <a:moveTo>
                  <a:pt x="35" y="23"/>
                </a:moveTo>
                <a:lnTo>
                  <a:pt x="35" y="52"/>
                </a:lnTo>
                <a:lnTo>
                  <a:pt x="612" y="52"/>
                </a:lnTo>
                <a:lnTo>
                  <a:pt x="612" y="0"/>
                </a:lnTo>
                <a:lnTo>
                  <a:pt x="35" y="0"/>
                </a:lnTo>
                <a:lnTo>
                  <a:pt x="0" y="23"/>
                </a:lnTo>
                <a:lnTo>
                  <a:pt x="35" y="0"/>
                </a:lnTo>
                <a:lnTo>
                  <a:pt x="0" y="0"/>
                </a:lnTo>
                <a:lnTo>
                  <a:pt x="0" y="23"/>
                </a:lnTo>
                <a:lnTo>
                  <a:pt x="35" y="2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8" name="Freeform 102">
            <a:extLst>
              <a:ext uri="{FF2B5EF4-FFF2-40B4-BE49-F238E27FC236}">
                <a16:creationId xmlns:a16="http://schemas.microsoft.com/office/drawing/2014/main" id="{B05DE27C-DB0E-5847-95CE-6167E6A42004}"/>
              </a:ext>
            </a:extLst>
          </p:cNvPr>
          <p:cNvSpPr>
            <a:spLocks noChangeArrowheads="1"/>
          </p:cNvSpPr>
          <p:nvPr/>
        </p:nvSpPr>
        <p:spPr bwMode="auto">
          <a:xfrm>
            <a:off x="6053138" y="6118225"/>
            <a:ext cx="14287" cy="42863"/>
          </a:xfrm>
          <a:custGeom>
            <a:avLst/>
            <a:gdLst>
              <a:gd name="T0" fmla="*/ 1777105282 w 40"/>
              <a:gd name="T1" fmla="*/ 2147483646 h 120"/>
              <a:gd name="T2" fmla="*/ 1777105282 w 40"/>
              <a:gd name="T3" fmla="*/ 2147483646 h 120"/>
              <a:gd name="T4" fmla="*/ 1777105282 w 40"/>
              <a:gd name="T5" fmla="*/ 0 h 120"/>
              <a:gd name="T6" fmla="*/ 0 w 40"/>
              <a:gd name="T7" fmla="*/ 0 h 120"/>
              <a:gd name="T8" fmla="*/ 0 w 40"/>
              <a:gd name="T9" fmla="*/ 2147483646 h 120"/>
              <a:gd name="T10" fmla="*/ 1777105282 w 40"/>
              <a:gd name="T11" fmla="*/ 2147483646 h 120"/>
              <a:gd name="T12" fmla="*/ 0 w 40"/>
              <a:gd name="T13" fmla="*/ 2147483646 h 120"/>
              <a:gd name="T14" fmla="*/ 0 w 40"/>
              <a:gd name="T15" fmla="*/ 2147483646 h 120"/>
              <a:gd name="T16" fmla="*/ 1777105282 w 40"/>
              <a:gd name="T17" fmla="*/ 2147483646 h 120"/>
              <a:gd name="T18" fmla="*/ 1777105282 w 40"/>
              <a:gd name="T19" fmla="*/ 2147483646 h 120"/>
              <a:gd name="T20" fmla="*/ 1777105282 w 40"/>
              <a:gd name="T21" fmla="*/ 2147483646 h 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120"/>
              <a:gd name="T35" fmla="*/ 40 w 40"/>
              <a:gd name="T36" fmla="*/ 120 h 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120">
                <a:moveTo>
                  <a:pt x="39" y="70"/>
                </a:moveTo>
                <a:lnTo>
                  <a:pt x="39" y="92"/>
                </a:lnTo>
                <a:lnTo>
                  <a:pt x="39" y="0"/>
                </a:lnTo>
                <a:lnTo>
                  <a:pt x="0" y="0"/>
                </a:lnTo>
                <a:lnTo>
                  <a:pt x="0" y="92"/>
                </a:lnTo>
                <a:lnTo>
                  <a:pt x="39" y="119"/>
                </a:lnTo>
                <a:lnTo>
                  <a:pt x="0" y="92"/>
                </a:lnTo>
                <a:lnTo>
                  <a:pt x="0" y="119"/>
                </a:lnTo>
                <a:lnTo>
                  <a:pt x="39" y="119"/>
                </a:lnTo>
                <a:lnTo>
                  <a:pt x="39" y="7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799" name="Freeform 103">
            <a:extLst>
              <a:ext uri="{FF2B5EF4-FFF2-40B4-BE49-F238E27FC236}">
                <a16:creationId xmlns:a16="http://schemas.microsoft.com/office/drawing/2014/main" id="{DC1334E9-8861-D2B4-741D-386E3D2DF824}"/>
              </a:ext>
            </a:extLst>
          </p:cNvPr>
          <p:cNvSpPr>
            <a:spLocks noChangeArrowheads="1"/>
          </p:cNvSpPr>
          <p:nvPr/>
        </p:nvSpPr>
        <p:spPr bwMode="auto">
          <a:xfrm>
            <a:off x="6065838" y="6143625"/>
            <a:ext cx="217487" cy="17463"/>
          </a:xfrm>
          <a:custGeom>
            <a:avLst/>
            <a:gdLst>
              <a:gd name="T0" fmla="*/ 2147483646 w 605"/>
              <a:gd name="T1" fmla="*/ 995902773 h 49"/>
              <a:gd name="T2" fmla="*/ 2147483646 w 605"/>
              <a:gd name="T3" fmla="*/ 0 h 49"/>
              <a:gd name="T4" fmla="*/ 0 w 605"/>
              <a:gd name="T5" fmla="*/ 0 h 49"/>
              <a:gd name="T6" fmla="*/ 0 w 605"/>
              <a:gd name="T7" fmla="*/ 2147483646 h 49"/>
              <a:gd name="T8" fmla="*/ 2147483646 w 605"/>
              <a:gd name="T9" fmla="*/ 2147483646 h 49"/>
              <a:gd name="T10" fmla="*/ 2147483646 w 605"/>
              <a:gd name="T11" fmla="*/ 995902773 h 49"/>
              <a:gd name="T12" fmla="*/ 2147483646 w 605"/>
              <a:gd name="T13" fmla="*/ 2147483646 h 49"/>
              <a:gd name="T14" fmla="*/ 2147483646 w 605"/>
              <a:gd name="T15" fmla="*/ 2147483646 h 49"/>
              <a:gd name="T16" fmla="*/ 2147483646 w 605"/>
              <a:gd name="T17" fmla="*/ 995902773 h 49"/>
              <a:gd name="T18" fmla="*/ 2147483646 w 605"/>
              <a:gd name="T19" fmla="*/ 995902773 h 49"/>
              <a:gd name="T20" fmla="*/ 2147483646 w 605"/>
              <a:gd name="T21" fmla="*/ 995902773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5"/>
              <a:gd name="T34" fmla="*/ 0 h 49"/>
              <a:gd name="T35" fmla="*/ 605 w 605"/>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5" h="49">
                <a:moveTo>
                  <a:pt x="537" y="22"/>
                </a:moveTo>
                <a:lnTo>
                  <a:pt x="573" y="0"/>
                </a:lnTo>
                <a:lnTo>
                  <a:pt x="0" y="0"/>
                </a:lnTo>
                <a:lnTo>
                  <a:pt x="0" y="48"/>
                </a:lnTo>
                <a:lnTo>
                  <a:pt x="573" y="48"/>
                </a:lnTo>
                <a:lnTo>
                  <a:pt x="604" y="22"/>
                </a:lnTo>
                <a:lnTo>
                  <a:pt x="573" y="48"/>
                </a:lnTo>
                <a:lnTo>
                  <a:pt x="604" y="48"/>
                </a:lnTo>
                <a:lnTo>
                  <a:pt x="604" y="22"/>
                </a:lnTo>
                <a:lnTo>
                  <a:pt x="537"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0" name="Freeform 104">
            <a:extLst>
              <a:ext uri="{FF2B5EF4-FFF2-40B4-BE49-F238E27FC236}">
                <a16:creationId xmlns:a16="http://schemas.microsoft.com/office/drawing/2014/main" id="{41DE6411-68BB-6622-C9B6-63A1F1C58511}"/>
              </a:ext>
            </a:extLst>
          </p:cNvPr>
          <p:cNvSpPr>
            <a:spLocks noChangeArrowheads="1"/>
          </p:cNvSpPr>
          <p:nvPr/>
        </p:nvSpPr>
        <p:spPr bwMode="auto">
          <a:xfrm>
            <a:off x="6102350" y="4913313"/>
            <a:ext cx="484188" cy="1255712"/>
          </a:xfrm>
          <a:custGeom>
            <a:avLst/>
            <a:gdLst>
              <a:gd name="T0" fmla="*/ 2147483646 w 1346"/>
              <a:gd name="T1" fmla="*/ 2147483646 h 3489"/>
              <a:gd name="T2" fmla="*/ 2147483646 w 1346"/>
              <a:gd name="T3" fmla="*/ 0 h 3489"/>
              <a:gd name="T4" fmla="*/ 0 w 1346"/>
              <a:gd name="T5" fmla="*/ 2147483646 h 3489"/>
              <a:gd name="T6" fmla="*/ 0 w 1346"/>
              <a:gd name="T7" fmla="*/ 2147483646 h 3489"/>
              <a:gd name="T8" fmla="*/ 2147483646 w 1346"/>
              <a:gd name="T9" fmla="*/ 2147483646 h 3489"/>
              <a:gd name="T10" fmla="*/ 2147483646 w 1346"/>
              <a:gd name="T11" fmla="*/ 2147483646 h 3489"/>
              <a:gd name="T12" fmla="*/ 0 60000 65536"/>
              <a:gd name="T13" fmla="*/ 0 60000 65536"/>
              <a:gd name="T14" fmla="*/ 0 60000 65536"/>
              <a:gd name="T15" fmla="*/ 0 60000 65536"/>
              <a:gd name="T16" fmla="*/ 0 60000 65536"/>
              <a:gd name="T17" fmla="*/ 0 60000 65536"/>
              <a:gd name="T18" fmla="*/ 0 w 1346"/>
              <a:gd name="T19" fmla="*/ 0 h 3489"/>
              <a:gd name="T20" fmla="*/ 1346 w 1346"/>
              <a:gd name="T21" fmla="*/ 3489 h 3489"/>
            </a:gdLst>
            <a:ahLst/>
            <a:cxnLst>
              <a:cxn ang="T12">
                <a:pos x="T0" y="T1"/>
              </a:cxn>
              <a:cxn ang="T13">
                <a:pos x="T2" y="T3"/>
              </a:cxn>
              <a:cxn ang="T14">
                <a:pos x="T4" y="T5"/>
              </a:cxn>
              <a:cxn ang="T15">
                <a:pos x="T6" y="T7"/>
              </a:cxn>
              <a:cxn ang="T16">
                <a:pos x="T8" y="T9"/>
              </a:cxn>
              <a:cxn ang="T17">
                <a:pos x="T10" y="T11"/>
              </a:cxn>
            </a:cxnLst>
            <a:rect l="T18" t="T19" r="T20" b="T21"/>
            <a:pathLst>
              <a:path w="1346" h="3489">
                <a:moveTo>
                  <a:pt x="1345" y="3488"/>
                </a:moveTo>
                <a:lnTo>
                  <a:pt x="1345" y="0"/>
                </a:lnTo>
                <a:lnTo>
                  <a:pt x="0" y="488"/>
                </a:lnTo>
                <a:lnTo>
                  <a:pt x="0" y="2954"/>
                </a:lnTo>
                <a:lnTo>
                  <a:pt x="1345" y="3488"/>
                </a:lnTo>
              </a:path>
            </a:pathLst>
          </a:custGeom>
          <a:solidFill>
            <a:srgbClr val="99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1" name="Freeform 105">
            <a:extLst>
              <a:ext uri="{FF2B5EF4-FFF2-40B4-BE49-F238E27FC236}">
                <a16:creationId xmlns:a16="http://schemas.microsoft.com/office/drawing/2014/main" id="{0357CD0E-FD01-A92B-BFCD-9AD4B61BEEFC}"/>
              </a:ext>
            </a:extLst>
          </p:cNvPr>
          <p:cNvSpPr>
            <a:spLocks noChangeArrowheads="1"/>
          </p:cNvSpPr>
          <p:nvPr/>
        </p:nvSpPr>
        <p:spPr bwMode="auto">
          <a:xfrm>
            <a:off x="6575425" y="4905375"/>
            <a:ext cx="23813" cy="1263650"/>
          </a:xfrm>
          <a:custGeom>
            <a:avLst/>
            <a:gdLst>
              <a:gd name="T0" fmla="*/ 1346970261 w 67"/>
              <a:gd name="T1" fmla="*/ 2004705683 h 3511"/>
              <a:gd name="T2" fmla="*/ 0 w 67"/>
              <a:gd name="T3" fmla="*/ 979036502 h 3511"/>
              <a:gd name="T4" fmla="*/ 0 w 67"/>
              <a:gd name="T5" fmla="*/ 2147483646 h 3511"/>
              <a:gd name="T6" fmla="*/ 2147483646 w 67"/>
              <a:gd name="T7" fmla="*/ 2147483646 h 3511"/>
              <a:gd name="T8" fmla="*/ 2147483646 w 67"/>
              <a:gd name="T9" fmla="*/ 979036502 h 3511"/>
              <a:gd name="T10" fmla="*/ 1346970261 w 67"/>
              <a:gd name="T11" fmla="*/ 0 h 3511"/>
              <a:gd name="T12" fmla="*/ 2147483646 w 67"/>
              <a:gd name="T13" fmla="*/ 979036502 h 3511"/>
              <a:gd name="T14" fmla="*/ 2147483646 w 67"/>
              <a:gd name="T15" fmla="*/ 0 h 3511"/>
              <a:gd name="T16" fmla="*/ 1346970261 w 67"/>
              <a:gd name="T17" fmla="*/ 0 h 3511"/>
              <a:gd name="T18" fmla="*/ 1346970261 w 67"/>
              <a:gd name="T19" fmla="*/ 2004705683 h 3511"/>
              <a:gd name="T20" fmla="*/ 1346970261 w 67"/>
              <a:gd name="T21" fmla="*/ 2004705683 h 35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3511"/>
              <a:gd name="T35" fmla="*/ 67 w 67"/>
              <a:gd name="T36" fmla="*/ 3511 h 35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3511">
                <a:moveTo>
                  <a:pt x="30" y="43"/>
                </a:moveTo>
                <a:lnTo>
                  <a:pt x="0" y="21"/>
                </a:lnTo>
                <a:lnTo>
                  <a:pt x="0" y="3510"/>
                </a:lnTo>
                <a:lnTo>
                  <a:pt x="66" y="3510"/>
                </a:lnTo>
                <a:lnTo>
                  <a:pt x="66" y="21"/>
                </a:lnTo>
                <a:lnTo>
                  <a:pt x="30" y="0"/>
                </a:lnTo>
                <a:lnTo>
                  <a:pt x="66" y="21"/>
                </a:lnTo>
                <a:lnTo>
                  <a:pt x="66" y="0"/>
                </a:lnTo>
                <a:lnTo>
                  <a:pt x="30" y="0"/>
                </a:lnTo>
                <a:lnTo>
                  <a:pt x="30" y="4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2" name="Freeform 106">
            <a:extLst>
              <a:ext uri="{FF2B5EF4-FFF2-40B4-BE49-F238E27FC236}">
                <a16:creationId xmlns:a16="http://schemas.microsoft.com/office/drawing/2014/main" id="{0B681990-6DB0-2D6E-C7FF-BE9520BC29C4}"/>
              </a:ext>
            </a:extLst>
          </p:cNvPr>
          <p:cNvSpPr>
            <a:spLocks noChangeArrowheads="1"/>
          </p:cNvSpPr>
          <p:nvPr/>
        </p:nvSpPr>
        <p:spPr bwMode="auto">
          <a:xfrm>
            <a:off x="6089650" y="4905375"/>
            <a:ext cx="496888" cy="185738"/>
          </a:xfrm>
          <a:custGeom>
            <a:avLst/>
            <a:gdLst>
              <a:gd name="T0" fmla="*/ 2147483646 w 1381"/>
              <a:gd name="T1" fmla="*/ 2147483646 h 516"/>
              <a:gd name="T2" fmla="*/ 1583662292 w 1381"/>
              <a:gd name="T3" fmla="*/ 2147483646 h 516"/>
              <a:gd name="T4" fmla="*/ 2147483646 w 1381"/>
              <a:gd name="T5" fmla="*/ 2052118014 h 516"/>
              <a:gd name="T6" fmla="*/ 2147483646 w 1381"/>
              <a:gd name="T7" fmla="*/ 0 h 516"/>
              <a:gd name="T8" fmla="*/ 1583662292 w 1381"/>
              <a:gd name="T9" fmla="*/ 2147483646 h 516"/>
              <a:gd name="T10" fmla="*/ 0 w 1381"/>
              <a:gd name="T11" fmla="*/ 2147483646 h 516"/>
              <a:gd name="T12" fmla="*/ 1583662292 w 1381"/>
              <a:gd name="T13" fmla="*/ 2147483646 h 516"/>
              <a:gd name="T14" fmla="*/ 0 w 1381"/>
              <a:gd name="T15" fmla="*/ 2147483646 h 516"/>
              <a:gd name="T16" fmla="*/ 0 w 1381"/>
              <a:gd name="T17" fmla="*/ 2147483646 h 516"/>
              <a:gd name="T18" fmla="*/ 2147483646 w 1381"/>
              <a:gd name="T19" fmla="*/ 2147483646 h 516"/>
              <a:gd name="T20" fmla="*/ 2147483646 w 1381"/>
              <a:gd name="T21" fmla="*/ 2147483646 h 5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81"/>
              <a:gd name="T34" fmla="*/ 0 h 516"/>
              <a:gd name="T35" fmla="*/ 1381 w 1381"/>
              <a:gd name="T36" fmla="*/ 516 h 5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81" h="516">
                <a:moveTo>
                  <a:pt x="65" y="515"/>
                </a:moveTo>
                <a:lnTo>
                  <a:pt x="34" y="515"/>
                </a:lnTo>
                <a:lnTo>
                  <a:pt x="1380" y="44"/>
                </a:lnTo>
                <a:lnTo>
                  <a:pt x="1380" y="0"/>
                </a:lnTo>
                <a:lnTo>
                  <a:pt x="34" y="488"/>
                </a:lnTo>
                <a:lnTo>
                  <a:pt x="0" y="515"/>
                </a:lnTo>
                <a:lnTo>
                  <a:pt x="34" y="488"/>
                </a:lnTo>
                <a:lnTo>
                  <a:pt x="0" y="488"/>
                </a:lnTo>
                <a:lnTo>
                  <a:pt x="0" y="515"/>
                </a:lnTo>
                <a:lnTo>
                  <a:pt x="65" y="51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3" name="Freeform 107">
            <a:extLst>
              <a:ext uri="{FF2B5EF4-FFF2-40B4-BE49-F238E27FC236}">
                <a16:creationId xmlns:a16="http://schemas.microsoft.com/office/drawing/2014/main" id="{A37FB830-E879-5061-A0F5-FD86D51F8787}"/>
              </a:ext>
            </a:extLst>
          </p:cNvPr>
          <p:cNvSpPr>
            <a:spLocks noChangeArrowheads="1"/>
          </p:cNvSpPr>
          <p:nvPr/>
        </p:nvSpPr>
        <p:spPr bwMode="auto">
          <a:xfrm>
            <a:off x="6089650" y="5089525"/>
            <a:ext cx="23813" cy="887413"/>
          </a:xfrm>
          <a:custGeom>
            <a:avLst/>
            <a:gdLst>
              <a:gd name="T0" fmla="*/ 1526473366 w 67"/>
              <a:gd name="T1" fmla="*/ 2147483646 h 2466"/>
              <a:gd name="T2" fmla="*/ 2147483646 w 67"/>
              <a:gd name="T3" fmla="*/ 2147483646 h 2466"/>
              <a:gd name="T4" fmla="*/ 2147483646 w 67"/>
              <a:gd name="T5" fmla="*/ 0 h 2466"/>
              <a:gd name="T6" fmla="*/ 0 w 67"/>
              <a:gd name="T7" fmla="*/ 0 h 2466"/>
              <a:gd name="T8" fmla="*/ 0 w 67"/>
              <a:gd name="T9" fmla="*/ 2147483646 h 2466"/>
              <a:gd name="T10" fmla="*/ 1526473366 w 67"/>
              <a:gd name="T11" fmla="*/ 2147483646 h 2466"/>
              <a:gd name="T12" fmla="*/ 0 w 67"/>
              <a:gd name="T13" fmla="*/ 2147483646 h 2466"/>
              <a:gd name="T14" fmla="*/ 0 w 67"/>
              <a:gd name="T15" fmla="*/ 2147483646 h 2466"/>
              <a:gd name="T16" fmla="*/ 1526473366 w 67"/>
              <a:gd name="T17" fmla="*/ 2147483646 h 2466"/>
              <a:gd name="T18" fmla="*/ 1526473366 w 67"/>
              <a:gd name="T19" fmla="*/ 2147483646 h 2466"/>
              <a:gd name="T20" fmla="*/ 1526473366 w 67"/>
              <a:gd name="T21" fmla="*/ 2147483646 h 24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2466"/>
              <a:gd name="T35" fmla="*/ 67 w 67"/>
              <a:gd name="T36" fmla="*/ 2466 h 24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2466">
                <a:moveTo>
                  <a:pt x="34" y="2438"/>
                </a:moveTo>
                <a:lnTo>
                  <a:pt x="66" y="2465"/>
                </a:lnTo>
                <a:lnTo>
                  <a:pt x="66" y="0"/>
                </a:lnTo>
                <a:lnTo>
                  <a:pt x="0" y="0"/>
                </a:lnTo>
                <a:lnTo>
                  <a:pt x="0" y="2465"/>
                </a:lnTo>
                <a:lnTo>
                  <a:pt x="34" y="2465"/>
                </a:lnTo>
                <a:lnTo>
                  <a:pt x="0" y="2465"/>
                </a:lnTo>
                <a:lnTo>
                  <a:pt x="34" y="2465"/>
                </a:lnTo>
                <a:lnTo>
                  <a:pt x="34" y="2438"/>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4" name="Freeform 108">
            <a:extLst>
              <a:ext uri="{FF2B5EF4-FFF2-40B4-BE49-F238E27FC236}">
                <a16:creationId xmlns:a16="http://schemas.microsoft.com/office/drawing/2014/main" id="{0E1386E1-2D96-C2E9-3ABF-EA47A7BB758A}"/>
              </a:ext>
            </a:extLst>
          </p:cNvPr>
          <p:cNvSpPr>
            <a:spLocks noChangeArrowheads="1"/>
          </p:cNvSpPr>
          <p:nvPr/>
        </p:nvSpPr>
        <p:spPr bwMode="auto">
          <a:xfrm>
            <a:off x="6102350" y="5967413"/>
            <a:ext cx="496888" cy="209550"/>
          </a:xfrm>
          <a:custGeom>
            <a:avLst/>
            <a:gdLst>
              <a:gd name="T0" fmla="*/ 2147483646 w 1381"/>
              <a:gd name="T1" fmla="*/ 2147483646 h 583"/>
              <a:gd name="T2" fmla="*/ 2147483646 w 1381"/>
              <a:gd name="T3" fmla="*/ 2147483646 h 583"/>
              <a:gd name="T4" fmla="*/ 0 w 1381"/>
              <a:gd name="T5" fmla="*/ 0 h 583"/>
              <a:gd name="T6" fmla="*/ 0 w 1381"/>
              <a:gd name="T7" fmla="*/ 1160926409 h 583"/>
              <a:gd name="T8" fmla="*/ 2147483646 w 1381"/>
              <a:gd name="T9" fmla="*/ 2147483646 h 583"/>
              <a:gd name="T10" fmla="*/ 2147483646 w 1381"/>
              <a:gd name="T11" fmla="*/ 2147483646 h 583"/>
              <a:gd name="T12" fmla="*/ 2147483646 w 1381"/>
              <a:gd name="T13" fmla="*/ 2147483646 h 583"/>
              <a:gd name="T14" fmla="*/ 2147483646 w 1381"/>
              <a:gd name="T15" fmla="*/ 2147483646 h 583"/>
              <a:gd name="T16" fmla="*/ 2147483646 w 1381"/>
              <a:gd name="T17" fmla="*/ 2147483646 h 583"/>
              <a:gd name="T18" fmla="*/ 2147483646 w 1381"/>
              <a:gd name="T19" fmla="*/ 2147483646 h 583"/>
              <a:gd name="T20" fmla="*/ 2147483646 w 1381"/>
              <a:gd name="T21" fmla="*/ 2147483646 h 5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81"/>
              <a:gd name="T34" fmla="*/ 0 h 583"/>
              <a:gd name="T35" fmla="*/ 1381 w 1381"/>
              <a:gd name="T36" fmla="*/ 583 h 5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81" h="583">
                <a:moveTo>
                  <a:pt x="1313" y="559"/>
                </a:moveTo>
                <a:lnTo>
                  <a:pt x="1344" y="537"/>
                </a:lnTo>
                <a:lnTo>
                  <a:pt x="0" y="0"/>
                </a:lnTo>
                <a:lnTo>
                  <a:pt x="0" y="25"/>
                </a:lnTo>
                <a:lnTo>
                  <a:pt x="1344" y="582"/>
                </a:lnTo>
                <a:lnTo>
                  <a:pt x="1380" y="559"/>
                </a:lnTo>
                <a:lnTo>
                  <a:pt x="1344" y="582"/>
                </a:lnTo>
                <a:lnTo>
                  <a:pt x="1380" y="582"/>
                </a:lnTo>
                <a:lnTo>
                  <a:pt x="1380" y="559"/>
                </a:lnTo>
                <a:lnTo>
                  <a:pt x="1313" y="559"/>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5" name="AutoShape 109">
            <a:extLst>
              <a:ext uri="{FF2B5EF4-FFF2-40B4-BE49-F238E27FC236}">
                <a16:creationId xmlns:a16="http://schemas.microsoft.com/office/drawing/2014/main" id="{1F9CD478-7690-4AC2-F428-4F389F5CEDB0}"/>
              </a:ext>
            </a:extLst>
          </p:cNvPr>
          <p:cNvSpPr>
            <a:spLocks noChangeArrowheads="1"/>
          </p:cNvSpPr>
          <p:nvPr/>
        </p:nvSpPr>
        <p:spPr bwMode="auto">
          <a:xfrm>
            <a:off x="6696075" y="4954588"/>
            <a:ext cx="157163" cy="1181100"/>
          </a:xfrm>
          <a:prstGeom prst="roundRect">
            <a:avLst>
              <a:gd name="adj" fmla="val 1019"/>
            </a:avLst>
          </a:pr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06" name="Freeform 110">
            <a:extLst>
              <a:ext uri="{FF2B5EF4-FFF2-40B4-BE49-F238E27FC236}">
                <a16:creationId xmlns:a16="http://schemas.microsoft.com/office/drawing/2014/main" id="{EC26DB8C-E5D1-0791-85D5-12595A61D91C}"/>
              </a:ext>
            </a:extLst>
          </p:cNvPr>
          <p:cNvSpPr>
            <a:spLocks noChangeArrowheads="1"/>
          </p:cNvSpPr>
          <p:nvPr/>
        </p:nvSpPr>
        <p:spPr bwMode="auto">
          <a:xfrm>
            <a:off x="6842125" y="4954588"/>
            <a:ext cx="23813" cy="1189037"/>
          </a:xfrm>
          <a:custGeom>
            <a:avLst/>
            <a:gdLst>
              <a:gd name="T0" fmla="*/ 1346970261 w 67"/>
              <a:gd name="T1" fmla="*/ 2147483646 h 3304"/>
              <a:gd name="T2" fmla="*/ 2147483646 w 67"/>
              <a:gd name="T3" fmla="*/ 2147483646 h 3304"/>
              <a:gd name="T4" fmla="*/ 2147483646 w 67"/>
              <a:gd name="T5" fmla="*/ 0 h 3304"/>
              <a:gd name="T6" fmla="*/ 0 w 67"/>
              <a:gd name="T7" fmla="*/ 0 h 3304"/>
              <a:gd name="T8" fmla="*/ 0 w 67"/>
              <a:gd name="T9" fmla="*/ 2147483646 h 3304"/>
              <a:gd name="T10" fmla="*/ 1346970261 w 67"/>
              <a:gd name="T11" fmla="*/ 2147483646 h 3304"/>
              <a:gd name="T12" fmla="*/ 1346970261 w 67"/>
              <a:gd name="T13" fmla="*/ 2147483646 h 3304"/>
              <a:gd name="T14" fmla="*/ 2147483646 w 67"/>
              <a:gd name="T15" fmla="*/ 2147483646 h 3304"/>
              <a:gd name="T16" fmla="*/ 2147483646 w 67"/>
              <a:gd name="T17" fmla="*/ 2147483646 h 3304"/>
              <a:gd name="T18" fmla="*/ 1346970261 w 67"/>
              <a:gd name="T19" fmla="*/ 2147483646 h 3304"/>
              <a:gd name="T20" fmla="*/ 1346970261 w 67"/>
              <a:gd name="T21" fmla="*/ 2147483646 h 33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3304"/>
              <a:gd name="T35" fmla="*/ 67 w 67"/>
              <a:gd name="T36" fmla="*/ 3304 h 330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3304">
                <a:moveTo>
                  <a:pt x="30" y="3303"/>
                </a:moveTo>
                <a:lnTo>
                  <a:pt x="66" y="3281"/>
                </a:lnTo>
                <a:lnTo>
                  <a:pt x="66" y="0"/>
                </a:lnTo>
                <a:lnTo>
                  <a:pt x="0" y="0"/>
                </a:lnTo>
                <a:lnTo>
                  <a:pt x="0" y="3281"/>
                </a:lnTo>
                <a:lnTo>
                  <a:pt x="30" y="3259"/>
                </a:lnTo>
                <a:lnTo>
                  <a:pt x="30" y="3303"/>
                </a:lnTo>
                <a:lnTo>
                  <a:pt x="66" y="3303"/>
                </a:lnTo>
                <a:lnTo>
                  <a:pt x="66" y="3281"/>
                </a:lnTo>
                <a:lnTo>
                  <a:pt x="30" y="330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7" name="Freeform 111">
            <a:extLst>
              <a:ext uri="{FF2B5EF4-FFF2-40B4-BE49-F238E27FC236}">
                <a16:creationId xmlns:a16="http://schemas.microsoft.com/office/drawing/2014/main" id="{8C6EB9A9-0B1B-FF22-3F82-C2F6D9D9BC9D}"/>
              </a:ext>
            </a:extLst>
          </p:cNvPr>
          <p:cNvSpPr>
            <a:spLocks noChangeArrowheads="1"/>
          </p:cNvSpPr>
          <p:nvPr/>
        </p:nvSpPr>
        <p:spPr bwMode="auto">
          <a:xfrm>
            <a:off x="6683375" y="6127750"/>
            <a:ext cx="169863" cy="15875"/>
          </a:xfrm>
          <a:custGeom>
            <a:avLst/>
            <a:gdLst>
              <a:gd name="T0" fmla="*/ 0 w 473"/>
              <a:gd name="T1" fmla="*/ 921941683 h 45"/>
              <a:gd name="T2" fmla="*/ 1574675259 w 473"/>
              <a:gd name="T3" fmla="*/ 1931746200 h 45"/>
              <a:gd name="T4" fmla="*/ 2147483646 w 473"/>
              <a:gd name="T5" fmla="*/ 1931746200 h 45"/>
              <a:gd name="T6" fmla="*/ 2147483646 w 473"/>
              <a:gd name="T7" fmla="*/ 0 h 45"/>
              <a:gd name="T8" fmla="*/ 1574675259 w 473"/>
              <a:gd name="T9" fmla="*/ 0 h 45"/>
              <a:gd name="T10" fmla="*/ 2147483646 w 473"/>
              <a:gd name="T11" fmla="*/ 921941683 h 45"/>
              <a:gd name="T12" fmla="*/ 0 w 473"/>
              <a:gd name="T13" fmla="*/ 921941683 h 45"/>
              <a:gd name="T14" fmla="*/ 0 w 473"/>
              <a:gd name="T15" fmla="*/ 1931746200 h 45"/>
              <a:gd name="T16" fmla="*/ 1574675259 w 473"/>
              <a:gd name="T17" fmla="*/ 1931746200 h 45"/>
              <a:gd name="T18" fmla="*/ 0 w 473"/>
              <a:gd name="T19" fmla="*/ 921941683 h 45"/>
              <a:gd name="T20" fmla="*/ 0 w 473"/>
              <a:gd name="T21" fmla="*/ 921941683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3"/>
              <a:gd name="T34" fmla="*/ 0 h 45"/>
              <a:gd name="T35" fmla="*/ 473 w 473"/>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3" h="45">
                <a:moveTo>
                  <a:pt x="0" y="21"/>
                </a:moveTo>
                <a:lnTo>
                  <a:pt x="34" y="44"/>
                </a:lnTo>
                <a:lnTo>
                  <a:pt x="472" y="44"/>
                </a:lnTo>
                <a:lnTo>
                  <a:pt x="472" y="0"/>
                </a:lnTo>
                <a:lnTo>
                  <a:pt x="34" y="0"/>
                </a:lnTo>
                <a:lnTo>
                  <a:pt x="69" y="21"/>
                </a:lnTo>
                <a:lnTo>
                  <a:pt x="0" y="21"/>
                </a:lnTo>
                <a:lnTo>
                  <a:pt x="0" y="44"/>
                </a:lnTo>
                <a:lnTo>
                  <a:pt x="34" y="44"/>
                </a:lnTo>
                <a:lnTo>
                  <a:pt x="0" y="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8" name="Freeform 112">
            <a:extLst>
              <a:ext uri="{FF2B5EF4-FFF2-40B4-BE49-F238E27FC236}">
                <a16:creationId xmlns:a16="http://schemas.microsoft.com/office/drawing/2014/main" id="{DB602126-FA52-132F-BE7C-806667E63E91}"/>
              </a:ext>
            </a:extLst>
          </p:cNvPr>
          <p:cNvSpPr>
            <a:spLocks noChangeArrowheads="1"/>
          </p:cNvSpPr>
          <p:nvPr/>
        </p:nvSpPr>
        <p:spPr bwMode="auto">
          <a:xfrm>
            <a:off x="6683375" y="4946650"/>
            <a:ext cx="25400" cy="1189038"/>
          </a:xfrm>
          <a:custGeom>
            <a:avLst/>
            <a:gdLst>
              <a:gd name="T0" fmla="*/ 1556651521 w 71"/>
              <a:gd name="T1" fmla="*/ 0 h 3304"/>
              <a:gd name="T2" fmla="*/ 0 w 71"/>
              <a:gd name="T3" fmla="*/ 1025349861 h 3304"/>
              <a:gd name="T4" fmla="*/ 0 w 71"/>
              <a:gd name="T5" fmla="*/ 2147483646 h 3304"/>
              <a:gd name="T6" fmla="*/ 2147483646 w 71"/>
              <a:gd name="T7" fmla="*/ 2147483646 h 3304"/>
              <a:gd name="T8" fmla="*/ 2147483646 w 71"/>
              <a:gd name="T9" fmla="*/ 1025349861 h 3304"/>
              <a:gd name="T10" fmla="*/ 1556651521 w 71"/>
              <a:gd name="T11" fmla="*/ 1025349861 h 3304"/>
              <a:gd name="T12" fmla="*/ 1556651521 w 71"/>
              <a:gd name="T13" fmla="*/ 0 h 3304"/>
              <a:gd name="T14" fmla="*/ 0 w 71"/>
              <a:gd name="T15" fmla="*/ 0 h 3304"/>
              <a:gd name="T16" fmla="*/ 0 w 71"/>
              <a:gd name="T17" fmla="*/ 1025349861 h 3304"/>
              <a:gd name="T18" fmla="*/ 1556651521 w 71"/>
              <a:gd name="T19" fmla="*/ 0 h 3304"/>
              <a:gd name="T20" fmla="*/ 1556651521 w 71"/>
              <a:gd name="T21" fmla="*/ 0 h 33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
              <a:gd name="T34" fmla="*/ 0 h 3304"/>
              <a:gd name="T35" fmla="*/ 71 w 71"/>
              <a:gd name="T36" fmla="*/ 3304 h 330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 h="3304">
                <a:moveTo>
                  <a:pt x="34" y="0"/>
                </a:moveTo>
                <a:lnTo>
                  <a:pt x="0" y="22"/>
                </a:lnTo>
                <a:lnTo>
                  <a:pt x="0" y="3303"/>
                </a:lnTo>
                <a:lnTo>
                  <a:pt x="70" y="3303"/>
                </a:lnTo>
                <a:lnTo>
                  <a:pt x="70" y="22"/>
                </a:lnTo>
                <a:lnTo>
                  <a:pt x="34" y="22"/>
                </a:lnTo>
                <a:lnTo>
                  <a:pt x="34" y="0"/>
                </a:lnTo>
                <a:lnTo>
                  <a:pt x="0" y="0"/>
                </a:lnTo>
                <a:lnTo>
                  <a:pt x="0" y="22"/>
                </a:lnTo>
                <a:lnTo>
                  <a:pt x="34"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09" name="Freeform 113">
            <a:extLst>
              <a:ext uri="{FF2B5EF4-FFF2-40B4-BE49-F238E27FC236}">
                <a16:creationId xmlns:a16="http://schemas.microsoft.com/office/drawing/2014/main" id="{F74F7838-10B2-4C5E-FD69-13110D9C81FF}"/>
              </a:ext>
            </a:extLst>
          </p:cNvPr>
          <p:cNvSpPr>
            <a:spLocks noChangeArrowheads="1"/>
          </p:cNvSpPr>
          <p:nvPr/>
        </p:nvSpPr>
        <p:spPr bwMode="auto">
          <a:xfrm>
            <a:off x="6696075" y="4946650"/>
            <a:ext cx="169863" cy="7938"/>
          </a:xfrm>
          <a:custGeom>
            <a:avLst/>
            <a:gdLst>
              <a:gd name="T0" fmla="*/ 2147483646 w 473"/>
              <a:gd name="T1" fmla="*/ 904440189 h 23"/>
              <a:gd name="T2" fmla="*/ 2147483646 w 473"/>
              <a:gd name="T3" fmla="*/ 0 h 23"/>
              <a:gd name="T4" fmla="*/ 0 w 473"/>
              <a:gd name="T5" fmla="*/ 0 h 23"/>
              <a:gd name="T6" fmla="*/ 0 w 473"/>
              <a:gd name="T7" fmla="*/ 904440189 h 23"/>
              <a:gd name="T8" fmla="*/ 2147483646 w 473"/>
              <a:gd name="T9" fmla="*/ 904440189 h 23"/>
              <a:gd name="T10" fmla="*/ 2147483646 w 473"/>
              <a:gd name="T11" fmla="*/ 904440189 h 23"/>
              <a:gd name="T12" fmla="*/ 2147483646 w 473"/>
              <a:gd name="T13" fmla="*/ 904440189 h 23"/>
              <a:gd name="T14" fmla="*/ 2147483646 w 473"/>
              <a:gd name="T15" fmla="*/ 0 h 23"/>
              <a:gd name="T16" fmla="*/ 2147483646 w 473"/>
              <a:gd name="T17" fmla="*/ 0 h 23"/>
              <a:gd name="T18" fmla="*/ 2147483646 w 473"/>
              <a:gd name="T19" fmla="*/ 904440189 h 23"/>
              <a:gd name="T20" fmla="*/ 2147483646 w 473"/>
              <a:gd name="T21" fmla="*/ 904440189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3"/>
              <a:gd name="T34" fmla="*/ 0 h 23"/>
              <a:gd name="T35" fmla="*/ 473 w 473"/>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3" h="23">
                <a:moveTo>
                  <a:pt x="472" y="22"/>
                </a:moveTo>
                <a:lnTo>
                  <a:pt x="436" y="0"/>
                </a:lnTo>
                <a:lnTo>
                  <a:pt x="0" y="0"/>
                </a:lnTo>
                <a:lnTo>
                  <a:pt x="0" y="22"/>
                </a:lnTo>
                <a:lnTo>
                  <a:pt x="436" y="22"/>
                </a:lnTo>
                <a:lnTo>
                  <a:pt x="405" y="22"/>
                </a:lnTo>
                <a:lnTo>
                  <a:pt x="472" y="22"/>
                </a:lnTo>
                <a:lnTo>
                  <a:pt x="472" y="0"/>
                </a:lnTo>
                <a:lnTo>
                  <a:pt x="436" y="0"/>
                </a:lnTo>
                <a:lnTo>
                  <a:pt x="472" y="2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0" name="AutoShape 114">
            <a:extLst>
              <a:ext uri="{FF2B5EF4-FFF2-40B4-BE49-F238E27FC236}">
                <a16:creationId xmlns:a16="http://schemas.microsoft.com/office/drawing/2014/main" id="{012507EA-7F68-4992-C60B-FF7A897A02BF}"/>
              </a:ext>
            </a:extLst>
          </p:cNvPr>
          <p:cNvSpPr>
            <a:spLocks noChangeArrowheads="1"/>
          </p:cNvSpPr>
          <p:nvPr/>
        </p:nvSpPr>
        <p:spPr bwMode="auto">
          <a:xfrm>
            <a:off x="6586538" y="4913313"/>
            <a:ext cx="158750" cy="1255712"/>
          </a:xfrm>
          <a:prstGeom prst="roundRect">
            <a:avLst>
              <a:gd name="adj" fmla="val 1000"/>
            </a:avLst>
          </a:prstGeom>
          <a:solidFill>
            <a:srgbClr val="0066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endParaRPr lang="en-US" altLang="en-US" dirty="0"/>
          </a:p>
        </p:txBody>
      </p:sp>
      <p:sp>
        <p:nvSpPr>
          <p:cNvPr id="32811" name="Freeform 115">
            <a:extLst>
              <a:ext uri="{FF2B5EF4-FFF2-40B4-BE49-F238E27FC236}">
                <a16:creationId xmlns:a16="http://schemas.microsoft.com/office/drawing/2014/main" id="{082AC1F5-EF43-B2C2-CE1C-5352AF374CCC}"/>
              </a:ext>
            </a:extLst>
          </p:cNvPr>
          <p:cNvSpPr>
            <a:spLocks noChangeArrowheads="1"/>
          </p:cNvSpPr>
          <p:nvPr/>
        </p:nvSpPr>
        <p:spPr bwMode="auto">
          <a:xfrm>
            <a:off x="6732588" y="4905375"/>
            <a:ext cx="12700" cy="1263650"/>
          </a:xfrm>
          <a:custGeom>
            <a:avLst/>
            <a:gdLst>
              <a:gd name="T0" fmla="*/ 1536610747 w 36"/>
              <a:gd name="T1" fmla="*/ 2004705683 h 3511"/>
              <a:gd name="T2" fmla="*/ 0 w 36"/>
              <a:gd name="T3" fmla="*/ 979036502 h 3511"/>
              <a:gd name="T4" fmla="*/ 0 w 36"/>
              <a:gd name="T5" fmla="*/ 2147483646 h 3511"/>
              <a:gd name="T6" fmla="*/ 1536610747 w 36"/>
              <a:gd name="T7" fmla="*/ 2147483646 h 3511"/>
              <a:gd name="T8" fmla="*/ 1536610747 w 36"/>
              <a:gd name="T9" fmla="*/ 979036502 h 3511"/>
              <a:gd name="T10" fmla="*/ 1536610747 w 36"/>
              <a:gd name="T11" fmla="*/ 0 h 3511"/>
              <a:gd name="T12" fmla="*/ 1536610747 w 36"/>
              <a:gd name="T13" fmla="*/ 979036502 h 3511"/>
              <a:gd name="T14" fmla="*/ 1536610747 w 36"/>
              <a:gd name="T15" fmla="*/ 0 h 3511"/>
              <a:gd name="T16" fmla="*/ 1536610747 w 36"/>
              <a:gd name="T17" fmla="*/ 0 h 3511"/>
              <a:gd name="T18" fmla="*/ 1536610747 w 36"/>
              <a:gd name="T19" fmla="*/ 2004705683 h 3511"/>
              <a:gd name="T20" fmla="*/ 1536610747 w 36"/>
              <a:gd name="T21" fmla="*/ 2004705683 h 35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3511"/>
              <a:gd name="T35" fmla="*/ 36 w 36"/>
              <a:gd name="T36" fmla="*/ 3511 h 35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3511">
                <a:moveTo>
                  <a:pt x="35" y="43"/>
                </a:moveTo>
                <a:lnTo>
                  <a:pt x="0" y="21"/>
                </a:lnTo>
                <a:lnTo>
                  <a:pt x="0" y="3510"/>
                </a:lnTo>
                <a:lnTo>
                  <a:pt x="35" y="3510"/>
                </a:lnTo>
                <a:lnTo>
                  <a:pt x="35" y="21"/>
                </a:lnTo>
                <a:lnTo>
                  <a:pt x="35" y="0"/>
                </a:lnTo>
                <a:lnTo>
                  <a:pt x="35" y="21"/>
                </a:lnTo>
                <a:lnTo>
                  <a:pt x="35" y="0"/>
                </a:lnTo>
                <a:lnTo>
                  <a:pt x="35" y="4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2" name="Freeform 116">
            <a:extLst>
              <a:ext uri="{FF2B5EF4-FFF2-40B4-BE49-F238E27FC236}">
                <a16:creationId xmlns:a16="http://schemas.microsoft.com/office/drawing/2014/main" id="{B8C886BB-21F2-AFEA-B5EC-29C6BCA86D9D}"/>
              </a:ext>
            </a:extLst>
          </p:cNvPr>
          <p:cNvSpPr>
            <a:spLocks noChangeArrowheads="1"/>
          </p:cNvSpPr>
          <p:nvPr/>
        </p:nvSpPr>
        <p:spPr bwMode="auto">
          <a:xfrm>
            <a:off x="6575425" y="4905375"/>
            <a:ext cx="169863" cy="15875"/>
          </a:xfrm>
          <a:custGeom>
            <a:avLst/>
            <a:gdLst>
              <a:gd name="T0" fmla="*/ 2147483646 w 473"/>
              <a:gd name="T1" fmla="*/ 921941683 h 45"/>
              <a:gd name="T2" fmla="*/ 1343052155 w 473"/>
              <a:gd name="T3" fmla="*/ 1931746200 h 45"/>
              <a:gd name="T4" fmla="*/ 2147483646 w 473"/>
              <a:gd name="T5" fmla="*/ 1931746200 h 45"/>
              <a:gd name="T6" fmla="*/ 2147483646 w 473"/>
              <a:gd name="T7" fmla="*/ 0 h 45"/>
              <a:gd name="T8" fmla="*/ 1343052155 w 473"/>
              <a:gd name="T9" fmla="*/ 0 h 45"/>
              <a:gd name="T10" fmla="*/ 0 w 473"/>
              <a:gd name="T11" fmla="*/ 921941683 h 45"/>
              <a:gd name="T12" fmla="*/ 1343052155 w 473"/>
              <a:gd name="T13" fmla="*/ 0 h 45"/>
              <a:gd name="T14" fmla="*/ 0 w 473"/>
              <a:gd name="T15" fmla="*/ 0 h 45"/>
              <a:gd name="T16" fmla="*/ 0 w 473"/>
              <a:gd name="T17" fmla="*/ 921941683 h 45"/>
              <a:gd name="T18" fmla="*/ 2147483646 w 473"/>
              <a:gd name="T19" fmla="*/ 921941683 h 45"/>
              <a:gd name="T20" fmla="*/ 2147483646 w 473"/>
              <a:gd name="T21" fmla="*/ 921941683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3"/>
              <a:gd name="T34" fmla="*/ 0 h 45"/>
              <a:gd name="T35" fmla="*/ 473 w 473"/>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3" h="45">
                <a:moveTo>
                  <a:pt x="65" y="21"/>
                </a:moveTo>
                <a:lnTo>
                  <a:pt x="29" y="44"/>
                </a:lnTo>
                <a:lnTo>
                  <a:pt x="472" y="44"/>
                </a:lnTo>
                <a:lnTo>
                  <a:pt x="472" y="0"/>
                </a:lnTo>
                <a:lnTo>
                  <a:pt x="29" y="0"/>
                </a:lnTo>
                <a:lnTo>
                  <a:pt x="0" y="21"/>
                </a:lnTo>
                <a:lnTo>
                  <a:pt x="29" y="0"/>
                </a:lnTo>
                <a:lnTo>
                  <a:pt x="0" y="0"/>
                </a:lnTo>
                <a:lnTo>
                  <a:pt x="0" y="21"/>
                </a:lnTo>
                <a:lnTo>
                  <a:pt x="65" y="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3" name="Freeform 117">
            <a:extLst>
              <a:ext uri="{FF2B5EF4-FFF2-40B4-BE49-F238E27FC236}">
                <a16:creationId xmlns:a16="http://schemas.microsoft.com/office/drawing/2014/main" id="{540EC32E-4F6B-11DB-A933-5F400733501A}"/>
              </a:ext>
            </a:extLst>
          </p:cNvPr>
          <p:cNvSpPr>
            <a:spLocks noChangeArrowheads="1"/>
          </p:cNvSpPr>
          <p:nvPr/>
        </p:nvSpPr>
        <p:spPr bwMode="auto">
          <a:xfrm>
            <a:off x="6575425" y="4913313"/>
            <a:ext cx="23813" cy="1263650"/>
          </a:xfrm>
          <a:custGeom>
            <a:avLst/>
            <a:gdLst>
              <a:gd name="T0" fmla="*/ 1346970261 w 67"/>
              <a:gd name="T1" fmla="*/ 2147483646 h 3511"/>
              <a:gd name="T2" fmla="*/ 2147483646 w 67"/>
              <a:gd name="T3" fmla="*/ 2147483646 h 3511"/>
              <a:gd name="T4" fmla="*/ 2147483646 w 67"/>
              <a:gd name="T5" fmla="*/ 0 h 3511"/>
              <a:gd name="T6" fmla="*/ 0 w 67"/>
              <a:gd name="T7" fmla="*/ 0 h 3511"/>
              <a:gd name="T8" fmla="*/ 0 w 67"/>
              <a:gd name="T9" fmla="*/ 2147483646 h 3511"/>
              <a:gd name="T10" fmla="*/ 1346970261 w 67"/>
              <a:gd name="T11" fmla="*/ 2147483646 h 3511"/>
              <a:gd name="T12" fmla="*/ 0 w 67"/>
              <a:gd name="T13" fmla="*/ 2147483646 h 3511"/>
              <a:gd name="T14" fmla="*/ 0 w 67"/>
              <a:gd name="T15" fmla="*/ 2147483646 h 3511"/>
              <a:gd name="T16" fmla="*/ 1346970261 w 67"/>
              <a:gd name="T17" fmla="*/ 2147483646 h 3511"/>
              <a:gd name="T18" fmla="*/ 1346970261 w 67"/>
              <a:gd name="T19" fmla="*/ 2147483646 h 3511"/>
              <a:gd name="T20" fmla="*/ 1346970261 w 67"/>
              <a:gd name="T21" fmla="*/ 2147483646 h 35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3511"/>
              <a:gd name="T35" fmla="*/ 67 w 67"/>
              <a:gd name="T36" fmla="*/ 3511 h 35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3511">
                <a:moveTo>
                  <a:pt x="30" y="3465"/>
                </a:moveTo>
                <a:lnTo>
                  <a:pt x="66" y="3487"/>
                </a:lnTo>
                <a:lnTo>
                  <a:pt x="66" y="0"/>
                </a:lnTo>
                <a:lnTo>
                  <a:pt x="0" y="0"/>
                </a:lnTo>
                <a:lnTo>
                  <a:pt x="0" y="3487"/>
                </a:lnTo>
                <a:lnTo>
                  <a:pt x="30" y="3510"/>
                </a:lnTo>
                <a:lnTo>
                  <a:pt x="0" y="3487"/>
                </a:lnTo>
                <a:lnTo>
                  <a:pt x="0" y="3510"/>
                </a:lnTo>
                <a:lnTo>
                  <a:pt x="30" y="3510"/>
                </a:lnTo>
                <a:lnTo>
                  <a:pt x="30" y="346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4" name="Freeform 118">
            <a:extLst>
              <a:ext uri="{FF2B5EF4-FFF2-40B4-BE49-F238E27FC236}">
                <a16:creationId xmlns:a16="http://schemas.microsoft.com/office/drawing/2014/main" id="{82B601B1-B993-C9AD-B8BB-B70BCF6CAA01}"/>
              </a:ext>
            </a:extLst>
          </p:cNvPr>
          <p:cNvSpPr>
            <a:spLocks noChangeArrowheads="1"/>
          </p:cNvSpPr>
          <p:nvPr/>
        </p:nvSpPr>
        <p:spPr bwMode="auto">
          <a:xfrm>
            <a:off x="6586538" y="6161088"/>
            <a:ext cx="158750" cy="15875"/>
          </a:xfrm>
          <a:custGeom>
            <a:avLst/>
            <a:gdLst>
              <a:gd name="T0" fmla="*/ 2147483646 w 442"/>
              <a:gd name="T1" fmla="*/ 921941683 h 45"/>
              <a:gd name="T2" fmla="*/ 2147483646 w 442"/>
              <a:gd name="T3" fmla="*/ 0 h 45"/>
              <a:gd name="T4" fmla="*/ 0 w 442"/>
              <a:gd name="T5" fmla="*/ 0 h 45"/>
              <a:gd name="T6" fmla="*/ 0 w 442"/>
              <a:gd name="T7" fmla="*/ 1931746200 h 45"/>
              <a:gd name="T8" fmla="*/ 2147483646 w 442"/>
              <a:gd name="T9" fmla="*/ 1931746200 h 45"/>
              <a:gd name="T10" fmla="*/ 2147483646 w 442"/>
              <a:gd name="T11" fmla="*/ 921941683 h 45"/>
              <a:gd name="T12" fmla="*/ 2147483646 w 442"/>
              <a:gd name="T13" fmla="*/ 1931746200 h 45"/>
              <a:gd name="T14" fmla="*/ 2147483646 w 442"/>
              <a:gd name="T15" fmla="*/ 1931746200 h 45"/>
              <a:gd name="T16" fmla="*/ 2147483646 w 442"/>
              <a:gd name="T17" fmla="*/ 921941683 h 45"/>
              <a:gd name="T18" fmla="*/ 2147483646 w 442"/>
              <a:gd name="T19" fmla="*/ 921941683 h 45"/>
              <a:gd name="T20" fmla="*/ 2147483646 w 442"/>
              <a:gd name="T21" fmla="*/ 921941683 h 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2"/>
              <a:gd name="T34" fmla="*/ 0 h 45"/>
              <a:gd name="T35" fmla="*/ 442 w 442"/>
              <a:gd name="T36" fmla="*/ 45 h 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2" h="45">
                <a:moveTo>
                  <a:pt x="405" y="21"/>
                </a:moveTo>
                <a:lnTo>
                  <a:pt x="441" y="0"/>
                </a:lnTo>
                <a:lnTo>
                  <a:pt x="0" y="0"/>
                </a:lnTo>
                <a:lnTo>
                  <a:pt x="0" y="44"/>
                </a:lnTo>
                <a:lnTo>
                  <a:pt x="441" y="44"/>
                </a:lnTo>
                <a:lnTo>
                  <a:pt x="441" y="21"/>
                </a:lnTo>
                <a:lnTo>
                  <a:pt x="441" y="44"/>
                </a:lnTo>
                <a:lnTo>
                  <a:pt x="441" y="21"/>
                </a:lnTo>
                <a:lnTo>
                  <a:pt x="405" y="21"/>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5" name="Freeform 119">
            <a:extLst>
              <a:ext uri="{FF2B5EF4-FFF2-40B4-BE49-F238E27FC236}">
                <a16:creationId xmlns:a16="http://schemas.microsoft.com/office/drawing/2014/main" id="{E54EF233-48B3-D996-3450-0ABD41D4E4B0}"/>
              </a:ext>
            </a:extLst>
          </p:cNvPr>
          <p:cNvSpPr>
            <a:spLocks noChangeArrowheads="1"/>
          </p:cNvSpPr>
          <p:nvPr/>
        </p:nvSpPr>
        <p:spPr bwMode="auto">
          <a:xfrm>
            <a:off x="6369050" y="5407025"/>
            <a:ext cx="107950" cy="201613"/>
          </a:xfrm>
          <a:custGeom>
            <a:avLst/>
            <a:gdLst>
              <a:gd name="T0" fmla="*/ 2147483646 w 301"/>
              <a:gd name="T1" fmla="*/ 2147483646 h 561"/>
              <a:gd name="T2" fmla="*/ 2147483646 w 301"/>
              <a:gd name="T3" fmla="*/ 2147483646 h 561"/>
              <a:gd name="T4" fmla="*/ 2147483646 w 301"/>
              <a:gd name="T5" fmla="*/ 2147483646 h 561"/>
              <a:gd name="T6" fmla="*/ 2147483646 w 301"/>
              <a:gd name="T7" fmla="*/ 2147483646 h 561"/>
              <a:gd name="T8" fmla="*/ 1337659735 w 301"/>
              <a:gd name="T9" fmla="*/ 2147483646 h 561"/>
              <a:gd name="T10" fmla="*/ 1337659735 w 301"/>
              <a:gd name="T11" fmla="*/ 2147483646 h 561"/>
              <a:gd name="T12" fmla="*/ 1337659735 w 301"/>
              <a:gd name="T13" fmla="*/ 2147483646 h 561"/>
              <a:gd name="T14" fmla="*/ 0 w 301"/>
              <a:gd name="T15" fmla="*/ 2147483646 h 561"/>
              <a:gd name="T16" fmla="*/ 0 w 301"/>
              <a:gd name="T17" fmla="*/ 2147483646 h 561"/>
              <a:gd name="T18" fmla="*/ 0 w 301"/>
              <a:gd name="T19" fmla="*/ 2147483646 h 561"/>
              <a:gd name="T20" fmla="*/ 1337659735 w 301"/>
              <a:gd name="T21" fmla="*/ 2147483646 h 561"/>
              <a:gd name="T22" fmla="*/ 1337659735 w 301"/>
              <a:gd name="T23" fmla="*/ 2147483646 h 561"/>
              <a:gd name="T24" fmla="*/ 1337659735 w 301"/>
              <a:gd name="T25" fmla="*/ 2147483646 h 561"/>
              <a:gd name="T26" fmla="*/ 2147483646 w 301"/>
              <a:gd name="T27" fmla="*/ 2147483646 h 561"/>
              <a:gd name="T28" fmla="*/ 2147483646 w 301"/>
              <a:gd name="T29" fmla="*/ 974732729 h 561"/>
              <a:gd name="T30" fmla="*/ 2147483646 w 301"/>
              <a:gd name="T31" fmla="*/ 0 h 561"/>
              <a:gd name="T32" fmla="*/ 2147483646 w 301"/>
              <a:gd name="T33" fmla="*/ 0 h 561"/>
              <a:gd name="T34" fmla="*/ 2147483646 w 301"/>
              <a:gd name="T35" fmla="*/ 0 h 561"/>
              <a:gd name="T36" fmla="*/ 2147483646 w 301"/>
              <a:gd name="T37" fmla="*/ 974732729 h 561"/>
              <a:gd name="T38" fmla="*/ 2147483646 w 301"/>
              <a:gd name="T39" fmla="*/ 2147483646 h 561"/>
              <a:gd name="T40" fmla="*/ 2147483646 w 301"/>
              <a:gd name="T41" fmla="*/ 2147483646 h 561"/>
              <a:gd name="T42" fmla="*/ 2147483646 w 301"/>
              <a:gd name="T43" fmla="*/ 2147483646 h 561"/>
              <a:gd name="T44" fmla="*/ 2147483646 w 301"/>
              <a:gd name="T45" fmla="*/ 2147483646 h 561"/>
              <a:gd name="T46" fmla="*/ 2147483646 w 301"/>
              <a:gd name="T47" fmla="*/ 2147483646 h 561"/>
              <a:gd name="T48" fmla="*/ 2147483646 w 301"/>
              <a:gd name="T49" fmla="*/ 2147483646 h 561"/>
              <a:gd name="T50" fmla="*/ 2147483646 w 301"/>
              <a:gd name="T51" fmla="*/ 2147483646 h 561"/>
              <a:gd name="T52" fmla="*/ 2147483646 w 301"/>
              <a:gd name="T53" fmla="*/ 2147483646 h 561"/>
              <a:gd name="T54" fmla="*/ 2147483646 w 301"/>
              <a:gd name="T55" fmla="*/ 2147483646 h 561"/>
              <a:gd name="T56" fmla="*/ 2147483646 w 301"/>
              <a:gd name="T57" fmla="*/ 2147483646 h 561"/>
              <a:gd name="T58" fmla="*/ 2147483646 w 301"/>
              <a:gd name="T59" fmla="*/ 2147483646 h 561"/>
              <a:gd name="T60" fmla="*/ 2147483646 w 301"/>
              <a:gd name="T61" fmla="*/ 2147483646 h 561"/>
              <a:gd name="T62" fmla="*/ 2147483646 w 301"/>
              <a:gd name="T63" fmla="*/ 2147483646 h 561"/>
              <a:gd name="T64" fmla="*/ 2147483646 w 301"/>
              <a:gd name="T65" fmla="*/ 2147483646 h 561"/>
              <a:gd name="T66" fmla="*/ 2147483646 w 301"/>
              <a:gd name="T67" fmla="*/ 2147483646 h 5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561"/>
              <a:gd name="T104" fmla="*/ 301 w 301"/>
              <a:gd name="T105" fmla="*/ 561 h 5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561">
                <a:moveTo>
                  <a:pt x="167" y="560"/>
                </a:moveTo>
                <a:lnTo>
                  <a:pt x="131" y="560"/>
                </a:lnTo>
                <a:lnTo>
                  <a:pt x="100" y="533"/>
                </a:lnTo>
                <a:lnTo>
                  <a:pt x="65" y="511"/>
                </a:lnTo>
                <a:lnTo>
                  <a:pt x="29" y="467"/>
                </a:lnTo>
                <a:lnTo>
                  <a:pt x="29" y="440"/>
                </a:lnTo>
                <a:lnTo>
                  <a:pt x="29" y="396"/>
                </a:lnTo>
                <a:lnTo>
                  <a:pt x="0" y="325"/>
                </a:lnTo>
                <a:lnTo>
                  <a:pt x="0" y="277"/>
                </a:lnTo>
                <a:lnTo>
                  <a:pt x="0" y="233"/>
                </a:lnTo>
                <a:lnTo>
                  <a:pt x="29" y="162"/>
                </a:lnTo>
                <a:lnTo>
                  <a:pt x="29" y="113"/>
                </a:lnTo>
                <a:lnTo>
                  <a:pt x="29" y="91"/>
                </a:lnTo>
                <a:lnTo>
                  <a:pt x="65" y="47"/>
                </a:lnTo>
                <a:lnTo>
                  <a:pt x="100" y="21"/>
                </a:lnTo>
                <a:lnTo>
                  <a:pt x="131" y="0"/>
                </a:lnTo>
                <a:lnTo>
                  <a:pt x="167" y="0"/>
                </a:lnTo>
                <a:lnTo>
                  <a:pt x="202" y="0"/>
                </a:lnTo>
                <a:lnTo>
                  <a:pt x="233" y="21"/>
                </a:lnTo>
                <a:lnTo>
                  <a:pt x="233" y="47"/>
                </a:lnTo>
                <a:lnTo>
                  <a:pt x="269" y="91"/>
                </a:lnTo>
                <a:lnTo>
                  <a:pt x="300" y="113"/>
                </a:lnTo>
                <a:lnTo>
                  <a:pt x="300" y="162"/>
                </a:lnTo>
                <a:lnTo>
                  <a:pt x="300" y="233"/>
                </a:lnTo>
                <a:lnTo>
                  <a:pt x="300" y="277"/>
                </a:lnTo>
                <a:lnTo>
                  <a:pt x="300" y="325"/>
                </a:lnTo>
                <a:lnTo>
                  <a:pt x="300" y="396"/>
                </a:lnTo>
                <a:lnTo>
                  <a:pt x="300" y="440"/>
                </a:lnTo>
                <a:lnTo>
                  <a:pt x="269" y="467"/>
                </a:lnTo>
                <a:lnTo>
                  <a:pt x="233" y="511"/>
                </a:lnTo>
                <a:lnTo>
                  <a:pt x="233" y="533"/>
                </a:lnTo>
                <a:lnTo>
                  <a:pt x="202" y="560"/>
                </a:lnTo>
                <a:lnTo>
                  <a:pt x="167" y="56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6" name="Freeform 120">
            <a:extLst>
              <a:ext uri="{FF2B5EF4-FFF2-40B4-BE49-F238E27FC236}">
                <a16:creationId xmlns:a16="http://schemas.microsoft.com/office/drawing/2014/main" id="{0C55DBCA-730E-2CC7-A8A4-2E94B0FEBA40}"/>
              </a:ext>
            </a:extLst>
          </p:cNvPr>
          <p:cNvSpPr>
            <a:spLocks noChangeArrowheads="1"/>
          </p:cNvSpPr>
          <p:nvPr/>
        </p:nvSpPr>
        <p:spPr bwMode="auto">
          <a:xfrm>
            <a:off x="6356350" y="5507038"/>
            <a:ext cx="73025" cy="111125"/>
          </a:xfrm>
          <a:custGeom>
            <a:avLst/>
            <a:gdLst>
              <a:gd name="T0" fmla="*/ 0 w 203"/>
              <a:gd name="T1" fmla="*/ 0 h 309"/>
              <a:gd name="T2" fmla="*/ 0 w 203"/>
              <a:gd name="T3" fmla="*/ 0 h 309"/>
              <a:gd name="T4" fmla="*/ 1629338476 w 203"/>
              <a:gd name="T5" fmla="*/ 2147483646 h 309"/>
              <a:gd name="T6" fmla="*/ 1629338476 w 203"/>
              <a:gd name="T7" fmla="*/ 2147483646 h 309"/>
              <a:gd name="T8" fmla="*/ 1629338476 w 203"/>
              <a:gd name="T9" fmla="*/ 2147483646 h 309"/>
              <a:gd name="T10" fmla="*/ 2147483646 w 203"/>
              <a:gd name="T11" fmla="*/ 2147483646 h 309"/>
              <a:gd name="T12" fmla="*/ 2147483646 w 203"/>
              <a:gd name="T13" fmla="*/ 2147483646 h 309"/>
              <a:gd name="T14" fmla="*/ 2147483646 w 203"/>
              <a:gd name="T15" fmla="*/ 2147483646 h 309"/>
              <a:gd name="T16" fmla="*/ 2147483646 w 203"/>
              <a:gd name="T17" fmla="*/ 2147483646 h 309"/>
              <a:gd name="T18" fmla="*/ 2147483646 w 203"/>
              <a:gd name="T19" fmla="*/ 2147483646 h 309"/>
              <a:gd name="T20" fmla="*/ 2147483646 w 203"/>
              <a:gd name="T21" fmla="*/ 2147483646 h 309"/>
              <a:gd name="T22" fmla="*/ 2147483646 w 203"/>
              <a:gd name="T23" fmla="*/ 2147483646 h 309"/>
              <a:gd name="T24" fmla="*/ 2147483646 w 203"/>
              <a:gd name="T25" fmla="*/ 2147483646 h 309"/>
              <a:gd name="T26" fmla="*/ 2147483646 w 203"/>
              <a:gd name="T27" fmla="*/ 2147483646 h 309"/>
              <a:gd name="T28" fmla="*/ 2147483646 w 203"/>
              <a:gd name="T29" fmla="*/ 2147483646 h 309"/>
              <a:gd name="T30" fmla="*/ 2147483646 w 203"/>
              <a:gd name="T31" fmla="*/ 2147483646 h 309"/>
              <a:gd name="T32" fmla="*/ 2147483646 w 203"/>
              <a:gd name="T33" fmla="*/ 2147483646 h 309"/>
              <a:gd name="T34" fmla="*/ 2147483646 w 203"/>
              <a:gd name="T35" fmla="*/ 2147483646 h 309"/>
              <a:gd name="T36" fmla="*/ 2147483646 w 203"/>
              <a:gd name="T37" fmla="*/ 0 h 309"/>
              <a:gd name="T38" fmla="*/ 2147483646 w 203"/>
              <a:gd name="T39" fmla="*/ 0 h 309"/>
              <a:gd name="T40" fmla="*/ 0 w 203"/>
              <a:gd name="T41" fmla="*/ 0 h 309"/>
              <a:gd name="T42" fmla="*/ 0 w 203"/>
              <a:gd name="T43" fmla="*/ 0 h 3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03"/>
              <a:gd name="T67" fmla="*/ 0 h 309"/>
              <a:gd name="T68" fmla="*/ 203 w 203"/>
              <a:gd name="T69" fmla="*/ 309 h 3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03" h="309">
                <a:moveTo>
                  <a:pt x="0" y="0"/>
                </a:moveTo>
                <a:lnTo>
                  <a:pt x="0" y="0"/>
                </a:lnTo>
                <a:lnTo>
                  <a:pt x="35" y="48"/>
                </a:lnTo>
                <a:lnTo>
                  <a:pt x="35" y="120"/>
                </a:lnTo>
                <a:lnTo>
                  <a:pt x="35" y="165"/>
                </a:lnTo>
                <a:lnTo>
                  <a:pt x="66" y="214"/>
                </a:lnTo>
                <a:lnTo>
                  <a:pt x="101" y="237"/>
                </a:lnTo>
                <a:lnTo>
                  <a:pt x="101" y="259"/>
                </a:lnTo>
                <a:lnTo>
                  <a:pt x="167" y="285"/>
                </a:lnTo>
                <a:lnTo>
                  <a:pt x="202" y="308"/>
                </a:lnTo>
                <a:lnTo>
                  <a:pt x="202" y="259"/>
                </a:lnTo>
                <a:lnTo>
                  <a:pt x="167" y="259"/>
                </a:lnTo>
                <a:lnTo>
                  <a:pt x="167" y="237"/>
                </a:lnTo>
                <a:lnTo>
                  <a:pt x="136" y="214"/>
                </a:lnTo>
                <a:lnTo>
                  <a:pt x="101" y="191"/>
                </a:lnTo>
                <a:lnTo>
                  <a:pt x="101" y="142"/>
                </a:lnTo>
                <a:lnTo>
                  <a:pt x="66" y="97"/>
                </a:lnTo>
                <a:lnTo>
                  <a:pt x="66" y="48"/>
                </a:lnTo>
                <a:lnTo>
                  <a:pt x="66"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7" name="Freeform 121">
            <a:extLst>
              <a:ext uri="{FF2B5EF4-FFF2-40B4-BE49-F238E27FC236}">
                <a16:creationId xmlns:a16="http://schemas.microsoft.com/office/drawing/2014/main" id="{B28CB566-DCB0-4F98-1CC8-8FDDFA9DA7C6}"/>
              </a:ext>
            </a:extLst>
          </p:cNvPr>
          <p:cNvSpPr>
            <a:spLocks noChangeArrowheads="1"/>
          </p:cNvSpPr>
          <p:nvPr/>
        </p:nvSpPr>
        <p:spPr bwMode="auto">
          <a:xfrm>
            <a:off x="6356350" y="5399088"/>
            <a:ext cx="73025" cy="107950"/>
          </a:xfrm>
          <a:custGeom>
            <a:avLst/>
            <a:gdLst>
              <a:gd name="T0" fmla="*/ 2147483646 w 203"/>
              <a:gd name="T1" fmla="*/ 0 h 301"/>
              <a:gd name="T2" fmla="*/ 2147483646 w 203"/>
              <a:gd name="T3" fmla="*/ 0 h 301"/>
              <a:gd name="T4" fmla="*/ 2147483646 w 203"/>
              <a:gd name="T5" fmla="*/ 968645392 h 301"/>
              <a:gd name="T6" fmla="*/ 2147483646 w 203"/>
              <a:gd name="T7" fmla="*/ 1983466127 h 301"/>
              <a:gd name="T8" fmla="*/ 2147483646 w 203"/>
              <a:gd name="T9" fmla="*/ 2147483646 h 301"/>
              <a:gd name="T10" fmla="*/ 2147483646 w 203"/>
              <a:gd name="T11" fmla="*/ 2147483646 h 301"/>
              <a:gd name="T12" fmla="*/ 1629338476 w 203"/>
              <a:gd name="T13" fmla="*/ 2147483646 h 301"/>
              <a:gd name="T14" fmla="*/ 1629338476 w 203"/>
              <a:gd name="T15" fmla="*/ 2147483646 h 301"/>
              <a:gd name="T16" fmla="*/ 1629338476 w 203"/>
              <a:gd name="T17" fmla="*/ 2147483646 h 301"/>
              <a:gd name="T18" fmla="*/ 0 w 203"/>
              <a:gd name="T19" fmla="*/ 2147483646 h 301"/>
              <a:gd name="T20" fmla="*/ 2147483646 w 203"/>
              <a:gd name="T21" fmla="*/ 2147483646 h 301"/>
              <a:gd name="T22" fmla="*/ 2147483646 w 203"/>
              <a:gd name="T23" fmla="*/ 2147483646 h 301"/>
              <a:gd name="T24" fmla="*/ 2147483646 w 203"/>
              <a:gd name="T25" fmla="*/ 2147483646 h 301"/>
              <a:gd name="T26" fmla="*/ 2147483646 w 203"/>
              <a:gd name="T27" fmla="*/ 2147483646 h 301"/>
              <a:gd name="T28" fmla="*/ 2147483646 w 203"/>
              <a:gd name="T29" fmla="*/ 2147483646 h 301"/>
              <a:gd name="T30" fmla="*/ 2147483646 w 203"/>
              <a:gd name="T31" fmla="*/ 2147483646 h 301"/>
              <a:gd name="T32" fmla="*/ 2147483646 w 203"/>
              <a:gd name="T33" fmla="*/ 2147483646 h 301"/>
              <a:gd name="T34" fmla="*/ 2147483646 w 203"/>
              <a:gd name="T35" fmla="*/ 1983466127 h 301"/>
              <a:gd name="T36" fmla="*/ 2147483646 w 203"/>
              <a:gd name="T37" fmla="*/ 1983466127 h 301"/>
              <a:gd name="T38" fmla="*/ 2147483646 w 203"/>
              <a:gd name="T39" fmla="*/ 1983466127 h 301"/>
              <a:gd name="T40" fmla="*/ 2147483646 w 203"/>
              <a:gd name="T41" fmla="*/ 0 h 301"/>
              <a:gd name="T42" fmla="*/ 2147483646 w 203"/>
              <a:gd name="T43" fmla="*/ 0 h 30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03"/>
              <a:gd name="T67" fmla="*/ 0 h 301"/>
              <a:gd name="T68" fmla="*/ 203 w 203"/>
              <a:gd name="T69" fmla="*/ 301 h 30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03" h="301">
                <a:moveTo>
                  <a:pt x="202" y="0"/>
                </a:moveTo>
                <a:lnTo>
                  <a:pt x="202" y="0"/>
                </a:lnTo>
                <a:lnTo>
                  <a:pt x="167" y="21"/>
                </a:lnTo>
                <a:lnTo>
                  <a:pt x="101" y="43"/>
                </a:lnTo>
                <a:lnTo>
                  <a:pt x="101" y="69"/>
                </a:lnTo>
                <a:lnTo>
                  <a:pt x="66" y="91"/>
                </a:lnTo>
                <a:lnTo>
                  <a:pt x="35" y="136"/>
                </a:lnTo>
                <a:lnTo>
                  <a:pt x="35" y="184"/>
                </a:lnTo>
                <a:lnTo>
                  <a:pt x="35" y="255"/>
                </a:lnTo>
                <a:lnTo>
                  <a:pt x="0" y="300"/>
                </a:lnTo>
                <a:lnTo>
                  <a:pt x="66" y="300"/>
                </a:lnTo>
                <a:lnTo>
                  <a:pt x="66" y="255"/>
                </a:lnTo>
                <a:lnTo>
                  <a:pt x="66" y="207"/>
                </a:lnTo>
                <a:lnTo>
                  <a:pt x="101" y="136"/>
                </a:lnTo>
                <a:lnTo>
                  <a:pt x="101" y="114"/>
                </a:lnTo>
                <a:lnTo>
                  <a:pt x="136" y="91"/>
                </a:lnTo>
                <a:lnTo>
                  <a:pt x="167" y="69"/>
                </a:lnTo>
                <a:lnTo>
                  <a:pt x="167" y="43"/>
                </a:lnTo>
                <a:lnTo>
                  <a:pt x="202" y="43"/>
                </a:lnTo>
                <a:lnTo>
                  <a:pt x="202"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8" name="Freeform 122">
            <a:extLst>
              <a:ext uri="{FF2B5EF4-FFF2-40B4-BE49-F238E27FC236}">
                <a16:creationId xmlns:a16="http://schemas.microsoft.com/office/drawing/2014/main" id="{2FE48BE6-4B2A-50D8-39DC-3F36BB1B80C9}"/>
              </a:ext>
            </a:extLst>
          </p:cNvPr>
          <p:cNvSpPr>
            <a:spLocks noChangeArrowheads="1"/>
          </p:cNvSpPr>
          <p:nvPr/>
        </p:nvSpPr>
        <p:spPr bwMode="auto">
          <a:xfrm>
            <a:off x="6429375" y="5399088"/>
            <a:ext cx="61913" cy="107950"/>
          </a:xfrm>
          <a:custGeom>
            <a:avLst/>
            <a:gdLst>
              <a:gd name="T0" fmla="*/ 2147483646 w 172"/>
              <a:gd name="T1" fmla="*/ 2147483646 h 301"/>
              <a:gd name="T2" fmla="*/ 2147483646 w 172"/>
              <a:gd name="T3" fmla="*/ 2147483646 h 301"/>
              <a:gd name="T4" fmla="*/ 2147483646 w 172"/>
              <a:gd name="T5" fmla="*/ 2147483646 h 301"/>
              <a:gd name="T6" fmla="*/ 2147483646 w 172"/>
              <a:gd name="T7" fmla="*/ 2147483646 h 301"/>
              <a:gd name="T8" fmla="*/ 2147483646 w 172"/>
              <a:gd name="T9" fmla="*/ 2147483646 h 301"/>
              <a:gd name="T10" fmla="*/ 2147483646 w 172"/>
              <a:gd name="T11" fmla="*/ 2147483646 h 301"/>
              <a:gd name="T12" fmla="*/ 2147483646 w 172"/>
              <a:gd name="T13" fmla="*/ 2147483646 h 301"/>
              <a:gd name="T14" fmla="*/ 2147483646 w 172"/>
              <a:gd name="T15" fmla="*/ 1983466127 h 301"/>
              <a:gd name="T16" fmla="*/ 1632461151 w 172"/>
              <a:gd name="T17" fmla="*/ 968645392 h 301"/>
              <a:gd name="T18" fmla="*/ 0 w 172"/>
              <a:gd name="T19" fmla="*/ 0 h 301"/>
              <a:gd name="T20" fmla="*/ 0 w 172"/>
              <a:gd name="T21" fmla="*/ 1983466127 h 301"/>
              <a:gd name="T22" fmla="*/ 0 w 172"/>
              <a:gd name="T23" fmla="*/ 1983466127 h 301"/>
              <a:gd name="T24" fmla="*/ 1632461151 w 172"/>
              <a:gd name="T25" fmla="*/ 2147483646 h 301"/>
              <a:gd name="T26" fmla="*/ 2147483646 w 172"/>
              <a:gd name="T27" fmla="*/ 2147483646 h 301"/>
              <a:gd name="T28" fmla="*/ 2147483646 w 172"/>
              <a:gd name="T29" fmla="*/ 2147483646 h 301"/>
              <a:gd name="T30" fmla="*/ 2147483646 w 172"/>
              <a:gd name="T31" fmla="*/ 2147483646 h 301"/>
              <a:gd name="T32" fmla="*/ 2147483646 w 172"/>
              <a:gd name="T33" fmla="*/ 2147483646 h 301"/>
              <a:gd name="T34" fmla="*/ 2147483646 w 172"/>
              <a:gd name="T35" fmla="*/ 2147483646 h 301"/>
              <a:gd name="T36" fmla="*/ 2147483646 w 172"/>
              <a:gd name="T37" fmla="*/ 2147483646 h 301"/>
              <a:gd name="T38" fmla="*/ 2147483646 w 172"/>
              <a:gd name="T39" fmla="*/ 2147483646 h 301"/>
              <a:gd name="T40" fmla="*/ 2147483646 w 172"/>
              <a:gd name="T41" fmla="*/ 2147483646 h 301"/>
              <a:gd name="T42" fmla="*/ 2147483646 w 172"/>
              <a:gd name="T43" fmla="*/ 2147483646 h 30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
              <a:gd name="T67" fmla="*/ 0 h 301"/>
              <a:gd name="T68" fmla="*/ 172 w 172"/>
              <a:gd name="T69" fmla="*/ 301 h 30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 h="301">
                <a:moveTo>
                  <a:pt x="171" y="300"/>
                </a:moveTo>
                <a:lnTo>
                  <a:pt x="171" y="300"/>
                </a:lnTo>
                <a:lnTo>
                  <a:pt x="171" y="255"/>
                </a:lnTo>
                <a:lnTo>
                  <a:pt x="171" y="184"/>
                </a:lnTo>
                <a:lnTo>
                  <a:pt x="135" y="136"/>
                </a:lnTo>
                <a:lnTo>
                  <a:pt x="135" y="91"/>
                </a:lnTo>
                <a:lnTo>
                  <a:pt x="103" y="69"/>
                </a:lnTo>
                <a:lnTo>
                  <a:pt x="67" y="43"/>
                </a:lnTo>
                <a:lnTo>
                  <a:pt x="35" y="21"/>
                </a:lnTo>
                <a:lnTo>
                  <a:pt x="0" y="0"/>
                </a:lnTo>
                <a:lnTo>
                  <a:pt x="0" y="43"/>
                </a:lnTo>
                <a:lnTo>
                  <a:pt x="35" y="69"/>
                </a:lnTo>
                <a:lnTo>
                  <a:pt x="67" y="91"/>
                </a:lnTo>
                <a:lnTo>
                  <a:pt x="67" y="114"/>
                </a:lnTo>
                <a:lnTo>
                  <a:pt x="103" y="136"/>
                </a:lnTo>
                <a:lnTo>
                  <a:pt x="103" y="207"/>
                </a:lnTo>
                <a:lnTo>
                  <a:pt x="135" y="255"/>
                </a:lnTo>
                <a:lnTo>
                  <a:pt x="135" y="300"/>
                </a:lnTo>
                <a:lnTo>
                  <a:pt x="171" y="30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19" name="Freeform 123">
            <a:extLst>
              <a:ext uri="{FF2B5EF4-FFF2-40B4-BE49-F238E27FC236}">
                <a16:creationId xmlns:a16="http://schemas.microsoft.com/office/drawing/2014/main" id="{BF460C21-23D6-9335-A521-B22595688CBC}"/>
              </a:ext>
            </a:extLst>
          </p:cNvPr>
          <p:cNvSpPr>
            <a:spLocks noChangeArrowheads="1"/>
          </p:cNvSpPr>
          <p:nvPr/>
        </p:nvSpPr>
        <p:spPr bwMode="auto">
          <a:xfrm>
            <a:off x="6429375" y="5507038"/>
            <a:ext cx="61913" cy="111125"/>
          </a:xfrm>
          <a:custGeom>
            <a:avLst/>
            <a:gdLst>
              <a:gd name="T0" fmla="*/ 0 w 172"/>
              <a:gd name="T1" fmla="*/ 2147483646 h 309"/>
              <a:gd name="T2" fmla="*/ 0 w 172"/>
              <a:gd name="T3" fmla="*/ 2147483646 h 309"/>
              <a:gd name="T4" fmla="*/ 1632461151 w 172"/>
              <a:gd name="T5" fmla="*/ 2147483646 h 309"/>
              <a:gd name="T6" fmla="*/ 2147483646 w 172"/>
              <a:gd name="T7" fmla="*/ 2147483646 h 309"/>
              <a:gd name="T8" fmla="*/ 2147483646 w 172"/>
              <a:gd name="T9" fmla="*/ 2147483646 h 309"/>
              <a:gd name="T10" fmla="*/ 2147483646 w 172"/>
              <a:gd name="T11" fmla="*/ 2147483646 h 309"/>
              <a:gd name="T12" fmla="*/ 2147483646 w 172"/>
              <a:gd name="T13" fmla="*/ 2147483646 h 309"/>
              <a:gd name="T14" fmla="*/ 2147483646 w 172"/>
              <a:gd name="T15" fmla="*/ 2147483646 h 309"/>
              <a:gd name="T16" fmla="*/ 2147483646 w 172"/>
              <a:gd name="T17" fmla="*/ 2147483646 h 309"/>
              <a:gd name="T18" fmla="*/ 2147483646 w 172"/>
              <a:gd name="T19" fmla="*/ 0 h 309"/>
              <a:gd name="T20" fmla="*/ 2147483646 w 172"/>
              <a:gd name="T21" fmla="*/ 0 h 309"/>
              <a:gd name="T22" fmla="*/ 2147483646 w 172"/>
              <a:gd name="T23" fmla="*/ 2147483646 h 309"/>
              <a:gd name="T24" fmla="*/ 2147483646 w 172"/>
              <a:gd name="T25" fmla="*/ 2147483646 h 309"/>
              <a:gd name="T26" fmla="*/ 2147483646 w 172"/>
              <a:gd name="T27" fmla="*/ 2147483646 h 309"/>
              <a:gd name="T28" fmla="*/ 2147483646 w 172"/>
              <a:gd name="T29" fmla="*/ 2147483646 h 309"/>
              <a:gd name="T30" fmla="*/ 2147483646 w 172"/>
              <a:gd name="T31" fmla="*/ 2147483646 h 309"/>
              <a:gd name="T32" fmla="*/ 1632461151 w 172"/>
              <a:gd name="T33" fmla="*/ 2147483646 h 309"/>
              <a:gd name="T34" fmla="*/ 0 w 172"/>
              <a:gd name="T35" fmla="*/ 2147483646 h 309"/>
              <a:gd name="T36" fmla="*/ 0 w 172"/>
              <a:gd name="T37" fmla="*/ 2147483646 h 309"/>
              <a:gd name="T38" fmla="*/ 0 w 172"/>
              <a:gd name="T39" fmla="*/ 2147483646 h 309"/>
              <a:gd name="T40" fmla="*/ 0 w 172"/>
              <a:gd name="T41" fmla="*/ 2147483646 h 309"/>
              <a:gd name="T42" fmla="*/ 0 w 172"/>
              <a:gd name="T43" fmla="*/ 2147483646 h 3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
              <a:gd name="T67" fmla="*/ 0 h 309"/>
              <a:gd name="T68" fmla="*/ 172 w 172"/>
              <a:gd name="T69" fmla="*/ 309 h 3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 h="309">
                <a:moveTo>
                  <a:pt x="0" y="308"/>
                </a:moveTo>
                <a:lnTo>
                  <a:pt x="0" y="308"/>
                </a:lnTo>
                <a:lnTo>
                  <a:pt x="35" y="285"/>
                </a:lnTo>
                <a:lnTo>
                  <a:pt x="67" y="259"/>
                </a:lnTo>
                <a:lnTo>
                  <a:pt x="103" y="237"/>
                </a:lnTo>
                <a:lnTo>
                  <a:pt x="135" y="214"/>
                </a:lnTo>
                <a:lnTo>
                  <a:pt x="135" y="165"/>
                </a:lnTo>
                <a:lnTo>
                  <a:pt x="171" y="120"/>
                </a:lnTo>
                <a:lnTo>
                  <a:pt x="171" y="48"/>
                </a:lnTo>
                <a:lnTo>
                  <a:pt x="171" y="0"/>
                </a:lnTo>
                <a:lnTo>
                  <a:pt x="135" y="0"/>
                </a:lnTo>
                <a:lnTo>
                  <a:pt x="135" y="48"/>
                </a:lnTo>
                <a:lnTo>
                  <a:pt x="103" y="97"/>
                </a:lnTo>
                <a:lnTo>
                  <a:pt x="103" y="142"/>
                </a:lnTo>
                <a:lnTo>
                  <a:pt x="67" y="191"/>
                </a:lnTo>
                <a:lnTo>
                  <a:pt x="67" y="214"/>
                </a:lnTo>
                <a:lnTo>
                  <a:pt x="35" y="237"/>
                </a:lnTo>
                <a:lnTo>
                  <a:pt x="0" y="259"/>
                </a:lnTo>
                <a:lnTo>
                  <a:pt x="0" y="308"/>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0" name="Freeform 124">
            <a:extLst>
              <a:ext uri="{FF2B5EF4-FFF2-40B4-BE49-F238E27FC236}">
                <a16:creationId xmlns:a16="http://schemas.microsoft.com/office/drawing/2014/main" id="{6B1EAC3A-C516-C89E-C549-31E07BD76164}"/>
              </a:ext>
            </a:extLst>
          </p:cNvPr>
          <p:cNvSpPr>
            <a:spLocks noChangeArrowheads="1"/>
          </p:cNvSpPr>
          <p:nvPr/>
        </p:nvSpPr>
        <p:spPr bwMode="auto">
          <a:xfrm>
            <a:off x="6283325" y="5448300"/>
            <a:ext cx="158750" cy="117475"/>
          </a:xfrm>
          <a:custGeom>
            <a:avLst/>
            <a:gdLst>
              <a:gd name="T0" fmla="*/ 2147483646 w 442"/>
              <a:gd name="T1" fmla="*/ 2147483646 h 327"/>
              <a:gd name="T2" fmla="*/ 2147483646 w 442"/>
              <a:gd name="T3" fmla="*/ 2147483646 h 327"/>
              <a:gd name="T4" fmla="*/ 1575323300 w 442"/>
              <a:gd name="T5" fmla="*/ 2147483646 h 327"/>
              <a:gd name="T6" fmla="*/ 0 w 442"/>
              <a:gd name="T7" fmla="*/ 2147483646 h 327"/>
              <a:gd name="T8" fmla="*/ 0 w 442"/>
              <a:gd name="T9" fmla="*/ 2147483646 h 327"/>
              <a:gd name="T10" fmla="*/ 0 w 442"/>
              <a:gd name="T11" fmla="*/ 2147483646 h 327"/>
              <a:gd name="T12" fmla="*/ 1575323300 w 442"/>
              <a:gd name="T13" fmla="*/ 2147483646 h 327"/>
              <a:gd name="T14" fmla="*/ 2147483646 w 442"/>
              <a:gd name="T15" fmla="*/ 0 h 327"/>
              <a:gd name="T16" fmla="*/ 2147483646 w 442"/>
              <a:gd name="T17" fmla="*/ 0 h 327"/>
              <a:gd name="T18" fmla="*/ 2147483646 w 442"/>
              <a:gd name="T19" fmla="*/ 0 h 327"/>
              <a:gd name="T20" fmla="*/ 2147483646 w 442"/>
              <a:gd name="T21" fmla="*/ 0 h 327"/>
              <a:gd name="T22" fmla="*/ 2147483646 w 442"/>
              <a:gd name="T23" fmla="*/ 2147483646 h 327"/>
              <a:gd name="T24" fmla="*/ 2147483646 w 442"/>
              <a:gd name="T25" fmla="*/ 2147483646 h 327"/>
              <a:gd name="T26" fmla="*/ 2147483646 w 442"/>
              <a:gd name="T27" fmla="*/ 2147483646 h 327"/>
              <a:gd name="T28" fmla="*/ 2147483646 w 442"/>
              <a:gd name="T29" fmla="*/ 2147483646 h 327"/>
              <a:gd name="T30" fmla="*/ 2147483646 w 442"/>
              <a:gd name="T31" fmla="*/ 2147483646 h 327"/>
              <a:gd name="T32" fmla="*/ 2147483646 w 442"/>
              <a:gd name="T33" fmla="*/ 2147483646 h 327"/>
              <a:gd name="T34" fmla="*/ 2147483646 w 442"/>
              <a:gd name="T35" fmla="*/ 2147483646 h 327"/>
              <a:gd name="T36" fmla="*/ 2147483646 w 442"/>
              <a:gd name="T37" fmla="*/ 2147483646 h 327"/>
              <a:gd name="T38" fmla="*/ 2147483646 w 442"/>
              <a:gd name="T39" fmla="*/ 2147483646 h 32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2"/>
              <a:gd name="T61" fmla="*/ 0 h 327"/>
              <a:gd name="T62" fmla="*/ 442 w 442"/>
              <a:gd name="T63" fmla="*/ 327 h 32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2" h="327">
                <a:moveTo>
                  <a:pt x="100" y="326"/>
                </a:moveTo>
                <a:lnTo>
                  <a:pt x="69" y="326"/>
                </a:lnTo>
                <a:lnTo>
                  <a:pt x="34" y="281"/>
                </a:lnTo>
                <a:lnTo>
                  <a:pt x="0" y="233"/>
                </a:lnTo>
                <a:lnTo>
                  <a:pt x="0" y="162"/>
                </a:lnTo>
                <a:lnTo>
                  <a:pt x="0" y="96"/>
                </a:lnTo>
                <a:lnTo>
                  <a:pt x="34" y="47"/>
                </a:lnTo>
                <a:lnTo>
                  <a:pt x="69" y="0"/>
                </a:lnTo>
                <a:lnTo>
                  <a:pt x="100" y="0"/>
                </a:lnTo>
                <a:lnTo>
                  <a:pt x="339" y="0"/>
                </a:lnTo>
                <a:lnTo>
                  <a:pt x="370" y="0"/>
                </a:lnTo>
                <a:lnTo>
                  <a:pt x="405" y="47"/>
                </a:lnTo>
                <a:lnTo>
                  <a:pt x="441" y="96"/>
                </a:lnTo>
                <a:lnTo>
                  <a:pt x="441" y="162"/>
                </a:lnTo>
                <a:lnTo>
                  <a:pt x="441" y="233"/>
                </a:lnTo>
                <a:lnTo>
                  <a:pt x="405" y="281"/>
                </a:lnTo>
                <a:lnTo>
                  <a:pt x="370" y="326"/>
                </a:lnTo>
                <a:lnTo>
                  <a:pt x="339" y="326"/>
                </a:lnTo>
                <a:lnTo>
                  <a:pt x="100" y="326"/>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1" name="Freeform 125">
            <a:extLst>
              <a:ext uri="{FF2B5EF4-FFF2-40B4-BE49-F238E27FC236}">
                <a16:creationId xmlns:a16="http://schemas.microsoft.com/office/drawing/2014/main" id="{30ABE625-1FB3-5AF8-EC16-7B7B5F1613B0}"/>
              </a:ext>
            </a:extLst>
          </p:cNvPr>
          <p:cNvSpPr>
            <a:spLocks noChangeArrowheads="1"/>
          </p:cNvSpPr>
          <p:nvPr/>
        </p:nvSpPr>
        <p:spPr bwMode="auto">
          <a:xfrm>
            <a:off x="6272213" y="5507038"/>
            <a:ext cx="47625" cy="69850"/>
          </a:xfrm>
          <a:custGeom>
            <a:avLst/>
            <a:gdLst>
              <a:gd name="T0" fmla="*/ 0 w 133"/>
              <a:gd name="T1" fmla="*/ 0 h 194"/>
              <a:gd name="T2" fmla="*/ 0 w 133"/>
              <a:gd name="T3" fmla="*/ 0 h 194"/>
              <a:gd name="T4" fmla="*/ 1377373726 w 133"/>
              <a:gd name="T5" fmla="*/ 2147483646 h 194"/>
              <a:gd name="T6" fmla="*/ 1377373726 w 133"/>
              <a:gd name="T7" fmla="*/ 2147483646 h 194"/>
              <a:gd name="T8" fmla="*/ 2147483646 w 133"/>
              <a:gd name="T9" fmla="*/ 2147483646 h 194"/>
              <a:gd name="T10" fmla="*/ 2147483646 w 133"/>
              <a:gd name="T11" fmla="*/ 2147483646 h 194"/>
              <a:gd name="T12" fmla="*/ 2147483646 w 133"/>
              <a:gd name="T13" fmla="*/ 2147483646 h 194"/>
              <a:gd name="T14" fmla="*/ 2147483646 w 133"/>
              <a:gd name="T15" fmla="*/ 2147483646 h 194"/>
              <a:gd name="T16" fmla="*/ 2147483646 w 133"/>
              <a:gd name="T17" fmla="*/ 2147483646 h 194"/>
              <a:gd name="T18" fmla="*/ 2147483646 w 133"/>
              <a:gd name="T19" fmla="*/ 2147483646 h 194"/>
              <a:gd name="T20" fmla="*/ 2147483646 w 133"/>
              <a:gd name="T21" fmla="*/ 0 h 194"/>
              <a:gd name="T22" fmla="*/ 2147483646 w 133"/>
              <a:gd name="T23" fmla="*/ 0 h 194"/>
              <a:gd name="T24" fmla="*/ 0 w 133"/>
              <a:gd name="T25" fmla="*/ 0 h 194"/>
              <a:gd name="T26" fmla="*/ 0 w 133"/>
              <a:gd name="T27" fmla="*/ 0 h 1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94"/>
              <a:gd name="T44" fmla="*/ 133 w 133"/>
              <a:gd name="T45" fmla="*/ 194 h 1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94">
                <a:moveTo>
                  <a:pt x="0" y="0"/>
                </a:moveTo>
                <a:lnTo>
                  <a:pt x="0" y="0"/>
                </a:lnTo>
                <a:lnTo>
                  <a:pt x="30" y="72"/>
                </a:lnTo>
                <a:lnTo>
                  <a:pt x="30" y="120"/>
                </a:lnTo>
                <a:lnTo>
                  <a:pt x="65" y="166"/>
                </a:lnTo>
                <a:lnTo>
                  <a:pt x="132" y="193"/>
                </a:lnTo>
                <a:lnTo>
                  <a:pt x="132" y="144"/>
                </a:lnTo>
                <a:lnTo>
                  <a:pt x="100" y="144"/>
                </a:lnTo>
                <a:lnTo>
                  <a:pt x="100" y="120"/>
                </a:lnTo>
                <a:lnTo>
                  <a:pt x="65" y="72"/>
                </a:lnTo>
                <a:lnTo>
                  <a:pt x="65"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2" name="Freeform 126">
            <a:extLst>
              <a:ext uri="{FF2B5EF4-FFF2-40B4-BE49-F238E27FC236}">
                <a16:creationId xmlns:a16="http://schemas.microsoft.com/office/drawing/2014/main" id="{F9BF4943-E35D-BF81-1CF8-F3AEC3299739}"/>
              </a:ext>
            </a:extLst>
          </p:cNvPr>
          <p:cNvSpPr>
            <a:spLocks noChangeArrowheads="1"/>
          </p:cNvSpPr>
          <p:nvPr/>
        </p:nvSpPr>
        <p:spPr bwMode="auto">
          <a:xfrm>
            <a:off x="6272213" y="5440363"/>
            <a:ext cx="47625" cy="66675"/>
          </a:xfrm>
          <a:custGeom>
            <a:avLst/>
            <a:gdLst>
              <a:gd name="T0" fmla="*/ 2147483646 w 133"/>
              <a:gd name="T1" fmla="*/ 0 h 186"/>
              <a:gd name="T2" fmla="*/ 2147483646 w 133"/>
              <a:gd name="T3" fmla="*/ 0 h 186"/>
              <a:gd name="T4" fmla="*/ 2147483646 w 133"/>
              <a:gd name="T5" fmla="*/ 967341333 h 186"/>
              <a:gd name="T6" fmla="*/ 1377373726 w 133"/>
              <a:gd name="T7" fmla="*/ 2147483646 h 186"/>
              <a:gd name="T8" fmla="*/ 1377373726 w 133"/>
              <a:gd name="T9" fmla="*/ 2147483646 h 186"/>
              <a:gd name="T10" fmla="*/ 0 w 133"/>
              <a:gd name="T11" fmla="*/ 2147483646 h 186"/>
              <a:gd name="T12" fmla="*/ 2147483646 w 133"/>
              <a:gd name="T13" fmla="*/ 2147483646 h 186"/>
              <a:gd name="T14" fmla="*/ 2147483646 w 133"/>
              <a:gd name="T15" fmla="*/ 2147483646 h 186"/>
              <a:gd name="T16" fmla="*/ 2147483646 w 133"/>
              <a:gd name="T17" fmla="*/ 2147483646 h 186"/>
              <a:gd name="T18" fmla="*/ 2147483646 w 133"/>
              <a:gd name="T19" fmla="*/ 2147483646 h 186"/>
              <a:gd name="T20" fmla="*/ 2147483646 w 133"/>
              <a:gd name="T21" fmla="*/ 2147483646 h 186"/>
              <a:gd name="T22" fmla="*/ 2147483646 w 133"/>
              <a:gd name="T23" fmla="*/ 2147483646 h 186"/>
              <a:gd name="T24" fmla="*/ 2147483646 w 133"/>
              <a:gd name="T25" fmla="*/ 0 h 186"/>
              <a:gd name="T26" fmla="*/ 2147483646 w 133"/>
              <a:gd name="T27" fmla="*/ 0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86"/>
              <a:gd name="T44" fmla="*/ 133 w 133"/>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86">
                <a:moveTo>
                  <a:pt x="132" y="0"/>
                </a:moveTo>
                <a:lnTo>
                  <a:pt x="132" y="0"/>
                </a:lnTo>
                <a:lnTo>
                  <a:pt x="65" y="21"/>
                </a:lnTo>
                <a:lnTo>
                  <a:pt x="30" y="69"/>
                </a:lnTo>
                <a:lnTo>
                  <a:pt x="30" y="118"/>
                </a:lnTo>
                <a:lnTo>
                  <a:pt x="0" y="185"/>
                </a:lnTo>
                <a:lnTo>
                  <a:pt x="65" y="185"/>
                </a:lnTo>
                <a:lnTo>
                  <a:pt x="65" y="118"/>
                </a:lnTo>
                <a:lnTo>
                  <a:pt x="100" y="69"/>
                </a:lnTo>
                <a:lnTo>
                  <a:pt x="100" y="47"/>
                </a:lnTo>
                <a:lnTo>
                  <a:pt x="132" y="47"/>
                </a:lnTo>
                <a:lnTo>
                  <a:pt x="132"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3" name="Freeform 127">
            <a:extLst>
              <a:ext uri="{FF2B5EF4-FFF2-40B4-BE49-F238E27FC236}">
                <a16:creationId xmlns:a16="http://schemas.microsoft.com/office/drawing/2014/main" id="{BCACB6D2-0020-DA90-3159-6E57A35A57FF}"/>
              </a:ext>
            </a:extLst>
          </p:cNvPr>
          <p:cNvSpPr>
            <a:spLocks noChangeArrowheads="1"/>
          </p:cNvSpPr>
          <p:nvPr/>
        </p:nvSpPr>
        <p:spPr bwMode="auto">
          <a:xfrm>
            <a:off x="6319838" y="5440363"/>
            <a:ext cx="85725" cy="19050"/>
          </a:xfrm>
          <a:custGeom>
            <a:avLst/>
            <a:gdLst>
              <a:gd name="T0" fmla="*/ 2147483646 w 239"/>
              <a:gd name="T1" fmla="*/ 0 h 53"/>
              <a:gd name="T2" fmla="*/ 2147483646 w 239"/>
              <a:gd name="T3" fmla="*/ 0 h 53"/>
              <a:gd name="T4" fmla="*/ 0 w 239"/>
              <a:gd name="T5" fmla="*/ 0 h 53"/>
              <a:gd name="T6" fmla="*/ 0 w 239"/>
              <a:gd name="T7" fmla="*/ 2147483646 h 53"/>
              <a:gd name="T8" fmla="*/ 2147483646 w 239"/>
              <a:gd name="T9" fmla="*/ 2147483646 h 53"/>
              <a:gd name="T10" fmla="*/ 2147483646 w 239"/>
              <a:gd name="T11" fmla="*/ 2147483646 h 53"/>
              <a:gd name="T12" fmla="*/ 2147483646 w 239"/>
              <a:gd name="T13" fmla="*/ 0 h 53"/>
              <a:gd name="T14" fmla="*/ 2147483646 w 239"/>
              <a:gd name="T15" fmla="*/ 0 h 53"/>
              <a:gd name="T16" fmla="*/ 0 60000 65536"/>
              <a:gd name="T17" fmla="*/ 0 60000 65536"/>
              <a:gd name="T18" fmla="*/ 0 60000 65536"/>
              <a:gd name="T19" fmla="*/ 0 60000 65536"/>
              <a:gd name="T20" fmla="*/ 0 60000 65536"/>
              <a:gd name="T21" fmla="*/ 0 60000 65536"/>
              <a:gd name="T22" fmla="*/ 0 60000 65536"/>
              <a:gd name="T23" fmla="*/ 0 60000 65536"/>
              <a:gd name="T24" fmla="*/ 0 w 239"/>
              <a:gd name="T25" fmla="*/ 0 h 53"/>
              <a:gd name="T26" fmla="*/ 239 w 239"/>
              <a:gd name="T27" fmla="*/ 53 h 5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9" h="53">
                <a:moveTo>
                  <a:pt x="238" y="0"/>
                </a:moveTo>
                <a:lnTo>
                  <a:pt x="238" y="0"/>
                </a:lnTo>
                <a:lnTo>
                  <a:pt x="0" y="0"/>
                </a:lnTo>
                <a:lnTo>
                  <a:pt x="0" y="52"/>
                </a:lnTo>
                <a:lnTo>
                  <a:pt x="238" y="52"/>
                </a:lnTo>
                <a:lnTo>
                  <a:pt x="238"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4" name="Freeform 128">
            <a:extLst>
              <a:ext uri="{FF2B5EF4-FFF2-40B4-BE49-F238E27FC236}">
                <a16:creationId xmlns:a16="http://schemas.microsoft.com/office/drawing/2014/main" id="{9C4564AA-80B7-583F-242B-093ADBBD1B16}"/>
              </a:ext>
            </a:extLst>
          </p:cNvPr>
          <p:cNvSpPr>
            <a:spLocks noChangeArrowheads="1"/>
          </p:cNvSpPr>
          <p:nvPr/>
        </p:nvSpPr>
        <p:spPr bwMode="auto">
          <a:xfrm>
            <a:off x="6405563" y="5440363"/>
            <a:ext cx="49212" cy="66675"/>
          </a:xfrm>
          <a:custGeom>
            <a:avLst/>
            <a:gdLst>
              <a:gd name="T0" fmla="*/ 2147483646 w 137"/>
              <a:gd name="T1" fmla="*/ 2147483646 h 186"/>
              <a:gd name="T2" fmla="*/ 2147483646 w 137"/>
              <a:gd name="T3" fmla="*/ 2147483646 h 186"/>
              <a:gd name="T4" fmla="*/ 2147483646 w 137"/>
              <a:gd name="T5" fmla="*/ 2147483646 h 186"/>
              <a:gd name="T6" fmla="*/ 2147483646 w 137"/>
              <a:gd name="T7" fmla="*/ 2147483646 h 186"/>
              <a:gd name="T8" fmla="*/ 2147483646 w 137"/>
              <a:gd name="T9" fmla="*/ 967341333 h 186"/>
              <a:gd name="T10" fmla="*/ 0 w 137"/>
              <a:gd name="T11" fmla="*/ 0 h 186"/>
              <a:gd name="T12" fmla="*/ 0 w 137"/>
              <a:gd name="T13" fmla="*/ 2147483646 h 186"/>
              <a:gd name="T14" fmla="*/ 1436911733 w 137"/>
              <a:gd name="T15" fmla="*/ 2147483646 h 186"/>
              <a:gd name="T16" fmla="*/ 2147483646 w 137"/>
              <a:gd name="T17" fmla="*/ 2147483646 h 186"/>
              <a:gd name="T18" fmla="*/ 2147483646 w 137"/>
              <a:gd name="T19" fmla="*/ 2147483646 h 186"/>
              <a:gd name="T20" fmla="*/ 2147483646 w 137"/>
              <a:gd name="T21" fmla="*/ 2147483646 h 186"/>
              <a:gd name="T22" fmla="*/ 2147483646 w 137"/>
              <a:gd name="T23" fmla="*/ 2147483646 h 186"/>
              <a:gd name="T24" fmla="*/ 2147483646 w 137"/>
              <a:gd name="T25" fmla="*/ 2147483646 h 186"/>
              <a:gd name="T26" fmla="*/ 2147483646 w 137"/>
              <a:gd name="T27" fmla="*/ 2147483646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7"/>
              <a:gd name="T43" fmla="*/ 0 h 186"/>
              <a:gd name="T44" fmla="*/ 137 w 137"/>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7" h="186">
                <a:moveTo>
                  <a:pt x="136" y="185"/>
                </a:moveTo>
                <a:lnTo>
                  <a:pt x="136" y="185"/>
                </a:lnTo>
                <a:lnTo>
                  <a:pt x="136" y="118"/>
                </a:lnTo>
                <a:lnTo>
                  <a:pt x="104" y="69"/>
                </a:lnTo>
                <a:lnTo>
                  <a:pt x="68" y="21"/>
                </a:lnTo>
                <a:lnTo>
                  <a:pt x="0" y="0"/>
                </a:lnTo>
                <a:lnTo>
                  <a:pt x="0" y="47"/>
                </a:lnTo>
                <a:lnTo>
                  <a:pt x="31" y="47"/>
                </a:lnTo>
                <a:lnTo>
                  <a:pt x="68" y="69"/>
                </a:lnTo>
                <a:lnTo>
                  <a:pt x="68" y="118"/>
                </a:lnTo>
                <a:lnTo>
                  <a:pt x="68" y="185"/>
                </a:lnTo>
                <a:lnTo>
                  <a:pt x="136" y="18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5" name="Freeform 129">
            <a:extLst>
              <a:ext uri="{FF2B5EF4-FFF2-40B4-BE49-F238E27FC236}">
                <a16:creationId xmlns:a16="http://schemas.microsoft.com/office/drawing/2014/main" id="{AE76C265-4A66-7C77-FF48-668E78CABF27}"/>
              </a:ext>
            </a:extLst>
          </p:cNvPr>
          <p:cNvSpPr>
            <a:spLocks noChangeArrowheads="1"/>
          </p:cNvSpPr>
          <p:nvPr/>
        </p:nvSpPr>
        <p:spPr bwMode="auto">
          <a:xfrm>
            <a:off x="6405563" y="5507038"/>
            <a:ext cx="49212" cy="69850"/>
          </a:xfrm>
          <a:custGeom>
            <a:avLst/>
            <a:gdLst>
              <a:gd name="T0" fmla="*/ 0 w 137"/>
              <a:gd name="T1" fmla="*/ 2147483646 h 194"/>
              <a:gd name="T2" fmla="*/ 0 w 137"/>
              <a:gd name="T3" fmla="*/ 2147483646 h 194"/>
              <a:gd name="T4" fmla="*/ 2147483646 w 137"/>
              <a:gd name="T5" fmla="*/ 2147483646 h 194"/>
              <a:gd name="T6" fmla="*/ 2147483646 w 137"/>
              <a:gd name="T7" fmla="*/ 2147483646 h 194"/>
              <a:gd name="T8" fmla="*/ 2147483646 w 137"/>
              <a:gd name="T9" fmla="*/ 2147483646 h 194"/>
              <a:gd name="T10" fmla="*/ 2147483646 w 137"/>
              <a:gd name="T11" fmla="*/ 0 h 194"/>
              <a:gd name="T12" fmla="*/ 2147483646 w 137"/>
              <a:gd name="T13" fmla="*/ 0 h 194"/>
              <a:gd name="T14" fmla="*/ 2147483646 w 137"/>
              <a:gd name="T15" fmla="*/ 2147483646 h 194"/>
              <a:gd name="T16" fmla="*/ 2147483646 w 137"/>
              <a:gd name="T17" fmla="*/ 2147483646 h 194"/>
              <a:gd name="T18" fmla="*/ 1436911733 w 137"/>
              <a:gd name="T19" fmla="*/ 2147483646 h 194"/>
              <a:gd name="T20" fmla="*/ 0 w 137"/>
              <a:gd name="T21" fmla="*/ 2147483646 h 194"/>
              <a:gd name="T22" fmla="*/ 0 w 137"/>
              <a:gd name="T23" fmla="*/ 2147483646 h 194"/>
              <a:gd name="T24" fmla="*/ 0 w 137"/>
              <a:gd name="T25" fmla="*/ 2147483646 h 194"/>
              <a:gd name="T26" fmla="*/ 0 w 137"/>
              <a:gd name="T27" fmla="*/ 2147483646 h 1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7"/>
              <a:gd name="T43" fmla="*/ 0 h 194"/>
              <a:gd name="T44" fmla="*/ 137 w 137"/>
              <a:gd name="T45" fmla="*/ 194 h 1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7" h="194">
                <a:moveTo>
                  <a:pt x="0" y="193"/>
                </a:moveTo>
                <a:lnTo>
                  <a:pt x="0" y="193"/>
                </a:lnTo>
                <a:lnTo>
                  <a:pt x="68" y="166"/>
                </a:lnTo>
                <a:lnTo>
                  <a:pt x="104" y="120"/>
                </a:lnTo>
                <a:lnTo>
                  <a:pt x="136" y="72"/>
                </a:lnTo>
                <a:lnTo>
                  <a:pt x="136" y="0"/>
                </a:lnTo>
                <a:lnTo>
                  <a:pt x="68" y="0"/>
                </a:lnTo>
                <a:lnTo>
                  <a:pt x="68" y="72"/>
                </a:lnTo>
                <a:lnTo>
                  <a:pt x="68" y="120"/>
                </a:lnTo>
                <a:lnTo>
                  <a:pt x="31" y="144"/>
                </a:lnTo>
                <a:lnTo>
                  <a:pt x="0" y="144"/>
                </a:lnTo>
                <a:lnTo>
                  <a:pt x="0" y="19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6" name="Freeform 130">
            <a:extLst>
              <a:ext uri="{FF2B5EF4-FFF2-40B4-BE49-F238E27FC236}">
                <a16:creationId xmlns:a16="http://schemas.microsoft.com/office/drawing/2014/main" id="{3DC8FBB9-8D87-84F4-A747-C6AA07283038}"/>
              </a:ext>
            </a:extLst>
          </p:cNvPr>
          <p:cNvSpPr>
            <a:spLocks noChangeArrowheads="1"/>
          </p:cNvSpPr>
          <p:nvPr/>
        </p:nvSpPr>
        <p:spPr bwMode="auto">
          <a:xfrm>
            <a:off x="6319838" y="5557838"/>
            <a:ext cx="85725" cy="19050"/>
          </a:xfrm>
          <a:custGeom>
            <a:avLst/>
            <a:gdLst>
              <a:gd name="T0" fmla="*/ 0 w 239"/>
              <a:gd name="T1" fmla="*/ 2147483646 h 53"/>
              <a:gd name="T2" fmla="*/ 0 w 239"/>
              <a:gd name="T3" fmla="*/ 2147483646 h 53"/>
              <a:gd name="T4" fmla="*/ 2147483646 w 239"/>
              <a:gd name="T5" fmla="*/ 2147483646 h 53"/>
              <a:gd name="T6" fmla="*/ 2147483646 w 239"/>
              <a:gd name="T7" fmla="*/ 0 h 53"/>
              <a:gd name="T8" fmla="*/ 0 w 239"/>
              <a:gd name="T9" fmla="*/ 0 h 53"/>
              <a:gd name="T10" fmla="*/ 0 w 239"/>
              <a:gd name="T11" fmla="*/ 0 h 53"/>
              <a:gd name="T12" fmla="*/ 0 w 239"/>
              <a:gd name="T13" fmla="*/ 2147483646 h 53"/>
              <a:gd name="T14" fmla="*/ 0 w 239"/>
              <a:gd name="T15" fmla="*/ 2147483646 h 53"/>
              <a:gd name="T16" fmla="*/ 0 60000 65536"/>
              <a:gd name="T17" fmla="*/ 0 60000 65536"/>
              <a:gd name="T18" fmla="*/ 0 60000 65536"/>
              <a:gd name="T19" fmla="*/ 0 60000 65536"/>
              <a:gd name="T20" fmla="*/ 0 60000 65536"/>
              <a:gd name="T21" fmla="*/ 0 60000 65536"/>
              <a:gd name="T22" fmla="*/ 0 60000 65536"/>
              <a:gd name="T23" fmla="*/ 0 60000 65536"/>
              <a:gd name="T24" fmla="*/ 0 w 239"/>
              <a:gd name="T25" fmla="*/ 0 h 53"/>
              <a:gd name="T26" fmla="*/ 239 w 239"/>
              <a:gd name="T27" fmla="*/ 53 h 5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9" h="53">
                <a:moveTo>
                  <a:pt x="0" y="52"/>
                </a:moveTo>
                <a:lnTo>
                  <a:pt x="0" y="52"/>
                </a:lnTo>
                <a:lnTo>
                  <a:pt x="238" y="52"/>
                </a:lnTo>
                <a:lnTo>
                  <a:pt x="238" y="0"/>
                </a:lnTo>
                <a:lnTo>
                  <a:pt x="0" y="0"/>
                </a:lnTo>
                <a:lnTo>
                  <a:pt x="0" y="52"/>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7" name="Freeform 131">
            <a:extLst>
              <a:ext uri="{FF2B5EF4-FFF2-40B4-BE49-F238E27FC236}">
                <a16:creationId xmlns:a16="http://schemas.microsoft.com/office/drawing/2014/main" id="{0ABB2B24-6440-8449-F9DB-2710F2B3BDAA}"/>
              </a:ext>
            </a:extLst>
          </p:cNvPr>
          <p:cNvSpPr>
            <a:spLocks noChangeArrowheads="1"/>
          </p:cNvSpPr>
          <p:nvPr/>
        </p:nvSpPr>
        <p:spPr bwMode="auto">
          <a:xfrm>
            <a:off x="6283325" y="5448300"/>
            <a:ext cx="73025" cy="117475"/>
          </a:xfrm>
          <a:custGeom>
            <a:avLst/>
            <a:gdLst>
              <a:gd name="T0" fmla="*/ 2147483646 w 204"/>
              <a:gd name="T1" fmla="*/ 2147483646 h 327"/>
              <a:gd name="T2" fmla="*/ 2147483646 w 204"/>
              <a:gd name="T3" fmla="*/ 2147483646 h 327"/>
              <a:gd name="T4" fmla="*/ 1559584902 w 204"/>
              <a:gd name="T5" fmla="*/ 2147483646 h 327"/>
              <a:gd name="T6" fmla="*/ 0 w 204"/>
              <a:gd name="T7" fmla="*/ 2147483646 h 327"/>
              <a:gd name="T8" fmla="*/ 0 w 204"/>
              <a:gd name="T9" fmla="*/ 2147483646 h 327"/>
              <a:gd name="T10" fmla="*/ 0 w 204"/>
              <a:gd name="T11" fmla="*/ 2147483646 h 327"/>
              <a:gd name="T12" fmla="*/ 1559584902 w 204"/>
              <a:gd name="T13" fmla="*/ 2147483646 h 327"/>
              <a:gd name="T14" fmla="*/ 2147483646 w 204"/>
              <a:gd name="T15" fmla="*/ 0 h 327"/>
              <a:gd name="T16" fmla="*/ 2147483646 w 204"/>
              <a:gd name="T17" fmla="*/ 0 h 327"/>
              <a:gd name="T18" fmla="*/ 2147483646 w 204"/>
              <a:gd name="T19" fmla="*/ 0 h 327"/>
              <a:gd name="T20" fmla="*/ 2147483646 w 204"/>
              <a:gd name="T21" fmla="*/ 2147483646 h 327"/>
              <a:gd name="T22" fmla="*/ 2147483646 w 204"/>
              <a:gd name="T23" fmla="*/ 2147483646 h 327"/>
              <a:gd name="T24" fmla="*/ 2147483646 w 204"/>
              <a:gd name="T25" fmla="*/ 2147483646 h 327"/>
              <a:gd name="T26" fmla="*/ 2147483646 w 204"/>
              <a:gd name="T27" fmla="*/ 2147483646 h 327"/>
              <a:gd name="T28" fmla="*/ 2147483646 w 204"/>
              <a:gd name="T29" fmla="*/ 2147483646 h 327"/>
              <a:gd name="T30" fmla="*/ 2147483646 w 204"/>
              <a:gd name="T31" fmla="*/ 2147483646 h 327"/>
              <a:gd name="T32" fmla="*/ 2147483646 w 204"/>
              <a:gd name="T33" fmla="*/ 2147483646 h 327"/>
              <a:gd name="T34" fmla="*/ 2147483646 w 204"/>
              <a:gd name="T35" fmla="*/ 2147483646 h 3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4"/>
              <a:gd name="T55" fmla="*/ 0 h 327"/>
              <a:gd name="T56" fmla="*/ 204 w 204"/>
              <a:gd name="T57" fmla="*/ 327 h 32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4" h="327">
                <a:moveTo>
                  <a:pt x="101" y="326"/>
                </a:moveTo>
                <a:lnTo>
                  <a:pt x="69" y="326"/>
                </a:lnTo>
                <a:lnTo>
                  <a:pt x="34" y="281"/>
                </a:lnTo>
                <a:lnTo>
                  <a:pt x="0" y="233"/>
                </a:lnTo>
                <a:lnTo>
                  <a:pt x="0" y="162"/>
                </a:lnTo>
                <a:lnTo>
                  <a:pt x="0" y="96"/>
                </a:lnTo>
                <a:lnTo>
                  <a:pt x="34" y="47"/>
                </a:lnTo>
                <a:lnTo>
                  <a:pt x="69" y="0"/>
                </a:lnTo>
                <a:lnTo>
                  <a:pt x="101" y="0"/>
                </a:lnTo>
                <a:lnTo>
                  <a:pt x="136" y="0"/>
                </a:lnTo>
                <a:lnTo>
                  <a:pt x="167" y="47"/>
                </a:lnTo>
                <a:lnTo>
                  <a:pt x="167" y="96"/>
                </a:lnTo>
                <a:lnTo>
                  <a:pt x="203" y="162"/>
                </a:lnTo>
                <a:lnTo>
                  <a:pt x="167" y="233"/>
                </a:lnTo>
                <a:lnTo>
                  <a:pt x="167" y="281"/>
                </a:lnTo>
                <a:lnTo>
                  <a:pt x="136" y="326"/>
                </a:lnTo>
                <a:lnTo>
                  <a:pt x="101" y="326"/>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8" name="Freeform 132">
            <a:extLst>
              <a:ext uri="{FF2B5EF4-FFF2-40B4-BE49-F238E27FC236}">
                <a16:creationId xmlns:a16="http://schemas.microsoft.com/office/drawing/2014/main" id="{B679E597-A9CF-B963-BF8C-BC09A8752A1D}"/>
              </a:ext>
            </a:extLst>
          </p:cNvPr>
          <p:cNvSpPr>
            <a:spLocks noChangeArrowheads="1"/>
          </p:cNvSpPr>
          <p:nvPr/>
        </p:nvSpPr>
        <p:spPr bwMode="auto">
          <a:xfrm>
            <a:off x="6272213" y="5507038"/>
            <a:ext cx="47625" cy="69850"/>
          </a:xfrm>
          <a:custGeom>
            <a:avLst/>
            <a:gdLst>
              <a:gd name="T0" fmla="*/ 0 w 133"/>
              <a:gd name="T1" fmla="*/ 0 h 194"/>
              <a:gd name="T2" fmla="*/ 0 w 133"/>
              <a:gd name="T3" fmla="*/ 0 h 194"/>
              <a:gd name="T4" fmla="*/ 1377373726 w 133"/>
              <a:gd name="T5" fmla="*/ 2147483646 h 194"/>
              <a:gd name="T6" fmla="*/ 1377373726 w 133"/>
              <a:gd name="T7" fmla="*/ 2147483646 h 194"/>
              <a:gd name="T8" fmla="*/ 2147483646 w 133"/>
              <a:gd name="T9" fmla="*/ 2147483646 h 194"/>
              <a:gd name="T10" fmla="*/ 2147483646 w 133"/>
              <a:gd name="T11" fmla="*/ 2147483646 h 194"/>
              <a:gd name="T12" fmla="*/ 2147483646 w 133"/>
              <a:gd name="T13" fmla="*/ 2147483646 h 194"/>
              <a:gd name="T14" fmla="*/ 2147483646 w 133"/>
              <a:gd name="T15" fmla="*/ 2147483646 h 194"/>
              <a:gd name="T16" fmla="*/ 2147483646 w 133"/>
              <a:gd name="T17" fmla="*/ 2147483646 h 194"/>
              <a:gd name="T18" fmla="*/ 2147483646 w 133"/>
              <a:gd name="T19" fmla="*/ 2147483646 h 194"/>
              <a:gd name="T20" fmla="*/ 2147483646 w 133"/>
              <a:gd name="T21" fmla="*/ 0 h 194"/>
              <a:gd name="T22" fmla="*/ 2147483646 w 133"/>
              <a:gd name="T23" fmla="*/ 0 h 194"/>
              <a:gd name="T24" fmla="*/ 0 w 133"/>
              <a:gd name="T25" fmla="*/ 0 h 194"/>
              <a:gd name="T26" fmla="*/ 0 w 133"/>
              <a:gd name="T27" fmla="*/ 0 h 1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94"/>
              <a:gd name="T44" fmla="*/ 133 w 133"/>
              <a:gd name="T45" fmla="*/ 194 h 1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94">
                <a:moveTo>
                  <a:pt x="0" y="0"/>
                </a:moveTo>
                <a:lnTo>
                  <a:pt x="0" y="0"/>
                </a:lnTo>
                <a:lnTo>
                  <a:pt x="30" y="72"/>
                </a:lnTo>
                <a:lnTo>
                  <a:pt x="30" y="120"/>
                </a:lnTo>
                <a:lnTo>
                  <a:pt x="65" y="166"/>
                </a:lnTo>
                <a:lnTo>
                  <a:pt x="132" y="193"/>
                </a:lnTo>
                <a:lnTo>
                  <a:pt x="132" y="144"/>
                </a:lnTo>
                <a:lnTo>
                  <a:pt x="100" y="144"/>
                </a:lnTo>
                <a:lnTo>
                  <a:pt x="100" y="120"/>
                </a:lnTo>
                <a:lnTo>
                  <a:pt x="65" y="72"/>
                </a:lnTo>
                <a:lnTo>
                  <a:pt x="65"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29" name="Freeform 133">
            <a:extLst>
              <a:ext uri="{FF2B5EF4-FFF2-40B4-BE49-F238E27FC236}">
                <a16:creationId xmlns:a16="http://schemas.microsoft.com/office/drawing/2014/main" id="{BBEA3EA2-B9F9-21E5-5A2E-8699BE842798}"/>
              </a:ext>
            </a:extLst>
          </p:cNvPr>
          <p:cNvSpPr>
            <a:spLocks noChangeArrowheads="1"/>
          </p:cNvSpPr>
          <p:nvPr/>
        </p:nvSpPr>
        <p:spPr bwMode="auto">
          <a:xfrm>
            <a:off x="6272213" y="5440363"/>
            <a:ext cx="47625" cy="66675"/>
          </a:xfrm>
          <a:custGeom>
            <a:avLst/>
            <a:gdLst>
              <a:gd name="T0" fmla="*/ 2147483646 w 133"/>
              <a:gd name="T1" fmla="*/ 0 h 186"/>
              <a:gd name="T2" fmla="*/ 2147483646 w 133"/>
              <a:gd name="T3" fmla="*/ 0 h 186"/>
              <a:gd name="T4" fmla="*/ 2147483646 w 133"/>
              <a:gd name="T5" fmla="*/ 967341333 h 186"/>
              <a:gd name="T6" fmla="*/ 1377373726 w 133"/>
              <a:gd name="T7" fmla="*/ 2147483646 h 186"/>
              <a:gd name="T8" fmla="*/ 1377373726 w 133"/>
              <a:gd name="T9" fmla="*/ 2147483646 h 186"/>
              <a:gd name="T10" fmla="*/ 0 w 133"/>
              <a:gd name="T11" fmla="*/ 2147483646 h 186"/>
              <a:gd name="T12" fmla="*/ 2147483646 w 133"/>
              <a:gd name="T13" fmla="*/ 2147483646 h 186"/>
              <a:gd name="T14" fmla="*/ 2147483646 w 133"/>
              <a:gd name="T15" fmla="*/ 2147483646 h 186"/>
              <a:gd name="T16" fmla="*/ 2147483646 w 133"/>
              <a:gd name="T17" fmla="*/ 2147483646 h 186"/>
              <a:gd name="T18" fmla="*/ 2147483646 w 133"/>
              <a:gd name="T19" fmla="*/ 2147483646 h 186"/>
              <a:gd name="T20" fmla="*/ 2147483646 w 133"/>
              <a:gd name="T21" fmla="*/ 2147483646 h 186"/>
              <a:gd name="T22" fmla="*/ 2147483646 w 133"/>
              <a:gd name="T23" fmla="*/ 2147483646 h 186"/>
              <a:gd name="T24" fmla="*/ 2147483646 w 133"/>
              <a:gd name="T25" fmla="*/ 0 h 186"/>
              <a:gd name="T26" fmla="*/ 2147483646 w 133"/>
              <a:gd name="T27" fmla="*/ 0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3"/>
              <a:gd name="T43" fmla="*/ 0 h 186"/>
              <a:gd name="T44" fmla="*/ 133 w 133"/>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3" h="186">
                <a:moveTo>
                  <a:pt x="132" y="0"/>
                </a:moveTo>
                <a:lnTo>
                  <a:pt x="132" y="0"/>
                </a:lnTo>
                <a:lnTo>
                  <a:pt x="65" y="21"/>
                </a:lnTo>
                <a:lnTo>
                  <a:pt x="30" y="69"/>
                </a:lnTo>
                <a:lnTo>
                  <a:pt x="30" y="118"/>
                </a:lnTo>
                <a:lnTo>
                  <a:pt x="0" y="185"/>
                </a:lnTo>
                <a:lnTo>
                  <a:pt x="65" y="185"/>
                </a:lnTo>
                <a:lnTo>
                  <a:pt x="65" y="118"/>
                </a:lnTo>
                <a:lnTo>
                  <a:pt x="100" y="69"/>
                </a:lnTo>
                <a:lnTo>
                  <a:pt x="100" y="47"/>
                </a:lnTo>
                <a:lnTo>
                  <a:pt x="132" y="47"/>
                </a:lnTo>
                <a:lnTo>
                  <a:pt x="132"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0" name="Freeform 134">
            <a:extLst>
              <a:ext uri="{FF2B5EF4-FFF2-40B4-BE49-F238E27FC236}">
                <a16:creationId xmlns:a16="http://schemas.microsoft.com/office/drawing/2014/main" id="{E6077E1F-451B-B2DA-11FE-C02B5F6B4E97}"/>
              </a:ext>
            </a:extLst>
          </p:cNvPr>
          <p:cNvSpPr>
            <a:spLocks noChangeArrowheads="1"/>
          </p:cNvSpPr>
          <p:nvPr/>
        </p:nvSpPr>
        <p:spPr bwMode="auto">
          <a:xfrm>
            <a:off x="6319838" y="5440363"/>
            <a:ext cx="50800" cy="66675"/>
          </a:xfrm>
          <a:custGeom>
            <a:avLst/>
            <a:gdLst>
              <a:gd name="T0" fmla="*/ 2147483646 w 141"/>
              <a:gd name="T1" fmla="*/ 2147483646 h 186"/>
              <a:gd name="T2" fmla="*/ 2147483646 w 141"/>
              <a:gd name="T3" fmla="*/ 2147483646 h 186"/>
              <a:gd name="T4" fmla="*/ 2147483646 w 141"/>
              <a:gd name="T5" fmla="*/ 2147483646 h 186"/>
              <a:gd name="T6" fmla="*/ 2147483646 w 141"/>
              <a:gd name="T7" fmla="*/ 2147483646 h 186"/>
              <a:gd name="T8" fmla="*/ 2147483646 w 141"/>
              <a:gd name="T9" fmla="*/ 967341333 h 186"/>
              <a:gd name="T10" fmla="*/ 0 w 141"/>
              <a:gd name="T11" fmla="*/ 0 h 186"/>
              <a:gd name="T12" fmla="*/ 0 w 141"/>
              <a:gd name="T13" fmla="*/ 2147483646 h 186"/>
              <a:gd name="T14" fmla="*/ 0 w 141"/>
              <a:gd name="T15" fmla="*/ 2147483646 h 186"/>
              <a:gd name="T16" fmla="*/ 1636832565 w 141"/>
              <a:gd name="T17" fmla="*/ 2147483646 h 186"/>
              <a:gd name="T18" fmla="*/ 2147483646 w 141"/>
              <a:gd name="T19" fmla="*/ 2147483646 h 186"/>
              <a:gd name="T20" fmla="*/ 2147483646 w 141"/>
              <a:gd name="T21" fmla="*/ 2147483646 h 186"/>
              <a:gd name="T22" fmla="*/ 2147483646 w 141"/>
              <a:gd name="T23" fmla="*/ 2147483646 h 186"/>
              <a:gd name="T24" fmla="*/ 2147483646 w 141"/>
              <a:gd name="T25" fmla="*/ 2147483646 h 186"/>
              <a:gd name="T26" fmla="*/ 2147483646 w 141"/>
              <a:gd name="T27" fmla="*/ 2147483646 h 18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1"/>
              <a:gd name="T43" fmla="*/ 0 h 186"/>
              <a:gd name="T44" fmla="*/ 141 w 141"/>
              <a:gd name="T45" fmla="*/ 186 h 18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1" h="186">
                <a:moveTo>
                  <a:pt x="140" y="185"/>
                </a:moveTo>
                <a:lnTo>
                  <a:pt x="140" y="185"/>
                </a:lnTo>
                <a:lnTo>
                  <a:pt x="104" y="118"/>
                </a:lnTo>
                <a:lnTo>
                  <a:pt x="104" y="69"/>
                </a:lnTo>
                <a:lnTo>
                  <a:pt x="67" y="21"/>
                </a:lnTo>
                <a:lnTo>
                  <a:pt x="0" y="0"/>
                </a:lnTo>
                <a:lnTo>
                  <a:pt x="0" y="47"/>
                </a:lnTo>
                <a:lnTo>
                  <a:pt x="35" y="69"/>
                </a:lnTo>
                <a:lnTo>
                  <a:pt x="67" y="118"/>
                </a:lnTo>
                <a:lnTo>
                  <a:pt x="67" y="185"/>
                </a:lnTo>
                <a:lnTo>
                  <a:pt x="140" y="185"/>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1" name="Freeform 135">
            <a:extLst>
              <a:ext uri="{FF2B5EF4-FFF2-40B4-BE49-F238E27FC236}">
                <a16:creationId xmlns:a16="http://schemas.microsoft.com/office/drawing/2014/main" id="{1FA9CF1D-5B39-7521-1102-A70AD756181F}"/>
              </a:ext>
            </a:extLst>
          </p:cNvPr>
          <p:cNvSpPr>
            <a:spLocks noChangeArrowheads="1"/>
          </p:cNvSpPr>
          <p:nvPr/>
        </p:nvSpPr>
        <p:spPr bwMode="auto">
          <a:xfrm>
            <a:off x="6319838" y="5507038"/>
            <a:ext cx="50800" cy="69850"/>
          </a:xfrm>
          <a:custGeom>
            <a:avLst/>
            <a:gdLst>
              <a:gd name="T0" fmla="*/ 0 w 141"/>
              <a:gd name="T1" fmla="*/ 2147483646 h 194"/>
              <a:gd name="T2" fmla="*/ 0 w 141"/>
              <a:gd name="T3" fmla="*/ 2147483646 h 194"/>
              <a:gd name="T4" fmla="*/ 2147483646 w 141"/>
              <a:gd name="T5" fmla="*/ 2147483646 h 194"/>
              <a:gd name="T6" fmla="*/ 2147483646 w 141"/>
              <a:gd name="T7" fmla="*/ 2147483646 h 194"/>
              <a:gd name="T8" fmla="*/ 2147483646 w 141"/>
              <a:gd name="T9" fmla="*/ 2147483646 h 194"/>
              <a:gd name="T10" fmla="*/ 2147483646 w 141"/>
              <a:gd name="T11" fmla="*/ 0 h 194"/>
              <a:gd name="T12" fmla="*/ 2147483646 w 141"/>
              <a:gd name="T13" fmla="*/ 0 h 194"/>
              <a:gd name="T14" fmla="*/ 2147483646 w 141"/>
              <a:gd name="T15" fmla="*/ 2147483646 h 194"/>
              <a:gd name="T16" fmla="*/ 1636832565 w 141"/>
              <a:gd name="T17" fmla="*/ 2147483646 h 194"/>
              <a:gd name="T18" fmla="*/ 0 w 141"/>
              <a:gd name="T19" fmla="*/ 2147483646 h 194"/>
              <a:gd name="T20" fmla="*/ 0 w 141"/>
              <a:gd name="T21" fmla="*/ 2147483646 h 194"/>
              <a:gd name="T22" fmla="*/ 0 w 141"/>
              <a:gd name="T23" fmla="*/ 2147483646 h 194"/>
              <a:gd name="T24" fmla="*/ 0 w 141"/>
              <a:gd name="T25" fmla="*/ 2147483646 h 194"/>
              <a:gd name="T26" fmla="*/ 0 w 141"/>
              <a:gd name="T27" fmla="*/ 2147483646 h 1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1"/>
              <a:gd name="T43" fmla="*/ 0 h 194"/>
              <a:gd name="T44" fmla="*/ 141 w 141"/>
              <a:gd name="T45" fmla="*/ 194 h 1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1" h="194">
                <a:moveTo>
                  <a:pt x="0" y="193"/>
                </a:moveTo>
                <a:lnTo>
                  <a:pt x="0" y="193"/>
                </a:lnTo>
                <a:lnTo>
                  <a:pt x="67" y="166"/>
                </a:lnTo>
                <a:lnTo>
                  <a:pt x="104" y="120"/>
                </a:lnTo>
                <a:lnTo>
                  <a:pt x="104" y="72"/>
                </a:lnTo>
                <a:lnTo>
                  <a:pt x="140" y="0"/>
                </a:lnTo>
                <a:lnTo>
                  <a:pt x="67" y="0"/>
                </a:lnTo>
                <a:lnTo>
                  <a:pt x="67" y="72"/>
                </a:lnTo>
                <a:lnTo>
                  <a:pt x="35" y="120"/>
                </a:lnTo>
                <a:lnTo>
                  <a:pt x="0" y="144"/>
                </a:lnTo>
                <a:lnTo>
                  <a:pt x="0" y="193"/>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2" name="Freeform 136">
            <a:extLst>
              <a:ext uri="{FF2B5EF4-FFF2-40B4-BE49-F238E27FC236}">
                <a16:creationId xmlns:a16="http://schemas.microsoft.com/office/drawing/2014/main" id="{3717DFD4-849F-16AA-B959-C389E7D0E8AA}"/>
              </a:ext>
            </a:extLst>
          </p:cNvPr>
          <p:cNvSpPr>
            <a:spLocks noChangeArrowheads="1"/>
          </p:cNvSpPr>
          <p:nvPr/>
        </p:nvSpPr>
        <p:spPr bwMode="auto">
          <a:xfrm>
            <a:off x="6223000" y="5473700"/>
            <a:ext cx="109538" cy="68263"/>
          </a:xfrm>
          <a:custGeom>
            <a:avLst/>
            <a:gdLst>
              <a:gd name="T0" fmla="*/ 2147483646 w 305"/>
              <a:gd name="T1" fmla="*/ 2147483646 h 190"/>
              <a:gd name="T2" fmla="*/ 1575002009 w 305"/>
              <a:gd name="T3" fmla="*/ 2147483646 h 190"/>
              <a:gd name="T4" fmla="*/ 1575002009 w 305"/>
              <a:gd name="T5" fmla="*/ 2147483646 h 190"/>
              <a:gd name="T6" fmla="*/ 0 w 305"/>
              <a:gd name="T7" fmla="*/ 2147483646 h 190"/>
              <a:gd name="T8" fmla="*/ 0 w 305"/>
              <a:gd name="T9" fmla="*/ 2147483646 h 190"/>
              <a:gd name="T10" fmla="*/ 0 w 305"/>
              <a:gd name="T11" fmla="*/ 2147483646 h 190"/>
              <a:gd name="T12" fmla="*/ 1575002009 w 305"/>
              <a:gd name="T13" fmla="*/ 1159408971 h 190"/>
              <a:gd name="T14" fmla="*/ 1575002009 w 305"/>
              <a:gd name="T15" fmla="*/ 0 h 190"/>
              <a:gd name="T16" fmla="*/ 2147483646 w 305"/>
              <a:gd name="T17" fmla="*/ 0 h 190"/>
              <a:gd name="T18" fmla="*/ 2147483646 w 305"/>
              <a:gd name="T19" fmla="*/ 0 h 190"/>
              <a:gd name="T20" fmla="*/ 2147483646 w 305"/>
              <a:gd name="T21" fmla="*/ 0 h 190"/>
              <a:gd name="T22" fmla="*/ 2147483646 w 305"/>
              <a:gd name="T23" fmla="*/ 1159408971 h 190"/>
              <a:gd name="T24" fmla="*/ 2147483646 w 305"/>
              <a:gd name="T25" fmla="*/ 2147483646 h 190"/>
              <a:gd name="T26" fmla="*/ 2147483646 w 305"/>
              <a:gd name="T27" fmla="*/ 2147483646 h 190"/>
              <a:gd name="T28" fmla="*/ 2147483646 w 305"/>
              <a:gd name="T29" fmla="*/ 2147483646 h 190"/>
              <a:gd name="T30" fmla="*/ 2147483646 w 305"/>
              <a:gd name="T31" fmla="*/ 2147483646 h 190"/>
              <a:gd name="T32" fmla="*/ 2147483646 w 305"/>
              <a:gd name="T33" fmla="*/ 2147483646 h 190"/>
              <a:gd name="T34" fmla="*/ 2147483646 w 305"/>
              <a:gd name="T35" fmla="*/ 2147483646 h 190"/>
              <a:gd name="T36" fmla="*/ 2147483646 w 305"/>
              <a:gd name="T37" fmla="*/ 2147483646 h 190"/>
              <a:gd name="T38" fmla="*/ 2147483646 w 305"/>
              <a:gd name="T39" fmla="*/ 2147483646 h 19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5"/>
              <a:gd name="T61" fmla="*/ 0 h 190"/>
              <a:gd name="T62" fmla="*/ 305 w 305"/>
              <a:gd name="T63" fmla="*/ 190 h 19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5" h="190">
                <a:moveTo>
                  <a:pt x="65" y="189"/>
                </a:moveTo>
                <a:lnTo>
                  <a:pt x="34" y="189"/>
                </a:lnTo>
                <a:lnTo>
                  <a:pt x="34" y="162"/>
                </a:lnTo>
                <a:lnTo>
                  <a:pt x="0" y="118"/>
                </a:lnTo>
                <a:lnTo>
                  <a:pt x="0" y="91"/>
                </a:lnTo>
                <a:lnTo>
                  <a:pt x="0" y="47"/>
                </a:lnTo>
                <a:lnTo>
                  <a:pt x="34" y="25"/>
                </a:lnTo>
                <a:lnTo>
                  <a:pt x="34" y="0"/>
                </a:lnTo>
                <a:lnTo>
                  <a:pt x="65" y="0"/>
                </a:lnTo>
                <a:lnTo>
                  <a:pt x="268" y="0"/>
                </a:lnTo>
                <a:lnTo>
                  <a:pt x="304" y="25"/>
                </a:lnTo>
                <a:lnTo>
                  <a:pt x="304" y="47"/>
                </a:lnTo>
                <a:lnTo>
                  <a:pt x="304" y="91"/>
                </a:lnTo>
                <a:lnTo>
                  <a:pt x="304" y="118"/>
                </a:lnTo>
                <a:lnTo>
                  <a:pt x="304" y="162"/>
                </a:lnTo>
                <a:lnTo>
                  <a:pt x="268" y="189"/>
                </a:lnTo>
                <a:lnTo>
                  <a:pt x="65" y="189"/>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3" name="Freeform 137">
            <a:extLst>
              <a:ext uri="{FF2B5EF4-FFF2-40B4-BE49-F238E27FC236}">
                <a16:creationId xmlns:a16="http://schemas.microsoft.com/office/drawing/2014/main" id="{DB821721-C2A2-CA91-D07E-22847B488661}"/>
              </a:ext>
            </a:extLst>
          </p:cNvPr>
          <p:cNvSpPr>
            <a:spLocks noChangeArrowheads="1"/>
          </p:cNvSpPr>
          <p:nvPr/>
        </p:nvSpPr>
        <p:spPr bwMode="auto">
          <a:xfrm>
            <a:off x="6210300" y="5507038"/>
            <a:ext cx="36513" cy="42862"/>
          </a:xfrm>
          <a:custGeom>
            <a:avLst/>
            <a:gdLst>
              <a:gd name="T0" fmla="*/ 0 w 102"/>
              <a:gd name="T1" fmla="*/ 0 h 120"/>
              <a:gd name="T2" fmla="*/ 0 w 102"/>
              <a:gd name="T3" fmla="*/ 0 h 120"/>
              <a:gd name="T4" fmla="*/ 1559627737 w 102"/>
              <a:gd name="T5" fmla="*/ 2141812354 h 120"/>
              <a:gd name="T6" fmla="*/ 1559627737 w 102"/>
              <a:gd name="T7" fmla="*/ 2147483646 h 120"/>
              <a:gd name="T8" fmla="*/ 2147483646 w 102"/>
              <a:gd name="T9" fmla="*/ 2147483646 h 120"/>
              <a:gd name="T10" fmla="*/ 2147483646 w 102"/>
              <a:gd name="T11" fmla="*/ 2147483646 h 120"/>
              <a:gd name="T12" fmla="*/ 2147483646 w 102"/>
              <a:gd name="T13" fmla="*/ 2147483646 h 120"/>
              <a:gd name="T14" fmla="*/ 2147483646 w 102"/>
              <a:gd name="T15" fmla="*/ 2147483646 h 120"/>
              <a:gd name="T16" fmla="*/ 2147483646 w 102"/>
              <a:gd name="T17" fmla="*/ 2141812354 h 120"/>
              <a:gd name="T18" fmla="*/ 2147483646 w 102"/>
              <a:gd name="T19" fmla="*/ 1139289105 h 120"/>
              <a:gd name="T20" fmla="*/ 2147483646 w 102"/>
              <a:gd name="T21" fmla="*/ 0 h 120"/>
              <a:gd name="T22" fmla="*/ 2147483646 w 102"/>
              <a:gd name="T23" fmla="*/ 0 h 120"/>
              <a:gd name="T24" fmla="*/ 0 w 102"/>
              <a:gd name="T25" fmla="*/ 0 h 120"/>
              <a:gd name="T26" fmla="*/ 0 w 102"/>
              <a:gd name="T27" fmla="*/ 0 h 1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20"/>
              <a:gd name="T44" fmla="*/ 102 w 102"/>
              <a:gd name="T45" fmla="*/ 120 h 1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20">
                <a:moveTo>
                  <a:pt x="0" y="0"/>
                </a:moveTo>
                <a:lnTo>
                  <a:pt x="0" y="0"/>
                </a:lnTo>
                <a:lnTo>
                  <a:pt x="34" y="47"/>
                </a:lnTo>
                <a:lnTo>
                  <a:pt x="34" y="70"/>
                </a:lnTo>
                <a:lnTo>
                  <a:pt x="69" y="96"/>
                </a:lnTo>
                <a:lnTo>
                  <a:pt x="101" y="119"/>
                </a:lnTo>
                <a:lnTo>
                  <a:pt x="101" y="70"/>
                </a:lnTo>
                <a:lnTo>
                  <a:pt x="69" y="47"/>
                </a:lnTo>
                <a:lnTo>
                  <a:pt x="69" y="25"/>
                </a:lnTo>
                <a:lnTo>
                  <a:pt x="69"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4" name="Freeform 138">
            <a:extLst>
              <a:ext uri="{FF2B5EF4-FFF2-40B4-BE49-F238E27FC236}">
                <a16:creationId xmlns:a16="http://schemas.microsoft.com/office/drawing/2014/main" id="{489F5D8A-B0F2-1658-288B-6366E59687A2}"/>
              </a:ext>
            </a:extLst>
          </p:cNvPr>
          <p:cNvSpPr>
            <a:spLocks noChangeArrowheads="1"/>
          </p:cNvSpPr>
          <p:nvPr/>
        </p:nvSpPr>
        <p:spPr bwMode="auto">
          <a:xfrm>
            <a:off x="6210300" y="5465763"/>
            <a:ext cx="36513" cy="41275"/>
          </a:xfrm>
          <a:custGeom>
            <a:avLst/>
            <a:gdLst>
              <a:gd name="T0" fmla="*/ 2147483646 w 102"/>
              <a:gd name="T1" fmla="*/ 0 h 115"/>
              <a:gd name="T2" fmla="*/ 2147483646 w 102"/>
              <a:gd name="T3" fmla="*/ 0 h 115"/>
              <a:gd name="T4" fmla="*/ 2147483646 w 102"/>
              <a:gd name="T5" fmla="*/ 970905723 h 115"/>
              <a:gd name="T6" fmla="*/ 1559627737 w 102"/>
              <a:gd name="T7" fmla="*/ 2147483646 h 115"/>
              <a:gd name="T8" fmla="*/ 1559627737 w 102"/>
              <a:gd name="T9" fmla="*/ 2147483646 h 115"/>
              <a:gd name="T10" fmla="*/ 0 w 102"/>
              <a:gd name="T11" fmla="*/ 2147483646 h 115"/>
              <a:gd name="T12" fmla="*/ 2147483646 w 102"/>
              <a:gd name="T13" fmla="*/ 2147483646 h 115"/>
              <a:gd name="T14" fmla="*/ 2147483646 w 102"/>
              <a:gd name="T15" fmla="*/ 2147483646 h 115"/>
              <a:gd name="T16" fmla="*/ 2147483646 w 102"/>
              <a:gd name="T17" fmla="*/ 2147483646 h 115"/>
              <a:gd name="T18" fmla="*/ 2147483646 w 102"/>
              <a:gd name="T19" fmla="*/ 970905723 h 115"/>
              <a:gd name="T20" fmla="*/ 2147483646 w 102"/>
              <a:gd name="T21" fmla="*/ 970905723 h 115"/>
              <a:gd name="T22" fmla="*/ 2147483646 w 102"/>
              <a:gd name="T23" fmla="*/ 970905723 h 115"/>
              <a:gd name="T24" fmla="*/ 2147483646 w 102"/>
              <a:gd name="T25" fmla="*/ 0 h 115"/>
              <a:gd name="T26" fmla="*/ 2147483646 w 102"/>
              <a:gd name="T27" fmla="*/ 0 h 1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15"/>
              <a:gd name="T44" fmla="*/ 102 w 102"/>
              <a:gd name="T45" fmla="*/ 115 h 1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15">
                <a:moveTo>
                  <a:pt x="101" y="0"/>
                </a:moveTo>
                <a:lnTo>
                  <a:pt x="101" y="0"/>
                </a:lnTo>
                <a:lnTo>
                  <a:pt x="69" y="21"/>
                </a:lnTo>
                <a:lnTo>
                  <a:pt x="34" y="47"/>
                </a:lnTo>
                <a:lnTo>
                  <a:pt x="34" y="69"/>
                </a:lnTo>
                <a:lnTo>
                  <a:pt x="0" y="114"/>
                </a:lnTo>
                <a:lnTo>
                  <a:pt x="69" y="114"/>
                </a:lnTo>
                <a:lnTo>
                  <a:pt x="69" y="69"/>
                </a:lnTo>
                <a:lnTo>
                  <a:pt x="69" y="47"/>
                </a:lnTo>
                <a:lnTo>
                  <a:pt x="101" y="21"/>
                </a:lnTo>
                <a:lnTo>
                  <a:pt x="101"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5" name="Freeform 139">
            <a:extLst>
              <a:ext uri="{FF2B5EF4-FFF2-40B4-BE49-F238E27FC236}">
                <a16:creationId xmlns:a16="http://schemas.microsoft.com/office/drawing/2014/main" id="{AD363679-276A-B4C0-0E70-566794AF607C}"/>
              </a:ext>
            </a:extLst>
          </p:cNvPr>
          <p:cNvSpPr>
            <a:spLocks noChangeArrowheads="1"/>
          </p:cNvSpPr>
          <p:nvPr/>
        </p:nvSpPr>
        <p:spPr bwMode="auto">
          <a:xfrm>
            <a:off x="6246813" y="5465763"/>
            <a:ext cx="73025" cy="7937"/>
          </a:xfrm>
          <a:custGeom>
            <a:avLst/>
            <a:gdLst>
              <a:gd name="T0" fmla="*/ 2147483646 w 204"/>
              <a:gd name="T1" fmla="*/ 0 h 23"/>
              <a:gd name="T2" fmla="*/ 2147483646 w 204"/>
              <a:gd name="T3" fmla="*/ 0 h 23"/>
              <a:gd name="T4" fmla="*/ 0 w 204"/>
              <a:gd name="T5" fmla="*/ 0 h 23"/>
              <a:gd name="T6" fmla="*/ 0 w 204"/>
              <a:gd name="T7" fmla="*/ 904093317 h 23"/>
              <a:gd name="T8" fmla="*/ 2147483646 w 204"/>
              <a:gd name="T9" fmla="*/ 904093317 h 23"/>
              <a:gd name="T10" fmla="*/ 2147483646 w 204"/>
              <a:gd name="T11" fmla="*/ 904093317 h 23"/>
              <a:gd name="T12" fmla="*/ 2147483646 w 204"/>
              <a:gd name="T13" fmla="*/ 0 h 23"/>
              <a:gd name="T14" fmla="*/ 2147483646 w 204"/>
              <a:gd name="T15" fmla="*/ 0 h 23"/>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23"/>
              <a:gd name="T26" fmla="*/ 204 w 204"/>
              <a:gd name="T27" fmla="*/ 23 h 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23">
                <a:moveTo>
                  <a:pt x="203" y="0"/>
                </a:moveTo>
                <a:lnTo>
                  <a:pt x="203" y="0"/>
                </a:lnTo>
                <a:lnTo>
                  <a:pt x="0" y="0"/>
                </a:lnTo>
                <a:lnTo>
                  <a:pt x="0" y="22"/>
                </a:lnTo>
                <a:lnTo>
                  <a:pt x="203" y="22"/>
                </a:lnTo>
                <a:lnTo>
                  <a:pt x="203"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6" name="Freeform 140">
            <a:extLst>
              <a:ext uri="{FF2B5EF4-FFF2-40B4-BE49-F238E27FC236}">
                <a16:creationId xmlns:a16="http://schemas.microsoft.com/office/drawing/2014/main" id="{06EF6F02-A30B-E638-10A3-B756827BAC28}"/>
              </a:ext>
            </a:extLst>
          </p:cNvPr>
          <p:cNvSpPr>
            <a:spLocks noChangeArrowheads="1"/>
          </p:cNvSpPr>
          <p:nvPr/>
        </p:nvSpPr>
        <p:spPr bwMode="auto">
          <a:xfrm>
            <a:off x="6319838" y="5465763"/>
            <a:ext cx="23812" cy="41275"/>
          </a:xfrm>
          <a:custGeom>
            <a:avLst/>
            <a:gdLst>
              <a:gd name="T0" fmla="*/ 2147483646 w 67"/>
              <a:gd name="T1" fmla="*/ 2147483646 h 115"/>
              <a:gd name="T2" fmla="*/ 2147483646 w 67"/>
              <a:gd name="T3" fmla="*/ 2147483646 h 115"/>
              <a:gd name="T4" fmla="*/ 2147483646 w 67"/>
              <a:gd name="T5" fmla="*/ 2147483646 h 115"/>
              <a:gd name="T6" fmla="*/ 1526345291 w 67"/>
              <a:gd name="T7" fmla="*/ 2147483646 h 115"/>
              <a:gd name="T8" fmla="*/ 1526345291 w 67"/>
              <a:gd name="T9" fmla="*/ 970905723 h 115"/>
              <a:gd name="T10" fmla="*/ 0 w 67"/>
              <a:gd name="T11" fmla="*/ 0 h 115"/>
              <a:gd name="T12" fmla="*/ 0 w 67"/>
              <a:gd name="T13" fmla="*/ 970905723 h 115"/>
              <a:gd name="T14" fmla="*/ 0 w 67"/>
              <a:gd name="T15" fmla="*/ 970905723 h 115"/>
              <a:gd name="T16" fmla="*/ 0 w 67"/>
              <a:gd name="T17" fmla="*/ 2147483646 h 115"/>
              <a:gd name="T18" fmla="*/ 0 w 67"/>
              <a:gd name="T19" fmla="*/ 2147483646 h 115"/>
              <a:gd name="T20" fmla="*/ 0 w 67"/>
              <a:gd name="T21" fmla="*/ 2147483646 h 115"/>
              <a:gd name="T22" fmla="*/ 0 w 67"/>
              <a:gd name="T23" fmla="*/ 2147483646 h 115"/>
              <a:gd name="T24" fmla="*/ 2147483646 w 67"/>
              <a:gd name="T25" fmla="*/ 2147483646 h 115"/>
              <a:gd name="T26" fmla="*/ 2147483646 w 67"/>
              <a:gd name="T27" fmla="*/ 2147483646 h 1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115"/>
              <a:gd name="T44" fmla="*/ 67 w 67"/>
              <a:gd name="T45" fmla="*/ 115 h 1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115">
                <a:moveTo>
                  <a:pt x="66" y="114"/>
                </a:moveTo>
                <a:lnTo>
                  <a:pt x="66" y="114"/>
                </a:lnTo>
                <a:lnTo>
                  <a:pt x="66" y="69"/>
                </a:lnTo>
                <a:lnTo>
                  <a:pt x="34" y="47"/>
                </a:lnTo>
                <a:lnTo>
                  <a:pt x="34" y="21"/>
                </a:lnTo>
                <a:lnTo>
                  <a:pt x="0" y="0"/>
                </a:lnTo>
                <a:lnTo>
                  <a:pt x="0" y="21"/>
                </a:lnTo>
                <a:lnTo>
                  <a:pt x="0" y="47"/>
                </a:lnTo>
                <a:lnTo>
                  <a:pt x="0" y="69"/>
                </a:lnTo>
                <a:lnTo>
                  <a:pt x="0" y="114"/>
                </a:lnTo>
                <a:lnTo>
                  <a:pt x="66" y="114"/>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7" name="Freeform 141">
            <a:extLst>
              <a:ext uri="{FF2B5EF4-FFF2-40B4-BE49-F238E27FC236}">
                <a16:creationId xmlns:a16="http://schemas.microsoft.com/office/drawing/2014/main" id="{A2D89BC7-D32F-70EA-F943-96355F58EF60}"/>
              </a:ext>
            </a:extLst>
          </p:cNvPr>
          <p:cNvSpPr>
            <a:spLocks noChangeArrowheads="1"/>
          </p:cNvSpPr>
          <p:nvPr/>
        </p:nvSpPr>
        <p:spPr bwMode="auto">
          <a:xfrm>
            <a:off x="6319838" y="5507038"/>
            <a:ext cx="23812" cy="42862"/>
          </a:xfrm>
          <a:custGeom>
            <a:avLst/>
            <a:gdLst>
              <a:gd name="T0" fmla="*/ 0 w 67"/>
              <a:gd name="T1" fmla="*/ 2147483646 h 120"/>
              <a:gd name="T2" fmla="*/ 0 w 67"/>
              <a:gd name="T3" fmla="*/ 2147483646 h 120"/>
              <a:gd name="T4" fmla="*/ 1526345291 w 67"/>
              <a:gd name="T5" fmla="*/ 2147483646 h 120"/>
              <a:gd name="T6" fmla="*/ 1526345291 w 67"/>
              <a:gd name="T7" fmla="*/ 2147483646 h 120"/>
              <a:gd name="T8" fmla="*/ 2147483646 w 67"/>
              <a:gd name="T9" fmla="*/ 2141812354 h 120"/>
              <a:gd name="T10" fmla="*/ 2147483646 w 67"/>
              <a:gd name="T11" fmla="*/ 0 h 120"/>
              <a:gd name="T12" fmla="*/ 0 w 67"/>
              <a:gd name="T13" fmla="*/ 0 h 120"/>
              <a:gd name="T14" fmla="*/ 0 w 67"/>
              <a:gd name="T15" fmla="*/ 1139289105 h 120"/>
              <a:gd name="T16" fmla="*/ 0 w 67"/>
              <a:gd name="T17" fmla="*/ 2141812354 h 120"/>
              <a:gd name="T18" fmla="*/ 0 w 67"/>
              <a:gd name="T19" fmla="*/ 2147483646 h 120"/>
              <a:gd name="T20" fmla="*/ 0 w 67"/>
              <a:gd name="T21" fmla="*/ 2147483646 h 120"/>
              <a:gd name="T22" fmla="*/ 0 w 67"/>
              <a:gd name="T23" fmla="*/ 2147483646 h 120"/>
              <a:gd name="T24" fmla="*/ 0 w 67"/>
              <a:gd name="T25" fmla="*/ 2147483646 h 120"/>
              <a:gd name="T26" fmla="*/ 0 w 67"/>
              <a:gd name="T27" fmla="*/ 2147483646 h 1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
              <a:gd name="T43" fmla="*/ 0 h 120"/>
              <a:gd name="T44" fmla="*/ 67 w 67"/>
              <a:gd name="T45" fmla="*/ 120 h 1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 h="120">
                <a:moveTo>
                  <a:pt x="0" y="119"/>
                </a:moveTo>
                <a:lnTo>
                  <a:pt x="0" y="119"/>
                </a:lnTo>
                <a:lnTo>
                  <a:pt x="34" y="96"/>
                </a:lnTo>
                <a:lnTo>
                  <a:pt x="34" y="70"/>
                </a:lnTo>
                <a:lnTo>
                  <a:pt x="66" y="47"/>
                </a:lnTo>
                <a:lnTo>
                  <a:pt x="66" y="0"/>
                </a:lnTo>
                <a:lnTo>
                  <a:pt x="0" y="0"/>
                </a:lnTo>
                <a:lnTo>
                  <a:pt x="0" y="25"/>
                </a:lnTo>
                <a:lnTo>
                  <a:pt x="0" y="47"/>
                </a:lnTo>
                <a:lnTo>
                  <a:pt x="0" y="70"/>
                </a:lnTo>
                <a:lnTo>
                  <a:pt x="0" y="119"/>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8" name="Freeform 142">
            <a:extLst>
              <a:ext uri="{FF2B5EF4-FFF2-40B4-BE49-F238E27FC236}">
                <a16:creationId xmlns:a16="http://schemas.microsoft.com/office/drawing/2014/main" id="{9B0FEEA3-D9ED-5543-8AC9-7314AE2E8C71}"/>
              </a:ext>
            </a:extLst>
          </p:cNvPr>
          <p:cNvSpPr>
            <a:spLocks noChangeArrowheads="1"/>
          </p:cNvSpPr>
          <p:nvPr/>
        </p:nvSpPr>
        <p:spPr bwMode="auto">
          <a:xfrm>
            <a:off x="6246813" y="5532438"/>
            <a:ext cx="73025" cy="17462"/>
          </a:xfrm>
          <a:custGeom>
            <a:avLst/>
            <a:gdLst>
              <a:gd name="T0" fmla="*/ 0 w 204"/>
              <a:gd name="T1" fmla="*/ 2147483646 h 49"/>
              <a:gd name="T2" fmla="*/ 0 w 204"/>
              <a:gd name="T3" fmla="*/ 2147483646 h 49"/>
              <a:gd name="T4" fmla="*/ 2147483646 w 204"/>
              <a:gd name="T5" fmla="*/ 2147483646 h 49"/>
              <a:gd name="T6" fmla="*/ 2147483646 w 204"/>
              <a:gd name="T7" fmla="*/ 0 h 49"/>
              <a:gd name="T8" fmla="*/ 0 w 204"/>
              <a:gd name="T9" fmla="*/ 0 h 49"/>
              <a:gd name="T10" fmla="*/ 0 w 204"/>
              <a:gd name="T11" fmla="*/ 0 h 49"/>
              <a:gd name="T12" fmla="*/ 0 w 204"/>
              <a:gd name="T13" fmla="*/ 2147483646 h 49"/>
              <a:gd name="T14" fmla="*/ 0 w 204"/>
              <a:gd name="T15" fmla="*/ 2147483646 h 49"/>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49"/>
              <a:gd name="T26" fmla="*/ 204 w 20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49">
                <a:moveTo>
                  <a:pt x="0" y="48"/>
                </a:moveTo>
                <a:lnTo>
                  <a:pt x="0" y="48"/>
                </a:lnTo>
                <a:lnTo>
                  <a:pt x="203" y="48"/>
                </a:lnTo>
                <a:lnTo>
                  <a:pt x="203" y="0"/>
                </a:lnTo>
                <a:lnTo>
                  <a:pt x="0" y="0"/>
                </a:lnTo>
                <a:lnTo>
                  <a:pt x="0" y="48"/>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39" name="Freeform 143">
            <a:extLst>
              <a:ext uri="{FF2B5EF4-FFF2-40B4-BE49-F238E27FC236}">
                <a16:creationId xmlns:a16="http://schemas.microsoft.com/office/drawing/2014/main" id="{721CEE1D-B305-EB51-E207-E05DDB7538BD}"/>
              </a:ext>
            </a:extLst>
          </p:cNvPr>
          <p:cNvSpPr>
            <a:spLocks noChangeArrowheads="1"/>
          </p:cNvSpPr>
          <p:nvPr/>
        </p:nvSpPr>
        <p:spPr bwMode="auto">
          <a:xfrm>
            <a:off x="6223000" y="5473700"/>
            <a:ext cx="38100" cy="68263"/>
          </a:xfrm>
          <a:custGeom>
            <a:avLst/>
            <a:gdLst>
              <a:gd name="T0" fmla="*/ 2147483646 w 106"/>
              <a:gd name="T1" fmla="*/ 2147483646 h 190"/>
              <a:gd name="T2" fmla="*/ 1671754675 w 106"/>
              <a:gd name="T3" fmla="*/ 2147483646 h 190"/>
              <a:gd name="T4" fmla="*/ 1671754675 w 106"/>
              <a:gd name="T5" fmla="*/ 2147483646 h 190"/>
              <a:gd name="T6" fmla="*/ 0 w 106"/>
              <a:gd name="T7" fmla="*/ 2147483646 h 190"/>
              <a:gd name="T8" fmla="*/ 0 w 106"/>
              <a:gd name="T9" fmla="*/ 2147483646 h 190"/>
              <a:gd name="T10" fmla="*/ 0 w 106"/>
              <a:gd name="T11" fmla="*/ 2147483646 h 190"/>
              <a:gd name="T12" fmla="*/ 1671754675 w 106"/>
              <a:gd name="T13" fmla="*/ 1159408971 h 190"/>
              <a:gd name="T14" fmla="*/ 1671754675 w 106"/>
              <a:gd name="T15" fmla="*/ 0 h 190"/>
              <a:gd name="T16" fmla="*/ 2147483646 w 106"/>
              <a:gd name="T17" fmla="*/ 0 h 190"/>
              <a:gd name="T18" fmla="*/ 2147483646 w 106"/>
              <a:gd name="T19" fmla="*/ 0 h 190"/>
              <a:gd name="T20" fmla="*/ 2147483646 w 106"/>
              <a:gd name="T21" fmla="*/ 1159408971 h 190"/>
              <a:gd name="T22" fmla="*/ 2147483646 w 106"/>
              <a:gd name="T23" fmla="*/ 2147483646 h 190"/>
              <a:gd name="T24" fmla="*/ 2147483646 w 106"/>
              <a:gd name="T25" fmla="*/ 2147483646 h 190"/>
              <a:gd name="T26" fmla="*/ 2147483646 w 106"/>
              <a:gd name="T27" fmla="*/ 2147483646 h 190"/>
              <a:gd name="T28" fmla="*/ 2147483646 w 106"/>
              <a:gd name="T29" fmla="*/ 2147483646 h 190"/>
              <a:gd name="T30" fmla="*/ 2147483646 w 106"/>
              <a:gd name="T31" fmla="*/ 2147483646 h 190"/>
              <a:gd name="T32" fmla="*/ 2147483646 w 106"/>
              <a:gd name="T33" fmla="*/ 2147483646 h 190"/>
              <a:gd name="T34" fmla="*/ 2147483646 w 106"/>
              <a:gd name="T35" fmla="*/ 2147483646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6"/>
              <a:gd name="T55" fmla="*/ 0 h 190"/>
              <a:gd name="T56" fmla="*/ 106 w 106"/>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6" h="190">
                <a:moveTo>
                  <a:pt x="68" y="189"/>
                </a:moveTo>
                <a:lnTo>
                  <a:pt x="36" y="189"/>
                </a:lnTo>
                <a:lnTo>
                  <a:pt x="36" y="162"/>
                </a:lnTo>
                <a:lnTo>
                  <a:pt x="0" y="118"/>
                </a:lnTo>
                <a:lnTo>
                  <a:pt x="0" y="91"/>
                </a:lnTo>
                <a:lnTo>
                  <a:pt x="0" y="47"/>
                </a:lnTo>
                <a:lnTo>
                  <a:pt x="36" y="25"/>
                </a:lnTo>
                <a:lnTo>
                  <a:pt x="36" y="0"/>
                </a:lnTo>
                <a:lnTo>
                  <a:pt x="68" y="0"/>
                </a:lnTo>
                <a:lnTo>
                  <a:pt x="105" y="25"/>
                </a:lnTo>
                <a:lnTo>
                  <a:pt x="105" y="47"/>
                </a:lnTo>
                <a:lnTo>
                  <a:pt x="105" y="91"/>
                </a:lnTo>
                <a:lnTo>
                  <a:pt x="105" y="118"/>
                </a:lnTo>
                <a:lnTo>
                  <a:pt x="105" y="162"/>
                </a:lnTo>
                <a:lnTo>
                  <a:pt x="68" y="189"/>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0" name="Freeform 144">
            <a:extLst>
              <a:ext uri="{FF2B5EF4-FFF2-40B4-BE49-F238E27FC236}">
                <a16:creationId xmlns:a16="http://schemas.microsoft.com/office/drawing/2014/main" id="{1575A3E0-C2EF-F15E-2510-134FDA2EF73C}"/>
              </a:ext>
            </a:extLst>
          </p:cNvPr>
          <p:cNvSpPr>
            <a:spLocks noChangeArrowheads="1"/>
          </p:cNvSpPr>
          <p:nvPr/>
        </p:nvSpPr>
        <p:spPr bwMode="auto">
          <a:xfrm>
            <a:off x="6210300" y="5507038"/>
            <a:ext cx="36513" cy="42862"/>
          </a:xfrm>
          <a:custGeom>
            <a:avLst/>
            <a:gdLst>
              <a:gd name="T0" fmla="*/ 0 w 102"/>
              <a:gd name="T1" fmla="*/ 0 h 120"/>
              <a:gd name="T2" fmla="*/ 0 w 102"/>
              <a:gd name="T3" fmla="*/ 0 h 120"/>
              <a:gd name="T4" fmla="*/ 1559627737 w 102"/>
              <a:gd name="T5" fmla="*/ 2141812354 h 120"/>
              <a:gd name="T6" fmla="*/ 1559627737 w 102"/>
              <a:gd name="T7" fmla="*/ 2147483646 h 120"/>
              <a:gd name="T8" fmla="*/ 2147483646 w 102"/>
              <a:gd name="T9" fmla="*/ 2147483646 h 120"/>
              <a:gd name="T10" fmla="*/ 2147483646 w 102"/>
              <a:gd name="T11" fmla="*/ 2147483646 h 120"/>
              <a:gd name="T12" fmla="*/ 2147483646 w 102"/>
              <a:gd name="T13" fmla="*/ 2147483646 h 120"/>
              <a:gd name="T14" fmla="*/ 2147483646 w 102"/>
              <a:gd name="T15" fmla="*/ 2147483646 h 120"/>
              <a:gd name="T16" fmla="*/ 2147483646 w 102"/>
              <a:gd name="T17" fmla="*/ 2141812354 h 120"/>
              <a:gd name="T18" fmla="*/ 2147483646 w 102"/>
              <a:gd name="T19" fmla="*/ 1139289105 h 120"/>
              <a:gd name="T20" fmla="*/ 2147483646 w 102"/>
              <a:gd name="T21" fmla="*/ 0 h 120"/>
              <a:gd name="T22" fmla="*/ 2147483646 w 102"/>
              <a:gd name="T23" fmla="*/ 0 h 120"/>
              <a:gd name="T24" fmla="*/ 0 w 102"/>
              <a:gd name="T25" fmla="*/ 0 h 120"/>
              <a:gd name="T26" fmla="*/ 0 w 102"/>
              <a:gd name="T27" fmla="*/ 0 h 1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20"/>
              <a:gd name="T44" fmla="*/ 102 w 102"/>
              <a:gd name="T45" fmla="*/ 120 h 1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20">
                <a:moveTo>
                  <a:pt x="0" y="0"/>
                </a:moveTo>
                <a:lnTo>
                  <a:pt x="0" y="0"/>
                </a:lnTo>
                <a:lnTo>
                  <a:pt x="34" y="47"/>
                </a:lnTo>
                <a:lnTo>
                  <a:pt x="34" y="70"/>
                </a:lnTo>
                <a:lnTo>
                  <a:pt x="69" y="96"/>
                </a:lnTo>
                <a:lnTo>
                  <a:pt x="101" y="119"/>
                </a:lnTo>
                <a:lnTo>
                  <a:pt x="101" y="70"/>
                </a:lnTo>
                <a:lnTo>
                  <a:pt x="69" y="47"/>
                </a:lnTo>
                <a:lnTo>
                  <a:pt x="69" y="25"/>
                </a:lnTo>
                <a:lnTo>
                  <a:pt x="69" y="0"/>
                </a:lnTo>
                <a:lnTo>
                  <a:pt x="0"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1" name="Freeform 145">
            <a:extLst>
              <a:ext uri="{FF2B5EF4-FFF2-40B4-BE49-F238E27FC236}">
                <a16:creationId xmlns:a16="http://schemas.microsoft.com/office/drawing/2014/main" id="{8A7E0C11-4160-A703-F41A-6AAF37BEC6AB}"/>
              </a:ext>
            </a:extLst>
          </p:cNvPr>
          <p:cNvSpPr>
            <a:spLocks noChangeArrowheads="1"/>
          </p:cNvSpPr>
          <p:nvPr/>
        </p:nvSpPr>
        <p:spPr bwMode="auto">
          <a:xfrm>
            <a:off x="6210300" y="5465763"/>
            <a:ext cx="36513" cy="41275"/>
          </a:xfrm>
          <a:custGeom>
            <a:avLst/>
            <a:gdLst>
              <a:gd name="T0" fmla="*/ 2147483646 w 102"/>
              <a:gd name="T1" fmla="*/ 0 h 115"/>
              <a:gd name="T2" fmla="*/ 2147483646 w 102"/>
              <a:gd name="T3" fmla="*/ 0 h 115"/>
              <a:gd name="T4" fmla="*/ 2147483646 w 102"/>
              <a:gd name="T5" fmla="*/ 970905723 h 115"/>
              <a:gd name="T6" fmla="*/ 1559627737 w 102"/>
              <a:gd name="T7" fmla="*/ 2147483646 h 115"/>
              <a:gd name="T8" fmla="*/ 1559627737 w 102"/>
              <a:gd name="T9" fmla="*/ 2147483646 h 115"/>
              <a:gd name="T10" fmla="*/ 0 w 102"/>
              <a:gd name="T11" fmla="*/ 2147483646 h 115"/>
              <a:gd name="T12" fmla="*/ 2147483646 w 102"/>
              <a:gd name="T13" fmla="*/ 2147483646 h 115"/>
              <a:gd name="T14" fmla="*/ 2147483646 w 102"/>
              <a:gd name="T15" fmla="*/ 2147483646 h 115"/>
              <a:gd name="T16" fmla="*/ 2147483646 w 102"/>
              <a:gd name="T17" fmla="*/ 2147483646 h 115"/>
              <a:gd name="T18" fmla="*/ 2147483646 w 102"/>
              <a:gd name="T19" fmla="*/ 970905723 h 115"/>
              <a:gd name="T20" fmla="*/ 2147483646 w 102"/>
              <a:gd name="T21" fmla="*/ 970905723 h 115"/>
              <a:gd name="T22" fmla="*/ 2147483646 w 102"/>
              <a:gd name="T23" fmla="*/ 970905723 h 115"/>
              <a:gd name="T24" fmla="*/ 2147483646 w 102"/>
              <a:gd name="T25" fmla="*/ 0 h 115"/>
              <a:gd name="T26" fmla="*/ 2147483646 w 102"/>
              <a:gd name="T27" fmla="*/ 0 h 1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
              <a:gd name="T43" fmla="*/ 0 h 115"/>
              <a:gd name="T44" fmla="*/ 102 w 102"/>
              <a:gd name="T45" fmla="*/ 115 h 1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 h="115">
                <a:moveTo>
                  <a:pt x="101" y="0"/>
                </a:moveTo>
                <a:lnTo>
                  <a:pt x="101" y="0"/>
                </a:lnTo>
                <a:lnTo>
                  <a:pt x="69" y="21"/>
                </a:lnTo>
                <a:lnTo>
                  <a:pt x="34" y="47"/>
                </a:lnTo>
                <a:lnTo>
                  <a:pt x="34" y="69"/>
                </a:lnTo>
                <a:lnTo>
                  <a:pt x="0" y="114"/>
                </a:lnTo>
                <a:lnTo>
                  <a:pt x="69" y="114"/>
                </a:lnTo>
                <a:lnTo>
                  <a:pt x="69" y="69"/>
                </a:lnTo>
                <a:lnTo>
                  <a:pt x="69" y="47"/>
                </a:lnTo>
                <a:lnTo>
                  <a:pt x="101" y="21"/>
                </a:lnTo>
                <a:lnTo>
                  <a:pt x="101" y="0"/>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2" name="Freeform 146">
            <a:extLst>
              <a:ext uri="{FF2B5EF4-FFF2-40B4-BE49-F238E27FC236}">
                <a16:creationId xmlns:a16="http://schemas.microsoft.com/office/drawing/2014/main" id="{961D06DC-A682-C5D4-30F9-B3BC2A4A0A1A}"/>
              </a:ext>
            </a:extLst>
          </p:cNvPr>
          <p:cNvSpPr>
            <a:spLocks noChangeArrowheads="1"/>
          </p:cNvSpPr>
          <p:nvPr/>
        </p:nvSpPr>
        <p:spPr bwMode="auto">
          <a:xfrm>
            <a:off x="6246813" y="5465763"/>
            <a:ext cx="26987" cy="41275"/>
          </a:xfrm>
          <a:custGeom>
            <a:avLst/>
            <a:gdLst>
              <a:gd name="T0" fmla="*/ 2147483646 w 75"/>
              <a:gd name="T1" fmla="*/ 2147483646 h 115"/>
              <a:gd name="T2" fmla="*/ 2147483646 w 75"/>
              <a:gd name="T3" fmla="*/ 2147483646 h 115"/>
              <a:gd name="T4" fmla="*/ 2147483646 w 75"/>
              <a:gd name="T5" fmla="*/ 2147483646 h 115"/>
              <a:gd name="T6" fmla="*/ 2147483646 w 75"/>
              <a:gd name="T7" fmla="*/ 2147483646 h 115"/>
              <a:gd name="T8" fmla="*/ 1723833126 w 75"/>
              <a:gd name="T9" fmla="*/ 970905723 h 115"/>
              <a:gd name="T10" fmla="*/ 0 w 75"/>
              <a:gd name="T11" fmla="*/ 0 h 115"/>
              <a:gd name="T12" fmla="*/ 0 w 75"/>
              <a:gd name="T13" fmla="*/ 970905723 h 115"/>
              <a:gd name="T14" fmla="*/ 0 w 75"/>
              <a:gd name="T15" fmla="*/ 970905723 h 115"/>
              <a:gd name="T16" fmla="*/ 0 w 75"/>
              <a:gd name="T17" fmla="*/ 2147483646 h 115"/>
              <a:gd name="T18" fmla="*/ 1723833126 w 75"/>
              <a:gd name="T19" fmla="*/ 2147483646 h 115"/>
              <a:gd name="T20" fmla="*/ 1723833126 w 75"/>
              <a:gd name="T21" fmla="*/ 2147483646 h 115"/>
              <a:gd name="T22" fmla="*/ 1723833126 w 75"/>
              <a:gd name="T23" fmla="*/ 2147483646 h 115"/>
              <a:gd name="T24" fmla="*/ 2147483646 w 75"/>
              <a:gd name="T25" fmla="*/ 2147483646 h 115"/>
              <a:gd name="T26" fmla="*/ 2147483646 w 75"/>
              <a:gd name="T27" fmla="*/ 2147483646 h 11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115"/>
              <a:gd name="T44" fmla="*/ 75 w 75"/>
              <a:gd name="T45" fmla="*/ 115 h 11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115">
                <a:moveTo>
                  <a:pt x="74" y="114"/>
                </a:moveTo>
                <a:lnTo>
                  <a:pt x="74" y="114"/>
                </a:lnTo>
                <a:lnTo>
                  <a:pt x="74" y="69"/>
                </a:lnTo>
                <a:lnTo>
                  <a:pt x="74" y="47"/>
                </a:lnTo>
                <a:lnTo>
                  <a:pt x="37" y="21"/>
                </a:lnTo>
                <a:lnTo>
                  <a:pt x="0" y="0"/>
                </a:lnTo>
                <a:lnTo>
                  <a:pt x="0" y="21"/>
                </a:lnTo>
                <a:lnTo>
                  <a:pt x="0" y="47"/>
                </a:lnTo>
                <a:lnTo>
                  <a:pt x="37" y="69"/>
                </a:lnTo>
                <a:lnTo>
                  <a:pt x="37" y="114"/>
                </a:lnTo>
                <a:lnTo>
                  <a:pt x="74" y="114"/>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
        <p:nvSpPr>
          <p:cNvPr id="32843" name="Freeform 147">
            <a:extLst>
              <a:ext uri="{FF2B5EF4-FFF2-40B4-BE49-F238E27FC236}">
                <a16:creationId xmlns:a16="http://schemas.microsoft.com/office/drawing/2014/main" id="{77609D2E-819E-FD41-F79F-2F4E0D8FD4DD}"/>
              </a:ext>
            </a:extLst>
          </p:cNvPr>
          <p:cNvSpPr>
            <a:spLocks noChangeArrowheads="1"/>
          </p:cNvSpPr>
          <p:nvPr/>
        </p:nvSpPr>
        <p:spPr bwMode="auto">
          <a:xfrm>
            <a:off x="6246813" y="5507038"/>
            <a:ext cx="26987" cy="42862"/>
          </a:xfrm>
          <a:custGeom>
            <a:avLst/>
            <a:gdLst>
              <a:gd name="T0" fmla="*/ 0 w 75"/>
              <a:gd name="T1" fmla="*/ 2147483646 h 120"/>
              <a:gd name="T2" fmla="*/ 0 w 75"/>
              <a:gd name="T3" fmla="*/ 2147483646 h 120"/>
              <a:gd name="T4" fmla="*/ 1723833126 w 75"/>
              <a:gd name="T5" fmla="*/ 2147483646 h 120"/>
              <a:gd name="T6" fmla="*/ 2147483646 w 75"/>
              <a:gd name="T7" fmla="*/ 2147483646 h 120"/>
              <a:gd name="T8" fmla="*/ 2147483646 w 75"/>
              <a:gd name="T9" fmla="*/ 2141812354 h 120"/>
              <a:gd name="T10" fmla="*/ 2147483646 w 75"/>
              <a:gd name="T11" fmla="*/ 0 h 120"/>
              <a:gd name="T12" fmla="*/ 1723833126 w 75"/>
              <a:gd name="T13" fmla="*/ 0 h 120"/>
              <a:gd name="T14" fmla="*/ 1723833126 w 75"/>
              <a:gd name="T15" fmla="*/ 1139289105 h 120"/>
              <a:gd name="T16" fmla="*/ 0 w 75"/>
              <a:gd name="T17" fmla="*/ 2141812354 h 120"/>
              <a:gd name="T18" fmla="*/ 0 w 75"/>
              <a:gd name="T19" fmla="*/ 2147483646 h 120"/>
              <a:gd name="T20" fmla="*/ 0 w 75"/>
              <a:gd name="T21" fmla="*/ 2147483646 h 120"/>
              <a:gd name="T22" fmla="*/ 0 w 75"/>
              <a:gd name="T23" fmla="*/ 2147483646 h 120"/>
              <a:gd name="T24" fmla="*/ 0 w 75"/>
              <a:gd name="T25" fmla="*/ 2147483646 h 120"/>
              <a:gd name="T26" fmla="*/ 0 w 75"/>
              <a:gd name="T27" fmla="*/ 2147483646 h 1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120"/>
              <a:gd name="T44" fmla="*/ 75 w 75"/>
              <a:gd name="T45" fmla="*/ 120 h 1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120">
                <a:moveTo>
                  <a:pt x="0" y="119"/>
                </a:moveTo>
                <a:lnTo>
                  <a:pt x="0" y="119"/>
                </a:lnTo>
                <a:lnTo>
                  <a:pt x="37" y="96"/>
                </a:lnTo>
                <a:lnTo>
                  <a:pt x="74" y="70"/>
                </a:lnTo>
                <a:lnTo>
                  <a:pt x="74" y="47"/>
                </a:lnTo>
                <a:lnTo>
                  <a:pt x="74" y="0"/>
                </a:lnTo>
                <a:lnTo>
                  <a:pt x="37" y="0"/>
                </a:lnTo>
                <a:lnTo>
                  <a:pt x="37" y="25"/>
                </a:lnTo>
                <a:lnTo>
                  <a:pt x="0" y="47"/>
                </a:lnTo>
                <a:lnTo>
                  <a:pt x="0" y="70"/>
                </a:lnTo>
                <a:lnTo>
                  <a:pt x="0" y="119"/>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6386">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638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638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85FA5053-89C7-6010-53DE-5232D8E801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CC8AB6C5-CD26-4135-8B02-DD7A68C1995B}" type="slidenum">
              <a:rPr lang="en-US" altLang="en-US" sz="1200">
                <a:solidFill>
                  <a:schemeClr val="tx1"/>
                </a:solidFill>
                <a:latin typeface="Garamond" panose="02020404030301010803" pitchFamily="18" charset="0"/>
              </a:rPr>
              <a:pPr/>
              <a:t>37</a:t>
            </a:fld>
            <a:endParaRPr lang="en-US" altLang="en-US" sz="1200" dirty="0">
              <a:solidFill>
                <a:schemeClr val="tx1"/>
              </a:solidFill>
              <a:latin typeface="Garamond" panose="02020404030301010803" pitchFamily="18" charset="0"/>
            </a:endParaRPr>
          </a:p>
        </p:txBody>
      </p:sp>
      <p:sp>
        <p:nvSpPr>
          <p:cNvPr id="34819" name="Rectangle 1">
            <a:extLst>
              <a:ext uri="{FF2B5EF4-FFF2-40B4-BE49-F238E27FC236}">
                <a16:creationId xmlns:a16="http://schemas.microsoft.com/office/drawing/2014/main" id="{ACD825DA-F6A1-C1A1-BF40-2C3B08CDDCFE}"/>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Integration Testing</a:t>
            </a:r>
          </a:p>
        </p:txBody>
      </p:sp>
      <p:sp>
        <p:nvSpPr>
          <p:cNvPr id="17410" name="Rectangle 2">
            <a:extLst>
              <a:ext uri="{FF2B5EF4-FFF2-40B4-BE49-F238E27FC236}">
                <a16:creationId xmlns:a16="http://schemas.microsoft.com/office/drawing/2014/main" id="{9F82C1FA-4636-AF71-C2CB-D85058595A91}"/>
              </a:ext>
            </a:extLst>
          </p:cNvPr>
          <p:cNvSpPr>
            <a:spLocks noGrp="1" noChangeArrowheads="1"/>
          </p:cNvSpPr>
          <p:nvPr>
            <p:ph type="body" idx="1"/>
          </p:nvPr>
        </p:nvSpPr>
        <p:spPr>
          <a:xfrm>
            <a:off x="457200" y="1600200"/>
            <a:ext cx="8232775" cy="4533900"/>
          </a:xfrm>
        </p:spPr>
        <p:txBody>
          <a:bodyPr lIns="90000" tIns="46800" rIns="90000" bIns="46800"/>
          <a:lstStyle/>
          <a:p>
            <a:pPr eaLnBrk="1" hangingPunct="1">
              <a:lnSpc>
                <a:spcPct val="93000"/>
              </a:lnSpc>
              <a:spcBef>
                <a:spcPts val="700"/>
              </a:spcBef>
              <a:buSzPct val="141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100" b="1" dirty="0"/>
              <a:t>User interface testing</a:t>
            </a:r>
          </a:p>
          <a:p>
            <a:pPr lvl="1" eaLnBrk="1" hangingPunct="1">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Tests each interface function</a:t>
            </a:r>
          </a:p>
          <a:p>
            <a:pPr eaLnBrk="1" hangingPunct="1">
              <a:spcBef>
                <a:spcPts val="700"/>
              </a:spcBef>
              <a:buSzPct val="141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100" b="1" dirty="0"/>
              <a:t>Use-scenario testing</a:t>
            </a:r>
          </a:p>
          <a:p>
            <a:pPr lvl="1" eaLnBrk="1" hangingPunct="1">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Ensures that each use scenario works correctly</a:t>
            </a:r>
          </a:p>
          <a:p>
            <a:pPr eaLnBrk="1" hangingPunct="1">
              <a:spcBef>
                <a:spcPts val="700"/>
              </a:spcBef>
              <a:buSzPct val="141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100" b="1" dirty="0"/>
              <a:t>Data flow testing</a:t>
            </a:r>
          </a:p>
          <a:p>
            <a:pPr lvl="1" eaLnBrk="1" hangingPunct="1">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Tests each process in a step-by-step fashion</a:t>
            </a:r>
          </a:p>
          <a:p>
            <a:pPr eaLnBrk="1" hangingPunct="1">
              <a:spcBef>
                <a:spcPts val="700"/>
              </a:spcBef>
              <a:buSzPct val="141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100" b="1" dirty="0"/>
              <a:t>System interface testing</a:t>
            </a:r>
          </a:p>
          <a:p>
            <a:pPr lvl="1" eaLnBrk="1" hangingPunct="1">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Ensures data transfer between systems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741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741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741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41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7410">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7410">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74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ACDD136C-6B0A-DBB6-66A0-52F0C17521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B935AD04-A422-4BC7-B759-0C711CFF68FC}" type="slidenum">
              <a:rPr lang="en-US" altLang="en-US" sz="1200">
                <a:solidFill>
                  <a:schemeClr val="tx1"/>
                </a:solidFill>
                <a:latin typeface="Garamond" panose="02020404030301010803" pitchFamily="18" charset="0"/>
              </a:rPr>
              <a:pPr/>
              <a:t>38</a:t>
            </a:fld>
            <a:endParaRPr lang="en-US" altLang="en-US" sz="1200" dirty="0">
              <a:solidFill>
                <a:schemeClr val="tx1"/>
              </a:solidFill>
              <a:latin typeface="Garamond" panose="02020404030301010803" pitchFamily="18" charset="0"/>
            </a:endParaRPr>
          </a:p>
        </p:txBody>
      </p:sp>
      <p:sp>
        <p:nvSpPr>
          <p:cNvPr id="36867" name="Rectangle 1">
            <a:extLst>
              <a:ext uri="{FF2B5EF4-FFF2-40B4-BE49-F238E27FC236}">
                <a16:creationId xmlns:a16="http://schemas.microsoft.com/office/drawing/2014/main" id="{F931A38F-813D-6F97-537E-04972F6B9792}"/>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System Testing</a:t>
            </a:r>
          </a:p>
        </p:txBody>
      </p:sp>
      <p:sp>
        <p:nvSpPr>
          <p:cNvPr id="18434" name="Rectangle 2">
            <a:extLst>
              <a:ext uri="{FF2B5EF4-FFF2-40B4-BE49-F238E27FC236}">
                <a16:creationId xmlns:a16="http://schemas.microsoft.com/office/drawing/2014/main" id="{A90C2670-1DA5-255D-E3DA-15CCEDF07D72}"/>
              </a:ext>
            </a:extLst>
          </p:cNvPr>
          <p:cNvSpPr>
            <a:spLocks noGrp="1" noChangeArrowheads="1"/>
          </p:cNvSpPr>
          <p:nvPr>
            <p:ph type="body" idx="1"/>
          </p:nvPr>
        </p:nvSpPr>
        <p:spPr>
          <a:xfrm>
            <a:off x="457200" y="1600200"/>
            <a:ext cx="8232775" cy="4533900"/>
          </a:xfrm>
        </p:spPr>
        <p:txBody>
          <a:bodyPr lIns="90000" tIns="46800" rIns="90000" bIns="46800"/>
          <a:lstStyle/>
          <a:p>
            <a:pPr eaLnBrk="1" hangingPunct="1">
              <a:lnSpc>
                <a:spcPct val="93000"/>
              </a:lnSpc>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900" b="1" dirty="0"/>
              <a:t>Requirements Testing</a:t>
            </a:r>
          </a:p>
          <a:p>
            <a:pPr lvl="1" eaLnBrk="1" hangingPunct="1">
              <a:lnSpc>
                <a:spcPct val="90000"/>
              </a:lnSpc>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Ensures that integration did not cause new errors</a:t>
            </a:r>
          </a:p>
          <a:p>
            <a:pPr eaLnBrk="1" hangingPunct="1">
              <a:lnSpc>
                <a:spcPct val="90000"/>
              </a:lnSpc>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900" b="1" dirty="0"/>
              <a:t>Usability Testing</a:t>
            </a:r>
          </a:p>
          <a:p>
            <a:pPr lvl="1" eaLnBrk="1" hangingPunct="1">
              <a:lnSpc>
                <a:spcPct val="90000"/>
              </a:lnSpc>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Tests how easy and error-free the system is in use</a:t>
            </a:r>
          </a:p>
          <a:p>
            <a:pPr eaLnBrk="1" hangingPunct="1">
              <a:lnSpc>
                <a:spcPct val="90000"/>
              </a:lnSpc>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900" b="1" dirty="0"/>
              <a:t>Security</a:t>
            </a:r>
            <a:r>
              <a:rPr lang="en-GB" altLang="en-US" sz="1900" dirty="0"/>
              <a:t> </a:t>
            </a:r>
            <a:r>
              <a:rPr lang="en-GB" altLang="en-US" sz="1900" b="1" dirty="0"/>
              <a:t>Testing</a:t>
            </a:r>
          </a:p>
          <a:p>
            <a:pPr lvl="1" eaLnBrk="1" hangingPunct="1">
              <a:lnSpc>
                <a:spcPct val="90000"/>
              </a:lnSpc>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Assures that security functions are handled properly</a:t>
            </a:r>
          </a:p>
          <a:p>
            <a:pPr eaLnBrk="1" hangingPunct="1">
              <a:lnSpc>
                <a:spcPct val="90000"/>
              </a:lnSpc>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900" b="1" dirty="0"/>
              <a:t>Performance Testing</a:t>
            </a:r>
          </a:p>
          <a:p>
            <a:pPr lvl="1" eaLnBrk="1" hangingPunct="1">
              <a:lnSpc>
                <a:spcPct val="90000"/>
              </a:lnSpc>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Assures that the system works under high volumes of activity</a:t>
            </a:r>
          </a:p>
          <a:p>
            <a:pPr eaLnBrk="1" hangingPunct="1">
              <a:lnSpc>
                <a:spcPct val="90000"/>
              </a:lnSpc>
              <a:spcBef>
                <a:spcPts val="600"/>
              </a:spcBef>
              <a:buSzPct val="165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1900" b="1" dirty="0"/>
              <a:t>Documentation Testing</a:t>
            </a:r>
          </a:p>
          <a:p>
            <a:pPr lvl="1" eaLnBrk="1" hangingPunct="1">
              <a:lnSpc>
                <a:spcPct val="90000"/>
              </a:lnSpc>
              <a:spcBef>
                <a:spcPts val="600"/>
              </a:spcBef>
              <a:buSzPct val="133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000" dirty="0"/>
              <a:t>Analysts check the accuracy of documentation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843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843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843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3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8434">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843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8434">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8434">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1843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Testing</a:t>
            </a:r>
          </a:p>
        </p:txBody>
      </p:sp>
      <p:sp>
        <p:nvSpPr>
          <p:cNvPr id="3" name="Content Placeholder 2"/>
          <p:cNvSpPr>
            <a:spLocks noGrp="1"/>
          </p:cNvSpPr>
          <p:nvPr>
            <p:ph idx="1"/>
          </p:nvPr>
        </p:nvSpPr>
        <p:spPr/>
        <p:txBody>
          <a:bodyPr/>
          <a:lstStyle/>
          <a:p>
            <a:r>
              <a:rPr lang="en-US" dirty="0"/>
              <a:t>User or customer testing is a stage in the testing process in which users or customers provide input and advice on system testing. </a:t>
            </a:r>
          </a:p>
          <a:p>
            <a:r>
              <a:rPr lang="en-US" dirty="0"/>
              <a:t>User testing is essential, even when comprehensive system and release testing have been carried out. </a:t>
            </a:r>
          </a:p>
          <a:p>
            <a:pPr lvl="1"/>
            <a:r>
              <a:rPr lang="en-US" dirty="0"/>
              <a:t>The reason for this is that influences from the user’s working environment have a major effect on the reliability, performance, usability and robustness of a system. These cannot be replicated in a testing environment.</a:t>
            </a:r>
            <a:endParaRPr lang="en-GB" dirty="0"/>
          </a:p>
        </p:txBody>
      </p:sp>
    </p:spTree>
    <p:extLst>
      <p:ext uri="{BB962C8B-B14F-4D97-AF65-F5344CB8AC3E}">
        <p14:creationId xmlns:p14="http://schemas.microsoft.com/office/powerpoint/2010/main" val="3841600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CE540EFC-CA79-1C9C-16B0-20074ACFF6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FF9F6020-F4AB-4DA4-9C75-B60FAD239055}" type="slidenum">
              <a:rPr lang="en-US" altLang="en-US" sz="1200">
                <a:solidFill>
                  <a:schemeClr val="tx1"/>
                </a:solidFill>
                <a:latin typeface="Garamond" panose="02020404030301010803" pitchFamily="18" charset="0"/>
              </a:rPr>
              <a:pPr/>
              <a:t>40</a:t>
            </a:fld>
            <a:endParaRPr lang="en-US" altLang="en-US" sz="1200" dirty="0">
              <a:solidFill>
                <a:schemeClr val="tx1"/>
              </a:solidFill>
              <a:latin typeface="Garamond" panose="02020404030301010803" pitchFamily="18" charset="0"/>
            </a:endParaRPr>
          </a:p>
        </p:txBody>
      </p:sp>
      <p:sp>
        <p:nvSpPr>
          <p:cNvPr id="38915" name="Rectangle 1">
            <a:extLst>
              <a:ext uri="{FF2B5EF4-FFF2-40B4-BE49-F238E27FC236}">
                <a16:creationId xmlns:a16="http://schemas.microsoft.com/office/drawing/2014/main" id="{E65A2683-8829-8875-A36C-D9B785C6E778}"/>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Acceptance Testing</a:t>
            </a:r>
          </a:p>
        </p:txBody>
      </p:sp>
      <p:sp>
        <p:nvSpPr>
          <p:cNvPr id="19458" name="Rectangle 2">
            <a:extLst>
              <a:ext uri="{FF2B5EF4-FFF2-40B4-BE49-F238E27FC236}">
                <a16:creationId xmlns:a16="http://schemas.microsoft.com/office/drawing/2014/main" id="{9C162336-036D-89D4-8DAD-7FB3BC852785}"/>
              </a:ext>
            </a:extLst>
          </p:cNvPr>
          <p:cNvSpPr>
            <a:spLocks noGrp="1" noChangeArrowheads="1"/>
          </p:cNvSpPr>
          <p:nvPr>
            <p:ph type="body" idx="1"/>
          </p:nvPr>
        </p:nvSpPr>
        <p:spPr>
          <a:xfrm>
            <a:off x="457200" y="1600200"/>
            <a:ext cx="8232775" cy="4533900"/>
          </a:xfrm>
        </p:spPr>
        <p:txBody>
          <a:bodyPr lIns="90000" tIns="46800" rIns="90000" bIns="46800"/>
          <a:lstStyle/>
          <a:p>
            <a:pPr eaLnBrk="1" hangingPunct="1">
              <a:lnSpc>
                <a:spcPct val="9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b="1" dirty="0"/>
              <a:t>Alpha Testing</a:t>
            </a:r>
          </a:p>
          <a:p>
            <a:pPr lvl="1" eaLnBrk="1" hangingPunct="1">
              <a:buSzPct val="10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t>Performed by users to assure they accept the system; frequently repeats earlier tests </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b="1" dirty="0"/>
              <a:t>Beta Testing</a:t>
            </a:r>
          </a:p>
          <a:p>
            <a:pPr lvl="1" eaLnBrk="1" hangingPunct="1">
              <a:buSzPct val="10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t>Uses real data, not test data.  Actual users monitor for errors or needed improvements.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5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458">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945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4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Acceptance Testing Process </a:t>
            </a:r>
          </a:p>
        </p:txBody>
      </p:sp>
      <p:pic>
        <p:nvPicPr>
          <p:cNvPr id="7" name="Picture 6" descr="The diagram shows the acceptance testing process. 6 rounded rectangles labeled as Define acceptance criteria, Plan acceptance testing, derive acceptance tests, run acceptance tests, negotiate test results and accept or reject system are presented in a row. Five rectangles labeled as Test criteria, Test plan, Tests, Test results and Testing report are present in a row above the row of rounded rectangles. Many pointers are present. The origin element of the pointer at first comma the element to which it points second are listed as follows: Define acceptance criteria, Test criteria; Define acceptance criteria, Plan acceptance testing; test criteria, Plan acceptance testing; Plan acceptance testing, Test plan; Plan acceptance testing, Derive acceptance tests; Test plan, Derive acceptance tests; Derive acceptance tests, Tests; Derive acceptance tests, Run acceptance tests, Tests, Run acceptance tests; Run acceptance tests, Test results; Run acceptance tests, Negotiate test results; Test results, negotiate test results; negotiate test results, Testing report; negotiate test results, Accept or reject system; Testing report, Accept or reject system."/>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403" y="2991381"/>
            <a:ext cx="8195398" cy="1446246"/>
          </a:xfrm>
          <a:prstGeom prst="rect">
            <a:avLst/>
          </a:prstGeom>
        </p:spPr>
      </p:pic>
    </p:spTree>
    <p:extLst>
      <p:ext uri="{BB962C8B-B14F-4D97-AF65-F5344CB8AC3E}">
        <p14:creationId xmlns:p14="http://schemas.microsoft.com/office/powerpoint/2010/main" val="11609926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a:extLst>
              <a:ext uri="{FF2B5EF4-FFF2-40B4-BE49-F238E27FC236}">
                <a16:creationId xmlns:a16="http://schemas.microsoft.com/office/drawing/2014/main" id="{C5896794-F413-C213-5B8C-CF1CBE5CB3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66E6318A-DD54-4DB9-8A6A-B8CE135706D8}" type="slidenum">
              <a:rPr lang="en-US" altLang="en-US" sz="1200">
                <a:solidFill>
                  <a:schemeClr val="tx1"/>
                </a:solidFill>
                <a:latin typeface="Garamond" panose="02020404030301010803" pitchFamily="18" charset="0"/>
              </a:rPr>
              <a:pPr/>
              <a:t>42</a:t>
            </a:fld>
            <a:endParaRPr lang="en-US" altLang="en-US" sz="1200" dirty="0">
              <a:solidFill>
                <a:schemeClr val="tx1"/>
              </a:solidFill>
              <a:latin typeface="Garamond" panose="02020404030301010803" pitchFamily="18" charset="0"/>
            </a:endParaRPr>
          </a:p>
        </p:txBody>
      </p:sp>
      <p:sp>
        <p:nvSpPr>
          <p:cNvPr id="40963" name="Rectangle 1">
            <a:extLst>
              <a:ext uri="{FF2B5EF4-FFF2-40B4-BE49-F238E27FC236}">
                <a16:creationId xmlns:a16="http://schemas.microsoft.com/office/drawing/2014/main" id="{BCA19B69-D512-5D85-C1AB-9FBB5B166E46}"/>
              </a:ext>
            </a:extLst>
          </p:cNvPr>
          <p:cNvSpPr>
            <a:spLocks noGrp="1" noChangeArrowheads="1"/>
          </p:cNvSpPr>
          <p:nvPr>
            <p:ph type="title"/>
          </p:nvPr>
        </p:nvSpPr>
        <p:spPr>
          <a:xfrm>
            <a:off x="571500" y="169863"/>
            <a:ext cx="7772400" cy="1277937"/>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Error Discovery Rates By Test Stage</a:t>
            </a:r>
          </a:p>
        </p:txBody>
      </p:sp>
      <p:pic>
        <p:nvPicPr>
          <p:cNvPr id="40964" name="Picture 2">
            <a:extLst>
              <a:ext uri="{FF2B5EF4-FFF2-40B4-BE49-F238E27FC236}">
                <a16:creationId xmlns:a16="http://schemas.microsoft.com/office/drawing/2014/main" id="{6E4E85BA-DFF5-45FD-A764-E0FB5B0A6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752600"/>
            <a:ext cx="714851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3EC940B3-0378-8757-3F62-CEA7F88EE98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B7E5CFC5-4EA8-44CD-A77D-1AC302E78B7A}" type="slidenum">
              <a:rPr lang="en-US" altLang="en-US" sz="1200">
                <a:solidFill>
                  <a:schemeClr val="tx1"/>
                </a:solidFill>
                <a:latin typeface="Garamond" panose="02020404030301010803" pitchFamily="18" charset="0"/>
              </a:rPr>
              <a:pPr/>
              <a:t>43</a:t>
            </a:fld>
            <a:endParaRPr lang="en-US" altLang="en-US" sz="1200" dirty="0">
              <a:solidFill>
                <a:schemeClr val="tx1"/>
              </a:solidFill>
              <a:latin typeface="Garamond" panose="02020404030301010803" pitchFamily="18" charset="0"/>
            </a:endParaRPr>
          </a:p>
        </p:txBody>
      </p:sp>
      <p:sp>
        <p:nvSpPr>
          <p:cNvPr id="21505" name="Rectangle 1">
            <a:extLst>
              <a:ext uri="{FF2B5EF4-FFF2-40B4-BE49-F238E27FC236}">
                <a16:creationId xmlns:a16="http://schemas.microsoft.com/office/drawing/2014/main" id="{A762D0BF-85CF-DC65-B8CE-CEAA0577B781}"/>
              </a:ext>
            </a:extLst>
          </p:cNvPr>
          <p:cNvSpPr>
            <a:spLocks noGrp="1" noChangeArrowheads="1"/>
          </p:cNvSpPr>
          <p:nvPr>
            <p:ph type="title"/>
          </p:nvPr>
        </p:nvSpPr>
        <p:spPr>
          <a:xfrm>
            <a:off x="990600" y="1600200"/>
            <a:ext cx="7467600" cy="1295400"/>
          </a:xfrm>
        </p:spPr>
        <p:txBody>
          <a:bodyPr lIns="92160" tIns="46080" rIns="92160" bIns="46080" anchor="ctr"/>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b="1" dirty="0">
                <a:effectLst>
                  <a:outerShdw blurRad="38100" dist="38100" dir="2700000" algn="tl">
                    <a:srgbClr val="C0C0C0"/>
                  </a:outerShdw>
                </a:effectLst>
              </a:rPr>
              <a:t>DEVELOPING DOCUMENTATION</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9ABB9516-6D29-EE7C-E07C-C194F6BCF1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289CC841-CE6D-4E5B-8999-67E451AE46E1}" type="slidenum">
              <a:rPr lang="en-US" altLang="en-US" sz="1200">
                <a:solidFill>
                  <a:schemeClr val="tx1"/>
                </a:solidFill>
                <a:latin typeface="Garamond" panose="02020404030301010803" pitchFamily="18" charset="0"/>
              </a:rPr>
              <a:pPr/>
              <a:t>44</a:t>
            </a:fld>
            <a:endParaRPr lang="en-US" altLang="en-US" sz="1200" dirty="0">
              <a:solidFill>
                <a:schemeClr val="tx1"/>
              </a:solidFill>
              <a:latin typeface="Garamond" panose="02020404030301010803" pitchFamily="18" charset="0"/>
            </a:endParaRPr>
          </a:p>
        </p:txBody>
      </p:sp>
      <p:sp>
        <p:nvSpPr>
          <p:cNvPr id="45059" name="Rectangle 1">
            <a:extLst>
              <a:ext uri="{FF2B5EF4-FFF2-40B4-BE49-F238E27FC236}">
                <a16:creationId xmlns:a16="http://schemas.microsoft.com/office/drawing/2014/main" id="{139A6EB0-06D5-7BE9-286B-B83512DA1850}"/>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Types of Documentation</a:t>
            </a:r>
          </a:p>
        </p:txBody>
      </p:sp>
      <p:sp>
        <p:nvSpPr>
          <p:cNvPr id="22530" name="Rectangle 2">
            <a:extLst>
              <a:ext uri="{FF2B5EF4-FFF2-40B4-BE49-F238E27FC236}">
                <a16:creationId xmlns:a16="http://schemas.microsoft.com/office/drawing/2014/main" id="{C72A07C7-0A9F-4EB3-4603-4A6E0CC1E696}"/>
              </a:ext>
            </a:extLst>
          </p:cNvPr>
          <p:cNvSpPr>
            <a:spLocks noGrp="1" noChangeArrowheads="1"/>
          </p:cNvSpPr>
          <p:nvPr>
            <p:ph type="body" idx="1"/>
          </p:nvPr>
        </p:nvSpPr>
        <p:spPr>
          <a:xfrm>
            <a:off x="457200" y="1600200"/>
            <a:ext cx="8232775" cy="4533900"/>
          </a:xfrm>
        </p:spPr>
        <p:txBody>
          <a:bodyPr lIns="90000" tIns="46800" rIns="90000" bIns="46800"/>
          <a:lstStyle/>
          <a:p>
            <a:pPr eaLnBrk="1" hangingPunct="1">
              <a:lnSpc>
                <a:spcPct val="9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b="1" dirty="0">
                <a:solidFill>
                  <a:srgbClr val="CC0000"/>
                </a:solidFill>
              </a:rPr>
              <a:t>System</a:t>
            </a:r>
            <a:r>
              <a:rPr lang="en-GB" altLang="en-US" b="1" dirty="0"/>
              <a:t> Documentation</a:t>
            </a:r>
          </a:p>
          <a:p>
            <a:pPr lvl="1" eaLnBrk="1" hangingPunct="1">
              <a:buSzPct val="10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t>Intended to help programmers and analysts understand and maintain the system after it is installed</a:t>
            </a:r>
          </a:p>
          <a:p>
            <a:pPr eaLnBrk="1" hangingPunct="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b="1" dirty="0">
                <a:solidFill>
                  <a:srgbClr val="CC0000"/>
                </a:solidFill>
              </a:rPr>
              <a:t>User</a:t>
            </a:r>
            <a:r>
              <a:rPr lang="en-GB" altLang="en-US" b="1" dirty="0"/>
              <a:t> Documentation</a:t>
            </a:r>
          </a:p>
          <a:p>
            <a:pPr lvl="1" eaLnBrk="1" hangingPunct="1">
              <a:buSzPct val="100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dirty="0"/>
              <a:t>Intended to help users operate the system</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253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253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25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8F9291DD-3858-44E2-3FD1-DF2757D162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eaLnBrk="0" fontAlgn="base" hangingPunct="0">
              <a:spcBef>
                <a:spcPct val="0"/>
              </a:spcBef>
              <a:spcAft>
                <a:spcPct val="0"/>
              </a:spcAft>
              <a:defRPr sz="2400">
                <a:solidFill>
                  <a:schemeClr val="bg1"/>
                </a:solidFill>
                <a:latin typeface="Times New Roman" panose="02020603050405020304" pitchFamily="18" charset="0"/>
              </a:defRPr>
            </a:lvl9pPr>
          </a:lstStyle>
          <a:p>
            <a:fld id="{C30AF0CA-CA3B-40BE-8D20-D43DD9A46492}" type="slidenum">
              <a:rPr lang="en-US" altLang="en-US" sz="1200">
                <a:solidFill>
                  <a:schemeClr val="tx1"/>
                </a:solidFill>
                <a:latin typeface="Garamond" panose="02020404030301010803" pitchFamily="18" charset="0"/>
              </a:rPr>
              <a:pPr/>
              <a:t>45</a:t>
            </a:fld>
            <a:endParaRPr lang="en-US" altLang="en-US" sz="1200" dirty="0">
              <a:solidFill>
                <a:schemeClr val="tx1"/>
              </a:solidFill>
              <a:latin typeface="Garamond" panose="02020404030301010803" pitchFamily="18" charset="0"/>
            </a:endParaRPr>
          </a:p>
        </p:txBody>
      </p:sp>
      <p:sp>
        <p:nvSpPr>
          <p:cNvPr id="57347" name="Rectangle 1">
            <a:extLst>
              <a:ext uri="{FF2B5EF4-FFF2-40B4-BE49-F238E27FC236}">
                <a16:creationId xmlns:a16="http://schemas.microsoft.com/office/drawing/2014/main" id="{64653D57-3395-FE29-0331-38EB147A793A}"/>
              </a:ext>
            </a:extLst>
          </p:cNvPr>
          <p:cNvSpPr>
            <a:spLocks noGrp="1" noChangeArrowheads="1"/>
          </p:cNvSpPr>
          <p:nvPr>
            <p:ph type="title"/>
          </p:nvPr>
        </p:nvSpPr>
        <p:spPr>
          <a:xfrm>
            <a:off x="457200" y="277813"/>
            <a:ext cx="8232775" cy="1143000"/>
          </a:xfrm>
        </p:spPr>
        <p:txBody>
          <a:bodyPr lIns="90000" tIns="46800" rIns="90000" bIns="46800" anchor="b"/>
          <a:lstStyle/>
          <a:p>
            <a:pPr eaLnBrk="1" hangingPunct="1">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b="1" dirty="0"/>
              <a:t>Summary</a:t>
            </a:r>
          </a:p>
        </p:txBody>
      </p:sp>
      <p:sp>
        <p:nvSpPr>
          <p:cNvPr id="30722" name="Rectangle 2">
            <a:extLst>
              <a:ext uri="{FF2B5EF4-FFF2-40B4-BE49-F238E27FC236}">
                <a16:creationId xmlns:a16="http://schemas.microsoft.com/office/drawing/2014/main" id="{B3771884-D7D4-05A9-3EDA-B0BE1F3E91C0}"/>
              </a:ext>
            </a:extLst>
          </p:cNvPr>
          <p:cNvSpPr>
            <a:spLocks noGrp="1" noChangeArrowheads="1"/>
          </p:cNvSpPr>
          <p:nvPr>
            <p:ph type="body" idx="1"/>
          </p:nvPr>
        </p:nvSpPr>
        <p:spPr>
          <a:xfrm>
            <a:off x="457200" y="1600200"/>
            <a:ext cx="8232775" cy="4533900"/>
          </a:xfrm>
        </p:spPr>
        <p:txBody>
          <a:bodyPr lIns="90000" tIns="46800" rIns="90000" bIns="46800"/>
          <a:lstStyle/>
          <a:p>
            <a:pPr eaLnBrk="1" hangingPunct="1">
              <a:lnSpc>
                <a:spcPct val="93000"/>
              </a:lnSpc>
              <a:spcBef>
                <a:spcPts val="700"/>
              </a:spcBef>
              <a:buSzPct val="141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100" dirty="0"/>
              <a:t>The project manager must assign tasks to programmers, assure coordination of program development and schedule code production and adjust the schedule as development continues.</a:t>
            </a:r>
          </a:p>
          <a:p>
            <a:pPr eaLnBrk="1" hangingPunct="1">
              <a:spcBef>
                <a:spcPts val="700"/>
              </a:spcBef>
              <a:buSzPct val="141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100" dirty="0"/>
              <a:t>Test planning must be done carefully and a variety of methods all contribute to developing quality software.</a:t>
            </a:r>
          </a:p>
          <a:p>
            <a:pPr eaLnBrk="1" hangingPunct="1">
              <a:spcBef>
                <a:spcPts val="700"/>
              </a:spcBef>
              <a:buSzPct val="141000"/>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z="2100" dirty="0"/>
              <a:t>Documentation should begin well before the completion of coding and testing and address needs of maintenance programmers and system users.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2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bg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bg1"/>
            </a:solidFill>
            <a:effectLst/>
            <a:latin typeface="Times New Roman" pitchFamily="18"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182</TotalTime>
  <Words>2402</Words>
  <Application>Microsoft Office PowerPoint</Application>
  <PresentationFormat>On-screen Show (4:3)</PresentationFormat>
  <Paragraphs>357</Paragraphs>
  <Slides>45</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Arial Unicode MS</vt:lpstr>
      <vt:lpstr>Calibri</vt:lpstr>
      <vt:lpstr>Garamond</vt:lpstr>
      <vt:lpstr>Noto Sans Symbols</vt:lpstr>
      <vt:lpstr>Symbol</vt:lpstr>
      <vt:lpstr>Times New Roman</vt:lpstr>
      <vt:lpstr>Verdana</vt:lpstr>
      <vt:lpstr>Wingdings</vt:lpstr>
      <vt:lpstr>Edge</vt:lpstr>
      <vt:lpstr> SAD 8. Design, Implementation and Testing</vt:lpstr>
      <vt:lpstr>Learning Objectives</vt:lpstr>
      <vt:lpstr>SYSTEMS DEVELOPMENT LIFE CYCLE (SDLC)</vt:lpstr>
      <vt:lpstr>PowerPoint Presentation</vt:lpstr>
      <vt:lpstr>Design Steps</vt:lpstr>
      <vt:lpstr>Classic Design Errors (1)</vt:lpstr>
      <vt:lpstr>Classic Design Errors (2)</vt:lpstr>
      <vt:lpstr>3 Basic Design Strategies</vt:lpstr>
      <vt:lpstr>Custom Development</vt:lpstr>
      <vt:lpstr>Hardware and Software Issues</vt:lpstr>
      <vt:lpstr>Packaged ‘Off-the-Shelf’ Software</vt:lpstr>
      <vt:lpstr>Criteria for selecting packaged software: </vt:lpstr>
      <vt:lpstr>Outsourced Development </vt:lpstr>
      <vt:lpstr>Selecting a Design Strategy</vt:lpstr>
      <vt:lpstr>Interface design</vt:lpstr>
      <vt:lpstr>User Interface</vt:lpstr>
      <vt:lpstr>PRINCIPLES FOR USER INTERFACE DESIGN</vt:lpstr>
      <vt:lpstr>(cont’d)</vt:lpstr>
      <vt:lpstr>User Experience</vt:lpstr>
      <vt:lpstr>Consistency</vt:lpstr>
      <vt:lpstr>Minimize User Effort</vt:lpstr>
      <vt:lpstr>Programming – program development / computer program</vt:lpstr>
      <vt:lpstr>Review the program documentation</vt:lpstr>
      <vt:lpstr>Design program</vt:lpstr>
      <vt:lpstr>What is a hierarchy chart? </vt:lpstr>
      <vt:lpstr>PowerPoint Presentation</vt:lpstr>
      <vt:lpstr>PowerPoint Presentation</vt:lpstr>
      <vt:lpstr>PowerPoint Presentation</vt:lpstr>
      <vt:lpstr>Code the program  - using several programming languages</vt:lpstr>
      <vt:lpstr>TESTING</vt:lpstr>
      <vt:lpstr>Software/Program Testing</vt:lpstr>
      <vt:lpstr>Software/Program Testing</vt:lpstr>
      <vt:lpstr>Test the program</vt:lpstr>
      <vt:lpstr>Test Plan</vt:lpstr>
      <vt:lpstr>Categories of Testing</vt:lpstr>
      <vt:lpstr>Unit Testing</vt:lpstr>
      <vt:lpstr>Integration Testing</vt:lpstr>
      <vt:lpstr>System Testing</vt:lpstr>
      <vt:lpstr>User Testing</vt:lpstr>
      <vt:lpstr>Acceptance Testing</vt:lpstr>
      <vt:lpstr>The Acceptance Testing Process </vt:lpstr>
      <vt:lpstr>Error Discovery Rates By Test Stage</vt:lpstr>
      <vt:lpstr>DEVELOPING DOCUMENTATION</vt:lpstr>
      <vt:lpstr>Types of Documentation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and Documentation</dc:title>
  <dc:creator>Lim Wen-I</dc:creator>
  <cp:lastModifiedBy>Lim Wen-I</cp:lastModifiedBy>
  <cp:revision>34</cp:revision>
  <dcterms:modified xsi:type="dcterms:W3CDTF">2025-11-23T14:46:18Z</dcterms:modified>
</cp:coreProperties>
</file>