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media/image31.jpg" ContentType="image/jpg"/>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7" r:id="rId5"/>
    <p:sldMasterId id="2147483679" r:id="rId6"/>
  </p:sldMasterIdLst>
  <p:notesMasterIdLst>
    <p:notesMasterId r:id="rId86"/>
  </p:notesMasterIdLst>
  <p:sldIdLst>
    <p:sldId id="323" r:id="rId7"/>
    <p:sldId id="258" r:id="rId8"/>
    <p:sldId id="264" r:id="rId9"/>
    <p:sldId id="312" r:id="rId10"/>
    <p:sldId id="524" r:id="rId11"/>
    <p:sldId id="299" r:id="rId12"/>
    <p:sldId id="277" r:id="rId13"/>
    <p:sldId id="278" r:id="rId14"/>
    <p:sldId id="302" r:id="rId15"/>
    <p:sldId id="304" r:id="rId16"/>
    <p:sldId id="303" r:id="rId17"/>
    <p:sldId id="305" r:id="rId18"/>
    <p:sldId id="306" r:id="rId19"/>
    <p:sldId id="331" r:id="rId20"/>
    <p:sldId id="289" r:id="rId21"/>
    <p:sldId id="521" r:id="rId22"/>
    <p:sldId id="260" r:id="rId23"/>
    <p:sldId id="259" r:id="rId24"/>
    <p:sldId id="333" r:id="rId25"/>
    <p:sldId id="334" r:id="rId26"/>
    <p:sldId id="473" r:id="rId27"/>
    <p:sldId id="482" r:id="rId28"/>
    <p:sldId id="483" r:id="rId29"/>
    <p:sldId id="475" r:id="rId30"/>
    <p:sldId id="486" r:id="rId31"/>
    <p:sldId id="485" r:id="rId32"/>
    <p:sldId id="525" r:id="rId33"/>
    <p:sldId id="526" r:id="rId34"/>
    <p:sldId id="493" r:id="rId35"/>
    <p:sldId id="492" r:id="rId36"/>
    <p:sldId id="494" r:id="rId37"/>
    <p:sldId id="495" r:id="rId38"/>
    <p:sldId id="497" r:id="rId39"/>
    <p:sldId id="498" r:id="rId40"/>
    <p:sldId id="527" r:id="rId41"/>
    <p:sldId id="262" r:id="rId42"/>
    <p:sldId id="336" r:id="rId43"/>
    <p:sldId id="338" r:id="rId44"/>
    <p:sldId id="523" r:id="rId45"/>
    <p:sldId id="522" r:id="rId46"/>
    <p:sldId id="291" r:id="rId47"/>
    <p:sldId id="293" r:id="rId48"/>
    <p:sldId id="294" r:id="rId49"/>
    <p:sldId id="295" r:id="rId50"/>
    <p:sldId id="296" r:id="rId51"/>
    <p:sldId id="297" r:id="rId52"/>
    <p:sldId id="332" r:id="rId53"/>
    <p:sldId id="357" r:id="rId54"/>
    <p:sldId id="316" r:id="rId55"/>
    <p:sldId id="345" r:id="rId56"/>
    <p:sldId id="359" r:id="rId57"/>
    <p:sldId id="347" r:id="rId58"/>
    <p:sldId id="348" r:id="rId59"/>
    <p:sldId id="360" r:id="rId60"/>
    <p:sldId id="315" r:id="rId61"/>
    <p:sldId id="309" r:id="rId62"/>
    <p:sldId id="313" r:id="rId63"/>
    <p:sldId id="339" r:id="rId64"/>
    <p:sldId id="340" r:id="rId65"/>
    <p:sldId id="361" r:id="rId66"/>
    <p:sldId id="310" r:id="rId67"/>
    <p:sldId id="362" r:id="rId68"/>
    <p:sldId id="363" r:id="rId69"/>
    <p:sldId id="353" r:id="rId70"/>
    <p:sldId id="364" r:id="rId71"/>
    <p:sldId id="350" r:id="rId72"/>
    <p:sldId id="349" r:id="rId73"/>
    <p:sldId id="351" r:id="rId74"/>
    <p:sldId id="352" r:id="rId75"/>
    <p:sldId id="365" r:id="rId76"/>
    <p:sldId id="528" r:id="rId77"/>
    <p:sldId id="326" r:id="rId78"/>
    <p:sldId id="343" r:id="rId79"/>
    <p:sldId id="328" r:id="rId80"/>
    <p:sldId id="327" r:id="rId81"/>
    <p:sldId id="342" r:id="rId82"/>
    <p:sldId id="366" r:id="rId83"/>
    <p:sldId id="330" r:id="rId84"/>
    <p:sldId id="530" r:id="rId85"/>
  </p:sldIdLst>
  <p:sldSz cx="10058400" cy="7772400"/>
  <p:notesSz cx="10058400" cy="7772400"/>
  <p:embeddedFontLst>
    <p:embeddedFont>
      <p:font typeface="Century Gothic" panose="020B0502020202020204" pitchFamily="34" charset="0"/>
      <p:regular r:id="rId87"/>
      <p:bold r:id="rId88"/>
      <p:italic r:id="rId89"/>
      <p:boldItalic r:id="rId90"/>
    </p:embeddedFont>
    <p:embeddedFont>
      <p:font typeface="Garamond" panose="02020404030301010803" pitchFamily="18" charset="0"/>
      <p:regular r:id="rId91"/>
      <p:bold r:id="rId92"/>
      <p:italic r:id="rId93"/>
    </p:embeddedFont>
    <p:embeddedFont>
      <p:font typeface="Times" panose="02020603050405020304" pitchFamily="18" charset="0"/>
      <p:regular r:id="rId94"/>
      <p:bold r:id="rId95"/>
      <p:italic r:id="rId96"/>
      <p:boldItalic r:id="rId97"/>
    </p:embeddedFont>
    <p:embeddedFont>
      <p:font typeface="Tw Cen MT" panose="020B0602020104020603" pitchFamily="34" charset="0"/>
      <p:regular r:id="rId98"/>
      <p:bold r:id="rId99"/>
      <p:italic r:id="rId100"/>
      <p:boldItalic r:id="rId10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33CB29-2655-7BA6-AC81-03103584A698}" v="5" dt="2025-11-30T18:30:33.62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p:cViewPr varScale="1">
        <p:scale>
          <a:sx n="56" d="100"/>
          <a:sy n="56" d="100"/>
        </p:scale>
        <p:origin x="864" y="52"/>
      </p:cViewPr>
      <p:guideLst>
        <p:guide orient="horz" pos="2880"/>
        <p:guide pos="2160"/>
      </p:guideLst>
    </p:cSldViewPr>
  </p:slideViewPr>
  <p:notesTextViewPr>
    <p:cViewPr>
      <p:scale>
        <a:sx n="100" d="100"/>
        <a:sy n="100" d="100"/>
      </p:scale>
      <p:origin x="0" y="0"/>
    </p:cViewPr>
  </p:notesTextViewPr>
  <p:sorterViewPr>
    <p:cViewPr>
      <p:scale>
        <a:sx n="170" d="100"/>
        <a:sy n="170" d="100"/>
      </p:scale>
      <p:origin x="0" y="-2871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font" Target="fonts/font3.fntdata"/><Relationship Id="rId16" Type="http://schemas.openxmlformats.org/officeDocument/2006/relationships/slide" Target="slides/slide10.xml"/><Relationship Id="rId107" Type="http://schemas.microsoft.com/office/2015/10/relationships/revisionInfo" Target="revisionInfo.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presProps" Target="presProps.xml"/><Relationship Id="rId5" Type="http://schemas.openxmlformats.org/officeDocument/2006/relationships/slideMaster" Target="slideMasters/slideMaster2.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microsoft.com/office/2016/11/relationships/changesInfo" Target="changesInfos/changesInfo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notesMaster" Target="notesMasters/notes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font" Target="fonts/font11.fntdata"/><Relationship Id="rId104" Type="http://schemas.openxmlformats.org/officeDocument/2006/relationships/theme" Target="theme/theme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font" Target="fonts/font6.fntdata"/><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font" Target="fonts/font1.fntdata"/><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font" Target="fonts/font14.fntdata"/><Relationship Id="rId105"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Wen-I" userId="S::limwen-i@segi.edu.my::4f6c7eb3-5643-4e91-aeb7-39086a2dad27" providerId="AD" clId="Web-{D433CB29-2655-7BA6-AC81-03103584A698}"/>
    <pc:docChg chg="addSld delSld modSld">
      <pc:chgData name="Lim Wen-I" userId="S::limwen-i@segi.edu.my::4f6c7eb3-5643-4e91-aeb7-39086a2dad27" providerId="AD" clId="Web-{D433CB29-2655-7BA6-AC81-03103584A698}" dt="2025-11-30T18:30:33.621" v="4"/>
      <pc:docMkLst>
        <pc:docMk/>
      </pc:docMkLst>
      <pc:sldChg chg="modSp">
        <pc:chgData name="Lim Wen-I" userId="S::limwen-i@segi.edu.my::4f6c7eb3-5643-4e91-aeb7-39086a2dad27" providerId="AD" clId="Web-{D433CB29-2655-7BA6-AC81-03103584A698}" dt="2025-11-30T18:27:50.775" v="1" actId="1076"/>
        <pc:sldMkLst>
          <pc:docMk/>
          <pc:sldMk cId="2141634341" sldId="528"/>
        </pc:sldMkLst>
        <pc:spChg chg="mod">
          <ac:chgData name="Lim Wen-I" userId="S::limwen-i@segi.edu.my::4f6c7eb3-5643-4e91-aeb7-39086a2dad27" providerId="AD" clId="Web-{D433CB29-2655-7BA6-AC81-03103584A698}" dt="2025-11-30T18:27:50.775" v="1" actId="1076"/>
          <ac:spMkLst>
            <pc:docMk/>
            <pc:sldMk cId="2141634341" sldId="528"/>
            <ac:spMk id="5" creationId="{5AFAE41E-624E-41A8-8ECC-B143DBC7B905}"/>
          </ac:spMkLst>
        </pc:spChg>
      </pc:sldChg>
      <pc:sldChg chg="new del">
        <pc:chgData name="Lim Wen-I" userId="S::limwen-i@segi.edu.my::4f6c7eb3-5643-4e91-aeb7-39086a2dad27" providerId="AD" clId="Web-{D433CB29-2655-7BA6-AC81-03103584A698}" dt="2025-11-30T18:30:33.621" v="4"/>
        <pc:sldMkLst>
          <pc:docMk/>
          <pc:sldMk cId="2256817533" sldId="529"/>
        </pc:sldMkLst>
      </pc:sldChg>
      <pc:sldChg chg="add">
        <pc:chgData name="Lim Wen-I" userId="S::limwen-i@segi.edu.my::4f6c7eb3-5643-4e91-aeb7-39086a2dad27" providerId="AD" clId="Web-{D433CB29-2655-7BA6-AC81-03103584A698}" dt="2025-11-30T18:30:30.261" v="3"/>
        <pc:sldMkLst>
          <pc:docMk/>
          <pc:sldMk cId="2971953469" sldId="530"/>
        </pc:sldMkLst>
      </pc:sldChg>
    </pc:docChg>
  </pc:docChgLst>
  <pc:docChgLst>
    <pc:chgData name="Lim Wen-I" userId="4f6c7eb3-5643-4e91-aeb7-39086a2dad27" providerId="ADAL" clId="{FFE6550E-F5D3-427C-9285-C53C3EB95A7C}"/>
    <pc:docChg chg="undo redo custSel addSld delSld modSld sldOrd">
      <pc:chgData name="Lim Wen-I" userId="4f6c7eb3-5643-4e91-aeb7-39086a2dad27" providerId="ADAL" clId="{FFE6550E-F5D3-427C-9285-C53C3EB95A7C}" dt="2025-11-30T17:58:26.844" v="1681" actId="1035"/>
      <pc:docMkLst>
        <pc:docMk/>
      </pc:docMkLst>
      <pc:sldChg chg="modSp mod ord modNotesTx">
        <pc:chgData name="Lim Wen-I" userId="4f6c7eb3-5643-4e91-aeb7-39086a2dad27" providerId="ADAL" clId="{FFE6550E-F5D3-427C-9285-C53C3EB95A7C}" dt="2025-11-30T01:06:36.805" v="453" actId="20577"/>
        <pc:sldMkLst>
          <pc:docMk/>
          <pc:sldMk cId="0" sldId="258"/>
        </pc:sldMkLst>
        <pc:spChg chg="mod">
          <ac:chgData name="Lim Wen-I" userId="4f6c7eb3-5643-4e91-aeb7-39086a2dad27" providerId="ADAL" clId="{FFE6550E-F5D3-427C-9285-C53C3EB95A7C}" dt="2025-11-29T23:25:58.860" v="150" actId="1035"/>
          <ac:spMkLst>
            <pc:docMk/>
            <pc:sldMk cId="0" sldId="258"/>
            <ac:spMk id="2" creationId="{00000000-0000-0000-0000-000000000000}"/>
          </ac:spMkLst>
        </pc:spChg>
        <pc:spChg chg="mod">
          <ac:chgData name="Lim Wen-I" userId="4f6c7eb3-5643-4e91-aeb7-39086a2dad27" providerId="ADAL" clId="{FFE6550E-F5D3-427C-9285-C53C3EB95A7C}" dt="2025-11-29T23:33:52.893" v="232" actId="20577"/>
          <ac:spMkLst>
            <pc:docMk/>
            <pc:sldMk cId="0" sldId="258"/>
            <ac:spMk id="3" creationId="{00000000-0000-0000-0000-000000000000}"/>
          </ac:spMkLst>
        </pc:spChg>
        <pc:spChg chg="mod">
          <ac:chgData name="Lim Wen-I" userId="4f6c7eb3-5643-4e91-aeb7-39086a2dad27" providerId="ADAL" clId="{FFE6550E-F5D3-427C-9285-C53C3EB95A7C}" dt="2025-11-29T23:19:21.859" v="130" actId="1036"/>
          <ac:spMkLst>
            <pc:docMk/>
            <pc:sldMk cId="0" sldId="258"/>
            <ac:spMk id="4" creationId="{00000000-0000-0000-0000-000000000000}"/>
          </ac:spMkLst>
        </pc:spChg>
      </pc:sldChg>
      <pc:sldChg chg="modSp mod">
        <pc:chgData name="Lim Wen-I" userId="4f6c7eb3-5643-4e91-aeb7-39086a2dad27" providerId="ADAL" clId="{FFE6550E-F5D3-427C-9285-C53C3EB95A7C}" dt="2025-11-30T06:54:08.914" v="659" actId="14100"/>
        <pc:sldMkLst>
          <pc:docMk/>
          <pc:sldMk cId="856124865" sldId="259"/>
        </pc:sldMkLst>
        <pc:spChg chg="mod">
          <ac:chgData name="Lim Wen-I" userId="4f6c7eb3-5643-4e91-aeb7-39086a2dad27" providerId="ADAL" clId="{FFE6550E-F5D3-427C-9285-C53C3EB95A7C}" dt="2025-11-30T06:54:04.923" v="658" actId="20577"/>
          <ac:spMkLst>
            <pc:docMk/>
            <pc:sldMk cId="856124865" sldId="259"/>
            <ac:spMk id="3" creationId="{00000000-0000-0000-0000-000000000000}"/>
          </ac:spMkLst>
        </pc:spChg>
        <pc:spChg chg="mod">
          <ac:chgData name="Lim Wen-I" userId="4f6c7eb3-5643-4e91-aeb7-39086a2dad27" providerId="ADAL" clId="{FFE6550E-F5D3-427C-9285-C53C3EB95A7C}" dt="2025-11-30T06:54:08.914" v="659" actId="14100"/>
          <ac:spMkLst>
            <pc:docMk/>
            <pc:sldMk cId="856124865" sldId="259"/>
            <ac:spMk id="6" creationId="{00000000-0000-0000-0000-000000000000}"/>
          </ac:spMkLst>
        </pc:spChg>
      </pc:sldChg>
      <pc:sldChg chg="modSp">
        <pc:chgData name="Lim Wen-I" userId="4f6c7eb3-5643-4e91-aeb7-39086a2dad27" providerId="ADAL" clId="{FFE6550E-F5D3-427C-9285-C53C3EB95A7C}" dt="2025-11-30T07:14:58.535" v="896"/>
        <pc:sldMkLst>
          <pc:docMk/>
          <pc:sldMk cId="3703663036" sldId="260"/>
        </pc:sldMkLst>
        <pc:spChg chg="mod">
          <ac:chgData name="Lim Wen-I" userId="4f6c7eb3-5643-4e91-aeb7-39086a2dad27" providerId="ADAL" clId="{FFE6550E-F5D3-427C-9285-C53C3EB95A7C}" dt="2025-11-30T07:14:58.535" v="896"/>
          <ac:spMkLst>
            <pc:docMk/>
            <pc:sldMk cId="3703663036" sldId="260"/>
            <ac:spMk id="2" creationId="{00000000-0000-0000-0000-000000000000}"/>
          </ac:spMkLst>
        </pc:spChg>
      </pc:sldChg>
      <pc:sldChg chg="addSp delSp modSp mod ord modShow">
        <pc:chgData name="Lim Wen-I" userId="4f6c7eb3-5643-4e91-aeb7-39086a2dad27" providerId="ADAL" clId="{FFE6550E-F5D3-427C-9285-C53C3EB95A7C}" dt="2025-11-30T17:50:30.049" v="1676"/>
        <pc:sldMkLst>
          <pc:docMk/>
          <pc:sldMk cId="0" sldId="262"/>
        </pc:sldMkLst>
        <pc:spChg chg="del">
          <ac:chgData name="Lim Wen-I" userId="4f6c7eb3-5643-4e91-aeb7-39086a2dad27" providerId="ADAL" clId="{FFE6550E-F5D3-427C-9285-C53C3EB95A7C}" dt="2025-11-30T15:30:34.953" v="1542" actId="478"/>
          <ac:spMkLst>
            <pc:docMk/>
            <pc:sldMk cId="0" sldId="262"/>
            <ac:spMk id="2" creationId="{00000000-0000-0000-0000-000000000000}"/>
          </ac:spMkLst>
        </pc:spChg>
        <pc:spChg chg="del">
          <ac:chgData name="Lim Wen-I" userId="4f6c7eb3-5643-4e91-aeb7-39086a2dad27" providerId="ADAL" clId="{FFE6550E-F5D3-427C-9285-C53C3EB95A7C}" dt="2025-11-30T15:30:42.309" v="1544" actId="478"/>
          <ac:spMkLst>
            <pc:docMk/>
            <pc:sldMk cId="0" sldId="262"/>
            <ac:spMk id="3" creationId="{00000000-0000-0000-0000-000000000000}"/>
          </ac:spMkLst>
        </pc:spChg>
        <pc:spChg chg="mod">
          <ac:chgData name="Lim Wen-I" userId="4f6c7eb3-5643-4e91-aeb7-39086a2dad27" providerId="ADAL" clId="{FFE6550E-F5D3-427C-9285-C53C3EB95A7C}" dt="2025-11-30T15:30:49.915" v="1546" actId="14100"/>
          <ac:spMkLst>
            <pc:docMk/>
            <pc:sldMk cId="0" sldId="262"/>
            <ac:spMk id="4" creationId="{00000000-0000-0000-0000-000000000000}"/>
          </ac:spMkLst>
        </pc:spChg>
        <pc:spChg chg="add mod">
          <ac:chgData name="Lim Wen-I" userId="4f6c7eb3-5643-4e91-aeb7-39086a2dad27" providerId="ADAL" clId="{FFE6550E-F5D3-427C-9285-C53C3EB95A7C}" dt="2025-11-30T15:30:22.012" v="1539"/>
          <ac:spMkLst>
            <pc:docMk/>
            <pc:sldMk cId="0" sldId="262"/>
            <ac:spMk id="6" creationId="{00776DF8-E934-1933-4369-C0B119E5899A}"/>
          </ac:spMkLst>
        </pc:spChg>
        <pc:spChg chg="add del mod">
          <ac:chgData name="Lim Wen-I" userId="4f6c7eb3-5643-4e91-aeb7-39086a2dad27" providerId="ADAL" clId="{FFE6550E-F5D3-427C-9285-C53C3EB95A7C}" dt="2025-11-30T15:30:38.125" v="1543" actId="478"/>
          <ac:spMkLst>
            <pc:docMk/>
            <pc:sldMk cId="0" sldId="262"/>
            <ac:spMk id="8" creationId="{C49F5846-D768-B564-C823-C561B9919253}"/>
          </ac:spMkLst>
        </pc:spChg>
      </pc:sldChg>
      <pc:sldChg chg="modSp mod modAnim modNotesTx">
        <pc:chgData name="Lim Wen-I" userId="4f6c7eb3-5643-4e91-aeb7-39086a2dad27" providerId="ADAL" clId="{FFE6550E-F5D3-427C-9285-C53C3EB95A7C}" dt="2025-11-30T16:04:04.676" v="1674" actId="20578"/>
        <pc:sldMkLst>
          <pc:docMk/>
          <pc:sldMk cId="0" sldId="264"/>
        </pc:sldMkLst>
        <pc:spChg chg="mod">
          <ac:chgData name="Lim Wen-I" userId="4f6c7eb3-5643-4e91-aeb7-39086a2dad27" providerId="ADAL" clId="{FFE6550E-F5D3-427C-9285-C53C3EB95A7C}" dt="2025-11-30T16:04:04.676" v="1674" actId="20578"/>
          <ac:spMkLst>
            <pc:docMk/>
            <pc:sldMk cId="0" sldId="264"/>
            <ac:spMk id="3" creationId="{12B44861-EF81-6DBB-3A47-7D6E57CF65D6}"/>
          </ac:spMkLst>
        </pc:spChg>
        <pc:spChg chg="mod">
          <ac:chgData name="Lim Wen-I" userId="4f6c7eb3-5643-4e91-aeb7-39086a2dad27" providerId="ADAL" clId="{FFE6550E-F5D3-427C-9285-C53C3EB95A7C}" dt="2025-11-30T00:46:11.308" v="388" actId="20577"/>
          <ac:spMkLst>
            <pc:docMk/>
            <pc:sldMk cId="0" sldId="264"/>
            <ac:spMk id="20482" creationId="{58FDC910-8AFE-A63F-136C-EB84332BA13F}"/>
          </ac:spMkLst>
        </pc:spChg>
      </pc:sldChg>
      <pc:sldChg chg="modSp add del mod modShow">
        <pc:chgData name="Lim Wen-I" userId="4f6c7eb3-5643-4e91-aeb7-39086a2dad27" providerId="ADAL" clId="{FFE6550E-F5D3-427C-9285-C53C3EB95A7C}" dt="2025-11-30T06:39:20.145" v="560" actId="47"/>
        <pc:sldMkLst>
          <pc:docMk/>
          <pc:sldMk cId="0" sldId="276"/>
        </pc:sldMkLst>
        <pc:spChg chg="mod">
          <ac:chgData name="Lim Wen-I" userId="4f6c7eb3-5643-4e91-aeb7-39086a2dad27" providerId="ADAL" clId="{FFE6550E-F5D3-427C-9285-C53C3EB95A7C}" dt="2025-11-30T01:01:27.648" v="399"/>
          <ac:spMkLst>
            <pc:docMk/>
            <pc:sldMk cId="0" sldId="276"/>
            <ac:spMk id="4" creationId="{D2ABC096-CD0C-B7A8-7F0E-5FF0440A8D7A}"/>
          </ac:spMkLst>
        </pc:spChg>
        <pc:spChg chg="mod">
          <ac:chgData name="Lim Wen-I" userId="4f6c7eb3-5643-4e91-aeb7-39086a2dad27" providerId="ADAL" clId="{FFE6550E-F5D3-427C-9285-C53C3EB95A7C}" dt="2025-11-30T01:09:48.272" v="501" actId="14100"/>
          <ac:spMkLst>
            <pc:docMk/>
            <pc:sldMk cId="0" sldId="276"/>
            <ac:spMk id="35842" creationId="{1ADDD2EE-0DFA-3CB2-A839-BC214EE022A0}"/>
          </ac:spMkLst>
        </pc:spChg>
        <pc:spChg chg="mod">
          <ac:chgData name="Lim Wen-I" userId="4f6c7eb3-5643-4e91-aeb7-39086a2dad27" providerId="ADAL" clId="{FFE6550E-F5D3-427C-9285-C53C3EB95A7C}" dt="2025-11-30T01:01:27.648" v="399"/>
          <ac:spMkLst>
            <pc:docMk/>
            <pc:sldMk cId="0" sldId="276"/>
            <ac:spMk id="35844" creationId="{86D7FC47-77E4-E8D8-E6F8-E25A72B2E8C0}"/>
          </ac:spMkLst>
        </pc:spChg>
        <pc:picChg chg="mod">
          <ac:chgData name="Lim Wen-I" userId="4f6c7eb3-5643-4e91-aeb7-39086a2dad27" providerId="ADAL" clId="{FFE6550E-F5D3-427C-9285-C53C3EB95A7C}" dt="2025-11-30T01:09:59.727" v="506" actId="14100"/>
          <ac:picMkLst>
            <pc:docMk/>
            <pc:sldMk cId="0" sldId="276"/>
            <ac:picMk id="6" creationId="{225131A8-8734-CA32-13DB-25F5CBE42B29}"/>
          </ac:picMkLst>
        </pc:picChg>
      </pc:sldChg>
      <pc:sldChg chg="delSp modSp add mod">
        <pc:chgData name="Lim Wen-I" userId="4f6c7eb3-5643-4e91-aeb7-39086a2dad27" providerId="ADAL" clId="{FFE6550E-F5D3-427C-9285-C53C3EB95A7C}" dt="2025-11-30T06:47:26.731" v="603" actId="27636"/>
        <pc:sldMkLst>
          <pc:docMk/>
          <pc:sldMk cId="0" sldId="277"/>
        </pc:sldMkLst>
        <pc:spChg chg="mod">
          <ac:chgData name="Lim Wen-I" userId="4f6c7eb3-5643-4e91-aeb7-39086a2dad27" providerId="ADAL" clId="{FFE6550E-F5D3-427C-9285-C53C3EB95A7C}" dt="2025-11-30T01:08:19.857" v="470"/>
          <ac:spMkLst>
            <pc:docMk/>
            <pc:sldMk cId="0" sldId="277"/>
            <ac:spMk id="2" creationId="{C33AEC06-C9B9-12BB-F777-E896626E2D70}"/>
          </ac:spMkLst>
        </pc:spChg>
        <pc:spChg chg="mod">
          <ac:chgData name="Lim Wen-I" userId="4f6c7eb3-5643-4e91-aeb7-39086a2dad27" providerId="ADAL" clId="{FFE6550E-F5D3-427C-9285-C53C3EB95A7C}" dt="2025-11-30T06:47:26.731" v="603" actId="27636"/>
          <ac:spMkLst>
            <pc:docMk/>
            <pc:sldMk cId="0" sldId="277"/>
            <ac:spMk id="3" creationId="{E5BDDEBE-F143-06D6-D7FE-C7D02D509681}"/>
          </ac:spMkLst>
        </pc:spChg>
        <pc:spChg chg="del mod">
          <ac:chgData name="Lim Wen-I" userId="4f6c7eb3-5643-4e91-aeb7-39086a2dad27" providerId="ADAL" clId="{FFE6550E-F5D3-427C-9285-C53C3EB95A7C}" dt="2025-11-30T01:08:46.363" v="476" actId="478"/>
          <ac:spMkLst>
            <pc:docMk/>
            <pc:sldMk cId="0" sldId="277"/>
            <ac:spMk id="4" creationId="{643815D2-4C0E-B560-452B-D14200B970B3}"/>
          </ac:spMkLst>
        </pc:spChg>
        <pc:spChg chg="mod">
          <ac:chgData name="Lim Wen-I" userId="4f6c7eb3-5643-4e91-aeb7-39086a2dad27" providerId="ADAL" clId="{FFE6550E-F5D3-427C-9285-C53C3EB95A7C}" dt="2025-11-30T01:01:27.648" v="399"/>
          <ac:spMkLst>
            <pc:docMk/>
            <pc:sldMk cId="0" sldId="277"/>
            <ac:spMk id="36869" creationId="{63F4EC1D-9F0B-0448-A8B1-8BD4AE447062}"/>
          </ac:spMkLst>
        </pc:spChg>
      </pc:sldChg>
      <pc:sldChg chg="addSp modSp add mod modAnim">
        <pc:chgData name="Lim Wen-I" userId="4f6c7eb3-5643-4e91-aeb7-39086a2dad27" providerId="ADAL" clId="{FFE6550E-F5D3-427C-9285-C53C3EB95A7C}" dt="2025-11-30T06:36:22.579" v="558"/>
        <pc:sldMkLst>
          <pc:docMk/>
          <pc:sldMk cId="0" sldId="278"/>
        </pc:sldMkLst>
        <pc:spChg chg="add mod">
          <ac:chgData name="Lim Wen-I" userId="4f6c7eb3-5643-4e91-aeb7-39086a2dad27" providerId="ADAL" clId="{FFE6550E-F5D3-427C-9285-C53C3EB95A7C}" dt="2025-11-30T06:32:26.763" v="528" actId="14100"/>
          <ac:spMkLst>
            <pc:docMk/>
            <pc:sldMk cId="0" sldId="278"/>
            <ac:spMk id="2" creationId="{CFEEFAAD-08BB-D755-7A7D-C3070B3C90DC}"/>
          </ac:spMkLst>
        </pc:spChg>
        <pc:spChg chg="add mod">
          <ac:chgData name="Lim Wen-I" userId="4f6c7eb3-5643-4e91-aeb7-39086a2dad27" providerId="ADAL" clId="{FFE6550E-F5D3-427C-9285-C53C3EB95A7C}" dt="2025-11-30T06:33:00.507" v="533" actId="1076"/>
          <ac:spMkLst>
            <pc:docMk/>
            <pc:sldMk cId="0" sldId="278"/>
            <ac:spMk id="3" creationId="{3C8BA4C6-58D8-F576-C3A9-FD0395679056}"/>
          </ac:spMkLst>
        </pc:spChg>
        <pc:spChg chg="mod">
          <ac:chgData name="Lim Wen-I" userId="4f6c7eb3-5643-4e91-aeb7-39086a2dad27" providerId="ADAL" clId="{FFE6550E-F5D3-427C-9285-C53C3EB95A7C}" dt="2025-11-30T01:01:27.648" v="399"/>
          <ac:spMkLst>
            <pc:docMk/>
            <pc:sldMk cId="0" sldId="278"/>
            <ac:spMk id="4" creationId="{CC3916F0-E4D5-5981-E3EB-5158474D70D3}"/>
          </ac:spMkLst>
        </pc:spChg>
        <pc:spChg chg="add mod">
          <ac:chgData name="Lim Wen-I" userId="4f6c7eb3-5643-4e91-aeb7-39086a2dad27" providerId="ADAL" clId="{FFE6550E-F5D3-427C-9285-C53C3EB95A7C}" dt="2025-11-30T06:34:19.240" v="543" actId="14100"/>
          <ac:spMkLst>
            <pc:docMk/>
            <pc:sldMk cId="0" sldId="278"/>
            <ac:spMk id="5" creationId="{890A4620-E2C4-A9F2-3CA9-4C9297E83A50}"/>
          </ac:spMkLst>
        </pc:spChg>
        <pc:spChg chg="add mod">
          <ac:chgData name="Lim Wen-I" userId="4f6c7eb3-5643-4e91-aeb7-39086a2dad27" providerId="ADAL" clId="{FFE6550E-F5D3-427C-9285-C53C3EB95A7C}" dt="2025-11-30T06:35:26.360" v="554" actId="1076"/>
          <ac:spMkLst>
            <pc:docMk/>
            <pc:sldMk cId="0" sldId="278"/>
            <ac:spMk id="6" creationId="{379266D0-B804-EF39-E820-B265F987810B}"/>
          </ac:spMkLst>
        </pc:spChg>
        <pc:spChg chg="mod">
          <ac:chgData name="Lim Wen-I" userId="4f6c7eb3-5643-4e91-aeb7-39086a2dad27" providerId="ADAL" clId="{FFE6550E-F5D3-427C-9285-C53C3EB95A7C}" dt="2025-11-30T01:01:27.648" v="399"/>
          <ac:spMkLst>
            <pc:docMk/>
            <pc:sldMk cId="0" sldId="278"/>
            <ac:spMk id="37892" creationId="{35A8EA99-FBD9-0D29-1411-6A681049C224}"/>
          </ac:spMkLst>
        </pc:spChg>
        <pc:picChg chg="mod">
          <ac:chgData name="Lim Wen-I" userId="4f6c7eb3-5643-4e91-aeb7-39086a2dad27" providerId="ADAL" clId="{FFE6550E-F5D3-427C-9285-C53C3EB95A7C}" dt="2025-11-30T06:35:08.864" v="553" actId="1076"/>
          <ac:picMkLst>
            <pc:docMk/>
            <pc:sldMk cId="0" sldId="278"/>
            <ac:picMk id="8" creationId="{41566168-69B9-19EE-04B9-F0E6397FF11B}"/>
          </ac:picMkLst>
        </pc:picChg>
      </pc:sldChg>
      <pc:sldChg chg="add del">
        <pc:chgData name="Lim Wen-I" userId="4f6c7eb3-5643-4e91-aeb7-39086a2dad27" providerId="ADAL" clId="{FFE6550E-F5D3-427C-9285-C53C3EB95A7C}" dt="2025-11-30T16:03:19.901" v="1657" actId="47"/>
        <pc:sldMkLst>
          <pc:docMk/>
          <pc:sldMk cId="0" sldId="281"/>
        </pc:sldMkLst>
      </pc:sldChg>
      <pc:sldChg chg="del mod modShow">
        <pc:chgData name="Lim Wen-I" userId="4f6c7eb3-5643-4e91-aeb7-39086a2dad27" providerId="ADAL" clId="{FFE6550E-F5D3-427C-9285-C53C3EB95A7C}" dt="2025-11-30T06:51:07.766" v="607" actId="47"/>
        <pc:sldMkLst>
          <pc:docMk/>
          <pc:sldMk cId="2142279012" sldId="287"/>
        </pc:sldMkLst>
      </pc:sldChg>
      <pc:sldChg chg="delSp modSp mod">
        <pc:chgData name="Lim Wen-I" userId="4f6c7eb3-5643-4e91-aeb7-39086a2dad27" providerId="ADAL" clId="{FFE6550E-F5D3-427C-9285-C53C3EB95A7C}" dt="2025-11-30T15:38:01.668" v="1563" actId="14100"/>
        <pc:sldMkLst>
          <pc:docMk/>
          <pc:sldMk cId="942242071" sldId="295"/>
        </pc:sldMkLst>
        <pc:spChg chg="mod">
          <ac:chgData name="Lim Wen-I" userId="4f6c7eb3-5643-4e91-aeb7-39086a2dad27" providerId="ADAL" clId="{FFE6550E-F5D3-427C-9285-C53C3EB95A7C}" dt="2025-11-30T15:38:01.668" v="1563" actId="14100"/>
          <ac:spMkLst>
            <pc:docMk/>
            <pc:sldMk cId="942242071" sldId="295"/>
            <ac:spMk id="3" creationId="{00000000-0000-0000-0000-000000000000}"/>
          </ac:spMkLst>
        </pc:spChg>
        <pc:spChg chg="del mod">
          <ac:chgData name="Lim Wen-I" userId="4f6c7eb3-5643-4e91-aeb7-39086a2dad27" providerId="ADAL" clId="{FFE6550E-F5D3-427C-9285-C53C3EB95A7C}" dt="2025-11-30T15:36:48.245" v="1562" actId="478"/>
          <ac:spMkLst>
            <pc:docMk/>
            <pc:sldMk cId="942242071" sldId="295"/>
            <ac:spMk id="4" creationId="{00000000-0000-0000-0000-000000000000}"/>
          </ac:spMkLst>
        </pc:spChg>
      </pc:sldChg>
      <pc:sldChg chg="modSp mod ord">
        <pc:chgData name="Lim Wen-I" userId="4f6c7eb3-5643-4e91-aeb7-39086a2dad27" providerId="ADAL" clId="{FFE6550E-F5D3-427C-9285-C53C3EB95A7C}" dt="2025-11-30T06:43:59.328" v="574" actId="6549"/>
        <pc:sldMkLst>
          <pc:docMk/>
          <pc:sldMk cId="2659832009" sldId="299"/>
        </pc:sldMkLst>
        <pc:spChg chg="mod">
          <ac:chgData name="Lim Wen-I" userId="4f6c7eb3-5643-4e91-aeb7-39086a2dad27" providerId="ADAL" clId="{FFE6550E-F5D3-427C-9285-C53C3EB95A7C}" dt="2025-11-30T06:43:59.328" v="574" actId="6549"/>
          <ac:spMkLst>
            <pc:docMk/>
            <pc:sldMk cId="2659832009" sldId="299"/>
            <ac:spMk id="7" creationId="{E53BC80C-2C42-4379-9DF2-C7B65EC8B62A}"/>
          </ac:spMkLst>
        </pc:spChg>
      </pc:sldChg>
      <pc:sldChg chg="del mod modShow">
        <pc:chgData name="Lim Wen-I" userId="4f6c7eb3-5643-4e91-aeb7-39086a2dad27" providerId="ADAL" clId="{FFE6550E-F5D3-427C-9285-C53C3EB95A7C}" dt="2025-11-30T06:51:07.766" v="607" actId="47"/>
        <pc:sldMkLst>
          <pc:docMk/>
          <pc:sldMk cId="2828606653" sldId="300"/>
        </pc:sldMkLst>
      </pc:sldChg>
      <pc:sldChg chg="del mod modShow">
        <pc:chgData name="Lim Wen-I" userId="4f6c7eb3-5643-4e91-aeb7-39086a2dad27" providerId="ADAL" clId="{FFE6550E-F5D3-427C-9285-C53C3EB95A7C}" dt="2025-11-30T06:51:07.766" v="607" actId="47"/>
        <pc:sldMkLst>
          <pc:docMk/>
          <pc:sldMk cId="871929580" sldId="301"/>
        </pc:sldMkLst>
      </pc:sldChg>
      <pc:sldChg chg="modSp del mod">
        <pc:chgData name="Lim Wen-I" userId="4f6c7eb3-5643-4e91-aeb7-39086a2dad27" providerId="ADAL" clId="{FFE6550E-F5D3-427C-9285-C53C3EB95A7C}" dt="2025-11-30T15:28:41.775" v="1533" actId="47"/>
        <pc:sldMkLst>
          <pc:docMk/>
          <pc:sldMk cId="752574828" sldId="307"/>
        </pc:sldMkLst>
        <pc:picChg chg="mod">
          <ac:chgData name="Lim Wen-I" userId="4f6c7eb3-5643-4e91-aeb7-39086a2dad27" providerId="ADAL" clId="{FFE6550E-F5D3-427C-9285-C53C3EB95A7C}" dt="2025-11-30T15:28:29.973" v="1532" actId="14100"/>
          <ac:picMkLst>
            <pc:docMk/>
            <pc:sldMk cId="752574828" sldId="307"/>
            <ac:picMk id="3" creationId="{E0782A54-43FA-421B-8E4B-DEB3B5D2FE7A}"/>
          </ac:picMkLst>
        </pc:picChg>
      </pc:sldChg>
      <pc:sldChg chg="add">
        <pc:chgData name="Lim Wen-I" userId="4f6c7eb3-5643-4e91-aeb7-39086a2dad27" providerId="ADAL" clId="{FFE6550E-F5D3-427C-9285-C53C3EB95A7C}" dt="2025-11-30T15:49:27.491" v="1565"/>
        <pc:sldMkLst>
          <pc:docMk/>
          <pc:sldMk cId="3186863376" sldId="309"/>
        </pc:sldMkLst>
      </pc:sldChg>
      <pc:sldChg chg="add">
        <pc:chgData name="Lim Wen-I" userId="4f6c7eb3-5643-4e91-aeb7-39086a2dad27" providerId="ADAL" clId="{FFE6550E-F5D3-427C-9285-C53C3EB95A7C}" dt="2025-11-30T15:49:27.491" v="1565"/>
        <pc:sldMkLst>
          <pc:docMk/>
          <pc:sldMk cId="915944618" sldId="310"/>
        </pc:sldMkLst>
      </pc:sldChg>
      <pc:sldChg chg="delSp modSp add mod">
        <pc:chgData name="Lim Wen-I" userId="4f6c7eb3-5643-4e91-aeb7-39086a2dad27" providerId="ADAL" clId="{FFE6550E-F5D3-427C-9285-C53C3EB95A7C}" dt="2025-11-30T01:05:27.084" v="433" actId="20577"/>
        <pc:sldMkLst>
          <pc:docMk/>
          <pc:sldMk cId="0" sldId="312"/>
        </pc:sldMkLst>
        <pc:spChg chg="mod">
          <ac:chgData name="Lim Wen-I" userId="4f6c7eb3-5643-4e91-aeb7-39086a2dad27" providerId="ADAL" clId="{FFE6550E-F5D3-427C-9285-C53C3EB95A7C}" dt="2025-11-30T01:05:27.084" v="433" actId="20577"/>
          <ac:spMkLst>
            <pc:docMk/>
            <pc:sldMk cId="0" sldId="312"/>
            <ac:spMk id="2" creationId="{805E7FD0-31B7-D9A7-FEBC-4062A67C3022}"/>
          </ac:spMkLst>
        </pc:spChg>
        <pc:spChg chg="del mod">
          <ac:chgData name="Lim Wen-I" userId="4f6c7eb3-5643-4e91-aeb7-39086a2dad27" providerId="ADAL" clId="{FFE6550E-F5D3-427C-9285-C53C3EB95A7C}" dt="2025-11-30T01:02:13.059" v="408" actId="478"/>
          <ac:spMkLst>
            <pc:docMk/>
            <pc:sldMk cId="0" sldId="312"/>
            <ac:spMk id="4" creationId="{DAE37891-354E-FFD1-6E25-87519129190D}"/>
          </ac:spMkLst>
        </pc:spChg>
        <pc:spChg chg="mod">
          <ac:chgData name="Lim Wen-I" userId="4f6c7eb3-5643-4e91-aeb7-39086a2dad27" providerId="ADAL" clId="{FFE6550E-F5D3-427C-9285-C53C3EB95A7C}" dt="2025-11-30T01:05:15.703" v="424" actId="1036"/>
          <ac:spMkLst>
            <pc:docMk/>
            <pc:sldMk cId="0" sldId="312"/>
            <ac:spMk id="33795" creationId="{B24F00E3-20B8-244B-BA18-EFE53913DD64}"/>
          </ac:spMkLst>
        </pc:spChg>
        <pc:spChg chg="mod">
          <ac:chgData name="Lim Wen-I" userId="4f6c7eb3-5643-4e91-aeb7-39086a2dad27" providerId="ADAL" clId="{FFE6550E-F5D3-427C-9285-C53C3EB95A7C}" dt="2025-11-30T01:01:27.648" v="399"/>
          <ac:spMkLst>
            <pc:docMk/>
            <pc:sldMk cId="0" sldId="312"/>
            <ac:spMk id="33797" creationId="{359EFD4A-544C-C4D6-5FC1-B9CE980B1E90}"/>
          </ac:spMkLst>
        </pc:spChg>
      </pc:sldChg>
      <pc:sldChg chg="modSp add del">
        <pc:chgData name="Lim Wen-I" userId="4f6c7eb3-5643-4e91-aeb7-39086a2dad27" providerId="ADAL" clId="{FFE6550E-F5D3-427C-9285-C53C3EB95A7C}" dt="2025-11-30T01:03:34.455" v="412" actId="47"/>
        <pc:sldMkLst>
          <pc:docMk/>
          <pc:sldMk cId="0" sldId="313"/>
        </pc:sldMkLst>
        <pc:spChg chg="mod">
          <ac:chgData name="Lim Wen-I" userId="4f6c7eb3-5643-4e91-aeb7-39086a2dad27" providerId="ADAL" clId="{FFE6550E-F5D3-427C-9285-C53C3EB95A7C}" dt="2025-11-30T01:01:27.648" v="399"/>
          <ac:spMkLst>
            <pc:docMk/>
            <pc:sldMk cId="0" sldId="313"/>
            <ac:spMk id="4" creationId="{9689C1C2-A0E6-0DD7-238F-B30417E432E9}"/>
          </ac:spMkLst>
        </pc:spChg>
        <pc:spChg chg="mod">
          <ac:chgData name="Lim Wen-I" userId="4f6c7eb3-5643-4e91-aeb7-39086a2dad27" providerId="ADAL" clId="{FFE6550E-F5D3-427C-9285-C53C3EB95A7C}" dt="2025-11-30T01:01:27.648" v="399"/>
          <ac:spMkLst>
            <pc:docMk/>
            <pc:sldMk cId="0" sldId="313"/>
            <ac:spMk id="34821" creationId="{62DECB8D-8CC9-2DE0-3EC9-D969F4C340BE}"/>
          </ac:spMkLst>
        </pc:spChg>
      </pc:sldChg>
      <pc:sldChg chg="add">
        <pc:chgData name="Lim Wen-I" userId="4f6c7eb3-5643-4e91-aeb7-39086a2dad27" providerId="ADAL" clId="{FFE6550E-F5D3-427C-9285-C53C3EB95A7C}" dt="2025-11-30T15:49:27.491" v="1565"/>
        <pc:sldMkLst>
          <pc:docMk/>
          <pc:sldMk cId="1038310320" sldId="313"/>
        </pc:sldMkLst>
      </pc:sldChg>
      <pc:sldChg chg="modSp add mod">
        <pc:chgData name="Lim Wen-I" userId="4f6c7eb3-5643-4e91-aeb7-39086a2dad27" providerId="ADAL" clId="{FFE6550E-F5D3-427C-9285-C53C3EB95A7C}" dt="2025-11-30T15:59:23.686" v="1590" actId="12"/>
        <pc:sldMkLst>
          <pc:docMk/>
          <pc:sldMk cId="6899256" sldId="315"/>
        </pc:sldMkLst>
        <pc:spChg chg="mod">
          <ac:chgData name="Lim Wen-I" userId="4f6c7eb3-5643-4e91-aeb7-39086a2dad27" providerId="ADAL" clId="{FFE6550E-F5D3-427C-9285-C53C3EB95A7C}" dt="2025-11-30T15:59:23.686" v="1590" actId="12"/>
          <ac:spMkLst>
            <pc:docMk/>
            <pc:sldMk cId="6899256" sldId="315"/>
            <ac:spMk id="3" creationId="{2A92C4A9-19C6-4974-AA80-54922E71CFED}"/>
          </ac:spMkLst>
        </pc:spChg>
      </pc:sldChg>
      <pc:sldChg chg="addSp modSp add mod">
        <pc:chgData name="Lim Wen-I" userId="4f6c7eb3-5643-4e91-aeb7-39086a2dad27" providerId="ADAL" clId="{FFE6550E-F5D3-427C-9285-C53C3EB95A7C}" dt="2025-11-30T15:50:31.649" v="1574" actId="14100"/>
        <pc:sldMkLst>
          <pc:docMk/>
          <pc:sldMk cId="2170557367" sldId="316"/>
        </pc:sldMkLst>
        <pc:spChg chg="mod">
          <ac:chgData name="Lim Wen-I" userId="4f6c7eb3-5643-4e91-aeb7-39086a2dad27" providerId="ADAL" clId="{FFE6550E-F5D3-427C-9285-C53C3EB95A7C}" dt="2025-11-30T15:50:11.051" v="1568" actId="164"/>
          <ac:spMkLst>
            <pc:docMk/>
            <pc:sldMk cId="2170557367" sldId="316"/>
            <ac:spMk id="3" creationId="{F9D81CDE-0FE4-45D3-B0C7-13531CB2D210}"/>
          </ac:spMkLst>
        </pc:spChg>
        <pc:spChg chg="mod">
          <ac:chgData name="Lim Wen-I" userId="4f6c7eb3-5643-4e91-aeb7-39086a2dad27" providerId="ADAL" clId="{FFE6550E-F5D3-427C-9285-C53C3EB95A7C}" dt="2025-11-30T15:50:11.051" v="1568" actId="164"/>
          <ac:spMkLst>
            <pc:docMk/>
            <pc:sldMk cId="2170557367" sldId="316"/>
            <ac:spMk id="6" creationId="{76755C9C-911A-4E87-A44A-5DBE125A91C7}"/>
          </ac:spMkLst>
        </pc:spChg>
        <pc:spChg chg="mod">
          <ac:chgData name="Lim Wen-I" userId="4f6c7eb3-5643-4e91-aeb7-39086a2dad27" providerId="ADAL" clId="{FFE6550E-F5D3-427C-9285-C53C3EB95A7C}" dt="2025-11-30T15:50:11.051" v="1568" actId="164"/>
          <ac:spMkLst>
            <pc:docMk/>
            <pc:sldMk cId="2170557367" sldId="316"/>
            <ac:spMk id="7" creationId="{FB999DC6-9676-4D3D-BC49-E8B068FB06D3}"/>
          </ac:spMkLst>
        </pc:spChg>
        <pc:spChg chg="mod">
          <ac:chgData name="Lim Wen-I" userId="4f6c7eb3-5643-4e91-aeb7-39086a2dad27" providerId="ADAL" clId="{FFE6550E-F5D3-427C-9285-C53C3EB95A7C}" dt="2025-11-30T15:50:11.051" v="1568" actId="164"/>
          <ac:spMkLst>
            <pc:docMk/>
            <pc:sldMk cId="2170557367" sldId="316"/>
            <ac:spMk id="9" creationId="{A376922B-8124-48AB-9CF9-DC65119796CD}"/>
          </ac:spMkLst>
        </pc:spChg>
        <pc:spChg chg="mod">
          <ac:chgData name="Lim Wen-I" userId="4f6c7eb3-5643-4e91-aeb7-39086a2dad27" providerId="ADAL" clId="{FFE6550E-F5D3-427C-9285-C53C3EB95A7C}" dt="2025-11-30T15:50:11.051" v="1568" actId="164"/>
          <ac:spMkLst>
            <pc:docMk/>
            <pc:sldMk cId="2170557367" sldId="316"/>
            <ac:spMk id="10" creationId="{8C4ED57B-473F-4201-875C-BA0ACFB90838}"/>
          </ac:spMkLst>
        </pc:spChg>
        <pc:spChg chg="mod">
          <ac:chgData name="Lim Wen-I" userId="4f6c7eb3-5643-4e91-aeb7-39086a2dad27" providerId="ADAL" clId="{FFE6550E-F5D3-427C-9285-C53C3EB95A7C}" dt="2025-11-30T15:50:11.051" v="1568" actId="164"/>
          <ac:spMkLst>
            <pc:docMk/>
            <pc:sldMk cId="2170557367" sldId="316"/>
            <ac:spMk id="12" creationId="{AD525033-C418-4938-A751-FF4A86163EEC}"/>
          </ac:spMkLst>
        </pc:spChg>
        <pc:spChg chg="mod">
          <ac:chgData name="Lim Wen-I" userId="4f6c7eb3-5643-4e91-aeb7-39086a2dad27" providerId="ADAL" clId="{FFE6550E-F5D3-427C-9285-C53C3EB95A7C}" dt="2025-11-30T15:50:11.051" v="1568" actId="164"/>
          <ac:spMkLst>
            <pc:docMk/>
            <pc:sldMk cId="2170557367" sldId="316"/>
            <ac:spMk id="13" creationId="{21BCD317-7CBD-4788-B00F-C65EEFF2402B}"/>
          </ac:spMkLst>
        </pc:spChg>
        <pc:spChg chg="mod">
          <ac:chgData name="Lim Wen-I" userId="4f6c7eb3-5643-4e91-aeb7-39086a2dad27" providerId="ADAL" clId="{FFE6550E-F5D3-427C-9285-C53C3EB95A7C}" dt="2025-11-30T15:50:11.051" v="1568" actId="164"/>
          <ac:spMkLst>
            <pc:docMk/>
            <pc:sldMk cId="2170557367" sldId="316"/>
            <ac:spMk id="26" creationId="{7D561BBC-7233-4CC3-BA27-2C88A224D191}"/>
          </ac:spMkLst>
        </pc:spChg>
        <pc:spChg chg="mod">
          <ac:chgData name="Lim Wen-I" userId="4f6c7eb3-5643-4e91-aeb7-39086a2dad27" providerId="ADAL" clId="{FFE6550E-F5D3-427C-9285-C53C3EB95A7C}" dt="2025-11-30T15:50:11.051" v="1568" actId="164"/>
          <ac:spMkLst>
            <pc:docMk/>
            <pc:sldMk cId="2170557367" sldId="316"/>
            <ac:spMk id="28" creationId="{2C24E774-68B3-4660-9802-76F8A39FDC47}"/>
          </ac:spMkLst>
        </pc:spChg>
        <pc:spChg chg="mod">
          <ac:chgData name="Lim Wen-I" userId="4f6c7eb3-5643-4e91-aeb7-39086a2dad27" providerId="ADAL" clId="{FFE6550E-F5D3-427C-9285-C53C3EB95A7C}" dt="2025-11-30T15:50:11.051" v="1568" actId="164"/>
          <ac:spMkLst>
            <pc:docMk/>
            <pc:sldMk cId="2170557367" sldId="316"/>
            <ac:spMk id="41" creationId="{66892332-8DB4-463A-AC92-91501E87BD2E}"/>
          </ac:spMkLst>
        </pc:spChg>
        <pc:grpChg chg="add mod">
          <ac:chgData name="Lim Wen-I" userId="4f6c7eb3-5643-4e91-aeb7-39086a2dad27" providerId="ADAL" clId="{FFE6550E-F5D3-427C-9285-C53C3EB95A7C}" dt="2025-11-30T15:50:31.649" v="1574" actId="14100"/>
          <ac:grpSpMkLst>
            <pc:docMk/>
            <pc:sldMk cId="2170557367" sldId="316"/>
            <ac:grpSpMk id="29" creationId="{F92DD215-4C22-BD13-8CE4-0653FA4D7A77}"/>
          </ac:grpSpMkLst>
        </pc:grpChg>
        <pc:picChg chg="mod">
          <ac:chgData name="Lim Wen-I" userId="4f6c7eb3-5643-4e91-aeb7-39086a2dad27" providerId="ADAL" clId="{FFE6550E-F5D3-427C-9285-C53C3EB95A7C}" dt="2025-11-30T15:50:11.051" v="1568" actId="164"/>
          <ac:picMkLst>
            <pc:docMk/>
            <pc:sldMk cId="2170557367" sldId="316"/>
            <ac:picMk id="5" creationId="{664C75A8-183C-427C-B1A2-13A35439B22C}"/>
          </ac:picMkLst>
        </pc:picChg>
        <pc:cxnChg chg="mod">
          <ac:chgData name="Lim Wen-I" userId="4f6c7eb3-5643-4e91-aeb7-39086a2dad27" providerId="ADAL" clId="{FFE6550E-F5D3-427C-9285-C53C3EB95A7C}" dt="2025-11-30T15:50:11.051" v="1568" actId="164"/>
          <ac:cxnSpMkLst>
            <pc:docMk/>
            <pc:sldMk cId="2170557367" sldId="316"/>
            <ac:cxnSpMk id="8" creationId="{6E3B7804-034E-4059-8ED8-88A6BE4A8405}"/>
          </ac:cxnSpMkLst>
        </pc:cxnChg>
        <pc:cxnChg chg="mod">
          <ac:chgData name="Lim Wen-I" userId="4f6c7eb3-5643-4e91-aeb7-39086a2dad27" providerId="ADAL" clId="{FFE6550E-F5D3-427C-9285-C53C3EB95A7C}" dt="2025-11-30T15:50:11.051" v="1568" actId="164"/>
          <ac:cxnSpMkLst>
            <pc:docMk/>
            <pc:sldMk cId="2170557367" sldId="316"/>
            <ac:cxnSpMk id="11" creationId="{AF9F7A07-4E93-41DA-851F-CA59EEAEE3BB}"/>
          </ac:cxnSpMkLst>
        </pc:cxnChg>
        <pc:cxnChg chg="mod">
          <ac:chgData name="Lim Wen-I" userId="4f6c7eb3-5643-4e91-aeb7-39086a2dad27" providerId="ADAL" clId="{FFE6550E-F5D3-427C-9285-C53C3EB95A7C}" dt="2025-11-30T15:50:11.051" v="1568" actId="164"/>
          <ac:cxnSpMkLst>
            <pc:docMk/>
            <pc:sldMk cId="2170557367" sldId="316"/>
            <ac:cxnSpMk id="14" creationId="{F4D8B58A-AF29-46DC-A706-7A2998CC64EF}"/>
          </ac:cxnSpMkLst>
        </pc:cxnChg>
        <pc:cxnChg chg="mod">
          <ac:chgData name="Lim Wen-I" userId="4f6c7eb3-5643-4e91-aeb7-39086a2dad27" providerId="ADAL" clId="{FFE6550E-F5D3-427C-9285-C53C3EB95A7C}" dt="2025-11-30T15:50:11.051" v="1568" actId="164"/>
          <ac:cxnSpMkLst>
            <pc:docMk/>
            <pc:sldMk cId="2170557367" sldId="316"/>
            <ac:cxnSpMk id="15" creationId="{9C135D78-B386-49FF-9249-8E461F09B9EB}"/>
          </ac:cxnSpMkLst>
        </pc:cxnChg>
        <pc:cxnChg chg="mod">
          <ac:chgData name="Lim Wen-I" userId="4f6c7eb3-5643-4e91-aeb7-39086a2dad27" providerId="ADAL" clId="{FFE6550E-F5D3-427C-9285-C53C3EB95A7C}" dt="2025-11-30T15:50:11.051" v="1568" actId="164"/>
          <ac:cxnSpMkLst>
            <pc:docMk/>
            <pc:sldMk cId="2170557367" sldId="316"/>
            <ac:cxnSpMk id="16" creationId="{FC7D53C3-068D-4BF1-B596-111E9BBF3C8C}"/>
          </ac:cxnSpMkLst>
        </pc:cxnChg>
        <pc:cxnChg chg="mod">
          <ac:chgData name="Lim Wen-I" userId="4f6c7eb3-5643-4e91-aeb7-39086a2dad27" providerId="ADAL" clId="{FFE6550E-F5D3-427C-9285-C53C3EB95A7C}" dt="2025-11-30T15:50:11.051" v="1568" actId="164"/>
          <ac:cxnSpMkLst>
            <pc:docMk/>
            <pc:sldMk cId="2170557367" sldId="316"/>
            <ac:cxnSpMk id="17" creationId="{5C51365A-5673-466C-A72C-058732B6FBD2}"/>
          </ac:cxnSpMkLst>
        </pc:cxnChg>
        <pc:cxnChg chg="mod">
          <ac:chgData name="Lim Wen-I" userId="4f6c7eb3-5643-4e91-aeb7-39086a2dad27" providerId="ADAL" clId="{FFE6550E-F5D3-427C-9285-C53C3EB95A7C}" dt="2025-11-30T15:50:11.051" v="1568" actId="164"/>
          <ac:cxnSpMkLst>
            <pc:docMk/>
            <pc:sldMk cId="2170557367" sldId="316"/>
            <ac:cxnSpMk id="18" creationId="{4145A3A8-1CA1-48C2-BCC8-D257E6F8E501}"/>
          </ac:cxnSpMkLst>
        </pc:cxnChg>
        <pc:cxnChg chg="mod">
          <ac:chgData name="Lim Wen-I" userId="4f6c7eb3-5643-4e91-aeb7-39086a2dad27" providerId="ADAL" clId="{FFE6550E-F5D3-427C-9285-C53C3EB95A7C}" dt="2025-11-30T15:50:11.051" v="1568" actId="164"/>
          <ac:cxnSpMkLst>
            <pc:docMk/>
            <pc:sldMk cId="2170557367" sldId="316"/>
            <ac:cxnSpMk id="19" creationId="{3F45442A-19AA-4311-B3BA-90847A854202}"/>
          </ac:cxnSpMkLst>
        </pc:cxnChg>
        <pc:cxnChg chg="mod">
          <ac:chgData name="Lim Wen-I" userId="4f6c7eb3-5643-4e91-aeb7-39086a2dad27" providerId="ADAL" clId="{FFE6550E-F5D3-427C-9285-C53C3EB95A7C}" dt="2025-11-30T15:50:11.051" v="1568" actId="164"/>
          <ac:cxnSpMkLst>
            <pc:docMk/>
            <pc:sldMk cId="2170557367" sldId="316"/>
            <ac:cxnSpMk id="20" creationId="{489DF15C-DE82-47DC-8E2B-65E4D041E036}"/>
          </ac:cxnSpMkLst>
        </pc:cxnChg>
        <pc:cxnChg chg="mod">
          <ac:chgData name="Lim Wen-I" userId="4f6c7eb3-5643-4e91-aeb7-39086a2dad27" providerId="ADAL" clId="{FFE6550E-F5D3-427C-9285-C53C3EB95A7C}" dt="2025-11-30T15:50:11.051" v="1568" actId="164"/>
          <ac:cxnSpMkLst>
            <pc:docMk/>
            <pc:sldMk cId="2170557367" sldId="316"/>
            <ac:cxnSpMk id="21" creationId="{6B775474-5CA9-45A2-A956-055C326179BA}"/>
          </ac:cxnSpMkLst>
        </pc:cxnChg>
        <pc:cxnChg chg="mod">
          <ac:chgData name="Lim Wen-I" userId="4f6c7eb3-5643-4e91-aeb7-39086a2dad27" providerId="ADAL" clId="{FFE6550E-F5D3-427C-9285-C53C3EB95A7C}" dt="2025-11-30T15:50:11.051" v="1568" actId="164"/>
          <ac:cxnSpMkLst>
            <pc:docMk/>
            <pc:sldMk cId="2170557367" sldId="316"/>
            <ac:cxnSpMk id="22" creationId="{CC1B23C3-365A-4923-9407-2AB13C38B0C1}"/>
          </ac:cxnSpMkLst>
        </pc:cxnChg>
        <pc:cxnChg chg="mod">
          <ac:chgData name="Lim Wen-I" userId="4f6c7eb3-5643-4e91-aeb7-39086a2dad27" providerId="ADAL" clId="{FFE6550E-F5D3-427C-9285-C53C3EB95A7C}" dt="2025-11-30T15:50:11.051" v="1568" actId="164"/>
          <ac:cxnSpMkLst>
            <pc:docMk/>
            <pc:sldMk cId="2170557367" sldId="316"/>
            <ac:cxnSpMk id="23" creationId="{2ABB86FC-C8FF-4E29-BBF6-35E7696CE5E6}"/>
          </ac:cxnSpMkLst>
        </pc:cxnChg>
        <pc:cxnChg chg="mod">
          <ac:chgData name="Lim Wen-I" userId="4f6c7eb3-5643-4e91-aeb7-39086a2dad27" providerId="ADAL" clId="{FFE6550E-F5D3-427C-9285-C53C3EB95A7C}" dt="2025-11-30T15:50:11.051" v="1568" actId="164"/>
          <ac:cxnSpMkLst>
            <pc:docMk/>
            <pc:sldMk cId="2170557367" sldId="316"/>
            <ac:cxnSpMk id="24" creationId="{C729BB12-60B2-404C-917C-466254C529A4}"/>
          </ac:cxnSpMkLst>
        </pc:cxnChg>
        <pc:cxnChg chg="mod">
          <ac:chgData name="Lim Wen-I" userId="4f6c7eb3-5643-4e91-aeb7-39086a2dad27" providerId="ADAL" clId="{FFE6550E-F5D3-427C-9285-C53C3EB95A7C}" dt="2025-11-30T15:50:11.051" v="1568" actId="164"/>
          <ac:cxnSpMkLst>
            <pc:docMk/>
            <pc:sldMk cId="2170557367" sldId="316"/>
            <ac:cxnSpMk id="25" creationId="{00FFD41A-4C31-4FF3-95D4-D546D2D896FE}"/>
          </ac:cxnSpMkLst>
        </pc:cxnChg>
        <pc:cxnChg chg="mod">
          <ac:chgData name="Lim Wen-I" userId="4f6c7eb3-5643-4e91-aeb7-39086a2dad27" providerId="ADAL" clId="{FFE6550E-F5D3-427C-9285-C53C3EB95A7C}" dt="2025-11-30T15:50:11.051" v="1568" actId="164"/>
          <ac:cxnSpMkLst>
            <pc:docMk/>
            <pc:sldMk cId="2170557367" sldId="316"/>
            <ac:cxnSpMk id="27" creationId="{5E7C2D69-FFC4-4F51-A0AE-4D159D0CCF3D}"/>
          </ac:cxnSpMkLst>
        </pc:cxnChg>
        <pc:cxnChg chg="mod">
          <ac:chgData name="Lim Wen-I" userId="4f6c7eb3-5643-4e91-aeb7-39086a2dad27" providerId="ADAL" clId="{FFE6550E-F5D3-427C-9285-C53C3EB95A7C}" dt="2025-11-30T15:50:11.051" v="1568" actId="164"/>
          <ac:cxnSpMkLst>
            <pc:docMk/>
            <pc:sldMk cId="2170557367" sldId="316"/>
            <ac:cxnSpMk id="30" creationId="{75868327-283F-400F-98DA-5BBD2CBE19B7}"/>
          </ac:cxnSpMkLst>
        </pc:cxnChg>
        <pc:cxnChg chg="mod">
          <ac:chgData name="Lim Wen-I" userId="4f6c7eb3-5643-4e91-aeb7-39086a2dad27" providerId="ADAL" clId="{FFE6550E-F5D3-427C-9285-C53C3EB95A7C}" dt="2025-11-30T15:50:11.051" v="1568" actId="164"/>
          <ac:cxnSpMkLst>
            <pc:docMk/>
            <pc:sldMk cId="2170557367" sldId="316"/>
            <ac:cxnSpMk id="31" creationId="{1116807F-9F95-4155-B577-C644A7A032EE}"/>
          </ac:cxnSpMkLst>
        </pc:cxnChg>
        <pc:cxnChg chg="mod">
          <ac:chgData name="Lim Wen-I" userId="4f6c7eb3-5643-4e91-aeb7-39086a2dad27" providerId="ADAL" clId="{FFE6550E-F5D3-427C-9285-C53C3EB95A7C}" dt="2025-11-30T15:50:11.051" v="1568" actId="164"/>
          <ac:cxnSpMkLst>
            <pc:docMk/>
            <pc:sldMk cId="2170557367" sldId="316"/>
            <ac:cxnSpMk id="32" creationId="{CC25AEC8-3B82-4EBD-8033-33AA15BC9CE7}"/>
          </ac:cxnSpMkLst>
        </pc:cxnChg>
        <pc:cxnChg chg="mod">
          <ac:chgData name="Lim Wen-I" userId="4f6c7eb3-5643-4e91-aeb7-39086a2dad27" providerId="ADAL" clId="{FFE6550E-F5D3-427C-9285-C53C3EB95A7C}" dt="2025-11-30T15:50:11.051" v="1568" actId="164"/>
          <ac:cxnSpMkLst>
            <pc:docMk/>
            <pc:sldMk cId="2170557367" sldId="316"/>
            <ac:cxnSpMk id="33" creationId="{C82BE88B-AA23-49A9-8100-C803B530BCEA}"/>
          </ac:cxnSpMkLst>
        </pc:cxnChg>
        <pc:cxnChg chg="mod">
          <ac:chgData name="Lim Wen-I" userId="4f6c7eb3-5643-4e91-aeb7-39086a2dad27" providerId="ADAL" clId="{FFE6550E-F5D3-427C-9285-C53C3EB95A7C}" dt="2025-11-30T15:50:11.051" v="1568" actId="164"/>
          <ac:cxnSpMkLst>
            <pc:docMk/>
            <pc:sldMk cId="2170557367" sldId="316"/>
            <ac:cxnSpMk id="34" creationId="{C4ACC0D7-2B7A-4F74-8362-54A3EEAAF5DF}"/>
          </ac:cxnSpMkLst>
        </pc:cxnChg>
      </pc:sldChg>
      <pc:sldChg chg="add del">
        <pc:chgData name="Lim Wen-I" userId="4f6c7eb3-5643-4e91-aeb7-39086a2dad27" providerId="ADAL" clId="{FFE6550E-F5D3-427C-9285-C53C3EB95A7C}" dt="2025-11-30T15:49:56.014" v="1566" actId="47"/>
        <pc:sldMkLst>
          <pc:docMk/>
          <pc:sldMk cId="2972029904" sldId="322"/>
        </pc:sldMkLst>
      </pc:sldChg>
      <pc:sldChg chg="modSp mod">
        <pc:chgData name="Lim Wen-I" userId="4f6c7eb3-5643-4e91-aeb7-39086a2dad27" providerId="ADAL" clId="{FFE6550E-F5D3-427C-9285-C53C3EB95A7C}" dt="2025-11-29T23:40:07.279" v="243" actId="20577"/>
        <pc:sldMkLst>
          <pc:docMk/>
          <pc:sldMk cId="0" sldId="323"/>
        </pc:sldMkLst>
        <pc:spChg chg="mod">
          <ac:chgData name="Lim Wen-I" userId="4f6c7eb3-5643-4e91-aeb7-39086a2dad27" providerId="ADAL" clId="{FFE6550E-F5D3-427C-9285-C53C3EB95A7C}" dt="2025-11-29T23:40:07.279" v="243" actId="20577"/>
          <ac:spMkLst>
            <pc:docMk/>
            <pc:sldMk cId="0" sldId="323"/>
            <ac:spMk id="8194" creationId="{4702AA70-BA1D-3DDB-2260-DD339F11A2C6}"/>
          </ac:spMkLst>
        </pc:spChg>
      </pc:sldChg>
      <pc:sldChg chg="add">
        <pc:chgData name="Lim Wen-I" userId="4f6c7eb3-5643-4e91-aeb7-39086a2dad27" providerId="ADAL" clId="{FFE6550E-F5D3-427C-9285-C53C3EB95A7C}" dt="2025-11-30T15:49:27.491" v="1565"/>
        <pc:sldMkLst>
          <pc:docMk/>
          <pc:sldMk cId="61823189" sldId="326"/>
        </pc:sldMkLst>
      </pc:sldChg>
      <pc:sldChg chg="add">
        <pc:chgData name="Lim Wen-I" userId="4f6c7eb3-5643-4e91-aeb7-39086a2dad27" providerId="ADAL" clId="{FFE6550E-F5D3-427C-9285-C53C3EB95A7C}" dt="2025-11-30T15:49:27.491" v="1565"/>
        <pc:sldMkLst>
          <pc:docMk/>
          <pc:sldMk cId="3653722239" sldId="327"/>
        </pc:sldMkLst>
      </pc:sldChg>
      <pc:sldChg chg="add">
        <pc:chgData name="Lim Wen-I" userId="4f6c7eb3-5643-4e91-aeb7-39086a2dad27" providerId="ADAL" clId="{FFE6550E-F5D3-427C-9285-C53C3EB95A7C}" dt="2025-11-30T15:49:27.491" v="1565"/>
        <pc:sldMkLst>
          <pc:docMk/>
          <pc:sldMk cId="2846454802" sldId="328"/>
        </pc:sldMkLst>
      </pc:sldChg>
      <pc:sldChg chg="modSp add mod">
        <pc:chgData name="Lim Wen-I" userId="4f6c7eb3-5643-4e91-aeb7-39086a2dad27" providerId="ADAL" clId="{FFE6550E-F5D3-427C-9285-C53C3EB95A7C}" dt="2025-11-30T16:03:37.256" v="1673" actId="255"/>
        <pc:sldMkLst>
          <pc:docMk/>
          <pc:sldMk cId="620289756" sldId="330"/>
        </pc:sldMkLst>
        <pc:spChg chg="mod">
          <ac:chgData name="Lim Wen-I" userId="4f6c7eb3-5643-4e91-aeb7-39086a2dad27" providerId="ADAL" clId="{FFE6550E-F5D3-427C-9285-C53C3EB95A7C}" dt="2025-11-30T16:03:25.817" v="1670" actId="1035"/>
          <ac:spMkLst>
            <pc:docMk/>
            <pc:sldMk cId="620289756" sldId="330"/>
            <ac:spMk id="2" creationId="{A76F75FE-DE8D-4860-B82D-74AD128860DA}"/>
          </ac:spMkLst>
        </pc:spChg>
        <pc:spChg chg="mod">
          <ac:chgData name="Lim Wen-I" userId="4f6c7eb3-5643-4e91-aeb7-39086a2dad27" providerId="ADAL" clId="{FFE6550E-F5D3-427C-9285-C53C3EB95A7C}" dt="2025-11-30T16:03:37.256" v="1673" actId="255"/>
          <ac:spMkLst>
            <pc:docMk/>
            <pc:sldMk cId="620289756" sldId="330"/>
            <ac:spMk id="3" creationId="{2A92C4A9-19C6-4974-AA80-54922E71CFED}"/>
          </ac:spMkLst>
        </pc:spChg>
      </pc:sldChg>
      <pc:sldChg chg="add">
        <pc:chgData name="Lim Wen-I" userId="4f6c7eb3-5643-4e91-aeb7-39086a2dad27" providerId="ADAL" clId="{FFE6550E-F5D3-427C-9285-C53C3EB95A7C}" dt="2025-11-30T15:49:27.491" v="1565"/>
        <pc:sldMkLst>
          <pc:docMk/>
          <pc:sldMk cId="1377500109" sldId="332"/>
        </pc:sldMkLst>
      </pc:sldChg>
      <pc:sldChg chg="modSp mod">
        <pc:chgData name="Lim Wen-I" userId="4f6c7eb3-5643-4e91-aeb7-39086a2dad27" providerId="ADAL" clId="{FFE6550E-F5D3-427C-9285-C53C3EB95A7C}" dt="2025-11-30T07:15:31.882" v="899" actId="113"/>
        <pc:sldMkLst>
          <pc:docMk/>
          <pc:sldMk cId="4236999331" sldId="333"/>
        </pc:sldMkLst>
        <pc:spChg chg="mod">
          <ac:chgData name="Lim Wen-I" userId="4f6c7eb3-5643-4e91-aeb7-39086a2dad27" providerId="ADAL" clId="{FFE6550E-F5D3-427C-9285-C53C3EB95A7C}" dt="2025-11-30T07:15:31.882" v="899" actId="113"/>
          <ac:spMkLst>
            <pc:docMk/>
            <pc:sldMk cId="4236999331" sldId="333"/>
            <ac:spMk id="2" creationId="{A76F75FE-DE8D-4860-B82D-74AD128860DA}"/>
          </ac:spMkLst>
        </pc:spChg>
      </pc:sldChg>
      <pc:sldChg chg="modSp mod">
        <pc:chgData name="Lim Wen-I" userId="4f6c7eb3-5643-4e91-aeb7-39086a2dad27" providerId="ADAL" clId="{FFE6550E-F5D3-427C-9285-C53C3EB95A7C}" dt="2025-11-30T07:15:54.324" v="903" actId="6549"/>
        <pc:sldMkLst>
          <pc:docMk/>
          <pc:sldMk cId="1863043164" sldId="334"/>
        </pc:sldMkLst>
        <pc:spChg chg="mod">
          <ac:chgData name="Lim Wen-I" userId="4f6c7eb3-5643-4e91-aeb7-39086a2dad27" providerId="ADAL" clId="{FFE6550E-F5D3-427C-9285-C53C3EB95A7C}" dt="2025-11-30T07:15:54.324" v="903" actId="6549"/>
          <ac:spMkLst>
            <pc:docMk/>
            <pc:sldMk cId="1863043164" sldId="334"/>
            <ac:spMk id="4" creationId="{00340B17-8375-4F19-A840-1203B242C38D}"/>
          </ac:spMkLst>
        </pc:spChg>
        <pc:spChg chg="mod">
          <ac:chgData name="Lim Wen-I" userId="4f6c7eb3-5643-4e91-aeb7-39086a2dad27" providerId="ADAL" clId="{FFE6550E-F5D3-427C-9285-C53C3EB95A7C}" dt="2025-11-30T07:15:45.736" v="902" actId="113"/>
          <ac:spMkLst>
            <pc:docMk/>
            <pc:sldMk cId="1863043164" sldId="334"/>
            <ac:spMk id="11" creationId="{6D5D9F15-38C4-4930-9FBE-857082D5D832}"/>
          </ac:spMkLst>
        </pc:spChg>
      </pc:sldChg>
      <pc:sldChg chg="modSp del mod">
        <pc:chgData name="Lim Wen-I" userId="4f6c7eb3-5643-4e91-aeb7-39086a2dad27" providerId="ADAL" clId="{FFE6550E-F5D3-427C-9285-C53C3EB95A7C}" dt="2025-11-30T15:28:10.269" v="1528" actId="47"/>
        <pc:sldMkLst>
          <pc:docMk/>
          <pc:sldMk cId="2713931631" sldId="335"/>
        </pc:sldMkLst>
        <pc:spChg chg="mod">
          <ac:chgData name="Lim Wen-I" userId="4f6c7eb3-5643-4e91-aeb7-39086a2dad27" providerId="ADAL" clId="{FFE6550E-F5D3-427C-9285-C53C3EB95A7C}" dt="2025-11-30T15:27:54.507" v="1527" actId="14100"/>
          <ac:spMkLst>
            <pc:docMk/>
            <pc:sldMk cId="2713931631" sldId="335"/>
            <ac:spMk id="2" creationId="{A76F75FE-DE8D-4860-B82D-74AD128860DA}"/>
          </ac:spMkLst>
        </pc:spChg>
      </pc:sldChg>
      <pc:sldChg chg="mod modShow">
        <pc:chgData name="Lim Wen-I" userId="4f6c7eb3-5643-4e91-aeb7-39086a2dad27" providerId="ADAL" clId="{FFE6550E-F5D3-427C-9285-C53C3EB95A7C}" dt="2025-11-30T15:31:09.149" v="1547" actId="729"/>
        <pc:sldMkLst>
          <pc:docMk/>
          <pc:sldMk cId="76347887" sldId="336"/>
        </pc:sldMkLst>
      </pc:sldChg>
      <pc:sldChg chg="modSp add mod">
        <pc:chgData name="Lim Wen-I" userId="4f6c7eb3-5643-4e91-aeb7-39086a2dad27" providerId="ADAL" clId="{FFE6550E-F5D3-427C-9285-C53C3EB95A7C}" dt="2025-11-30T17:58:26.844" v="1681" actId="1035"/>
        <pc:sldMkLst>
          <pc:docMk/>
          <pc:sldMk cId="3352566101" sldId="339"/>
        </pc:sldMkLst>
        <pc:picChg chg="mod">
          <ac:chgData name="Lim Wen-I" userId="4f6c7eb3-5643-4e91-aeb7-39086a2dad27" providerId="ADAL" clId="{FFE6550E-F5D3-427C-9285-C53C3EB95A7C}" dt="2025-11-30T17:58:22.239" v="1677" actId="1076"/>
          <ac:picMkLst>
            <pc:docMk/>
            <pc:sldMk cId="3352566101" sldId="339"/>
            <ac:picMk id="12" creationId="{A6209AF8-A102-458D-A94B-200C9E869F1A}"/>
          </ac:picMkLst>
        </pc:picChg>
        <pc:cxnChg chg="mod">
          <ac:chgData name="Lim Wen-I" userId="4f6c7eb3-5643-4e91-aeb7-39086a2dad27" providerId="ADAL" clId="{FFE6550E-F5D3-427C-9285-C53C3EB95A7C}" dt="2025-11-30T17:58:26.844" v="1681" actId="1035"/>
          <ac:cxnSpMkLst>
            <pc:docMk/>
            <pc:sldMk cId="3352566101" sldId="339"/>
            <ac:cxnSpMk id="14" creationId="{914F3E47-F5A0-48F0-BD13-DF114042820F}"/>
          </ac:cxnSpMkLst>
        </pc:cxnChg>
      </pc:sldChg>
      <pc:sldChg chg="add">
        <pc:chgData name="Lim Wen-I" userId="4f6c7eb3-5643-4e91-aeb7-39086a2dad27" providerId="ADAL" clId="{FFE6550E-F5D3-427C-9285-C53C3EB95A7C}" dt="2025-11-30T15:49:27.491" v="1565"/>
        <pc:sldMkLst>
          <pc:docMk/>
          <pc:sldMk cId="4021510815" sldId="340"/>
        </pc:sldMkLst>
      </pc:sldChg>
      <pc:sldChg chg="add">
        <pc:chgData name="Lim Wen-I" userId="4f6c7eb3-5643-4e91-aeb7-39086a2dad27" providerId="ADAL" clId="{FFE6550E-F5D3-427C-9285-C53C3EB95A7C}" dt="2025-11-30T15:49:27.491" v="1565"/>
        <pc:sldMkLst>
          <pc:docMk/>
          <pc:sldMk cId="112785870" sldId="342"/>
        </pc:sldMkLst>
      </pc:sldChg>
      <pc:sldChg chg="add">
        <pc:chgData name="Lim Wen-I" userId="4f6c7eb3-5643-4e91-aeb7-39086a2dad27" providerId="ADAL" clId="{FFE6550E-F5D3-427C-9285-C53C3EB95A7C}" dt="2025-11-30T15:49:27.491" v="1565"/>
        <pc:sldMkLst>
          <pc:docMk/>
          <pc:sldMk cId="1984822268" sldId="343"/>
        </pc:sldMkLst>
      </pc:sldChg>
      <pc:sldChg chg="add del">
        <pc:chgData name="Lim Wen-I" userId="4f6c7eb3-5643-4e91-aeb7-39086a2dad27" providerId="ADAL" clId="{FFE6550E-F5D3-427C-9285-C53C3EB95A7C}" dt="2025-11-30T15:49:58.855" v="1567" actId="47"/>
        <pc:sldMkLst>
          <pc:docMk/>
          <pc:sldMk cId="4287124612" sldId="344"/>
        </pc:sldMkLst>
      </pc:sldChg>
      <pc:sldChg chg="add">
        <pc:chgData name="Lim Wen-I" userId="4f6c7eb3-5643-4e91-aeb7-39086a2dad27" providerId="ADAL" clId="{FFE6550E-F5D3-427C-9285-C53C3EB95A7C}" dt="2025-11-30T15:49:27.491" v="1565"/>
        <pc:sldMkLst>
          <pc:docMk/>
          <pc:sldMk cId="3086867032" sldId="345"/>
        </pc:sldMkLst>
      </pc:sldChg>
      <pc:sldChg chg="modSp add mod">
        <pc:chgData name="Lim Wen-I" userId="4f6c7eb3-5643-4e91-aeb7-39086a2dad27" providerId="ADAL" clId="{FFE6550E-F5D3-427C-9285-C53C3EB95A7C}" dt="2025-11-30T15:58:30.169" v="1584" actId="14100"/>
        <pc:sldMkLst>
          <pc:docMk/>
          <pc:sldMk cId="692205196" sldId="347"/>
        </pc:sldMkLst>
        <pc:spChg chg="mod">
          <ac:chgData name="Lim Wen-I" userId="4f6c7eb3-5643-4e91-aeb7-39086a2dad27" providerId="ADAL" clId="{FFE6550E-F5D3-427C-9285-C53C3EB95A7C}" dt="2025-11-30T15:58:27.564" v="1583" actId="1076"/>
          <ac:spMkLst>
            <pc:docMk/>
            <pc:sldMk cId="692205196" sldId="347"/>
            <ac:spMk id="3" creationId="{2A92C4A9-19C6-4974-AA80-54922E71CFED}"/>
          </ac:spMkLst>
        </pc:spChg>
        <pc:picChg chg="mod">
          <ac:chgData name="Lim Wen-I" userId="4f6c7eb3-5643-4e91-aeb7-39086a2dad27" providerId="ADAL" clId="{FFE6550E-F5D3-427C-9285-C53C3EB95A7C}" dt="2025-11-30T15:58:30.169" v="1584" actId="14100"/>
          <ac:picMkLst>
            <pc:docMk/>
            <pc:sldMk cId="692205196" sldId="347"/>
            <ac:picMk id="7" creationId="{99050529-E851-40FC-BA34-3C21B3C3080B}"/>
          </ac:picMkLst>
        </pc:picChg>
      </pc:sldChg>
      <pc:sldChg chg="modSp add mod">
        <pc:chgData name="Lim Wen-I" userId="4f6c7eb3-5643-4e91-aeb7-39086a2dad27" providerId="ADAL" clId="{FFE6550E-F5D3-427C-9285-C53C3EB95A7C}" dt="2025-11-30T15:58:59.921" v="1589" actId="14100"/>
        <pc:sldMkLst>
          <pc:docMk/>
          <pc:sldMk cId="678506166" sldId="348"/>
        </pc:sldMkLst>
        <pc:spChg chg="mod">
          <ac:chgData name="Lim Wen-I" userId="4f6c7eb3-5643-4e91-aeb7-39086a2dad27" providerId="ADAL" clId="{FFE6550E-F5D3-427C-9285-C53C3EB95A7C}" dt="2025-11-30T15:58:59.921" v="1589" actId="14100"/>
          <ac:spMkLst>
            <pc:docMk/>
            <pc:sldMk cId="678506166" sldId="348"/>
            <ac:spMk id="3" creationId="{2A92C4A9-19C6-4974-AA80-54922E71CFED}"/>
          </ac:spMkLst>
        </pc:spChg>
        <pc:picChg chg="mod">
          <ac:chgData name="Lim Wen-I" userId="4f6c7eb3-5643-4e91-aeb7-39086a2dad27" providerId="ADAL" clId="{FFE6550E-F5D3-427C-9285-C53C3EB95A7C}" dt="2025-11-30T15:58:46.876" v="1587" actId="14100"/>
          <ac:picMkLst>
            <pc:docMk/>
            <pc:sldMk cId="678506166" sldId="348"/>
            <ac:picMk id="2" creationId="{FC7F3B23-D50A-475E-B2D3-9461E5B9F89C}"/>
          </ac:picMkLst>
        </pc:picChg>
        <pc:picChg chg="mod">
          <ac:chgData name="Lim Wen-I" userId="4f6c7eb3-5643-4e91-aeb7-39086a2dad27" providerId="ADAL" clId="{FFE6550E-F5D3-427C-9285-C53C3EB95A7C}" dt="2025-11-30T15:58:50.877" v="1588" actId="14100"/>
          <ac:picMkLst>
            <pc:docMk/>
            <pc:sldMk cId="678506166" sldId="348"/>
            <ac:picMk id="10" creationId="{918EFDF5-E632-4477-9BB9-1E9B0F2C8051}"/>
          </ac:picMkLst>
        </pc:picChg>
      </pc:sldChg>
      <pc:sldChg chg="modSp add mod">
        <pc:chgData name="Lim Wen-I" userId="4f6c7eb3-5643-4e91-aeb7-39086a2dad27" providerId="ADAL" clId="{FFE6550E-F5D3-427C-9285-C53C3EB95A7C}" dt="2025-11-30T16:01:11.962" v="1618" actId="14100"/>
        <pc:sldMkLst>
          <pc:docMk/>
          <pc:sldMk cId="524805323" sldId="349"/>
        </pc:sldMkLst>
        <pc:spChg chg="mod">
          <ac:chgData name="Lim Wen-I" userId="4f6c7eb3-5643-4e91-aeb7-39086a2dad27" providerId="ADAL" clId="{FFE6550E-F5D3-427C-9285-C53C3EB95A7C}" dt="2025-11-30T16:01:04.194" v="1615" actId="14100"/>
          <ac:spMkLst>
            <pc:docMk/>
            <pc:sldMk cId="524805323" sldId="349"/>
            <ac:spMk id="2" creationId="{A76F75FE-DE8D-4860-B82D-74AD128860DA}"/>
          </ac:spMkLst>
        </pc:spChg>
        <pc:picChg chg="mod">
          <ac:chgData name="Lim Wen-I" userId="4f6c7eb3-5643-4e91-aeb7-39086a2dad27" providerId="ADAL" clId="{FFE6550E-F5D3-427C-9285-C53C3EB95A7C}" dt="2025-11-30T16:01:11.962" v="1618" actId="14100"/>
          <ac:picMkLst>
            <pc:docMk/>
            <pc:sldMk cId="524805323" sldId="349"/>
            <ac:picMk id="6" creationId="{1BF74E83-F885-4687-BAB3-FC44B1951DB0}"/>
          </ac:picMkLst>
        </pc:picChg>
      </pc:sldChg>
      <pc:sldChg chg="modSp add mod">
        <pc:chgData name="Lim Wen-I" userId="4f6c7eb3-5643-4e91-aeb7-39086a2dad27" providerId="ADAL" clId="{FFE6550E-F5D3-427C-9285-C53C3EB95A7C}" dt="2025-11-30T16:00:36.696" v="1599" actId="14100"/>
        <pc:sldMkLst>
          <pc:docMk/>
          <pc:sldMk cId="1309153199" sldId="350"/>
        </pc:sldMkLst>
        <pc:spChg chg="mod">
          <ac:chgData name="Lim Wen-I" userId="4f6c7eb3-5643-4e91-aeb7-39086a2dad27" providerId="ADAL" clId="{FFE6550E-F5D3-427C-9285-C53C3EB95A7C}" dt="2025-11-30T16:00:36.696" v="1599" actId="14100"/>
          <ac:spMkLst>
            <pc:docMk/>
            <pc:sldMk cId="1309153199" sldId="350"/>
            <ac:spMk id="2" creationId="{A76F75FE-DE8D-4860-B82D-74AD128860DA}"/>
          </ac:spMkLst>
        </pc:spChg>
      </pc:sldChg>
      <pc:sldChg chg="modSp add mod">
        <pc:chgData name="Lim Wen-I" userId="4f6c7eb3-5643-4e91-aeb7-39086a2dad27" providerId="ADAL" clId="{FFE6550E-F5D3-427C-9285-C53C3EB95A7C}" dt="2025-11-30T16:01:17.607" v="1619" actId="14100"/>
        <pc:sldMkLst>
          <pc:docMk/>
          <pc:sldMk cId="1435346074" sldId="351"/>
        </pc:sldMkLst>
        <pc:spChg chg="mod">
          <ac:chgData name="Lim Wen-I" userId="4f6c7eb3-5643-4e91-aeb7-39086a2dad27" providerId="ADAL" clId="{FFE6550E-F5D3-427C-9285-C53C3EB95A7C}" dt="2025-11-30T16:01:17.607" v="1619" actId="14100"/>
          <ac:spMkLst>
            <pc:docMk/>
            <pc:sldMk cId="1435346074" sldId="351"/>
            <ac:spMk id="2" creationId="{A76F75FE-DE8D-4860-B82D-74AD128860DA}"/>
          </ac:spMkLst>
        </pc:spChg>
      </pc:sldChg>
      <pc:sldChg chg="modSp add mod">
        <pc:chgData name="Lim Wen-I" userId="4f6c7eb3-5643-4e91-aeb7-39086a2dad27" providerId="ADAL" clId="{FFE6550E-F5D3-427C-9285-C53C3EB95A7C}" dt="2025-11-30T16:01:45.780" v="1636" actId="14100"/>
        <pc:sldMkLst>
          <pc:docMk/>
          <pc:sldMk cId="44572675" sldId="352"/>
        </pc:sldMkLst>
        <pc:spChg chg="mod">
          <ac:chgData name="Lim Wen-I" userId="4f6c7eb3-5643-4e91-aeb7-39086a2dad27" providerId="ADAL" clId="{FFE6550E-F5D3-427C-9285-C53C3EB95A7C}" dt="2025-11-30T16:01:32.051" v="1632" actId="1035"/>
          <ac:spMkLst>
            <pc:docMk/>
            <pc:sldMk cId="44572675" sldId="352"/>
            <ac:spMk id="2" creationId="{A76F75FE-DE8D-4860-B82D-74AD128860DA}"/>
          </ac:spMkLst>
        </pc:spChg>
        <pc:picChg chg="mod">
          <ac:chgData name="Lim Wen-I" userId="4f6c7eb3-5643-4e91-aeb7-39086a2dad27" providerId="ADAL" clId="{FFE6550E-F5D3-427C-9285-C53C3EB95A7C}" dt="2025-11-30T16:01:45.780" v="1636" actId="14100"/>
          <ac:picMkLst>
            <pc:docMk/>
            <pc:sldMk cId="44572675" sldId="352"/>
            <ac:picMk id="8" creationId="{0F305231-9C2E-45C9-B057-38F3811BBA64}"/>
          </ac:picMkLst>
        </pc:picChg>
      </pc:sldChg>
      <pc:sldChg chg="add">
        <pc:chgData name="Lim Wen-I" userId="4f6c7eb3-5643-4e91-aeb7-39086a2dad27" providerId="ADAL" clId="{FFE6550E-F5D3-427C-9285-C53C3EB95A7C}" dt="2025-11-30T15:49:27.491" v="1565"/>
        <pc:sldMkLst>
          <pc:docMk/>
          <pc:sldMk cId="1572189920" sldId="353"/>
        </pc:sldMkLst>
      </pc:sldChg>
      <pc:sldChg chg="del">
        <pc:chgData name="Lim Wen-I" userId="4f6c7eb3-5643-4e91-aeb7-39086a2dad27" providerId="ADAL" clId="{FFE6550E-F5D3-427C-9285-C53C3EB95A7C}" dt="2025-11-30T15:28:17.178" v="1529" actId="47"/>
        <pc:sldMkLst>
          <pc:docMk/>
          <pc:sldMk cId="708143251" sldId="355"/>
        </pc:sldMkLst>
      </pc:sldChg>
      <pc:sldChg chg="add">
        <pc:chgData name="Lim Wen-I" userId="4f6c7eb3-5643-4e91-aeb7-39086a2dad27" providerId="ADAL" clId="{FFE6550E-F5D3-427C-9285-C53C3EB95A7C}" dt="2025-11-30T15:49:27.491" v="1565"/>
        <pc:sldMkLst>
          <pc:docMk/>
          <pc:sldMk cId="2701798762" sldId="357"/>
        </pc:sldMkLst>
      </pc:sldChg>
      <pc:sldChg chg="add del">
        <pc:chgData name="Lim Wen-I" userId="4f6c7eb3-5643-4e91-aeb7-39086a2dad27" providerId="ADAL" clId="{FFE6550E-F5D3-427C-9285-C53C3EB95A7C}" dt="2025-11-30T15:52:43.375" v="1575" actId="47"/>
        <pc:sldMkLst>
          <pc:docMk/>
          <pc:sldMk cId="2220943410" sldId="358"/>
        </pc:sldMkLst>
      </pc:sldChg>
      <pc:sldChg chg="modSp add mod modShow">
        <pc:chgData name="Lim Wen-I" userId="4f6c7eb3-5643-4e91-aeb7-39086a2dad27" providerId="ADAL" clId="{FFE6550E-F5D3-427C-9285-C53C3EB95A7C}" dt="2025-11-30T15:57:55.436" v="1578" actId="6549"/>
        <pc:sldMkLst>
          <pc:docMk/>
          <pc:sldMk cId="355844614" sldId="359"/>
        </pc:sldMkLst>
        <pc:spChg chg="mod">
          <ac:chgData name="Lim Wen-I" userId="4f6c7eb3-5643-4e91-aeb7-39086a2dad27" providerId="ADAL" clId="{FFE6550E-F5D3-427C-9285-C53C3EB95A7C}" dt="2025-11-30T15:57:55.436" v="1578" actId="6549"/>
          <ac:spMkLst>
            <pc:docMk/>
            <pc:sldMk cId="355844614" sldId="359"/>
            <ac:spMk id="3" creationId="{2A92C4A9-19C6-4974-AA80-54922E71CFED}"/>
          </ac:spMkLst>
        </pc:spChg>
      </pc:sldChg>
      <pc:sldChg chg="add">
        <pc:chgData name="Lim Wen-I" userId="4f6c7eb3-5643-4e91-aeb7-39086a2dad27" providerId="ADAL" clId="{FFE6550E-F5D3-427C-9285-C53C3EB95A7C}" dt="2025-11-30T15:49:27.491" v="1565"/>
        <pc:sldMkLst>
          <pc:docMk/>
          <pc:sldMk cId="1704027887" sldId="360"/>
        </pc:sldMkLst>
      </pc:sldChg>
      <pc:sldChg chg="add">
        <pc:chgData name="Lim Wen-I" userId="4f6c7eb3-5643-4e91-aeb7-39086a2dad27" providerId="ADAL" clId="{FFE6550E-F5D3-427C-9285-C53C3EB95A7C}" dt="2025-11-30T15:49:27.491" v="1565"/>
        <pc:sldMkLst>
          <pc:docMk/>
          <pc:sldMk cId="7389758" sldId="361"/>
        </pc:sldMkLst>
      </pc:sldChg>
      <pc:sldChg chg="modSp add mod">
        <pc:chgData name="Lim Wen-I" userId="4f6c7eb3-5643-4e91-aeb7-39086a2dad27" providerId="ADAL" clId="{FFE6550E-F5D3-427C-9285-C53C3EB95A7C}" dt="2025-11-30T16:00:15.655" v="1598" actId="1076"/>
        <pc:sldMkLst>
          <pc:docMk/>
          <pc:sldMk cId="2819108471" sldId="362"/>
        </pc:sldMkLst>
        <pc:graphicFrameChg chg="mod modGraphic">
          <ac:chgData name="Lim Wen-I" userId="4f6c7eb3-5643-4e91-aeb7-39086a2dad27" providerId="ADAL" clId="{FFE6550E-F5D3-427C-9285-C53C3EB95A7C}" dt="2025-11-30T16:00:01.302" v="1593" actId="14734"/>
          <ac:graphicFrameMkLst>
            <pc:docMk/>
            <pc:sldMk cId="2819108471" sldId="362"/>
            <ac:graphicFrameMk id="5" creationId="{44416569-ECF2-4A3C-8D8B-443E4276AEDF}"/>
          </ac:graphicFrameMkLst>
        </pc:graphicFrameChg>
        <pc:picChg chg="mod">
          <ac:chgData name="Lim Wen-I" userId="4f6c7eb3-5643-4e91-aeb7-39086a2dad27" providerId="ADAL" clId="{FFE6550E-F5D3-427C-9285-C53C3EB95A7C}" dt="2025-11-30T16:00:12.360" v="1596" actId="1076"/>
          <ac:picMkLst>
            <pc:docMk/>
            <pc:sldMk cId="2819108471" sldId="362"/>
            <ac:picMk id="6" creationId="{631093D0-BDB8-4581-9E6C-28F8249D15A9}"/>
          </ac:picMkLst>
        </pc:picChg>
        <pc:picChg chg="mod">
          <ac:chgData name="Lim Wen-I" userId="4f6c7eb3-5643-4e91-aeb7-39086a2dad27" providerId="ADAL" clId="{FFE6550E-F5D3-427C-9285-C53C3EB95A7C}" dt="2025-11-30T16:00:15.655" v="1598" actId="1076"/>
          <ac:picMkLst>
            <pc:docMk/>
            <pc:sldMk cId="2819108471" sldId="362"/>
            <ac:picMk id="8" creationId="{2905B6DD-D0E1-48A9-B096-51C6FAD44102}"/>
          </ac:picMkLst>
        </pc:picChg>
        <pc:picChg chg="mod">
          <ac:chgData name="Lim Wen-I" userId="4f6c7eb3-5643-4e91-aeb7-39086a2dad27" providerId="ADAL" clId="{FFE6550E-F5D3-427C-9285-C53C3EB95A7C}" dt="2025-11-30T16:00:07.337" v="1594" actId="14100"/>
          <ac:picMkLst>
            <pc:docMk/>
            <pc:sldMk cId="2819108471" sldId="362"/>
            <ac:picMk id="10" creationId="{618AB0B6-E273-49B7-9716-C2237C1AE186}"/>
          </ac:picMkLst>
        </pc:picChg>
      </pc:sldChg>
      <pc:sldChg chg="add">
        <pc:chgData name="Lim Wen-I" userId="4f6c7eb3-5643-4e91-aeb7-39086a2dad27" providerId="ADAL" clId="{FFE6550E-F5D3-427C-9285-C53C3EB95A7C}" dt="2025-11-30T15:49:27.491" v="1565"/>
        <pc:sldMkLst>
          <pc:docMk/>
          <pc:sldMk cId="452234734" sldId="363"/>
        </pc:sldMkLst>
      </pc:sldChg>
      <pc:sldChg chg="add">
        <pc:chgData name="Lim Wen-I" userId="4f6c7eb3-5643-4e91-aeb7-39086a2dad27" providerId="ADAL" clId="{FFE6550E-F5D3-427C-9285-C53C3EB95A7C}" dt="2025-11-30T15:49:27.491" v="1565"/>
        <pc:sldMkLst>
          <pc:docMk/>
          <pc:sldMk cId="1611055154" sldId="364"/>
        </pc:sldMkLst>
      </pc:sldChg>
      <pc:sldChg chg="add">
        <pc:chgData name="Lim Wen-I" userId="4f6c7eb3-5643-4e91-aeb7-39086a2dad27" providerId="ADAL" clId="{FFE6550E-F5D3-427C-9285-C53C3EB95A7C}" dt="2025-11-30T15:49:27.491" v="1565"/>
        <pc:sldMkLst>
          <pc:docMk/>
          <pc:sldMk cId="441769624" sldId="365"/>
        </pc:sldMkLst>
      </pc:sldChg>
      <pc:sldChg chg="modSp add mod">
        <pc:chgData name="Lim Wen-I" userId="4f6c7eb3-5643-4e91-aeb7-39086a2dad27" providerId="ADAL" clId="{FFE6550E-F5D3-427C-9285-C53C3EB95A7C}" dt="2025-11-30T16:02:55.636" v="1656" actId="255"/>
        <pc:sldMkLst>
          <pc:docMk/>
          <pc:sldMk cId="503414064" sldId="366"/>
        </pc:sldMkLst>
        <pc:spChg chg="mod">
          <ac:chgData name="Lim Wen-I" userId="4f6c7eb3-5643-4e91-aeb7-39086a2dad27" providerId="ADAL" clId="{FFE6550E-F5D3-427C-9285-C53C3EB95A7C}" dt="2025-11-30T16:02:45.553" v="1654" actId="1035"/>
          <ac:spMkLst>
            <pc:docMk/>
            <pc:sldMk cId="503414064" sldId="366"/>
            <ac:spMk id="2" creationId="{A76F75FE-DE8D-4860-B82D-74AD128860DA}"/>
          </ac:spMkLst>
        </pc:spChg>
        <pc:spChg chg="mod">
          <ac:chgData name="Lim Wen-I" userId="4f6c7eb3-5643-4e91-aeb7-39086a2dad27" providerId="ADAL" clId="{FFE6550E-F5D3-427C-9285-C53C3EB95A7C}" dt="2025-11-30T16:02:55.636" v="1656" actId="255"/>
          <ac:spMkLst>
            <pc:docMk/>
            <pc:sldMk cId="503414064" sldId="366"/>
            <ac:spMk id="3" creationId="{2A92C4A9-19C6-4974-AA80-54922E71CFED}"/>
          </ac:spMkLst>
        </pc:spChg>
        <pc:picChg chg="mod">
          <ac:chgData name="Lim Wen-I" userId="4f6c7eb3-5643-4e91-aeb7-39086a2dad27" providerId="ADAL" clId="{FFE6550E-F5D3-427C-9285-C53C3EB95A7C}" dt="2025-11-30T16:02:29.551" v="1640" actId="14100"/>
          <ac:picMkLst>
            <pc:docMk/>
            <pc:sldMk cId="503414064" sldId="366"/>
            <ac:picMk id="6" creationId="{A0FD3EF6-2D51-41B1-926B-C15BF5E182D3}"/>
          </ac:picMkLst>
        </pc:picChg>
      </pc:sldChg>
      <pc:sldChg chg="modSp mod">
        <pc:chgData name="Lim Wen-I" userId="4f6c7eb3-5643-4e91-aeb7-39086a2dad27" providerId="ADAL" clId="{FFE6550E-F5D3-427C-9285-C53C3EB95A7C}" dt="2025-11-30T15:26:19.131" v="1509" actId="20577"/>
        <pc:sldMkLst>
          <pc:docMk/>
          <pc:sldMk cId="0" sldId="475"/>
        </pc:sldMkLst>
        <pc:spChg chg="mod">
          <ac:chgData name="Lim Wen-I" userId="4f6c7eb3-5643-4e91-aeb7-39086a2dad27" providerId="ADAL" clId="{FFE6550E-F5D3-427C-9285-C53C3EB95A7C}" dt="2025-11-30T15:26:19.131" v="1509" actId="20577"/>
          <ac:spMkLst>
            <pc:docMk/>
            <pc:sldMk cId="0" sldId="475"/>
            <ac:spMk id="6146" creationId="{07DDBED7-A86F-420E-ACC5-3D20B3DFFC77}"/>
          </ac:spMkLst>
        </pc:spChg>
        <pc:spChg chg="mod">
          <ac:chgData name="Lim Wen-I" userId="4f6c7eb3-5643-4e91-aeb7-39086a2dad27" providerId="ADAL" clId="{FFE6550E-F5D3-427C-9285-C53C3EB95A7C}" dt="2025-11-30T06:58:35.156" v="686" actId="403"/>
          <ac:spMkLst>
            <pc:docMk/>
            <pc:sldMk cId="0" sldId="475"/>
            <ac:spMk id="6147" creationId="{0E65318F-542F-9FE4-C52A-862570609C7C}"/>
          </ac:spMkLst>
        </pc:spChg>
      </pc:sldChg>
      <pc:sldChg chg="del ord">
        <pc:chgData name="Lim Wen-I" userId="4f6c7eb3-5643-4e91-aeb7-39086a2dad27" providerId="ADAL" clId="{FFE6550E-F5D3-427C-9285-C53C3EB95A7C}" dt="2025-11-30T07:38:32" v="1035" actId="47"/>
        <pc:sldMkLst>
          <pc:docMk/>
          <pc:sldMk cId="0" sldId="478"/>
        </pc:sldMkLst>
      </pc:sldChg>
      <pc:sldChg chg="modSp mod modShow">
        <pc:chgData name="Lim Wen-I" userId="4f6c7eb3-5643-4e91-aeb7-39086a2dad27" providerId="ADAL" clId="{FFE6550E-F5D3-427C-9285-C53C3EB95A7C}" dt="2025-11-30T07:30:56.021" v="985" actId="729"/>
        <pc:sldMkLst>
          <pc:docMk/>
          <pc:sldMk cId="0" sldId="482"/>
        </pc:sldMkLst>
        <pc:spChg chg="mod">
          <ac:chgData name="Lim Wen-I" userId="4f6c7eb3-5643-4e91-aeb7-39086a2dad27" providerId="ADAL" clId="{FFE6550E-F5D3-427C-9285-C53C3EB95A7C}" dt="2025-11-30T06:56:49.674" v="672" actId="6549"/>
          <ac:spMkLst>
            <pc:docMk/>
            <pc:sldMk cId="0" sldId="482"/>
            <ac:spMk id="9219" creationId="{3AD6AE58-44A2-147D-75BF-952F0F18846A}"/>
          </ac:spMkLst>
        </pc:spChg>
      </pc:sldChg>
      <pc:sldChg chg="modSp mod modShow">
        <pc:chgData name="Lim Wen-I" userId="4f6c7eb3-5643-4e91-aeb7-39086a2dad27" providerId="ADAL" clId="{FFE6550E-F5D3-427C-9285-C53C3EB95A7C}" dt="2025-11-30T07:30:56.021" v="985" actId="729"/>
        <pc:sldMkLst>
          <pc:docMk/>
          <pc:sldMk cId="0" sldId="483"/>
        </pc:sldMkLst>
        <pc:spChg chg="mod">
          <ac:chgData name="Lim Wen-I" userId="4f6c7eb3-5643-4e91-aeb7-39086a2dad27" providerId="ADAL" clId="{FFE6550E-F5D3-427C-9285-C53C3EB95A7C}" dt="2025-11-30T06:57:16.839" v="683" actId="6549"/>
          <ac:spMkLst>
            <pc:docMk/>
            <pc:sldMk cId="0" sldId="483"/>
            <ac:spMk id="10243" creationId="{C75E993F-DD69-F5D0-1772-FBBDF66377AF}"/>
          </ac:spMkLst>
        </pc:spChg>
      </pc:sldChg>
      <pc:sldChg chg="addSp delSp modSp mod delAnim modAnim modNotesTx">
        <pc:chgData name="Lim Wen-I" userId="4f6c7eb3-5643-4e91-aeb7-39086a2dad27" providerId="ADAL" clId="{FFE6550E-F5D3-427C-9285-C53C3EB95A7C}" dt="2025-11-30T11:38:52.996" v="1363"/>
        <pc:sldMkLst>
          <pc:docMk/>
          <pc:sldMk cId="0" sldId="485"/>
        </pc:sldMkLst>
        <pc:spChg chg="add mod">
          <ac:chgData name="Lim Wen-I" userId="4f6c7eb3-5643-4e91-aeb7-39086a2dad27" providerId="ADAL" clId="{FFE6550E-F5D3-427C-9285-C53C3EB95A7C}" dt="2025-11-30T11:35:39.259" v="1357" actId="113"/>
          <ac:spMkLst>
            <pc:docMk/>
            <pc:sldMk cId="0" sldId="485"/>
            <ac:spMk id="2" creationId="{A6A1D350-5B01-1385-7000-6BD17B4E934A}"/>
          </ac:spMkLst>
        </pc:spChg>
        <pc:spChg chg="mod">
          <ac:chgData name="Lim Wen-I" userId="4f6c7eb3-5643-4e91-aeb7-39086a2dad27" providerId="ADAL" clId="{FFE6550E-F5D3-427C-9285-C53C3EB95A7C}" dt="2025-11-30T07:17:21.703" v="946" actId="14100"/>
          <ac:spMkLst>
            <pc:docMk/>
            <pc:sldMk cId="0" sldId="485"/>
            <ac:spMk id="14338" creationId="{9F8B9C66-7BC7-19EF-9858-A5E98DB510D1}"/>
          </ac:spMkLst>
        </pc:spChg>
        <pc:spChg chg="mod">
          <ac:chgData name="Lim Wen-I" userId="4f6c7eb3-5643-4e91-aeb7-39086a2dad27" providerId="ADAL" clId="{FFE6550E-F5D3-427C-9285-C53C3EB95A7C}" dt="2025-11-30T07:17:32.532" v="954" actId="20577"/>
          <ac:spMkLst>
            <pc:docMk/>
            <pc:sldMk cId="0" sldId="485"/>
            <ac:spMk id="14339" creationId="{920D32B1-FEC3-9F83-4CE1-7972A0136BCA}"/>
          </ac:spMkLst>
        </pc:spChg>
        <pc:picChg chg="del mod">
          <ac:chgData name="Lim Wen-I" userId="4f6c7eb3-5643-4e91-aeb7-39086a2dad27" providerId="ADAL" clId="{FFE6550E-F5D3-427C-9285-C53C3EB95A7C}" dt="2025-11-30T11:35:10.778" v="1344" actId="478"/>
          <ac:picMkLst>
            <pc:docMk/>
            <pc:sldMk cId="0" sldId="485"/>
            <ac:picMk id="3" creationId="{13E184E2-6CA3-9C49-550C-FE94A56083E8}"/>
          </ac:picMkLst>
        </pc:picChg>
        <pc:picChg chg="add mod">
          <ac:chgData name="Lim Wen-I" userId="4f6c7eb3-5643-4e91-aeb7-39086a2dad27" providerId="ADAL" clId="{FFE6550E-F5D3-427C-9285-C53C3EB95A7C}" dt="2025-11-30T11:38:41.211" v="1362" actId="1076"/>
          <ac:picMkLst>
            <pc:docMk/>
            <pc:sldMk cId="0" sldId="485"/>
            <ac:picMk id="5" creationId="{8DF0EB15-8E3B-E44C-2E77-AF59696FB13C}"/>
          </ac:picMkLst>
        </pc:picChg>
      </pc:sldChg>
      <pc:sldChg chg="addSp modSp mod modAnim">
        <pc:chgData name="Lim Wen-I" userId="4f6c7eb3-5643-4e91-aeb7-39086a2dad27" providerId="ADAL" clId="{FFE6550E-F5D3-427C-9285-C53C3EB95A7C}" dt="2025-11-30T07:16:46.840" v="940" actId="14100"/>
        <pc:sldMkLst>
          <pc:docMk/>
          <pc:sldMk cId="0" sldId="486"/>
        </pc:sldMkLst>
        <pc:spChg chg="add mod">
          <ac:chgData name="Lim Wen-I" userId="4f6c7eb3-5643-4e91-aeb7-39086a2dad27" providerId="ADAL" clId="{FFE6550E-F5D3-427C-9285-C53C3EB95A7C}" dt="2025-11-30T06:59:35.994" v="700" actId="767"/>
          <ac:spMkLst>
            <pc:docMk/>
            <pc:sldMk cId="0" sldId="486"/>
            <ac:spMk id="2" creationId="{4FB9CD19-917D-8E6B-1DEC-6F75679B7570}"/>
          </ac:spMkLst>
        </pc:spChg>
        <pc:spChg chg="add mod">
          <ac:chgData name="Lim Wen-I" userId="4f6c7eb3-5643-4e91-aeb7-39086a2dad27" providerId="ADAL" clId="{FFE6550E-F5D3-427C-9285-C53C3EB95A7C}" dt="2025-11-30T07:06:34.721" v="796" actId="20577"/>
          <ac:spMkLst>
            <pc:docMk/>
            <pc:sldMk cId="0" sldId="486"/>
            <ac:spMk id="4" creationId="{183F5441-2D06-E827-6DF2-7795B2A9D52A}"/>
          </ac:spMkLst>
        </pc:spChg>
        <pc:spChg chg="add mod">
          <ac:chgData name="Lim Wen-I" userId="4f6c7eb3-5643-4e91-aeb7-39086a2dad27" providerId="ADAL" clId="{FFE6550E-F5D3-427C-9285-C53C3EB95A7C}" dt="2025-11-30T07:05:30.174" v="786" actId="20577"/>
          <ac:spMkLst>
            <pc:docMk/>
            <pc:sldMk cId="0" sldId="486"/>
            <ac:spMk id="6" creationId="{1136AE7F-43EE-6C5C-E72D-548A02A89230}"/>
          </ac:spMkLst>
        </pc:spChg>
        <pc:spChg chg="mod">
          <ac:chgData name="Lim Wen-I" userId="4f6c7eb3-5643-4e91-aeb7-39086a2dad27" providerId="ADAL" clId="{FFE6550E-F5D3-427C-9285-C53C3EB95A7C}" dt="2025-11-30T07:16:29.244" v="923" actId="20577"/>
          <ac:spMkLst>
            <pc:docMk/>
            <pc:sldMk cId="0" sldId="486"/>
            <ac:spMk id="13314" creationId="{604D0426-5D66-4C42-D187-EA8A0982FEFE}"/>
          </ac:spMkLst>
        </pc:spChg>
        <pc:spChg chg="mod">
          <ac:chgData name="Lim Wen-I" userId="4f6c7eb3-5643-4e91-aeb7-39086a2dad27" providerId="ADAL" clId="{FFE6550E-F5D3-427C-9285-C53C3EB95A7C}" dt="2025-11-30T07:16:46.840" v="940" actId="14100"/>
          <ac:spMkLst>
            <pc:docMk/>
            <pc:sldMk cId="0" sldId="486"/>
            <ac:spMk id="13315" creationId="{43B77976-DC12-05F2-EFA9-826083A975D8}"/>
          </ac:spMkLst>
        </pc:spChg>
        <pc:picChg chg="mod">
          <ac:chgData name="Lim Wen-I" userId="4f6c7eb3-5643-4e91-aeb7-39086a2dad27" providerId="ADAL" clId="{FFE6550E-F5D3-427C-9285-C53C3EB95A7C}" dt="2025-11-30T07:04:14.044" v="761" actId="1076"/>
          <ac:picMkLst>
            <pc:docMk/>
            <pc:sldMk cId="0" sldId="486"/>
            <ac:picMk id="3" creationId="{EE419C5F-B881-0F3B-73CF-2AF046136DF1}"/>
          </ac:picMkLst>
        </pc:picChg>
        <pc:picChg chg="mod">
          <ac:chgData name="Lim Wen-I" userId="4f6c7eb3-5643-4e91-aeb7-39086a2dad27" providerId="ADAL" clId="{FFE6550E-F5D3-427C-9285-C53C3EB95A7C}" dt="2025-11-30T07:05:14.712" v="779" actId="1076"/>
          <ac:picMkLst>
            <pc:docMk/>
            <pc:sldMk cId="0" sldId="486"/>
            <ac:picMk id="5" creationId="{4AB46ADD-C512-2B3C-309C-1887815F7CBE}"/>
          </ac:picMkLst>
        </pc:picChg>
      </pc:sldChg>
      <pc:sldChg chg="del">
        <pc:chgData name="Lim Wen-I" userId="4f6c7eb3-5643-4e91-aeb7-39086a2dad27" providerId="ADAL" clId="{FFE6550E-F5D3-427C-9285-C53C3EB95A7C}" dt="2025-11-30T09:17:14.377" v="1123" actId="47"/>
        <pc:sldMkLst>
          <pc:docMk/>
          <pc:sldMk cId="0" sldId="487"/>
        </pc:sldMkLst>
      </pc:sldChg>
      <pc:sldChg chg="del">
        <pc:chgData name="Lim Wen-I" userId="4f6c7eb3-5643-4e91-aeb7-39086a2dad27" providerId="ADAL" clId="{FFE6550E-F5D3-427C-9285-C53C3EB95A7C}" dt="2025-11-30T09:17:22.417" v="1124" actId="47"/>
        <pc:sldMkLst>
          <pc:docMk/>
          <pc:sldMk cId="0" sldId="488"/>
        </pc:sldMkLst>
      </pc:sldChg>
      <pc:sldChg chg="del">
        <pc:chgData name="Lim Wen-I" userId="4f6c7eb3-5643-4e91-aeb7-39086a2dad27" providerId="ADAL" clId="{FFE6550E-F5D3-427C-9285-C53C3EB95A7C}" dt="2025-11-30T10:43:36.858" v="1140" actId="47"/>
        <pc:sldMkLst>
          <pc:docMk/>
          <pc:sldMk cId="0" sldId="489"/>
        </pc:sldMkLst>
      </pc:sldChg>
      <pc:sldChg chg="del">
        <pc:chgData name="Lim Wen-I" userId="4f6c7eb3-5643-4e91-aeb7-39086a2dad27" providerId="ADAL" clId="{FFE6550E-F5D3-427C-9285-C53C3EB95A7C}" dt="2025-11-30T10:46:11.774" v="1141" actId="47"/>
        <pc:sldMkLst>
          <pc:docMk/>
          <pc:sldMk cId="0" sldId="490"/>
        </pc:sldMkLst>
      </pc:sldChg>
      <pc:sldChg chg="addSp delSp modSp mod modAnim">
        <pc:chgData name="Lim Wen-I" userId="4f6c7eb3-5643-4e91-aeb7-39086a2dad27" providerId="ADAL" clId="{FFE6550E-F5D3-427C-9285-C53C3EB95A7C}" dt="2025-11-30T14:45:27.970" v="1397" actId="1076"/>
        <pc:sldMkLst>
          <pc:docMk/>
          <pc:sldMk cId="0" sldId="492"/>
        </pc:sldMkLst>
        <pc:spChg chg="add del mod">
          <ac:chgData name="Lim Wen-I" userId="4f6c7eb3-5643-4e91-aeb7-39086a2dad27" providerId="ADAL" clId="{FFE6550E-F5D3-427C-9285-C53C3EB95A7C}" dt="2025-11-30T11:21:49.470" v="1279"/>
          <ac:spMkLst>
            <pc:docMk/>
            <pc:sldMk cId="0" sldId="492"/>
            <ac:spMk id="2" creationId="{127E01E3-0AAE-DACF-CC72-375E4D88FEEF}"/>
          </ac:spMkLst>
        </pc:spChg>
        <pc:spChg chg="add del mod">
          <ac:chgData name="Lim Wen-I" userId="4f6c7eb3-5643-4e91-aeb7-39086a2dad27" providerId="ADAL" clId="{FFE6550E-F5D3-427C-9285-C53C3EB95A7C}" dt="2025-11-30T11:25:22.342" v="1343" actId="478"/>
          <ac:spMkLst>
            <pc:docMk/>
            <pc:sldMk cId="0" sldId="492"/>
            <ac:spMk id="5" creationId="{640BC1F3-0E9F-8412-CEFB-6529ECEE0279}"/>
          </ac:spMkLst>
        </pc:spChg>
        <pc:spChg chg="mod">
          <ac:chgData name="Lim Wen-I" userId="4f6c7eb3-5643-4e91-aeb7-39086a2dad27" providerId="ADAL" clId="{FFE6550E-F5D3-427C-9285-C53C3EB95A7C}" dt="2025-11-30T11:23:14.048" v="1304" actId="20577"/>
          <ac:spMkLst>
            <pc:docMk/>
            <pc:sldMk cId="0" sldId="492"/>
            <ac:spMk id="23554" creationId="{97F327FA-6B05-A993-90B6-7F7295D0CF3A}"/>
          </ac:spMkLst>
        </pc:spChg>
        <pc:spChg chg="mod">
          <ac:chgData name="Lim Wen-I" userId="4f6c7eb3-5643-4e91-aeb7-39086a2dad27" providerId="ADAL" clId="{FFE6550E-F5D3-427C-9285-C53C3EB95A7C}" dt="2025-11-30T11:23:54.352" v="1320" actId="20577"/>
          <ac:spMkLst>
            <pc:docMk/>
            <pc:sldMk cId="0" sldId="492"/>
            <ac:spMk id="23556" creationId="{32C742EC-0EFA-74FC-F7D7-53443C9F3A53}"/>
          </ac:spMkLst>
        </pc:spChg>
        <pc:picChg chg="add mod ord">
          <ac:chgData name="Lim Wen-I" userId="4f6c7eb3-5643-4e91-aeb7-39086a2dad27" providerId="ADAL" clId="{FFE6550E-F5D3-427C-9285-C53C3EB95A7C}" dt="2025-11-30T14:45:27.970" v="1397" actId="1076"/>
          <ac:picMkLst>
            <pc:docMk/>
            <pc:sldMk cId="0" sldId="492"/>
            <ac:picMk id="4" creationId="{F6CE1040-9D73-5D05-9857-B3054E62E308}"/>
          </ac:picMkLst>
        </pc:picChg>
        <pc:picChg chg="add mod">
          <ac:chgData name="Lim Wen-I" userId="4f6c7eb3-5643-4e91-aeb7-39086a2dad27" providerId="ADAL" clId="{FFE6550E-F5D3-427C-9285-C53C3EB95A7C}" dt="2025-11-30T12:00:26.242" v="1394" actId="1076"/>
          <ac:picMkLst>
            <pc:docMk/>
            <pc:sldMk cId="0" sldId="492"/>
            <ac:picMk id="7" creationId="{11BC4319-4596-7F7D-BBB9-B46012E265A9}"/>
          </ac:picMkLst>
        </pc:picChg>
        <pc:picChg chg="del mod">
          <ac:chgData name="Lim Wen-I" userId="4f6c7eb3-5643-4e91-aeb7-39086a2dad27" providerId="ADAL" clId="{FFE6550E-F5D3-427C-9285-C53C3EB95A7C}" dt="2025-11-30T11:47:23.290" v="1385" actId="478"/>
          <ac:picMkLst>
            <pc:docMk/>
            <pc:sldMk cId="0" sldId="492"/>
            <ac:picMk id="23555" creationId="{CAB7DD5E-77B1-A1B0-4494-FCBE9E02506B}"/>
          </ac:picMkLst>
        </pc:picChg>
      </pc:sldChg>
      <pc:sldChg chg="modSp mod modNotesTx">
        <pc:chgData name="Lim Wen-I" userId="4f6c7eb3-5643-4e91-aeb7-39086a2dad27" providerId="ADAL" clId="{FFE6550E-F5D3-427C-9285-C53C3EB95A7C}" dt="2025-11-30T11:12:29.052" v="1248" actId="20577"/>
        <pc:sldMkLst>
          <pc:docMk/>
          <pc:sldMk cId="0" sldId="493"/>
        </pc:sldMkLst>
        <pc:spChg chg="mod">
          <ac:chgData name="Lim Wen-I" userId="4f6c7eb3-5643-4e91-aeb7-39086a2dad27" providerId="ADAL" clId="{FFE6550E-F5D3-427C-9285-C53C3EB95A7C}" dt="2025-11-30T11:08:50.576" v="1227" actId="1036"/>
          <ac:spMkLst>
            <pc:docMk/>
            <pc:sldMk cId="0" sldId="493"/>
            <ac:spMk id="21506" creationId="{1D597744-CBC4-43E1-3F7F-9543EDD9B62F}"/>
          </ac:spMkLst>
        </pc:spChg>
        <pc:spChg chg="mod">
          <ac:chgData name="Lim Wen-I" userId="4f6c7eb3-5643-4e91-aeb7-39086a2dad27" providerId="ADAL" clId="{FFE6550E-F5D3-427C-9285-C53C3EB95A7C}" dt="2025-11-30T11:12:29.052" v="1248" actId="20577"/>
          <ac:spMkLst>
            <pc:docMk/>
            <pc:sldMk cId="0" sldId="493"/>
            <ac:spMk id="21507" creationId="{B13E6F0C-6068-A070-739A-8710CA0858B9}"/>
          </ac:spMkLst>
        </pc:spChg>
      </pc:sldChg>
      <pc:sldChg chg="modSp mod">
        <pc:chgData name="Lim Wen-I" userId="4f6c7eb3-5643-4e91-aeb7-39086a2dad27" providerId="ADAL" clId="{FFE6550E-F5D3-427C-9285-C53C3EB95A7C}" dt="2025-11-30T11:05:20.310" v="1209" actId="403"/>
        <pc:sldMkLst>
          <pc:docMk/>
          <pc:sldMk cId="0" sldId="494"/>
        </pc:sldMkLst>
        <pc:spChg chg="mod">
          <ac:chgData name="Lim Wen-I" userId="4f6c7eb3-5643-4e91-aeb7-39086a2dad27" providerId="ADAL" clId="{FFE6550E-F5D3-427C-9285-C53C3EB95A7C}" dt="2025-11-30T11:05:11.767" v="1205" actId="113"/>
          <ac:spMkLst>
            <pc:docMk/>
            <pc:sldMk cId="0" sldId="494"/>
            <ac:spMk id="24578" creationId="{2C5AEB00-11D5-6823-1F52-8D82098AA75E}"/>
          </ac:spMkLst>
        </pc:spChg>
        <pc:spChg chg="mod">
          <ac:chgData name="Lim Wen-I" userId="4f6c7eb3-5643-4e91-aeb7-39086a2dad27" providerId="ADAL" clId="{FFE6550E-F5D3-427C-9285-C53C3EB95A7C}" dt="2025-11-30T11:05:20.310" v="1209" actId="403"/>
          <ac:spMkLst>
            <pc:docMk/>
            <pc:sldMk cId="0" sldId="494"/>
            <ac:spMk id="24579" creationId="{8CADD609-B2EC-C3BF-1FEE-608EAB932449}"/>
          </ac:spMkLst>
        </pc:spChg>
      </pc:sldChg>
      <pc:sldChg chg="addSp delSp modSp mod">
        <pc:chgData name="Lim Wen-I" userId="4f6c7eb3-5643-4e91-aeb7-39086a2dad27" providerId="ADAL" clId="{FFE6550E-F5D3-427C-9285-C53C3EB95A7C}" dt="2025-11-30T14:48:25.962" v="1446" actId="1036"/>
        <pc:sldMkLst>
          <pc:docMk/>
          <pc:sldMk cId="0" sldId="495"/>
        </pc:sldMkLst>
        <pc:spChg chg="mod">
          <ac:chgData name="Lim Wen-I" userId="4f6c7eb3-5643-4e91-aeb7-39086a2dad27" providerId="ADAL" clId="{FFE6550E-F5D3-427C-9285-C53C3EB95A7C}" dt="2025-11-30T14:48:25.962" v="1446" actId="1036"/>
          <ac:spMkLst>
            <pc:docMk/>
            <pc:sldMk cId="0" sldId="495"/>
            <ac:spMk id="2" creationId="{50714127-4C60-450D-AA48-B93D45E112C4}"/>
          </ac:spMkLst>
        </pc:spChg>
        <pc:spChg chg="add del mod">
          <ac:chgData name="Lim Wen-I" userId="4f6c7eb3-5643-4e91-aeb7-39086a2dad27" providerId="ADAL" clId="{FFE6550E-F5D3-427C-9285-C53C3EB95A7C}" dt="2025-11-30T14:46:54.964" v="1399" actId="478"/>
          <ac:spMkLst>
            <pc:docMk/>
            <pc:sldMk cId="0" sldId="495"/>
            <ac:spMk id="5" creationId="{09FA2DF0-B858-EBEF-58BD-184E95AB1A07}"/>
          </ac:spMkLst>
        </pc:spChg>
        <pc:spChg chg="del">
          <ac:chgData name="Lim Wen-I" userId="4f6c7eb3-5643-4e91-aeb7-39086a2dad27" providerId="ADAL" clId="{FFE6550E-F5D3-427C-9285-C53C3EB95A7C}" dt="2025-11-30T14:46:50.533" v="1398" actId="478"/>
          <ac:spMkLst>
            <pc:docMk/>
            <pc:sldMk cId="0" sldId="495"/>
            <ac:spMk id="25602" creationId="{EBAE01E2-3C9E-93BE-6494-9D0F7A5F6ECF}"/>
          </ac:spMkLst>
        </pc:spChg>
        <pc:spChg chg="mod">
          <ac:chgData name="Lim Wen-I" userId="4f6c7eb3-5643-4e91-aeb7-39086a2dad27" providerId="ADAL" clId="{FFE6550E-F5D3-427C-9285-C53C3EB95A7C}" dt="2025-11-30T14:48:20.362" v="1443" actId="403"/>
          <ac:spMkLst>
            <pc:docMk/>
            <pc:sldMk cId="0" sldId="495"/>
            <ac:spMk id="25603" creationId="{F37A6850-B0FE-EBA0-DD8B-6CF39281DD99}"/>
          </ac:spMkLst>
        </pc:spChg>
        <pc:spChg chg="mod">
          <ac:chgData name="Lim Wen-I" userId="4f6c7eb3-5643-4e91-aeb7-39086a2dad27" providerId="ADAL" clId="{FFE6550E-F5D3-427C-9285-C53C3EB95A7C}" dt="2025-11-30T14:48:25.962" v="1446" actId="1036"/>
          <ac:spMkLst>
            <pc:docMk/>
            <pc:sldMk cId="0" sldId="495"/>
            <ac:spMk id="25604" creationId="{809E5E85-8F74-9DC5-93F0-0B2C6DCA7885}"/>
          </ac:spMkLst>
        </pc:spChg>
        <pc:spChg chg="mod">
          <ac:chgData name="Lim Wen-I" userId="4f6c7eb3-5643-4e91-aeb7-39086a2dad27" providerId="ADAL" clId="{FFE6550E-F5D3-427C-9285-C53C3EB95A7C}" dt="2025-11-30T14:48:25.962" v="1446" actId="1036"/>
          <ac:spMkLst>
            <pc:docMk/>
            <pc:sldMk cId="0" sldId="495"/>
            <ac:spMk id="25605" creationId="{E4A222CE-7ACA-8105-7209-885C5733FC75}"/>
          </ac:spMkLst>
        </pc:spChg>
        <pc:spChg chg="mod">
          <ac:chgData name="Lim Wen-I" userId="4f6c7eb3-5643-4e91-aeb7-39086a2dad27" providerId="ADAL" clId="{FFE6550E-F5D3-427C-9285-C53C3EB95A7C}" dt="2025-11-30T14:48:25.962" v="1446" actId="1036"/>
          <ac:spMkLst>
            <pc:docMk/>
            <pc:sldMk cId="0" sldId="495"/>
            <ac:spMk id="25607" creationId="{3D96CF2F-A33C-9297-65D7-DFD2345E70D0}"/>
          </ac:spMkLst>
        </pc:spChg>
        <pc:spChg chg="mod">
          <ac:chgData name="Lim Wen-I" userId="4f6c7eb3-5643-4e91-aeb7-39086a2dad27" providerId="ADAL" clId="{FFE6550E-F5D3-427C-9285-C53C3EB95A7C}" dt="2025-11-30T14:48:25.962" v="1446" actId="1036"/>
          <ac:spMkLst>
            <pc:docMk/>
            <pc:sldMk cId="0" sldId="495"/>
            <ac:spMk id="25608" creationId="{C0343FD8-252F-BAFA-7D36-5DD4E72B2943}"/>
          </ac:spMkLst>
        </pc:spChg>
        <pc:grpChg chg="add mod">
          <ac:chgData name="Lim Wen-I" userId="4f6c7eb3-5643-4e91-aeb7-39086a2dad27" providerId="ADAL" clId="{FFE6550E-F5D3-427C-9285-C53C3EB95A7C}" dt="2025-11-30T14:48:25.962" v="1446" actId="1036"/>
          <ac:grpSpMkLst>
            <pc:docMk/>
            <pc:sldMk cId="0" sldId="495"/>
            <ac:grpSpMk id="6" creationId="{E3ABCB82-CCD1-FEB9-DE00-C3877566F2C7}"/>
          </ac:grpSpMkLst>
        </pc:grpChg>
        <pc:cxnChg chg="mod">
          <ac:chgData name="Lim Wen-I" userId="4f6c7eb3-5643-4e91-aeb7-39086a2dad27" providerId="ADAL" clId="{FFE6550E-F5D3-427C-9285-C53C3EB95A7C}" dt="2025-11-30T14:48:25.962" v="1446" actId="1036"/>
          <ac:cxnSpMkLst>
            <pc:docMk/>
            <pc:sldMk cId="0" sldId="495"/>
            <ac:cxnSpMk id="4" creationId="{9D94F54D-0F9C-4726-8F50-72BB8FD6B220}"/>
          </ac:cxnSpMkLst>
        </pc:cxnChg>
      </pc:sldChg>
      <pc:sldChg chg="addSp delSp modSp mod">
        <pc:chgData name="Lim Wen-I" userId="4f6c7eb3-5643-4e91-aeb7-39086a2dad27" providerId="ADAL" clId="{FFE6550E-F5D3-427C-9285-C53C3EB95A7C}" dt="2025-11-30T15:23:30.820" v="1481" actId="207"/>
        <pc:sldMkLst>
          <pc:docMk/>
          <pc:sldMk cId="0" sldId="497"/>
        </pc:sldMkLst>
        <pc:spChg chg="add del mod">
          <ac:chgData name="Lim Wen-I" userId="4f6c7eb3-5643-4e91-aeb7-39086a2dad27" providerId="ADAL" clId="{FFE6550E-F5D3-427C-9285-C53C3EB95A7C}" dt="2025-11-30T14:47:50.455" v="1436" actId="478"/>
          <ac:spMkLst>
            <pc:docMk/>
            <pc:sldMk cId="0" sldId="497"/>
            <ac:spMk id="3" creationId="{A235EC3C-5713-6082-B29E-3E56C3A16C1A}"/>
          </ac:spMkLst>
        </pc:spChg>
        <pc:spChg chg="del">
          <ac:chgData name="Lim Wen-I" userId="4f6c7eb3-5643-4e91-aeb7-39086a2dad27" providerId="ADAL" clId="{FFE6550E-F5D3-427C-9285-C53C3EB95A7C}" dt="2025-11-30T14:47:45.172" v="1435" actId="478"/>
          <ac:spMkLst>
            <pc:docMk/>
            <pc:sldMk cId="0" sldId="497"/>
            <ac:spMk id="27650" creationId="{B995A07B-4EEE-FD5E-7A6B-C329A6B09CAE}"/>
          </ac:spMkLst>
        </pc:spChg>
        <pc:spChg chg="mod">
          <ac:chgData name="Lim Wen-I" userId="4f6c7eb3-5643-4e91-aeb7-39086a2dad27" providerId="ADAL" clId="{FFE6550E-F5D3-427C-9285-C53C3EB95A7C}" dt="2025-11-30T15:23:30.820" v="1481" actId="207"/>
          <ac:spMkLst>
            <pc:docMk/>
            <pc:sldMk cId="0" sldId="497"/>
            <ac:spMk id="27651" creationId="{5D3A10E3-D643-2402-4A1E-86DBFDA4E57C}"/>
          </ac:spMkLst>
        </pc:spChg>
        <pc:picChg chg="mod">
          <ac:chgData name="Lim Wen-I" userId="4f6c7eb3-5643-4e91-aeb7-39086a2dad27" providerId="ADAL" clId="{FFE6550E-F5D3-427C-9285-C53C3EB95A7C}" dt="2025-11-30T14:49:54.449" v="1457" actId="1076"/>
          <ac:picMkLst>
            <pc:docMk/>
            <pc:sldMk cId="0" sldId="497"/>
            <ac:picMk id="4" creationId="{97A7D652-C7B3-4FCC-8B58-5D6967937039}"/>
          </ac:picMkLst>
        </pc:picChg>
      </pc:sldChg>
      <pc:sldChg chg="addSp delSp modSp mod">
        <pc:chgData name="Lim Wen-I" userId="4f6c7eb3-5643-4e91-aeb7-39086a2dad27" providerId="ADAL" clId="{FFE6550E-F5D3-427C-9285-C53C3EB95A7C}" dt="2025-11-30T15:22:07.169" v="1468" actId="1076"/>
        <pc:sldMkLst>
          <pc:docMk/>
          <pc:sldMk cId="0" sldId="498"/>
        </pc:sldMkLst>
        <pc:spChg chg="add del mod">
          <ac:chgData name="Lim Wen-I" userId="4f6c7eb3-5643-4e91-aeb7-39086a2dad27" providerId="ADAL" clId="{FFE6550E-F5D3-427C-9285-C53C3EB95A7C}" dt="2025-11-30T14:50:06.040" v="1459" actId="478"/>
          <ac:spMkLst>
            <pc:docMk/>
            <pc:sldMk cId="0" sldId="498"/>
            <ac:spMk id="3" creationId="{165D9FD6-8830-6879-5C73-14F08ABDB9AE}"/>
          </ac:spMkLst>
        </pc:spChg>
        <pc:spChg chg="del">
          <ac:chgData name="Lim Wen-I" userId="4f6c7eb3-5643-4e91-aeb7-39086a2dad27" providerId="ADAL" clId="{FFE6550E-F5D3-427C-9285-C53C3EB95A7C}" dt="2025-11-30T14:50:01.553" v="1458" actId="478"/>
          <ac:spMkLst>
            <pc:docMk/>
            <pc:sldMk cId="0" sldId="498"/>
            <ac:spMk id="28674" creationId="{047276F2-DF31-043F-A494-CD533EAF4E28}"/>
          </ac:spMkLst>
        </pc:spChg>
        <pc:spChg chg="mod">
          <ac:chgData name="Lim Wen-I" userId="4f6c7eb3-5643-4e91-aeb7-39086a2dad27" providerId="ADAL" clId="{FFE6550E-F5D3-427C-9285-C53C3EB95A7C}" dt="2025-11-30T14:50:34.460" v="1465" actId="207"/>
          <ac:spMkLst>
            <pc:docMk/>
            <pc:sldMk cId="0" sldId="498"/>
            <ac:spMk id="28675" creationId="{166E4C42-1712-7635-2B15-A5ECFEE7E461}"/>
          </ac:spMkLst>
        </pc:spChg>
        <pc:picChg chg="mod">
          <ac:chgData name="Lim Wen-I" userId="4f6c7eb3-5643-4e91-aeb7-39086a2dad27" providerId="ADAL" clId="{FFE6550E-F5D3-427C-9285-C53C3EB95A7C}" dt="2025-11-30T15:22:07.169" v="1468" actId="1076"/>
          <ac:picMkLst>
            <pc:docMk/>
            <pc:sldMk cId="0" sldId="498"/>
            <ac:picMk id="4" creationId="{250A866F-7AA5-4881-A97C-80BA6C8C086E}"/>
          </ac:picMkLst>
        </pc:picChg>
      </pc:sldChg>
      <pc:sldChg chg="del mod modShow">
        <pc:chgData name="Lim Wen-I" userId="4f6c7eb3-5643-4e91-aeb7-39086a2dad27" providerId="ADAL" clId="{FFE6550E-F5D3-427C-9285-C53C3EB95A7C}" dt="2025-11-30T15:22:39.266" v="1469" actId="47"/>
        <pc:sldMkLst>
          <pc:docMk/>
          <pc:sldMk cId="0" sldId="499"/>
        </pc:sldMkLst>
      </pc:sldChg>
      <pc:sldChg chg="add del">
        <pc:chgData name="Lim Wen-I" userId="4f6c7eb3-5643-4e91-aeb7-39086a2dad27" providerId="ADAL" clId="{FFE6550E-F5D3-427C-9285-C53C3EB95A7C}" dt="2025-11-30T11:03:36.480" v="1200" actId="47"/>
        <pc:sldMkLst>
          <pc:docMk/>
          <pc:sldMk cId="0" sldId="520"/>
        </pc:sldMkLst>
      </pc:sldChg>
      <pc:sldChg chg="modSp mod">
        <pc:chgData name="Lim Wen-I" userId="4f6c7eb3-5643-4e91-aeb7-39086a2dad27" providerId="ADAL" clId="{FFE6550E-F5D3-427C-9285-C53C3EB95A7C}" dt="2025-11-30T06:53:28.666" v="653" actId="14100"/>
        <pc:sldMkLst>
          <pc:docMk/>
          <pc:sldMk cId="1648748251" sldId="521"/>
        </pc:sldMkLst>
        <pc:spChg chg="mod">
          <ac:chgData name="Lim Wen-I" userId="4f6c7eb3-5643-4e91-aeb7-39086a2dad27" providerId="ADAL" clId="{FFE6550E-F5D3-427C-9285-C53C3EB95A7C}" dt="2025-11-30T06:53:28.666" v="653" actId="14100"/>
          <ac:spMkLst>
            <pc:docMk/>
            <pc:sldMk cId="1648748251" sldId="521"/>
            <ac:spMk id="3075" creationId="{2C5446E8-846C-5CCB-9E1E-94FB5EF8CE0B}"/>
          </ac:spMkLst>
        </pc:spChg>
      </pc:sldChg>
      <pc:sldChg chg="modSp mod">
        <pc:chgData name="Lim Wen-I" userId="4f6c7eb3-5643-4e91-aeb7-39086a2dad27" providerId="ADAL" clId="{FFE6550E-F5D3-427C-9285-C53C3EB95A7C}" dt="2025-11-30T15:33:41.439" v="1551" actId="14100"/>
        <pc:sldMkLst>
          <pc:docMk/>
          <pc:sldMk cId="2314900079" sldId="522"/>
        </pc:sldMkLst>
        <pc:picChg chg="mod">
          <ac:chgData name="Lim Wen-I" userId="4f6c7eb3-5643-4e91-aeb7-39086a2dad27" providerId="ADAL" clId="{FFE6550E-F5D3-427C-9285-C53C3EB95A7C}" dt="2025-11-30T15:33:41.439" v="1551" actId="14100"/>
          <ac:picMkLst>
            <pc:docMk/>
            <pc:sldMk cId="2314900079" sldId="522"/>
            <ac:picMk id="7" creationId="{AC1373B3-251E-4E17-8948-280ABB839206}"/>
          </ac:picMkLst>
        </pc:picChg>
      </pc:sldChg>
      <pc:sldChg chg="modSp mod">
        <pc:chgData name="Lim Wen-I" userId="4f6c7eb3-5643-4e91-aeb7-39086a2dad27" providerId="ADAL" clId="{FFE6550E-F5D3-427C-9285-C53C3EB95A7C}" dt="2025-11-30T15:35:18.805" v="1556" actId="1036"/>
        <pc:sldMkLst>
          <pc:docMk/>
          <pc:sldMk cId="2281632224" sldId="523"/>
        </pc:sldMkLst>
        <pc:picChg chg="mod">
          <ac:chgData name="Lim Wen-I" userId="4f6c7eb3-5643-4e91-aeb7-39086a2dad27" providerId="ADAL" clId="{FFE6550E-F5D3-427C-9285-C53C3EB95A7C}" dt="2025-11-30T15:35:18.805" v="1556" actId="1036"/>
          <ac:picMkLst>
            <pc:docMk/>
            <pc:sldMk cId="2281632224" sldId="523"/>
            <ac:picMk id="6" creationId="{CD240B90-9343-4CB5-AC67-5FBB2FE97D11}"/>
          </ac:picMkLst>
        </pc:picChg>
      </pc:sldChg>
      <pc:sldChg chg="mod ord modShow">
        <pc:chgData name="Lim Wen-I" userId="4f6c7eb3-5643-4e91-aeb7-39086a2dad27" providerId="ADAL" clId="{FFE6550E-F5D3-427C-9285-C53C3EB95A7C}" dt="2025-11-30T06:40:05.889" v="564"/>
        <pc:sldMkLst>
          <pc:docMk/>
          <pc:sldMk cId="472422824" sldId="524"/>
        </pc:sldMkLst>
      </pc:sldChg>
      <pc:sldChg chg="modSp add del mod modNotesTx">
        <pc:chgData name="Lim Wen-I" userId="4f6c7eb3-5643-4e91-aeb7-39086a2dad27" providerId="ADAL" clId="{FFE6550E-F5D3-427C-9285-C53C3EB95A7C}" dt="2025-11-30T01:04:52.231" v="418" actId="47"/>
        <pc:sldMkLst>
          <pc:docMk/>
          <pc:sldMk cId="3925328818" sldId="525"/>
        </pc:sldMkLst>
        <pc:spChg chg="mod">
          <ac:chgData name="Lim Wen-I" userId="4f6c7eb3-5643-4e91-aeb7-39086a2dad27" providerId="ADAL" clId="{FFE6550E-F5D3-427C-9285-C53C3EB95A7C}" dt="2025-11-30T01:02:52.499" v="410" actId="21"/>
          <ac:spMkLst>
            <pc:docMk/>
            <pc:sldMk cId="3925328818" sldId="525"/>
            <ac:spMk id="3" creationId="{00000000-0000-0000-0000-000000000000}"/>
          </ac:spMkLst>
        </pc:spChg>
      </pc:sldChg>
      <pc:sldChg chg="addSp delSp modSp add mod modAnim modNotesTx">
        <pc:chgData name="Lim Wen-I" userId="4f6c7eb3-5643-4e91-aeb7-39086a2dad27" providerId="ADAL" clId="{FFE6550E-F5D3-427C-9285-C53C3EB95A7C}" dt="2025-11-30T10:42:45.019" v="1139" actId="1036"/>
        <pc:sldMkLst>
          <pc:docMk/>
          <pc:sldMk cId="4278877230" sldId="525"/>
        </pc:sldMkLst>
        <pc:spChg chg="add">
          <ac:chgData name="Lim Wen-I" userId="4f6c7eb3-5643-4e91-aeb7-39086a2dad27" providerId="ADAL" clId="{FFE6550E-F5D3-427C-9285-C53C3EB95A7C}" dt="2025-11-30T07:31:17.365" v="987"/>
          <ac:spMkLst>
            <pc:docMk/>
            <pc:sldMk cId="4278877230" sldId="525"/>
            <ac:spMk id="2" creationId="{4D15B6B2-DD19-285E-5272-46329DD23002}"/>
          </ac:spMkLst>
        </pc:spChg>
        <pc:spChg chg="add del mod">
          <ac:chgData name="Lim Wen-I" userId="4f6c7eb3-5643-4e91-aeb7-39086a2dad27" providerId="ADAL" clId="{FFE6550E-F5D3-427C-9285-C53C3EB95A7C}" dt="2025-11-30T07:35:13.995" v="1016"/>
          <ac:spMkLst>
            <pc:docMk/>
            <pc:sldMk cId="4278877230" sldId="525"/>
            <ac:spMk id="4" creationId="{D376A9E4-266F-539E-3B87-441FAF143435}"/>
          </ac:spMkLst>
        </pc:spChg>
        <pc:spChg chg="add del mod">
          <ac:chgData name="Lim Wen-I" userId="4f6c7eb3-5643-4e91-aeb7-39086a2dad27" providerId="ADAL" clId="{FFE6550E-F5D3-427C-9285-C53C3EB95A7C}" dt="2025-11-30T07:36:27.991" v="1024" actId="478"/>
          <ac:spMkLst>
            <pc:docMk/>
            <pc:sldMk cId="4278877230" sldId="525"/>
            <ac:spMk id="5" creationId="{D58030B0-1C00-233A-9A01-95DAEF1644D9}"/>
          </ac:spMkLst>
        </pc:spChg>
        <pc:spChg chg="mod">
          <ac:chgData name="Lim Wen-I" userId="4f6c7eb3-5643-4e91-aeb7-39086a2dad27" providerId="ADAL" clId="{FFE6550E-F5D3-427C-9285-C53C3EB95A7C}" dt="2025-11-30T07:19:07.961" v="969" actId="20577"/>
          <ac:spMkLst>
            <pc:docMk/>
            <pc:sldMk cId="4278877230" sldId="525"/>
            <ac:spMk id="14338" creationId="{9F8B9C66-7BC7-19EF-9858-A5E98DB510D1}"/>
          </ac:spMkLst>
        </pc:spChg>
        <pc:spChg chg="mod">
          <ac:chgData name="Lim Wen-I" userId="4f6c7eb3-5643-4e91-aeb7-39086a2dad27" providerId="ADAL" clId="{FFE6550E-F5D3-427C-9285-C53C3EB95A7C}" dt="2025-11-30T10:38:43.151" v="1135" actId="20577"/>
          <ac:spMkLst>
            <pc:docMk/>
            <pc:sldMk cId="4278877230" sldId="525"/>
            <ac:spMk id="14339" creationId="{920D32B1-FEC3-9F83-4CE1-7972A0136BCA}"/>
          </ac:spMkLst>
        </pc:spChg>
        <pc:picChg chg="del">
          <ac:chgData name="Lim Wen-I" userId="4f6c7eb3-5643-4e91-aeb7-39086a2dad27" providerId="ADAL" clId="{FFE6550E-F5D3-427C-9285-C53C3EB95A7C}" dt="2025-11-30T07:23:25.598" v="972" actId="478"/>
          <ac:picMkLst>
            <pc:docMk/>
            <pc:sldMk cId="4278877230" sldId="525"/>
            <ac:picMk id="3" creationId="{13E184E2-6CA3-9C49-550C-FE94A56083E8}"/>
          </ac:picMkLst>
        </pc:picChg>
        <pc:picChg chg="add mod">
          <ac:chgData name="Lim Wen-I" userId="4f6c7eb3-5643-4e91-aeb7-39086a2dad27" providerId="ADAL" clId="{FFE6550E-F5D3-427C-9285-C53C3EB95A7C}" dt="2025-11-30T10:42:45.019" v="1139" actId="1036"/>
          <ac:picMkLst>
            <pc:docMk/>
            <pc:sldMk cId="4278877230" sldId="525"/>
            <ac:picMk id="6" creationId="{BE5B06A1-FA25-6F3F-7CDF-DB14FF5C6B91}"/>
          </ac:picMkLst>
        </pc:picChg>
      </pc:sldChg>
      <pc:sldChg chg="addSp delSp modSp add mod delAnim modAnim modNotesTx">
        <pc:chgData name="Lim Wen-I" userId="4f6c7eb3-5643-4e91-aeb7-39086a2dad27" providerId="ADAL" clId="{FFE6550E-F5D3-427C-9285-C53C3EB95A7C}" dt="2025-11-30T11:47:05.978" v="1384"/>
        <pc:sldMkLst>
          <pc:docMk/>
          <pc:sldMk cId="1420524099" sldId="526"/>
        </pc:sldMkLst>
        <pc:spChg chg="add del mod">
          <ac:chgData name="Lim Wen-I" userId="4f6c7eb3-5643-4e91-aeb7-39086a2dad27" providerId="ADAL" clId="{FFE6550E-F5D3-427C-9285-C53C3EB95A7C}" dt="2025-11-30T07:38:54.277" v="1046" actId="478"/>
          <ac:spMkLst>
            <pc:docMk/>
            <pc:sldMk cId="1420524099" sldId="526"/>
            <ac:spMk id="3" creationId="{465C337B-A880-6406-DE76-3C9BBD1B89FB}"/>
          </ac:spMkLst>
        </pc:spChg>
        <pc:spChg chg="mod">
          <ac:chgData name="Lim Wen-I" userId="4f6c7eb3-5643-4e91-aeb7-39086a2dad27" providerId="ADAL" clId="{FFE6550E-F5D3-427C-9285-C53C3EB95A7C}" dt="2025-11-30T11:46:53.178" v="1380" actId="1076"/>
          <ac:spMkLst>
            <pc:docMk/>
            <pc:sldMk cId="1420524099" sldId="526"/>
            <ac:spMk id="5" creationId="{D58030B0-1C00-233A-9A01-95DAEF1644D9}"/>
          </ac:spMkLst>
        </pc:spChg>
        <pc:spChg chg="mod">
          <ac:chgData name="Lim Wen-I" userId="4f6c7eb3-5643-4e91-aeb7-39086a2dad27" providerId="ADAL" clId="{FFE6550E-F5D3-427C-9285-C53C3EB95A7C}" dt="2025-11-30T07:38:47.396" v="1044" actId="20577"/>
          <ac:spMkLst>
            <pc:docMk/>
            <pc:sldMk cId="1420524099" sldId="526"/>
            <ac:spMk id="14338" creationId="{9F8B9C66-7BC7-19EF-9858-A5E98DB510D1}"/>
          </ac:spMkLst>
        </pc:spChg>
        <pc:spChg chg="del">
          <ac:chgData name="Lim Wen-I" userId="4f6c7eb3-5643-4e91-aeb7-39086a2dad27" providerId="ADAL" clId="{FFE6550E-F5D3-427C-9285-C53C3EB95A7C}" dt="2025-11-30T07:38:51.283" v="1045" actId="478"/>
          <ac:spMkLst>
            <pc:docMk/>
            <pc:sldMk cId="1420524099" sldId="526"/>
            <ac:spMk id="14339" creationId="{920D32B1-FEC3-9F83-4CE1-7972A0136BCA}"/>
          </ac:spMkLst>
        </pc:spChg>
        <pc:picChg chg="add del mod">
          <ac:chgData name="Lim Wen-I" userId="4f6c7eb3-5643-4e91-aeb7-39086a2dad27" providerId="ADAL" clId="{FFE6550E-F5D3-427C-9285-C53C3EB95A7C}" dt="2025-11-30T11:45:32.793" v="1376" actId="478"/>
          <ac:picMkLst>
            <pc:docMk/>
            <pc:sldMk cId="1420524099" sldId="526"/>
            <ac:picMk id="6" creationId="{E4328C3B-DED9-A0A4-5425-B16E7B6EA46F}"/>
          </ac:picMkLst>
        </pc:picChg>
        <pc:picChg chg="add mod">
          <ac:chgData name="Lim Wen-I" userId="4f6c7eb3-5643-4e91-aeb7-39086a2dad27" providerId="ADAL" clId="{FFE6550E-F5D3-427C-9285-C53C3EB95A7C}" dt="2025-11-30T11:47:00.952" v="1383" actId="1076"/>
          <ac:picMkLst>
            <pc:docMk/>
            <pc:sldMk cId="1420524099" sldId="526"/>
            <ac:picMk id="8" creationId="{7C0E0F70-F199-B6EF-F959-3002FF1DF388}"/>
          </ac:picMkLst>
        </pc:picChg>
      </pc:sldChg>
      <pc:sldChg chg="add del">
        <pc:chgData name="Lim Wen-I" userId="4f6c7eb3-5643-4e91-aeb7-39086a2dad27" providerId="ADAL" clId="{FFE6550E-F5D3-427C-9285-C53C3EB95A7C}" dt="2025-11-30T07:35:27.845" v="1017" actId="2696"/>
        <pc:sldMkLst>
          <pc:docMk/>
          <pc:sldMk cId="1552551057" sldId="526"/>
        </pc:sldMkLst>
      </pc:sldChg>
      <pc:sldChg chg="new del">
        <pc:chgData name="Lim Wen-I" userId="4f6c7eb3-5643-4e91-aeb7-39086a2dad27" providerId="ADAL" clId="{FFE6550E-F5D3-427C-9285-C53C3EB95A7C}" dt="2025-11-30T06:37:20.283" v="559" actId="47"/>
        <pc:sldMkLst>
          <pc:docMk/>
          <pc:sldMk cId="2658302156" sldId="526"/>
        </pc:sldMkLst>
      </pc:sldChg>
      <pc:sldChg chg="modSp new del mod">
        <pc:chgData name="Lim Wen-I" userId="4f6c7eb3-5643-4e91-aeb7-39086a2dad27" providerId="ADAL" clId="{FFE6550E-F5D3-427C-9285-C53C3EB95A7C}" dt="2025-11-30T00:55:53.979" v="397" actId="47"/>
        <pc:sldMkLst>
          <pc:docMk/>
          <pc:sldMk cId="3263979000" sldId="526"/>
        </pc:sldMkLst>
        <pc:spChg chg="mod">
          <ac:chgData name="Lim Wen-I" userId="4f6c7eb3-5643-4e91-aeb7-39086a2dad27" providerId="ADAL" clId="{FFE6550E-F5D3-427C-9285-C53C3EB95A7C}" dt="2025-11-30T00:45:32.590" v="384"/>
          <ac:spMkLst>
            <pc:docMk/>
            <pc:sldMk cId="3263979000" sldId="526"/>
            <ac:spMk id="3" creationId="{210BC341-0C33-D18E-1F4E-51585CA72523}"/>
          </ac:spMkLst>
        </pc:spChg>
      </pc:sldChg>
      <pc:sldChg chg="addSp delSp modSp add mod ord delAnim">
        <pc:chgData name="Lim Wen-I" userId="4f6c7eb3-5643-4e91-aeb7-39086a2dad27" providerId="ADAL" clId="{FFE6550E-F5D3-427C-9285-C53C3EB95A7C}" dt="2025-11-30T15:26:58.259" v="1516" actId="20577"/>
        <pc:sldMkLst>
          <pc:docMk/>
          <pc:sldMk cId="143258410" sldId="527"/>
        </pc:sldMkLst>
        <pc:spChg chg="mod">
          <ac:chgData name="Lim Wen-I" userId="4f6c7eb3-5643-4e91-aeb7-39086a2dad27" providerId="ADAL" clId="{FFE6550E-F5D3-427C-9285-C53C3EB95A7C}" dt="2025-11-30T15:26:58.259" v="1516" actId="20577"/>
          <ac:spMkLst>
            <pc:docMk/>
            <pc:sldMk cId="143258410" sldId="527"/>
            <ac:spMk id="23554" creationId="{97F327FA-6B05-A993-90B6-7F7295D0CF3A}"/>
          </ac:spMkLst>
        </pc:spChg>
        <pc:spChg chg="del">
          <ac:chgData name="Lim Wen-I" userId="4f6c7eb3-5643-4e91-aeb7-39086a2dad27" providerId="ADAL" clId="{FFE6550E-F5D3-427C-9285-C53C3EB95A7C}" dt="2025-11-30T15:24:51.925" v="1501" actId="478"/>
          <ac:spMkLst>
            <pc:docMk/>
            <pc:sldMk cId="143258410" sldId="527"/>
            <ac:spMk id="23556" creationId="{32C742EC-0EFA-74FC-F7D7-53443C9F3A53}"/>
          </ac:spMkLst>
        </pc:spChg>
        <pc:picChg chg="add mod">
          <ac:chgData name="Lim Wen-I" userId="4f6c7eb3-5643-4e91-aeb7-39086a2dad27" providerId="ADAL" clId="{FFE6550E-F5D3-427C-9285-C53C3EB95A7C}" dt="2025-11-30T15:25:06.878" v="1507" actId="14100"/>
          <ac:picMkLst>
            <pc:docMk/>
            <pc:sldMk cId="143258410" sldId="527"/>
            <ac:picMk id="3" creationId="{4534A39C-ECA0-EA21-F54E-F1F2AB659CA6}"/>
          </ac:picMkLst>
        </pc:picChg>
        <pc:picChg chg="del">
          <ac:chgData name="Lim Wen-I" userId="4f6c7eb3-5643-4e91-aeb7-39086a2dad27" providerId="ADAL" clId="{FFE6550E-F5D3-427C-9285-C53C3EB95A7C}" dt="2025-11-30T15:24:53.798" v="1502" actId="478"/>
          <ac:picMkLst>
            <pc:docMk/>
            <pc:sldMk cId="143258410" sldId="527"/>
            <ac:picMk id="4" creationId="{F6CE1040-9D73-5D05-9857-B3054E62E308}"/>
          </ac:picMkLst>
        </pc:picChg>
        <pc:picChg chg="del">
          <ac:chgData name="Lim Wen-I" userId="4f6c7eb3-5643-4e91-aeb7-39086a2dad27" providerId="ADAL" clId="{FFE6550E-F5D3-427C-9285-C53C3EB95A7C}" dt="2025-11-30T15:24:55.476" v="1503" actId="478"/>
          <ac:picMkLst>
            <pc:docMk/>
            <pc:sldMk cId="143258410" sldId="527"/>
            <ac:picMk id="7" creationId="{11BC4319-4596-7F7D-BBB9-B46012E265A9}"/>
          </ac:picMkLst>
        </pc:picChg>
      </pc:sldChg>
      <pc:sldChg chg="modSp add mod">
        <pc:chgData name="Lim Wen-I" userId="4f6c7eb3-5643-4e91-aeb7-39086a2dad27" providerId="ADAL" clId="{FFE6550E-F5D3-427C-9285-C53C3EB95A7C}" dt="2025-11-30T16:02:01.458" v="1637" actId="12"/>
        <pc:sldMkLst>
          <pc:docMk/>
          <pc:sldMk cId="2141634341" sldId="528"/>
        </pc:sldMkLst>
        <pc:spChg chg="mod">
          <ac:chgData name="Lim Wen-I" userId="4f6c7eb3-5643-4e91-aeb7-39086a2dad27" providerId="ADAL" clId="{FFE6550E-F5D3-427C-9285-C53C3EB95A7C}" dt="2025-11-30T16:02:01.458" v="1637" actId="12"/>
          <ac:spMkLst>
            <pc:docMk/>
            <pc:sldMk cId="2141634341" sldId="528"/>
            <ac:spMk id="3" creationId="{2A92C4A9-19C6-4974-AA80-54922E71CFED}"/>
          </ac:spMkLst>
        </pc:spChg>
      </pc:sldChg>
    </pc:docChg>
  </pc:docChgLst>
  <pc:docChgLst>
    <pc:chgData name="Lim Wen-I" userId="4f6c7eb3-5643-4e91-aeb7-39086a2dad27" providerId="ADAL" clId="{4377D0C4-B1ED-4164-97B6-E272DBE49AC9}"/>
    <pc:docChg chg="undo custSel addSld delSld modSld sldOrd">
      <pc:chgData name="Lim Wen-I" userId="4f6c7eb3-5643-4e91-aeb7-39086a2dad27" providerId="ADAL" clId="{4377D0C4-B1ED-4164-97B6-E272DBE49AC9}" dt="2025-11-23T11:14:27.463" v="390" actId="20577"/>
      <pc:docMkLst>
        <pc:docMk/>
      </pc:docMkLst>
      <pc:sldChg chg="modSp mod">
        <pc:chgData name="Lim Wen-I" userId="4f6c7eb3-5643-4e91-aeb7-39086a2dad27" providerId="ADAL" clId="{4377D0C4-B1ED-4164-97B6-E272DBE49AC9}" dt="2025-11-23T10:30:48.754" v="29" actId="1035"/>
        <pc:sldMkLst>
          <pc:docMk/>
          <pc:sldMk cId="0" sldId="258"/>
        </pc:sldMkLst>
        <pc:spChg chg="mod">
          <ac:chgData name="Lim Wen-I" userId="4f6c7eb3-5643-4e91-aeb7-39086a2dad27" providerId="ADAL" clId="{4377D0C4-B1ED-4164-97B6-E272DBE49AC9}" dt="2025-11-23T10:30:48.754" v="29" actId="1035"/>
          <ac:spMkLst>
            <pc:docMk/>
            <pc:sldMk cId="0" sldId="258"/>
            <ac:spMk id="3" creationId="{00000000-0000-0000-0000-000000000000}"/>
          </ac:spMkLst>
        </pc:spChg>
      </pc:sldChg>
      <pc:sldChg chg="ord">
        <pc:chgData name="Lim Wen-I" userId="4f6c7eb3-5643-4e91-aeb7-39086a2dad27" providerId="ADAL" clId="{4377D0C4-B1ED-4164-97B6-E272DBE49AC9}" dt="2025-11-23T10:42:16.820" v="156"/>
        <pc:sldMkLst>
          <pc:docMk/>
          <pc:sldMk cId="3703663036" sldId="260"/>
        </pc:sldMkLst>
      </pc:sldChg>
      <pc:sldChg chg="modSp add del mod">
        <pc:chgData name="Lim Wen-I" userId="4f6c7eb3-5643-4e91-aeb7-39086a2dad27" providerId="ADAL" clId="{4377D0C4-B1ED-4164-97B6-E272DBE49AC9}" dt="2025-11-23T10:29:37.551" v="20"/>
        <pc:sldMkLst>
          <pc:docMk/>
          <pc:sldMk cId="0" sldId="264"/>
        </pc:sldMkLst>
        <pc:spChg chg="mod">
          <ac:chgData name="Lim Wen-I" userId="4f6c7eb3-5643-4e91-aeb7-39086a2dad27" providerId="ADAL" clId="{4377D0C4-B1ED-4164-97B6-E272DBE49AC9}" dt="2025-11-23T10:29:37.507" v="19"/>
          <ac:spMkLst>
            <pc:docMk/>
            <pc:sldMk cId="0" sldId="264"/>
            <ac:spMk id="3" creationId="{12B44861-EF81-6DBB-3A47-7D6E57CF65D6}"/>
          </ac:spMkLst>
        </pc:spChg>
        <pc:spChg chg="mod">
          <ac:chgData name="Lim Wen-I" userId="4f6c7eb3-5643-4e91-aeb7-39086a2dad27" providerId="ADAL" clId="{4377D0C4-B1ED-4164-97B6-E272DBE49AC9}" dt="2025-11-23T10:29:31.027" v="15"/>
          <ac:spMkLst>
            <pc:docMk/>
            <pc:sldMk cId="0" sldId="264"/>
            <ac:spMk id="4" creationId="{00504B8C-CF05-C4DB-BAAF-51756013D71C}"/>
          </ac:spMkLst>
        </pc:spChg>
        <pc:spChg chg="mod">
          <ac:chgData name="Lim Wen-I" userId="4f6c7eb3-5643-4e91-aeb7-39086a2dad27" providerId="ADAL" clId="{4377D0C4-B1ED-4164-97B6-E272DBE49AC9}" dt="2025-11-23T10:29:31.027" v="15"/>
          <ac:spMkLst>
            <pc:docMk/>
            <pc:sldMk cId="0" sldId="264"/>
            <ac:spMk id="20485" creationId="{5006FDE7-4C51-3FBA-21D4-E2CF2D579C85}"/>
          </ac:spMkLst>
        </pc:spChg>
      </pc:sldChg>
      <pc:sldChg chg="modSp">
        <pc:chgData name="Lim Wen-I" userId="4f6c7eb3-5643-4e91-aeb7-39086a2dad27" providerId="ADAL" clId="{4377D0C4-B1ED-4164-97B6-E272DBE49AC9}" dt="2025-11-23T10:39:32.654" v="128"/>
        <pc:sldMkLst>
          <pc:docMk/>
          <pc:sldMk cId="1394717175" sldId="289"/>
        </pc:sldMkLst>
        <pc:spChg chg="mod">
          <ac:chgData name="Lim Wen-I" userId="4f6c7eb3-5643-4e91-aeb7-39086a2dad27" providerId="ADAL" clId="{4377D0C4-B1ED-4164-97B6-E272DBE49AC9}" dt="2025-11-23T10:39:32.654" v="128"/>
          <ac:spMkLst>
            <pc:docMk/>
            <pc:sldMk cId="1394717175" sldId="289"/>
            <ac:spMk id="3" creationId="{00000000-0000-0000-0000-000000000000}"/>
          </ac:spMkLst>
        </pc:spChg>
      </pc:sldChg>
      <pc:sldChg chg="modSp add del mod">
        <pc:chgData name="Lim Wen-I" userId="4f6c7eb3-5643-4e91-aeb7-39086a2dad27" providerId="ADAL" clId="{4377D0C4-B1ED-4164-97B6-E272DBE49AC9}" dt="2025-11-23T10:29:37.551" v="20"/>
        <pc:sldMkLst>
          <pc:docMk/>
          <pc:sldMk cId="0" sldId="323"/>
        </pc:sldMkLst>
        <pc:spChg chg="mod">
          <ac:chgData name="Lim Wen-I" userId="4f6c7eb3-5643-4e91-aeb7-39086a2dad27" providerId="ADAL" clId="{4377D0C4-B1ED-4164-97B6-E272DBE49AC9}" dt="2025-11-23T10:29:37.507" v="19"/>
          <ac:spMkLst>
            <pc:docMk/>
            <pc:sldMk cId="0" sldId="323"/>
            <ac:spMk id="8194" creationId="{4702AA70-BA1D-3DDB-2260-DD339F11A2C6}"/>
          </ac:spMkLst>
        </pc:spChg>
      </pc:sldChg>
      <pc:sldChg chg="modSp mod">
        <pc:chgData name="Lim Wen-I" userId="4f6c7eb3-5643-4e91-aeb7-39086a2dad27" providerId="ADAL" clId="{4377D0C4-B1ED-4164-97B6-E272DBE49AC9}" dt="2025-11-23T10:45:06.055" v="176" actId="20577"/>
        <pc:sldMkLst>
          <pc:docMk/>
          <pc:sldMk cId="4236999331" sldId="333"/>
        </pc:sldMkLst>
        <pc:graphicFrameChg chg="mod modGraphic">
          <ac:chgData name="Lim Wen-I" userId="4f6c7eb3-5643-4e91-aeb7-39086a2dad27" providerId="ADAL" clId="{4377D0C4-B1ED-4164-97B6-E272DBE49AC9}" dt="2025-11-23T10:45:06.055" v="176" actId="20577"/>
          <ac:graphicFrameMkLst>
            <pc:docMk/>
            <pc:sldMk cId="4236999331" sldId="333"/>
            <ac:graphicFrameMk id="5" creationId="{44416569-ECF2-4A3C-8D8B-443E4276AEDF}"/>
          </ac:graphicFrameMkLst>
        </pc:graphicFrameChg>
      </pc:sldChg>
      <pc:sldChg chg="addSp modSp mod">
        <pc:chgData name="Lim Wen-I" userId="4f6c7eb3-5643-4e91-aeb7-39086a2dad27" providerId="ADAL" clId="{4377D0C4-B1ED-4164-97B6-E272DBE49AC9}" dt="2025-11-23T10:50:25.460" v="219" actId="1076"/>
        <pc:sldMkLst>
          <pc:docMk/>
          <pc:sldMk cId="0" sldId="473"/>
        </pc:sldMkLst>
        <pc:spChg chg="mod">
          <ac:chgData name="Lim Wen-I" userId="4f6c7eb3-5643-4e91-aeb7-39086a2dad27" providerId="ADAL" clId="{4377D0C4-B1ED-4164-97B6-E272DBE49AC9}" dt="2025-11-23T10:50:15.251" v="216"/>
          <ac:spMkLst>
            <pc:docMk/>
            <pc:sldMk cId="0" sldId="473"/>
            <ac:spMk id="3" creationId="{C595812D-3E96-1238-6105-56AADF8B08BF}"/>
          </ac:spMkLst>
        </pc:spChg>
        <pc:spChg chg="mod">
          <ac:chgData name="Lim Wen-I" userId="4f6c7eb3-5643-4e91-aeb7-39086a2dad27" providerId="ADAL" clId="{4377D0C4-B1ED-4164-97B6-E272DBE49AC9}" dt="2025-11-23T10:50:15.251" v="216"/>
          <ac:spMkLst>
            <pc:docMk/>
            <pc:sldMk cId="0" sldId="473"/>
            <ac:spMk id="4" creationId="{248B36F7-9FED-3A22-B742-1D242618D854}"/>
          </ac:spMkLst>
        </pc:spChg>
        <pc:spChg chg="mod">
          <ac:chgData name="Lim Wen-I" userId="4f6c7eb3-5643-4e91-aeb7-39086a2dad27" providerId="ADAL" clId="{4377D0C4-B1ED-4164-97B6-E272DBE49AC9}" dt="2025-11-23T10:50:15.251" v="216"/>
          <ac:spMkLst>
            <pc:docMk/>
            <pc:sldMk cId="0" sldId="473"/>
            <ac:spMk id="5" creationId="{D8D491FA-F11D-C556-A8BC-05B6FCB18A30}"/>
          </ac:spMkLst>
        </pc:spChg>
        <pc:spChg chg="mod">
          <ac:chgData name="Lim Wen-I" userId="4f6c7eb3-5643-4e91-aeb7-39086a2dad27" providerId="ADAL" clId="{4377D0C4-B1ED-4164-97B6-E272DBE49AC9}" dt="2025-11-23T10:50:15.251" v="216"/>
          <ac:spMkLst>
            <pc:docMk/>
            <pc:sldMk cId="0" sldId="473"/>
            <ac:spMk id="6" creationId="{C4A5A59A-43A7-0B77-BC4F-C0FB10D61B7E}"/>
          </ac:spMkLst>
        </pc:spChg>
        <pc:spChg chg="mod">
          <ac:chgData name="Lim Wen-I" userId="4f6c7eb3-5643-4e91-aeb7-39086a2dad27" providerId="ADAL" clId="{4377D0C4-B1ED-4164-97B6-E272DBE49AC9}" dt="2025-11-23T10:50:15.251" v="216"/>
          <ac:spMkLst>
            <pc:docMk/>
            <pc:sldMk cId="0" sldId="473"/>
            <ac:spMk id="7" creationId="{C5C1394B-1AE9-CEDC-A0D8-C5E68FAA9D38}"/>
          </ac:spMkLst>
        </pc:spChg>
        <pc:spChg chg="mod">
          <ac:chgData name="Lim Wen-I" userId="4f6c7eb3-5643-4e91-aeb7-39086a2dad27" providerId="ADAL" clId="{4377D0C4-B1ED-4164-97B6-E272DBE49AC9}" dt="2025-11-23T10:49:10.424" v="199"/>
          <ac:spMkLst>
            <pc:docMk/>
            <pc:sldMk cId="0" sldId="473"/>
            <ac:spMk id="4098" creationId="{F7352B55-B98C-AF72-D8C5-B31A18293EAE}"/>
          </ac:spMkLst>
        </pc:spChg>
        <pc:spChg chg="mod">
          <ac:chgData name="Lim Wen-I" userId="4f6c7eb3-5643-4e91-aeb7-39086a2dad27" providerId="ADAL" clId="{4377D0C4-B1ED-4164-97B6-E272DBE49AC9}" dt="2025-11-23T10:50:04.637" v="215" actId="20577"/>
          <ac:spMkLst>
            <pc:docMk/>
            <pc:sldMk cId="0" sldId="473"/>
            <ac:spMk id="4099" creationId="{48306705-B6AE-7503-3B75-9F4B598D215D}"/>
          </ac:spMkLst>
        </pc:spChg>
        <pc:grpChg chg="add mod">
          <ac:chgData name="Lim Wen-I" userId="4f6c7eb3-5643-4e91-aeb7-39086a2dad27" providerId="ADAL" clId="{4377D0C4-B1ED-4164-97B6-E272DBE49AC9}" dt="2025-11-23T10:50:25.460" v="219" actId="1076"/>
          <ac:grpSpMkLst>
            <pc:docMk/>
            <pc:sldMk cId="0" sldId="473"/>
            <ac:grpSpMk id="2" creationId="{A522B768-7C4A-86B9-999B-5D9FA99E18D3}"/>
          </ac:grpSpMkLst>
        </pc:grpChg>
      </pc:sldChg>
      <pc:sldChg chg="modSp mod ord">
        <pc:chgData name="Lim Wen-I" userId="4f6c7eb3-5643-4e91-aeb7-39086a2dad27" providerId="ADAL" clId="{4377D0C4-B1ED-4164-97B6-E272DBE49AC9}" dt="2025-11-23T10:57:23.024" v="237"/>
        <pc:sldMkLst>
          <pc:docMk/>
          <pc:sldMk cId="0" sldId="475"/>
        </pc:sldMkLst>
        <pc:spChg chg="mod">
          <ac:chgData name="Lim Wen-I" userId="4f6c7eb3-5643-4e91-aeb7-39086a2dad27" providerId="ADAL" clId="{4377D0C4-B1ED-4164-97B6-E272DBE49AC9}" dt="2025-11-23T10:53:52.130" v="232" actId="20577"/>
          <ac:spMkLst>
            <pc:docMk/>
            <pc:sldMk cId="0" sldId="475"/>
            <ac:spMk id="6146" creationId="{07DDBED7-A86F-420E-ACC5-3D20B3DFFC77}"/>
          </ac:spMkLst>
        </pc:spChg>
        <pc:spChg chg="mod">
          <ac:chgData name="Lim Wen-I" userId="4f6c7eb3-5643-4e91-aeb7-39086a2dad27" providerId="ADAL" clId="{4377D0C4-B1ED-4164-97B6-E272DBE49AC9}" dt="2025-11-23T10:57:23.024" v="237"/>
          <ac:spMkLst>
            <pc:docMk/>
            <pc:sldMk cId="0" sldId="475"/>
            <ac:spMk id="6147" creationId="{0E65318F-542F-9FE4-C52A-862570609C7C}"/>
          </ac:spMkLst>
        </pc:spChg>
      </pc:sldChg>
      <pc:sldChg chg="modSp mod">
        <pc:chgData name="Lim Wen-I" userId="4f6c7eb3-5643-4e91-aeb7-39086a2dad27" providerId="ADAL" clId="{4377D0C4-B1ED-4164-97B6-E272DBE49AC9}" dt="2025-11-23T10:46:56.486" v="189" actId="115"/>
        <pc:sldMkLst>
          <pc:docMk/>
          <pc:sldMk cId="0" sldId="482"/>
        </pc:sldMkLst>
        <pc:spChg chg="mod">
          <ac:chgData name="Lim Wen-I" userId="4f6c7eb3-5643-4e91-aeb7-39086a2dad27" providerId="ADAL" clId="{4377D0C4-B1ED-4164-97B6-E272DBE49AC9}" dt="2025-11-23T10:46:56.486" v="189" actId="115"/>
          <ac:spMkLst>
            <pc:docMk/>
            <pc:sldMk cId="0" sldId="482"/>
            <ac:spMk id="9218" creationId="{24F10BE3-C1F7-AE02-5472-EDDA65B25FF9}"/>
          </ac:spMkLst>
        </pc:spChg>
        <pc:spChg chg="mod">
          <ac:chgData name="Lim Wen-I" userId="4f6c7eb3-5643-4e91-aeb7-39086a2dad27" providerId="ADAL" clId="{4377D0C4-B1ED-4164-97B6-E272DBE49AC9}" dt="2025-11-23T10:46:16.379" v="185" actId="6549"/>
          <ac:spMkLst>
            <pc:docMk/>
            <pc:sldMk cId="0" sldId="482"/>
            <ac:spMk id="9219" creationId="{3AD6AE58-44A2-147D-75BF-952F0F18846A}"/>
          </ac:spMkLst>
        </pc:spChg>
      </pc:sldChg>
      <pc:sldChg chg="modSp mod">
        <pc:chgData name="Lim Wen-I" userId="4f6c7eb3-5643-4e91-aeb7-39086a2dad27" providerId="ADAL" clId="{4377D0C4-B1ED-4164-97B6-E272DBE49AC9}" dt="2025-11-23T10:46:46.920" v="188" actId="115"/>
        <pc:sldMkLst>
          <pc:docMk/>
          <pc:sldMk cId="0" sldId="483"/>
        </pc:sldMkLst>
        <pc:spChg chg="mod">
          <ac:chgData name="Lim Wen-I" userId="4f6c7eb3-5643-4e91-aeb7-39086a2dad27" providerId="ADAL" clId="{4377D0C4-B1ED-4164-97B6-E272DBE49AC9}" dt="2025-11-23T10:46:46.920" v="188" actId="115"/>
          <ac:spMkLst>
            <pc:docMk/>
            <pc:sldMk cId="0" sldId="483"/>
            <ac:spMk id="10242" creationId="{6B9C6B21-EC95-A33A-94C1-31C4E8B41846}"/>
          </ac:spMkLst>
        </pc:spChg>
      </pc:sldChg>
      <pc:sldChg chg="addSp modSp mod">
        <pc:chgData name="Lim Wen-I" userId="4f6c7eb3-5643-4e91-aeb7-39086a2dad27" providerId="ADAL" clId="{4377D0C4-B1ED-4164-97B6-E272DBE49AC9}" dt="2025-11-23T11:12:35.061" v="388" actId="1035"/>
        <pc:sldMkLst>
          <pc:docMk/>
          <pc:sldMk cId="0" sldId="485"/>
        </pc:sldMkLst>
        <pc:spChg chg="mod">
          <ac:chgData name="Lim Wen-I" userId="4f6c7eb3-5643-4e91-aeb7-39086a2dad27" providerId="ADAL" clId="{4377D0C4-B1ED-4164-97B6-E272DBE49AC9}" dt="2025-11-23T11:09:05.214" v="344" actId="20577"/>
          <ac:spMkLst>
            <pc:docMk/>
            <pc:sldMk cId="0" sldId="485"/>
            <ac:spMk id="14338" creationId="{9F8B9C66-7BC7-19EF-9858-A5E98DB510D1}"/>
          </ac:spMkLst>
        </pc:spChg>
        <pc:spChg chg="mod">
          <ac:chgData name="Lim Wen-I" userId="4f6c7eb3-5643-4e91-aeb7-39086a2dad27" providerId="ADAL" clId="{4377D0C4-B1ED-4164-97B6-E272DBE49AC9}" dt="2025-11-23T11:12:19.368" v="358" actId="20577"/>
          <ac:spMkLst>
            <pc:docMk/>
            <pc:sldMk cId="0" sldId="485"/>
            <ac:spMk id="14339" creationId="{920D32B1-FEC3-9F83-4CE1-7972A0136BCA}"/>
          </ac:spMkLst>
        </pc:spChg>
      </pc:sldChg>
      <pc:sldChg chg="addSp delSp modSp mod">
        <pc:chgData name="Lim Wen-I" userId="4f6c7eb3-5643-4e91-aeb7-39086a2dad27" providerId="ADAL" clId="{4377D0C4-B1ED-4164-97B6-E272DBE49AC9}" dt="2025-11-23T11:09:09.959" v="347" actId="20577"/>
        <pc:sldMkLst>
          <pc:docMk/>
          <pc:sldMk cId="0" sldId="486"/>
        </pc:sldMkLst>
        <pc:spChg chg="mod">
          <ac:chgData name="Lim Wen-I" userId="4f6c7eb3-5643-4e91-aeb7-39086a2dad27" providerId="ADAL" clId="{4377D0C4-B1ED-4164-97B6-E272DBE49AC9}" dt="2025-11-23T11:09:09.959" v="347" actId="20577"/>
          <ac:spMkLst>
            <pc:docMk/>
            <pc:sldMk cId="0" sldId="486"/>
            <ac:spMk id="13314" creationId="{604D0426-5D66-4C42-D187-EA8A0982FEFE}"/>
          </ac:spMkLst>
        </pc:spChg>
        <pc:spChg chg="mod">
          <ac:chgData name="Lim Wen-I" userId="4f6c7eb3-5643-4e91-aeb7-39086a2dad27" providerId="ADAL" clId="{4377D0C4-B1ED-4164-97B6-E272DBE49AC9}" dt="2025-11-23T11:03:56.307" v="328" actId="255"/>
          <ac:spMkLst>
            <pc:docMk/>
            <pc:sldMk cId="0" sldId="486"/>
            <ac:spMk id="13315" creationId="{43B77976-DC12-05F2-EFA9-826083A975D8}"/>
          </ac:spMkLst>
        </pc:spChg>
        <pc:picChg chg="add mod">
          <ac:chgData name="Lim Wen-I" userId="4f6c7eb3-5643-4e91-aeb7-39086a2dad27" providerId="ADAL" clId="{4377D0C4-B1ED-4164-97B6-E272DBE49AC9}" dt="2025-11-23T11:08:29.492" v="332" actId="1076"/>
          <ac:picMkLst>
            <pc:docMk/>
            <pc:sldMk cId="0" sldId="486"/>
            <ac:picMk id="3" creationId="{EE419C5F-B881-0F3B-73CF-2AF046136DF1}"/>
          </ac:picMkLst>
        </pc:picChg>
        <pc:picChg chg="add mod">
          <ac:chgData name="Lim Wen-I" userId="4f6c7eb3-5643-4e91-aeb7-39086a2dad27" providerId="ADAL" clId="{4377D0C4-B1ED-4164-97B6-E272DBE49AC9}" dt="2025-11-23T11:08:44.211" v="334" actId="1076"/>
          <ac:picMkLst>
            <pc:docMk/>
            <pc:sldMk cId="0" sldId="486"/>
            <ac:picMk id="5" creationId="{4AB46ADD-C512-2B3C-309C-1887815F7CBE}"/>
          </ac:picMkLst>
        </pc:picChg>
      </pc:sldChg>
      <pc:sldChg chg="modSp mod">
        <pc:chgData name="Lim Wen-I" userId="4f6c7eb3-5643-4e91-aeb7-39086a2dad27" providerId="ADAL" clId="{4377D0C4-B1ED-4164-97B6-E272DBE49AC9}" dt="2025-11-23T10:40:59.709" v="150"/>
        <pc:sldMkLst>
          <pc:docMk/>
          <pc:sldMk cId="1648748251" sldId="521"/>
        </pc:sldMkLst>
        <pc:spChg chg="mod">
          <ac:chgData name="Lim Wen-I" userId="4f6c7eb3-5643-4e91-aeb7-39086a2dad27" providerId="ADAL" clId="{4377D0C4-B1ED-4164-97B6-E272DBE49AC9}" dt="2025-11-23T10:40:09.419" v="140"/>
          <ac:spMkLst>
            <pc:docMk/>
            <pc:sldMk cId="1648748251" sldId="521"/>
            <ac:spMk id="3074" creationId="{085EA954-FFD7-A368-7EBF-551BDE7AF19A}"/>
          </ac:spMkLst>
        </pc:spChg>
        <pc:spChg chg="mod">
          <ac:chgData name="Lim Wen-I" userId="4f6c7eb3-5643-4e91-aeb7-39086a2dad27" providerId="ADAL" clId="{4377D0C4-B1ED-4164-97B6-E272DBE49AC9}" dt="2025-11-23T10:40:59.709" v="150"/>
          <ac:spMkLst>
            <pc:docMk/>
            <pc:sldMk cId="1648748251" sldId="521"/>
            <ac:spMk id="3075" creationId="{2C5446E8-846C-5CCB-9E1E-94FB5EF8CE0B}"/>
          </ac:spMkLst>
        </pc:spChg>
      </pc:sldChg>
      <pc:sldChg chg="add">
        <pc:chgData name="Lim Wen-I" userId="4f6c7eb3-5643-4e91-aeb7-39086a2dad27" providerId="ADAL" clId="{4377D0C4-B1ED-4164-97B6-E272DBE49AC9}" dt="2025-11-23T10:31:22.010" v="31" actId="2890"/>
        <pc:sldMkLst>
          <pc:docMk/>
          <pc:sldMk cId="472422824" sldId="5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28CBFCE7-7657-4415-A465-33A86A266380}" type="datetimeFigureOut">
              <a:rPr lang="en-MY" smtClean="0"/>
              <a:t>30/11/2025</a:t>
            </a:fld>
            <a:endParaRPr lang="en-MY"/>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8485F6F7-957E-4C94-86BE-8CF42DEF01BB}" type="slidenum">
              <a:rPr lang="en-MY" smtClean="0"/>
              <a:t>‹#›</a:t>
            </a:fld>
            <a:endParaRPr lang="en-MY"/>
          </a:p>
        </p:txBody>
      </p:sp>
    </p:spTree>
    <p:extLst>
      <p:ext uri="{BB962C8B-B14F-4D97-AF65-F5344CB8AC3E}">
        <p14:creationId xmlns:p14="http://schemas.microsoft.com/office/powerpoint/2010/main" val="427688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D7A80DA-1A5A-747C-C631-3BACB9B4F49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04B1C5F4-0DC5-AAE4-8B6D-1D578D6F333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7013" indent="-227013"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Types of Requirements:</a:t>
            </a:r>
            <a:endParaRPr lang="en-MY" dirty="0"/>
          </a:p>
          <a:p>
            <a:pPr>
              <a:buFont typeface="Arial" panose="020B0604020202020204" pitchFamily="34" charset="0"/>
              <a:buChar char="•"/>
            </a:pPr>
            <a:r>
              <a:rPr lang="en-MY" i="1" dirty="0"/>
              <a:t>Functional:</a:t>
            </a:r>
            <a:r>
              <a:rPr lang="en-MY" dirty="0"/>
              <a:t> What the system must do (features, processes).</a:t>
            </a:r>
          </a:p>
          <a:p>
            <a:pPr>
              <a:buFont typeface="Arial" panose="020B0604020202020204" pitchFamily="34" charset="0"/>
              <a:buChar char="•"/>
            </a:pPr>
            <a:r>
              <a:rPr lang="en-MY" i="1" dirty="0"/>
              <a:t>Non-functional:</a:t>
            </a:r>
            <a:r>
              <a:rPr lang="en-MY" dirty="0"/>
              <a:t> Performance, security, usability, reliability, scalability.</a:t>
            </a:r>
          </a:p>
          <a:p>
            <a:r>
              <a:rPr lang="en-MY" b="1" dirty="0"/>
              <a:t>Requirement Gathering Techniques:</a:t>
            </a:r>
            <a:r>
              <a:rPr lang="en-MY" dirty="0"/>
              <a:t> Interviews, observations, surveys, document analysis, JAD sessions, prototyping.</a:t>
            </a:r>
          </a:p>
          <a:p>
            <a:pPr marL="377190" marR="0" lvl="0" indent="-377190" algn="l" defTabSz="914400" rtl="0" eaLnBrk="1" fontAlgn="base" latinLnBrk="0" hangingPunct="1">
              <a:lnSpc>
                <a:spcPct val="100000"/>
              </a:lnSpc>
              <a:spcBef>
                <a:spcPct val="0"/>
              </a:spcBef>
              <a:spcAft>
                <a:spcPct val="0"/>
              </a:spcAft>
              <a:buClr>
                <a:srgbClr val="0070C0"/>
              </a:buClr>
              <a:buSzPct val="150000"/>
              <a:buFont typeface="Wingdings" pitchFamily="2" charset="2"/>
              <a:buChar char="§"/>
              <a:tabLst/>
              <a:defRPr/>
            </a:pPr>
            <a:endParaRPr kumimoji="0" lang="en-US" altLang="en-US" sz="1200" b="0" i="0" u="none" strike="noStrike" kern="1200" cap="none" spc="0" normalizeH="0" baseline="0" noProof="0" dirty="0">
              <a:ln>
                <a:noFill/>
              </a:ln>
              <a:solidFill>
                <a:prstClr val="black"/>
              </a:solidFill>
              <a:effectLst/>
              <a:uLnTx/>
              <a:uFillTx/>
              <a:latin typeface="Calibri"/>
              <a:ea typeface="+mn-ea"/>
              <a:cs typeface="+mn-cs"/>
            </a:endParaRPr>
          </a:p>
          <a:p>
            <a:endParaRPr lang="en-MY" dirty="0"/>
          </a:p>
        </p:txBody>
      </p:sp>
      <p:sp>
        <p:nvSpPr>
          <p:cNvPr id="4" name="Slide Number Placeholder 3"/>
          <p:cNvSpPr>
            <a:spLocks noGrp="1"/>
          </p:cNvSpPr>
          <p:nvPr>
            <p:ph type="sldNum" sz="quarter" idx="5"/>
          </p:nvPr>
        </p:nvSpPr>
        <p:spPr/>
        <p:txBody>
          <a:bodyPr/>
          <a:lstStyle/>
          <a:p>
            <a:fld id="{8485F6F7-957E-4C94-86BE-8CF42DEF01BB}" type="slidenum">
              <a:rPr lang="en-MY" smtClean="0"/>
              <a:t>2</a:t>
            </a:fld>
            <a:endParaRPr lang="en-MY"/>
          </a:p>
        </p:txBody>
      </p:sp>
    </p:spTree>
    <p:extLst>
      <p:ext uri="{BB962C8B-B14F-4D97-AF65-F5344CB8AC3E}">
        <p14:creationId xmlns:p14="http://schemas.microsoft.com/office/powerpoint/2010/main" val="715662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alibri"/>
                <a:ea typeface="+mn-ea"/>
                <a:cs typeface="+mn-cs"/>
              </a:rPr>
              <a:t>In this chapter, we will learn about object-oriented analysis, which is another way to document, analyze, and model the </a:t>
            </a:r>
            <a:r>
              <a:rPr lang="en-US" altLang="en-US" sz="1200" dirty="0">
                <a:solidFill>
                  <a:prstClr val="black"/>
                </a:solidFill>
              </a:rPr>
              <a:t>system requirements in</a:t>
            </a:r>
            <a:r>
              <a:rPr kumimoji="0" lang="en-US" altLang="en-US" sz="1200" b="0" i="0" u="none" strike="noStrike" kern="1200" cap="none" spc="0" normalizeH="0" baseline="0" noProof="0" dirty="0">
                <a:ln>
                  <a:noFill/>
                </a:ln>
                <a:solidFill>
                  <a:prstClr val="black"/>
                </a:solidFill>
                <a:effectLst/>
                <a:uLnTx/>
                <a:uFillTx/>
                <a:latin typeface="Calibri"/>
                <a:ea typeface="+mn-ea"/>
                <a:cs typeface="+mn-cs"/>
              </a:rPr>
              <a:t> information system.</a:t>
            </a:r>
          </a:p>
          <a:p>
            <a:endParaRPr lang="en-MY" dirty="0"/>
          </a:p>
        </p:txBody>
      </p:sp>
      <p:sp>
        <p:nvSpPr>
          <p:cNvPr id="4" name="Slide Number Placeholder 3"/>
          <p:cNvSpPr>
            <a:spLocks noGrp="1"/>
          </p:cNvSpPr>
          <p:nvPr>
            <p:ph type="sldNum" sz="quarter" idx="5"/>
          </p:nvPr>
        </p:nvSpPr>
        <p:spPr/>
        <p:txBody>
          <a:bodyPr/>
          <a:lstStyle/>
          <a:p>
            <a:fld id="{8485F6F7-957E-4C94-86BE-8CF42DEF01BB}" type="slidenum">
              <a:rPr lang="en-MY" smtClean="0"/>
              <a:t>3</a:t>
            </a:fld>
            <a:endParaRPr lang="en-MY"/>
          </a:p>
        </p:txBody>
      </p:sp>
    </p:spTree>
    <p:extLst>
      <p:ext uri="{BB962C8B-B14F-4D97-AF65-F5344CB8AC3E}">
        <p14:creationId xmlns:p14="http://schemas.microsoft.com/office/powerpoint/2010/main" val="1437364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p>
        </p:txBody>
      </p:sp>
      <p:sp>
        <p:nvSpPr>
          <p:cNvPr id="4" name="Slide Number Placeholder 3"/>
          <p:cNvSpPr>
            <a:spLocks noGrp="1"/>
          </p:cNvSpPr>
          <p:nvPr>
            <p:ph type="sldNum" sz="quarter" idx="5"/>
          </p:nvPr>
        </p:nvSpPr>
        <p:spPr/>
        <p:txBody>
          <a:bodyPr/>
          <a:lstStyle/>
          <a:p>
            <a:fld id="{92EE0F43-8ECE-4C97-82B9-8923150371CB}" type="slidenum">
              <a:rPr lang="en-MY" smtClean="0"/>
              <a:t>14</a:t>
            </a:fld>
            <a:endParaRPr lang="en-MY"/>
          </a:p>
        </p:txBody>
      </p:sp>
    </p:spTree>
    <p:extLst>
      <p:ext uri="{BB962C8B-B14F-4D97-AF65-F5344CB8AC3E}">
        <p14:creationId xmlns:p14="http://schemas.microsoft.com/office/powerpoint/2010/main" val="3807389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248"/>
              </a:spcBef>
            </a:pPr>
            <a:r>
              <a:rPr lang="en-MY" dirty="0">
                <a:solidFill>
                  <a:schemeClr val="tx1"/>
                </a:solidFill>
                <a:latin typeface="Tw Cen MT" panose="020B0602020104020603" pitchFamily="34" charset="0"/>
                <a:cs typeface="Times New Roman" panose="02020603050405020304" pitchFamily="18" charset="0"/>
              </a:rPr>
              <a:t>- An analyst can use the use case diagram to better understand the functionality of a system at very high level.</a:t>
            </a:r>
          </a:p>
          <a:p>
            <a:pPr algn="just">
              <a:spcBef>
                <a:spcPts val="248"/>
              </a:spcBef>
            </a:pPr>
            <a:r>
              <a:rPr lang="en-MY" dirty="0">
                <a:solidFill>
                  <a:schemeClr val="tx1"/>
                </a:solidFill>
                <a:latin typeface="Tw Cen MT" panose="020B0602020104020603" pitchFamily="34" charset="0"/>
                <a:cs typeface="Times New Roman" panose="02020603050405020304" pitchFamily="18" charset="0"/>
              </a:rPr>
              <a:t>- Typically, the use case diagram is drawn when the analyst is gathering and defining requirement for the system since it provides simple and straightforward way of communicating to the users exactly what the system will do.</a:t>
            </a:r>
          </a:p>
          <a:p>
            <a:endParaRPr lang="en-MY" dirty="0"/>
          </a:p>
        </p:txBody>
      </p:sp>
      <p:sp>
        <p:nvSpPr>
          <p:cNvPr id="4" name="Slide Number Placeholder 3"/>
          <p:cNvSpPr>
            <a:spLocks noGrp="1"/>
          </p:cNvSpPr>
          <p:nvPr>
            <p:ph type="sldNum" sz="quarter" idx="5"/>
          </p:nvPr>
        </p:nvSpPr>
        <p:spPr/>
        <p:txBody>
          <a:bodyPr/>
          <a:lstStyle/>
          <a:p>
            <a:fld id="{8485F6F7-957E-4C94-86BE-8CF42DEF01BB}" type="slidenum">
              <a:rPr lang="en-MY" smtClean="0"/>
              <a:t>15</a:t>
            </a:fld>
            <a:endParaRPr lang="en-MY"/>
          </a:p>
        </p:txBody>
      </p:sp>
    </p:spTree>
    <p:extLst>
      <p:ext uri="{BB962C8B-B14F-4D97-AF65-F5344CB8AC3E}">
        <p14:creationId xmlns:p14="http://schemas.microsoft.com/office/powerpoint/2010/main" val="4123374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4BB80D9-8568-0F2F-C4FB-A2E05676A756}"/>
              </a:ext>
            </a:extLst>
          </p:cNvPr>
          <p:cNvSpPr>
            <a:spLocks noGrp="1" noRot="1" noChangeAspect="1" noChangeArrowheads="1" noTextEdit="1"/>
          </p:cNvSpPr>
          <p:nvPr>
            <p:ph type="sldImg"/>
          </p:nvPr>
        </p:nvSpPr>
        <p:spPr>
          <a:xfrm>
            <a:off x="1250950" y="696913"/>
            <a:ext cx="4511675" cy="3486150"/>
          </a:xfrm>
          <a:ln/>
        </p:spPr>
      </p:sp>
      <p:sp>
        <p:nvSpPr>
          <p:cNvPr id="38915" name="Rectangle 3">
            <a:extLst>
              <a:ext uri="{FF2B5EF4-FFF2-40B4-BE49-F238E27FC236}">
                <a16:creationId xmlns:a16="http://schemas.microsoft.com/office/drawing/2014/main" id="{4E7F3AF5-7FC3-A842-33C4-9737A1DE6805}"/>
              </a:ext>
            </a:extLst>
          </p:cNvPr>
          <p:cNvSpPr>
            <a:spLocks noGrp="1" noChangeArrowheads="1"/>
          </p:cNvSpPr>
          <p:nvPr>
            <p:ph type="body" idx="1"/>
          </p:nvPr>
        </p:nvSpPr>
        <p:spPr>
          <a:xfrm>
            <a:off x="935038" y="4416425"/>
            <a:ext cx="5140325" cy="4183063"/>
          </a:xfrm>
          <a:noFill/>
        </p:spPr>
        <p:txBody>
          <a:bodyPr/>
          <a:lstStyle/>
          <a:p>
            <a:endParaRPr lang="en-US" altLang="en-US">
              <a:latin typeface="Times" panose="02020603050405020304" pitchFamily="18" charset="0"/>
            </a:endParaRPr>
          </a:p>
        </p:txBody>
      </p:sp>
    </p:spTree>
    <p:extLst>
      <p:ext uri="{BB962C8B-B14F-4D97-AF65-F5344CB8AC3E}">
        <p14:creationId xmlns:p14="http://schemas.microsoft.com/office/powerpoint/2010/main" val="3650548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19</a:t>
            </a:fld>
            <a:endParaRPr lang="en-MY"/>
          </a:p>
        </p:txBody>
      </p:sp>
    </p:spTree>
    <p:extLst>
      <p:ext uri="{BB962C8B-B14F-4D97-AF65-F5344CB8AC3E}">
        <p14:creationId xmlns:p14="http://schemas.microsoft.com/office/powerpoint/2010/main" val="1644725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20</a:t>
            </a:fld>
            <a:endParaRPr lang="en-MY"/>
          </a:p>
        </p:txBody>
      </p:sp>
    </p:spTree>
    <p:extLst>
      <p:ext uri="{BB962C8B-B14F-4D97-AF65-F5344CB8AC3E}">
        <p14:creationId xmlns:p14="http://schemas.microsoft.com/office/powerpoint/2010/main" val="2862980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AA164B-8678-62B4-5034-E4BA050A16EF}"/>
              </a:ext>
            </a:extLst>
          </p:cNvPr>
          <p:cNvSpPr>
            <a:spLocks noGrp="1" noRot="1" noChangeAspect="1" noChangeArrowheads="1" noTextEdit="1"/>
          </p:cNvSpPr>
          <p:nvPr>
            <p:ph type="sldImg"/>
          </p:nvPr>
        </p:nvSpPr>
        <p:spPr>
          <a:xfrm>
            <a:off x="1250950" y="696913"/>
            <a:ext cx="4511675" cy="3486150"/>
          </a:xfrm>
          <a:ln/>
        </p:spPr>
      </p:sp>
      <p:sp>
        <p:nvSpPr>
          <p:cNvPr id="39939" name="Rectangle 3">
            <a:extLst>
              <a:ext uri="{FF2B5EF4-FFF2-40B4-BE49-F238E27FC236}">
                <a16:creationId xmlns:a16="http://schemas.microsoft.com/office/drawing/2014/main" id="{93F9E5A8-30AE-7C1B-7DA0-9C8C661B4495}"/>
              </a:ext>
            </a:extLst>
          </p:cNvPr>
          <p:cNvSpPr>
            <a:spLocks noGrp="1" noChangeArrowheads="1"/>
          </p:cNvSpPr>
          <p:nvPr>
            <p:ph type="body" idx="1"/>
          </p:nvPr>
        </p:nvSpPr>
        <p:spPr>
          <a:xfrm>
            <a:off x="935038" y="4416425"/>
            <a:ext cx="5140325" cy="4183063"/>
          </a:xfrm>
          <a:noFill/>
        </p:spPr>
        <p:txBody>
          <a:bodyPr/>
          <a:lstStyle/>
          <a:p>
            <a:endParaRPr lang="en-US" altLang="en-US">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B4A91AF-CCCF-70AE-FDDD-185DEE01F657}"/>
              </a:ext>
            </a:extLst>
          </p:cNvPr>
          <p:cNvSpPr>
            <a:spLocks noGrp="1" noRot="1" noChangeAspect="1" noChangeArrowheads="1" noTextEdit="1"/>
          </p:cNvSpPr>
          <p:nvPr>
            <p:ph type="sldImg"/>
          </p:nvPr>
        </p:nvSpPr>
        <p:spPr>
          <a:xfrm>
            <a:off x="1249363" y="696913"/>
            <a:ext cx="4511675" cy="3486150"/>
          </a:xfrm>
          <a:ln/>
        </p:spPr>
      </p:sp>
      <p:sp>
        <p:nvSpPr>
          <p:cNvPr id="45059" name="Rectangle 3">
            <a:extLst>
              <a:ext uri="{FF2B5EF4-FFF2-40B4-BE49-F238E27FC236}">
                <a16:creationId xmlns:a16="http://schemas.microsoft.com/office/drawing/2014/main" id="{61678B35-6B52-A2A0-C860-1BCD7B4E9E2B}"/>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a:latin typeface="Times" panose="02020603050405020304" pitchFamily="18" charset="0"/>
              </a:rPr>
              <a:t>Actors</a:t>
            </a:r>
          </a:p>
          <a:p>
            <a:r>
              <a:rPr lang="en-US" altLang="en-US" sz="1400">
                <a:latin typeface="Times" panose="02020603050405020304" pitchFamily="18" charset="0"/>
              </a:rPr>
              <a:t>7) Does one person play several different roles?</a:t>
            </a:r>
          </a:p>
          <a:p>
            <a:pPr lvl="1">
              <a:buFontTx/>
              <a:buChar char="•"/>
            </a:pPr>
            <a:r>
              <a:rPr lang="en-US" altLang="en-US" sz="1400" u="sng">
                <a:latin typeface="Times" panose="02020603050405020304" pitchFamily="18" charset="0"/>
              </a:rPr>
              <a:t>May</a:t>
            </a:r>
            <a:r>
              <a:rPr lang="en-US" altLang="en-US" sz="1400">
                <a:latin typeface="Times" panose="02020603050405020304" pitchFamily="18" charset="0"/>
              </a:rPr>
              <a:t> have an actor for each role</a:t>
            </a:r>
          </a:p>
          <a:p>
            <a:r>
              <a:rPr lang="en-US" altLang="en-US" sz="1400">
                <a:latin typeface="Times" panose="02020603050405020304" pitchFamily="18" charset="0"/>
              </a:rPr>
              <a:t>8) Do several people play the same role?</a:t>
            </a:r>
          </a:p>
          <a:p>
            <a:pPr lvl="1">
              <a:buFontTx/>
              <a:buChar char="•"/>
            </a:pPr>
            <a:r>
              <a:rPr lang="en-US" altLang="en-US" sz="1400">
                <a:latin typeface="Times" panose="02020603050405020304" pitchFamily="18" charset="0"/>
              </a:rPr>
              <a:t>Only use one actor per role (no matter how many people play that role)</a:t>
            </a:r>
          </a:p>
          <a:p>
            <a:endParaRPr lang="en-US" altLang="en-US" sz="1400">
              <a:latin typeface="Times" panose="02020603050405020304" pitchFamily="18" charset="0"/>
            </a:endParaRPr>
          </a:p>
          <a:p>
            <a:pPr>
              <a:buFontTx/>
              <a:buChar char="•"/>
            </a:pPr>
            <a:r>
              <a:rPr lang="en-US" altLang="en-US" sz="1400">
                <a:latin typeface="Times" panose="02020603050405020304" pitchFamily="18" charset="0"/>
              </a:rPr>
              <a:t>Identifying actors is an </a:t>
            </a:r>
            <a:r>
              <a:rPr lang="en-US" altLang="en-US" sz="1400" b="1">
                <a:latin typeface="Times" panose="02020603050405020304" pitchFamily="18" charset="0"/>
              </a:rPr>
              <a:t>iterative</a:t>
            </a:r>
            <a:r>
              <a:rPr lang="en-US" altLang="en-US" sz="1400">
                <a:latin typeface="Times" panose="02020603050405020304" pitchFamily="18" charset="0"/>
              </a:rPr>
              <a:t> process</a:t>
            </a:r>
          </a:p>
          <a:p>
            <a:pPr>
              <a:buFontTx/>
              <a:buChar char="•"/>
            </a:pPr>
            <a:r>
              <a:rPr lang="en-US" altLang="en-US" sz="1400">
                <a:latin typeface="Times" panose="02020603050405020304" pitchFamily="18" charset="0"/>
              </a:rPr>
              <a:t>Defining </a:t>
            </a:r>
            <a:r>
              <a:rPr lang="en-US" altLang="en-US" sz="1400" b="1">
                <a:latin typeface="Times" panose="02020603050405020304" pitchFamily="18" charset="0"/>
              </a:rPr>
              <a:t>how</a:t>
            </a:r>
            <a:r>
              <a:rPr lang="en-US" altLang="en-US" sz="1400">
                <a:latin typeface="Times" panose="02020603050405020304" pitchFamily="18" charset="0"/>
              </a:rPr>
              <a:t> an actor interacts with the system may clarify whether there are duplicate actors or not</a:t>
            </a:r>
          </a:p>
          <a:p>
            <a:endParaRPr lang="en-US" altLang="en-US" sz="1400">
              <a:latin typeface="Times" panose="02020603050405020304" pitchFamily="18" charset="0"/>
            </a:endParaRPr>
          </a:p>
          <a:p>
            <a:endParaRPr lang="en-US" altLang="en-US" sz="1400">
              <a:latin typeface="Times"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29A35A8-A8BA-44D6-1637-DB05092933CA}"/>
              </a:ext>
            </a:extLst>
          </p:cNvPr>
          <p:cNvSpPr>
            <a:spLocks noGrp="1" noRot="1" noChangeAspect="1" noChangeArrowheads="1" noTextEdit="1"/>
          </p:cNvSpPr>
          <p:nvPr>
            <p:ph type="sldImg"/>
          </p:nvPr>
        </p:nvSpPr>
        <p:spPr>
          <a:xfrm>
            <a:off x="1249363" y="696913"/>
            <a:ext cx="4511675" cy="3486150"/>
          </a:xfrm>
          <a:ln/>
        </p:spPr>
      </p:sp>
      <p:sp>
        <p:nvSpPr>
          <p:cNvPr id="46083" name="Rectangle 3">
            <a:extLst>
              <a:ext uri="{FF2B5EF4-FFF2-40B4-BE49-F238E27FC236}">
                <a16:creationId xmlns:a16="http://schemas.microsoft.com/office/drawing/2014/main" id="{DB220BE6-9812-4277-EB69-B37974FECBF7}"/>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a:latin typeface="Times" panose="02020603050405020304" pitchFamily="18" charset="0"/>
              </a:rPr>
              <a:t>Actors</a:t>
            </a:r>
          </a:p>
          <a:p>
            <a:r>
              <a:rPr lang="en-US" altLang="en-US" sz="1400">
                <a:latin typeface="Times" panose="02020603050405020304" pitchFamily="18" charset="0"/>
              </a:rPr>
              <a:t>7) Does one person play several different roles?</a:t>
            </a:r>
          </a:p>
          <a:p>
            <a:pPr lvl="1">
              <a:buFontTx/>
              <a:buChar char="•"/>
            </a:pPr>
            <a:r>
              <a:rPr lang="en-US" altLang="en-US" sz="1400" u="sng">
                <a:latin typeface="Times" panose="02020603050405020304" pitchFamily="18" charset="0"/>
              </a:rPr>
              <a:t>May</a:t>
            </a:r>
            <a:r>
              <a:rPr lang="en-US" altLang="en-US" sz="1400">
                <a:latin typeface="Times" panose="02020603050405020304" pitchFamily="18" charset="0"/>
              </a:rPr>
              <a:t> have an actor for each role</a:t>
            </a:r>
          </a:p>
          <a:p>
            <a:r>
              <a:rPr lang="en-US" altLang="en-US" sz="1400">
                <a:latin typeface="Times" panose="02020603050405020304" pitchFamily="18" charset="0"/>
              </a:rPr>
              <a:t>8) Do several people play the same role?</a:t>
            </a:r>
          </a:p>
          <a:p>
            <a:pPr lvl="1">
              <a:buFontTx/>
              <a:buChar char="•"/>
            </a:pPr>
            <a:r>
              <a:rPr lang="en-US" altLang="en-US" sz="1400">
                <a:latin typeface="Times" panose="02020603050405020304" pitchFamily="18" charset="0"/>
              </a:rPr>
              <a:t>Only use one actor per role (no matter how many people play that role)</a:t>
            </a:r>
          </a:p>
          <a:p>
            <a:endParaRPr lang="en-US" altLang="en-US" sz="1400">
              <a:latin typeface="Times" panose="02020603050405020304" pitchFamily="18" charset="0"/>
            </a:endParaRPr>
          </a:p>
          <a:p>
            <a:pPr>
              <a:buFontTx/>
              <a:buChar char="•"/>
            </a:pPr>
            <a:r>
              <a:rPr lang="en-US" altLang="en-US" sz="1400">
                <a:latin typeface="Times" panose="02020603050405020304" pitchFamily="18" charset="0"/>
              </a:rPr>
              <a:t>Identifying actors is an </a:t>
            </a:r>
            <a:r>
              <a:rPr lang="en-US" altLang="en-US" sz="1400" b="1">
                <a:latin typeface="Times" panose="02020603050405020304" pitchFamily="18" charset="0"/>
              </a:rPr>
              <a:t>iterative</a:t>
            </a:r>
            <a:r>
              <a:rPr lang="en-US" altLang="en-US" sz="1400">
                <a:latin typeface="Times" panose="02020603050405020304" pitchFamily="18" charset="0"/>
              </a:rPr>
              <a:t> process</a:t>
            </a:r>
          </a:p>
          <a:p>
            <a:pPr>
              <a:buFontTx/>
              <a:buChar char="•"/>
            </a:pPr>
            <a:r>
              <a:rPr lang="en-US" altLang="en-US" sz="1400">
                <a:latin typeface="Times" panose="02020603050405020304" pitchFamily="18" charset="0"/>
              </a:rPr>
              <a:t>Defining </a:t>
            </a:r>
            <a:r>
              <a:rPr lang="en-US" altLang="en-US" sz="1400" b="1">
                <a:latin typeface="Times" panose="02020603050405020304" pitchFamily="18" charset="0"/>
              </a:rPr>
              <a:t>how</a:t>
            </a:r>
            <a:r>
              <a:rPr lang="en-US" altLang="en-US" sz="1400">
                <a:latin typeface="Times" panose="02020603050405020304" pitchFamily="18" charset="0"/>
              </a:rPr>
              <a:t> an actor interacts with the system may clarify whether there are duplicate actors or not</a:t>
            </a:r>
          </a:p>
          <a:p>
            <a:endParaRPr lang="en-US" altLang="en-US" sz="1400">
              <a:latin typeface="Times" panose="02020603050405020304" pitchFamily="18" charset="0"/>
            </a:endParaRPr>
          </a:p>
          <a:p>
            <a:endParaRPr lang="en-US" altLang="en-US" sz="1400">
              <a:latin typeface="Times"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70AA671-D508-74D2-C887-C604C1478B5C}"/>
              </a:ext>
            </a:extLst>
          </p:cNvPr>
          <p:cNvSpPr>
            <a:spLocks noGrp="1" noRot="1" noChangeAspect="1" noChangeArrowheads="1" noTextEdit="1"/>
          </p:cNvSpPr>
          <p:nvPr>
            <p:ph type="sldImg"/>
          </p:nvPr>
        </p:nvSpPr>
        <p:spPr>
          <a:xfrm>
            <a:off x="1250950" y="696913"/>
            <a:ext cx="4511675" cy="3486150"/>
          </a:xfrm>
          <a:ln/>
        </p:spPr>
      </p:sp>
      <p:sp>
        <p:nvSpPr>
          <p:cNvPr id="41987" name="Rectangle 3">
            <a:extLst>
              <a:ext uri="{FF2B5EF4-FFF2-40B4-BE49-F238E27FC236}">
                <a16:creationId xmlns:a16="http://schemas.microsoft.com/office/drawing/2014/main" id="{E0E02FC3-E180-23ED-F2F4-5C86D5FF560E}"/>
              </a:ext>
            </a:extLst>
          </p:cNvPr>
          <p:cNvSpPr>
            <a:spLocks noGrp="1" noChangeArrowheads="1"/>
          </p:cNvSpPr>
          <p:nvPr>
            <p:ph type="body" idx="1"/>
          </p:nvPr>
        </p:nvSpPr>
        <p:spPr>
          <a:xfrm>
            <a:off x="935038" y="4416425"/>
            <a:ext cx="5140325" cy="4183063"/>
          </a:xfrm>
          <a:noFill/>
        </p:spPr>
        <p:txBody>
          <a:bodyPr/>
          <a:lstStyle/>
          <a:p>
            <a:endParaRPr lang="en-US" altLang="en-US" dirty="0">
              <a:latin typeface="Times"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DB340C7-A52C-21E7-6117-EDA71CBB5EA2}"/>
              </a:ext>
            </a:extLst>
          </p:cNvPr>
          <p:cNvSpPr>
            <a:spLocks noGrp="1" noRot="1" noChangeAspect="1" noChangeArrowheads="1" noTextEdit="1"/>
          </p:cNvSpPr>
          <p:nvPr>
            <p:ph type="sldImg"/>
          </p:nvPr>
        </p:nvSpPr>
        <p:spPr>
          <a:xfrm>
            <a:off x="1250950" y="696913"/>
            <a:ext cx="4511675" cy="3486150"/>
          </a:xfrm>
          <a:ln/>
        </p:spPr>
      </p:sp>
      <p:sp>
        <p:nvSpPr>
          <p:cNvPr id="49155" name="Rectangle 3">
            <a:extLst>
              <a:ext uri="{FF2B5EF4-FFF2-40B4-BE49-F238E27FC236}">
                <a16:creationId xmlns:a16="http://schemas.microsoft.com/office/drawing/2014/main" id="{872A125B-F867-4BBE-8A6C-11A102F74B53}"/>
              </a:ext>
            </a:extLst>
          </p:cNvPr>
          <p:cNvSpPr>
            <a:spLocks noGrp="1" noChangeArrowheads="1"/>
          </p:cNvSpPr>
          <p:nvPr>
            <p:ph type="body" idx="1"/>
          </p:nvPr>
        </p:nvSpPr>
        <p:spPr>
          <a:xfrm>
            <a:off x="935038" y="4416425"/>
            <a:ext cx="5140325" cy="4183063"/>
          </a:xfrm>
          <a:noFill/>
        </p:spPr>
        <p:txBody>
          <a:bodyPr/>
          <a:lstStyle/>
          <a:p>
            <a:endParaRPr lang="en-US" altLang="en-US">
              <a:latin typeface="Times"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6B7349C-7EDE-6058-4300-48C7C0E78973}"/>
              </a:ext>
            </a:extLst>
          </p:cNvPr>
          <p:cNvSpPr>
            <a:spLocks noGrp="1" noRot="1" noChangeAspect="1" noChangeArrowheads="1" noTextEdit="1"/>
          </p:cNvSpPr>
          <p:nvPr>
            <p:ph type="sldImg"/>
          </p:nvPr>
        </p:nvSpPr>
        <p:spPr>
          <a:xfrm>
            <a:off x="1250950" y="696913"/>
            <a:ext cx="4511675" cy="3486150"/>
          </a:xfrm>
          <a:ln/>
        </p:spPr>
      </p:sp>
      <p:sp>
        <p:nvSpPr>
          <p:cNvPr id="50179" name="Rectangle 3">
            <a:extLst>
              <a:ext uri="{FF2B5EF4-FFF2-40B4-BE49-F238E27FC236}">
                <a16:creationId xmlns:a16="http://schemas.microsoft.com/office/drawing/2014/main" id="{4F330C09-EF78-B421-AB66-40FE8278920D}"/>
              </a:ext>
            </a:extLst>
          </p:cNvPr>
          <p:cNvSpPr>
            <a:spLocks noGrp="1" noChangeArrowheads="1"/>
          </p:cNvSpPr>
          <p:nvPr>
            <p:ph type="body" idx="1"/>
          </p:nvPr>
        </p:nvSpPr>
        <p:spPr>
          <a:xfrm>
            <a:off x="935038" y="4416425"/>
            <a:ext cx="5140325" cy="4183063"/>
          </a:xfrm>
          <a:noFill/>
        </p:spPr>
        <p:txBody>
          <a:bodyPr/>
          <a:lstStyle/>
          <a:p>
            <a:r>
              <a:rPr lang="en-GB" altLang="en-US" sz="3535" dirty="0"/>
              <a:t>Boundary</a:t>
            </a:r>
          </a:p>
          <a:p>
            <a:pPr lvl="1"/>
            <a:r>
              <a:rPr lang="en-GB" altLang="en-US" sz="3093" dirty="0"/>
              <a:t>A boundary rectangle is placed around the perimeter of the system to show how the actors communicate with the system</a:t>
            </a:r>
          </a:p>
          <a:p>
            <a:pPr lvl="1"/>
            <a:endParaRPr lang="en-GB" altLang="en-US" sz="3093" dirty="0"/>
          </a:p>
          <a:p>
            <a:r>
              <a:rPr lang="en-US" altLang="en-US" sz="3200" b="1" dirty="0">
                <a:latin typeface="Times" panose="02020603050405020304" pitchFamily="18" charset="0"/>
              </a:rPr>
              <a:t>System boundary:</a:t>
            </a:r>
            <a:r>
              <a:rPr lang="en-US" altLang="en-US" sz="3200" dirty="0">
                <a:latin typeface="Times" panose="02020603050405020304" pitchFamily="18" charset="0"/>
              </a:rPr>
              <a:t> A system boundary defines the scope of what a system will be. A system cannot have infinite functionality. So, it follows that use cases also need to have definitive limits defined. A system boundary of a use case diagram defines the limits of the system. The system boundary is shown as a rectangle spanning all the use cases in the system. </a:t>
            </a:r>
          </a:p>
          <a:p>
            <a:r>
              <a:rPr lang="en-US" altLang="en-US" sz="3200" dirty="0">
                <a:latin typeface="Times" panose="02020603050405020304" pitchFamily="18" charset="0"/>
              </a:rPr>
              <a:t>Other use cases in this lecture also show the system boundary of the clinic application. The use cases of this system are enclosed in a rectangle. Note that the actors in the system are outside the system boundary.</a:t>
            </a:r>
          </a:p>
          <a:p>
            <a:r>
              <a:rPr lang="en-US" altLang="en-US" sz="3200" dirty="0">
                <a:latin typeface="Times" panose="02020603050405020304" pitchFamily="18" charset="0"/>
              </a:rPr>
              <a:t>The system boundary is potentially the entire system as defined in the problem statement. But this is not always the case. For large and complex systems, each of the modules may be the system boundary. For example, for an ERP system for an organization, each of the modules such as personnel, payroll, accounting, and so forth, can form the system boundary for use cases specific to each of these business functions. The entire system can span all of these modules depicting the overall system boundary. </a:t>
            </a:r>
          </a:p>
          <a:p>
            <a:pPr lvl="1"/>
            <a:r>
              <a:rPr lang="en-GB" altLang="en-US" sz="3093" dirty="0"/>
              <a:t>.  </a:t>
            </a:r>
          </a:p>
          <a:p>
            <a:endParaRPr lang="en-US" altLang="en-US" dirty="0">
              <a:latin typeface="Times"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6B7349C-7EDE-6058-4300-48C7C0E78973}"/>
              </a:ext>
            </a:extLst>
          </p:cNvPr>
          <p:cNvSpPr>
            <a:spLocks noGrp="1" noRot="1" noChangeAspect="1" noChangeArrowheads="1" noTextEdit="1"/>
          </p:cNvSpPr>
          <p:nvPr>
            <p:ph type="sldImg"/>
          </p:nvPr>
        </p:nvSpPr>
        <p:spPr>
          <a:xfrm>
            <a:off x="1250950" y="696913"/>
            <a:ext cx="4511675" cy="3486150"/>
          </a:xfrm>
          <a:ln/>
        </p:spPr>
      </p:sp>
      <p:sp>
        <p:nvSpPr>
          <p:cNvPr id="50179" name="Rectangle 3">
            <a:extLst>
              <a:ext uri="{FF2B5EF4-FFF2-40B4-BE49-F238E27FC236}">
                <a16:creationId xmlns:a16="http://schemas.microsoft.com/office/drawing/2014/main" id="{4F330C09-EF78-B421-AB66-40FE8278920D}"/>
              </a:ext>
            </a:extLst>
          </p:cNvPr>
          <p:cNvSpPr>
            <a:spLocks noGrp="1" noChangeArrowheads="1"/>
          </p:cNvSpPr>
          <p:nvPr>
            <p:ph type="body" idx="1"/>
          </p:nvPr>
        </p:nvSpPr>
        <p:spPr>
          <a:xfrm>
            <a:off x="935038" y="4416425"/>
            <a:ext cx="5140325" cy="4183063"/>
          </a:xfrm>
          <a:noFill/>
        </p:spPr>
        <p:txBody>
          <a:bodyPr/>
          <a:lstStyle/>
          <a:p>
            <a:endParaRPr lang="en-US" altLang="en-US" dirty="0">
              <a:latin typeface="Times" panose="02020603050405020304" pitchFamily="18" charset="0"/>
            </a:endParaRPr>
          </a:p>
        </p:txBody>
      </p:sp>
    </p:spTree>
    <p:extLst>
      <p:ext uri="{BB962C8B-B14F-4D97-AF65-F5344CB8AC3E}">
        <p14:creationId xmlns:p14="http://schemas.microsoft.com/office/powerpoint/2010/main" val="878747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6B7349C-7EDE-6058-4300-48C7C0E78973}"/>
              </a:ext>
            </a:extLst>
          </p:cNvPr>
          <p:cNvSpPr>
            <a:spLocks noGrp="1" noRot="1" noChangeAspect="1" noChangeArrowheads="1" noTextEdit="1"/>
          </p:cNvSpPr>
          <p:nvPr>
            <p:ph type="sldImg"/>
          </p:nvPr>
        </p:nvSpPr>
        <p:spPr>
          <a:xfrm>
            <a:off x="1250950" y="696913"/>
            <a:ext cx="4511675" cy="3486150"/>
          </a:xfrm>
          <a:ln/>
        </p:spPr>
      </p:sp>
      <p:sp>
        <p:nvSpPr>
          <p:cNvPr id="50179" name="Rectangle 3">
            <a:extLst>
              <a:ext uri="{FF2B5EF4-FFF2-40B4-BE49-F238E27FC236}">
                <a16:creationId xmlns:a16="http://schemas.microsoft.com/office/drawing/2014/main" id="{4F330C09-EF78-B421-AB66-40FE8278920D}"/>
              </a:ext>
            </a:extLst>
          </p:cNvPr>
          <p:cNvSpPr>
            <a:spLocks noGrp="1" noChangeArrowheads="1"/>
          </p:cNvSpPr>
          <p:nvPr>
            <p:ph type="body" idx="1"/>
          </p:nvPr>
        </p:nvSpPr>
        <p:spPr>
          <a:xfrm>
            <a:off x="935038" y="4416425"/>
            <a:ext cx="5140325" cy="4183063"/>
          </a:xfrm>
          <a:noFill/>
        </p:spPr>
        <p:txBody>
          <a:bodyPr/>
          <a:lstStyle/>
          <a:p>
            <a:pPr marL="514350" indent="-514350">
              <a:buFont typeface="+mj-lt"/>
              <a:buAutoNum type="arabicPeriod"/>
            </a:pPr>
            <a:r>
              <a:rPr lang="en-US" sz="2800" b="1" dirty="0">
                <a:solidFill>
                  <a:srgbClr val="FF0000"/>
                </a:solidFill>
              </a:rPr>
              <a:t>Make Appointment</a:t>
            </a:r>
          </a:p>
          <a:p>
            <a:pPr marL="800100" lvl="1" indent="-342900">
              <a:buFont typeface="Arial" panose="020B0604020202020204" pitchFamily="34" charset="0"/>
              <a:buChar char="•"/>
            </a:pPr>
            <a:r>
              <a:rPr lang="en-US" sz="2400" dirty="0">
                <a:solidFill>
                  <a:srgbClr val="FF0000"/>
                </a:solidFill>
              </a:rPr>
              <a:t>Triggered when the patient calls to request a yearly checkup</a:t>
            </a:r>
          </a:p>
          <a:p>
            <a:pPr marL="514350" indent="-514350">
              <a:buFont typeface="+mj-lt"/>
              <a:buAutoNum type="arabicPeriod"/>
            </a:pPr>
            <a:r>
              <a:rPr lang="en-US" sz="2800" b="1" dirty="0">
                <a:solidFill>
                  <a:srgbClr val="FF0000"/>
                </a:solidFill>
              </a:rPr>
              <a:t>Find Available Time Slot</a:t>
            </a:r>
          </a:p>
          <a:p>
            <a:pPr marL="800100" lvl="1" indent="-342900">
              <a:buFont typeface="Arial" panose="020B0604020202020204" pitchFamily="34" charset="0"/>
              <a:buChar char="•"/>
            </a:pPr>
            <a:r>
              <a:rPr lang="en-US" sz="2400" dirty="0">
                <a:solidFill>
                  <a:srgbClr val="FF0000"/>
                </a:solidFill>
              </a:rPr>
              <a:t>The receptionist searches the appointment book for the nearest empty time slot. </a:t>
            </a:r>
            <a:r>
              <a:rPr lang="en-US" sz="2800" dirty="0"/>
              <a:t>This is part of scheduling and may be included as a sub–use case.</a:t>
            </a:r>
            <a:endParaRPr lang="en-US" sz="2800" dirty="0">
              <a:solidFill>
                <a:srgbClr val="FF0000"/>
              </a:solidFill>
            </a:endParaRPr>
          </a:p>
          <a:p>
            <a:pPr marL="514350" indent="-514350">
              <a:buFont typeface="+mj-lt"/>
              <a:buAutoNum type="arabicPeriod"/>
            </a:pPr>
            <a:r>
              <a:rPr lang="en-US" sz="2800" b="1" dirty="0">
                <a:solidFill>
                  <a:srgbClr val="FF0000"/>
                </a:solidFill>
              </a:rPr>
              <a:t>Schedule Appointment</a:t>
            </a:r>
          </a:p>
          <a:p>
            <a:pPr marL="800100" lvl="1" indent="-342900">
              <a:buFont typeface="Arial" panose="020B0604020202020204" pitchFamily="34" charset="0"/>
              <a:buChar char="•"/>
            </a:pPr>
            <a:r>
              <a:rPr lang="en-US" sz="2400" dirty="0">
                <a:solidFill>
                  <a:srgbClr val="FF0000"/>
                </a:solidFill>
              </a:rPr>
              <a:t>After finding the empty slot, the receptionist schedule and confirms the appointment.</a:t>
            </a:r>
          </a:p>
          <a:p>
            <a:endParaRPr lang="en-US" altLang="en-US" dirty="0">
              <a:latin typeface="Times" panose="02020603050405020304" pitchFamily="18" charset="0"/>
            </a:endParaRPr>
          </a:p>
        </p:txBody>
      </p:sp>
    </p:spTree>
    <p:extLst>
      <p:ext uri="{BB962C8B-B14F-4D97-AF65-F5344CB8AC3E}">
        <p14:creationId xmlns:p14="http://schemas.microsoft.com/office/powerpoint/2010/main" val="4006964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8DFE973-4D5F-97E8-9EE4-3A37DB8D99A3}"/>
              </a:ext>
            </a:extLst>
          </p:cNvPr>
          <p:cNvSpPr>
            <a:spLocks noGrp="1" noRot="1" noChangeAspect="1" noChangeArrowheads="1" noTextEdit="1"/>
          </p:cNvSpPr>
          <p:nvPr>
            <p:ph type="sldImg"/>
          </p:nvPr>
        </p:nvSpPr>
        <p:spPr>
          <a:xfrm>
            <a:off x="1249363" y="696913"/>
            <a:ext cx="4511675" cy="3486150"/>
          </a:xfrm>
          <a:ln/>
        </p:spPr>
      </p:sp>
      <p:sp>
        <p:nvSpPr>
          <p:cNvPr id="57347" name="Rectangle 3">
            <a:extLst>
              <a:ext uri="{FF2B5EF4-FFF2-40B4-BE49-F238E27FC236}">
                <a16:creationId xmlns:a16="http://schemas.microsoft.com/office/drawing/2014/main" id="{FC05E978-C116-A52F-F104-EE75F5CF27DC}"/>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dirty="0">
                <a:latin typeface="Times" panose="02020603050405020304" pitchFamily="18" charset="0"/>
              </a:rPr>
              <a:t>Use Case Relationship</a:t>
            </a:r>
          </a:p>
          <a:p>
            <a:pPr>
              <a:buFontTx/>
              <a:buChar char="•"/>
            </a:pPr>
            <a:r>
              <a:rPr lang="en-US" altLang="en-US" sz="1400" dirty="0">
                <a:latin typeface="Times" panose="02020603050405020304" pitchFamily="18" charset="0"/>
              </a:rPr>
              <a:t>Association relationship</a:t>
            </a:r>
          </a:p>
          <a:p>
            <a:pPr lvl="1">
              <a:buFontTx/>
              <a:buChar char="•"/>
            </a:pPr>
            <a:r>
              <a:rPr lang="en-US" altLang="en-US" sz="1400" dirty="0">
                <a:latin typeface="Times" panose="02020603050405020304" pitchFamily="18" charset="0"/>
              </a:rPr>
              <a:t>May exist between actor and a use case</a:t>
            </a:r>
          </a:p>
          <a:p>
            <a:pPr lvl="1">
              <a:buFontTx/>
              <a:buChar char="•"/>
            </a:pPr>
            <a:r>
              <a:rPr lang="en-US" altLang="en-US" sz="1400" dirty="0">
                <a:latin typeface="Times" panose="02020603050405020304" pitchFamily="18" charset="0"/>
              </a:rPr>
              <a:t>Often referred to as a communicate association</a:t>
            </a:r>
          </a:p>
          <a:p>
            <a:pPr lvl="1">
              <a:buFontTx/>
              <a:buChar char="•"/>
            </a:pPr>
            <a:r>
              <a:rPr lang="en-US" altLang="en-US" sz="1400" dirty="0">
                <a:latin typeface="Times" panose="02020603050405020304" pitchFamily="18" charset="0"/>
              </a:rPr>
              <a:t>Navigable in both directions (actor to use case and use case to actor)</a:t>
            </a:r>
          </a:p>
          <a:p>
            <a:pPr lvl="3">
              <a:buFontTx/>
              <a:buChar char="•"/>
            </a:pPr>
            <a:r>
              <a:rPr lang="en-US" altLang="en-US" sz="1400" dirty="0">
                <a:latin typeface="Times" panose="02020603050405020304" pitchFamily="18" charset="0"/>
              </a:rPr>
              <a:t>Some use just a line</a:t>
            </a:r>
          </a:p>
          <a:p>
            <a:pPr lvl="3">
              <a:buFontTx/>
              <a:buChar char="•"/>
            </a:pPr>
            <a:r>
              <a:rPr lang="en-US" altLang="en-US" sz="1400" dirty="0">
                <a:latin typeface="Times" panose="02020603050405020304" pitchFamily="18" charset="0"/>
              </a:rPr>
              <a:t>Others use a double-headed arrowhead</a:t>
            </a:r>
          </a:p>
          <a:p>
            <a:pPr lvl="1">
              <a:buFontTx/>
              <a:buChar char="•"/>
            </a:pPr>
            <a:r>
              <a:rPr lang="en-US" altLang="en-US" sz="1400" dirty="0">
                <a:latin typeface="Times" panose="02020603050405020304" pitchFamily="18" charset="0"/>
              </a:rPr>
              <a:t>Navigable in only one direction (actor to use case OR use case to actor)</a:t>
            </a:r>
          </a:p>
          <a:p>
            <a:pPr lvl="4">
              <a:buFontTx/>
              <a:buChar char="•"/>
            </a:pPr>
            <a:r>
              <a:rPr lang="en-US" altLang="en-US" sz="1400" dirty="0">
                <a:latin typeface="Times" panose="02020603050405020304" pitchFamily="18" charset="0"/>
              </a:rPr>
              <a:t>Use a arrowhead where arrowhead denotes the direction of communication</a:t>
            </a:r>
          </a:p>
          <a:p>
            <a:pPr lvl="1">
              <a:buFontTx/>
              <a:buChar char="•"/>
            </a:pPr>
            <a:r>
              <a:rPr lang="en-US" altLang="en-US" sz="1400" dirty="0">
                <a:latin typeface="Times" panose="02020603050405020304" pitchFamily="18" charset="0"/>
              </a:rPr>
              <a:t>Navigation direction of an association represents who is </a:t>
            </a:r>
            <a:r>
              <a:rPr lang="en-US" altLang="en-US" sz="1400" b="1" dirty="0">
                <a:latin typeface="Times" panose="02020603050405020304" pitchFamily="18" charset="0"/>
              </a:rPr>
              <a:t>initiating</a:t>
            </a:r>
            <a:r>
              <a:rPr lang="en-US" altLang="en-US" sz="1400" dirty="0">
                <a:latin typeface="Times" panose="02020603050405020304" pitchFamily="18" charset="0"/>
              </a:rPr>
              <a:t> the communication</a:t>
            </a:r>
          </a:p>
          <a:p>
            <a:endParaRPr lang="en-US" altLang="en-US" sz="1400" dirty="0">
              <a:latin typeface="Times" panose="02020603050405020304" pitchFamily="18" charset="0"/>
            </a:endParaRPr>
          </a:p>
          <a:p>
            <a:endParaRPr lang="en-US" altLang="en-US" sz="1400" dirty="0">
              <a:latin typeface="Times" panose="02020603050405020304" pitchFamily="18" charset="0"/>
            </a:endParaRPr>
          </a:p>
          <a:p>
            <a:endParaRPr lang="en-US" altLang="en-US" sz="1400" dirty="0">
              <a:latin typeface="Times"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9DB402A-DF2E-9BF8-8840-63D8F15B6963}"/>
              </a:ext>
            </a:extLst>
          </p:cNvPr>
          <p:cNvSpPr>
            <a:spLocks noGrp="1" noRot="1" noChangeAspect="1" noChangeArrowheads="1" noTextEdit="1"/>
          </p:cNvSpPr>
          <p:nvPr>
            <p:ph type="sldImg"/>
          </p:nvPr>
        </p:nvSpPr>
        <p:spPr>
          <a:xfrm>
            <a:off x="1249363" y="696913"/>
            <a:ext cx="4511675" cy="3486150"/>
          </a:xfrm>
          <a:ln/>
        </p:spPr>
      </p:sp>
      <p:sp>
        <p:nvSpPr>
          <p:cNvPr id="59395" name="Rectangle 3">
            <a:extLst>
              <a:ext uri="{FF2B5EF4-FFF2-40B4-BE49-F238E27FC236}">
                <a16:creationId xmlns:a16="http://schemas.microsoft.com/office/drawing/2014/main" id="{89A06FA0-8076-A084-0954-BC7AD2B262B9}"/>
              </a:ext>
            </a:extLst>
          </p:cNvPr>
          <p:cNvSpPr>
            <a:spLocks noGrp="1" noChangeArrowheads="1"/>
          </p:cNvSpPr>
          <p:nvPr>
            <p:ph type="body" idx="1"/>
          </p:nvPr>
        </p:nvSpPr>
        <p:spPr>
          <a:xfrm>
            <a:off x="935038" y="4416425"/>
            <a:ext cx="5140325" cy="4183063"/>
          </a:xfrm>
          <a:noFill/>
        </p:spPr>
        <p:txBody>
          <a:bodyPr/>
          <a:lstStyle/>
          <a:p>
            <a:r>
              <a:rPr lang="en-US" altLang="en-US" sz="1400">
                <a:latin typeface="Times" panose="02020603050405020304" pitchFamily="18" charset="0"/>
              </a:rPr>
              <a:t>Example Use Case</a:t>
            </a:r>
          </a:p>
          <a:p>
            <a:pPr>
              <a:buFontTx/>
              <a:buChar char="•"/>
            </a:pPr>
            <a:r>
              <a:rPr lang="en-US" altLang="en-US" sz="1400" b="1">
                <a:latin typeface="Times" panose="02020603050405020304" pitchFamily="18" charset="0"/>
              </a:rPr>
              <a:t>ACTORS</a:t>
            </a:r>
          </a:p>
          <a:p>
            <a:pPr lvl="2">
              <a:buFontTx/>
              <a:buChar char="•"/>
            </a:pPr>
            <a:r>
              <a:rPr lang="en-US" altLang="en-US" sz="1400">
                <a:latin typeface="Times" panose="02020603050405020304" pitchFamily="18" charset="0"/>
              </a:rPr>
              <a:t>Represented by a stick figure</a:t>
            </a:r>
          </a:p>
          <a:p>
            <a:pPr lvl="2">
              <a:buFontTx/>
              <a:buChar char="•"/>
            </a:pPr>
            <a:r>
              <a:rPr lang="en-US" altLang="en-US" sz="1400">
                <a:latin typeface="Times" panose="02020603050405020304" pitchFamily="18" charset="0"/>
              </a:rPr>
              <a:t>named</a:t>
            </a:r>
          </a:p>
          <a:p>
            <a:pPr>
              <a:buFontTx/>
              <a:buChar char="•"/>
            </a:pPr>
            <a:r>
              <a:rPr lang="en-US" altLang="en-US" sz="1400" b="1">
                <a:latin typeface="Times" panose="02020603050405020304" pitchFamily="18" charset="0"/>
              </a:rPr>
              <a:t>USE CASE</a:t>
            </a:r>
          </a:p>
          <a:p>
            <a:pPr lvl="2">
              <a:buFontTx/>
              <a:buChar char="•"/>
            </a:pPr>
            <a:r>
              <a:rPr lang="en-US" altLang="en-US" sz="1400">
                <a:latin typeface="Times" panose="02020603050405020304" pitchFamily="18" charset="0"/>
              </a:rPr>
              <a:t>Represented by an oval</a:t>
            </a:r>
          </a:p>
          <a:p>
            <a:pPr lvl="2">
              <a:buFontTx/>
              <a:buChar char="•"/>
            </a:pPr>
            <a:r>
              <a:rPr lang="en-US" altLang="en-US" sz="1400">
                <a:latin typeface="Times" panose="02020603050405020304" pitchFamily="18" charset="0"/>
              </a:rPr>
              <a:t>Named (</a:t>
            </a:r>
            <a:r>
              <a:rPr lang="en-US" altLang="en-US" sz="1400" b="1">
                <a:latin typeface="Times" panose="02020603050405020304" pitchFamily="18" charset="0"/>
              </a:rPr>
              <a:t>POORLY NAMED</a:t>
            </a:r>
            <a:r>
              <a:rPr lang="en-US" altLang="en-US" sz="1400">
                <a:latin typeface="Times" panose="02020603050405020304" pitchFamily="18" charset="0"/>
              </a:rPr>
              <a:t>; should be verb phrase)</a:t>
            </a:r>
          </a:p>
          <a:p>
            <a:pPr>
              <a:buFontTx/>
              <a:buChar char="•"/>
            </a:pPr>
            <a:r>
              <a:rPr lang="en-US" altLang="en-US" sz="1400" b="1">
                <a:latin typeface="Times" panose="02020603050405020304" pitchFamily="18" charset="0"/>
              </a:rPr>
              <a:t>RELATIONSHIP</a:t>
            </a:r>
          </a:p>
          <a:p>
            <a:pPr>
              <a:buFontTx/>
              <a:buChar char="•"/>
            </a:pPr>
            <a:r>
              <a:rPr lang="en-US" altLang="en-US" sz="1400">
                <a:latin typeface="Times" panose="02020603050405020304" pitchFamily="18" charset="0"/>
              </a:rPr>
              <a:t>2-way association</a:t>
            </a:r>
          </a:p>
          <a:p>
            <a:endParaRPr lang="en-US" altLang="en-US" sz="1400">
              <a:latin typeface="Times" panose="02020603050405020304" pitchFamily="18" charset="0"/>
            </a:endParaRPr>
          </a:p>
          <a:p>
            <a:endParaRPr lang="en-US" altLang="en-US">
              <a:latin typeface="Times"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7BA0512-46BE-5DA8-9F60-5EDFC0E7CA5E}"/>
              </a:ext>
            </a:extLst>
          </p:cNvPr>
          <p:cNvSpPr>
            <a:spLocks noGrp="1" noRot="1" noChangeAspect="1" noChangeArrowheads="1" noTextEdit="1"/>
          </p:cNvSpPr>
          <p:nvPr>
            <p:ph type="sldImg"/>
          </p:nvPr>
        </p:nvSpPr>
        <p:spPr>
          <a:xfrm>
            <a:off x="1249363" y="696913"/>
            <a:ext cx="4511675" cy="3486150"/>
          </a:xfrm>
          <a:ln/>
        </p:spPr>
      </p:sp>
      <p:sp>
        <p:nvSpPr>
          <p:cNvPr id="60419" name="Rectangle 3">
            <a:extLst>
              <a:ext uri="{FF2B5EF4-FFF2-40B4-BE49-F238E27FC236}">
                <a16:creationId xmlns:a16="http://schemas.microsoft.com/office/drawing/2014/main" id="{E6B0E472-642A-A8E5-86F0-B86269BBB152}"/>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a:latin typeface="Times" panose="02020603050405020304" pitchFamily="18" charset="0"/>
              </a:rPr>
              <a:t>Inheritance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D453768-91D7-8789-6B44-772281399634}"/>
              </a:ext>
            </a:extLst>
          </p:cNvPr>
          <p:cNvSpPr>
            <a:spLocks noGrp="1" noRot="1" noChangeAspect="1" noChangeArrowheads="1" noTextEdit="1"/>
          </p:cNvSpPr>
          <p:nvPr>
            <p:ph type="sldImg"/>
          </p:nvPr>
        </p:nvSpPr>
        <p:spPr>
          <a:xfrm>
            <a:off x="1249363" y="696913"/>
            <a:ext cx="4511675" cy="3486150"/>
          </a:xfrm>
          <a:ln/>
        </p:spPr>
      </p:sp>
      <p:sp>
        <p:nvSpPr>
          <p:cNvPr id="61443" name="Rectangle 3">
            <a:extLst>
              <a:ext uri="{FF2B5EF4-FFF2-40B4-BE49-F238E27FC236}">
                <a16:creationId xmlns:a16="http://schemas.microsoft.com/office/drawing/2014/main" id="{4F0D9222-DB9C-89FA-25A3-B35291303BD5}"/>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a:latin typeface="Times" panose="02020603050405020304" pitchFamily="18" charset="0"/>
              </a:rPr>
              <a:t>Inheritance</a:t>
            </a:r>
          </a:p>
          <a:p>
            <a:r>
              <a:rPr lang="en-US" altLang="en-US">
                <a:latin typeface="Times" panose="02020603050405020304" pitchFamily="18" charset="0"/>
              </a:rPr>
              <a:t>A use case </a:t>
            </a:r>
            <a:r>
              <a:rPr lang="en-US" altLang="en-US" b="1">
                <a:latin typeface="Times" panose="02020603050405020304" pitchFamily="18" charset="0"/>
              </a:rPr>
              <a:t>generalization</a:t>
            </a:r>
            <a:r>
              <a:rPr lang="en-US" altLang="en-US">
                <a:latin typeface="Times" panose="02020603050405020304" pitchFamily="18" charset="0"/>
              </a:rPr>
              <a:t> shows that one use case is simply a special kind of another. </a:t>
            </a:r>
          </a:p>
          <a:p>
            <a:r>
              <a:rPr lang="en-US" altLang="en-US">
                <a:latin typeface="Times" panose="02020603050405020304" pitchFamily="18" charset="0"/>
              </a:rPr>
              <a:t>A clinic may have a use case such as </a:t>
            </a:r>
            <a:r>
              <a:rPr lang="en-US" altLang="en-US" b="1">
                <a:latin typeface="Times" panose="02020603050405020304" pitchFamily="18" charset="0"/>
              </a:rPr>
              <a:t>Pay Bill</a:t>
            </a:r>
            <a:r>
              <a:rPr lang="en-US" altLang="en-US">
                <a:latin typeface="Times" panose="02020603050405020304" pitchFamily="18" charset="0"/>
              </a:rPr>
              <a:t>  which would be a parent use case and </a:t>
            </a:r>
            <a:r>
              <a:rPr lang="en-US" altLang="en-US" b="1">
                <a:latin typeface="Times" panose="02020603050405020304" pitchFamily="18" charset="0"/>
              </a:rPr>
              <a:t>Bill Insurance</a:t>
            </a:r>
            <a:r>
              <a:rPr lang="en-US" altLang="en-US">
                <a:latin typeface="Times" panose="02020603050405020304" pitchFamily="18" charset="0"/>
              </a:rPr>
              <a:t> which is the child.</a:t>
            </a:r>
          </a:p>
          <a:p>
            <a:r>
              <a:rPr lang="en-US" altLang="en-US">
                <a:latin typeface="Times" panose="02020603050405020304" pitchFamily="18" charset="0"/>
              </a:rPr>
              <a:t>A child can be substituted for its parent whenever necessary. </a:t>
            </a:r>
          </a:p>
          <a:p>
            <a:r>
              <a:rPr lang="en-US" altLang="en-US">
                <a:latin typeface="Times" panose="02020603050405020304" pitchFamily="18" charset="0"/>
              </a:rPr>
              <a:t>Generalization appears as a line with a triangular arrow head toward the parent use case.</a:t>
            </a:r>
            <a:endParaRPr lang="en-US" altLang="en-US" b="1">
              <a:latin typeface="Times" panose="02020603050405020304" pitchFamily="18" charset="0"/>
            </a:endParaRPr>
          </a:p>
          <a:p>
            <a:endParaRPr lang="en-US" altLang="en-US">
              <a:latin typeface="Times"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2497BC7-E757-AF69-9693-5E6B6297B1F1}"/>
              </a:ext>
            </a:extLst>
          </p:cNvPr>
          <p:cNvSpPr>
            <a:spLocks noGrp="1" noRot="1" noChangeAspect="1" noChangeArrowheads="1" noTextEdit="1"/>
          </p:cNvSpPr>
          <p:nvPr>
            <p:ph type="sldImg"/>
          </p:nvPr>
        </p:nvSpPr>
        <p:spPr>
          <a:xfrm>
            <a:off x="1249363" y="696913"/>
            <a:ext cx="4511675" cy="3486150"/>
          </a:xfrm>
          <a:ln/>
        </p:spPr>
      </p:sp>
      <p:sp>
        <p:nvSpPr>
          <p:cNvPr id="63491" name="Rectangle 3">
            <a:extLst>
              <a:ext uri="{FF2B5EF4-FFF2-40B4-BE49-F238E27FC236}">
                <a16:creationId xmlns:a16="http://schemas.microsoft.com/office/drawing/2014/main" id="{07CBBC13-AEAE-1B7D-E209-0A8A9EC090C6}"/>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a:latin typeface="Times" panose="02020603050405020304" pitchFamily="18" charset="0"/>
              </a:rPr>
              <a:t>Include relationship</a:t>
            </a:r>
          </a:p>
          <a:p>
            <a:pPr>
              <a:buFontTx/>
              <a:buChar char="•"/>
            </a:pPr>
            <a:r>
              <a:rPr lang="en-US" altLang="en-US" sz="1400" b="1">
                <a:latin typeface="Times" panose="02020603050405020304" pitchFamily="18" charset="0"/>
              </a:rPr>
              <a:t>Notice that ONLY between use cases (not between actors)</a:t>
            </a:r>
          </a:p>
          <a:p>
            <a:pPr>
              <a:buFontTx/>
              <a:buChar char="•"/>
            </a:pPr>
            <a:r>
              <a:rPr lang="en-US" altLang="en-US" sz="1400" b="1" u="sng">
                <a:latin typeface="Times" panose="02020603050405020304" pitchFamily="18" charset="0"/>
              </a:rPr>
              <a:t>MANDATORY</a:t>
            </a:r>
            <a:r>
              <a:rPr lang="en-US" altLang="en-US" sz="1400">
                <a:latin typeface="Times" panose="02020603050405020304" pitchFamily="18" charset="0"/>
              </a:rPr>
              <a:t> functional</a:t>
            </a:r>
          </a:p>
          <a:p>
            <a:pPr>
              <a:buFontTx/>
              <a:buChar char="•"/>
            </a:pPr>
            <a:r>
              <a:rPr lang="en-US" altLang="en-US" sz="1400">
                <a:latin typeface="Times" panose="02020603050405020304" pitchFamily="18" charset="0"/>
              </a:rPr>
              <a:t>Multiple use cases may share pieces of the same functionality</a:t>
            </a:r>
          </a:p>
          <a:p>
            <a:pPr>
              <a:buFontTx/>
              <a:buChar char="•"/>
            </a:pPr>
            <a:r>
              <a:rPr lang="en-US" altLang="en-US" sz="1400">
                <a:latin typeface="Times" panose="02020603050405020304" pitchFamily="18" charset="0"/>
              </a:rPr>
              <a:t>Rather than have duplicate functionality in several use cases</a:t>
            </a:r>
          </a:p>
          <a:p>
            <a:pPr>
              <a:buFontTx/>
              <a:buChar char="•"/>
            </a:pPr>
            <a:r>
              <a:rPr lang="en-US" altLang="en-US" sz="1400">
                <a:latin typeface="Times" panose="02020603050405020304" pitchFamily="18" charset="0"/>
              </a:rPr>
              <a:t>Put shared functionality in one use case and show relationship between it and other use cases that “uses” its functionality</a:t>
            </a:r>
          </a:p>
          <a:p>
            <a:pPr>
              <a:buFontTx/>
              <a:buChar char="•"/>
            </a:pPr>
            <a:r>
              <a:rPr lang="en-US" altLang="en-US" sz="1400">
                <a:latin typeface="Times" panose="02020603050405020304" pitchFamily="18" charset="0"/>
              </a:rPr>
              <a:t>Depicted by arrowhead with word “&lt;&lt;include&gt;&gt;” above it</a:t>
            </a:r>
          </a:p>
          <a:p>
            <a:pPr>
              <a:buFontTx/>
              <a:buChar char="•"/>
            </a:pPr>
            <a:endParaRPr lang="en-US" altLang="en-US" sz="1400">
              <a:latin typeface="Times" panose="02020603050405020304" pitchFamily="18" charset="0"/>
            </a:endParaRPr>
          </a:p>
          <a:p>
            <a:pPr>
              <a:buFontTx/>
              <a:buChar char="•"/>
            </a:pPr>
            <a:endParaRPr lang="en-US" altLang="en-US" sz="1400">
              <a:latin typeface="Times" panose="02020603050405020304" pitchFamily="18" charset="0"/>
            </a:endParaRPr>
          </a:p>
          <a:p>
            <a:r>
              <a:rPr lang="en-US" altLang="en-US" b="1">
                <a:latin typeface="Times" panose="02020603050405020304" pitchFamily="18" charset="0"/>
              </a:rPr>
              <a:t>Include</a:t>
            </a:r>
            <a:r>
              <a:rPr lang="en-US" altLang="en-US">
                <a:latin typeface="Times" panose="02020603050405020304" pitchFamily="18" charset="0"/>
              </a:rPr>
              <a:t> relationships factor use cases into additional ones. </a:t>
            </a:r>
          </a:p>
          <a:p>
            <a:r>
              <a:rPr lang="en-US" altLang="en-US">
                <a:latin typeface="Times" panose="02020603050405020304" pitchFamily="18" charset="0"/>
              </a:rPr>
              <a:t>Includes are especially helpful when the same use case can be factored out of two different use cases. </a:t>
            </a:r>
          </a:p>
          <a:p>
            <a:r>
              <a:rPr lang="en-US" altLang="en-US">
                <a:latin typeface="Times" panose="02020603050405020304" pitchFamily="18" charset="0"/>
              </a:rPr>
              <a:t>If a clinic had a cases of </a:t>
            </a:r>
            <a:r>
              <a:rPr lang="en-US" altLang="en-US" b="1">
                <a:latin typeface="Times" panose="02020603050405020304" pitchFamily="18" charset="0"/>
              </a:rPr>
              <a:t>Make Appointment</a:t>
            </a:r>
            <a:r>
              <a:rPr lang="en-US" altLang="en-US">
                <a:latin typeface="Times" panose="02020603050405020304" pitchFamily="18" charset="0"/>
              </a:rPr>
              <a:t> and </a:t>
            </a:r>
            <a:r>
              <a:rPr lang="en-US" altLang="en-US" b="1">
                <a:latin typeface="Times" panose="02020603050405020304" pitchFamily="18" charset="0"/>
              </a:rPr>
              <a:t>Request Medication.</a:t>
            </a:r>
          </a:p>
          <a:p>
            <a:r>
              <a:rPr lang="en-US" altLang="en-US">
                <a:latin typeface="Times" panose="02020603050405020304" pitchFamily="18" charset="0"/>
              </a:rPr>
              <a:t>Both might include </a:t>
            </a:r>
            <a:r>
              <a:rPr lang="en-US" altLang="en-US" b="1">
                <a:latin typeface="Times" panose="02020603050405020304" pitchFamily="18" charset="0"/>
              </a:rPr>
              <a:t>Check Patient Record</a:t>
            </a:r>
            <a:r>
              <a:rPr lang="en-US" altLang="en-US">
                <a:latin typeface="Times" panose="02020603050405020304" pitchFamily="18" charset="0"/>
              </a:rPr>
              <a:t> as a subtask. </a:t>
            </a:r>
          </a:p>
          <a:p>
            <a:r>
              <a:rPr lang="en-US" altLang="en-US">
                <a:latin typeface="Times" panose="02020603050405020304" pitchFamily="18" charset="0"/>
              </a:rPr>
              <a:t>Both would include a call to the use case </a:t>
            </a:r>
            <a:r>
              <a:rPr lang="en-US" altLang="en-US" b="1">
                <a:latin typeface="Times" panose="02020603050405020304" pitchFamily="18" charset="0"/>
              </a:rPr>
              <a:t>Check Patient Record.</a:t>
            </a:r>
          </a:p>
          <a:p>
            <a:r>
              <a:rPr lang="en-US" altLang="en-US">
                <a:latin typeface="Times" panose="02020603050405020304" pitchFamily="18" charset="0"/>
              </a:rPr>
              <a:t>We don’t want to write it twice we simply want to include in as a call from both.</a:t>
            </a:r>
          </a:p>
          <a:p>
            <a:endParaRPr lang="en-US" altLang="en-US">
              <a:latin typeface="Times" panose="02020603050405020304" pitchFamily="18" charset="0"/>
            </a:endParaRPr>
          </a:p>
          <a:p>
            <a:r>
              <a:rPr lang="en-US" altLang="en-US">
                <a:latin typeface="Times" panose="02020603050405020304" pitchFamily="18" charset="0"/>
              </a:rPr>
              <a:t>In the diagram, </a:t>
            </a:r>
          </a:p>
          <a:p>
            <a:r>
              <a:rPr lang="en-US" altLang="en-US">
                <a:latin typeface="Times" panose="02020603050405020304" pitchFamily="18" charset="0"/>
              </a:rPr>
              <a:t>  include notation is a dotted line beginning at base use case ending with an arrows pointing to the include use case. </a:t>
            </a:r>
          </a:p>
          <a:p>
            <a:r>
              <a:rPr lang="en-US" altLang="en-US">
                <a:latin typeface="Times" panose="02020603050405020304" pitchFamily="18" charset="0"/>
              </a:rPr>
              <a:t>The dotted line is labeled &lt;&lt;include&gt;&gt;.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BBAB7B2D-2183-0F56-1151-526C40E0EC82}"/>
              </a:ext>
            </a:extLst>
          </p:cNvPr>
          <p:cNvSpPr>
            <a:spLocks noGrp="1" noRot="1" noChangeAspect="1" noChangeArrowheads="1" noTextEdit="1"/>
          </p:cNvSpPr>
          <p:nvPr>
            <p:ph type="sldImg"/>
          </p:nvPr>
        </p:nvSpPr>
        <p:spPr>
          <a:xfrm>
            <a:off x="1249363" y="696913"/>
            <a:ext cx="4511675" cy="3486150"/>
          </a:xfrm>
          <a:ln/>
        </p:spPr>
      </p:sp>
      <p:sp>
        <p:nvSpPr>
          <p:cNvPr id="64515" name="Rectangle 3">
            <a:extLst>
              <a:ext uri="{FF2B5EF4-FFF2-40B4-BE49-F238E27FC236}">
                <a16:creationId xmlns:a16="http://schemas.microsoft.com/office/drawing/2014/main" id="{9B960A35-E7FC-9259-3BFB-3B9D0DD7C8B8}"/>
              </a:ext>
            </a:extLst>
          </p:cNvPr>
          <p:cNvSpPr>
            <a:spLocks noGrp="1" noChangeArrowheads="1"/>
          </p:cNvSpPr>
          <p:nvPr>
            <p:ph type="body" idx="1"/>
          </p:nvPr>
        </p:nvSpPr>
        <p:spPr>
          <a:xfrm>
            <a:off x="1149350" y="4416425"/>
            <a:ext cx="4711700" cy="4183063"/>
          </a:xfrm>
          <a:noFill/>
        </p:spPr>
        <p:txBody>
          <a:bodyPr lIns="91426" tIns="45713" rIns="91426" bIns="45713"/>
          <a:lstStyle/>
          <a:p>
            <a:r>
              <a:rPr lang="en-US" altLang="en-US" sz="1400">
                <a:latin typeface="Times" panose="02020603050405020304" pitchFamily="18" charset="0"/>
              </a:rPr>
              <a:t>Use Case Relationship</a:t>
            </a:r>
          </a:p>
          <a:p>
            <a:pPr>
              <a:buFontTx/>
              <a:buChar char="•"/>
            </a:pPr>
            <a:r>
              <a:rPr lang="en-US" altLang="en-US" sz="1400">
                <a:latin typeface="Times" panose="02020603050405020304" pitchFamily="18" charset="0"/>
              </a:rPr>
              <a:t>Extend relationship</a:t>
            </a:r>
          </a:p>
          <a:p>
            <a:pPr lvl="2">
              <a:buFontTx/>
              <a:buChar char="•"/>
            </a:pPr>
            <a:r>
              <a:rPr lang="en-US" altLang="en-US" sz="1400">
                <a:latin typeface="Times" panose="02020603050405020304" pitchFamily="18" charset="0"/>
              </a:rPr>
              <a:t>Used to show </a:t>
            </a:r>
            <a:r>
              <a:rPr lang="en-US" altLang="en-US" sz="1400" b="1" u="sng">
                <a:latin typeface="Times" panose="02020603050405020304" pitchFamily="18" charset="0"/>
              </a:rPr>
              <a:t>optional</a:t>
            </a:r>
            <a:r>
              <a:rPr lang="en-US" altLang="en-US" sz="1400">
                <a:latin typeface="Times" panose="02020603050405020304" pitchFamily="18" charset="0"/>
              </a:rPr>
              <a:t> behavior (behavior that is run only under certain circumstances)</a:t>
            </a:r>
          </a:p>
          <a:p>
            <a:pPr lvl="2">
              <a:buFontTx/>
              <a:buChar char="•"/>
            </a:pPr>
            <a:r>
              <a:rPr lang="en-US" altLang="en-US" sz="1400">
                <a:latin typeface="Times" panose="02020603050405020304" pitchFamily="18" charset="0"/>
              </a:rPr>
              <a:t>Depicted by arrowhead with word “&lt;&lt;extend&gt;&gt;” above it</a:t>
            </a:r>
          </a:p>
          <a:p>
            <a:endParaRPr lang="en-US" altLang="en-US" sz="1400">
              <a:latin typeface="Times" panose="02020603050405020304" pitchFamily="18" charset="0"/>
            </a:endParaRPr>
          </a:p>
          <a:p>
            <a:endParaRPr lang="en-US" altLang="en-US" sz="1400">
              <a:latin typeface="Times" panose="02020603050405020304" pitchFamily="18" charset="0"/>
            </a:endParaRPr>
          </a:p>
          <a:p>
            <a:r>
              <a:rPr lang="en-US" altLang="en-US">
                <a:latin typeface="Times" panose="02020603050405020304" pitchFamily="18" charset="0"/>
              </a:rPr>
              <a:t>An </a:t>
            </a:r>
            <a:r>
              <a:rPr lang="en-US" altLang="en-US" b="1">
                <a:latin typeface="Times" panose="02020603050405020304" pitchFamily="18" charset="0"/>
              </a:rPr>
              <a:t>extend</a:t>
            </a:r>
            <a:r>
              <a:rPr lang="en-US" altLang="en-US">
                <a:latin typeface="Times" panose="02020603050405020304" pitchFamily="18" charset="0"/>
              </a:rPr>
              <a:t> relationship indicates that one use case is a variation of another. </a:t>
            </a:r>
          </a:p>
          <a:p>
            <a:r>
              <a:rPr lang="en-US" altLang="en-US">
                <a:latin typeface="Times" panose="02020603050405020304" pitchFamily="18" charset="0"/>
              </a:rPr>
              <a:t>This is often used when much of the same code may be in both only one extends the functionality somewhat.</a:t>
            </a:r>
          </a:p>
          <a:p>
            <a:r>
              <a:rPr lang="en-US" altLang="en-US">
                <a:latin typeface="Times" panose="02020603050405020304" pitchFamily="18" charset="0"/>
              </a:rPr>
              <a:t>A typical example is a add record to the database and modify that record.</a:t>
            </a:r>
          </a:p>
          <a:p>
            <a:r>
              <a:rPr lang="en-US" altLang="en-US">
                <a:latin typeface="Times" panose="02020603050405020304" pitchFamily="18" charset="0"/>
              </a:rPr>
              <a:t>So an add student is similar to a modify student so I may reuse some of the code.</a:t>
            </a:r>
          </a:p>
          <a:p>
            <a:r>
              <a:rPr lang="en-US" altLang="en-US">
                <a:latin typeface="Times" panose="02020603050405020304" pitchFamily="18" charset="0"/>
              </a:rPr>
              <a:t>Extend notation is a dotted line, labeled &lt;&lt;extend&gt;&gt;, and with an arrow toward the base case. </a:t>
            </a:r>
          </a:p>
          <a:p>
            <a:r>
              <a:rPr lang="en-US" altLang="en-US">
                <a:latin typeface="Times" panose="02020603050405020304" pitchFamily="18" charset="0"/>
              </a:rPr>
              <a:t>The </a:t>
            </a:r>
            <a:r>
              <a:rPr lang="en-US" altLang="en-US" b="1">
                <a:latin typeface="Times" panose="02020603050405020304" pitchFamily="18" charset="0"/>
              </a:rPr>
              <a:t>extension point</a:t>
            </a:r>
            <a:r>
              <a:rPr lang="en-US" altLang="en-US">
                <a:latin typeface="Times" panose="02020603050405020304" pitchFamily="18" charset="0"/>
              </a:rPr>
              <a:t>, which determines when the extended case is appropriate, is written inside the base case.</a:t>
            </a:r>
          </a:p>
          <a:p>
            <a:endParaRPr lang="en-US" altLang="en-US" sz="1400">
              <a:latin typeface="Times"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9DB402A-DF2E-9BF8-8840-63D8F15B6963}"/>
              </a:ext>
            </a:extLst>
          </p:cNvPr>
          <p:cNvSpPr>
            <a:spLocks noGrp="1" noRot="1" noChangeAspect="1" noChangeArrowheads="1" noTextEdit="1"/>
          </p:cNvSpPr>
          <p:nvPr>
            <p:ph type="sldImg"/>
          </p:nvPr>
        </p:nvSpPr>
        <p:spPr>
          <a:xfrm>
            <a:off x="1249363" y="696913"/>
            <a:ext cx="4511675" cy="3486150"/>
          </a:xfrm>
          <a:ln/>
        </p:spPr>
      </p:sp>
      <p:sp>
        <p:nvSpPr>
          <p:cNvPr id="59395" name="Rectangle 3">
            <a:extLst>
              <a:ext uri="{FF2B5EF4-FFF2-40B4-BE49-F238E27FC236}">
                <a16:creationId xmlns:a16="http://schemas.microsoft.com/office/drawing/2014/main" id="{89A06FA0-8076-A084-0954-BC7AD2B262B9}"/>
              </a:ext>
            </a:extLst>
          </p:cNvPr>
          <p:cNvSpPr>
            <a:spLocks noGrp="1" noChangeArrowheads="1"/>
          </p:cNvSpPr>
          <p:nvPr>
            <p:ph type="body" idx="1"/>
          </p:nvPr>
        </p:nvSpPr>
        <p:spPr>
          <a:xfrm>
            <a:off x="935038" y="4416425"/>
            <a:ext cx="5140325" cy="4183063"/>
          </a:xfrm>
          <a:noFill/>
        </p:spPr>
        <p:txBody>
          <a:bodyPr/>
          <a:lstStyle/>
          <a:p>
            <a:r>
              <a:rPr lang="en-US" altLang="en-US" sz="1400">
                <a:latin typeface="Times" panose="02020603050405020304" pitchFamily="18" charset="0"/>
              </a:rPr>
              <a:t>Example Use Case</a:t>
            </a:r>
          </a:p>
          <a:p>
            <a:pPr>
              <a:buFontTx/>
              <a:buChar char="•"/>
            </a:pPr>
            <a:r>
              <a:rPr lang="en-US" altLang="en-US" sz="1400" b="1">
                <a:latin typeface="Times" panose="02020603050405020304" pitchFamily="18" charset="0"/>
              </a:rPr>
              <a:t>ACTORS</a:t>
            </a:r>
          </a:p>
          <a:p>
            <a:pPr lvl="2">
              <a:buFontTx/>
              <a:buChar char="•"/>
            </a:pPr>
            <a:r>
              <a:rPr lang="en-US" altLang="en-US" sz="1400">
                <a:latin typeface="Times" panose="02020603050405020304" pitchFamily="18" charset="0"/>
              </a:rPr>
              <a:t>Represented by a stick figure</a:t>
            </a:r>
          </a:p>
          <a:p>
            <a:pPr lvl="2">
              <a:buFontTx/>
              <a:buChar char="•"/>
            </a:pPr>
            <a:r>
              <a:rPr lang="en-US" altLang="en-US" sz="1400">
                <a:latin typeface="Times" panose="02020603050405020304" pitchFamily="18" charset="0"/>
              </a:rPr>
              <a:t>named</a:t>
            </a:r>
          </a:p>
          <a:p>
            <a:pPr>
              <a:buFontTx/>
              <a:buChar char="•"/>
            </a:pPr>
            <a:r>
              <a:rPr lang="en-US" altLang="en-US" sz="1400" b="1">
                <a:latin typeface="Times" panose="02020603050405020304" pitchFamily="18" charset="0"/>
              </a:rPr>
              <a:t>USE CASE</a:t>
            </a:r>
          </a:p>
          <a:p>
            <a:pPr lvl="2">
              <a:buFontTx/>
              <a:buChar char="•"/>
            </a:pPr>
            <a:r>
              <a:rPr lang="en-US" altLang="en-US" sz="1400">
                <a:latin typeface="Times" panose="02020603050405020304" pitchFamily="18" charset="0"/>
              </a:rPr>
              <a:t>Represented by an oval</a:t>
            </a:r>
          </a:p>
          <a:p>
            <a:pPr lvl="2">
              <a:buFontTx/>
              <a:buChar char="•"/>
            </a:pPr>
            <a:r>
              <a:rPr lang="en-US" altLang="en-US" sz="1400">
                <a:latin typeface="Times" panose="02020603050405020304" pitchFamily="18" charset="0"/>
              </a:rPr>
              <a:t>Named (</a:t>
            </a:r>
            <a:r>
              <a:rPr lang="en-US" altLang="en-US" sz="1400" b="1">
                <a:latin typeface="Times" panose="02020603050405020304" pitchFamily="18" charset="0"/>
              </a:rPr>
              <a:t>POORLY NAMED</a:t>
            </a:r>
            <a:r>
              <a:rPr lang="en-US" altLang="en-US" sz="1400">
                <a:latin typeface="Times" panose="02020603050405020304" pitchFamily="18" charset="0"/>
              </a:rPr>
              <a:t>; should be verb phrase)</a:t>
            </a:r>
          </a:p>
          <a:p>
            <a:pPr>
              <a:buFontTx/>
              <a:buChar char="•"/>
            </a:pPr>
            <a:r>
              <a:rPr lang="en-US" altLang="en-US" sz="1400" b="1">
                <a:latin typeface="Times" panose="02020603050405020304" pitchFamily="18" charset="0"/>
              </a:rPr>
              <a:t>RELATIONSHIP</a:t>
            </a:r>
          </a:p>
          <a:p>
            <a:pPr>
              <a:buFontTx/>
              <a:buChar char="•"/>
            </a:pPr>
            <a:r>
              <a:rPr lang="en-US" altLang="en-US" sz="1400">
                <a:latin typeface="Times" panose="02020603050405020304" pitchFamily="18" charset="0"/>
              </a:rPr>
              <a:t>2-way association</a:t>
            </a:r>
          </a:p>
          <a:p>
            <a:endParaRPr lang="en-US" altLang="en-US" sz="1400">
              <a:latin typeface="Times" panose="02020603050405020304" pitchFamily="18" charset="0"/>
            </a:endParaRPr>
          </a:p>
          <a:p>
            <a:endParaRPr lang="en-US" altLang="en-US">
              <a:latin typeface="Times" panose="02020603050405020304" pitchFamily="18" charset="0"/>
            </a:endParaRPr>
          </a:p>
        </p:txBody>
      </p:sp>
    </p:spTree>
    <p:extLst>
      <p:ext uri="{BB962C8B-B14F-4D97-AF65-F5344CB8AC3E}">
        <p14:creationId xmlns:p14="http://schemas.microsoft.com/office/powerpoint/2010/main" val="1145294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37</a:t>
            </a:fld>
            <a:endParaRPr lang="en-MY"/>
          </a:p>
        </p:txBody>
      </p:sp>
    </p:spTree>
    <p:extLst>
      <p:ext uri="{BB962C8B-B14F-4D97-AF65-F5344CB8AC3E}">
        <p14:creationId xmlns:p14="http://schemas.microsoft.com/office/powerpoint/2010/main" val="1112305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38</a:t>
            </a:fld>
            <a:endParaRPr lang="en-MY"/>
          </a:p>
        </p:txBody>
      </p:sp>
    </p:spTree>
    <p:extLst>
      <p:ext uri="{BB962C8B-B14F-4D97-AF65-F5344CB8AC3E}">
        <p14:creationId xmlns:p14="http://schemas.microsoft.com/office/powerpoint/2010/main" val="28187628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39</a:t>
            </a:fld>
            <a:endParaRPr lang="en-MY"/>
          </a:p>
        </p:txBody>
      </p:sp>
    </p:spTree>
    <p:extLst>
      <p:ext uri="{BB962C8B-B14F-4D97-AF65-F5344CB8AC3E}">
        <p14:creationId xmlns:p14="http://schemas.microsoft.com/office/powerpoint/2010/main" val="4069015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40</a:t>
            </a:fld>
            <a:endParaRPr lang="en-MY"/>
          </a:p>
        </p:txBody>
      </p:sp>
    </p:spTree>
    <p:extLst>
      <p:ext uri="{BB962C8B-B14F-4D97-AF65-F5344CB8AC3E}">
        <p14:creationId xmlns:p14="http://schemas.microsoft.com/office/powerpoint/2010/main" val="3234929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p>
        </p:txBody>
      </p:sp>
      <p:sp>
        <p:nvSpPr>
          <p:cNvPr id="4" name="Slide Number Placeholder 3"/>
          <p:cNvSpPr>
            <a:spLocks noGrp="1"/>
          </p:cNvSpPr>
          <p:nvPr>
            <p:ph type="sldNum" sz="quarter" idx="5"/>
          </p:nvPr>
        </p:nvSpPr>
        <p:spPr/>
        <p:txBody>
          <a:bodyPr/>
          <a:lstStyle/>
          <a:p>
            <a:fld id="{92EE0F43-8ECE-4C97-82B9-8923150371CB}" type="slidenum">
              <a:rPr lang="en-MY" smtClean="0"/>
              <a:t>47</a:t>
            </a:fld>
            <a:endParaRPr lang="en-MY"/>
          </a:p>
        </p:txBody>
      </p:sp>
    </p:spTree>
    <p:extLst>
      <p:ext uri="{BB962C8B-B14F-4D97-AF65-F5344CB8AC3E}">
        <p14:creationId xmlns:p14="http://schemas.microsoft.com/office/powerpoint/2010/main" val="1221772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48</a:t>
            </a:fld>
            <a:endParaRPr lang="en-MY"/>
          </a:p>
        </p:txBody>
      </p:sp>
    </p:spTree>
    <p:extLst>
      <p:ext uri="{BB962C8B-B14F-4D97-AF65-F5344CB8AC3E}">
        <p14:creationId xmlns:p14="http://schemas.microsoft.com/office/powerpoint/2010/main" val="3713044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49</a:t>
            </a:fld>
            <a:endParaRPr lang="en-MY"/>
          </a:p>
        </p:txBody>
      </p:sp>
    </p:spTree>
    <p:extLst>
      <p:ext uri="{BB962C8B-B14F-4D97-AF65-F5344CB8AC3E}">
        <p14:creationId xmlns:p14="http://schemas.microsoft.com/office/powerpoint/2010/main" val="7636564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50</a:t>
            </a:fld>
            <a:endParaRPr lang="en-MY"/>
          </a:p>
        </p:txBody>
      </p:sp>
    </p:spTree>
    <p:extLst>
      <p:ext uri="{BB962C8B-B14F-4D97-AF65-F5344CB8AC3E}">
        <p14:creationId xmlns:p14="http://schemas.microsoft.com/office/powerpoint/2010/main" val="30333909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51</a:t>
            </a:fld>
            <a:endParaRPr lang="en-MY"/>
          </a:p>
        </p:txBody>
      </p:sp>
    </p:spTree>
    <p:extLst>
      <p:ext uri="{BB962C8B-B14F-4D97-AF65-F5344CB8AC3E}">
        <p14:creationId xmlns:p14="http://schemas.microsoft.com/office/powerpoint/2010/main" val="13787297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52</a:t>
            </a:fld>
            <a:endParaRPr lang="en-MY"/>
          </a:p>
        </p:txBody>
      </p:sp>
    </p:spTree>
    <p:extLst>
      <p:ext uri="{BB962C8B-B14F-4D97-AF65-F5344CB8AC3E}">
        <p14:creationId xmlns:p14="http://schemas.microsoft.com/office/powerpoint/2010/main" val="18684855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53</a:t>
            </a:fld>
            <a:endParaRPr lang="en-MY"/>
          </a:p>
        </p:txBody>
      </p:sp>
    </p:spTree>
    <p:extLst>
      <p:ext uri="{BB962C8B-B14F-4D97-AF65-F5344CB8AC3E}">
        <p14:creationId xmlns:p14="http://schemas.microsoft.com/office/powerpoint/2010/main" val="34955328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p>
        </p:txBody>
      </p:sp>
      <p:sp>
        <p:nvSpPr>
          <p:cNvPr id="4" name="Slide Number Placeholder 3"/>
          <p:cNvSpPr>
            <a:spLocks noGrp="1"/>
          </p:cNvSpPr>
          <p:nvPr>
            <p:ph type="sldNum" sz="quarter" idx="5"/>
          </p:nvPr>
        </p:nvSpPr>
        <p:spPr/>
        <p:txBody>
          <a:bodyPr/>
          <a:lstStyle/>
          <a:p>
            <a:fld id="{92EE0F43-8ECE-4C97-82B9-8923150371CB}" type="slidenum">
              <a:rPr lang="en-MY" smtClean="0"/>
              <a:t>54</a:t>
            </a:fld>
            <a:endParaRPr lang="en-MY"/>
          </a:p>
        </p:txBody>
      </p:sp>
    </p:spTree>
    <p:extLst>
      <p:ext uri="{BB962C8B-B14F-4D97-AF65-F5344CB8AC3E}">
        <p14:creationId xmlns:p14="http://schemas.microsoft.com/office/powerpoint/2010/main" val="4790204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55</a:t>
            </a:fld>
            <a:endParaRPr lang="en-MY"/>
          </a:p>
        </p:txBody>
      </p:sp>
    </p:spTree>
    <p:extLst>
      <p:ext uri="{BB962C8B-B14F-4D97-AF65-F5344CB8AC3E}">
        <p14:creationId xmlns:p14="http://schemas.microsoft.com/office/powerpoint/2010/main" val="5851382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56</a:t>
            </a:fld>
            <a:endParaRPr lang="en-MY"/>
          </a:p>
        </p:txBody>
      </p:sp>
    </p:spTree>
    <p:extLst>
      <p:ext uri="{BB962C8B-B14F-4D97-AF65-F5344CB8AC3E}">
        <p14:creationId xmlns:p14="http://schemas.microsoft.com/office/powerpoint/2010/main" val="121118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57</a:t>
            </a:fld>
            <a:endParaRPr lang="en-MY"/>
          </a:p>
        </p:txBody>
      </p:sp>
    </p:spTree>
    <p:extLst>
      <p:ext uri="{BB962C8B-B14F-4D97-AF65-F5344CB8AC3E}">
        <p14:creationId xmlns:p14="http://schemas.microsoft.com/office/powerpoint/2010/main" val="22206327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58</a:t>
            </a:fld>
            <a:endParaRPr lang="en-MY"/>
          </a:p>
        </p:txBody>
      </p:sp>
    </p:spTree>
    <p:extLst>
      <p:ext uri="{BB962C8B-B14F-4D97-AF65-F5344CB8AC3E}">
        <p14:creationId xmlns:p14="http://schemas.microsoft.com/office/powerpoint/2010/main" val="270559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59</a:t>
            </a:fld>
            <a:endParaRPr lang="en-MY"/>
          </a:p>
        </p:txBody>
      </p:sp>
    </p:spTree>
    <p:extLst>
      <p:ext uri="{BB962C8B-B14F-4D97-AF65-F5344CB8AC3E}">
        <p14:creationId xmlns:p14="http://schemas.microsoft.com/office/powerpoint/2010/main" val="4971386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60</a:t>
            </a:fld>
            <a:endParaRPr lang="en-MY"/>
          </a:p>
        </p:txBody>
      </p:sp>
    </p:spTree>
    <p:extLst>
      <p:ext uri="{BB962C8B-B14F-4D97-AF65-F5344CB8AC3E}">
        <p14:creationId xmlns:p14="http://schemas.microsoft.com/office/powerpoint/2010/main" val="1243560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61</a:t>
            </a:fld>
            <a:endParaRPr lang="en-MY"/>
          </a:p>
        </p:txBody>
      </p:sp>
    </p:spTree>
    <p:extLst>
      <p:ext uri="{BB962C8B-B14F-4D97-AF65-F5344CB8AC3E}">
        <p14:creationId xmlns:p14="http://schemas.microsoft.com/office/powerpoint/2010/main" val="18385271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62</a:t>
            </a:fld>
            <a:endParaRPr lang="en-MY"/>
          </a:p>
        </p:txBody>
      </p:sp>
    </p:spTree>
    <p:extLst>
      <p:ext uri="{BB962C8B-B14F-4D97-AF65-F5344CB8AC3E}">
        <p14:creationId xmlns:p14="http://schemas.microsoft.com/office/powerpoint/2010/main" val="873075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63</a:t>
            </a:fld>
            <a:endParaRPr lang="en-MY"/>
          </a:p>
        </p:txBody>
      </p:sp>
    </p:spTree>
    <p:extLst>
      <p:ext uri="{BB962C8B-B14F-4D97-AF65-F5344CB8AC3E}">
        <p14:creationId xmlns:p14="http://schemas.microsoft.com/office/powerpoint/2010/main" val="32803074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64</a:t>
            </a:fld>
            <a:endParaRPr lang="en-MY"/>
          </a:p>
        </p:txBody>
      </p:sp>
    </p:spTree>
    <p:extLst>
      <p:ext uri="{BB962C8B-B14F-4D97-AF65-F5344CB8AC3E}">
        <p14:creationId xmlns:p14="http://schemas.microsoft.com/office/powerpoint/2010/main" val="247018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65</a:t>
            </a:fld>
            <a:endParaRPr lang="en-MY"/>
          </a:p>
        </p:txBody>
      </p:sp>
    </p:spTree>
    <p:extLst>
      <p:ext uri="{BB962C8B-B14F-4D97-AF65-F5344CB8AC3E}">
        <p14:creationId xmlns:p14="http://schemas.microsoft.com/office/powerpoint/2010/main" val="35284652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66</a:t>
            </a:fld>
            <a:endParaRPr lang="en-MY"/>
          </a:p>
        </p:txBody>
      </p:sp>
    </p:spTree>
    <p:extLst>
      <p:ext uri="{BB962C8B-B14F-4D97-AF65-F5344CB8AC3E}">
        <p14:creationId xmlns:p14="http://schemas.microsoft.com/office/powerpoint/2010/main" val="33038966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67</a:t>
            </a:fld>
            <a:endParaRPr lang="en-MY"/>
          </a:p>
        </p:txBody>
      </p:sp>
    </p:spTree>
    <p:extLst>
      <p:ext uri="{BB962C8B-B14F-4D97-AF65-F5344CB8AC3E}">
        <p14:creationId xmlns:p14="http://schemas.microsoft.com/office/powerpoint/2010/main" val="11973810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68</a:t>
            </a:fld>
            <a:endParaRPr lang="en-MY"/>
          </a:p>
        </p:txBody>
      </p:sp>
    </p:spTree>
    <p:extLst>
      <p:ext uri="{BB962C8B-B14F-4D97-AF65-F5344CB8AC3E}">
        <p14:creationId xmlns:p14="http://schemas.microsoft.com/office/powerpoint/2010/main" val="9370640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69</a:t>
            </a:fld>
            <a:endParaRPr lang="en-MY"/>
          </a:p>
        </p:txBody>
      </p:sp>
    </p:spTree>
    <p:extLst>
      <p:ext uri="{BB962C8B-B14F-4D97-AF65-F5344CB8AC3E}">
        <p14:creationId xmlns:p14="http://schemas.microsoft.com/office/powerpoint/2010/main" val="34258157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p>
        </p:txBody>
      </p:sp>
      <p:sp>
        <p:nvSpPr>
          <p:cNvPr id="4" name="Slide Number Placeholder 3"/>
          <p:cNvSpPr>
            <a:spLocks noGrp="1"/>
          </p:cNvSpPr>
          <p:nvPr>
            <p:ph type="sldNum" sz="quarter" idx="5"/>
          </p:nvPr>
        </p:nvSpPr>
        <p:spPr/>
        <p:txBody>
          <a:bodyPr/>
          <a:lstStyle/>
          <a:p>
            <a:fld id="{92EE0F43-8ECE-4C97-82B9-8923150371CB}" type="slidenum">
              <a:rPr lang="en-MY" smtClean="0"/>
              <a:t>70</a:t>
            </a:fld>
            <a:endParaRPr lang="en-MY"/>
          </a:p>
        </p:txBody>
      </p:sp>
    </p:spTree>
    <p:extLst>
      <p:ext uri="{BB962C8B-B14F-4D97-AF65-F5344CB8AC3E}">
        <p14:creationId xmlns:p14="http://schemas.microsoft.com/office/powerpoint/2010/main" val="23174733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71</a:t>
            </a:fld>
            <a:endParaRPr lang="en-MY"/>
          </a:p>
        </p:txBody>
      </p:sp>
    </p:spTree>
    <p:extLst>
      <p:ext uri="{BB962C8B-B14F-4D97-AF65-F5344CB8AC3E}">
        <p14:creationId xmlns:p14="http://schemas.microsoft.com/office/powerpoint/2010/main" val="16635805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72</a:t>
            </a:fld>
            <a:endParaRPr lang="en-MY"/>
          </a:p>
        </p:txBody>
      </p:sp>
    </p:spTree>
    <p:extLst>
      <p:ext uri="{BB962C8B-B14F-4D97-AF65-F5344CB8AC3E}">
        <p14:creationId xmlns:p14="http://schemas.microsoft.com/office/powerpoint/2010/main" val="34651542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73</a:t>
            </a:fld>
            <a:endParaRPr lang="en-MY"/>
          </a:p>
        </p:txBody>
      </p:sp>
    </p:spTree>
    <p:extLst>
      <p:ext uri="{BB962C8B-B14F-4D97-AF65-F5344CB8AC3E}">
        <p14:creationId xmlns:p14="http://schemas.microsoft.com/office/powerpoint/2010/main" val="5984758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74</a:t>
            </a:fld>
            <a:endParaRPr lang="en-MY"/>
          </a:p>
        </p:txBody>
      </p:sp>
    </p:spTree>
    <p:extLst>
      <p:ext uri="{BB962C8B-B14F-4D97-AF65-F5344CB8AC3E}">
        <p14:creationId xmlns:p14="http://schemas.microsoft.com/office/powerpoint/2010/main" val="37202891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75</a:t>
            </a:fld>
            <a:endParaRPr lang="en-MY"/>
          </a:p>
        </p:txBody>
      </p:sp>
    </p:spTree>
    <p:extLst>
      <p:ext uri="{BB962C8B-B14F-4D97-AF65-F5344CB8AC3E}">
        <p14:creationId xmlns:p14="http://schemas.microsoft.com/office/powerpoint/2010/main" val="32637774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76</a:t>
            </a:fld>
            <a:endParaRPr lang="en-MY"/>
          </a:p>
        </p:txBody>
      </p:sp>
    </p:spTree>
    <p:extLst>
      <p:ext uri="{BB962C8B-B14F-4D97-AF65-F5344CB8AC3E}">
        <p14:creationId xmlns:p14="http://schemas.microsoft.com/office/powerpoint/2010/main" val="42401207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77</a:t>
            </a:fld>
            <a:endParaRPr lang="en-MY"/>
          </a:p>
        </p:txBody>
      </p:sp>
    </p:spTree>
    <p:extLst>
      <p:ext uri="{BB962C8B-B14F-4D97-AF65-F5344CB8AC3E}">
        <p14:creationId xmlns:p14="http://schemas.microsoft.com/office/powerpoint/2010/main" val="16943122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2EE0F43-8ECE-4C97-82B9-8923150371CB}" type="slidenum">
              <a:rPr lang="en-MY" smtClean="0"/>
              <a:t>78</a:t>
            </a:fld>
            <a:endParaRPr lang="en-MY"/>
          </a:p>
        </p:txBody>
      </p:sp>
    </p:spTree>
    <p:extLst>
      <p:ext uri="{BB962C8B-B14F-4D97-AF65-F5344CB8AC3E}">
        <p14:creationId xmlns:p14="http://schemas.microsoft.com/office/powerpoint/2010/main" val="1678068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chemeClr val="tx1"/>
                </a:solidFill>
                <a:latin typeface="Arial"/>
                <a:cs typeface="Arial"/>
              </a:defRPr>
            </a:lvl1p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2B7B9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rgbClr val="585858"/>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chemeClr val="tx1"/>
                </a:solidFill>
                <a:latin typeface="Arial"/>
                <a:cs typeface="Arial"/>
              </a:defRPr>
            </a:lvl1p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2B7B9F"/>
                </a:solidFill>
                <a:latin typeface="Arial"/>
                <a:cs typeface="Arial"/>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chemeClr val="tx1"/>
                </a:solidFill>
                <a:latin typeface="Arial"/>
                <a:cs typeface="Arial"/>
              </a:defRPr>
            </a:lvl1p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2B7B9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chemeClr val="tx1"/>
                </a:solidFill>
                <a:latin typeface="Arial"/>
                <a:cs typeface="Arial"/>
              </a:defRPr>
            </a:lvl1p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chemeClr val="tx1"/>
                </a:solidFill>
                <a:latin typeface="Arial"/>
                <a:cs typeface="Arial"/>
              </a:defRPr>
            </a:lvl1p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20165" y="2704977"/>
            <a:ext cx="7418070" cy="1865376"/>
          </a:xfrm>
          <a:solidFill>
            <a:srgbClr val="FFFFFF"/>
          </a:solidFill>
          <a:ln w="38100">
            <a:solidFill>
              <a:srgbClr val="404040"/>
            </a:solidFill>
          </a:ln>
        </p:spPr>
        <p:txBody>
          <a:bodyPr lIns="274320" rIns="274320" anchor="ctr" anchorCtr="1">
            <a:normAutofit/>
          </a:bodyPr>
          <a:lstStyle>
            <a:lvl1pPr algn="ctr">
              <a:defRPr sz="3135">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223535" y="4932883"/>
            <a:ext cx="5611330" cy="1405213"/>
          </a:xfrm>
          <a:noFill/>
        </p:spPr>
        <p:txBody>
          <a:bodyPr>
            <a:normAutofit/>
          </a:bodyPr>
          <a:lstStyle>
            <a:lvl1pPr marL="0" indent="0" algn="ctr">
              <a:buNone/>
              <a:defRPr sz="1650">
                <a:solidFill>
                  <a:schemeClr val="tx1">
                    <a:lumMod val="75000"/>
                    <a:lumOff val="25000"/>
                  </a:schemeClr>
                </a:solidFill>
              </a:defRPr>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endParaRPr lang="en-US" dirty="0"/>
          </a:p>
        </p:txBody>
      </p:sp>
      <p:sp>
        <p:nvSpPr>
          <p:cNvPr id="4" name="Date Placeholder 3"/>
          <p:cNvSpPr>
            <a:spLocks noGrp="1"/>
          </p:cNvSpPr>
          <p:nvPr>
            <p:ph type="dt" sz="half" idx="10"/>
          </p:nvPr>
        </p:nvSpPr>
        <p:spPr>
          <a:xfrm>
            <a:off x="502920" y="7228332"/>
            <a:ext cx="2313432" cy="276999"/>
          </a:xfrm>
        </p:spPr>
        <p:txBody>
          <a:bodyPr/>
          <a:lstStyle/>
          <a:p>
            <a:fld id="{22B3704E-7C69-44BA-B539-C7EB4170BD56}" type="datetime1">
              <a:rPr lang="en-MY" smtClean="0"/>
              <a:t>30/11/2025</a:t>
            </a:fld>
            <a:endParaRPr lang="en-MY"/>
          </a:p>
        </p:txBody>
      </p:sp>
      <p:sp>
        <p:nvSpPr>
          <p:cNvPr id="5" name="Footer Placeholder 4"/>
          <p:cNvSpPr>
            <a:spLocks noGrp="1"/>
          </p:cNvSpPr>
          <p:nvPr>
            <p:ph type="ftr" sz="quarter" idx="11"/>
          </p:nvPr>
        </p:nvSpPr>
        <p:spPr>
          <a:xfrm>
            <a:off x="1374139" y="6765884"/>
            <a:ext cx="6783070" cy="169277"/>
          </a:xfrm>
        </p:spPr>
        <p:txBody>
          <a:bodyPr/>
          <a:lstStyle/>
          <a:p>
            <a:endParaRPr lang="en-MY"/>
          </a:p>
        </p:txBody>
      </p:sp>
      <p:sp>
        <p:nvSpPr>
          <p:cNvPr id="6" name="Slide Number Placeholder 5"/>
          <p:cNvSpPr>
            <a:spLocks noGrp="1"/>
          </p:cNvSpPr>
          <p:nvPr>
            <p:ph type="sldNum" sz="quarter" idx="12"/>
          </p:nvPr>
        </p:nvSpPr>
        <p:spPr>
          <a:xfrm>
            <a:off x="7242048" y="7228332"/>
            <a:ext cx="2313432" cy="276999"/>
          </a:xfrm>
        </p:spPr>
        <p:txBody>
          <a:bodyPr/>
          <a:lstStyle/>
          <a:p>
            <a:fld id="{812DB1C3-3C1A-4295-AE03-F5E9BFC8467C}" type="slidenum">
              <a:rPr lang="en-MY" smtClean="0"/>
              <a:t>‹#›</a:t>
            </a:fld>
            <a:endParaRPr lang="en-MY"/>
          </a:p>
        </p:txBody>
      </p:sp>
    </p:spTree>
    <p:extLst>
      <p:ext uri="{BB962C8B-B14F-4D97-AF65-F5344CB8AC3E}">
        <p14:creationId xmlns:p14="http://schemas.microsoft.com/office/powerpoint/2010/main" val="2691825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1">
          <a:gsLst>
            <a:gs pos="0">
              <a:srgbClr val="E2DBCA"/>
            </a:gs>
            <a:gs pos="77000">
              <a:srgbClr val="CAC3B1"/>
            </a:gs>
            <a:gs pos="100000">
              <a:srgbClr val="C1BBAB"/>
            </a:gs>
          </a:gsLst>
          <a:lin ang="540000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47B1A-2545-F9D9-2DF0-B5DBF38F4EDC}"/>
              </a:ext>
            </a:extLst>
          </p:cNvPr>
          <p:cNvSpPr/>
          <p:nvPr/>
        </p:nvSpPr>
        <p:spPr>
          <a:xfrm>
            <a:off x="0" y="0"/>
            <a:ext cx="10058400" cy="77724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hangingPunct="1">
              <a:defRPr/>
            </a:pPr>
            <a:endParaRPr lang="en-MY" sz="1980"/>
          </a:p>
        </p:txBody>
      </p:sp>
      <p:sp>
        <p:nvSpPr>
          <p:cNvPr id="5" name="Rectangle 4">
            <a:extLst>
              <a:ext uri="{FF2B5EF4-FFF2-40B4-BE49-F238E27FC236}">
                <a16:creationId xmlns:a16="http://schemas.microsoft.com/office/drawing/2014/main" id="{11EF3CCB-3F26-D002-96A6-3614D7B6B7CC}"/>
              </a:ext>
            </a:extLst>
          </p:cNvPr>
          <p:cNvSpPr/>
          <p:nvPr/>
        </p:nvSpPr>
        <p:spPr>
          <a:xfrm>
            <a:off x="1078993" y="1445029"/>
            <a:ext cx="7900417" cy="488234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pPr eaLnBrk="1" hangingPunct="1">
              <a:defRPr/>
            </a:pPr>
            <a:endParaRPr lang="en-MY" sz="1980"/>
          </a:p>
        </p:txBody>
      </p:sp>
      <p:sp>
        <p:nvSpPr>
          <p:cNvPr id="6" name="Rectangle 5">
            <a:extLst>
              <a:ext uri="{FF2B5EF4-FFF2-40B4-BE49-F238E27FC236}">
                <a16:creationId xmlns:a16="http://schemas.microsoft.com/office/drawing/2014/main" id="{38C7C005-CC5B-1767-AA4D-EC3D3D8AC940}"/>
              </a:ext>
            </a:extLst>
          </p:cNvPr>
          <p:cNvSpPr/>
          <p:nvPr/>
        </p:nvSpPr>
        <p:spPr>
          <a:xfrm>
            <a:off x="1196182" y="1570674"/>
            <a:ext cx="7666038" cy="4631055"/>
          </a:xfrm>
          <a:prstGeom prst="rect">
            <a:avLst/>
          </a:prstGeom>
          <a:noFill/>
          <a:ln w="6350" cap="sq" cmpd="sng" algn="ctr">
            <a:solidFill>
              <a:schemeClr val="tx1">
                <a:lumMod val="75000"/>
                <a:lumOff val="25000"/>
              </a:schemeClr>
            </a:solidFill>
            <a:prstDash val="solid"/>
            <a:miter lim="800000"/>
          </a:ln>
          <a:effectLst/>
        </p:spPr>
        <p:txBody>
          <a:bodyPr/>
          <a:lstStyle/>
          <a:p>
            <a:pPr eaLnBrk="1" hangingPunct="1">
              <a:defRPr/>
            </a:pPr>
            <a:endParaRPr lang="en-MY" sz="1980"/>
          </a:p>
        </p:txBody>
      </p:sp>
      <p:sp>
        <p:nvSpPr>
          <p:cNvPr id="7" name="Rectangle 6">
            <a:extLst>
              <a:ext uri="{FF2B5EF4-FFF2-40B4-BE49-F238E27FC236}">
                <a16:creationId xmlns:a16="http://schemas.microsoft.com/office/drawing/2014/main" id="{6B1A7ACA-DFE5-7C52-7FD6-2A9D26F970C5}"/>
              </a:ext>
            </a:extLst>
          </p:cNvPr>
          <p:cNvSpPr/>
          <p:nvPr/>
        </p:nvSpPr>
        <p:spPr>
          <a:xfrm>
            <a:off x="4173538" y="1437535"/>
            <a:ext cx="1711325" cy="7250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hangingPunct="1">
              <a:defRPr/>
            </a:pPr>
            <a:endParaRPr lang="en-MY" sz="1980"/>
          </a:p>
        </p:txBody>
      </p:sp>
      <p:grpSp>
        <p:nvGrpSpPr>
          <p:cNvPr id="8" name="Group 11">
            <a:extLst>
              <a:ext uri="{FF2B5EF4-FFF2-40B4-BE49-F238E27FC236}">
                <a16:creationId xmlns:a16="http://schemas.microsoft.com/office/drawing/2014/main" id="{0E727CCE-703C-B9C0-1CB4-F5F41D6194A4}"/>
              </a:ext>
            </a:extLst>
          </p:cNvPr>
          <p:cNvGrpSpPr>
            <a:grpSpLocks/>
          </p:cNvGrpSpPr>
          <p:nvPr/>
        </p:nvGrpSpPr>
        <p:grpSpPr bwMode="auto">
          <a:xfrm>
            <a:off x="4274820" y="1437535"/>
            <a:ext cx="1508760" cy="620712"/>
            <a:chOff x="5318306" y="1386268"/>
            <a:chExt cx="1567331" cy="645295"/>
          </a:xfrm>
        </p:grpSpPr>
        <p:cxnSp>
          <p:nvCxnSpPr>
            <p:cNvPr id="9" name="Straight Connector 8">
              <a:extLst>
                <a:ext uri="{FF2B5EF4-FFF2-40B4-BE49-F238E27FC236}">
                  <a16:creationId xmlns:a16="http://schemas.microsoft.com/office/drawing/2014/main" id="{ACAD841C-2D81-6A7C-4318-84F0BC97358A}"/>
                </a:ext>
              </a:extLst>
            </p:cNvPr>
            <p:cNvCxnSpPr/>
            <p:nvPr/>
          </p:nvCxnSpPr>
          <p:spPr>
            <a:xfrm>
              <a:off x="5318306"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A6A6B9-3FBF-EFCF-2ABB-ED085822167B}"/>
                </a:ext>
              </a:extLst>
            </p:cNvPr>
            <p:cNvCxnSpPr/>
            <p:nvPr/>
          </p:nvCxnSpPr>
          <p:spPr>
            <a:xfrm>
              <a:off x="6885637"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41CA50-F05D-056E-AEA2-B91895E0DCA8}"/>
                </a:ext>
              </a:extLst>
            </p:cNvPr>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288409" y="2370098"/>
            <a:ext cx="7481584" cy="2936240"/>
          </a:xfrm>
        </p:spPr>
        <p:txBody>
          <a:bodyPr>
            <a:noAutofit/>
          </a:bodyPr>
          <a:lstStyle>
            <a:lvl1pPr algn="ctr">
              <a:lnSpc>
                <a:spcPct val="83000"/>
              </a:lnSpc>
              <a:defRPr lang="en-US" sz="6820" b="0" kern="1200" cap="all" spc="-11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288732" y="5306337"/>
            <a:ext cx="7483450" cy="569976"/>
          </a:xfrm>
        </p:spPr>
        <p:txBody>
          <a:bodyPr>
            <a:normAutofit/>
          </a:bodyPr>
          <a:lstStyle>
            <a:lvl1pPr marL="0" indent="0" algn="ctr">
              <a:spcBef>
                <a:spcPts val="0"/>
              </a:spcBef>
              <a:buNone/>
              <a:defRPr sz="1540" spc="88" baseline="0">
                <a:solidFill>
                  <a:schemeClr val="tx1"/>
                </a:solidFill>
              </a:defRPr>
            </a:lvl1pPr>
            <a:lvl2pPr marL="502920" indent="0" algn="ctr">
              <a:buNone/>
              <a:defRPr sz="1540"/>
            </a:lvl2pPr>
            <a:lvl3pPr marL="1005840" indent="0" algn="ctr">
              <a:buNone/>
              <a:defRPr sz="1540"/>
            </a:lvl3pPr>
            <a:lvl4pPr marL="1508760" indent="0" algn="ctr">
              <a:buNone/>
              <a:defRPr sz="1540"/>
            </a:lvl4pPr>
            <a:lvl5pPr marL="2011680" indent="0" algn="ctr">
              <a:buNone/>
              <a:defRPr sz="1540"/>
            </a:lvl5pPr>
            <a:lvl6pPr marL="2514600" indent="0" algn="ctr">
              <a:buNone/>
              <a:defRPr sz="1540"/>
            </a:lvl6pPr>
            <a:lvl7pPr marL="3017520" indent="0" algn="ctr">
              <a:buNone/>
              <a:defRPr sz="1540"/>
            </a:lvl7pPr>
            <a:lvl8pPr marL="3520440" indent="0" algn="ctr">
              <a:buNone/>
              <a:defRPr sz="1540"/>
            </a:lvl8pPr>
            <a:lvl9pPr marL="4023360" indent="0" algn="ctr">
              <a:buNone/>
              <a:defRPr sz="1540"/>
            </a:lvl9pPr>
          </a:lstStyle>
          <a:p>
            <a:r>
              <a:rPr lang="en-US"/>
              <a:t>Click to edit Master subtitle style</a:t>
            </a:r>
            <a:endParaRPr lang="en-US" dirty="0"/>
          </a:p>
        </p:txBody>
      </p:sp>
      <p:sp>
        <p:nvSpPr>
          <p:cNvPr id="12" name="Date Placeholder 19">
            <a:extLst>
              <a:ext uri="{FF2B5EF4-FFF2-40B4-BE49-F238E27FC236}">
                <a16:creationId xmlns:a16="http://schemas.microsoft.com/office/drawing/2014/main" id="{36308595-11BA-CCB8-B442-8D017527D779}"/>
              </a:ext>
            </a:extLst>
          </p:cNvPr>
          <p:cNvSpPr>
            <a:spLocks noGrp="1"/>
          </p:cNvSpPr>
          <p:nvPr>
            <p:ph type="dt" sz="half" idx="10"/>
          </p:nvPr>
        </p:nvSpPr>
        <p:spPr>
          <a:xfrm>
            <a:off x="4325462" y="1504103"/>
            <a:ext cx="1407478" cy="518160"/>
          </a:xfrm>
        </p:spPr>
        <p:txBody>
          <a:bodyPr/>
          <a:lstStyle>
            <a:lvl1pPr algn="ctr">
              <a:defRPr sz="1210" spc="0" baseline="0">
                <a:solidFill>
                  <a:schemeClr val="tx1"/>
                </a:solidFill>
                <a:latin typeface="+mn-lt"/>
              </a:defRPr>
            </a:lvl1pPr>
          </a:lstStyle>
          <a:p>
            <a:pPr>
              <a:defRPr/>
            </a:pPr>
            <a:fld id="{BA521BDB-6BAB-4780-A1F5-337E30156986}" type="datetimeFigureOut">
              <a:rPr lang="en-US"/>
              <a:pPr>
                <a:defRPr/>
              </a:pPr>
              <a:t>11/30/2025</a:t>
            </a:fld>
            <a:endParaRPr lang="en-US"/>
          </a:p>
        </p:txBody>
      </p:sp>
      <p:sp>
        <p:nvSpPr>
          <p:cNvPr id="13" name="Footer Placeholder 20">
            <a:extLst>
              <a:ext uri="{FF2B5EF4-FFF2-40B4-BE49-F238E27FC236}">
                <a16:creationId xmlns:a16="http://schemas.microsoft.com/office/drawing/2014/main" id="{086B20C6-6576-CE85-F8DE-8E52D32E5113}"/>
              </a:ext>
            </a:extLst>
          </p:cNvPr>
          <p:cNvSpPr>
            <a:spLocks noGrp="1"/>
          </p:cNvSpPr>
          <p:nvPr>
            <p:ph type="ftr" sz="quarter" idx="11"/>
          </p:nvPr>
        </p:nvSpPr>
        <p:spPr>
          <a:xfrm>
            <a:off x="1215390" y="5906665"/>
            <a:ext cx="4872038" cy="259080"/>
          </a:xfrm>
        </p:spPr>
        <p:txBody>
          <a:bodyPr/>
          <a:lstStyle>
            <a:lvl1pPr algn="l">
              <a:defRPr sz="990">
                <a:solidFill>
                  <a:schemeClr val="tx1">
                    <a:lumMod val="75000"/>
                    <a:lumOff val="25000"/>
                  </a:schemeClr>
                </a:solidFill>
              </a:defRPr>
            </a:lvl1pPr>
          </a:lstStyle>
          <a:p>
            <a:pPr>
              <a:defRPr/>
            </a:pPr>
            <a:endParaRPr lang="en-US"/>
          </a:p>
        </p:txBody>
      </p:sp>
      <p:sp>
        <p:nvSpPr>
          <p:cNvPr id="14" name="Slide Number Placeholder 21">
            <a:extLst>
              <a:ext uri="{FF2B5EF4-FFF2-40B4-BE49-F238E27FC236}">
                <a16:creationId xmlns:a16="http://schemas.microsoft.com/office/drawing/2014/main" id="{AC7C1D29-A4FB-1C64-1393-E86DFEB2EA31}"/>
              </a:ext>
            </a:extLst>
          </p:cNvPr>
          <p:cNvSpPr>
            <a:spLocks noGrp="1"/>
          </p:cNvSpPr>
          <p:nvPr>
            <p:ph type="sldNum" sz="quarter" idx="12"/>
          </p:nvPr>
        </p:nvSpPr>
        <p:spPr>
          <a:xfrm>
            <a:off x="7100253" y="5906665"/>
            <a:ext cx="1742758" cy="259080"/>
          </a:xfrm>
        </p:spPr>
        <p:txBody>
          <a:bodyPr/>
          <a:lstStyle>
            <a:lvl1pPr>
              <a:defRPr>
                <a:solidFill>
                  <a:schemeClr val="tx1">
                    <a:lumMod val="75000"/>
                    <a:lumOff val="25000"/>
                  </a:schemeClr>
                </a:solidFill>
              </a:defRPr>
            </a:lvl1pPr>
          </a:lstStyle>
          <a:p>
            <a:pPr>
              <a:defRPr/>
            </a:pPr>
            <a:fld id="{A9B0ABFE-CA9A-4178-818C-46A469A7E97C}" type="slidenum">
              <a:rPr lang="en-US"/>
              <a:pPr>
                <a:defRPr/>
              </a:pPr>
              <a:t>‹#›</a:t>
            </a:fld>
            <a:endParaRPr lang="en-US"/>
          </a:p>
        </p:txBody>
      </p:sp>
    </p:spTree>
    <p:extLst>
      <p:ext uri="{BB962C8B-B14F-4D97-AF65-F5344CB8AC3E}">
        <p14:creationId xmlns:p14="http://schemas.microsoft.com/office/powerpoint/2010/main" val="342442975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C67473-B5FA-1999-AFF5-F28CC4A37DA9}"/>
              </a:ext>
            </a:extLst>
          </p:cNvPr>
          <p:cNvCxnSpPr/>
          <p:nvPr userDrawn="1"/>
        </p:nvCxnSpPr>
        <p:spPr>
          <a:xfrm>
            <a:off x="502920" y="1640840"/>
            <a:ext cx="905256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6">
            <a:extLst>
              <a:ext uri="{FF2B5EF4-FFF2-40B4-BE49-F238E27FC236}">
                <a16:creationId xmlns:a16="http://schemas.microsoft.com/office/drawing/2014/main" id="{41D5ABE2-0587-625F-2731-5BB4AF5C6F31}"/>
              </a:ext>
            </a:extLst>
          </p:cNvPr>
          <p:cNvSpPr>
            <a:spLocks noGrp="1"/>
          </p:cNvSpPr>
          <p:nvPr>
            <p:ph type="dt" sz="half" idx="10"/>
          </p:nvPr>
        </p:nvSpPr>
        <p:spPr/>
        <p:txBody>
          <a:bodyPr/>
          <a:lstStyle>
            <a:lvl1pPr>
              <a:defRPr/>
            </a:lvl1pPr>
          </a:lstStyle>
          <a:p>
            <a:pPr>
              <a:defRPr/>
            </a:pPr>
            <a:fld id="{77EA52AC-779A-4AB3-A8C7-D06654800D1F}" type="datetimeFigureOut">
              <a:rPr lang="en-US"/>
              <a:pPr>
                <a:defRPr/>
              </a:pPr>
              <a:t>11/30/2025</a:t>
            </a:fld>
            <a:endParaRPr lang="en-US"/>
          </a:p>
        </p:txBody>
      </p:sp>
      <p:sp>
        <p:nvSpPr>
          <p:cNvPr id="6" name="Footer Placeholder 7">
            <a:extLst>
              <a:ext uri="{FF2B5EF4-FFF2-40B4-BE49-F238E27FC236}">
                <a16:creationId xmlns:a16="http://schemas.microsoft.com/office/drawing/2014/main" id="{C2861406-35A7-0E3B-8E3D-C4FCCACDEC4D}"/>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8">
            <a:extLst>
              <a:ext uri="{FF2B5EF4-FFF2-40B4-BE49-F238E27FC236}">
                <a16:creationId xmlns:a16="http://schemas.microsoft.com/office/drawing/2014/main" id="{4461F404-0E3E-8756-BD0B-2831A1CF8F61}"/>
              </a:ext>
            </a:extLst>
          </p:cNvPr>
          <p:cNvSpPr>
            <a:spLocks noGrp="1"/>
          </p:cNvSpPr>
          <p:nvPr>
            <p:ph type="sldNum" sz="quarter" idx="12"/>
          </p:nvPr>
        </p:nvSpPr>
        <p:spPr/>
        <p:txBody>
          <a:bodyPr/>
          <a:lstStyle>
            <a:lvl1pPr>
              <a:defRPr/>
            </a:lvl1pPr>
          </a:lstStyle>
          <a:p>
            <a:pPr>
              <a:defRPr/>
            </a:pPr>
            <a:fld id="{FEC0A77A-6AE9-4339-8EDC-B3A888ABFEDF}" type="slidenum">
              <a:rPr lang="en-US"/>
              <a:pPr>
                <a:defRPr/>
              </a:pPr>
              <a:t>‹#›</a:t>
            </a:fld>
            <a:endParaRPr lang="en-US"/>
          </a:p>
        </p:txBody>
      </p:sp>
    </p:spTree>
    <p:extLst>
      <p:ext uri="{BB962C8B-B14F-4D97-AF65-F5344CB8AC3E}">
        <p14:creationId xmlns:p14="http://schemas.microsoft.com/office/powerpoint/2010/main" val="3132680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rotWithShape="1">
          <a:gsLst>
            <a:gs pos="0">
              <a:srgbClr val="E2DBCA"/>
            </a:gs>
            <a:gs pos="77000">
              <a:srgbClr val="CAC3B1"/>
            </a:gs>
            <a:gs pos="100000">
              <a:srgbClr val="C1BBAB"/>
            </a:gs>
          </a:gsLst>
          <a:lin ang="540000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665297-B33D-3F23-824C-D39FEBAA2AB8}"/>
              </a:ext>
            </a:extLst>
          </p:cNvPr>
          <p:cNvSpPr/>
          <p:nvPr/>
        </p:nvSpPr>
        <p:spPr>
          <a:xfrm>
            <a:off x="0" y="0"/>
            <a:ext cx="10058400" cy="77724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BF32E4C1-53D6-AFB4-454E-5F7B6EB8CE36}"/>
              </a:ext>
            </a:extLst>
          </p:cNvPr>
          <p:cNvSpPr/>
          <p:nvPr/>
        </p:nvSpPr>
        <p:spPr>
          <a:xfrm>
            <a:off x="1078993" y="1445029"/>
            <a:ext cx="7900417" cy="488234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6" name="Rectangle 5">
            <a:extLst>
              <a:ext uri="{FF2B5EF4-FFF2-40B4-BE49-F238E27FC236}">
                <a16:creationId xmlns:a16="http://schemas.microsoft.com/office/drawing/2014/main" id="{041B70B5-05FA-2F23-3D68-E1A812A9CBB4}"/>
              </a:ext>
            </a:extLst>
          </p:cNvPr>
          <p:cNvSpPr/>
          <p:nvPr/>
        </p:nvSpPr>
        <p:spPr>
          <a:xfrm>
            <a:off x="1196182" y="1570674"/>
            <a:ext cx="7666038" cy="4631055"/>
          </a:xfrm>
          <a:prstGeom prst="rect">
            <a:avLst/>
          </a:prstGeom>
          <a:noFill/>
          <a:ln w="6350" cap="sq" cmpd="sng" algn="ctr">
            <a:solidFill>
              <a:schemeClr val="tx1">
                <a:lumMod val="75000"/>
                <a:lumOff val="25000"/>
              </a:schemeClr>
            </a:solidFill>
            <a:prstDash val="solid"/>
            <a:miter lim="800000"/>
          </a:ln>
          <a:effectLst/>
        </p:spPr>
      </p:sp>
      <p:sp>
        <p:nvSpPr>
          <p:cNvPr id="7" name="Rectangle 6">
            <a:extLst>
              <a:ext uri="{FF2B5EF4-FFF2-40B4-BE49-F238E27FC236}">
                <a16:creationId xmlns:a16="http://schemas.microsoft.com/office/drawing/2014/main" id="{AA9C7D6B-3490-A9C8-2DAD-F5572A0ADB9F}"/>
              </a:ext>
            </a:extLst>
          </p:cNvPr>
          <p:cNvSpPr/>
          <p:nvPr/>
        </p:nvSpPr>
        <p:spPr>
          <a:xfrm>
            <a:off x="4173538" y="1437535"/>
            <a:ext cx="1711325" cy="7250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8" name="Group 11">
            <a:extLst>
              <a:ext uri="{FF2B5EF4-FFF2-40B4-BE49-F238E27FC236}">
                <a16:creationId xmlns:a16="http://schemas.microsoft.com/office/drawing/2014/main" id="{DA6582D5-792F-E810-B960-C37ACD14F113}"/>
              </a:ext>
            </a:extLst>
          </p:cNvPr>
          <p:cNvGrpSpPr>
            <a:grpSpLocks/>
          </p:cNvGrpSpPr>
          <p:nvPr/>
        </p:nvGrpSpPr>
        <p:grpSpPr bwMode="auto">
          <a:xfrm>
            <a:off x="4274820" y="1437535"/>
            <a:ext cx="1508760" cy="620712"/>
            <a:chOff x="5318306" y="1386268"/>
            <a:chExt cx="1567331" cy="645295"/>
          </a:xfrm>
        </p:grpSpPr>
        <p:cxnSp>
          <p:nvCxnSpPr>
            <p:cNvPr id="9" name="Straight Connector 8">
              <a:extLst>
                <a:ext uri="{FF2B5EF4-FFF2-40B4-BE49-F238E27FC236}">
                  <a16:creationId xmlns:a16="http://schemas.microsoft.com/office/drawing/2014/main" id="{B3BF7C4F-4A18-957D-831F-798CFA590509}"/>
                </a:ext>
              </a:extLst>
            </p:cNvPr>
            <p:cNvCxnSpPr/>
            <p:nvPr/>
          </p:nvCxnSpPr>
          <p:spPr>
            <a:xfrm>
              <a:off x="5318306"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3F666C7-A790-10CD-1D66-F66A2C5D07A6}"/>
                </a:ext>
              </a:extLst>
            </p:cNvPr>
            <p:cNvCxnSpPr/>
            <p:nvPr/>
          </p:nvCxnSpPr>
          <p:spPr>
            <a:xfrm>
              <a:off x="6885637"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D5D89E5-12CB-0CBD-B84F-0C174C762337}"/>
                </a:ext>
              </a:extLst>
            </p:cNvPr>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289989" y="2373550"/>
            <a:ext cx="7483450" cy="2932786"/>
          </a:xfrm>
        </p:spPr>
        <p:txBody>
          <a:bodyPr>
            <a:noAutofit/>
          </a:bodyPr>
          <a:lstStyle>
            <a:lvl1pPr algn="ctr">
              <a:lnSpc>
                <a:spcPct val="83000"/>
              </a:lnSpc>
              <a:defRPr lang="en-US" sz="6820" kern="1200" cap="all" spc="-11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289990" y="5306337"/>
            <a:ext cx="7483450" cy="569976"/>
          </a:xfrm>
        </p:spPr>
        <p:txBody>
          <a:bodyPr>
            <a:normAutofit/>
          </a:bodyPr>
          <a:lstStyle>
            <a:lvl1pPr marL="0" indent="0" algn="ctr">
              <a:buNone/>
              <a:defRPr sz="1540">
                <a:solidFill>
                  <a:schemeClr val="tx1"/>
                </a:solidFill>
                <a:effectLst/>
              </a:defRPr>
            </a:lvl1pPr>
            <a:lvl2pPr marL="502920" indent="0">
              <a:buNone/>
              <a:defRPr sz="1540">
                <a:solidFill>
                  <a:schemeClr val="tx1">
                    <a:tint val="75000"/>
                  </a:schemeClr>
                </a:solidFill>
              </a:defRPr>
            </a:lvl2pPr>
            <a:lvl3pPr marL="1005840" indent="0">
              <a:buNone/>
              <a:defRPr sz="1540">
                <a:solidFill>
                  <a:schemeClr val="tx1">
                    <a:tint val="75000"/>
                  </a:schemeClr>
                </a:solidFill>
              </a:defRPr>
            </a:lvl3pPr>
            <a:lvl4pPr marL="1508760" indent="0">
              <a:buNone/>
              <a:defRPr sz="1540">
                <a:solidFill>
                  <a:schemeClr val="tx1">
                    <a:tint val="75000"/>
                  </a:schemeClr>
                </a:solidFill>
              </a:defRPr>
            </a:lvl4pPr>
            <a:lvl5pPr marL="2011680" indent="0">
              <a:buNone/>
              <a:defRPr sz="1540">
                <a:solidFill>
                  <a:schemeClr val="tx1">
                    <a:tint val="75000"/>
                  </a:schemeClr>
                </a:solidFill>
              </a:defRPr>
            </a:lvl5pPr>
            <a:lvl6pPr marL="2514600" indent="0">
              <a:buNone/>
              <a:defRPr sz="1540">
                <a:solidFill>
                  <a:schemeClr val="tx1">
                    <a:tint val="75000"/>
                  </a:schemeClr>
                </a:solidFill>
              </a:defRPr>
            </a:lvl6pPr>
            <a:lvl7pPr marL="3017520" indent="0">
              <a:buNone/>
              <a:defRPr sz="1540">
                <a:solidFill>
                  <a:schemeClr val="tx1">
                    <a:tint val="75000"/>
                  </a:schemeClr>
                </a:solidFill>
              </a:defRPr>
            </a:lvl7pPr>
            <a:lvl8pPr marL="3520440" indent="0">
              <a:buNone/>
              <a:defRPr sz="1540">
                <a:solidFill>
                  <a:schemeClr val="tx1">
                    <a:tint val="75000"/>
                  </a:schemeClr>
                </a:solidFill>
              </a:defRPr>
            </a:lvl8pPr>
            <a:lvl9pPr marL="4023360" indent="0">
              <a:buNone/>
              <a:defRPr sz="1540">
                <a:solidFill>
                  <a:schemeClr val="tx1">
                    <a:tint val="75000"/>
                  </a:schemeClr>
                </a:solidFill>
              </a:defRPr>
            </a:lvl9pPr>
          </a:lstStyle>
          <a:p>
            <a:pPr lvl="0"/>
            <a:r>
              <a:rPr lang="en-US"/>
              <a:t>Click to edit Master text styles</a:t>
            </a:r>
          </a:p>
        </p:txBody>
      </p:sp>
      <p:sp>
        <p:nvSpPr>
          <p:cNvPr id="12" name="Date Placeholder 3">
            <a:extLst>
              <a:ext uri="{FF2B5EF4-FFF2-40B4-BE49-F238E27FC236}">
                <a16:creationId xmlns:a16="http://schemas.microsoft.com/office/drawing/2014/main" id="{ED46EBBD-DF1D-56D4-4720-7F2996CF089D}"/>
              </a:ext>
            </a:extLst>
          </p:cNvPr>
          <p:cNvSpPr>
            <a:spLocks noGrp="1"/>
          </p:cNvSpPr>
          <p:nvPr>
            <p:ph type="dt" sz="half" idx="10"/>
          </p:nvPr>
        </p:nvSpPr>
        <p:spPr>
          <a:xfrm>
            <a:off x="4325462" y="1502305"/>
            <a:ext cx="1407478" cy="518160"/>
          </a:xfrm>
        </p:spPr>
        <p:txBody>
          <a:bodyPr/>
          <a:lstStyle>
            <a:lvl1pPr algn="ctr">
              <a:defRPr lang="en-US" sz="1210" kern="1200" spc="0" baseline="0">
                <a:solidFill>
                  <a:schemeClr val="tx1"/>
                </a:solidFill>
                <a:latin typeface="+mn-lt"/>
                <a:ea typeface="+mn-ea"/>
                <a:cs typeface="+mn-cs"/>
              </a:defRPr>
            </a:lvl1pPr>
          </a:lstStyle>
          <a:p>
            <a:pPr>
              <a:defRPr/>
            </a:pPr>
            <a:fld id="{38FD20B0-DBBE-480A-B0B0-AD183ACB808D}" type="datetimeFigureOut">
              <a:rPr lang="en-US"/>
              <a:pPr>
                <a:defRPr/>
              </a:pPr>
              <a:t>11/30/2025</a:t>
            </a:fld>
            <a:endParaRPr/>
          </a:p>
        </p:txBody>
      </p:sp>
      <p:sp>
        <p:nvSpPr>
          <p:cNvPr id="13" name="Footer Placeholder 4">
            <a:extLst>
              <a:ext uri="{FF2B5EF4-FFF2-40B4-BE49-F238E27FC236}">
                <a16:creationId xmlns:a16="http://schemas.microsoft.com/office/drawing/2014/main" id="{5AC7FF79-4543-4D63-772D-B91715F5AFAB}"/>
              </a:ext>
            </a:extLst>
          </p:cNvPr>
          <p:cNvSpPr>
            <a:spLocks noGrp="1"/>
          </p:cNvSpPr>
          <p:nvPr>
            <p:ph type="ftr" sz="quarter" idx="11"/>
          </p:nvPr>
        </p:nvSpPr>
        <p:spPr>
          <a:xfrm>
            <a:off x="1215391" y="5906665"/>
            <a:ext cx="4873784" cy="259080"/>
          </a:xfrm>
        </p:spPr>
        <p:txBody>
          <a:bodyPr/>
          <a:lstStyle>
            <a:lvl1pPr algn="l">
              <a:defRPr/>
            </a:lvl1pPr>
          </a:lstStyle>
          <a:p>
            <a:pPr>
              <a:defRPr/>
            </a:pPr>
            <a:r>
              <a:rPr lang="en-US"/>
              <a:t>© Copyright 2011 John Wiley &amp; Sons, Inc.</a:t>
            </a:r>
          </a:p>
        </p:txBody>
      </p:sp>
      <p:sp>
        <p:nvSpPr>
          <p:cNvPr id="14" name="Slide Number Placeholder 5">
            <a:extLst>
              <a:ext uri="{FF2B5EF4-FFF2-40B4-BE49-F238E27FC236}">
                <a16:creationId xmlns:a16="http://schemas.microsoft.com/office/drawing/2014/main" id="{F8DF575D-4005-FFA7-9BDD-27447DE552BB}"/>
              </a:ext>
            </a:extLst>
          </p:cNvPr>
          <p:cNvSpPr>
            <a:spLocks noGrp="1"/>
          </p:cNvSpPr>
          <p:nvPr>
            <p:ph type="sldNum" sz="quarter" idx="12"/>
          </p:nvPr>
        </p:nvSpPr>
        <p:spPr>
          <a:xfrm>
            <a:off x="7098507" y="5906665"/>
            <a:ext cx="1742758" cy="259080"/>
          </a:xfrm>
        </p:spPr>
        <p:txBody>
          <a:bodyPr/>
          <a:lstStyle>
            <a:lvl1pPr>
              <a:defRPr/>
            </a:lvl1pPr>
          </a:lstStyle>
          <a:p>
            <a:pPr>
              <a:defRPr/>
            </a:pPr>
            <a:fld id="{12EB1257-53CA-4E8E-9164-0D214418442B}" type="slidenum">
              <a:rPr lang="en-US"/>
              <a:pPr>
                <a:defRPr/>
              </a:pPr>
              <a:t>‹#›</a:t>
            </a:fld>
            <a:endParaRPr lang="en-US"/>
          </a:p>
        </p:txBody>
      </p:sp>
    </p:spTree>
    <p:extLst>
      <p:ext uri="{BB962C8B-B14F-4D97-AF65-F5344CB8AC3E}">
        <p14:creationId xmlns:p14="http://schemas.microsoft.com/office/powerpoint/2010/main" val="3209925513"/>
      </p:ext>
    </p:extLst>
  </p:cSld>
  <p:clrMapOvr>
    <a:overrideClrMapping bg1="lt1" tx1="dk1" bg2="lt2" tx2="dk2" accent1="accent1" accent2="accent2" accent3="accent3" accent4="accent4" accent5="accent5" accent6="accent6" hlink="hlink" folHlink="folHlink"/>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4672" y="2383536"/>
            <a:ext cx="4023360" cy="4456176"/>
          </a:xfrm>
        </p:spPr>
        <p:txBody>
          <a:bodyPr/>
          <a:lstStyle>
            <a:lvl1pPr>
              <a:defRPr sz="1980"/>
            </a:lvl1pPr>
            <a:lvl2pPr>
              <a:defRPr sz="1760"/>
            </a:lvl2pPr>
            <a:lvl3pPr>
              <a:defRPr sz="1540"/>
            </a:lvl3pPr>
            <a:lvl4pPr>
              <a:defRPr sz="1540"/>
            </a:lvl4pPr>
            <a:lvl5pPr>
              <a:defRPr sz="1540"/>
            </a:lvl5pPr>
            <a:lvl6pPr>
              <a:defRPr sz="1540"/>
            </a:lvl6pPr>
            <a:lvl7pPr>
              <a:defRPr sz="1540"/>
            </a:lvl7pPr>
            <a:lvl8pPr>
              <a:defRPr sz="1540"/>
            </a:lvl8pPr>
            <a:lvl9pPr>
              <a:defRPr sz="15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230368" y="2383536"/>
            <a:ext cx="4023360" cy="4456176"/>
          </a:xfrm>
        </p:spPr>
        <p:txBody>
          <a:bodyPr/>
          <a:lstStyle>
            <a:lvl1pPr>
              <a:defRPr sz="1980"/>
            </a:lvl1pPr>
            <a:lvl2pPr>
              <a:defRPr sz="1760"/>
            </a:lvl2pPr>
            <a:lvl3pPr>
              <a:defRPr sz="1540"/>
            </a:lvl3pPr>
            <a:lvl4pPr>
              <a:defRPr sz="1540"/>
            </a:lvl4pPr>
            <a:lvl5pPr>
              <a:defRPr sz="1540"/>
            </a:lvl5pPr>
            <a:lvl6pPr>
              <a:defRPr sz="1540"/>
            </a:lvl6pPr>
            <a:lvl7pPr>
              <a:defRPr sz="1540"/>
            </a:lvl7pPr>
            <a:lvl8pPr>
              <a:defRPr sz="1540"/>
            </a:lvl8pPr>
            <a:lvl9pPr>
              <a:defRPr sz="15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ED49E2B-9975-CE30-CB9C-BD8778063029}"/>
              </a:ext>
            </a:extLst>
          </p:cNvPr>
          <p:cNvSpPr>
            <a:spLocks noGrp="1"/>
          </p:cNvSpPr>
          <p:nvPr>
            <p:ph type="dt" sz="half" idx="10"/>
          </p:nvPr>
        </p:nvSpPr>
        <p:spPr/>
        <p:txBody>
          <a:bodyPr/>
          <a:lstStyle>
            <a:lvl1pPr>
              <a:defRPr/>
            </a:lvl1pPr>
          </a:lstStyle>
          <a:p>
            <a:pPr>
              <a:defRPr/>
            </a:pPr>
            <a:fld id="{CF67F28F-57C5-44DC-9D1C-C1ECCCC573DF}" type="datetimeFigureOut">
              <a:rPr lang="en-US"/>
              <a:pPr>
                <a:defRPr/>
              </a:pPr>
              <a:t>11/30/2025</a:t>
            </a:fld>
            <a:endParaRPr lang="en-US"/>
          </a:p>
        </p:txBody>
      </p:sp>
      <p:sp>
        <p:nvSpPr>
          <p:cNvPr id="6" name="Footer Placeholder 5">
            <a:extLst>
              <a:ext uri="{FF2B5EF4-FFF2-40B4-BE49-F238E27FC236}">
                <a16:creationId xmlns:a16="http://schemas.microsoft.com/office/drawing/2014/main" id="{3276494D-39BC-EC4D-8116-A3CE1CC394F5}"/>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6">
            <a:extLst>
              <a:ext uri="{FF2B5EF4-FFF2-40B4-BE49-F238E27FC236}">
                <a16:creationId xmlns:a16="http://schemas.microsoft.com/office/drawing/2014/main" id="{EDBFE1E0-6616-C0DA-2CC8-B1DA47F11FF3}"/>
              </a:ext>
            </a:extLst>
          </p:cNvPr>
          <p:cNvSpPr>
            <a:spLocks noGrp="1"/>
          </p:cNvSpPr>
          <p:nvPr>
            <p:ph type="sldNum" sz="quarter" idx="12"/>
          </p:nvPr>
        </p:nvSpPr>
        <p:spPr/>
        <p:txBody>
          <a:bodyPr/>
          <a:lstStyle>
            <a:lvl1pPr>
              <a:defRPr/>
            </a:lvl1pPr>
          </a:lstStyle>
          <a:p>
            <a:pPr>
              <a:defRPr/>
            </a:pPr>
            <a:fld id="{982390EB-B369-4E2D-9FE9-1EB563758B6D}" type="slidenum">
              <a:rPr lang="en-US"/>
              <a:pPr>
                <a:defRPr/>
              </a:pPr>
              <a:t>‹#›</a:t>
            </a:fld>
            <a:endParaRPr lang="en-US"/>
          </a:p>
        </p:txBody>
      </p:sp>
    </p:spTree>
    <p:extLst>
      <p:ext uri="{BB962C8B-B14F-4D97-AF65-F5344CB8AC3E}">
        <p14:creationId xmlns:p14="http://schemas.microsoft.com/office/powerpoint/2010/main" val="4202387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4672" y="2350912"/>
            <a:ext cx="4023360" cy="725424"/>
          </a:xfrm>
        </p:spPr>
        <p:txBody>
          <a:bodyPr anchor="ctr">
            <a:normAutofit/>
          </a:bodyPr>
          <a:lstStyle>
            <a:lvl1pPr marL="0" indent="0" algn="ctr">
              <a:spcBef>
                <a:spcPts val="0"/>
              </a:spcBef>
              <a:buNone/>
              <a:defRPr sz="2090" b="0">
                <a:solidFill>
                  <a:schemeClr val="tx2"/>
                </a:solidFill>
                <a:latin typeface="+mn-lt"/>
              </a:defRPr>
            </a:lvl1pPr>
            <a:lvl2pPr marL="502920" indent="0">
              <a:buNone/>
              <a:defRPr sz="209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4" name="Content Placeholder 3"/>
          <p:cNvSpPr>
            <a:spLocks noGrp="1"/>
          </p:cNvSpPr>
          <p:nvPr>
            <p:ph sz="half" idx="2"/>
          </p:nvPr>
        </p:nvSpPr>
        <p:spPr>
          <a:xfrm>
            <a:off x="804672" y="3123351"/>
            <a:ext cx="4023360" cy="3627120"/>
          </a:xfrm>
        </p:spPr>
        <p:txBody>
          <a:bodyPr/>
          <a:lstStyle>
            <a:lvl1pPr>
              <a:defRPr sz="1980"/>
            </a:lvl1pPr>
            <a:lvl2pPr>
              <a:defRPr sz="1760"/>
            </a:lvl2pPr>
            <a:lvl3pPr>
              <a:defRPr sz="1540"/>
            </a:lvl3pPr>
            <a:lvl4pPr>
              <a:defRPr sz="1540"/>
            </a:lvl4pPr>
            <a:lvl5pPr>
              <a:defRPr sz="1540"/>
            </a:lvl5pPr>
            <a:lvl6pPr>
              <a:defRPr sz="1540"/>
            </a:lvl6pPr>
            <a:lvl7pPr>
              <a:defRPr sz="1540"/>
            </a:lvl7pPr>
            <a:lvl8pPr>
              <a:defRPr sz="1540"/>
            </a:lvl8pPr>
            <a:lvl9pPr>
              <a:defRPr sz="15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230368" y="2350912"/>
            <a:ext cx="4023360" cy="725424"/>
          </a:xfrm>
        </p:spPr>
        <p:txBody>
          <a:bodyPr anchor="ctr">
            <a:normAutofit/>
          </a:bodyPr>
          <a:lstStyle>
            <a:lvl1pPr marL="0" indent="0" algn="ctr">
              <a:spcBef>
                <a:spcPts val="0"/>
              </a:spcBef>
              <a:buNone/>
              <a:defRPr sz="2090" b="0">
                <a:solidFill>
                  <a:schemeClr val="tx2"/>
                </a:solidFill>
              </a:defRPr>
            </a:lvl1pPr>
            <a:lvl2pPr marL="502920" indent="0">
              <a:buNone/>
              <a:defRPr sz="209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230368" y="3124125"/>
            <a:ext cx="4023360" cy="3627120"/>
          </a:xfrm>
        </p:spPr>
        <p:txBody>
          <a:bodyPr/>
          <a:lstStyle>
            <a:lvl1pPr>
              <a:defRPr sz="1980"/>
            </a:lvl1pPr>
            <a:lvl2pPr>
              <a:defRPr sz="1760"/>
            </a:lvl2pPr>
            <a:lvl3pPr>
              <a:defRPr sz="1540"/>
            </a:lvl3pPr>
            <a:lvl4pPr>
              <a:defRPr sz="1540"/>
            </a:lvl4pPr>
            <a:lvl5pPr>
              <a:defRPr sz="1540"/>
            </a:lvl5pPr>
            <a:lvl6pPr>
              <a:defRPr sz="1540"/>
            </a:lvl6pPr>
            <a:lvl7pPr>
              <a:defRPr sz="1540"/>
            </a:lvl7pPr>
            <a:lvl8pPr>
              <a:defRPr sz="1540"/>
            </a:lvl8pPr>
            <a:lvl9pPr>
              <a:defRPr sz="15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BC54A09-67D5-6BE5-80CE-C80C23F3CAC9}"/>
              </a:ext>
            </a:extLst>
          </p:cNvPr>
          <p:cNvSpPr>
            <a:spLocks noGrp="1"/>
          </p:cNvSpPr>
          <p:nvPr>
            <p:ph type="dt" sz="half" idx="10"/>
          </p:nvPr>
        </p:nvSpPr>
        <p:spPr/>
        <p:txBody>
          <a:bodyPr/>
          <a:lstStyle>
            <a:lvl1pPr>
              <a:defRPr/>
            </a:lvl1pPr>
          </a:lstStyle>
          <a:p>
            <a:pPr>
              <a:defRPr/>
            </a:pPr>
            <a:fld id="{BC2657EA-21DE-4D27-A0F6-DB2D60F6899C}" type="datetimeFigureOut">
              <a:rPr lang="en-US"/>
              <a:pPr>
                <a:defRPr/>
              </a:pPr>
              <a:t>11/30/2025</a:t>
            </a:fld>
            <a:endParaRPr lang="en-US"/>
          </a:p>
        </p:txBody>
      </p:sp>
      <p:sp>
        <p:nvSpPr>
          <p:cNvPr id="8" name="Footer Placeholder 7">
            <a:extLst>
              <a:ext uri="{FF2B5EF4-FFF2-40B4-BE49-F238E27FC236}">
                <a16:creationId xmlns:a16="http://schemas.microsoft.com/office/drawing/2014/main" id="{23868A8D-50A3-1194-5C7A-49D8187AF9C0}"/>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9" name="Slide Number Placeholder 8">
            <a:extLst>
              <a:ext uri="{FF2B5EF4-FFF2-40B4-BE49-F238E27FC236}">
                <a16:creationId xmlns:a16="http://schemas.microsoft.com/office/drawing/2014/main" id="{BA606AAC-8C2D-D3A4-982D-16197B9126C7}"/>
              </a:ext>
            </a:extLst>
          </p:cNvPr>
          <p:cNvSpPr>
            <a:spLocks noGrp="1"/>
          </p:cNvSpPr>
          <p:nvPr>
            <p:ph type="sldNum" sz="quarter" idx="12"/>
          </p:nvPr>
        </p:nvSpPr>
        <p:spPr/>
        <p:txBody>
          <a:bodyPr/>
          <a:lstStyle>
            <a:lvl1pPr>
              <a:defRPr/>
            </a:lvl1pPr>
          </a:lstStyle>
          <a:p>
            <a:pPr>
              <a:defRPr/>
            </a:pPr>
            <a:fld id="{7A9304E7-F704-400C-87C1-879FD4C25DFA}" type="slidenum">
              <a:rPr lang="en-US"/>
              <a:pPr>
                <a:defRPr/>
              </a:pPr>
              <a:t>‹#›</a:t>
            </a:fld>
            <a:endParaRPr lang="en-US"/>
          </a:p>
        </p:txBody>
      </p:sp>
    </p:spTree>
    <p:extLst>
      <p:ext uri="{BB962C8B-B14F-4D97-AF65-F5344CB8AC3E}">
        <p14:creationId xmlns:p14="http://schemas.microsoft.com/office/powerpoint/2010/main" val="201564855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9E94F3C-6CFE-B000-03E0-F87AE29F0AA5}"/>
              </a:ext>
            </a:extLst>
          </p:cNvPr>
          <p:cNvSpPr>
            <a:spLocks noGrp="1"/>
          </p:cNvSpPr>
          <p:nvPr>
            <p:ph type="dt" sz="half" idx="10"/>
          </p:nvPr>
        </p:nvSpPr>
        <p:spPr/>
        <p:txBody>
          <a:bodyPr/>
          <a:lstStyle>
            <a:lvl1pPr>
              <a:defRPr/>
            </a:lvl1pPr>
          </a:lstStyle>
          <a:p>
            <a:pPr>
              <a:defRPr/>
            </a:pPr>
            <a:fld id="{CE1B98BF-6F0C-464A-9A89-E30CF461721C}" type="datetimeFigureOut">
              <a:rPr lang="en-US"/>
              <a:pPr>
                <a:defRPr/>
              </a:pPr>
              <a:t>11/30/2025</a:t>
            </a:fld>
            <a:endParaRPr lang="en-US"/>
          </a:p>
        </p:txBody>
      </p:sp>
      <p:sp>
        <p:nvSpPr>
          <p:cNvPr id="4" name="Footer Placeholder 3">
            <a:extLst>
              <a:ext uri="{FF2B5EF4-FFF2-40B4-BE49-F238E27FC236}">
                <a16:creationId xmlns:a16="http://schemas.microsoft.com/office/drawing/2014/main" id="{DB14C8A7-DBD6-DC42-2AD0-E83E832FC1A9}"/>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5" name="Slide Number Placeholder 4">
            <a:extLst>
              <a:ext uri="{FF2B5EF4-FFF2-40B4-BE49-F238E27FC236}">
                <a16:creationId xmlns:a16="http://schemas.microsoft.com/office/drawing/2014/main" id="{B3547B40-7B8C-8A25-117A-BCABF4A8B74A}"/>
              </a:ext>
            </a:extLst>
          </p:cNvPr>
          <p:cNvSpPr>
            <a:spLocks noGrp="1"/>
          </p:cNvSpPr>
          <p:nvPr>
            <p:ph type="sldNum" sz="quarter" idx="12"/>
          </p:nvPr>
        </p:nvSpPr>
        <p:spPr/>
        <p:txBody>
          <a:bodyPr/>
          <a:lstStyle>
            <a:lvl1pPr>
              <a:defRPr/>
            </a:lvl1pPr>
          </a:lstStyle>
          <a:p>
            <a:pPr>
              <a:defRPr/>
            </a:pPr>
            <a:fld id="{9F59ED00-B7FD-4F4B-B549-02A8BC5C41E1}" type="slidenum">
              <a:rPr lang="en-US"/>
              <a:pPr>
                <a:defRPr/>
              </a:pPr>
              <a:t>‹#›</a:t>
            </a:fld>
            <a:endParaRPr lang="en-US"/>
          </a:p>
        </p:txBody>
      </p:sp>
    </p:spTree>
    <p:extLst>
      <p:ext uri="{BB962C8B-B14F-4D97-AF65-F5344CB8AC3E}">
        <p14:creationId xmlns:p14="http://schemas.microsoft.com/office/powerpoint/2010/main" val="4013819713"/>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65FC8-1741-255D-1716-17AB9E62A36A}"/>
              </a:ext>
            </a:extLst>
          </p:cNvPr>
          <p:cNvSpPr>
            <a:spLocks noGrp="1"/>
          </p:cNvSpPr>
          <p:nvPr>
            <p:ph type="dt" sz="half" idx="10"/>
          </p:nvPr>
        </p:nvSpPr>
        <p:spPr/>
        <p:txBody>
          <a:bodyPr/>
          <a:lstStyle>
            <a:lvl1pPr>
              <a:defRPr/>
            </a:lvl1pPr>
          </a:lstStyle>
          <a:p>
            <a:pPr>
              <a:defRPr/>
            </a:pPr>
            <a:fld id="{200D373D-83DC-46C9-A499-9EDE220F15D7}" type="datetimeFigureOut">
              <a:rPr lang="en-US"/>
              <a:pPr>
                <a:defRPr/>
              </a:pPr>
              <a:t>11/30/2025</a:t>
            </a:fld>
            <a:endParaRPr lang="en-US"/>
          </a:p>
        </p:txBody>
      </p:sp>
      <p:sp>
        <p:nvSpPr>
          <p:cNvPr id="3" name="Footer Placeholder 2">
            <a:extLst>
              <a:ext uri="{FF2B5EF4-FFF2-40B4-BE49-F238E27FC236}">
                <a16:creationId xmlns:a16="http://schemas.microsoft.com/office/drawing/2014/main" id="{52F76881-F0EE-6C89-6BAD-84798794BF6C}"/>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4" name="Slide Number Placeholder 3">
            <a:extLst>
              <a:ext uri="{FF2B5EF4-FFF2-40B4-BE49-F238E27FC236}">
                <a16:creationId xmlns:a16="http://schemas.microsoft.com/office/drawing/2014/main" id="{4C879014-089C-8E58-8D09-23D8202C1D57}"/>
              </a:ext>
            </a:extLst>
          </p:cNvPr>
          <p:cNvSpPr>
            <a:spLocks noGrp="1"/>
          </p:cNvSpPr>
          <p:nvPr>
            <p:ph type="sldNum" sz="quarter" idx="12"/>
          </p:nvPr>
        </p:nvSpPr>
        <p:spPr/>
        <p:txBody>
          <a:bodyPr/>
          <a:lstStyle>
            <a:lvl1pPr>
              <a:defRPr/>
            </a:lvl1pPr>
          </a:lstStyle>
          <a:p>
            <a:pPr>
              <a:defRPr/>
            </a:pPr>
            <a:fld id="{DCF4962B-C3CD-49C0-8A1C-33B728A6C547}" type="slidenum">
              <a:rPr lang="en-US"/>
              <a:pPr>
                <a:defRPr/>
              </a:pPr>
              <a:t>‹#›</a:t>
            </a:fld>
            <a:endParaRPr lang="en-US"/>
          </a:p>
        </p:txBody>
      </p:sp>
    </p:spTree>
    <p:extLst>
      <p:ext uri="{BB962C8B-B14F-4D97-AF65-F5344CB8AC3E}">
        <p14:creationId xmlns:p14="http://schemas.microsoft.com/office/powerpoint/2010/main" val="258651491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7D52D12-903E-7325-EFFF-62E99F431239}"/>
              </a:ext>
            </a:extLst>
          </p:cNvPr>
          <p:cNvSpPr/>
          <p:nvPr/>
        </p:nvSpPr>
        <p:spPr>
          <a:xfrm>
            <a:off x="202566" y="196110"/>
            <a:ext cx="7039134" cy="73801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D75B6ED4-0620-4A9F-9BCC-DEFE0A92C4DC}"/>
              </a:ext>
            </a:extLst>
          </p:cNvPr>
          <p:cNvSpPr/>
          <p:nvPr/>
        </p:nvSpPr>
        <p:spPr>
          <a:xfrm>
            <a:off x="7442518" y="196110"/>
            <a:ext cx="2413318" cy="7380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6AEC645-307D-81E1-939A-AE46BB331CF0}"/>
              </a:ext>
            </a:extLst>
          </p:cNvPr>
          <p:cNvSpPr/>
          <p:nvPr/>
        </p:nvSpPr>
        <p:spPr>
          <a:xfrm>
            <a:off x="7554277" y="311257"/>
            <a:ext cx="2188052" cy="7149888"/>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669530" y="688378"/>
            <a:ext cx="2005394" cy="1865376"/>
          </a:xfrm>
        </p:spPr>
        <p:txBody>
          <a:bodyPr anchor="b">
            <a:normAutofit/>
          </a:bodyPr>
          <a:lstStyle>
            <a:lvl1pPr algn="l" defTabSz="1005840" rtl="0" eaLnBrk="1" latinLnBrk="0" hangingPunct="1">
              <a:lnSpc>
                <a:spcPct val="90000"/>
              </a:lnSpc>
              <a:spcBef>
                <a:spcPct val="0"/>
              </a:spcBef>
              <a:buNone/>
              <a:defRPr lang="en-US" sz="264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35873" y="1028096"/>
            <a:ext cx="5971742" cy="5716209"/>
          </a:xfrm>
        </p:spPr>
        <p:txBody>
          <a:bodyPr/>
          <a:lstStyle>
            <a:lvl1pPr>
              <a:defRPr sz="1980"/>
            </a:lvl1pPr>
            <a:lvl2pPr>
              <a:defRPr sz="1760"/>
            </a:lvl2pPr>
            <a:lvl3pPr>
              <a:defRPr sz="1540"/>
            </a:lvl3pPr>
            <a:lvl4pPr>
              <a:defRPr sz="1540"/>
            </a:lvl4pPr>
            <a:lvl5pPr>
              <a:defRPr sz="1540"/>
            </a:lvl5pPr>
            <a:lvl6pPr>
              <a:defRPr sz="1540"/>
            </a:lvl6pPr>
            <a:lvl7pPr>
              <a:defRPr sz="1540"/>
            </a:lvl7pPr>
            <a:lvl8pPr>
              <a:defRPr sz="1540"/>
            </a:lvl8pPr>
            <a:lvl9pPr>
              <a:defRPr sz="15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69530" y="2590800"/>
            <a:ext cx="2005394" cy="3972560"/>
          </a:xfrm>
        </p:spPr>
        <p:txBody>
          <a:bodyPr>
            <a:normAutofit/>
          </a:bodyPr>
          <a:lstStyle>
            <a:lvl1pPr marL="0" indent="0">
              <a:lnSpc>
                <a:spcPct val="110000"/>
              </a:lnSpc>
              <a:spcBef>
                <a:spcPts val="880"/>
              </a:spcBef>
              <a:buNone/>
              <a:defRPr sz="1430">
                <a:solidFill>
                  <a:srgbClr val="FFFFFF"/>
                </a:solidFill>
              </a:defRPr>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8" name="Date Placeholder 7">
            <a:extLst>
              <a:ext uri="{FF2B5EF4-FFF2-40B4-BE49-F238E27FC236}">
                <a16:creationId xmlns:a16="http://schemas.microsoft.com/office/drawing/2014/main" id="{ED0ABCD7-FD54-3F79-A31B-7591828AC704}"/>
              </a:ext>
            </a:extLst>
          </p:cNvPr>
          <p:cNvSpPr>
            <a:spLocks noGrp="1"/>
          </p:cNvSpPr>
          <p:nvPr>
            <p:ph type="dt" sz="half" idx="10"/>
          </p:nvPr>
        </p:nvSpPr>
        <p:spPr/>
        <p:txBody>
          <a:bodyPr/>
          <a:lstStyle>
            <a:lvl1pPr>
              <a:defRPr/>
            </a:lvl1pPr>
          </a:lstStyle>
          <a:p>
            <a:pPr>
              <a:defRPr/>
            </a:pPr>
            <a:fld id="{E0493183-7C01-4074-AFDB-B727C4A148FE}" type="datetimeFigureOut">
              <a:rPr lang="en-US"/>
              <a:pPr>
                <a:defRPr/>
              </a:pPr>
              <a:t>11/30/2025</a:t>
            </a:fld>
            <a:endParaRPr lang="en-US"/>
          </a:p>
        </p:txBody>
      </p:sp>
      <p:sp>
        <p:nvSpPr>
          <p:cNvPr id="9" name="Footer Placeholder 8">
            <a:extLst>
              <a:ext uri="{FF2B5EF4-FFF2-40B4-BE49-F238E27FC236}">
                <a16:creationId xmlns:a16="http://schemas.microsoft.com/office/drawing/2014/main" id="{D9536A16-3C45-8B67-ADBE-0793F95C16A5}"/>
              </a:ext>
            </a:extLst>
          </p:cNvPr>
          <p:cNvSpPr>
            <a:spLocks noGrp="1"/>
          </p:cNvSpPr>
          <p:nvPr>
            <p:ph type="ftr" sz="quarter" idx="11"/>
          </p:nvPr>
        </p:nvSpPr>
        <p:spPr/>
        <p:txBody>
          <a:bodyPr/>
          <a:lstStyle>
            <a:lvl1pPr algn="r">
              <a:defRPr/>
            </a:lvl1pPr>
          </a:lstStyle>
          <a:p>
            <a:pPr>
              <a:defRPr/>
            </a:pPr>
            <a:r>
              <a:rPr lang="en-US"/>
              <a:t>© Copyright 2011 John Wiley &amp; Sons, Inc.</a:t>
            </a:r>
          </a:p>
        </p:txBody>
      </p:sp>
      <p:sp>
        <p:nvSpPr>
          <p:cNvPr id="10" name="Slide Number Placeholder 10">
            <a:extLst>
              <a:ext uri="{FF2B5EF4-FFF2-40B4-BE49-F238E27FC236}">
                <a16:creationId xmlns:a16="http://schemas.microsoft.com/office/drawing/2014/main" id="{B52CD94D-9C5C-6576-460F-6BE4C2D73AE3}"/>
              </a:ext>
            </a:extLst>
          </p:cNvPr>
          <p:cNvSpPr>
            <a:spLocks noGrp="1"/>
          </p:cNvSpPr>
          <p:nvPr>
            <p:ph type="sldNum" sz="quarter" idx="12"/>
          </p:nvPr>
        </p:nvSpPr>
        <p:spPr>
          <a:xfrm>
            <a:off x="8574088" y="7151689"/>
            <a:ext cx="1208405" cy="311255"/>
          </a:xfrm>
        </p:spPr>
        <p:txBody>
          <a:bodyPr/>
          <a:lstStyle>
            <a:lvl1pPr>
              <a:defRPr>
                <a:solidFill>
                  <a:srgbClr val="FFFFFF"/>
                </a:solidFill>
              </a:defRPr>
            </a:lvl1pPr>
          </a:lstStyle>
          <a:p>
            <a:pPr>
              <a:defRPr/>
            </a:pPr>
            <a:fld id="{F16D955A-2211-45DB-B3B5-41FA63BB6591}" type="slidenum">
              <a:rPr lang="en-US"/>
              <a:pPr>
                <a:defRPr/>
              </a:pPr>
              <a:t>‹#›</a:t>
            </a:fld>
            <a:endParaRPr lang="en-US"/>
          </a:p>
        </p:txBody>
      </p:sp>
    </p:spTree>
    <p:extLst>
      <p:ext uri="{BB962C8B-B14F-4D97-AF65-F5344CB8AC3E}">
        <p14:creationId xmlns:p14="http://schemas.microsoft.com/office/powerpoint/2010/main" val="121696586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1BE46F-36C2-6143-6A23-3A8EFC106868}"/>
              </a:ext>
            </a:extLst>
          </p:cNvPr>
          <p:cNvSpPr/>
          <p:nvPr/>
        </p:nvSpPr>
        <p:spPr>
          <a:xfrm>
            <a:off x="7442518" y="196110"/>
            <a:ext cx="2413318" cy="7380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4B8C9381-5A78-B924-0FEF-9254622C4F95}"/>
              </a:ext>
            </a:extLst>
          </p:cNvPr>
          <p:cNvSpPr/>
          <p:nvPr/>
        </p:nvSpPr>
        <p:spPr>
          <a:xfrm>
            <a:off x="7554277" y="311257"/>
            <a:ext cx="2188052" cy="7149888"/>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669530" y="683971"/>
            <a:ext cx="2006651" cy="1865376"/>
          </a:xfrm>
        </p:spPr>
        <p:txBody>
          <a:bodyPr anchor="b">
            <a:noAutofit/>
          </a:bodyPr>
          <a:lstStyle>
            <a:lvl1pPr algn="l">
              <a:defRPr sz="264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88594" y="196901"/>
            <a:ext cx="7038365" cy="7378598"/>
          </a:xfrm>
          <a:solidFill>
            <a:schemeClr val="accent1">
              <a:lumMod val="60000"/>
              <a:lumOff val="40000"/>
            </a:schemeClr>
          </a:solidFill>
          <a:ln>
            <a:noFill/>
          </a:ln>
        </p:spPr>
        <p:txBody>
          <a:bodyPr rtlCol="0">
            <a:normAutofit/>
          </a:bodyPr>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7669530" y="2590800"/>
            <a:ext cx="2006651" cy="3969106"/>
          </a:xfrm>
        </p:spPr>
        <p:txBody>
          <a:bodyPr>
            <a:normAutofit/>
          </a:bodyPr>
          <a:lstStyle>
            <a:lvl1pPr marL="0" indent="0" algn="l">
              <a:lnSpc>
                <a:spcPct val="110000"/>
              </a:lnSpc>
              <a:spcBef>
                <a:spcPts val="880"/>
              </a:spcBef>
              <a:buNone/>
              <a:defRPr sz="1430">
                <a:solidFill>
                  <a:srgbClr val="FFFFFF"/>
                </a:solidFill>
              </a:defRPr>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7" name="Date Placeholder 4">
            <a:extLst>
              <a:ext uri="{FF2B5EF4-FFF2-40B4-BE49-F238E27FC236}">
                <a16:creationId xmlns:a16="http://schemas.microsoft.com/office/drawing/2014/main" id="{90A9BF55-B764-C85F-2195-EDB1EE46B6BA}"/>
              </a:ext>
            </a:extLst>
          </p:cNvPr>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pPr>
              <a:defRPr/>
            </a:pPr>
            <a:fld id="{1314A4A7-1056-4A40-BF77-A06CE026010A}" type="datetimeFigureOut">
              <a:rPr lang="en-US"/>
              <a:pPr>
                <a:defRPr/>
              </a:pPr>
              <a:t>11/30/2025</a:t>
            </a:fld>
            <a:endParaRPr lang="en-US"/>
          </a:p>
        </p:txBody>
      </p:sp>
      <p:sp>
        <p:nvSpPr>
          <p:cNvPr id="8" name="Footer Placeholder 5">
            <a:extLst>
              <a:ext uri="{FF2B5EF4-FFF2-40B4-BE49-F238E27FC236}">
                <a16:creationId xmlns:a16="http://schemas.microsoft.com/office/drawing/2014/main" id="{86B6BECE-1DD1-19BC-76A8-632A56877303}"/>
              </a:ext>
            </a:extLst>
          </p:cNvPr>
          <p:cNvSpPr>
            <a:spLocks noGrp="1"/>
          </p:cNvSpPr>
          <p:nvPr>
            <p:ph type="ftr" sz="quarter" idx="11"/>
          </p:nvPr>
        </p:nvSpPr>
        <p:spPr/>
        <p:txBody>
          <a:bodyPr/>
          <a:lstStyle>
            <a:lvl1pPr marL="0" algn="r" defTabSz="1005840" rtl="0" eaLnBrk="1" latinLnBrk="0" hangingPunct="1">
              <a:defRPr lang="en-US" sz="990" kern="1200">
                <a:solidFill>
                  <a:srgbClr val="FFFFFF"/>
                </a:solidFill>
                <a:effectLst>
                  <a:outerShdw blurRad="12700" dist="6350" dir="2700000" algn="tl" rotWithShape="0">
                    <a:prstClr val="black">
                      <a:alpha val="40000"/>
                    </a:prstClr>
                  </a:outerShdw>
                </a:effectLst>
                <a:latin typeface="+mn-lt"/>
                <a:ea typeface="+mn-ea"/>
                <a:cs typeface="+mn-cs"/>
              </a:defRPr>
            </a:lvl1pPr>
          </a:lstStyle>
          <a:p>
            <a:pPr>
              <a:defRPr/>
            </a:pPr>
            <a:r>
              <a:t>© Copyright 2011 John Wiley &amp; Sons, Inc.</a:t>
            </a:r>
          </a:p>
        </p:txBody>
      </p:sp>
      <p:sp>
        <p:nvSpPr>
          <p:cNvPr id="9" name="Slide Number Placeholder 6">
            <a:extLst>
              <a:ext uri="{FF2B5EF4-FFF2-40B4-BE49-F238E27FC236}">
                <a16:creationId xmlns:a16="http://schemas.microsoft.com/office/drawing/2014/main" id="{1DAF0646-3B05-9F34-DA34-57ECBF5036FA}"/>
              </a:ext>
            </a:extLst>
          </p:cNvPr>
          <p:cNvSpPr>
            <a:spLocks noGrp="1"/>
          </p:cNvSpPr>
          <p:nvPr>
            <p:ph type="sldNum" sz="quarter" idx="12"/>
          </p:nvPr>
        </p:nvSpPr>
        <p:spPr>
          <a:xfrm>
            <a:off x="8577581" y="7149889"/>
            <a:ext cx="1206659" cy="311256"/>
          </a:xfrm>
        </p:spPr>
        <p:txBody>
          <a:bodyPr/>
          <a:lstStyle>
            <a:lvl1pPr>
              <a:defRPr>
                <a:solidFill>
                  <a:srgbClr val="FFFFFF"/>
                </a:solidFill>
              </a:defRPr>
            </a:lvl1pPr>
          </a:lstStyle>
          <a:p>
            <a:pPr>
              <a:defRPr/>
            </a:pPr>
            <a:fld id="{BA4E11BE-0074-41C3-A804-808B7B84936A}" type="slidenum">
              <a:rPr lang="en-US"/>
              <a:pPr>
                <a:defRPr/>
              </a:pPr>
              <a:t>‹#›</a:t>
            </a:fld>
            <a:endParaRPr lang="en-US"/>
          </a:p>
        </p:txBody>
      </p:sp>
    </p:spTree>
    <p:extLst>
      <p:ext uri="{BB962C8B-B14F-4D97-AF65-F5344CB8AC3E}">
        <p14:creationId xmlns:p14="http://schemas.microsoft.com/office/powerpoint/2010/main" val="2797147075"/>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3EA3C7-57BF-8B86-C2F9-BCB9D2887095}"/>
              </a:ext>
            </a:extLst>
          </p:cNvPr>
          <p:cNvSpPr>
            <a:spLocks noGrp="1"/>
          </p:cNvSpPr>
          <p:nvPr>
            <p:ph type="dt" sz="half" idx="10"/>
          </p:nvPr>
        </p:nvSpPr>
        <p:spPr/>
        <p:txBody>
          <a:bodyPr/>
          <a:lstStyle>
            <a:lvl1pPr>
              <a:defRPr/>
            </a:lvl1pPr>
          </a:lstStyle>
          <a:p>
            <a:pPr>
              <a:defRPr/>
            </a:pPr>
            <a:fld id="{EF08EF22-5F10-44CE-A02A-33010DE25B05}" type="datetimeFigureOut">
              <a:rPr lang="en-US"/>
              <a:pPr>
                <a:defRPr/>
              </a:pPr>
              <a:t>11/30/2025</a:t>
            </a:fld>
            <a:endParaRPr lang="en-US"/>
          </a:p>
        </p:txBody>
      </p:sp>
      <p:sp>
        <p:nvSpPr>
          <p:cNvPr id="5" name="Footer Placeholder 4">
            <a:extLst>
              <a:ext uri="{FF2B5EF4-FFF2-40B4-BE49-F238E27FC236}">
                <a16:creationId xmlns:a16="http://schemas.microsoft.com/office/drawing/2014/main" id="{DBB58569-C509-BB45-6588-2B2CAFD1600E}"/>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25EFE8D8-B85E-806E-8EA0-1F0FBA16D0C4}"/>
              </a:ext>
            </a:extLst>
          </p:cNvPr>
          <p:cNvSpPr>
            <a:spLocks noGrp="1"/>
          </p:cNvSpPr>
          <p:nvPr>
            <p:ph type="sldNum" sz="quarter" idx="12"/>
          </p:nvPr>
        </p:nvSpPr>
        <p:spPr/>
        <p:txBody>
          <a:bodyPr/>
          <a:lstStyle>
            <a:lvl1pPr>
              <a:defRPr/>
            </a:lvl1pPr>
          </a:lstStyle>
          <a:p>
            <a:pPr>
              <a:defRPr/>
            </a:pPr>
            <a:fld id="{F7677B5F-01F9-4A48-AABD-9FCCD3DD24AB}" type="slidenum">
              <a:rPr lang="en-US"/>
              <a:pPr>
                <a:defRPr/>
              </a:pPr>
              <a:t>‹#›</a:t>
            </a:fld>
            <a:endParaRPr lang="en-US"/>
          </a:p>
        </p:txBody>
      </p:sp>
    </p:spTree>
    <p:extLst>
      <p:ext uri="{BB962C8B-B14F-4D97-AF65-F5344CB8AC3E}">
        <p14:creationId xmlns:p14="http://schemas.microsoft.com/office/powerpoint/2010/main" val="24014825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18070" y="863600"/>
            <a:ext cx="1948815" cy="59588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863600"/>
            <a:ext cx="6663690" cy="59588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062EF8D-A4C9-4A36-59B6-D591B0D8FE54}"/>
              </a:ext>
            </a:extLst>
          </p:cNvPr>
          <p:cNvSpPr>
            <a:spLocks noGrp="1"/>
          </p:cNvSpPr>
          <p:nvPr>
            <p:ph type="dt" sz="half" idx="10"/>
          </p:nvPr>
        </p:nvSpPr>
        <p:spPr/>
        <p:txBody>
          <a:bodyPr/>
          <a:lstStyle>
            <a:lvl1pPr>
              <a:defRPr/>
            </a:lvl1pPr>
          </a:lstStyle>
          <a:p>
            <a:pPr>
              <a:defRPr/>
            </a:pPr>
            <a:fld id="{34E5E9D3-987C-468C-AE51-6FC2821A4559}" type="datetimeFigureOut">
              <a:rPr lang="en-US"/>
              <a:pPr>
                <a:defRPr/>
              </a:pPr>
              <a:t>11/30/2025</a:t>
            </a:fld>
            <a:endParaRPr lang="en-US"/>
          </a:p>
        </p:txBody>
      </p:sp>
      <p:sp>
        <p:nvSpPr>
          <p:cNvPr id="5" name="Footer Placeholder 4">
            <a:extLst>
              <a:ext uri="{FF2B5EF4-FFF2-40B4-BE49-F238E27FC236}">
                <a16:creationId xmlns:a16="http://schemas.microsoft.com/office/drawing/2014/main" id="{5D208AD5-4C21-934C-829B-82EC9E2324B6}"/>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1B604169-147C-7739-C722-2328F19DE108}"/>
              </a:ext>
            </a:extLst>
          </p:cNvPr>
          <p:cNvSpPr>
            <a:spLocks noGrp="1"/>
          </p:cNvSpPr>
          <p:nvPr>
            <p:ph type="sldNum" sz="quarter" idx="12"/>
          </p:nvPr>
        </p:nvSpPr>
        <p:spPr/>
        <p:txBody>
          <a:bodyPr/>
          <a:lstStyle>
            <a:lvl1pPr>
              <a:defRPr/>
            </a:lvl1pPr>
          </a:lstStyle>
          <a:p>
            <a:pPr>
              <a:defRPr/>
            </a:pPr>
            <a:fld id="{4AF5B21C-104F-4AE5-9F3C-1E5359E5B084}" type="slidenum">
              <a:rPr lang="en-US"/>
              <a:pPr>
                <a:defRPr/>
              </a:pPr>
              <a:t>‹#›</a:t>
            </a:fld>
            <a:endParaRPr lang="en-US"/>
          </a:p>
        </p:txBody>
      </p:sp>
    </p:spTree>
    <p:extLst>
      <p:ext uri="{BB962C8B-B14F-4D97-AF65-F5344CB8AC3E}">
        <p14:creationId xmlns:p14="http://schemas.microsoft.com/office/powerpoint/2010/main" val="2431224709"/>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949960"/>
            <a:ext cx="8549640" cy="3886200"/>
          </a:xfrm>
        </p:spPr>
        <p:txBody>
          <a:bodyPr/>
          <a:lstStyle>
            <a:lvl1pPr>
              <a:defRPr sz="3520" b="1"/>
            </a:lvl1pPr>
          </a:lstStyle>
          <a:p>
            <a:r>
              <a:rPr lang="en-US"/>
              <a:t>Click to edit Master title style</a:t>
            </a:r>
            <a:endParaRPr lang="en-US" dirty="0"/>
          </a:p>
        </p:txBody>
      </p:sp>
      <p:sp>
        <p:nvSpPr>
          <p:cNvPr id="3" name="Subtitle 2"/>
          <p:cNvSpPr>
            <a:spLocks noGrp="1"/>
          </p:cNvSpPr>
          <p:nvPr>
            <p:ph type="subTitle" idx="1"/>
          </p:nvPr>
        </p:nvSpPr>
        <p:spPr>
          <a:xfrm>
            <a:off x="335280" y="5613400"/>
            <a:ext cx="9387840" cy="777240"/>
          </a:xfrm>
        </p:spPr>
        <p:txBody>
          <a:bodyPr/>
          <a:lstStyle>
            <a:lvl1pPr marL="0" indent="0" algn="ctr">
              <a:buNone/>
              <a:defRPr sz="3520">
                <a:solidFill>
                  <a:schemeClr val="tx1">
                    <a:tint val="75000"/>
                  </a:schemeClr>
                </a:solidFill>
              </a:defRPr>
            </a:lvl1pPr>
            <a:lvl2pPr marL="502920" indent="0" algn="ctr">
              <a:buNone/>
              <a:defRPr>
                <a:solidFill>
                  <a:schemeClr val="tx1">
                    <a:tint val="75000"/>
                  </a:schemeClr>
                </a:solidFill>
              </a:defRPr>
            </a:lvl2pPr>
            <a:lvl3pPr marL="1005840" indent="0" algn="ctr">
              <a:buNone/>
              <a:defRPr>
                <a:solidFill>
                  <a:schemeClr val="tx1">
                    <a:tint val="75000"/>
                  </a:schemeClr>
                </a:solidFill>
              </a:defRPr>
            </a:lvl3pPr>
            <a:lvl4pPr marL="1508760" indent="0" algn="ctr">
              <a:buNone/>
              <a:defRPr>
                <a:solidFill>
                  <a:schemeClr val="tx1">
                    <a:tint val="75000"/>
                  </a:schemeClr>
                </a:solidFill>
              </a:defRPr>
            </a:lvl4pPr>
            <a:lvl5pPr marL="2011680" indent="0" algn="ctr">
              <a:buNone/>
              <a:defRPr>
                <a:solidFill>
                  <a:schemeClr val="tx1">
                    <a:tint val="75000"/>
                  </a:schemeClr>
                </a:solidFill>
              </a:defRPr>
            </a:lvl5pPr>
            <a:lvl6pPr marL="2514600" indent="0" algn="ctr">
              <a:buNone/>
              <a:defRPr>
                <a:solidFill>
                  <a:schemeClr val="tx1">
                    <a:tint val="75000"/>
                  </a:schemeClr>
                </a:solidFill>
              </a:defRPr>
            </a:lvl6pPr>
            <a:lvl7pPr marL="3017520" indent="0" algn="ctr">
              <a:buNone/>
              <a:defRPr>
                <a:solidFill>
                  <a:schemeClr val="tx1">
                    <a:tint val="75000"/>
                  </a:schemeClr>
                </a:solidFill>
              </a:defRPr>
            </a:lvl7pPr>
            <a:lvl8pPr marL="3520440" indent="0" algn="ctr">
              <a:buNone/>
              <a:defRPr>
                <a:solidFill>
                  <a:schemeClr val="tx1">
                    <a:tint val="75000"/>
                  </a:schemeClr>
                </a:solidFill>
              </a:defRPr>
            </a:lvl8pPr>
            <a:lvl9pPr marL="402336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459F320-13C6-80F1-B58B-584499F72087}"/>
              </a:ext>
            </a:extLst>
          </p:cNvPr>
          <p:cNvSpPr>
            <a:spLocks noGrp="1"/>
          </p:cNvSpPr>
          <p:nvPr>
            <p:ph type="dt" sz="half" idx="10"/>
          </p:nvPr>
        </p:nvSpPr>
        <p:spPr>
          <a:xfrm>
            <a:off x="502920" y="7203864"/>
            <a:ext cx="167640" cy="413808"/>
          </a:xfrm>
        </p:spPr>
        <p:txBody>
          <a:bodyPr/>
          <a:lstStyle>
            <a:lvl1pPr>
              <a:defRPr/>
            </a:lvl1pPr>
          </a:lstStyle>
          <a:p>
            <a:pPr>
              <a:defRPr/>
            </a:pPr>
            <a:r>
              <a:rPr lang="en-US" altLang="en-US"/>
              <a:t> </a:t>
            </a:r>
          </a:p>
        </p:txBody>
      </p:sp>
      <p:sp>
        <p:nvSpPr>
          <p:cNvPr id="5" name="Footer Placeholder 4">
            <a:extLst>
              <a:ext uri="{FF2B5EF4-FFF2-40B4-BE49-F238E27FC236}">
                <a16:creationId xmlns:a16="http://schemas.microsoft.com/office/drawing/2014/main" id="{2DF93B27-49C6-17D2-1C63-B499DE147B18}"/>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7B665297-A627-AF03-0D7B-E8C1CCEEA2B5}"/>
              </a:ext>
            </a:extLst>
          </p:cNvPr>
          <p:cNvSpPr>
            <a:spLocks noGrp="1"/>
          </p:cNvSpPr>
          <p:nvPr>
            <p:ph type="sldNum" sz="quarter" idx="12"/>
          </p:nvPr>
        </p:nvSpPr>
        <p:spPr/>
        <p:txBody>
          <a:bodyPr/>
          <a:lstStyle>
            <a:lvl1pPr>
              <a:defRPr/>
            </a:lvl1pPr>
          </a:lstStyle>
          <a:p>
            <a:pPr>
              <a:defRPr/>
            </a:pPr>
            <a:r>
              <a:rPr lang="en-US" altLang="en-US"/>
              <a:t>14-</a:t>
            </a:r>
            <a:fld id="{F68E4384-1C4C-4861-8A8B-7740EFF95D7A}" type="slidenum">
              <a:rPr lang="en-US" altLang="en-US" smtClean="0"/>
              <a:pPr>
                <a:defRPr/>
              </a:pPr>
              <a:t>‹#›</a:t>
            </a:fld>
            <a:endParaRPr lang="en-US" altLang="en-US"/>
          </a:p>
        </p:txBody>
      </p:sp>
    </p:spTree>
    <p:extLst>
      <p:ext uri="{BB962C8B-B14F-4D97-AF65-F5344CB8AC3E}">
        <p14:creationId xmlns:p14="http://schemas.microsoft.com/office/powerpoint/2010/main" val="1617802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AD231D5-193B-EDA8-10E1-A39E6289A9F1}"/>
              </a:ext>
            </a:extLst>
          </p:cNvPr>
          <p:cNvCxnSpPr/>
          <p:nvPr userDrawn="1"/>
        </p:nvCxnSpPr>
        <p:spPr>
          <a:xfrm>
            <a:off x="502920" y="1640840"/>
            <a:ext cx="905256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spcBef>
                <a:spcPts val="0"/>
              </a:spcBef>
              <a:buClr>
                <a:srgbClr val="0070C0"/>
              </a:buClr>
              <a:buSzPct val="150000"/>
              <a:buFont typeface="Wingdings" pitchFamily="2" charset="2"/>
              <a:buChar char="§"/>
              <a:defRPr sz="4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02525D3-0F0D-2A20-1724-06FAD24AAFBF}"/>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4">
            <a:extLst>
              <a:ext uri="{FF2B5EF4-FFF2-40B4-BE49-F238E27FC236}">
                <a16:creationId xmlns:a16="http://schemas.microsoft.com/office/drawing/2014/main" id="{18E0E514-9D5F-6DCF-4A85-093D37F3B6BA}"/>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5">
            <a:extLst>
              <a:ext uri="{FF2B5EF4-FFF2-40B4-BE49-F238E27FC236}">
                <a16:creationId xmlns:a16="http://schemas.microsoft.com/office/drawing/2014/main" id="{2723B18F-4EDB-405F-94E4-E605CC0F311B}"/>
              </a:ext>
            </a:extLst>
          </p:cNvPr>
          <p:cNvSpPr>
            <a:spLocks noGrp="1"/>
          </p:cNvSpPr>
          <p:nvPr>
            <p:ph type="sldNum" sz="quarter" idx="12"/>
          </p:nvPr>
        </p:nvSpPr>
        <p:spPr/>
        <p:txBody>
          <a:bodyPr/>
          <a:lstStyle>
            <a:lvl1pPr>
              <a:defRPr/>
            </a:lvl1pPr>
          </a:lstStyle>
          <a:p>
            <a:pPr>
              <a:defRPr/>
            </a:pPr>
            <a:r>
              <a:rPr lang="en-US" altLang="en-US"/>
              <a:t>14-</a:t>
            </a:r>
            <a:fld id="{E09E616D-7992-48B8-A5C6-8C758A889743}" type="slidenum">
              <a:rPr lang="en-US" altLang="en-US" smtClean="0"/>
              <a:pPr>
                <a:defRPr/>
              </a:pPr>
              <a:t>‹#›</a:t>
            </a:fld>
            <a:endParaRPr lang="en-US" altLang="en-US"/>
          </a:p>
        </p:txBody>
      </p:sp>
    </p:spTree>
    <p:extLst>
      <p:ext uri="{BB962C8B-B14F-4D97-AF65-F5344CB8AC3E}">
        <p14:creationId xmlns:p14="http://schemas.microsoft.com/office/powerpoint/2010/main" val="512965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2920" y="1813560"/>
            <a:ext cx="4442460" cy="5129425"/>
          </a:xfrm>
        </p:spPr>
        <p:txBody>
          <a:bodyPr/>
          <a:lstStyle>
            <a:lvl1pPr>
              <a:defRPr sz="3080"/>
            </a:lvl1pPr>
            <a:lvl2pPr>
              <a:defRPr sz="2640"/>
            </a:lvl2pPr>
            <a:lvl3pPr>
              <a:defRPr sz="2200"/>
            </a:lvl3pPr>
            <a:lvl4pPr>
              <a:defRPr sz="1980"/>
            </a:lvl4pPr>
            <a:lvl5pPr>
              <a:defRPr sz="1980"/>
            </a:lvl5pPr>
            <a:lvl6pPr>
              <a:defRPr sz="1980"/>
            </a:lvl6pPr>
            <a:lvl7pPr>
              <a:defRPr sz="1980"/>
            </a:lvl7pPr>
            <a:lvl8pPr>
              <a:defRPr sz="1980"/>
            </a:lvl8pPr>
            <a:lvl9pPr>
              <a:defRPr sz="19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3020" y="1813560"/>
            <a:ext cx="4442460" cy="5129425"/>
          </a:xfrm>
        </p:spPr>
        <p:txBody>
          <a:bodyPr/>
          <a:lstStyle>
            <a:lvl1pPr>
              <a:defRPr sz="3080"/>
            </a:lvl1pPr>
            <a:lvl2pPr>
              <a:defRPr sz="2640"/>
            </a:lvl2pPr>
            <a:lvl3pPr>
              <a:defRPr sz="2200"/>
            </a:lvl3pPr>
            <a:lvl4pPr>
              <a:defRPr sz="1980"/>
            </a:lvl4pPr>
            <a:lvl5pPr>
              <a:defRPr sz="1980"/>
            </a:lvl5pPr>
            <a:lvl6pPr>
              <a:defRPr sz="1980"/>
            </a:lvl6pPr>
            <a:lvl7pPr>
              <a:defRPr sz="1980"/>
            </a:lvl7pPr>
            <a:lvl8pPr>
              <a:defRPr sz="1980"/>
            </a:lvl8pPr>
            <a:lvl9pPr>
              <a:defRPr sz="19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AB4CA7-FC34-869F-5618-4EC5F6AB3032}"/>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5">
            <a:extLst>
              <a:ext uri="{FF2B5EF4-FFF2-40B4-BE49-F238E27FC236}">
                <a16:creationId xmlns:a16="http://schemas.microsoft.com/office/drawing/2014/main" id="{DA08B9AC-E65F-E71B-A78B-0FA04EBEEBB1}"/>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6">
            <a:extLst>
              <a:ext uri="{FF2B5EF4-FFF2-40B4-BE49-F238E27FC236}">
                <a16:creationId xmlns:a16="http://schemas.microsoft.com/office/drawing/2014/main" id="{D8E171D6-B258-EE0A-5C32-B546D811BB5A}"/>
              </a:ext>
            </a:extLst>
          </p:cNvPr>
          <p:cNvSpPr>
            <a:spLocks noGrp="1"/>
          </p:cNvSpPr>
          <p:nvPr>
            <p:ph type="sldNum" sz="quarter" idx="12"/>
          </p:nvPr>
        </p:nvSpPr>
        <p:spPr/>
        <p:txBody>
          <a:bodyPr/>
          <a:lstStyle>
            <a:lvl1pPr>
              <a:defRPr/>
            </a:lvl1pPr>
          </a:lstStyle>
          <a:p>
            <a:pPr>
              <a:defRPr/>
            </a:pPr>
            <a:fld id="{2E1F6951-BBC1-4521-88AE-5D65A3DC1690}" type="slidenum">
              <a:rPr lang="en-US" altLang="en-US"/>
              <a:pPr>
                <a:defRPr/>
              </a:pPr>
              <a:t>‹#›</a:t>
            </a:fld>
            <a:endParaRPr lang="en-US" altLang="en-US"/>
          </a:p>
        </p:txBody>
      </p:sp>
    </p:spTree>
    <p:extLst>
      <p:ext uri="{BB962C8B-B14F-4D97-AF65-F5344CB8AC3E}">
        <p14:creationId xmlns:p14="http://schemas.microsoft.com/office/powerpoint/2010/main" val="238241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57200" y="457200"/>
            <a:ext cx="9143999" cy="685799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1182115" y="426211"/>
            <a:ext cx="7694168" cy="1427480"/>
          </a:xfrm>
          <a:prstGeom prst="rect">
            <a:avLst/>
          </a:prstGeom>
        </p:spPr>
        <p:txBody>
          <a:bodyPr wrap="square" lIns="0" tIns="0" rIns="0" bIns="0">
            <a:spAutoFit/>
          </a:bodyPr>
          <a:lstStyle>
            <a:lvl1pPr>
              <a:defRPr sz="4600" b="0" i="0">
                <a:solidFill>
                  <a:srgbClr val="2B7B9F"/>
                </a:solidFill>
                <a:latin typeface="Arial"/>
                <a:cs typeface="Arial"/>
              </a:defRPr>
            </a:lvl1pPr>
          </a:lstStyle>
          <a:p>
            <a:endParaRPr/>
          </a:p>
        </p:txBody>
      </p:sp>
      <p:sp>
        <p:nvSpPr>
          <p:cNvPr id="3" name="Holder 3"/>
          <p:cNvSpPr>
            <a:spLocks noGrp="1"/>
          </p:cNvSpPr>
          <p:nvPr>
            <p:ph type="body" idx="1"/>
          </p:nvPr>
        </p:nvSpPr>
        <p:spPr>
          <a:xfrm>
            <a:off x="1010920" y="2036023"/>
            <a:ext cx="8036559" cy="3745229"/>
          </a:xfrm>
          <a:prstGeom prst="rect">
            <a:avLst/>
          </a:prstGeom>
        </p:spPr>
        <p:txBody>
          <a:bodyPr wrap="square" lIns="0" tIns="0" rIns="0" bIns="0">
            <a:spAutoFit/>
          </a:bodyPr>
          <a:lstStyle>
            <a:lvl1pPr>
              <a:defRPr sz="2400" b="0" i="0">
                <a:solidFill>
                  <a:srgbClr val="585858"/>
                </a:solidFill>
                <a:latin typeface="Arial"/>
                <a:cs typeface="Arial"/>
              </a:defRPr>
            </a:lvl1pPr>
          </a:lstStyle>
          <a:p>
            <a:endParaRPr/>
          </a:p>
        </p:txBody>
      </p:sp>
      <p:sp>
        <p:nvSpPr>
          <p:cNvPr id="4" name="Holder 4"/>
          <p:cNvSpPr>
            <a:spLocks noGrp="1"/>
          </p:cNvSpPr>
          <p:nvPr>
            <p:ph type="ftr" sz="quarter" idx="5"/>
          </p:nvPr>
        </p:nvSpPr>
        <p:spPr>
          <a:xfrm>
            <a:off x="1374139" y="6765884"/>
            <a:ext cx="6783070" cy="318134"/>
          </a:xfrm>
          <a:prstGeom prst="rect">
            <a:avLst/>
          </a:prstGeom>
        </p:spPr>
        <p:txBody>
          <a:bodyPr wrap="square" lIns="0" tIns="0" rIns="0" bIns="0">
            <a:spAutoFit/>
          </a:bodyPr>
          <a:lstStyle>
            <a:lvl1pPr>
              <a:defRPr sz="1100" b="0" i="0">
                <a:solidFill>
                  <a:schemeClr val="tx1"/>
                </a:solidFill>
                <a:latin typeface="Arial"/>
                <a:cs typeface="Arial"/>
              </a:defRPr>
            </a:lvl1p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3C73DB5-41FE-034B-A102-F2ACCE24973F}"/>
              </a:ext>
            </a:extLst>
          </p:cNvPr>
          <p:cNvSpPr/>
          <p:nvPr/>
        </p:nvSpPr>
        <p:spPr>
          <a:xfrm>
            <a:off x="193624" y="196901"/>
            <a:ext cx="9671152" cy="7378598"/>
          </a:xfrm>
          <a:prstGeom prst="rect">
            <a:avLst/>
          </a:prstGeom>
          <a:solidFill>
            <a:schemeClr val="bg2"/>
          </a:solidFill>
          <a:ln w="6350" cap="flat" cmpd="sng" algn="ctr">
            <a:noFill/>
            <a:prstDash val="solid"/>
          </a:ln>
          <a:effectLst>
            <a:softEdge rad="0"/>
          </a:effectLst>
        </p:spPr>
        <p:txBody>
          <a:bodyPr/>
          <a:lstStyle/>
          <a:p>
            <a:pPr eaLnBrk="1" hangingPunct="1">
              <a:defRPr/>
            </a:pPr>
            <a:endParaRPr lang="en-MY" sz="1980"/>
          </a:p>
        </p:txBody>
      </p:sp>
      <p:sp>
        <p:nvSpPr>
          <p:cNvPr id="2053" name="Title Placeholder 1">
            <a:extLst>
              <a:ext uri="{FF2B5EF4-FFF2-40B4-BE49-F238E27FC236}">
                <a16:creationId xmlns:a16="http://schemas.microsoft.com/office/drawing/2014/main" id="{5DE1A39F-7A1D-6D52-9D24-5476FB1D58F2}"/>
              </a:ext>
            </a:extLst>
          </p:cNvPr>
          <p:cNvSpPr>
            <a:spLocks noGrp="1" noChangeArrowheads="1"/>
          </p:cNvSpPr>
          <p:nvPr>
            <p:ph type="title"/>
          </p:nvPr>
        </p:nvSpPr>
        <p:spPr bwMode="auto">
          <a:xfrm>
            <a:off x="805022" y="728663"/>
            <a:ext cx="8448358" cy="155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4" name="Text Placeholder 2">
            <a:extLst>
              <a:ext uri="{FF2B5EF4-FFF2-40B4-BE49-F238E27FC236}">
                <a16:creationId xmlns:a16="http://schemas.microsoft.com/office/drawing/2014/main" id="{64BC32AD-A2D7-2BD6-671F-4A130855D96B}"/>
              </a:ext>
            </a:extLst>
          </p:cNvPr>
          <p:cNvSpPr>
            <a:spLocks noGrp="1" noChangeArrowheads="1"/>
          </p:cNvSpPr>
          <p:nvPr>
            <p:ph type="body" idx="1"/>
          </p:nvPr>
        </p:nvSpPr>
        <p:spPr bwMode="auto">
          <a:xfrm>
            <a:off x="805022" y="2383897"/>
            <a:ext cx="8448358" cy="4456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DC82DC1-3AC1-605D-F660-4D335A636E33}"/>
              </a:ext>
            </a:extLst>
          </p:cNvPr>
          <p:cNvSpPr>
            <a:spLocks noGrp="1"/>
          </p:cNvSpPr>
          <p:nvPr>
            <p:ph type="dt" sz="half" idx="2"/>
          </p:nvPr>
        </p:nvSpPr>
        <p:spPr>
          <a:xfrm>
            <a:off x="258445" y="7149889"/>
            <a:ext cx="2263140" cy="311256"/>
          </a:xfrm>
          <a:prstGeom prst="rect">
            <a:avLst/>
          </a:prstGeom>
        </p:spPr>
        <p:txBody>
          <a:bodyPr vert="horz" lIns="91440" tIns="45720" rIns="91440" bIns="45720" rtlCol="0" anchor="b"/>
          <a:lstStyle>
            <a:lvl1pPr algn="l" eaLnBrk="1" hangingPunct="1">
              <a:defRPr sz="990">
                <a:solidFill>
                  <a:schemeClr val="tx1">
                    <a:lumMod val="75000"/>
                    <a:lumOff val="25000"/>
                  </a:schemeClr>
                </a:solidFill>
              </a:defRPr>
            </a:lvl1pPr>
          </a:lstStyle>
          <a:p>
            <a:pPr>
              <a:defRPr/>
            </a:pPr>
            <a:r>
              <a:rPr lang="en-US" altLang="en-US"/>
              <a:t> </a:t>
            </a:r>
          </a:p>
        </p:txBody>
      </p:sp>
      <p:sp>
        <p:nvSpPr>
          <p:cNvPr id="5" name="Footer Placeholder 4">
            <a:extLst>
              <a:ext uri="{FF2B5EF4-FFF2-40B4-BE49-F238E27FC236}">
                <a16:creationId xmlns:a16="http://schemas.microsoft.com/office/drawing/2014/main" id="{CAFCB65E-63E7-12F6-44E3-42B607C3E4F4}"/>
              </a:ext>
            </a:extLst>
          </p:cNvPr>
          <p:cNvSpPr>
            <a:spLocks noGrp="1"/>
          </p:cNvSpPr>
          <p:nvPr>
            <p:ph type="ftr" sz="quarter" idx="3"/>
          </p:nvPr>
        </p:nvSpPr>
        <p:spPr>
          <a:xfrm>
            <a:off x="2856865" y="7149889"/>
            <a:ext cx="4344670" cy="311256"/>
          </a:xfrm>
          <a:prstGeom prst="rect">
            <a:avLst/>
          </a:prstGeom>
        </p:spPr>
        <p:txBody>
          <a:bodyPr vert="horz" lIns="91440" tIns="45720" rIns="91440" bIns="45720" rtlCol="0" anchor="b"/>
          <a:lstStyle>
            <a:lvl1pPr algn="ctr" eaLnBrk="1" hangingPunct="1">
              <a:defRPr sz="990">
                <a:solidFill>
                  <a:schemeClr val="tx1">
                    <a:lumMod val="75000"/>
                    <a:lumOff val="25000"/>
                  </a:schemeClr>
                </a:solidFill>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115343F7-F0A0-9706-D12E-0B361632B00E}"/>
              </a:ext>
            </a:extLst>
          </p:cNvPr>
          <p:cNvSpPr>
            <a:spLocks noGrp="1"/>
          </p:cNvSpPr>
          <p:nvPr>
            <p:ph type="sldNum" sz="quarter" idx="4"/>
          </p:nvPr>
        </p:nvSpPr>
        <p:spPr>
          <a:xfrm>
            <a:off x="8605521" y="7149889"/>
            <a:ext cx="1206659" cy="311256"/>
          </a:xfrm>
          <a:prstGeom prst="rect">
            <a:avLst/>
          </a:prstGeom>
        </p:spPr>
        <p:txBody>
          <a:bodyPr vert="horz" lIns="91440" tIns="45720" rIns="91440" bIns="45720" rtlCol="0" anchor="b"/>
          <a:lstStyle>
            <a:lvl1pPr algn="r" eaLnBrk="1" hangingPunct="1">
              <a:defRPr sz="990">
                <a:solidFill>
                  <a:schemeClr val="tx1">
                    <a:lumMod val="75000"/>
                    <a:lumOff val="25000"/>
                  </a:schemeClr>
                </a:solidFill>
              </a:defRPr>
            </a:lvl1pPr>
          </a:lstStyle>
          <a:p>
            <a:pPr>
              <a:defRPr/>
            </a:pPr>
            <a:r>
              <a:rPr lang="en-US" altLang="en-US"/>
              <a:t>14-</a:t>
            </a:r>
            <a:fld id="{7C3AB854-FD16-4CBE-A110-69760E344422}" type="slidenum">
              <a:rPr lang="en-US" altLang="en-US" smtClean="0"/>
              <a:pPr>
                <a:defRPr/>
              </a:pPr>
              <a:t>‹#›</a:t>
            </a:fld>
            <a:endParaRPr lang="en-US" altLang="en-US"/>
          </a:p>
        </p:txBody>
      </p:sp>
    </p:spTree>
    <p:extLst>
      <p:ext uri="{BB962C8B-B14F-4D97-AF65-F5344CB8AC3E}">
        <p14:creationId xmlns:p14="http://schemas.microsoft.com/office/powerpoint/2010/main" val="59606787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dt="0"/>
  <p:txStyles>
    <p:titleStyle>
      <a:lvl1pPr algn="l" rtl="0" eaLnBrk="0" fontAlgn="base" hangingPunct="0">
        <a:lnSpc>
          <a:spcPct val="90000"/>
        </a:lnSpc>
        <a:spcBef>
          <a:spcPct val="0"/>
        </a:spcBef>
        <a:spcAft>
          <a:spcPct val="0"/>
        </a:spcAft>
        <a:defRPr lang="en-US" sz="4400" kern="1200" dirty="0">
          <a:solidFill>
            <a:srgbClr val="262626"/>
          </a:solidFill>
          <a:latin typeface="+mj-lt"/>
          <a:ea typeface="+mn-ea"/>
          <a:cs typeface="+mn-cs"/>
        </a:defRPr>
      </a:lvl1pPr>
      <a:lvl2pPr algn="l" rtl="0" eaLnBrk="0" fontAlgn="base" hangingPunct="0">
        <a:lnSpc>
          <a:spcPct val="90000"/>
        </a:lnSpc>
        <a:spcBef>
          <a:spcPct val="0"/>
        </a:spcBef>
        <a:spcAft>
          <a:spcPct val="0"/>
        </a:spcAft>
        <a:defRPr sz="4400">
          <a:solidFill>
            <a:srgbClr val="262626"/>
          </a:solidFill>
          <a:latin typeface="Century Gothic" panose="020B0502020202020204" pitchFamily="34" charset="0"/>
        </a:defRPr>
      </a:lvl2pPr>
      <a:lvl3pPr algn="l" rtl="0" eaLnBrk="0" fontAlgn="base" hangingPunct="0">
        <a:lnSpc>
          <a:spcPct val="90000"/>
        </a:lnSpc>
        <a:spcBef>
          <a:spcPct val="0"/>
        </a:spcBef>
        <a:spcAft>
          <a:spcPct val="0"/>
        </a:spcAft>
        <a:defRPr sz="4400">
          <a:solidFill>
            <a:srgbClr val="262626"/>
          </a:solidFill>
          <a:latin typeface="Century Gothic" panose="020B0502020202020204" pitchFamily="34" charset="0"/>
        </a:defRPr>
      </a:lvl3pPr>
      <a:lvl4pPr algn="l" rtl="0" eaLnBrk="0" fontAlgn="base" hangingPunct="0">
        <a:lnSpc>
          <a:spcPct val="90000"/>
        </a:lnSpc>
        <a:spcBef>
          <a:spcPct val="0"/>
        </a:spcBef>
        <a:spcAft>
          <a:spcPct val="0"/>
        </a:spcAft>
        <a:defRPr sz="4400">
          <a:solidFill>
            <a:srgbClr val="262626"/>
          </a:solidFill>
          <a:latin typeface="Century Gothic" panose="020B0502020202020204" pitchFamily="34" charset="0"/>
        </a:defRPr>
      </a:lvl4pPr>
      <a:lvl5pPr algn="l" rtl="0" eaLnBrk="0" fontAlgn="base" hangingPunct="0">
        <a:lnSpc>
          <a:spcPct val="90000"/>
        </a:lnSpc>
        <a:spcBef>
          <a:spcPct val="0"/>
        </a:spcBef>
        <a:spcAft>
          <a:spcPct val="0"/>
        </a:spcAft>
        <a:defRPr sz="4400">
          <a:solidFill>
            <a:srgbClr val="262626"/>
          </a:solidFill>
          <a:latin typeface="Century Gothic" panose="020B0502020202020204" pitchFamily="34" charset="0"/>
        </a:defRPr>
      </a:lvl5pPr>
      <a:lvl6pPr marL="502920" algn="l" rtl="0" fontAlgn="base">
        <a:lnSpc>
          <a:spcPct val="90000"/>
        </a:lnSpc>
        <a:spcBef>
          <a:spcPct val="0"/>
        </a:spcBef>
        <a:spcAft>
          <a:spcPct val="0"/>
        </a:spcAft>
        <a:defRPr sz="4400">
          <a:solidFill>
            <a:srgbClr val="262626"/>
          </a:solidFill>
          <a:latin typeface="Century Gothic" panose="020B0502020202020204" pitchFamily="34" charset="0"/>
        </a:defRPr>
      </a:lvl6pPr>
      <a:lvl7pPr marL="1005840" algn="l" rtl="0" fontAlgn="base">
        <a:lnSpc>
          <a:spcPct val="90000"/>
        </a:lnSpc>
        <a:spcBef>
          <a:spcPct val="0"/>
        </a:spcBef>
        <a:spcAft>
          <a:spcPct val="0"/>
        </a:spcAft>
        <a:defRPr sz="4400">
          <a:solidFill>
            <a:srgbClr val="262626"/>
          </a:solidFill>
          <a:latin typeface="Century Gothic" panose="020B0502020202020204" pitchFamily="34" charset="0"/>
        </a:defRPr>
      </a:lvl7pPr>
      <a:lvl8pPr marL="1508760" algn="l" rtl="0" fontAlgn="base">
        <a:lnSpc>
          <a:spcPct val="90000"/>
        </a:lnSpc>
        <a:spcBef>
          <a:spcPct val="0"/>
        </a:spcBef>
        <a:spcAft>
          <a:spcPct val="0"/>
        </a:spcAft>
        <a:defRPr sz="4400">
          <a:solidFill>
            <a:srgbClr val="262626"/>
          </a:solidFill>
          <a:latin typeface="Century Gothic" panose="020B0502020202020204" pitchFamily="34" charset="0"/>
        </a:defRPr>
      </a:lvl8pPr>
      <a:lvl9pPr marL="2011680" algn="l" rtl="0" fontAlgn="base">
        <a:lnSpc>
          <a:spcPct val="90000"/>
        </a:lnSpc>
        <a:spcBef>
          <a:spcPct val="0"/>
        </a:spcBef>
        <a:spcAft>
          <a:spcPct val="0"/>
        </a:spcAft>
        <a:defRPr sz="4400">
          <a:solidFill>
            <a:srgbClr val="262626"/>
          </a:solidFill>
          <a:latin typeface="Century Gothic" panose="020B0502020202020204" pitchFamily="34" charset="0"/>
        </a:defRPr>
      </a:lvl9pPr>
    </p:titleStyle>
    <p:bodyStyle>
      <a:lvl1pPr marL="200819" indent="-200819" algn="l" rtl="0" eaLnBrk="0" fontAlgn="base" hangingPunct="0">
        <a:spcBef>
          <a:spcPts val="990"/>
        </a:spcBef>
        <a:spcAft>
          <a:spcPct val="0"/>
        </a:spcAft>
        <a:buClr>
          <a:srgbClr val="262626"/>
        </a:buClr>
        <a:buFont typeface="Garamond" panose="02020404030301010803" pitchFamily="18" charset="0"/>
        <a:buChar char="◦"/>
        <a:defRPr kern="1200">
          <a:solidFill>
            <a:schemeClr val="tx1"/>
          </a:solidFill>
          <a:latin typeface="+mn-lt"/>
          <a:ea typeface="+mn-ea"/>
          <a:cs typeface="+mn-cs"/>
        </a:defRPr>
      </a:lvl1pPr>
      <a:lvl2pPr marL="502920" indent="-200819" algn="l" rtl="0" eaLnBrk="0" fontAlgn="base" hangingPunct="0">
        <a:spcBef>
          <a:spcPts val="550"/>
        </a:spcBef>
        <a:spcAft>
          <a:spcPct val="0"/>
        </a:spcAft>
        <a:buClr>
          <a:srgbClr val="262626"/>
        </a:buClr>
        <a:buFont typeface="Garamond" panose="02020404030301010803" pitchFamily="18" charset="0"/>
        <a:buChar char="◦"/>
        <a:defRPr sz="1760" kern="1200">
          <a:solidFill>
            <a:schemeClr val="tx1"/>
          </a:solidFill>
          <a:latin typeface="+mn-lt"/>
          <a:ea typeface="+mn-ea"/>
          <a:cs typeface="+mn-cs"/>
        </a:defRPr>
      </a:lvl2pPr>
      <a:lvl3pPr marL="803275" indent="-200819" algn="l" rtl="0" eaLnBrk="0" fontAlgn="base" hangingPunct="0">
        <a:spcBef>
          <a:spcPts val="550"/>
        </a:spcBef>
        <a:spcAft>
          <a:spcPct val="0"/>
        </a:spcAft>
        <a:buClr>
          <a:srgbClr val="262626"/>
        </a:buClr>
        <a:buFont typeface="Garamond" panose="02020404030301010803" pitchFamily="18" charset="0"/>
        <a:buChar char="◦"/>
        <a:defRPr sz="1540" kern="1200">
          <a:solidFill>
            <a:schemeClr val="tx1"/>
          </a:solidFill>
          <a:latin typeface="+mn-lt"/>
          <a:ea typeface="+mn-ea"/>
          <a:cs typeface="+mn-cs"/>
        </a:defRPr>
      </a:lvl3pPr>
      <a:lvl4pPr marL="1105377" indent="-200819" algn="l" rtl="0" eaLnBrk="0" fontAlgn="base" hangingPunct="0">
        <a:spcBef>
          <a:spcPts val="550"/>
        </a:spcBef>
        <a:spcAft>
          <a:spcPct val="0"/>
        </a:spcAft>
        <a:buClr>
          <a:srgbClr val="262626"/>
        </a:buClr>
        <a:buFont typeface="Garamond" panose="02020404030301010803" pitchFamily="18" charset="0"/>
        <a:buChar char="◦"/>
        <a:defRPr sz="1540" kern="1200">
          <a:solidFill>
            <a:schemeClr val="tx1"/>
          </a:solidFill>
          <a:latin typeface="+mn-lt"/>
          <a:ea typeface="+mn-ea"/>
          <a:cs typeface="+mn-cs"/>
        </a:defRPr>
      </a:lvl4pPr>
      <a:lvl5pPr marL="1407478" indent="-200819" algn="l" rtl="0" eaLnBrk="0" fontAlgn="base" hangingPunct="0">
        <a:spcBef>
          <a:spcPts val="550"/>
        </a:spcBef>
        <a:spcAft>
          <a:spcPct val="0"/>
        </a:spcAft>
        <a:buClr>
          <a:srgbClr val="262626"/>
        </a:buClr>
        <a:buFont typeface="Garamond" panose="02020404030301010803" pitchFamily="18" charset="0"/>
        <a:buChar char="◦"/>
        <a:defRPr sz="1540" kern="1200">
          <a:solidFill>
            <a:schemeClr val="tx1"/>
          </a:solidFill>
          <a:latin typeface="+mn-lt"/>
          <a:ea typeface="+mn-ea"/>
          <a:cs typeface="+mn-cs"/>
        </a:defRPr>
      </a:lvl5pPr>
      <a:lvl6pPr marL="1760000" indent="-251460" algn="l" defTabSz="1005840" rtl="0" eaLnBrk="1" latinLnBrk="0" hangingPunct="1">
        <a:lnSpc>
          <a:spcPct val="100000"/>
        </a:lnSpc>
        <a:spcBef>
          <a:spcPts val="550"/>
        </a:spcBef>
        <a:buClr>
          <a:schemeClr val="tx1">
            <a:lumMod val="85000"/>
            <a:lumOff val="15000"/>
          </a:schemeClr>
        </a:buClr>
        <a:buFont typeface="Garamond" pitchFamily="18" charset="0"/>
        <a:buChar char="◦"/>
        <a:defRPr sz="1540" kern="1200">
          <a:solidFill>
            <a:schemeClr val="tx1"/>
          </a:solidFill>
          <a:latin typeface="+mn-lt"/>
          <a:ea typeface="+mn-ea"/>
          <a:cs typeface="+mn-cs"/>
        </a:defRPr>
      </a:lvl6pPr>
      <a:lvl7pPr marL="2090000" indent="-251460" algn="l" defTabSz="1005840" rtl="0" eaLnBrk="1" latinLnBrk="0" hangingPunct="1">
        <a:lnSpc>
          <a:spcPct val="100000"/>
        </a:lnSpc>
        <a:spcBef>
          <a:spcPts val="550"/>
        </a:spcBef>
        <a:buClr>
          <a:schemeClr val="tx1">
            <a:lumMod val="85000"/>
            <a:lumOff val="15000"/>
          </a:schemeClr>
        </a:buClr>
        <a:buFont typeface="Garamond" pitchFamily="18" charset="0"/>
        <a:buChar char="◦"/>
        <a:defRPr sz="1540" kern="1200">
          <a:solidFill>
            <a:schemeClr val="tx1"/>
          </a:solidFill>
          <a:latin typeface="+mn-lt"/>
          <a:ea typeface="+mn-ea"/>
          <a:cs typeface="+mn-cs"/>
        </a:defRPr>
      </a:lvl7pPr>
      <a:lvl8pPr marL="2420000" indent="-251460" algn="l" defTabSz="1005840" rtl="0" eaLnBrk="1" latinLnBrk="0" hangingPunct="1">
        <a:lnSpc>
          <a:spcPct val="100000"/>
        </a:lnSpc>
        <a:spcBef>
          <a:spcPts val="550"/>
        </a:spcBef>
        <a:buClr>
          <a:schemeClr val="tx1">
            <a:lumMod val="85000"/>
            <a:lumOff val="15000"/>
          </a:schemeClr>
        </a:buClr>
        <a:buFont typeface="Garamond" pitchFamily="18" charset="0"/>
        <a:buChar char="◦"/>
        <a:defRPr sz="1540" kern="1200">
          <a:solidFill>
            <a:schemeClr val="tx1"/>
          </a:solidFill>
          <a:latin typeface="+mn-lt"/>
          <a:ea typeface="+mn-ea"/>
          <a:cs typeface="+mn-cs"/>
        </a:defRPr>
      </a:lvl8pPr>
      <a:lvl9pPr marL="2750000" indent="-251460" algn="l" defTabSz="1005840" rtl="0" eaLnBrk="1" latinLnBrk="0" hangingPunct="1">
        <a:lnSpc>
          <a:spcPct val="100000"/>
        </a:lnSpc>
        <a:spcBef>
          <a:spcPts val="550"/>
        </a:spcBef>
        <a:buClr>
          <a:schemeClr val="tx1">
            <a:lumMod val="85000"/>
            <a:lumOff val="15000"/>
          </a:schemeClr>
        </a:buClr>
        <a:buFont typeface="Garamond" pitchFamily="18" charset="0"/>
        <a:buChar char="◦"/>
        <a:defRPr sz="154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C83547A-4C31-B2DE-84C4-AB616C5BB861}"/>
              </a:ext>
            </a:extLst>
          </p:cNvPr>
          <p:cNvSpPr>
            <a:spLocks noGrp="1"/>
          </p:cNvSpPr>
          <p:nvPr>
            <p:ph type="title"/>
          </p:nvPr>
        </p:nvSpPr>
        <p:spPr bwMode="auto">
          <a:xfrm>
            <a:off x="502920" y="311256"/>
            <a:ext cx="905256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0844BBB-45F2-3399-D462-F27226378737}"/>
              </a:ext>
            </a:extLst>
          </p:cNvPr>
          <p:cNvSpPr>
            <a:spLocks noGrp="1"/>
          </p:cNvSpPr>
          <p:nvPr>
            <p:ph type="body" idx="1"/>
          </p:nvPr>
        </p:nvSpPr>
        <p:spPr bwMode="auto">
          <a:xfrm>
            <a:off x="502920" y="1813560"/>
            <a:ext cx="9052560" cy="512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213ACC5-F0D7-88CC-29AD-2ECC104881CB}"/>
              </a:ext>
            </a:extLst>
          </p:cNvPr>
          <p:cNvSpPr>
            <a:spLocks noGrp="1"/>
          </p:cNvSpPr>
          <p:nvPr>
            <p:ph type="dt" sz="half" idx="2"/>
          </p:nvPr>
        </p:nvSpPr>
        <p:spPr>
          <a:xfrm>
            <a:off x="502920" y="7203864"/>
            <a:ext cx="2346960" cy="413808"/>
          </a:xfrm>
          <a:prstGeom prst="rect">
            <a:avLst/>
          </a:prstGeom>
        </p:spPr>
        <p:txBody>
          <a:bodyPr vert="horz" wrap="square" lIns="91440" tIns="45720" rIns="91440" bIns="45720" numCol="1" anchor="ctr" anchorCtr="0" compatLnSpc="1">
            <a:prstTxWarp prst="textNoShape">
              <a:avLst/>
            </a:prstTxWarp>
          </a:bodyPr>
          <a:lstStyle>
            <a:lvl1pPr eaLnBrk="1" hangingPunct="1">
              <a:defRPr sz="1320">
                <a:solidFill>
                  <a:srgbClr val="898989"/>
                </a:solidFill>
                <a:latin typeface="Calibri" pitchFamily="34" charset="0"/>
                <a:cs typeface="Arial" charset="0"/>
              </a:defRPr>
            </a:lvl1pPr>
          </a:lstStyle>
          <a:p>
            <a:pPr>
              <a:defRPr/>
            </a:pPr>
            <a:r>
              <a:rPr lang="en-US" altLang="en-US"/>
              <a:t> </a:t>
            </a:r>
          </a:p>
        </p:txBody>
      </p:sp>
      <p:sp>
        <p:nvSpPr>
          <p:cNvPr id="5" name="Footer Placeholder 4">
            <a:extLst>
              <a:ext uri="{FF2B5EF4-FFF2-40B4-BE49-F238E27FC236}">
                <a16:creationId xmlns:a16="http://schemas.microsoft.com/office/drawing/2014/main" id="{7BA36BEA-3EDD-1E3D-9781-08168B95A8FC}"/>
              </a:ext>
            </a:extLst>
          </p:cNvPr>
          <p:cNvSpPr>
            <a:spLocks noGrp="1"/>
          </p:cNvSpPr>
          <p:nvPr>
            <p:ph type="ftr" sz="quarter" idx="3"/>
          </p:nvPr>
        </p:nvSpPr>
        <p:spPr>
          <a:xfrm>
            <a:off x="3436620" y="7203864"/>
            <a:ext cx="3185160" cy="413808"/>
          </a:xfrm>
          <a:prstGeom prst="rect">
            <a:avLst/>
          </a:prstGeom>
        </p:spPr>
        <p:txBody>
          <a:bodyPr vert="horz" lIns="91440" tIns="45720" rIns="91440" bIns="45720" rtlCol="0" anchor="ctr"/>
          <a:lstStyle>
            <a:lvl1pPr algn="ctr" eaLnBrk="1" fontAlgn="auto" hangingPunct="1">
              <a:spcBef>
                <a:spcPts val="0"/>
              </a:spcBef>
              <a:spcAft>
                <a:spcPts val="0"/>
              </a:spcAft>
              <a:defRPr sz="1320">
                <a:solidFill>
                  <a:schemeClr val="tx1">
                    <a:tint val="75000"/>
                  </a:schemeClr>
                </a:solidFill>
                <a:latin typeface="+mn-lt"/>
                <a:cs typeface="+mn-cs"/>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C4A4344E-ACBE-77AC-5273-94F9C5736F48}"/>
              </a:ext>
            </a:extLst>
          </p:cNvPr>
          <p:cNvSpPr>
            <a:spLocks noGrp="1"/>
          </p:cNvSpPr>
          <p:nvPr>
            <p:ph type="sldNum" sz="quarter" idx="4"/>
          </p:nvPr>
        </p:nvSpPr>
        <p:spPr>
          <a:xfrm>
            <a:off x="7208520" y="7203864"/>
            <a:ext cx="2346960" cy="413808"/>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320">
                <a:solidFill>
                  <a:srgbClr val="898989"/>
                </a:solidFill>
                <a:latin typeface="Calibri" panose="020F0502020204030204" pitchFamily="34" charset="0"/>
              </a:defRPr>
            </a:lvl1pPr>
          </a:lstStyle>
          <a:p>
            <a:pPr>
              <a:defRPr/>
            </a:pPr>
            <a:r>
              <a:rPr lang="en-US" altLang="en-US"/>
              <a:t>14-</a:t>
            </a:r>
            <a:fld id="{9B3FB9B2-06F5-46DF-B738-9F3BBDC2F312}" type="slidenum">
              <a:rPr lang="en-US" altLang="en-US" smtClean="0"/>
              <a:pPr>
                <a:defRPr/>
              </a:pPr>
              <a:t>‹#›</a:t>
            </a:fld>
            <a:endParaRPr lang="en-US" altLang="en-US"/>
          </a:p>
        </p:txBody>
      </p:sp>
    </p:spTree>
    <p:extLst>
      <p:ext uri="{BB962C8B-B14F-4D97-AF65-F5344CB8AC3E}">
        <p14:creationId xmlns:p14="http://schemas.microsoft.com/office/powerpoint/2010/main" val="49951557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Lst>
  <p:hf hdr="0" dt="0"/>
  <p:txStyles>
    <p:titleStyle>
      <a:lvl1pPr algn="ctr" rtl="0" eaLnBrk="0" fontAlgn="base" hangingPunct="0">
        <a:spcBef>
          <a:spcPct val="0"/>
        </a:spcBef>
        <a:spcAft>
          <a:spcPct val="0"/>
        </a:spcAft>
        <a:defRPr sz="4840" kern="1200">
          <a:solidFill>
            <a:schemeClr val="tx1"/>
          </a:solidFill>
          <a:latin typeface="+mj-lt"/>
          <a:ea typeface="+mj-ea"/>
          <a:cs typeface="+mj-cs"/>
        </a:defRPr>
      </a:lvl1pPr>
      <a:lvl2pPr algn="ctr" rtl="0" eaLnBrk="0" fontAlgn="base" hangingPunct="0">
        <a:spcBef>
          <a:spcPct val="0"/>
        </a:spcBef>
        <a:spcAft>
          <a:spcPct val="0"/>
        </a:spcAft>
        <a:defRPr sz="4840">
          <a:solidFill>
            <a:schemeClr val="tx1"/>
          </a:solidFill>
          <a:latin typeface="Calibri" pitchFamily="34" charset="0"/>
        </a:defRPr>
      </a:lvl2pPr>
      <a:lvl3pPr algn="ctr" rtl="0" eaLnBrk="0" fontAlgn="base" hangingPunct="0">
        <a:spcBef>
          <a:spcPct val="0"/>
        </a:spcBef>
        <a:spcAft>
          <a:spcPct val="0"/>
        </a:spcAft>
        <a:defRPr sz="4840">
          <a:solidFill>
            <a:schemeClr val="tx1"/>
          </a:solidFill>
          <a:latin typeface="Calibri" pitchFamily="34" charset="0"/>
        </a:defRPr>
      </a:lvl3pPr>
      <a:lvl4pPr algn="ctr" rtl="0" eaLnBrk="0" fontAlgn="base" hangingPunct="0">
        <a:spcBef>
          <a:spcPct val="0"/>
        </a:spcBef>
        <a:spcAft>
          <a:spcPct val="0"/>
        </a:spcAft>
        <a:defRPr sz="4840">
          <a:solidFill>
            <a:schemeClr val="tx1"/>
          </a:solidFill>
          <a:latin typeface="Calibri" pitchFamily="34" charset="0"/>
        </a:defRPr>
      </a:lvl4pPr>
      <a:lvl5pPr algn="ctr" rtl="0" eaLnBrk="0" fontAlgn="base" hangingPunct="0">
        <a:spcBef>
          <a:spcPct val="0"/>
        </a:spcBef>
        <a:spcAft>
          <a:spcPct val="0"/>
        </a:spcAft>
        <a:defRPr sz="4840">
          <a:solidFill>
            <a:schemeClr val="tx1"/>
          </a:solidFill>
          <a:latin typeface="Calibri" pitchFamily="34" charset="0"/>
        </a:defRPr>
      </a:lvl5pPr>
      <a:lvl6pPr marL="502920" algn="ctr" rtl="0" fontAlgn="base">
        <a:spcBef>
          <a:spcPct val="0"/>
        </a:spcBef>
        <a:spcAft>
          <a:spcPct val="0"/>
        </a:spcAft>
        <a:defRPr sz="4840">
          <a:solidFill>
            <a:schemeClr val="tx1"/>
          </a:solidFill>
          <a:latin typeface="Calibri" pitchFamily="34" charset="0"/>
        </a:defRPr>
      </a:lvl6pPr>
      <a:lvl7pPr marL="1005840" algn="ctr" rtl="0" fontAlgn="base">
        <a:spcBef>
          <a:spcPct val="0"/>
        </a:spcBef>
        <a:spcAft>
          <a:spcPct val="0"/>
        </a:spcAft>
        <a:defRPr sz="4840">
          <a:solidFill>
            <a:schemeClr val="tx1"/>
          </a:solidFill>
          <a:latin typeface="Calibri" pitchFamily="34" charset="0"/>
        </a:defRPr>
      </a:lvl7pPr>
      <a:lvl8pPr marL="1508760" algn="ctr" rtl="0" fontAlgn="base">
        <a:spcBef>
          <a:spcPct val="0"/>
        </a:spcBef>
        <a:spcAft>
          <a:spcPct val="0"/>
        </a:spcAft>
        <a:defRPr sz="4840">
          <a:solidFill>
            <a:schemeClr val="tx1"/>
          </a:solidFill>
          <a:latin typeface="Calibri" pitchFamily="34" charset="0"/>
        </a:defRPr>
      </a:lvl8pPr>
      <a:lvl9pPr marL="2011680" algn="ctr" rtl="0" fontAlgn="base">
        <a:spcBef>
          <a:spcPct val="0"/>
        </a:spcBef>
        <a:spcAft>
          <a:spcPct val="0"/>
        </a:spcAft>
        <a:defRPr sz="4840">
          <a:solidFill>
            <a:schemeClr val="tx1"/>
          </a:solidFill>
          <a:latin typeface="Calibri" pitchFamily="34" charset="0"/>
        </a:defRPr>
      </a:lvl9pPr>
    </p:titleStyle>
    <p:bodyStyle>
      <a:lvl1pPr marL="377190" indent="-377190" algn="l" rtl="0" eaLnBrk="0" fontAlgn="base" hangingPunct="0">
        <a:spcBef>
          <a:spcPct val="20000"/>
        </a:spcBef>
        <a:spcAft>
          <a:spcPct val="0"/>
        </a:spcAft>
        <a:buFont typeface="Arial" panose="020B0604020202020204" pitchFamily="34" charset="0"/>
        <a:buChar char="•"/>
        <a:defRPr sz="3520" kern="1200">
          <a:solidFill>
            <a:schemeClr val="tx1"/>
          </a:solidFill>
          <a:latin typeface="+mn-lt"/>
          <a:ea typeface="+mn-ea"/>
          <a:cs typeface="+mn-cs"/>
        </a:defRPr>
      </a:lvl1pPr>
      <a:lvl2pPr marL="817245" indent="-314325" algn="l" rtl="0" eaLnBrk="0" fontAlgn="base" hangingPunct="0">
        <a:spcBef>
          <a:spcPct val="20000"/>
        </a:spcBef>
        <a:spcAft>
          <a:spcPct val="0"/>
        </a:spcAft>
        <a:buFont typeface="Arial" panose="020B0604020202020204" pitchFamily="34" charset="0"/>
        <a:buChar char="–"/>
        <a:defRPr sz="3080" kern="1200">
          <a:solidFill>
            <a:schemeClr val="tx1"/>
          </a:solidFill>
          <a:latin typeface="+mn-lt"/>
          <a:ea typeface="+mn-ea"/>
          <a:cs typeface="+mn-cs"/>
        </a:defRPr>
      </a:lvl2pPr>
      <a:lvl3pPr marL="1257300" indent="-251460" algn="l" rtl="0" eaLnBrk="0" fontAlgn="base" hangingPunct="0">
        <a:spcBef>
          <a:spcPct val="20000"/>
        </a:spcBef>
        <a:spcAft>
          <a:spcPct val="0"/>
        </a:spcAft>
        <a:buFont typeface="Arial" panose="020B0604020202020204" pitchFamily="34" charset="0"/>
        <a:buChar char="•"/>
        <a:defRPr sz="2640" kern="1200">
          <a:solidFill>
            <a:schemeClr val="tx1"/>
          </a:solidFill>
          <a:latin typeface="+mn-lt"/>
          <a:ea typeface="+mn-ea"/>
          <a:cs typeface="+mn-cs"/>
        </a:defRPr>
      </a:lvl3pPr>
      <a:lvl4pPr marL="1760220" indent="-251460" algn="l" rtl="0" eaLnBrk="0" fontAlgn="base"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4pPr>
      <a:lvl5pPr marL="2263140" indent="-251460" algn="l" rtl="0" eaLnBrk="0" fontAlgn="base"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5pPr>
      <a:lvl6pPr marL="2766060" indent="-251460" algn="l" defTabSz="100584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68980" indent="-251460" algn="l" defTabSz="100584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71900" indent="-251460" algn="l" defTabSz="100584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74820" indent="-251460" algn="l" defTabSz="1005840"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hyperlink" Target="https://www.youtube.com/watch?v=4emxjxonNRI"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hyperlink" Target="https://www.youtube.com/watch?v=pCK6prSq8aw&amp;t=11s"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6XrL5jXmTwM&amp;t=19s"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5.png"/></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sv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64.svg"/><Relationship Id="rId11" Type="http://schemas.openxmlformats.org/officeDocument/2006/relationships/image" Target="../media/image69.sv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svg"/><Relationship Id="rId9" Type="http://schemas.openxmlformats.org/officeDocument/2006/relationships/image" Target="../media/image6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702AA70-BA1D-3DDB-2260-DD339F11A2C6}"/>
              </a:ext>
            </a:extLst>
          </p:cNvPr>
          <p:cNvSpPr>
            <a:spLocks noGrp="1" noChangeArrowheads="1"/>
          </p:cNvSpPr>
          <p:nvPr>
            <p:ph type="ctrTitle"/>
          </p:nvPr>
        </p:nvSpPr>
        <p:spPr>
          <a:xfrm>
            <a:off x="381000" y="2895600"/>
            <a:ext cx="9019382" cy="2840990"/>
          </a:xfrm>
        </p:spPr>
        <p:txBody>
          <a:bodyPr rtlCol="0"/>
          <a:lstStyle/>
          <a:p>
            <a:pPr eaLnBrk="1" fontAlgn="auto" hangingPunct="1">
              <a:spcAft>
                <a:spcPts val="0"/>
              </a:spcAft>
              <a:defRPr/>
            </a:pPr>
            <a:br>
              <a:rPr lang="en-GB" altLang="en-US" sz="2200" b="1" dirty="0"/>
            </a:br>
            <a:r>
              <a:rPr lang="en-GB" altLang="en-US" sz="3520" b="1" dirty="0"/>
              <a:t>SYSTEMs ANALYSIS AND DESIGN</a:t>
            </a:r>
            <a:br>
              <a:rPr lang="en-GB" altLang="en-US" sz="3520" b="1" dirty="0"/>
            </a:br>
            <a:br>
              <a:rPr lang="en-GB" altLang="en-US" sz="3520" b="1" dirty="0"/>
            </a:br>
            <a:r>
              <a:rPr lang="en-GB" altLang="en-US" sz="3520" dirty="0"/>
              <a:t>Chap 9 – </a:t>
            </a:r>
            <a:br>
              <a:rPr lang="en-GB" altLang="en-US" sz="3520" dirty="0"/>
            </a:br>
            <a:r>
              <a:rPr lang="en-GB" altLang="en-US" sz="3520" dirty="0"/>
              <a:t>The Movement To </a:t>
            </a:r>
            <a:br>
              <a:rPr lang="en-GB" altLang="en-US" sz="3520" dirty="0"/>
            </a:br>
            <a:r>
              <a:rPr lang="en-GB" altLang="en-US" sz="3520" dirty="0"/>
              <a:t>objects</a:t>
            </a:r>
            <a:br>
              <a:rPr lang="en-GB" altLang="en-US" sz="3520" b="1" dirty="0"/>
            </a:br>
            <a:br>
              <a:rPr lang="en-GB" altLang="en-US" sz="3520" b="1" dirty="0"/>
            </a:br>
            <a:endParaRPr lang="en-GB" altLang="en-US"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609600"/>
            <a:ext cx="5638800" cy="720069"/>
          </a:xfrm>
          <a:prstGeom prst="rect">
            <a:avLst/>
          </a:prstGeom>
        </p:spPr>
        <p:txBody>
          <a:bodyPr vert="horz" wrap="square" lIns="0" tIns="12065" rIns="0" bIns="0" rtlCol="0">
            <a:spAutoFit/>
          </a:bodyPr>
          <a:lstStyle/>
          <a:p>
            <a:pPr marL="12700">
              <a:lnSpc>
                <a:spcPct val="100000"/>
              </a:lnSpc>
              <a:spcBef>
                <a:spcPts val="95"/>
              </a:spcBef>
            </a:pPr>
            <a:r>
              <a:rPr lang="en-US" b="1" spc="-15" dirty="0"/>
              <a:t>Recap on SAD</a:t>
            </a:r>
            <a:endParaRPr b="1" spc="-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dirty="0"/>
          </a:p>
        </p:txBody>
      </p:sp>
      <p:sp>
        <p:nvSpPr>
          <p:cNvPr id="3" name="object 3"/>
          <p:cNvSpPr txBox="1"/>
          <p:nvPr/>
        </p:nvSpPr>
        <p:spPr>
          <a:xfrm>
            <a:off x="1084579" y="1752600"/>
            <a:ext cx="8288021" cy="4675639"/>
          </a:xfrm>
          <a:prstGeom prst="rect">
            <a:avLst/>
          </a:prstGeom>
        </p:spPr>
        <p:txBody>
          <a:bodyPr vert="horz" wrap="square" lIns="0" tIns="12700" rIns="0" bIns="0" rtlCol="0">
            <a:spAutoFit/>
          </a:bodyPr>
          <a:lstStyle/>
          <a:p>
            <a:pPr marL="377190" marR="0" lvl="0" indent="-377190" algn="l" defTabSz="914400" rtl="0" eaLnBrk="1" fontAlgn="base" latinLnBrk="0" hangingPunct="1">
              <a:lnSpc>
                <a:spcPct val="100000"/>
              </a:lnSpc>
              <a:spcBef>
                <a:spcPct val="0"/>
              </a:spcBef>
              <a:spcAft>
                <a:spcPct val="0"/>
              </a:spcAft>
              <a:buClr>
                <a:srgbClr val="0070C0"/>
              </a:buClr>
              <a:buSzPct val="150000"/>
              <a:buFont typeface="Wingdings" pitchFamily="2" charset="2"/>
              <a:buChar char="§"/>
              <a:tabLst/>
              <a:defRPr/>
            </a:pPr>
            <a:r>
              <a:rPr kumimoji="0" lang="en-US" altLang="en-US" sz="3600" b="0" i="0" u="none" strike="noStrike" kern="1200" cap="none" spc="0" normalizeH="0" baseline="0" noProof="0" dirty="0">
                <a:ln>
                  <a:noFill/>
                </a:ln>
                <a:solidFill>
                  <a:prstClr val="black"/>
                </a:solidFill>
                <a:effectLst/>
                <a:uLnTx/>
                <a:uFillTx/>
                <a:latin typeface="Calibri"/>
                <a:ea typeface="+mn-ea"/>
                <a:cs typeface="+mn-cs"/>
              </a:rPr>
              <a:t>Core set of skills that all system analysts need to know (regardless of methodology)</a:t>
            </a:r>
          </a:p>
          <a:p>
            <a:pPr marL="377190" marR="0" lvl="0" indent="-377190" algn="l" defTabSz="914400" rtl="0" eaLnBrk="1" fontAlgn="base" latinLnBrk="0" hangingPunct="1">
              <a:lnSpc>
                <a:spcPct val="100000"/>
              </a:lnSpc>
              <a:spcBef>
                <a:spcPct val="0"/>
              </a:spcBef>
              <a:spcAft>
                <a:spcPct val="0"/>
              </a:spcAft>
              <a:buClr>
                <a:srgbClr val="0070C0"/>
              </a:buClr>
              <a:buSzPct val="150000"/>
              <a:buFont typeface="Wingdings" pitchFamily="2" charset="2"/>
              <a:buChar char="§"/>
              <a:tabLst/>
              <a:defRPr/>
            </a:pP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All information systems projects move. through the four phases: </a:t>
            </a:r>
            <a:r>
              <a:rPr kumimoji="0" lang="en-US" altLang="en-US" sz="3300" i="0" u="none" strike="noStrike" kern="1200" cap="none" spc="0" normalizeH="0" baseline="0" noProof="0" dirty="0">
                <a:ln>
                  <a:noFill/>
                </a:ln>
                <a:solidFill>
                  <a:srgbClr val="FF0000"/>
                </a:solidFill>
                <a:effectLst/>
                <a:uLnTx/>
                <a:uFillTx/>
                <a:latin typeface="Calibri"/>
                <a:ea typeface="+mn-ea"/>
                <a:cs typeface="+mn-cs"/>
              </a:rPr>
              <a:t>Planning</a:t>
            </a: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3300" i="0" u="none" strike="noStrike" kern="1200" cap="none" spc="0" normalizeH="0" baseline="0" noProof="0" dirty="0">
                <a:ln>
                  <a:noFill/>
                </a:ln>
                <a:solidFill>
                  <a:srgbClr val="FF0000"/>
                </a:solidFill>
                <a:effectLst/>
                <a:uLnTx/>
                <a:uFillTx/>
                <a:latin typeface="Calibri"/>
                <a:ea typeface="+mn-ea"/>
                <a:cs typeface="+mn-cs"/>
              </a:rPr>
              <a:t>Analysis</a:t>
            </a: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3300" i="0" u="none" strike="noStrike" kern="1200" cap="none" spc="0" normalizeH="0" baseline="0" noProof="0" dirty="0">
                <a:ln>
                  <a:noFill/>
                </a:ln>
                <a:solidFill>
                  <a:srgbClr val="FF0000"/>
                </a:solidFill>
                <a:effectLst/>
                <a:uLnTx/>
                <a:uFillTx/>
                <a:latin typeface="Calibri"/>
                <a:ea typeface="+mn-ea"/>
                <a:cs typeface="+mn-cs"/>
              </a:rPr>
              <a:t>Design</a:t>
            </a: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 and </a:t>
            </a:r>
            <a:r>
              <a:rPr kumimoji="0" lang="en-US" altLang="en-US" sz="3300" i="0" u="none" strike="noStrike" kern="1200" cap="none" spc="0" normalizeH="0" baseline="0" noProof="0" dirty="0">
                <a:ln>
                  <a:noFill/>
                </a:ln>
                <a:solidFill>
                  <a:srgbClr val="FF0000"/>
                </a:solidFill>
                <a:effectLst/>
                <a:uLnTx/>
                <a:uFillTx/>
                <a:latin typeface="Calibri"/>
                <a:ea typeface="+mn-ea"/>
                <a:cs typeface="+mn-cs"/>
              </a:rPr>
              <a:t>Implementation.</a:t>
            </a:r>
          </a:p>
          <a:p>
            <a:pPr marL="377190" marR="0" lvl="0" indent="-377190" algn="l" defTabSz="914400" rtl="0" eaLnBrk="1" fontAlgn="base" latinLnBrk="0" hangingPunct="1">
              <a:lnSpc>
                <a:spcPct val="100000"/>
              </a:lnSpc>
              <a:spcBef>
                <a:spcPct val="0"/>
              </a:spcBef>
              <a:spcAft>
                <a:spcPct val="0"/>
              </a:spcAft>
              <a:buClr>
                <a:srgbClr val="0070C0"/>
              </a:buClr>
              <a:buSzPct val="150000"/>
              <a:buFont typeface="Wingdings" pitchFamily="2" charset="2"/>
              <a:buChar char="§"/>
              <a:tabLst/>
              <a:defRPr/>
            </a:pP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All projects require analysts </a:t>
            </a:r>
            <a:r>
              <a:rPr kumimoji="0" lang="en-US" altLang="en-US" sz="3300" b="0" i="0" u="none" strike="noStrike" kern="1200" cap="none" spc="0" normalizeH="0" baseline="0" noProof="0" dirty="0">
                <a:ln>
                  <a:noFill/>
                </a:ln>
                <a:solidFill>
                  <a:srgbClr val="FF0000"/>
                </a:solidFill>
                <a:effectLst/>
                <a:uLnTx/>
                <a:uFillTx/>
                <a:latin typeface="Calibri"/>
                <a:ea typeface="+mn-ea"/>
                <a:cs typeface="+mn-cs"/>
              </a:rPr>
              <a:t>to gather requirements</a:t>
            </a: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3300" b="0" i="0" u="none" strike="noStrike" kern="1200" cap="none" spc="0" normalizeH="0" baseline="0" noProof="0" dirty="0">
                <a:ln>
                  <a:noFill/>
                </a:ln>
                <a:solidFill>
                  <a:srgbClr val="FF0000"/>
                </a:solidFill>
                <a:effectLst/>
                <a:uLnTx/>
                <a:uFillTx/>
                <a:latin typeface="Calibri"/>
                <a:ea typeface="+mn-ea"/>
                <a:cs typeface="+mn-cs"/>
              </a:rPr>
              <a:t>model the business needs</a:t>
            </a: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 and </a:t>
            </a:r>
            <a:r>
              <a:rPr kumimoji="0" lang="en-US" altLang="en-US" sz="3300" b="0" i="0" u="none" strike="noStrike" kern="1200" cap="none" spc="0" normalizeH="0" baseline="0" noProof="0" dirty="0">
                <a:ln>
                  <a:noFill/>
                </a:ln>
                <a:solidFill>
                  <a:srgbClr val="FF0000"/>
                </a:solidFill>
                <a:effectLst/>
                <a:uLnTx/>
                <a:uFillTx/>
                <a:latin typeface="Calibri"/>
                <a:ea typeface="+mn-ea"/>
                <a:cs typeface="+mn-cs"/>
              </a:rPr>
              <a:t>create blueprints </a:t>
            </a:r>
            <a:r>
              <a:rPr kumimoji="0" lang="en-US" altLang="en-US" sz="3300" b="0" i="0" u="none" strike="noStrike" kern="1200" cap="none" spc="0" normalizeH="0" baseline="0" noProof="0" dirty="0">
                <a:ln>
                  <a:noFill/>
                </a:ln>
                <a:solidFill>
                  <a:prstClr val="black"/>
                </a:solidFill>
                <a:effectLst/>
                <a:uLnTx/>
                <a:uFillTx/>
                <a:latin typeface="Calibri"/>
                <a:ea typeface="+mn-ea"/>
                <a:cs typeface="+mn-cs"/>
              </a:rPr>
              <a:t>for how the system should be built.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58FDC910-8AFE-A63F-136C-EB84332BA13F}"/>
              </a:ext>
            </a:extLst>
          </p:cNvPr>
          <p:cNvSpPr>
            <a:spLocks noGrp="1"/>
          </p:cNvSpPr>
          <p:nvPr>
            <p:ph type="title"/>
          </p:nvPr>
        </p:nvSpPr>
        <p:spPr/>
        <p:txBody>
          <a:bodyPr/>
          <a:lstStyle/>
          <a:p>
            <a:pPr eaLnBrk="1" hangingPunct="1"/>
            <a:r>
              <a:rPr lang="en-US" altLang="en-US" dirty="0"/>
              <a:t>Chapter 9 Objectives</a:t>
            </a:r>
          </a:p>
        </p:txBody>
      </p:sp>
      <p:sp>
        <p:nvSpPr>
          <p:cNvPr id="3" name="Content Placeholder 2">
            <a:extLst>
              <a:ext uri="{FF2B5EF4-FFF2-40B4-BE49-F238E27FC236}">
                <a16:creationId xmlns:a16="http://schemas.microsoft.com/office/drawing/2014/main" id="{12B44861-EF81-6DBB-3A47-7D6E57CF65D6}"/>
              </a:ext>
            </a:extLst>
          </p:cNvPr>
          <p:cNvSpPr>
            <a:spLocks noGrp="1"/>
          </p:cNvSpPr>
          <p:nvPr>
            <p:ph idx="1"/>
          </p:nvPr>
        </p:nvSpPr>
        <p:spPr>
          <a:xfrm>
            <a:off x="502920" y="1874520"/>
            <a:ext cx="9052560" cy="5280660"/>
          </a:xfrm>
        </p:spPr>
        <p:txBody>
          <a:bodyPr rtlCol="0">
            <a:normAutofit/>
          </a:bodyPr>
          <a:lstStyle/>
          <a:p>
            <a:r>
              <a:rPr lang="en-US" sz="4000" dirty="0"/>
              <a:t>Explain the basic concepts of the object approach and UML.</a:t>
            </a:r>
          </a:p>
          <a:p>
            <a:pPr marL="0" indent="0">
              <a:buNone/>
            </a:pPr>
            <a:endParaRPr lang="en-US" dirty="0"/>
          </a:p>
          <a:p>
            <a:r>
              <a:rPr lang="en-US" sz="4000" dirty="0"/>
              <a:t>Understand how to create:</a:t>
            </a:r>
          </a:p>
          <a:p>
            <a:pPr lvl="1"/>
            <a:r>
              <a:rPr lang="en-US" sz="3200" dirty="0"/>
              <a:t>Use Case diagram</a:t>
            </a:r>
          </a:p>
          <a:p>
            <a:pPr lvl="1"/>
            <a:r>
              <a:rPr lang="en-US" sz="3200" dirty="0"/>
              <a:t>Sequence diagram</a:t>
            </a:r>
          </a:p>
          <a:p>
            <a:pPr lvl="1"/>
            <a:r>
              <a:rPr lang="en-US" sz="3200" dirty="0"/>
              <a:t>Class diagram</a:t>
            </a:r>
          </a:p>
          <a:p>
            <a:pPr lvl="1"/>
            <a:r>
              <a:rPr lang="en-US" sz="3200" dirty="0"/>
              <a:t>Behavioral state machine diagram</a:t>
            </a:r>
          </a:p>
        </p:txBody>
      </p:sp>
      <p:sp>
        <p:nvSpPr>
          <p:cNvPr id="4" name="Footer Placeholder 3">
            <a:extLst>
              <a:ext uri="{FF2B5EF4-FFF2-40B4-BE49-F238E27FC236}">
                <a16:creationId xmlns:a16="http://schemas.microsoft.com/office/drawing/2014/main" id="{00504B8C-CF05-C4DB-BAAF-51756013D71C}"/>
              </a:ext>
            </a:extLst>
          </p:cNvPr>
          <p:cNvSpPr>
            <a:spLocks noGrp="1"/>
          </p:cNvSpPr>
          <p:nvPr>
            <p:ph type="ftr" sz="quarter" idx="11"/>
          </p:nvPr>
        </p:nvSpPr>
        <p:spPr/>
        <p:txBody>
          <a:bodyPr/>
          <a:lstStyle/>
          <a:p>
            <a:pPr defTabSz="1005840">
              <a:defRPr/>
            </a:pPr>
            <a:r>
              <a:rPr lang="en-US">
                <a:solidFill>
                  <a:prstClr val="black">
                    <a:tint val="75000"/>
                  </a:prstClr>
                </a:solidFill>
                <a:latin typeface="Calibri"/>
              </a:rPr>
              <a:t>© Copyright 2011 John Wiley &amp; Sons, Inc.</a:t>
            </a:r>
          </a:p>
        </p:txBody>
      </p:sp>
      <p:sp>
        <p:nvSpPr>
          <p:cNvPr id="20485" name="Slide Number Placeholder 4">
            <a:extLst>
              <a:ext uri="{FF2B5EF4-FFF2-40B4-BE49-F238E27FC236}">
                <a16:creationId xmlns:a16="http://schemas.microsoft.com/office/drawing/2014/main" id="{5006FDE7-4C51-3FBA-21D4-E2CF2D579C8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520">
                <a:solidFill>
                  <a:schemeClr val="tx1"/>
                </a:solidFill>
                <a:latin typeface="Calibri" panose="020F0502020204030204" pitchFamily="34" charset="0"/>
              </a:defRPr>
            </a:lvl1pPr>
            <a:lvl2pPr marL="817245" indent="-314325">
              <a:spcBef>
                <a:spcPct val="20000"/>
              </a:spcBef>
              <a:buFont typeface="Arial" panose="020B0604020202020204" pitchFamily="34" charset="0"/>
              <a:buChar char="–"/>
              <a:defRPr sz="3080">
                <a:solidFill>
                  <a:schemeClr val="tx1"/>
                </a:solidFill>
                <a:latin typeface="Calibri" panose="020F0502020204030204" pitchFamily="34" charset="0"/>
              </a:defRPr>
            </a:lvl2pPr>
            <a:lvl3pPr marL="1257300" indent="-251460">
              <a:spcBef>
                <a:spcPct val="20000"/>
              </a:spcBef>
              <a:buFont typeface="Arial" panose="020B0604020202020204" pitchFamily="34" charset="0"/>
              <a:buChar char="•"/>
              <a:defRPr sz="2640">
                <a:solidFill>
                  <a:schemeClr val="tx1"/>
                </a:solidFill>
                <a:latin typeface="Calibri" panose="020F0502020204030204" pitchFamily="34" charset="0"/>
              </a:defRPr>
            </a:lvl3pPr>
            <a:lvl4pPr marL="1760220" indent="-251460">
              <a:spcBef>
                <a:spcPct val="20000"/>
              </a:spcBef>
              <a:buFont typeface="Arial" panose="020B0604020202020204" pitchFamily="34" charset="0"/>
              <a:buChar char="–"/>
              <a:defRPr sz="2200">
                <a:solidFill>
                  <a:schemeClr val="tx1"/>
                </a:solidFill>
                <a:latin typeface="Calibri" panose="020F0502020204030204" pitchFamily="34" charset="0"/>
              </a:defRPr>
            </a:lvl4pPr>
            <a:lvl5pPr marL="2263140" indent="-251460">
              <a:spcBef>
                <a:spcPct val="20000"/>
              </a:spcBef>
              <a:buFont typeface="Arial" panose="020B0604020202020204" pitchFamily="34" charset="0"/>
              <a:buChar char="»"/>
              <a:defRPr sz="2200">
                <a:solidFill>
                  <a:schemeClr val="tx1"/>
                </a:solidFill>
                <a:latin typeface="Calibri" panose="020F0502020204030204" pitchFamily="34" charset="0"/>
              </a:defRPr>
            </a:lvl5pPr>
            <a:lvl6pPr marL="2766060" indent="-251460" eaLnBrk="0" fontAlgn="base" hangingPunct="0">
              <a:spcBef>
                <a:spcPct val="20000"/>
              </a:spcBef>
              <a:spcAft>
                <a:spcPct val="0"/>
              </a:spcAft>
              <a:buFont typeface="Arial" panose="020B0604020202020204" pitchFamily="34" charset="0"/>
              <a:buChar char="»"/>
              <a:defRPr sz="2200">
                <a:solidFill>
                  <a:schemeClr val="tx1"/>
                </a:solidFill>
                <a:latin typeface="Calibri" panose="020F0502020204030204" pitchFamily="34" charset="0"/>
              </a:defRPr>
            </a:lvl6pPr>
            <a:lvl7pPr marL="3268980" indent="-251460" eaLnBrk="0" fontAlgn="base" hangingPunct="0">
              <a:spcBef>
                <a:spcPct val="20000"/>
              </a:spcBef>
              <a:spcAft>
                <a:spcPct val="0"/>
              </a:spcAft>
              <a:buFont typeface="Arial" panose="020B0604020202020204" pitchFamily="34" charset="0"/>
              <a:buChar char="»"/>
              <a:defRPr sz="2200">
                <a:solidFill>
                  <a:schemeClr val="tx1"/>
                </a:solidFill>
                <a:latin typeface="Calibri" panose="020F0502020204030204" pitchFamily="34" charset="0"/>
              </a:defRPr>
            </a:lvl7pPr>
            <a:lvl8pPr marL="3771900" indent="-251460" eaLnBrk="0" fontAlgn="base" hangingPunct="0">
              <a:spcBef>
                <a:spcPct val="20000"/>
              </a:spcBef>
              <a:spcAft>
                <a:spcPct val="0"/>
              </a:spcAft>
              <a:buFont typeface="Arial" panose="020B0604020202020204" pitchFamily="34" charset="0"/>
              <a:buChar char="»"/>
              <a:defRPr sz="2200">
                <a:solidFill>
                  <a:schemeClr val="tx1"/>
                </a:solidFill>
                <a:latin typeface="Calibri" panose="020F0502020204030204" pitchFamily="34" charset="0"/>
              </a:defRPr>
            </a:lvl8pPr>
            <a:lvl9pPr marL="4274820" indent="-251460" eaLnBrk="0" fontAlgn="base" hangingPunct="0">
              <a:spcBef>
                <a:spcPct val="20000"/>
              </a:spcBef>
              <a:spcAft>
                <a:spcPct val="0"/>
              </a:spcAft>
              <a:buFont typeface="Arial" panose="020B0604020202020204" pitchFamily="34" charset="0"/>
              <a:buChar char="»"/>
              <a:defRPr sz="2200">
                <a:solidFill>
                  <a:schemeClr val="tx1"/>
                </a:solidFill>
                <a:latin typeface="Calibri" panose="020F0502020204030204" pitchFamily="34" charset="0"/>
              </a:defRPr>
            </a:lvl9pPr>
          </a:lstStyle>
          <a:p>
            <a:pPr defTabSz="1005840" fontAlgn="base">
              <a:spcBef>
                <a:spcPct val="0"/>
              </a:spcBef>
              <a:spcAft>
                <a:spcPct val="0"/>
              </a:spcAft>
              <a:buNone/>
            </a:pPr>
            <a:r>
              <a:rPr lang="en-US" altLang="en-US" sz="1320">
                <a:solidFill>
                  <a:srgbClr val="898989"/>
                </a:solidFill>
                <a:cs typeface="Arial" panose="020B0604020202020204" pitchFamily="34" charset="0"/>
              </a:rPr>
              <a:t>13-</a:t>
            </a:r>
            <a:fld id="{D208447D-FBC9-4D0F-A0DA-BEF98A1AD25B}" type="slidenum">
              <a:rPr lang="en-US" altLang="en-US" sz="1320">
                <a:solidFill>
                  <a:srgbClr val="898989"/>
                </a:solidFill>
                <a:cs typeface="Arial" panose="020B0604020202020204" pitchFamily="34" charset="0"/>
              </a:rPr>
              <a:pPr defTabSz="1005840" fontAlgn="base">
                <a:spcBef>
                  <a:spcPct val="0"/>
                </a:spcBef>
                <a:spcAft>
                  <a:spcPct val="0"/>
                </a:spcAft>
                <a:buNone/>
              </a:pPr>
              <a:t>3</a:t>
            </a:fld>
            <a:endParaRPr lang="en-US" altLang="en-US" sz="1320">
              <a:solidFill>
                <a:srgbClr val="898989"/>
              </a:solidFill>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7FD0-31B7-D9A7-FEBC-4062A67C3022}"/>
              </a:ext>
            </a:extLst>
          </p:cNvPr>
          <p:cNvSpPr>
            <a:spLocks noGrp="1"/>
          </p:cNvSpPr>
          <p:nvPr>
            <p:ph type="title"/>
          </p:nvPr>
        </p:nvSpPr>
        <p:spPr/>
        <p:txBody>
          <a:bodyPr rtlCol="0">
            <a:normAutofit/>
          </a:bodyPr>
          <a:lstStyle/>
          <a:p>
            <a:pPr>
              <a:defRPr/>
            </a:pPr>
            <a:r>
              <a:rPr lang="en-US" b="1" dirty="0"/>
              <a:t>Object-Oriented Analysis And Design (OOAD)</a:t>
            </a:r>
          </a:p>
        </p:txBody>
      </p:sp>
      <p:sp>
        <p:nvSpPr>
          <p:cNvPr id="33795" name="Content Placeholder 2">
            <a:extLst>
              <a:ext uri="{FF2B5EF4-FFF2-40B4-BE49-F238E27FC236}">
                <a16:creationId xmlns:a16="http://schemas.microsoft.com/office/drawing/2014/main" id="{B24F00E3-20B8-244B-BA18-EFE53913DD64}"/>
              </a:ext>
            </a:extLst>
          </p:cNvPr>
          <p:cNvSpPr>
            <a:spLocks noGrp="1"/>
          </p:cNvSpPr>
          <p:nvPr>
            <p:ph idx="1"/>
          </p:nvPr>
        </p:nvSpPr>
        <p:spPr>
          <a:xfrm>
            <a:off x="502920" y="2121217"/>
            <a:ext cx="9052560" cy="4431983"/>
          </a:xfrm>
        </p:spPr>
        <p:txBody>
          <a:bodyPr/>
          <a:lstStyle/>
          <a:p>
            <a:pPr marL="571500" indent="-571500">
              <a:spcBef>
                <a:spcPct val="0"/>
              </a:spcBef>
              <a:buFont typeface="Arial" panose="020B0604020202020204" pitchFamily="34" charset="0"/>
              <a:buChar char="•"/>
            </a:pPr>
            <a:r>
              <a:rPr lang="en-US" altLang="en-US" sz="3200" b="1" dirty="0">
                <a:solidFill>
                  <a:srgbClr val="0000FF"/>
                </a:solidFill>
                <a:latin typeface="+mj-lt"/>
              </a:rPr>
              <a:t>Object-oriented systems </a:t>
            </a:r>
            <a:r>
              <a:rPr lang="en-US" altLang="en-US" sz="3200" dirty="0">
                <a:latin typeface="+mj-lt"/>
              </a:rPr>
              <a:t>focus on capturing the structure and behavior of information systems in little modules (</a:t>
            </a:r>
            <a:r>
              <a:rPr lang="en-US" altLang="en-US" sz="3200" b="1" dirty="0">
                <a:solidFill>
                  <a:srgbClr val="0000FF"/>
                </a:solidFill>
                <a:latin typeface="+mj-lt"/>
              </a:rPr>
              <a:t>objects</a:t>
            </a:r>
            <a:r>
              <a:rPr lang="en-US" altLang="en-US" sz="3200" dirty="0">
                <a:latin typeface="+mj-lt"/>
              </a:rPr>
              <a:t>) that encompass </a:t>
            </a:r>
            <a:r>
              <a:rPr lang="en-US" altLang="en-US" sz="3200" dirty="0">
                <a:solidFill>
                  <a:srgbClr val="0000FF"/>
                </a:solidFill>
                <a:latin typeface="+mj-lt"/>
              </a:rPr>
              <a:t>both data and processes.</a:t>
            </a:r>
          </a:p>
          <a:p>
            <a:pPr marL="571500" indent="-571500" eaLnBrk="1" hangingPunct="1">
              <a:spcBef>
                <a:spcPct val="0"/>
              </a:spcBef>
              <a:buFont typeface="Arial" panose="020B0604020202020204" pitchFamily="34" charset="0"/>
              <a:buChar char="•"/>
            </a:pPr>
            <a:r>
              <a:rPr lang="en-US" altLang="en-US" sz="3200" dirty="0">
                <a:latin typeface="+mj-lt"/>
              </a:rPr>
              <a:t>The </a:t>
            </a:r>
            <a:r>
              <a:rPr lang="en-US" altLang="en-US" sz="3200" dirty="0">
                <a:solidFill>
                  <a:srgbClr val="0000FF"/>
                </a:solidFill>
                <a:latin typeface="+mj-lt"/>
              </a:rPr>
              <a:t>object-oriented approaches </a:t>
            </a:r>
            <a:r>
              <a:rPr lang="en-US" altLang="en-US" sz="3200" dirty="0">
                <a:latin typeface="+mj-lt"/>
              </a:rPr>
              <a:t>can use any of the traditional methodologies (e.g., waterfall development, parallel development, etc.), and are most associated with an </a:t>
            </a:r>
            <a:r>
              <a:rPr lang="en-US" altLang="en-US" sz="3200" b="1" i="1" dirty="0">
                <a:solidFill>
                  <a:srgbClr val="0000FF"/>
                </a:solidFill>
                <a:latin typeface="+mj-lt"/>
              </a:rPr>
              <a:t>iterative development RAD </a:t>
            </a:r>
            <a:r>
              <a:rPr lang="en-US" altLang="en-US" sz="3200" dirty="0">
                <a:latin typeface="+mj-lt"/>
              </a:rPr>
              <a:t>methodology.</a:t>
            </a:r>
          </a:p>
        </p:txBody>
      </p:sp>
      <p:sp>
        <p:nvSpPr>
          <p:cNvPr id="33797" name="Slide Number Placeholder 4">
            <a:extLst>
              <a:ext uri="{FF2B5EF4-FFF2-40B4-BE49-F238E27FC236}">
                <a16:creationId xmlns:a16="http://schemas.microsoft.com/office/drawing/2014/main" id="{359EFD4A-544C-C4D6-5FC1-B9CE980B1E90}"/>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ct val="0"/>
              </a:spcBef>
              <a:buFontTx/>
              <a:buNone/>
              <a:defRPr/>
            </a:pPr>
            <a:r>
              <a:rPr lang="en-US" altLang="en-US"/>
              <a:t>14-</a:t>
            </a:r>
            <a:fld id="{D820E767-0A2B-4B63-8B66-CCE58319636A}" type="slidenum">
              <a:rPr lang="en-US" altLang="en-US" smtClean="0"/>
              <a:pPr>
                <a:spcBef>
                  <a:spcPct val="0"/>
                </a:spcBef>
                <a:buFontTx/>
                <a:buNone/>
                <a:defRPr/>
              </a:pPr>
              <a:t>4</a:t>
            </a:fld>
            <a:endParaRPr lang="en-US" altLang="en-US" sz="132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7445-4168-BF16-5C95-1DB70572B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5839-C8D0-C6C0-0299-6B9FD146BBDA}"/>
              </a:ext>
            </a:extLst>
          </p:cNvPr>
          <p:cNvSpPr>
            <a:spLocks noGrp="1"/>
          </p:cNvSpPr>
          <p:nvPr>
            <p:ph type="title"/>
          </p:nvPr>
        </p:nvSpPr>
        <p:spPr>
          <a:xfrm>
            <a:off x="502920" y="426211"/>
            <a:ext cx="9517063" cy="677108"/>
          </a:xfrm>
        </p:spPr>
        <p:txBody>
          <a:bodyPr/>
          <a:lstStyle/>
          <a:p>
            <a:r>
              <a:rPr lang="en-US" sz="4400" b="1" dirty="0"/>
              <a:t>Unified Modeling Language (UML)</a:t>
            </a:r>
          </a:p>
        </p:txBody>
      </p:sp>
      <p:sp>
        <p:nvSpPr>
          <p:cNvPr id="4" name="Slide Number Placeholder 3">
            <a:extLst>
              <a:ext uri="{FF2B5EF4-FFF2-40B4-BE49-F238E27FC236}">
                <a16:creationId xmlns:a16="http://schemas.microsoft.com/office/drawing/2014/main" id="{416C07FC-A582-6773-9967-35140CBC34B8}"/>
              </a:ext>
            </a:extLst>
          </p:cNvPr>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5</a:t>
            </a:fld>
            <a:endParaRPr lang="en-US" dirty="0"/>
          </a:p>
        </p:txBody>
      </p:sp>
      <p:sp>
        <p:nvSpPr>
          <p:cNvPr id="7" name="Content Placeholder 2">
            <a:extLst>
              <a:ext uri="{FF2B5EF4-FFF2-40B4-BE49-F238E27FC236}">
                <a16:creationId xmlns:a16="http://schemas.microsoft.com/office/drawing/2014/main" id="{B1FFDE1A-347D-BC1B-D95D-6C456D29079E}"/>
              </a:ext>
            </a:extLst>
          </p:cNvPr>
          <p:cNvSpPr>
            <a:spLocks noGrp="1"/>
          </p:cNvSpPr>
          <p:nvPr>
            <p:ph idx="1"/>
          </p:nvPr>
        </p:nvSpPr>
        <p:spPr>
          <a:xfrm>
            <a:off x="502920" y="1524000"/>
            <a:ext cx="9220200" cy="6081665"/>
          </a:xfrm>
        </p:spPr>
        <p:txBody>
          <a:bodyPr/>
          <a:lstStyle/>
          <a:p>
            <a:pPr marL="457200" indent="-457200">
              <a:buSzPct val="120000"/>
              <a:buFont typeface="Arial" panose="020B0604020202020204" pitchFamily="34" charset="0"/>
              <a:buChar char="•"/>
            </a:pPr>
            <a:r>
              <a:rPr lang="en-US" sz="2640" dirty="0"/>
              <a:t>Unified Modeling Language (UML) is a standard set of diagramming techniques that provide a graphical representation to model systems development project.</a:t>
            </a:r>
          </a:p>
          <a:p>
            <a:pPr marL="457200" indent="-457200">
              <a:buSzPct val="120000"/>
              <a:buFont typeface="Arial" panose="020B0604020202020204" pitchFamily="34" charset="0"/>
              <a:buChar char="•"/>
            </a:pPr>
            <a:r>
              <a:rPr lang="en-US" sz="2640" dirty="0">
                <a:solidFill>
                  <a:srgbClr val="00B0F0"/>
                </a:solidFill>
              </a:rPr>
              <a:t>Object-oriented systems analysis and design </a:t>
            </a:r>
            <a:r>
              <a:rPr lang="en-US" sz="2640" dirty="0"/>
              <a:t>use UML to depict a system.</a:t>
            </a:r>
          </a:p>
          <a:p>
            <a:pPr marL="457200" indent="-457200">
              <a:buSzPct val="120000"/>
              <a:buFont typeface="Arial" panose="020B0604020202020204" pitchFamily="34" charset="0"/>
              <a:buChar char="•"/>
            </a:pPr>
            <a:r>
              <a:rPr lang="en-US" sz="2640" dirty="0"/>
              <a:t>UML has different diagrams to show various views of the system.</a:t>
            </a:r>
          </a:p>
          <a:p>
            <a:pPr marL="457200" indent="-457200">
              <a:buSzPct val="120000"/>
              <a:buFont typeface="Arial" panose="020B0604020202020204" pitchFamily="34" charset="0"/>
              <a:buChar char="•"/>
            </a:pPr>
            <a:r>
              <a:rPr lang="en-US" sz="2800" dirty="0"/>
              <a:t>It is a </a:t>
            </a:r>
            <a:r>
              <a:rPr lang="en-US" sz="2800" b="1" dirty="0"/>
              <a:t>blueprint</a:t>
            </a:r>
            <a:r>
              <a:rPr lang="en-US" sz="2800" dirty="0"/>
              <a:t> that supports software engineering activities from analysis to implementation. </a:t>
            </a:r>
          </a:p>
          <a:p>
            <a:pPr marL="457200" indent="-457200">
              <a:buSzPct val="120000"/>
              <a:buFont typeface="Arial" panose="020B0604020202020204" pitchFamily="34" charset="0"/>
              <a:buChar char="•"/>
            </a:pPr>
            <a:r>
              <a:rPr lang="en-US" sz="2800" dirty="0"/>
              <a:t>UML models can be used during requirements gathering, system design, and even system maintenance.</a:t>
            </a:r>
          </a:p>
          <a:p>
            <a:endParaRPr lang="en-US" sz="1760" dirty="0"/>
          </a:p>
          <a:p>
            <a:endParaRPr lang="en-US" sz="2640" dirty="0"/>
          </a:p>
          <a:p>
            <a:endParaRPr lang="en-US" sz="2640" dirty="0"/>
          </a:p>
        </p:txBody>
      </p:sp>
    </p:spTree>
    <p:extLst>
      <p:ext uri="{BB962C8B-B14F-4D97-AF65-F5344CB8AC3E}">
        <p14:creationId xmlns:p14="http://schemas.microsoft.com/office/powerpoint/2010/main" val="472422824"/>
      </p:ext>
    </p:extLst>
  </p:cSld>
  <p:clrMapOvr>
    <a:masterClrMapping/>
  </p:clrMapOvr>
  <p:transition spd="slow"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26211"/>
            <a:ext cx="9029383" cy="707886"/>
          </a:xfrm>
        </p:spPr>
        <p:txBody>
          <a:bodyPr/>
          <a:lstStyle/>
          <a:p>
            <a:r>
              <a:rPr lang="en-MY" b="1" dirty="0"/>
              <a:t>Benefits of Using UML</a:t>
            </a:r>
          </a:p>
        </p:txBody>
      </p:sp>
      <p:sp>
        <p:nvSpPr>
          <p:cNvPr id="4" name="Slide Number Placeholder 3"/>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6</a:t>
            </a:fld>
            <a:endParaRPr lang="en-US" dirty="0"/>
          </a:p>
        </p:txBody>
      </p:sp>
      <p:sp>
        <p:nvSpPr>
          <p:cNvPr id="7" name="Content Placeholder 2">
            <a:extLst>
              <a:ext uri="{FF2B5EF4-FFF2-40B4-BE49-F238E27FC236}">
                <a16:creationId xmlns:a16="http://schemas.microsoft.com/office/drawing/2014/main" id="{E53BC80C-2C42-4379-9DF2-C7B65EC8B62A}"/>
              </a:ext>
            </a:extLst>
          </p:cNvPr>
          <p:cNvSpPr>
            <a:spLocks noGrp="1"/>
          </p:cNvSpPr>
          <p:nvPr>
            <p:ph idx="1"/>
          </p:nvPr>
        </p:nvSpPr>
        <p:spPr>
          <a:xfrm>
            <a:off x="571817" y="1524000"/>
            <a:ext cx="8953184" cy="5816977"/>
          </a:xfrm>
        </p:spPr>
        <p:txBody>
          <a:bodyPr/>
          <a:lstStyle/>
          <a:p>
            <a:pPr marL="342900" indent="-342900">
              <a:buFont typeface="Arial" panose="020B0604020202020204" pitchFamily="34" charset="0"/>
              <a:buChar char="•"/>
            </a:pPr>
            <a:r>
              <a:rPr lang="en-US" dirty="0"/>
              <a:t>UML provides a </a:t>
            </a:r>
            <a:r>
              <a:rPr lang="en-US" b="1" dirty="0"/>
              <a:t>common visual language</a:t>
            </a:r>
            <a:r>
              <a:rPr lang="en-US" dirty="0"/>
              <a:t> that can be understood by developers, analysts, designers, and even non-technical stakeholders.</a:t>
            </a:r>
          </a:p>
          <a:p>
            <a:pPr marL="342900" indent="-342900">
              <a:buFont typeface="Arial" panose="020B0604020202020204" pitchFamily="34" charset="0"/>
              <a:buChar char="•"/>
            </a:pPr>
            <a:r>
              <a:rPr lang="en-US" dirty="0"/>
              <a:t>It makes it easier to </a:t>
            </a:r>
            <a:r>
              <a:rPr lang="en-US" b="1" dirty="0"/>
              <a:t>analyze and communicate system requirements</a:t>
            </a:r>
            <a:r>
              <a:rPr lang="en-US" dirty="0"/>
              <a:t>, as diagrams can simplify complex information.</a:t>
            </a:r>
          </a:p>
          <a:p>
            <a:pPr marL="342900" indent="-342900">
              <a:buFont typeface="Arial" panose="020B0604020202020204" pitchFamily="34" charset="0"/>
              <a:buChar char="•"/>
            </a:pPr>
            <a:r>
              <a:rPr lang="en-US" dirty="0"/>
              <a:t>Helps with </a:t>
            </a:r>
            <a:r>
              <a:rPr lang="en-US" b="1" dirty="0"/>
              <a:t>design validation</a:t>
            </a:r>
            <a:r>
              <a:rPr lang="en-US" dirty="0"/>
              <a:t> before any code is written, saving time and effort later in the development cycle.</a:t>
            </a:r>
          </a:p>
          <a:p>
            <a:pPr marL="342900" indent="-342900">
              <a:buFont typeface="Arial" panose="020B0604020202020204" pitchFamily="34" charset="0"/>
              <a:buChar char="•"/>
            </a:pPr>
            <a:r>
              <a:rPr lang="en-US" dirty="0"/>
              <a:t>Enables </a:t>
            </a:r>
            <a:r>
              <a:rPr lang="en-US" b="1" dirty="0"/>
              <a:t>early detection of design flaws</a:t>
            </a:r>
            <a:r>
              <a:rPr lang="en-US" dirty="0"/>
              <a:t> and inconsistencies.</a:t>
            </a:r>
          </a:p>
          <a:p>
            <a:pPr marL="342900" indent="-342900">
              <a:buFont typeface="Arial" panose="020B0604020202020204" pitchFamily="34" charset="0"/>
              <a:buChar char="•"/>
            </a:pPr>
            <a:r>
              <a:rPr lang="en-US" dirty="0"/>
              <a:t>Supports </a:t>
            </a:r>
            <a:r>
              <a:rPr lang="en-US" b="1" dirty="0"/>
              <a:t>Object-Oriented Analysis and Design (OOAD)</a:t>
            </a:r>
            <a:r>
              <a:rPr lang="en-US" dirty="0"/>
              <a:t>, enabling teams to design reusable, modular, and maintainable software.</a:t>
            </a:r>
          </a:p>
          <a:p>
            <a:pPr marL="342900" indent="-342900">
              <a:buFont typeface="Arial" panose="020B0604020202020204" pitchFamily="34" charset="0"/>
              <a:buChar char="•"/>
            </a:pPr>
            <a:r>
              <a:rPr lang="en-US" dirty="0"/>
              <a:t>UML is </a:t>
            </a:r>
            <a:r>
              <a:rPr lang="en-US" b="1" dirty="0"/>
              <a:t>tool-independent</a:t>
            </a:r>
            <a:r>
              <a:rPr lang="en-US" dirty="0"/>
              <a:t>—meaning it can be applied in Agile, Waterfall, or hybrid project methodologies.</a:t>
            </a:r>
          </a:p>
          <a:p>
            <a:endParaRPr lang="en-US" sz="2200" dirty="0"/>
          </a:p>
          <a:p>
            <a:endParaRPr lang="en-US" sz="2200" dirty="0"/>
          </a:p>
          <a:p>
            <a:endParaRPr lang="en-US" sz="2200" dirty="0"/>
          </a:p>
        </p:txBody>
      </p:sp>
    </p:spTree>
    <p:extLst>
      <p:ext uri="{BB962C8B-B14F-4D97-AF65-F5344CB8AC3E}">
        <p14:creationId xmlns:p14="http://schemas.microsoft.com/office/powerpoint/2010/main" val="2659832009"/>
      </p:ext>
    </p:extLst>
  </p:cSld>
  <p:clrMapOvr>
    <a:masterClrMapping/>
  </p:clrMapOvr>
  <p:transition spd="slow"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AEC06-C9B9-12BB-F777-E896626E2D70}"/>
              </a:ext>
            </a:extLst>
          </p:cNvPr>
          <p:cNvSpPr>
            <a:spLocks noGrp="1"/>
          </p:cNvSpPr>
          <p:nvPr>
            <p:ph type="title"/>
          </p:nvPr>
        </p:nvSpPr>
        <p:spPr>
          <a:xfrm>
            <a:off x="502920" y="416402"/>
            <a:ext cx="8801100" cy="1257300"/>
          </a:xfrm>
        </p:spPr>
        <p:txBody>
          <a:bodyPr rtlCol="0">
            <a:normAutofit fontScale="90000"/>
          </a:bodyPr>
          <a:lstStyle/>
          <a:p>
            <a:pPr>
              <a:defRPr/>
            </a:pPr>
            <a:r>
              <a:rPr lang="en-US" b="1" dirty="0"/>
              <a:t>Unified Modeling Language Version 2.0</a:t>
            </a:r>
          </a:p>
        </p:txBody>
      </p:sp>
      <p:sp>
        <p:nvSpPr>
          <p:cNvPr id="3" name="Content Placeholder 2">
            <a:extLst>
              <a:ext uri="{FF2B5EF4-FFF2-40B4-BE49-F238E27FC236}">
                <a16:creationId xmlns:a16="http://schemas.microsoft.com/office/drawing/2014/main" id="{E5BDDEBE-F143-06D6-D7FE-C7D02D509681}"/>
              </a:ext>
            </a:extLst>
          </p:cNvPr>
          <p:cNvSpPr>
            <a:spLocks noGrp="1"/>
          </p:cNvSpPr>
          <p:nvPr>
            <p:ph idx="1"/>
          </p:nvPr>
        </p:nvSpPr>
        <p:spPr>
          <a:xfrm>
            <a:off x="1010920" y="2036023"/>
            <a:ext cx="8036559" cy="4440977"/>
          </a:xfrm>
        </p:spPr>
        <p:txBody>
          <a:bodyPr rtlCol="0">
            <a:normAutofit fontScale="85000" lnSpcReduction="20000"/>
          </a:bodyPr>
          <a:lstStyle/>
          <a:p>
            <a:pPr marL="342900" indent="-342900">
              <a:lnSpc>
                <a:spcPct val="110000"/>
              </a:lnSpc>
              <a:buFont typeface="Arial" panose="020B0604020202020204" pitchFamily="34" charset="0"/>
              <a:buChar char="•"/>
              <a:defRPr/>
            </a:pPr>
            <a:r>
              <a:rPr lang="en-US" sz="2800" dirty="0"/>
              <a:t>The objective of the</a:t>
            </a:r>
            <a:r>
              <a:rPr lang="en-US" sz="2800" b="1" dirty="0">
                <a:solidFill>
                  <a:srgbClr val="0000FF"/>
                </a:solidFill>
              </a:rPr>
              <a:t> </a:t>
            </a:r>
            <a:r>
              <a:rPr lang="en-US" sz="2800" dirty="0">
                <a:solidFill>
                  <a:schemeClr val="tx1"/>
                </a:solidFill>
              </a:rPr>
              <a:t>Unified Modeling Language (UML) </a:t>
            </a:r>
            <a:r>
              <a:rPr lang="en-US" sz="2800" dirty="0"/>
              <a:t>is to provide a common vocabulary of object-oriented terms and diagramming techniques.</a:t>
            </a:r>
          </a:p>
          <a:p>
            <a:pPr marL="342900" indent="-342900">
              <a:lnSpc>
                <a:spcPct val="110000"/>
              </a:lnSpc>
              <a:buFont typeface="Arial" panose="020B0604020202020204" pitchFamily="34" charset="0"/>
              <a:buChar char="•"/>
              <a:defRPr/>
            </a:pPr>
            <a:endParaRPr lang="en-US" sz="2800" dirty="0"/>
          </a:p>
          <a:p>
            <a:pPr marL="342900" indent="-342900">
              <a:lnSpc>
                <a:spcPct val="110000"/>
              </a:lnSpc>
              <a:buFont typeface="Arial" panose="020B0604020202020204" pitchFamily="34" charset="0"/>
              <a:buChar char="•"/>
              <a:defRPr/>
            </a:pPr>
            <a:r>
              <a:rPr lang="en-US" sz="2800" dirty="0"/>
              <a:t>The diagrams are broken into two major groupings:</a:t>
            </a:r>
          </a:p>
          <a:p>
            <a:pPr marL="800100" lvl="1" indent="-342900">
              <a:lnSpc>
                <a:spcPct val="110000"/>
              </a:lnSpc>
              <a:buFont typeface="Arial" panose="020B0604020202020204" pitchFamily="34" charset="0"/>
              <a:buChar char="•"/>
              <a:defRPr/>
            </a:pPr>
            <a:r>
              <a:rPr lang="en-US" sz="2800" b="1" i="1" dirty="0">
                <a:solidFill>
                  <a:srgbClr val="FF0000"/>
                </a:solidFill>
              </a:rPr>
              <a:t>Structure diagrams </a:t>
            </a:r>
            <a:r>
              <a:rPr lang="en-US" sz="2800" dirty="0"/>
              <a:t>- for representing data and </a:t>
            </a:r>
            <a:r>
              <a:rPr lang="en-US" sz="2800" dirty="0">
                <a:solidFill>
                  <a:srgbClr val="FF0000"/>
                </a:solidFill>
              </a:rPr>
              <a:t>static</a:t>
            </a:r>
            <a:r>
              <a:rPr lang="en-US" sz="2800" dirty="0"/>
              <a:t> relationships in an information system. It describes what exists in the system rather than how it behaves.</a:t>
            </a:r>
          </a:p>
          <a:p>
            <a:pPr marL="800100" lvl="1" indent="-342900">
              <a:lnSpc>
                <a:spcPct val="110000"/>
              </a:lnSpc>
              <a:buFont typeface="Arial" panose="020B0604020202020204" pitchFamily="34" charset="0"/>
              <a:buChar char="•"/>
              <a:defRPr/>
            </a:pPr>
            <a:endParaRPr lang="en-US" sz="2800" dirty="0"/>
          </a:p>
          <a:p>
            <a:pPr marL="800100" lvl="1" indent="-342900">
              <a:lnSpc>
                <a:spcPct val="110000"/>
              </a:lnSpc>
              <a:buFont typeface="Arial" panose="020B0604020202020204" pitchFamily="34" charset="0"/>
              <a:buChar char="•"/>
              <a:defRPr/>
            </a:pPr>
            <a:r>
              <a:rPr lang="en-US" sz="2800" b="1" i="1" dirty="0">
                <a:solidFill>
                  <a:srgbClr val="FF0000"/>
                </a:solidFill>
              </a:rPr>
              <a:t>Behavior diagrams</a:t>
            </a:r>
            <a:r>
              <a:rPr lang="en-US" sz="2800" dirty="0">
                <a:solidFill>
                  <a:srgbClr val="FF0000"/>
                </a:solidFill>
              </a:rPr>
              <a:t> </a:t>
            </a:r>
            <a:r>
              <a:rPr lang="en-US" sz="2800" dirty="0"/>
              <a:t>- for representing </a:t>
            </a:r>
            <a:r>
              <a:rPr lang="en-US" sz="2800" dirty="0">
                <a:solidFill>
                  <a:srgbClr val="FF0000"/>
                </a:solidFill>
              </a:rPr>
              <a:t>dynamic</a:t>
            </a:r>
            <a:r>
              <a:rPr lang="en-US" sz="2800" dirty="0"/>
              <a:t> relationships among the objects. It illustrate how the system behaves over time—how components interact and how processes unfold.</a:t>
            </a:r>
          </a:p>
          <a:p>
            <a:pPr marL="800100" lvl="1" indent="-342900">
              <a:lnSpc>
                <a:spcPct val="110000"/>
              </a:lnSpc>
              <a:buFont typeface="Arial" panose="020B0604020202020204" pitchFamily="34" charset="0"/>
              <a:buChar char="•"/>
              <a:defRPr/>
            </a:pPr>
            <a:endParaRPr lang="en-US" sz="2800" dirty="0"/>
          </a:p>
        </p:txBody>
      </p:sp>
      <p:sp>
        <p:nvSpPr>
          <p:cNvPr id="36869" name="Slide Number Placeholder 4">
            <a:extLst>
              <a:ext uri="{FF2B5EF4-FFF2-40B4-BE49-F238E27FC236}">
                <a16:creationId xmlns:a16="http://schemas.microsoft.com/office/drawing/2014/main" id="{63F4EC1D-9F0B-0448-A8B1-8BD4AE447062}"/>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ct val="0"/>
              </a:spcBef>
              <a:buFontTx/>
              <a:buNone/>
              <a:defRPr/>
            </a:pPr>
            <a:r>
              <a:rPr lang="en-US" altLang="en-US"/>
              <a:t>14-</a:t>
            </a:r>
            <a:fld id="{D820E767-0A2B-4B63-8B66-CCE58319636A}" type="slidenum">
              <a:rPr lang="en-US" altLang="en-US" smtClean="0"/>
              <a:pPr>
                <a:spcBef>
                  <a:spcPct val="0"/>
                </a:spcBef>
                <a:buFontTx/>
                <a:buNone/>
                <a:defRPr/>
              </a:pPr>
              <a:t>7</a:t>
            </a:fld>
            <a:endParaRPr lang="en-US" altLang="en-US" sz="132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49655C0F-0B15-69E7-5AE6-66F2ABF750F3}"/>
              </a:ext>
            </a:extLst>
          </p:cNvPr>
          <p:cNvSpPr>
            <a:spLocks noGrp="1"/>
          </p:cNvSpPr>
          <p:nvPr>
            <p:ph type="title"/>
          </p:nvPr>
        </p:nvSpPr>
        <p:spPr>
          <a:xfrm>
            <a:off x="502920" y="114300"/>
            <a:ext cx="9052560" cy="707886"/>
          </a:xfrm>
        </p:spPr>
        <p:txBody>
          <a:bodyPr/>
          <a:lstStyle/>
          <a:p>
            <a:pPr eaLnBrk="1" hangingPunct="1"/>
            <a:r>
              <a:rPr lang="en-US" altLang="en-US"/>
              <a:t>UML 2.0 Diagram Summary</a:t>
            </a:r>
          </a:p>
        </p:txBody>
      </p:sp>
      <p:sp>
        <p:nvSpPr>
          <p:cNvPr id="4" name="Footer Placeholder 3">
            <a:extLst>
              <a:ext uri="{FF2B5EF4-FFF2-40B4-BE49-F238E27FC236}">
                <a16:creationId xmlns:a16="http://schemas.microsoft.com/office/drawing/2014/main" id="{CC3916F0-E4D5-5981-E3EB-5158474D70D3}"/>
              </a:ext>
            </a:extLst>
          </p:cNvPr>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 Copyright 2011 John Wiley &amp; Sons, Inc.</a:t>
            </a:r>
          </a:p>
        </p:txBody>
      </p:sp>
      <p:sp>
        <p:nvSpPr>
          <p:cNvPr id="37892" name="Slide Number Placeholder 4">
            <a:extLst>
              <a:ext uri="{FF2B5EF4-FFF2-40B4-BE49-F238E27FC236}">
                <a16:creationId xmlns:a16="http://schemas.microsoft.com/office/drawing/2014/main" id="{35A8EA99-FBD9-0D29-1411-6A681049C224}"/>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ct val="0"/>
              </a:spcBef>
              <a:buFontTx/>
              <a:buNone/>
              <a:defRPr/>
            </a:pPr>
            <a:r>
              <a:rPr lang="en-US" altLang="en-US"/>
              <a:t>14-</a:t>
            </a:r>
            <a:fld id="{D820E767-0A2B-4B63-8B66-CCE58319636A}" type="slidenum">
              <a:rPr lang="en-US" altLang="en-US" smtClean="0"/>
              <a:pPr>
                <a:spcBef>
                  <a:spcPct val="0"/>
                </a:spcBef>
                <a:buFontTx/>
                <a:buNone/>
                <a:defRPr/>
              </a:pPr>
              <a:t>8</a:t>
            </a:fld>
            <a:endParaRPr lang="en-US" altLang="en-US" sz="1320">
              <a:solidFill>
                <a:srgbClr val="898989"/>
              </a:solidFill>
            </a:endParaRPr>
          </a:p>
        </p:txBody>
      </p:sp>
      <p:sp>
        <p:nvSpPr>
          <p:cNvPr id="37893" name="Content Placeholder 6">
            <a:extLst>
              <a:ext uri="{FF2B5EF4-FFF2-40B4-BE49-F238E27FC236}">
                <a16:creationId xmlns:a16="http://schemas.microsoft.com/office/drawing/2014/main" id="{C86AF153-6D13-9918-C1E9-A55744D9B310}"/>
              </a:ext>
            </a:extLst>
          </p:cNvPr>
          <p:cNvSpPr>
            <a:spLocks noGrp="1"/>
          </p:cNvSpPr>
          <p:nvPr>
            <p:ph idx="1"/>
          </p:nvPr>
        </p:nvSpPr>
        <p:spPr>
          <a:xfrm>
            <a:off x="1010920" y="2036023"/>
            <a:ext cx="8036559" cy="369332"/>
          </a:xfrm>
        </p:spPr>
        <p:txBody>
          <a:bodyPr/>
          <a:lstStyle/>
          <a:p>
            <a:pPr algn="ctr" eaLnBrk="1" hangingPunct="1">
              <a:spcBef>
                <a:spcPct val="0"/>
              </a:spcBef>
              <a:buFont typeface="Wingdings" pitchFamily="2" charset="2"/>
              <a:buNone/>
            </a:pPr>
            <a:endParaRPr lang="en-US" altLang="en-US"/>
          </a:p>
        </p:txBody>
      </p:sp>
      <p:pic>
        <p:nvPicPr>
          <p:cNvPr id="8" name="Picture 2" descr="fig_14_07">
            <a:extLst>
              <a:ext uri="{FF2B5EF4-FFF2-40B4-BE49-F238E27FC236}">
                <a16:creationId xmlns:a16="http://schemas.microsoft.com/office/drawing/2014/main" id="{41566168-69B9-19EE-04B9-F0E6397FF11B}"/>
              </a:ext>
            </a:extLst>
          </p:cNvPr>
          <p:cNvPicPr preferRelativeResize="0">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67640" y="1036320"/>
            <a:ext cx="9723120" cy="6537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Rounded Corners 1">
            <a:extLst>
              <a:ext uri="{FF2B5EF4-FFF2-40B4-BE49-F238E27FC236}">
                <a16:creationId xmlns:a16="http://schemas.microsoft.com/office/drawing/2014/main" id="{CFEEFAAD-08BB-D755-7A7D-C3070B3C90DC}"/>
              </a:ext>
            </a:extLst>
          </p:cNvPr>
          <p:cNvSpPr/>
          <p:nvPr/>
        </p:nvSpPr>
        <p:spPr>
          <a:xfrm>
            <a:off x="228600" y="1828800"/>
            <a:ext cx="843280" cy="22860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3" name="Rectangle: Rounded Corners 2">
            <a:extLst>
              <a:ext uri="{FF2B5EF4-FFF2-40B4-BE49-F238E27FC236}">
                <a16:creationId xmlns:a16="http://schemas.microsoft.com/office/drawing/2014/main" id="{3C8BA4C6-58D8-F576-C3A9-FD0395679056}"/>
              </a:ext>
            </a:extLst>
          </p:cNvPr>
          <p:cNvSpPr/>
          <p:nvPr/>
        </p:nvSpPr>
        <p:spPr>
          <a:xfrm>
            <a:off x="255181" y="4896134"/>
            <a:ext cx="843280" cy="22860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5" name="Rectangle: Rounded Corners 4">
            <a:extLst>
              <a:ext uri="{FF2B5EF4-FFF2-40B4-BE49-F238E27FC236}">
                <a16:creationId xmlns:a16="http://schemas.microsoft.com/office/drawing/2014/main" id="{890A4620-E2C4-A9F2-3CA9-4C9297E83A50}"/>
              </a:ext>
            </a:extLst>
          </p:cNvPr>
          <p:cNvSpPr/>
          <p:nvPr/>
        </p:nvSpPr>
        <p:spPr>
          <a:xfrm>
            <a:off x="255180" y="6492874"/>
            <a:ext cx="1878419" cy="243205"/>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
        <p:nvSpPr>
          <p:cNvPr id="6" name="Rectangle: Rounded Corners 5">
            <a:extLst>
              <a:ext uri="{FF2B5EF4-FFF2-40B4-BE49-F238E27FC236}">
                <a16:creationId xmlns:a16="http://schemas.microsoft.com/office/drawing/2014/main" id="{379266D0-B804-EF39-E820-B265F987810B}"/>
              </a:ext>
            </a:extLst>
          </p:cNvPr>
          <p:cNvSpPr/>
          <p:nvPr/>
        </p:nvSpPr>
        <p:spPr>
          <a:xfrm>
            <a:off x="255180" y="7040879"/>
            <a:ext cx="843280" cy="22860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MY"/>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426211"/>
            <a:ext cx="7467600" cy="2123658"/>
          </a:xfrm>
        </p:spPr>
        <p:txBody>
          <a:bodyPr/>
          <a:lstStyle/>
          <a:p>
            <a:r>
              <a:rPr lang="en-MY" b="1" dirty="0"/>
              <a:t>Common UML Diagrams</a:t>
            </a:r>
            <a:br>
              <a:rPr lang="en-MY" b="1" dirty="0"/>
            </a:br>
            <a:br>
              <a:rPr lang="en-MY" b="1" dirty="0"/>
            </a:br>
            <a:endParaRPr lang="en-US" b="1" dirty="0"/>
          </a:p>
        </p:txBody>
      </p:sp>
      <p:sp>
        <p:nvSpPr>
          <p:cNvPr id="4" name="Slide Number Placeholder 3"/>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9</a:t>
            </a:fld>
            <a:endParaRPr lang="en-US" dirty="0"/>
          </a:p>
        </p:txBody>
      </p:sp>
      <p:sp>
        <p:nvSpPr>
          <p:cNvPr id="7" name="Content Placeholder 2">
            <a:extLst>
              <a:ext uri="{FF2B5EF4-FFF2-40B4-BE49-F238E27FC236}">
                <a16:creationId xmlns:a16="http://schemas.microsoft.com/office/drawing/2014/main" id="{E53BC80C-2C42-4379-9DF2-C7B65EC8B62A}"/>
              </a:ext>
            </a:extLst>
          </p:cNvPr>
          <p:cNvSpPr>
            <a:spLocks noGrp="1"/>
          </p:cNvSpPr>
          <p:nvPr>
            <p:ph idx="1"/>
          </p:nvPr>
        </p:nvSpPr>
        <p:spPr>
          <a:xfrm>
            <a:off x="502920" y="2057400"/>
            <a:ext cx="9220200" cy="1538883"/>
          </a:xfrm>
        </p:spPr>
        <p:txBody>
          <a:bodyPr/>
          <a:lstStyle/>
          <a:p>
            <a:pPr>
              <a:buSzPct val="120000"/>
            </a:pPr>
            <a:endParaRPr lang="en-US" sz="2000" dirty="0"/>
          </a:p>
          <a:p>
            <a:pPr>
              <a:buSzPct val="120000"/>
            </a:pPr>
            <a:endParaRPr lang="en-US" sz="2000" dirty="0"/>
          </a:p>
          <a:p>
            <a:endParaRPr lang="en-US" sz="2000" dirty="0"/>
          </a:p>
          <a:p>
            <a:endParaRPr lang="en-US" sz="2000" dirty="0"/>
          </a:p>
          <a:p>
            <a:endParaRPr lang="en-US" sz="2000" dirty="0"/>
          </a:p>
        </p:txBody>
      </p:sp>
      <p:graphicFrame>
        <p:nvGraphicFramePr>
          <p:cNvPr id="3" name="Table 2">
            <a:extLst>
              <a:ext uri="{FF2B5EF4-FFF2-40B4-BE49-F238E27FC236}">
                <a16:creationId xmlns:a16="http://schemas.microsoft.com/office/drawing/2014/main" id="{052D607B-AF08-4159-8B21-632013E41945}"/>
              </a:ext>
            </a:extLst>
          </p:cNvPr>
          <p:cNvGraphicFramePr>
            <a:graphicFrameLocks noGrp="1"/>
          </p:cNvGraphicFramePr>
          <p:nvPr>
            <p:extLst>
              <p:ext uri="{D42A27DB-BD31-4B8C-83A1-F6EECF244321}">
                <p14:modId xmlns:p14="http://schemas.microsoft.com/office/powerpoint/2010/main" val="854500026"/>
              </p:ext>
            </p:extLst>
          </p:nvPr>
        </p:nvGraphicFramePr>
        <p:xfrm>
          <a:off x="788172" y="1447800"/>
          <a:ext cx="8767308" cy="4749338"/>
        </p:xfrm>
        <a:graphic>
          <a:graphicData uri="http://schemas.openxmlformats.org/drawingml/2006/table">
            <a:tbl>
              <a:tblPr/>
              <a:tblGrid>
                <a:gridCol w="2412228">
                  <a:extLst>
                    <a:ext uri="{9D8B030D-6E8A-4147-A177-3AD203B41FA5}">
                      <a16:colId xmlns:a16="http://schemas.microsoft.com/office/drawing/2014/main" val="938518950"/>
                    </a:ext>
                  </a:extLst>
                </a:gridCol>
                <a:gridCol w="3352800">
                  <a:extLst>
                    <a:ext uri="{9D8B030D-6E8A-4147-A177-3AD203B41FA5}">
                      <a16:colId xmlns:a16="http://schemas.microsoft.com/office/drawing/2014/main" val="2626141163"/>
                    </a:ext>
                  </a:extLst>
                </a:gridCol>
                <a:gridCol w="3002280">
                  <a:extLst>
                    <a:ext uri="{9D8B030D-6E8A-4147-A177-3AD203B41FA5}">
                      <a16:colId xmlns:a16="http://schemas.microsoft.com/office/drawing/2014/main" val="1481834769"/>
                    </a:ext>
                  </a:extLst>
                </a:gridCol>
              </a:tblGrid>
              <a:tr h="394447">
                <a:tc>
                  <a:txBody>
                    <a:bodyPr/>
                    <a:lstStyle/>
                    <a:p>
                      <a:r>
                        <a:rPr lang="en-MY" sz="2200" b="1" u="sng"/>
                        <a:t>Diagram Type</a:t>
                      </a:r>
                    </a:p>
                  </a:txBody>
                  <a:tcPr marL="73430" marR="73430" marT="36715" marB="36715" anchor="ctr">
                    <a:lnL>
                      <a:noFill/>
                    </a:lnL>
                    <a:lnR>
                      <a:noFill/>
                    </a:lnR>
                    <a:lnT>
                      <a:noFill/>
                    </a:lnT>
                    <a:lnB>
                      <a:noFill/>
                    </a:lnB>
                  </a:tcPr>
                </a:tc>
                <a:tc>
                  <a:txBody>
                    <a:bodyPr/>
                    <a:lstStyle/>
                    <a:p>
                      <a:r>
                        <a:rPr lang="en-MY" sz="2200" b="1" u="sng"/>
                        <a:t>Purpose</a:t>
                      </a:r>
                    </a:p>
                  </a:txBody>
                  <a:tcPr marL="73430" marR="73430" marT="36715" marB="36715" anchor="ctr">
                    <a:lnL>
                      <a:noFill/>
                    </a:lnL>
                    <a:lnR>
                      <a:noFill/>
                    </a:lnR>
                    <a:lnT>
                      <a:noFill/>
                    </a:lnT>
                    <a:lnB>
                      <a:noFill/>
                    </a:lnB>
                  </a:tcPr>
                </a:tc>
                <a:tc>
                  <a:txBody>
                    <a:bodyPr/>
                    <a:lstStyle/>
                    <a:p>
                      <a:r>
                        <a:rPr lang="en-MY" sz="2200" b="1" u="sng" dirty="0"/>
                        <a:t>Example Application</a:t>
                      </a:r>
                    </a:p>
                  </a:txBody>
                  <a:tcPr marL="73430" marR="73430" marT="36715" marB="36715" anchor="ctr">
                    <a:lnL>
                      <a:noFill/>
                    </a:lnL>
                    <a:lnR>
                      <a:noFill/>
                    </a:lnR>
                    <a:lnT>
                      <a:noFill/>
                    </a:lnT>
                    <a:lnB>
                      <a:noFill/>
                    </a:lnB>
                  </a:tcPr>
                </a:tc>
                <a:extLst>
                  <a:ext uri="{0D108BD9-81ED-4DB2-BD59-A6C34878D82A}">
                    <a16:rowId xmlns:a16="http://schemas.microsoft.com/office/drawing/2014/main" val="4231172927"/>
                  </a:ext>
                </a:extLst>
              </a:tr>
              <a:tr h="986117">
                <a:tc>
                  <a:txBody>
                    <a:bodyPr/>
                    <a:lstStyle/>
                    <a:p>
                      <a:r>
                        <a:rPr lang="en-MY" sz="2000" b="1"/>
                        <a:t>Use Case Diagram</a:t>
                      </a:r>
                      <a:endParaRPr lang="en-MY" sz="2000"/>
                    </a:p>
                  </a:txBody>
                  <a:tcPr marL="73430" marR="73430" marT="36715" marB="36715" anchor="ctr">
                    <a:lnL>
                      <a:noFill/>
                    </a:lnL>
                    <a:lnR>
                      <a:noFill/>
                    </a:lnR>
                    <a:lnT>
                      <a:noFill/>
                    </a:lnT>
                    <a:lnB>
                      <a:noFill/>
                    </a:lnB>
                  </a:tcPr>
                </a:tc>
                <a:tc>
                  <a:txBody>
                    <a:bodyPr/>
                    <a:lstStyle/>
                    <a:p>
                      <a:r>
                        <a:rPr lang="en-US" sz="2000"/>
                        <a:t>Identify user roles, interactions, and system boundaries</a:t>
                      </a:r>
                    </a:p>
                  </a:txBody>
                  <a:tcPr marL="73430" marR="73430" marT="36715" marB="36715" anchor="ctr">
                    <a:lnL>
                      <a:noFill/>
                    </a:lnL>
                    <a:lnR>
                      <a:noFill/>
                    </a:lnR>
                    <a:lnT>
                      <a:noFill/>
                    </a:lnT>
                    <a:lnB>
                      <a:noFill/>
                    </a:lnB>
                  </a:tcPr>
                </a:tc>
                <a:tc>
                  <a:txBody>
                    <a:bodyPr/>
                    <a:lstStyle/>
                    <a:p>
                      <a:r>
                        <a:rPr lang="en-MY" sz="2000" dirty="0"/>
                        <a:t>User login, registration, report generation</a:t>
                      </a:r>
                    </a:p>
                  </a:txBody>
                  <a:tcPr marL="73430" marR="73430" marT="36715" marB="36715" anchor="ctr">
                    <a:lnL>
                      <a:noFill/>
                    </a:lnL>
                    <a:lnR>
                      <a:noFill/>
                    </a:lnR>
                    <a:lnT>
                      <a:noFill/>
                    </a:lnT>
                    <a:lnB>
                      <a:noFill/>
                    </a:lnB>
                  </a:tcPr>
                </a:tc>
                <a:extLst>
                  <a:ext uri="{0D108BD9-81ED-4DB2-BD59-A6C34878D82A}">
                    <a16:rowId xmlns:a16="http://schemas.microsoft.com/office/drawing/2014/main" val="1924532116"/>
                  </a:ext>
                </a:extLst>
              </a:tr>
              <a:tr h="986117">
                <a:tc>
                  <a:txBody>
                    <a:bodyPr/>
                    <a:lstStyle/>
                    <a:p>
                      <a:r>
                        <a:rPr lang="en-MY" sz="2000" b="1" dirty="0"/>
                        <a:t>Sequence Diagram</a:t>
                      </a:r>
                      <a:endParaRPr lang="en-MY" sz="2000" dirty="0"/>
                    </a:p>
                  </a:txBody>
                  <a:tcPr marL="73430" marR="73430" marT="36715" marB="36715" anchor="ctr">
                    <a:lnL>
                      <a:noFill/>
                    </a:lnL>
                    <a:lnR>
                      <a:noFill/>
                    </a:lnR>
                    <a:lnT>
                      <a:noFill/>
                    </a:lnT>
                    <a:lnB>
                      <a:noFill/>
                    </a:lnB>
                  </a:tcPr>
                </a:tc>
                <a:tc>
                  <a:txBody>
                    <a:bodyPr/>
                    <a:lstStyle/>
                    <a:p>
                      <a:r>
                        <a:rPr lang="en-US" sz="2000" dirty="0"/>
                        <a:t>Represent message flow between system components</a:t>
                      </a:r>
                    </a:p>
                  </a:txBody>
                  <a:tcPr marL="73430" marR="73430" marT="36715" marB="36715" anchor="ctr">
                    <a:lnL>
                      <a:noFill/>
                    </a:lnL>
                    <a:lnR>
                      <a:noFill/>
                    </a:lnR>
                    <a:lnT>
                      <a:noFill/>
                    </a:lnT>
                    <a:lnB>
                      <a:noFill/>
                    </a:lnB>
                  </a:tcPr>
                </a:tc>
                <a:tc>
                  <a:txBody>
                    <a:bodyPr/>
                    <a:lstStyle/>
                    <a:p>
                      <a:r>
                        <a:rPr lang="en-MY" sz="2000" dirty="0"/>
                        <a:t>Student requests course information</a:t>
                      </a:r>
                    </a:p>
                  </a:txBody>
                  <a:tcPr marL="73430" marR="73430" marT="36715" marB="36715" anchor="ctr">
                    <a:lnL>
                      <a:noFill/>
                    </a:lnL>
                    <a:lnR>
                      <a:noFill/>
                    </a:lnR>
                    <a:lnT>
                      <a:noFill/>
                    </a:lnT>
                    <a:lnB>
                      <a:noFill/>
                    </a:lnB>
                  </a:tcPr>
                </a:tc>
                <a:extLst>
                  <a:ext uri="{0D108BD9-81ED-4DB2-BD59-A6C34878D82A}">
                    <a16:rowId xmlns:a16="http://schemas.microsoft.com/office/drawing/2014/main" val="801571692"/>
                  </a:ext>
                </a:extLst>
              </a:tr>
              <a:tr h="986117">
                <a:tc>
                  <a:txBody>
                    <a:bodyPr/>
                    <a:lstStyle/>
                    <a:p>
                      <a:r>
                        <a:rPr lang="en-MY" sz="2000" b="1"/>
                        <a:t>Activity Diagram</a:t>
                      </a:r>
                      <a:endParaRPr lang="en-MY" sz="2000"/>
                    </a:p>
                  </a:txBody>
                  <a:tcPr marL="73430" marR="73430" marT="36715" marB="36715" anchor="ctr">
                    <a:lnL>
                      <a:noFill/>
                    </a:lnL>
                    <a:lnR>
                      <a:noFill/>
                    </a:lnR>
                    <a:lnT>
                      <a:noFill/>
                    </a:lnT>
                    <a:lnB>
                      <a:noFill/>
                    </a:lnB>
                  </a:tcPr>
                </a:tc>
                <a:tc>
                  <a:txBody>
                    <a:bodyPr/>
                    <a:lstStyle/>
                    <a:p>
                      <a:r>
                        <a:rPr lang="en-US" sz="2000" dirty="0"/>
                        <a:t>Model workflows, decisions, and parallel activities</a:t>
                      </a:r>
                    </a:p>
                  </a:txBody>
                  <a:tcPr marL="73430" marR="73430" marT="36715" marB="36715" anchor="ctr">
                    <a:lnL>
                      <a:noFill/>
                    </a:lnL>
                    <a:lnR>
                      <a:noFill/>
                    </a:lnR>
                    <a:lnT>
                      <a:noFill/>
                    </a:lnT>
                    <a:lnB>
                      <a:noFill/>
                    </a:lnB>
                  </a:tcPr>
                </a:tc>
                <a:tc>
                  <a:txBody>
                    <a:bodyPr/>
                    <a:lstStyle/>
                    <a:p>
                      <a:r>
                        <a:rPr lang="en-US" sz="2000"/>
                        <a:t>Attendance recording and approval process</a:t>
                      </a:r>
                    </a:p>
                  </a:txBody>
                  <a:tcPr marL="73430" marR="73430" marT="36715" marB="36715" anchor="ctr">
                    <a:lnL>
                      <a:noFill/>
                    </a:lnL>
                    <a:lnR>
                      <a:noFill/>
                    </a:lnR>
                    <a:lnT>
                      <a:noFill/>
                    </a:lnT>
                    <a:lnB>
                      <a:noFill/>
                    </a:lnB>
                  </a:tcPr>
                </a:tc>
                <a:extLst>
                  <a:ext uri="{0D108BD9-81ED-4DB2-BD59-A6C34878D82A}">
                    <a16:rowId xmlns:a16="http://schemas.microsoft.com/office/drawing/2014/main" val="1391383668"/>
                  </a:ext>
                </a:extLst>
              </a:tr>
              <a:tr h="690282">
                <a:tc>
                  <a:txBody>
                    <a:bodyPr/>
                    <a:lstStyle/>
                    <a:p>
                      <a:r>
                        <a:rPr lang="en-MY" sz="2000" b="1" dirty="0"/>
                        <a:t>State Machine Diagram</a:t>
                      </a:r>
                      <a:endParaRPr lang="en-MY" sz="2000" dirty="0"/>
                    </a:p>
                  </a:txBody>
                  <a:tcPr marL="73430" marR="73430" marT="36715" marB="36715" anchor="ctr">
                    <a:lnL>
                      <a:noFill/>
                    </a:lnL>
                    <a:lnR>
                      <a:noFill/>
                    </a:lnR>
                    <a:lnT>
                      <a:noFill/>
                    </a:lnT>
                    <a:lnB>
                      <a:noFill/>
                    </a:lnB>
                  </a:tcPr>
                </a:tc>
                <a:tc>
                  <a:txBody>
                    <a:bodyPr/>
                    <a:lstStyle/>
                    <a:p>
                      <a:r>
                        <a:rPr lang="en-US" sz="2000"/>
                        <a:t>Describe object state changes over time</a:t>
                      </a:r>
                    </a:p>
                  </a:txBody>
                  <a:tcPr marL="73430" marR="73430" marT="36715" marB="36715" anchor="ctr">
                    <a:lnL>
                      <a:noFill/>
                    </a:lnL>
                    <a:lnR>
                      <a:noFill/>
                    </a:lnR>
                    <a:lnT>
                      <a:noFill/>
                    </a:lnT>
                    <a:lnB>
                      <a:noFill/>
                    </a:lnB>
                  </a:tcPr>
                </a:tc>
                <a:tc>
                  <a:txBody>
                    <a:bodyPr/>
                    <a:lstStyle/>
                    <a:p>
                      <a:r>
                        <a:rPr lang="en-US" sz="2000" dirty="0"/>
                        <a:t>Student status: Active → Graduated → Suspended</a:t>
                      </a:r>
                    </a:p>
                  </a:txBody>
                  <a:tcPr marL="73430" marR="73430" marT="36715" marB="36715" anchor="ctr">
                    <a:lnL>
                      <a:noFill/>
                    </a:lnL>
                    <a:lnR>
                      <a:noFill/>
                    </a:lnR>
                    <a:lnT>
                      <a:noFill/>
                    </a:lnT>
                    <a:lnB>
                      <a:noFill/>
                    </a:lnB>
                  </a:tcPr>
                </a:tc>
                <a:extLst>
                  <a:ext uri="{0D108BD9-81ED-4DB2-BD59-A6C34878D82A}">
                    <a16:rowId xmlns:a16="http://schemas.microsoft.com/office/drawing/2014/main" val="2988346023"/>
                  </a:ext>
                </a:extLst>
              </a:tr>
              <a:tr h="690282">
                <a:tc>
                  <a:txBody>
                    <a:bodyPr/>
                    <a:lstStyle/>
                    <a:p>
                      <a:r>
                        <a:rPr lang="en-MY" sz="2000" b="1" dirty="0"/>
                        <a:t>Class Diagram</a:t>
                      </a:r>
                      <a:endParaRPr lang="en-MY" sz="2000" dirty="0"/>
                    </a:p>
                  </a:txBody>
                  <a:tcPr marL="73430" marR="73430" marT="36715" marB="36715" anchor="ctr">
                    <a:lnL>
                      <a:noFill/>
                    </a:lnL>
                    <a:lnR>
                      <a:noFill/>
                    </a:lnR>
                    <a:lnT>
                      <a:noFill/>
                    </a:lnT>
                    <a:lnB>
                      <a:noFill/>
                    </a:lnB>
                  </a:tcPr>
                </a:tc>
                <a:tc>
                  <a:txBody>
                    <a:bodyPr/>
                    <a:lstStyle/>
                    <a:p>
                      <a:r>
                        <a:rPr lang="en-US" sz="2000"/>
                        <a:t>Define data structure and relationships between entities</a:t>
                      </a:r>
                    </a:p>
                  </a:txBody>
                  <a:tcPr marL="73430" marR="73430" marT="36715" marB="36715" anchor="ctr">
                    <a:lnL>
                      <a:noFill/>
                    </a:lnL>
                    <a:lnR>
                      <a:noFill/>
                    </a:lnR>
                    <a:lnT>
                      <a:noFill/>
                    </a:lnT>
                    <a:lnB>
                      <a:noFill/>
                    </a:lnB>
                  </a:tcPr>
                </a:tc>
                <a:tc>
                  <a:txBody>
                    <a:bodyPr/>
                    <a:lstStyle/>
                    <a:p>
                      <a:r>
                        <a:rPr lang="en-US" sz="2000" dirty="0"/>
                        <a:t>Student, Course, and Enrollment classes</a:t>
                      </a:r>
                    </a:p>
                  </a:txBody>
                  <a:tcPr marL="73430" marR="73430" marT="36715" marB="36715" anchor="ctr">
                    <a:lnL>
                      <a:noFill/>
                    </a:lnL>
                    <a:lnR>
                      <a:noFill/>
                    </a:lnR>
                    <a:lnT>
                      <a:noFill/>
                    </a:lnT>
                    <a:lnB>
                      <a:noFill/>
                    </a:lnB>
                  </a:tcPr>
                </a:tc>
                <a:extLst>
                  <a:ext uri="{0D108BD9-81ED-4DB2-BD59-A6C34878D82A}">
                    <a16:rowId xmlns:a16="http://schemas.microsoft.com/office/drawing/2014/main" val="3709570052"/>
                  </a:ext>
                </a:extLst>
              </a:tr>
            </a:tbl>
          </a:graphicData>
        </a:graphic>
      </p:graphicFrame>
    </p:spTree>
    <p:extLst>
      <p:ext uri="{BB962C8B-B14F-4D97-AF65-F5344CB8AC3E}">
        <p14:creationId xmlns:p14="http://schemas.microsoft.com/office/powerpoint/2010/main" val="1688701916"/>
      </p:ext>
    </p:extLst>
  </p:cSld>
  <p:clrMapOvr>
    <a:masterClrMapping/>
  </p:clrMapOvr>
  <p:transition spd="slow"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426211"/>
            <a:ext cx="8153400" cy="2831544"/>
          </a:xfrm>
        </p:spPr>
        <p:txBody>
          <a:bodyPr/>
          <a:lstStyle/>
          <a:p>
            <a:r>
              <a:rPr lang="en-US" dirty="0"/>
              <a:t>Recommended Order for Drawing UML Diagrams</a:t>
            </a:r>
            <a:br>
              <a:rPr lang="en-MY" b="1" dirty="0"/>
            </a:br>
            <a:br>
              <a:rPr lang="en-MY" b="1" dirty="0"/>
            </a:br>
            <a:endParaRPr lang="en-US" b="1" dirty="0"/>
          </a:p>
        </p:txBody>
      </p:sp>
      <p:sp>
        <p:nvSpPr>
          <p:cNvPr id="4" name="Slide Number Placeholder 3"/>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10</a:t>
            </a:fld>
            <a:endParaRPr lang="en-US" dirty="0"/>
          </a:p>
        </p:txBody>
      </p:sp>
      <p:sp>
        <p:nvSpPr>
          <p:cNvPr id="7" name="Content Placeholder 2">
            <a:extLst>
              <a:ext uri="{FF2B5EF4-FFF2-40B4-BE49-F238E27FC236}">
                <a16:creationId xmlns:a16="http://schemas.microsoft.com/office/drawing/2014/main" id="{E53BC80C-2C42-4379-9DF2-C7B65EC8B62A}"/>
              </a:ext>
            </a:extLst>
          </p:cNvPr>
          <p:cNvSpPr>
            <a:spLocks noGrp="1"/>
          </p:cNvSpPr>
          <p:nvPr>
            <p:ph idx="1"/>
          </p:nvPr>
        </p:nvSpPr>
        <p:spPr>
          <a:xfrm>
            <a:off x="502920" y="2057400"/>
            <a:ext cx="9220200" cy="1538883"/>
          </a:xfrm>
        </p:spPr>
        <p:txBody>
          <a:bodyPr/>
          <a:lstStyle/>
          <a:p>
            <a:pPr>
              <a:buSzPct val="120000"/>
            </a:pPr>
            <a:endParaRPr lang="en-US" sz="2000" dirty="0"/>
          </a:p>
          <a:p>
            <a:pPr>
              <a:buSzPct val="120000"/>
            </a:pPr>
            <a:endParaRPr lang="en-US" sz="2000" dirty="0"/>
          </a:p>
          <a:p>
            <a:endParaRPr lang="en-US" sz="2000" dirty="0"/>
          </a:p>
          <a:p>
            <a:endParaRPr lang="en-US" sz="2000" dirty="0"/>
          </a:p>
          <a:p>
            <a:endParaRPr lang="en-US" sz="2000" dirty="0"/>
          </a:p>
        </p:txBody>
      </p:sp>
      <p:sp>
        <p:nvSpPr>
          <p:cNvPr id="6" name="Rectangle 5">
            <a:extLst>
              <a:ext uri="{FF2B5EF4-FFF2-40B4-BE49-F238E27FC236}">
                <a16:creationId xmlns:a16="http://schemas.microsoft.com/office/drawing/2014/main" id="{E7CC23ED-A3F3-4BDE-B9A4-0D410D86492D}"/>
              </a:ext>
            </a:extLst>
          </p:cNvPr>
          <p:cNvSpPr/>
          <p:nvPr/>
        </p:nvSpPr>
        <p:spPr>
          <a:xfrm>
            <a:off x="1200836" y="2130628"/>
            <a:ext cx="7943164" cy="5262979"/>
          </a:xfrm>
          <a:prstGeom prst="rect">
            <a:avLst/>
          </a:prstGeom>
        </p:spPr>
        <p:txBody>
          <a:bodyPr wrap="square">
            <a:spAutoFit/>
          </a:bodyPr>
          <a:lstStyle/>
          <a:p>
            <a:r>
              <a:rPr lang="en-US" sz="2800" dirty="0"/>
              <a:t>Below is a typical and practical order used in teaching and real-world projects:</a:t>
            </a:r>
          </a:p>
          <a:p>
            <a:endParaRPr lang="en-US" sz="2800" dirty="0"/>
          </a:p>
          <a:p>
            <a:pPr marL="514350" indent="-514350">
              <a:buAutoNum type="arabicPeriod"/>
            </a:pPr>
            <a:r>
              <a:rPr lang="en-US" sz="2800" b="1" dirty="0"/>
              <a:t>Requirements Understanding Phase</a:t>
            </a:r>
          </a:p>
          <a:p>
            <a:pPr lvl="1"/>
            <a:r>
              <a:rPr lang="en-US" sz="2800" dirty="0"/>
              <a:t>Start with diagrams that help understand what the system should do.</a:t>
            </a:r>
          </a:p>
          <a:p>
            <a:pPr marL="914400" lvl="1" indent="-457200">
              <a:buFont typeface="Arial" panose="020B0604020202020204" pitchFamily="34" charset="0"/>
              <a:buChar char="•"/>
            </a:pPr>
            <a:r>
              <a:rPr lang="en-US" sz="2400" b="1" dirty="0">
                <a:solidFill>
                  <a:srgbClr val="00B0F0"/>
                </a:solidFill>
              </a:rPr>
              <a:t>Use Case Diagram </a:t>
            </a:r>
            <a:r>
              <a:rPr lang="en-US" sz="2400" dirty="0"/>
              <a:t>→ identifies functional requirements and system boundaries. </a:t>
            </a:r>
          </a:p>
          <a:p>
            <a:pPr marL="914400" lvl="1" indent="-457200">
              <a:buFont typeface="Arial" panose="020B0604020202020204" pitchFamily="34" charset="0"/>
              <a:buChar char="•"/>
            </a:pPr>
            <a:r>
              <a:rPr lang="en-US" sz="2400" b="1" dirty="0">
                <a:solidFill>
                  <a:srgbClr val="00B0F0"/>
                </a:solidFill>
              </a:rPr>
              <a:t>Activity Diagram </a:t>
            </a:r>
            <a:r>
              <a:rPr lang="en-US" sz="2400" dirty="0"/>
              <a:t>(Optional) → models the workflow of key use cases.</a:t>
            </a:r>
          </a:p>
          <a:p>
            <a:pPr lvl="1"/>
            <a:endParaRPr lang="en-US" sz="2400" dirty="0"/>
          </a:p>
          <a:p>
            <a:pPr lvl="1"/>
            <a:r>
              <a:rPr lang="en-US" sz="2400" dirty="0"/>
              <a:t>💡These diagrams focus on what the system should do, not how.</a:t>
            </a:r>
            <a:endParaRPr lang="en-MY" sz="2400" dirty="0"/>
          </a:p>
        </p:txBody>
      </p:sp>
    </p:spTree>
    <p:extLst>
      <p:ext uri="{BB962C8B-B14F-4D97-AF65-F5344CB8AC3E}">
        <p14:creationId xmlns:p14="http://schemas.microsoft.com/office/powerpoint/2010/main" val="2444126154"/>
      </p:ext>
    </p:extLst>
  </p:cSld>
  <p:clrMapOvr>
    <a:masterClrMapping/>
  </p:clrMapOvr>
  <p:transition spd="slow"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426211"/>
            <a:ext cx="8153400" cy="3539430"/>
          </a:xfrm>
        </p:spPr>
        <p:txBody>
          <a:bodyPr/>
          <a:lstStyle/>
          <a:p>
            <a:r>
              <a:rPr lang="en-US" dirty="0"/>
              <a:t>Recommended Order for Drawing UML Diagrams (cont.)</a:t>
            </a:r>
            <a:br>
              <a:rPr lang="en-MY" b="1" dirty="0"/>
            </a:br>
            <a:br>
              <a:rPr lang="en-MY" b="1" dirty="0"/>
            </a:br>
            <a:endParaRPr lang="en-US" b="1" dirty="0"/>
          </a:p>
        </p:txBody>
      </p:sp>
      <p:sp>
        <p:nvSpPr>
          <p:cNvPr id="4" name="Slide Number Placeholder 3"/>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11</a:t>
            </a:fld>
            <a:endParaRPr lang="en-US" dirty="0"/>
          </a:p>
        </p:txBody>
      </p:sp>
      <p:sp>
        <p:nvSpPr>
          <p:cNvPr id="7" name="Content Placeholder 2">
            <a:extLst>
              <a:ext uri="{FF2B5EF4-FFF2-40B4-BE49-F238E27FC236}">
                <a16:creationId xmlns:a16="http://schemas.microsoft.com/office/drawing/2014/main" id="{E53BC80C-2C42-4379-9DF2-C7B65EC8B62A}"/>
              </a:ext>
            </a:extLst>
          </p:cNvPr>
          <p:cNvSpPr>
            <a:spLocks noGrp="1"/>
          </p:cNvSpPr>
          <p:nvPr>
            <p:ph idx="1"/>
          </p:nvPr>
        </p:nvSpPr>
        <p:spPr>
          <a:xfrm>
            <a:off x="1143000" y="2057400"/>
            <a:ext cx="8077200" cy="5847755"/>
          </a:xfrm>
        </p:spPr>
        <p:txBody>
          <a:bodyPr/>
          <a:lstStyle/>
          <a:p>
            <a:pPr>
              <a:buSzPct val="120000"/>
            </a:pPr>
            <a:endParaRPr lang="en-US" sz="2000" b="1" dirty="0"/>
          </a:p>
          <a:p>
            <a:pPr>
              <a:buSzPct val="120000"/>
            </a:pPr>
            <a:r>
              <a:rPr lang="en-US" sz="2800" b="1" dirty="0">
                <a:latin typeface="+mn-lt"/>
              </a:rPr>
              <a:t>2. Analysis Phase</a:t>
            </a:r>
          </a:p>
          <a:p>
            <a:pPr>
              <a:buSzPct val="120000"/>
            </a:pPr>
            <a:endParaRPr lang="en-US" sz="2800" b="1" dirty="0">
              <a:latin typeface="+mn-lt"/>
            </a:endParaRPr>
          </a:p>
          <a:p>
            <a:pPr>
              <a:buSzPct val="120000"/>
            </a:pPr>
            <a:r>
              <a:rPr lang="en-US" dirty="0">
                <a:latin typeface="+mn-lt"/>
              </a:rPr>
              <a:t>Move into analyzing the structure and interactions in more detail.</a:t>
            </a:r>
          </a:p>
          <a:p>
            <a:pPr marL="342900" indent="-342900">
              <a:buSzPct val="120000"/>
              <a:buFont typeface="Arial" panose="020B0604020202020204" pitchFamily="34" charset="0"/>
              <a:buChar char="•"/>
            </a:pPr>
            <a:r>
              <a:rPr lang="en-US" sz="2200" b="1" dirty="0">
                <a:solidFill>
                  <a:srgbClr val="00B0F0"/>
                </a:solidFill>
                <a:latin typeface="+mn-lt"/>
              </a:rPr>
              <a:t>Class Diagram</a:t>
            </a:r>
            <a:r>
              <a:rPr lang="en-US" sz="2200" dirty="0">
                <a:latin typeface="+mn-lt"/>
              </a:rPr>
              <a:t> → defines key classes, attributes, and relationships.</a:t>
            </a:r>
          </a:p>
          <a:p>
            <a:pPr marL="342900" indent="-342900">
              <a:buSzPct val="120000"/>
              <a:buFont typeface="Arial" panose="020B0604020202020204" pitchFamily="34" charset="0"/>
              <a:buChar char="•"/>
            </a:pPr>
            <a:r>
              <a:rPr lang="en-US" sz="2200" b="1" dirty="0">
                <a:solidFill>
                  <a:srgbClr val="00B0F0"/>
                </a:solidFill>
                <a:latin typeface="+mn-lt"/>
              </a:rPr>
              <a:t>Sequence Diagram </a:t>
            </a:r>
            <a:r>
              <a:rPr lang="en-US" sz="2200" dirty="0">
                <a:latin typeface="+mn-lt"/>
              </a:rPr>
              <a:t>→ shows how objects interact over time for specific use cases.</a:t>
            </a:r>
          </a:p>
          <a:p>
            <a:pPr marL="342900" indent="-342900">
              <a:buSzPct val="120000"/>
              <a:buFont typeface="Arial" panose="020B0604020202020204" pitchFamily="34" charset="0"/>
              <a:buChar char="•"/>
            </a:pPr>
            <a:r>
              <a:rPr lang="en-US" sz="2200" b="1" dirty="0">
                <a:solidFill>
                  <a:srgbClr val="00B0F0"/>
                </a:solidFill>
                <a:latin typeface="+mn-lt"/>
              </a:rPr>
              <a:t>Communication Diagram (alternative to sequence) </a:t>
            </a:r>
            <a:r>
              <a:rPr lang="en-US" sz="2200" dirty="0">
                <a:latin typeface="+mn-lt"/>
              </a:rPr>
              <a:t>→ emphasizes object relationships during interactions.</a:t>
            </a:r>
          </a:p>
          <a:p>
            <a:pPr>
              <a:buSzPct val="120000"/>
            </a:pPr>
            <a:endParaRPr lang="en-US" sz="2200" dirty="0">
              <a:latin typeface="+mn-lt"/>
            </a:endParaRPr>
          </a:p>
          <a:p>
            <a:pPr>
              <a:buSzPct val="120000"/>
            </a:pPr>
            <a:r>
              <a:rPr lang="en-US" sz="2200" dirty="0">
                <a:latin typeface="+mn-lt"/>
              </a:rPr>
              <a:t>💡These diagrams start revealing how the system will achieve the use cases.</a:t>
            </a:r>
          </a:p>
          <a:p>
            <a:pPr>
              <a:buSzPct val="120000"/>
            </a:pPr>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601909968"/>
      </p:ext>
    </p:extLst>
  </p:cSld>
  <p:clrMapOvr>
    <a:masterClrMapping/>
  </p:clrMapOvr>
  <p:transition spd="slow"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426211"/>
            <a:ext cx="8153400" cy="3539430"/>
          </a:xfrm>
        </p:spPr>
        <p:txBody>
          <a:bodyPr/>
          <a:lstStyle/>
          <a:p>
            <a:r>
              <a:rPr lang="en-US" dirty="0"/>
              <a:t>Recommended Order for Drawing UML Diagrams (cont.)</a:t>
            </a:r>
            <a:br>
              <a:rPr lang="en-MY" b="1" dirty="0"/>
            </a:br>
            <a:br>
              <a:rPr lang="en-MY" b="1" dirty="0"/>
            </a:br>
            <a:endParaRPr lang="en-US" b="1" dirty="0"/>
          </a:p>
        </p:txBody>
      </p:sp>
      <p:sp>
        <p:nvSpPr>
          <p:cNvPr id="4" name="Slide Number Placeholder 3"/>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12</a:t>
            </a:fld>
            <a:endParaRPr lang="en-US" dirty="0"/>
          </a:p>
        </p:txBody>
      </p:sp>
      <p:sp>
        <p:nvSpPr>
          <p:cNvPr id="7" name="Content Placeholder 2">
            <a:extLst>
              <a:ext uri="{FF2B5EF4-FFF2-40B4-BE49-F238E27FC236}">
                <a16:creationId xmlns:a16="http://schemas.microsoft.com/office/drawing/2014/main" id="{E53BC80C-2C42-4379-9DF2-C7B65EC8B62A}"/>
              </a:ext>
            </a:extLst>
          </p:cNvPr>
          <p:cNvSpPr>
            <a:spLocks noGrp="1"/>
          </p:cNvSpPr>
          <p:nvPr>
            <p:ph idx="1"/>
          </p:nvPr>
        </p:nvSpPr>
        <p:spPr>
          <a:xfrm>
            <a:off x="1143000" y="2057400"/>
            <a:ext cx="8077200" cy="6032421"/>
          </a:xfrm>
        </p:spPr>
        <p:txBody>
          <a:bodyPr/>
          <a:lstStyle/>
          <a:p>
            <a:pPr>
              <a:buSzPct val="120000"/>
            </a:pPr>
            <a:endParaRPr lang="en-US" b="1" dirty="0">
              <a:latin typeface="+mn-lt"/>
            </a:endParaRPr>
          </a:p>
          <a:p>
            <a:pPr lvl="0" algn="l" rtl="0" eaLnBrk="0" fontAlgn="base" hangingPunct="0">
              <a:spcBef>
                <a:spcPct val="0"/>
              </a:spcBef>
              <a:spcAft>
                <a:spcPct val="0"/>
              </a:spcAft>
            </a:pPr>
            <a:r>
              <a:rPr lang="en-US" altLang="en-US" b="1" kern="1200" dirty="0">
                <a:solidFill>
                  <a:prstClr val="black"/>
                </a:solidFill>
                <a:latin typeface="+mn-lt"/>
                <a:cs typeface="+mn-cs"/>
              </a:rPr>
              <a:t>3. Design Phase</a:t>
            </a:r>
          </a:p>
          <a:p>
            <a:pPr lvl="0" algn="l" rtl="0" eaLnBrk="0" fontAlgn="base" hangingPunct="0">
              <a:spcBef>
                <a:spcPct val="0"/>
              </a:spcBef>
              <a:spcAft>
                <a:spcPct val="0"/>
              </a:spcAft>
            </a:pPr>
            <a:endParaRPr lang="en-US" altLang="en-US" b="1" kern="1200" dirty="0">
              <a:solidFill>
                <a:prstClr val="black"/>
              </a:solidFill>
              <a:latin typeface="+mn-lt"/>
              <a:cs typeface="+mn-cs"/>
            </a:endParaRPr>
          </a:p>
          <a:p>
            <a:pPr lvl="0" algn="l" rtl="0" eaLnBrk="0" fontAlgn="base" hangingPunct="0">
              <a:spcBef>
                <a:spcPct val="0"/>
              </a:spcBef>
              <a:spcAft>
                <a:spcPct val="0"/>
              </a:spcAft>
            </a:pPr>
            <a:r>
              <a:rPr lang="en-US" altLang="en-US" kern="1200" dirty="0">
                <a:solidFill>
                  <a:prstClr val="black"/>
                </a:solidFill>
                <a:latin typeface="+mn-lt"/>
                <a:cs typeface="+mn-cs"/>
              </a:rPr>
              <a:t>Focus on the </a:t>
            </a:r>
            <a:r>
              <a:rPr lang="en-US" altLang="en-US" b="1" kern="1200" dirty="0">
                <a:solidFill>
                  <a:prstClr val="black"/>
                </a:solidFill>
                <a:latin typeface="+mn-lt"/>
                <a:cs typeface="+mn-cs"/>
              </a:rPr>
              <a:t>architecture and system behavior</a:t>
            </a:r>
            <a:r>
              <a:rPr lang="en-US" altLang="en-US" kern="1200" dirty="0">
                <a:solidFill>
                  <a:prstClr val="black"/>
                </a:solidFill>
                <a:latin typeface="+mn-lt"/>
                <a:cs typeface="+mn-cs"/>
              </a:rPr>
              <a:t>.</a:t>
            </a:r>
          </a:p>
          <a:p>
            <a:pPr lvl="0" algn="l" rtl="0" eaLnBrk="0" fontAlgn="base" hangingPunct="0">
              <a:spcBef>
                <a:spcPct val="0"/>
              </a:spcBef>
              <a:spcAft>
                <a:spcPct val="0"/>
              </a:spcAft>
            </a:pPr>
            <a:endParaRPr lang="en-US" altLang="en-US" kern="1200" dirty="0">
              <a:solidFill>
                <a:prstClr val="black"/>
              </a:solidFill>
              <a:latin typeface="+mn-lt"/>
              <a:cs typeface="+mn-cs"/>
            </a:endParaRPr>
          </a:p>
          <a:p>
            <a:pPr marL="342900" lvl="0" indent="-342900" algn="l" rtl="0" eaLnBrk="0" fontAlgn="base" hangingPunct="0">
              <a:spcBef>
                <a:spcPct val="0"/>
              </a:spcBef>
              <a:spcAft>
                <a:spcPct val="0"/>
              </a:spcAft>
              <a:buFont typeface="Arial" panose="020B0604020202020204" pitchFamily="34" charset="0"/>
              <a:buChar char="•"/>
            </a:pPr>
            <a:r>
              <a:rPr lang="en-US" altLang="en-US" b="1" kern="1200" dirty="0">
                <a:solidFill>
                  <a:srgbClr val="00B0F0"/>
                </a:solidFill>
                <a:latin typeface="+mn-lt"/>
                <a:cs typeface="+mn-cs"/>
              </a:rPr>
              <a:t>State Machine Diagram</a:t>
            </a:r>
            <a:r>
              <a:rPr lang="en-US" altLang="en-US" kern="1200" dirty="0">
                <a:solidFill>
                  <a:srgbClr val="00B0F0"/>
                </a:solidFill>
                <a:latin typeface="+mn-lt"/>
                <a:cs typeface="+mn-cs"/>
              </a:rPr>
              <a:t> </a:t>
            </a:r>
            <a:r>
              <a:rPr lang="en-US" altLang="en-US" kern="1200" dirty="0">
                <a:solidFill>
                  <a:prstClr val="black"/>
                </a:solidFill>
                <a:latin typeface="+mn-lt"/>
                <a:cs typeface="+mn-cs"/>
              </a:rPr>
              <a:t>→ models the </a:t>
            </a:r>
            <a:r>
              <a:rPr lang="en-US" altLang="en-US" i="1" kern="1200" dirty="0">
                <a:solidFill>
                  <a:prstClr val="black"/>
                </a:solidFill>
                <a:latin typeface="+mn-lt"/>
                <a:cs typeface="+mn-cs"/>
              </a:rPr>
              <a:t>lifecycle of key objects</a:t>
            </a:r>
            <a:r>
              <a:rPr lang="en-US" altLang="en-US" kern="1200" dirty="0">
                <a:solidFill>
                  <a:prstClr val="black"/>
                </a:solidFill>
                <a:latin typeface="+mn-lt"/>
                <a:cs typeface="+mn-cs"/>
              </a:rPr>
              <a:t> (useful for reactive systems).</a:t>
            </a:r>
          </a:p>
          <a:p>
            <a:pPr marL="342900" lvl="0" indent="-342900" algn="l" rtl="0" eaLnBrk="0" fontAlgn="base" hangingPunct="0">
              <a:spcBef>
                <a:spcPct val="0"/>
              </a:spcBef>
              <a:spcAft>
                <a:spcPct val="0"/>
              </a:spcAft>
              <a:buFont typeface="Arial" panose="020B0604020202020204" pitchFamily="34" charset="0"/>
              <a:buChar char="•"/>
            </a:pPr>
            <a:r>
              <a:rPr lang="en-US" altLang="en-US" b="1" kern="1200" dirty="0">
                <a:solidFill>
                  <a:srgbClr val="00B0F0"/>
                </a:solidFill>
                <a:latin typeface="+mn-lt"/>
                <a:cs typeface="+mn-cs"/>
              </a:rPr>
              <a:t>Component Diagram</a:t>
            </a:r>
            <a:r>
              <a:rPr lang="en-US" altLang="en-US" kern="1200" dirty="0">
                <a:solidFill>
                  <a:srgbClr val="00B0F0"/>
                </a:solidFill>
                <a:latin typeface="+mn-lt"/>
                <a:cs typeface="+mn-cs"/>
              </a:rPr>
              <a:t> </a:t>
            </a:r>
            <a:r>
              <a:rPr lang="en-US" altLang="en-US" kern="1200" dirty="0">
                <a:solidFill>
                  <a:prstClr val="black"/>
                </a:solidFill>
                <a:latin typeface="+mn-lt"/>
                <a:cs typeface="+mn-cs"/>
              </a:rPr>
              <a:t>→ shows </a:t>
            </a:r>
            <a:r>
              <a:rPr lang="en-US" altLang="en-US" i="1" kern="1200" dirty="0">
                <a:solidFill>
                  <a:prstClr val="black"/>
                </a:solidFill>
                <a:latin typeface="+mn-lt"/>
                <a:cs typeface="+mn-cs"/>
              </a:rPr>
              <a:t>system components and their interfaces</a:t>
            </a:r>
            <a:r>
              <a:rPr lang="en-US" altLang="en-US" kern="1200" dirty="0">
                <a:solidFill>
                  <a:prstClr val="black"/>
                </a:solidFill>
                <a:latin typeface="+mn-lt"/>
                <a:cs typeface="+mn-cs"/>
              </a:rPr>
              <a:t>.</a:t>
            </a:r>
          </a:p>
          <a:p>
            <a:pPr marL="342900" lvl="0" indent="-342900" algn="l" rtl="0" eaLnBrk="0" fontAlgn="base" hangingPunct="0">
              <a:spcBef>
                <a:spcPct val="0"/>
              </a:spcBef>
              <a:spcAft>
                <a:spcPct val="0"/>
              </a:spcAft>
              <a:buFont typeface="Arial" panose="020B0604020202020204" pitchFamily="34" charset="0"/>
              <a:buChar char="•"/>
            </a:pPr>
            <a:r>
              <a:rPr lang="en-US" altLang="en-US" b="1" kern="1200" dirty="0">
                <a:solidFill>
                  <a:srgbClr val="00B0F0"/>
                </a:solidFill>
                <a:latin typeface="+mn-lt"/>
                <a:cs typeface="+mn-cs"/>
              </a:rPr>
              <a:t>Deployment Diagram</a:t>
            </a:r>
            <a:r>
              <a:rPr lang="en-US" altLang="en-US" kern="1200" dirty="0">
                <a:solidFill>
                  <a:srgbClr val="00B0F0"/>
                </a:solidFill>
                <a:latin typeface="+mn-lt"/>
                <a:cs typeface="+mn-cs"/>
              </a:rPr>
              <a:t> </a:t>
            </a:r>
            <a:r>
              <a:rPr lang="en-US" altLang="en-US" kern="1200" dirty="0">
                <a:solidFill>
                  <a:prstClr val="black"/>
                </a:solidFill>
                <a:latin typeface="+mn-lt"/>
                <a:cs typeface="+mn-cs"/>
              </a:rPr>
              <a:t>→ shows </a:t>
            </a:r>
            <a:r>
              <a:rPr lang="en-US" altLang="en-US" i="1" kern="1200" dirty="0">
                <a:solidFill>
                  <a:prstClr val="black"/>
                </a:solidFill>
                <a:latin typeface="+mn-lt"/>
                <a:cs typeface="+mn-cs"/>
              </a:rPr>
              <a:t>physical architecture</a:t>
            </a:r>
            <a:r>
              <a:rPr lang="en-US" altLang="en-US" kern="1200" dirty="0">
                <a:solidFill>
                  <a:prstClr val="black"/>
                </a:solidFill>
                <a:latin typeface="+mn-lt"/>
                <a:cs typeface="+mn-cs"/>
              </a:rPr>
              <a:t> (servers, devices, nodes).</a:t>
            </a:r>
          </a:p>
          <a:p>
            <a:pPr marL="342900" lvl="0" indent="-342900" algn="l" rtl="0" eaLnBrk="0" fontAlgn="base" hangingPunct="0">
              <a:spcBef>
                <a:spcPct val="0"/>
              </a:spcBef>
              <a:spcAft>
                <a:spcPct val="0"/>
              </a:spcAft>
              <a:buFont typeface="Arial" panose="020B0604020202020204" pitchFamily="34" charset="0"/>
              <a:buChar char="•"/>
            </a:pPr>
            <a:endParaRPr lang="en-US" altLang="en-US" kern="1200" dirty="0">
              <a:solidFill>
                <a:prstClr val="black"/>
              </a:solidFill>
              <a:latin typeface="+mn-lt"/>
              <a:cs typeface="+mn-cs"/>
            </a:endParaRPr>
          </a:p>
          <a:p>
            <a:pPr lvl="0" algn="l" rtl="0" eaLnBrk="0" fontAlgn="base" hangingPunct="0">
              <a:spcBef>
                <a:spcPct val="0"/>
              </a:spcBef>
              <a:spcAft>
                <a:spcPct val="0"/>
              </a:spcAft>
            </a:pPr>
            <a:r>
              <a:rPr lang="en-US" altLang="en-US" kern="1200" dirty="0">
                <a:solidFill>
                  <a:prstClr val="black"/>
                </a:solidFill>
                <a:latin typeface="+mn-lt"/>
                <a:cs typeface="+mn-cs"/>
              </a:rPr>
              <a:t>💡These diagrams prepare for implementation and deployment.</a:t>
            </a:r>
          </a:p>
          <a:p>
            <a:pPr>
              <a:buSzPct val="120000"/>
            </a:pPr>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1888243194"/>
      </p:ext>
    </p:extLst>
  </p:cSld>
  <p:clrMapOvr>
    <a:masterClrMapping/>
  </p:clrMapOvr>
  <p:transition spd="slow"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426211"/>
            <a:ext cx="8153400" cy="3539430"/>
          </a:xfrm>
        </p:spPr>
        <p:txBody>
          <a:bodyPr/>
          <a:lstStyle/>
          <a:p>
            <a:r>
              <a:rPr lang="en-US" dirty="0"/>
              <a:t>Recommended Order for Drawing UML Diagrams (cont.)</a:t>
            </a:r>
            <a:br>
              <a:rPr lang="en-MY" b="1" dirty="0"/>
            </a:br>
            <a:br>
              <a:rPr lang="en-MY" b="1" dirty="0"/>
            </a:br>
            <a:endParaRPr lang="en-US" b="1" dirty="0"/>
          </a:p>
        </p:txBody>
      </p:sp>
      <p:sp>
        <p:nvSpPr>
          <p:cNvPr id="4" name="Slide Number Placeholder 3"/>
          <p:cNvSpPr>
            <a:spLocks noGrp="1"/>
          </p:cNvSpPr>
          <p:nvPr>
            <p:ph type="sldNum" sz="quarter" idx="4294967295"/>
          </p:nvPr>
        </p:nvSpPr>
        <p:spPr>
          <a:xfrm>
            <a:off x="7673023" y="7340283"/>
            <a:ext cx="2346960" cy="233998"/>
          </a:xfrm>
        </p:spPr>
        <p:txBody>
          <a:bodyPr/>
          <a:lstStyle/>
          <a:p>
            <a:pPr>
              <a:defRPr/>
            </a:pPr>
            <a:fld id="{DEC9DA09-039A-A841-BA90-58CFCFBF8E01}" type="slidenum">
              <a:rPr lang="en-US" smtClean="0"/>
              <a:pPr>
                <a:defRPr/>
              </a:pPr>
              <a:t>13</a:t>
            </a:fld>
            <a:endParaRPr lang="en-US" dirty="0"/>
          </a:p>
        </p:txBody>
      </p:sp>
      <p:sp>
        <p:nvSpPr>
          <p:cNvPr id="5" name="Text Placeholder 4">
            <a:extLst>
              <a:ext uri="{FF2B5EF4-FFF2-40B4-BE49-F238E27FC236}">
                <a16:creationId xmlns:a16="http://schemas.microsoft.com/office/drawing/2014/main" id="{0B8A5479-B548-45F9-95A9-380C469998EE}"/>
              </a:ext>
            </a:extLst>
          </p:cNvPr>
          <p:cNvSpPr>
            <a:spLocks noGrp="1"/>
          </p:cNvSpPr>
          <p:nvPr>
            <p:ph type="body" idx="1"/>
          </p:nvPr>
        </p:nvSpPr>
        <p:spPr/>
        <p:txBody>
          <a:bodyPr/>
          <a:lstStyle/>
          <a:p>
            <a:endParaRPr lang="en-MY"/>
          </a:p>
        </p:txBody>
      </p:sp>
      <p:pic>
        <p:nvPicPr>
          <p:cNvPr id="6" name="Picture 5">
            <a:extLst>
              <a:ext uri="{FF2B5EF4-FFF2-40B4-BE49-F238E27FC236}">
                <a16:creationId xmlns:a16="http://schemas.microsoft.com/office/drawing/2014/main" id="{801762CD-BDB8-4B3D-B600-ADFE61027CF5}"/>
              </a:ext>
            </a:extLst>
          </p:cNvPr>
          <p:cNvPicPr>
            <a:picLocks noChangeAspect="1"/>
          </p:cNvPicPr>
          <p:nvPr/>
        </p:nvPicPr>
        <p:blipFill>
          <a:blip r:embed="rId2"/>
          <a:stretch>
            <a:fillRect/>
          </a:stretch>
        </p:blipFill>
        <p:spPr>
          <a:xfrm>
            <a:off x="261272" y="304800"/>
            <a:ext cx="9535856" cy="7162799"/>
          </a:xfrm>
          <a:prstGeom prst="rect">
            <a:avLst/>
          </a:prstGeom>
        </p:spPr>
      </p:pic>
    </p:spTree>
    <p:extLst>
      <p:ext uri="{BB962C8B-B14F-4D97-AF65-F5344CB8AC3E}">
        <p14:creationId xmlns:p14="http://schemas.microsoft.com/office/powerpoint/2010/main" val="1662189175"/>
      </p:ext>
    </p:extLst>
  </p:cSld>
  <p:clrMapOvr>
    <a:masterClrMapping/>
  </p:clrMapOvr>
  <p:transition spd="slow"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544C-23BC-4D64-B503-FD5CB9353DA2}"/>
              </a:ext>
            </a:extLst>
          </p:cNvPr>
          <p:cNvSpPr>
            <a:spLocks noGrp="1"/>
          </p:cNvSpPr>
          <p:nvPr>
            <p:ph type="ctrTitle"/>
          </p:nvPr>
        </p:nvSpPr>
        <p:spPr/>
        <p:txBody>
          <a:bodyPr/>
          <a:lstStyle/>
          <a:p>
            <a:r>
              <a:rPr lang="en-MY" dirty="0">
                <a:latin typeface="Tw Cen MT" panose="020B0602020104020603" pitchFamily="34" charset="0"/>
              </a:rPr>
              <a:t>USE CASE DIAGRAM</a:t>
            </a:r>
          </a:p>
        </p:txBody>
      </p:sp>
    </p:spTree>
    <p:extLst>
      <p:ext uri="{BB962C8B-B14F-4D97-AF65-F5344CB8AC3E}">
        <p14:creationId xmlns:p14="http://schemas.microsoft.com/office/powerpoint/2010/main" val="2027792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749299"/>
            <a:ext cx="3497832" cy="720069"/>
          </a:xfrm>
          <a:prstGeom prst="rect">
            <a:avLst/>
          </a:prstGeom>
        </p:spPr>
        <p:txBody>
          <a:bodyPr vert="horz" wrap="square" lIns="0" tIns="12065" rIns="0" bIns="0" rtlCol="0">
            <a:spAutoFit/>
          </a:bodyPr>
          <a:lstStyle/>
          <a:p>
            <a:pPr marL="12700">
              <a:lnSpc>
                <a:spcPct val="100000"/>
              </a:lnSpc>
              <a:spcBef>
                <a:spcPts val="95"/>
              </a:spcBef>
            </a:pPr>
            <a:r>
              <a:rPr b="1" dirty="0"/>
              <a:t>Use</a:t>
            </a:r>
            <a:r>
              <a:rPr b="1" spc="-70" dirty="0"/>
              <a:t> </a:t>
            </a:r>
            <a:r>
              <a:rPr b="1" spc="-5" dirty="0"/>
              <a:t>Cases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object 3"/>
          <p:cNvSpPr txBox="1"/>
          <p:nvPr/>
        </p:nvSpPr>
        <p:spPr>
          <a:xfrm>
            <a:off x="1084579" y="1812635"/>
            <a:ext cx="7800975" cy="4394152"/>
          </a:xfrm>
          <a:prstGeom prst="rect">
            <a:avLst/>
          </a:prstGeom>
        </p:spPr>
        <p:txBody>
          <a:bodyPr vert="horz" wrap="square" lIns="0" tIns="53975" rIns="0" bIns="0" rtlCol="0">
            <a:spAutoFit/>
          </a:bodyPr>
          <a:lstStyle/>
          <a:p>
            <a:pPr marL="360045" indent="-347345">
              <a:lnSpc>
                <a:spcPct val="100000"/>
              </a:lnSpc>
              <a:spcBef>
                <a:spcPts val="425"/>
              </a:spcBef>
              <a:buClr>
                <a:srgbClr val="6EB7D7"/>
              </a:buClr>
              <a:buSzPct val="108333"/>
              <a:buChar char="•"/>
              <a:tabLst>
                <a:tab pos="360045" algn="l"/>
                <a:tab pos="360680" algn="l"/>
              </a:tabLst>
            </a:pPr>
            <a:r>
              <a:rPr sz="2800" spc="-5" dirty="0">
                <a:solidFill>
                  <a:srgbClr val="585858"/>
                </a:solidFill>
                <a:latin typeface="Arial"/>
                <a:cs typeface="Arial"/>
              </a:rPr>
              <a:t>The primary driver for all UML diagramming</a:t>
            </a:r>
            <a:r>
              <a:rPr sz="2800" spc="-20" dirty="0">
                <a:solidFill>
                  <a:srgbClr val="585858"/>
                </a:solidFill>
                <a:latin typeface="Arial"/>
                <a:cs typeface="Arial"/>
              </a:rPr>
              <a:t> </a:t>
            </a:r>
            <a:r>
              <a:rPr sz="2800" spc="-5" dirty="0">
                <a:solidFill>
                  <a:srgbClr val="585858"/>
                </a:solidFill>
                <a:latin typeface="Arial"/>
                <a:cs typeface="Arial"/>
              </a:rPr>
              <a:t>techniques</a:t>
            </a:r>
            <a:endParaRPr sz="2800" dirty="0">
              <a:latin typeface="Arial"/>
              <a:cs typeface="Arial"/>
            </a:endParaRPr>
          </a:p>
          <a:p>
            <a:pPr marL="360045" indent="-347345">
              <a:lnSpc>
                <a:spcPct val="100000"/>
              </a:lnSpc>
              <a:spcBef>
                <a:spcPts val="600"/>
              </a:spcBef>
              <a:buClr>
                <a:srgbClr val="6EB7D7"/>
              </a:buClr>
              <a:buSzPct val="108333"/>
              <a:buChar char="•"/>
              <a:tabLst>
                <a:tab pos="360045" algn="l"/>
                <a:tab pos="360680" algn="l"/>
              </a:tabLst>
            </a:pPr>
            <a:r>
              <a:rPr sz="2800" spc="-5" dirty="0">
                <a:solidFill>
                  <a:srgbClr val="585858"/>
                </a:solidFill>
                <a:latin typeface="Arial"/>
                <a:cs typeface="Arial"/>
              </a:rPr>
              <a:t>Depicts activities performed by the</a:t>
            </a:r>
            <a:r>
              <a:rPr sz="2800" spc="35" dirty="0">
                <a:solidFill>
                  <a:srgbClr val="585858"/>
                </a:solidFill>
                <a:latin typeface="Arial"/>
                <a:cs typeface="Arial"/>
              </a:rPr>
              <a:t> </a:t>
            </a:r>
            <a:r>
              <a:rPr sz="2800" spc="-5" dirty="0">
                <a:solidFill>
                  <a:srgbClr val="585858"/>
                </a:solidFill>
                <a:latin typeface="Arial"/>
                <a:cs typeface="Arial"/>
              </a:rPr>
              <a:t>users</a:t>
            </a:r>
            <a:endParaRPr sz="2800" dirty="0">
              <a:latin typeface="Arial"/>
              <a:cs typeface="Arial"/>
            </a:endParaRPr>
          </a:p>
          <a:p>
            <a:pPr marL="360045" indent="-347345">
              <a:lnSpc>
                <a:spcPct val="100000"/>
              </a:lnSpc>
              <a:spcBef>
                <a:spcPts val="600"/>
              </a:spcBef>
              <a:buClr>
                <a:srgbClr val="6EB7D7"/>
              </a:buClr>
              <a:buSzPct val="108333"/>
              <a:buChar char="•"/>
              <a:tabLst>
                <a:tab pos="360045" algn="l"/>
                <a:tab pos="360680" algn="l"/>
              </a:tabLst>
            </a:pPr>
            <a:r>
              <a:rPr sz="2800" spc="-5" dirty="0">
                <a:solidFill>
                  <a:srgbClr val="585858"/>
                </a:solidFill>
                <a:latin typeface="Arial"/>
                <a:cs typeface="Arial"/>
              </a:rPr>
              <a:t>Describe basic functions of the</a:t>
            </a:r>
            <a:r>
              <a:rPr sz="2800" spc="45" dirty="0">
                <a:solidFill>
                  <a:srgbClr val="585858"/>
                </a:solidFill>
                <a:latin typeface="Arial"/>
                <a:cs typeface="Arial"/>
              </a:rPr>
              <a:t> </a:t>
            </a:r>
            <a:r>
              <a:rPr sz="2800" spc="-5" dirty="0">
                <a:solidFill>
                  <a:srgbClr val="585858"/>
                </a:solidFill>
                <a:latin typeface="Arial"/>
                <a:cs typeface="Arial"/>
              </a:rPr>
              <a:t>system:</a:t>
            </a:r>
            <a:endParaRPr sz="2800" dirty="0">
              <a:latin typeface="Arial"/>
              <a:cs typeface="Arial"/>
            </a:endParaRPr>
          </a:p>
          <a:p>
            <a:pPr marL="696595" lvl="1" indent="-335280">
              <a:lnSpc>
                <a:spcPct val="100000"/>
              </a:lnSpc>
              <a:spcBef>
                <a:spcPts val="605"/>
              </a:spcBef>
              <a:buClr>
                <a:srgbClr val="205C76"/>
              </a:buClr>
              <a:buSzPct val="110000"/>
              <a:buChar char="•"/>
              <a:tabLst>
                <a:tab pos="696595" algn="l"/>
                <a:tab pos="697230" algn="l"/>
              </a:tabLst>
            </a:pPr>
            <a:r>
              <a:rPr sz="2800" dirty="0">
                <a:solidFill>
                  <a:srgbClr val="585858"/>
                </a:solidFill>
                <a:latin typeface="Arial"/>
                <a:cs typeface="Arial"/>
              </a:rPr>
              <a:t>What </a:t>
            </a:r>
            <a:r>
              <a:rPr sz="2800" spc="-5" dirty="0">
                <a:solidFill>
                  <a:srgbClr val="585858"/>
                </a:solidFill>
                <a:latin typeface="Arial"/>
                <a:cs typeface="Arial"/>
              </a:rPr>
              <a:t>the </a:t>
            </a:r>
            <a:r>
              <a:rPr sz="2800" dirty="0">
                <a:solidFill>
                  <a:srgbClr val="585858"/>
                </a:solidFill>
                <a:latin typeface="Arial"/>
                <a:cs typeface="Arial"/>
              </a:rPr>
              <a:t>user can</a:t>
            </a:r>
            <a:r>
              <a:rPr sz="2800" spc="-90" dirty="0">
                <a:solidFill>
                  <a:srgbClr val="585858"/>
                </a:solidFill>
                <a:latin typeface="Arial"/>
                <a:cs typeface="Arial"/>
              </a:rPr>
              <a:t> </a:t>
            </a:r>
            <a:r>
              <a:rPr sz="2800" dirty="0">
                <a:solidFill>
                  <a:srgbClr val="585858"/>
                </a:solidFill>
                <a:latin typeface="Arial"/>
                <a:cs typeface="Arial"/>
              </a:rPr>
              <a:t>do</a:t>
            </a:r>
            <a:endParaRPr sz="2800" dirty="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800" dirty="0">
                <a:solidFill>
                  <a:srgbClr val="585858"/>
                </a:solidFill>
                <a:latin typeface="Arial"/>
                <a:cs typeface="Arial"/>
              </a:rPr>
              <a:t>How </a:t>
            </a:r>
            <a:r>
              <a:rPr sz="2800" spc="-5" dirty="0">
                <a:solidFill>
                  <a:srgbClr val="585858"/>
                </a:solidFill>
                <a:latin typeface="Arial"/>
                <a:cs typeface="Arial"/>
              </a:rPr>
              <a:t>the </a:t>
            </a:r>
            <a:r>
              <a:rPr sz="2800" dirty="0">
                <a:solidFill>
                  <a:srgbClr val="585858"/>
                </a:solidFill>
                <a:latin typeface="Arial"/>
                <a:cs typeface="Arial"/>
              </a:rPr>
              <a:t>system</a:t>
            </a:r>
            <a:r>
              <a:rPr sz="2800" spc="-60" dirty="0">
                <a:solidFill>
                  <a:srgbClr val="585858"/>
                </a:solidFill>
                <a:latin typeface="Arial"/>
                <a:cs typeface="Arial"/>
              </a:rPr>
              <a:t> </a:t>
            </a:r>
            <a:r>
              <a:rPr sz="2800" dirty="0">
                <a:solidFill>
                  <a:srgbClr val="585858"/>
                </a:solidFill>
                <a:latin typeface="Arial"/>
                <a:cs typeface="Arial"/>
              </a:rPr>
              <a:t>responds</a:t>
            </a:r>
            <a:endParaRPr sz="2800" dirty="0">
              <a:latin typeface="Arial"/>
              <a:cs typeface="Arial"/>
            </a:endParaRPr>
          </a:p>
          <a:p>
            <a:pPr marL="360045" marR="567055" indent="-347345">
              <a:lnSpc>
                <a:spcPct val="100000"/>
              </a:lnSpc>
              <a:spcBef>
                <a:spcPts val="595"/>
              </a:spcBef>
              <a:buClr>
                <a:srgbClr val="6EB7D7"/>
              </a:buClr>
              <a:buSzPct val="108333"/>
              <a:buChar char="•"/>
              <a:tabLst>
                <a:tab pos="360045" algn="l"/>
                <a:tab pos="360680" algn="l"/>
              </a:tabLst>
            </a:pPr>
            <a:r>
              <a:rPr sz="2800" spc="-5" dirty="0">
                <a:solidFill>
                  <a:srgbClr val="585858"/>
                </a:solidFill>
                <a:latin typeface="Arial"/>
                <a:cs typeface="Arial"/>
              </a:rPr>
              <a:t>Use cases are building blocks for continued design  activities</a:t>
            </a:r>
            <a:endParaRPr sz="2800" dirty="0">
              <a:latin typeface="Arial"/>
              <a:cs typeface="Arial"/>
            </a:endParaRPr>
          </a:p>
          <a:p>
            <a:pPr marL="360045" indent="-347345">
              <a:lnSpc>
                <a:spcPct val="100000"/>
              </a:lnSpc>
              <a:spcBef>
                <a:spcPts val="600"/>
              </a:spcBef>
              <a:buClr>
                <a:srgbClr val="6EB7D7"/>
              </a:buClr>
              <a:buSzPct val="108333"/>
              <a:buChar char="•"/>
              <a:tabLst>
                <a:tab pos="360045" algn="l"/>
                <a:tab pos="360680" algn="l"/>
              </a:tabLst>
            </a:pPr>
            <a:r>
              <a:rPr sz="2800" spc="-5" dirty="0">
                <a:solidFill>
                  <a:srgbClr val="585858"/>
                </a:solidFill>
                <a:latin typeface="Arial"/>
                <a:cs typeface="Arial"/>
              </a:rPr>
              <a:t>Each use-case describes 1 and only 1</a:t>
            </a:r>
            <a:r>
              <a:rPr sz="2800" spc="75" dirty="0">
                <a:solidFill>
                  <a:srgbClr val="585858"/>
                </a:solidFill>
                <a:latin typeface="Arial"/>
                <a:cs typeface="Arial"/>
              </a:rPr>
              <a:t> </a:t>
            </a:r>
            <a:r>
              <a:rPr sz="2800" spc="-5" dirty="0">
                <a:solidFill>
                  <a:srgbClr val="585858"/>
                </a:solidFill>
                <a:latin typeface="Arial"/>
                <a:cs typeface="Arial"/>
              </a:rPr>
              <a:t>function</a:t>
            </a:r>
            <a:endParaRPr sz="2800" dirty="0">
              <a:latin typeface="Arial"/>
              <a:cs typeface="Arial"/>
            </a:endParaRPr>
          </a:p>
        </p:txBody>
      </p:sp>
    </p:spTree>
    <p:extLst>
      <p:ext uri="{BB962C8B-B14F-4D97-AF65-F5344CB8AC3E}">
        <p14:creationId xmlns:p14="http://schemas.microsoft.com/office/powerpoint/2010/main" val="1394717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85EA954-FFD7-A368-7EBF-551BDE7AF19A}"/>
              </a:ext>
            </a:extLst>
          </p:cNvPr>
          <p:cNvSpPr>
            <a:spLocks noGrp="1" noChangeArrowheads="1"/>
          </p:cNvSpPr>
          <p:nvPr>
            <p:ph type="title"/>
          </p:nvPr>
        </p:nvSpPr>
        <p:spPr>
          <a:xfrm>
            <a:off x="1182115" y="426211"/>
            <a:ext cx="7694168" cy="738664"/>
          </a:xfrm>
        </p:spPr>
        <p:txBody>
          <a:bodyPr/>
          <a:lstStyle/>
          <a:p>
            <a:r>
              <a:rPr lang="en-GB" altLang="en-US" sz="4800" b="1" dirty="0"/>
              <a:t>What is a Use Case?</a:t>
            </a:r>
          </a:p>
        </p:txBody>
      </p:sp>
      <p:sp>
        <p:nvSpPr>
          <p:cNvPr id="3075" name="Rectangle 3">
            <a:extLst>
              <a:ext uri="{FF2B5EF4-FFF2-40B4-BE49-F238E27FC236}">
                <a16:creationId xmlns:a16="http://schemas.microsoft.com/office/drawing/2014/main" id="{2C5446E8-846C-5CCB-9E1E-94FB5EF8CE0B}"/>
              </a:ext>
            </a:extLst>
          </p:cNvPr>
          <p:cNvSpPr>
            <a:spLocks noGrp="1" noChangeArrowheads="1"/>
          </p:cNvSpPr>
          <p:nvPr>
            <p:ph type="body" idx="1"/>
          </p:nvPr>
        </p:nvSpPr>
        <p:spPr>
          <a:xfrm>
            <a:off x="1088959" y="1447800"/>
            <a:ext cx="8131241" cy="5170646"/>
          </a:xfrm>
        </p:spPr>
        <p:txBody>
          <a:bodyPr/>
          <a:lstStyle/>
          <a:p>
            <a:pPr marL="457200" indent="-457200">
              <a:buClr>
                <a:schemeClr val="bg1"/>
              </a:buClr>
              <a:buFont typeface="Arial" panose="020B0604020202020204" pitchFamily="34" charset="0"/>
              <a:buChar char="•"/>
            </a:pPr>
            <a:endParaRPr lang="en-GB" altLang="en-US" sz="2800" dirty="0">
              <a:solidFill>
                <a:schemeClr val="tx1"/>
              </a:solidFill>
            </a:endParaRPr>
          </a:p>
          <a:p>
            <a:pPr marL="457200" indent="-457200">
              <a:buClr>
                <a:schemeClr val="bg1"/>
              </a:buClr>
              <a:buFont typeface="Arial" panose="020B0604020202020204" pitchFamily="34" charset="0"/>
              <a:buChar char="•"/>
            </a:pPr>
            <a:r>
              <a:rPr lang="en-GB" altLang="en-US" sz="2800" dirty="0">
                <a:solidFill>
                  <a:schemeClr val="tx1"/>
                </a:solidFill>
              </a:rPr>
              <a:t>A formal way of representing how a business system interacts with its environment</a:t>
            </a:r>
          </a:p>
          <a:p>
            <a:pPr marL="457200" indent="-457200">
              <a:buClr>
                <a:schemeClr val="bg1"/>
              </a:buClr>
              <a:buFont typeface="Arial" panose="020B0604020202020204" pitchFamily="34" charset="0"/>
              <a:buChar char="•"/>
            </a:pPr>
            <a:endParaRPr lang="en-GB" altLang="en-US" sz="2800" dirty="0">
              <a:solidFill>
                <a:schemeClr val="tx1"/>
              </a:solidFill>
            </a:endParaRPr>
          </a:p>
          <a:p>
            <a:pPr marL="457200" indent="-457200">
              <a:buClr>
                <a:schemeClr val="bg1"/>
              </a:buClr>
              <a:buFont typeface="Arial" panose="020B0604020202020204" pitchFamily="34" charset="0"/>
              <a:buChar char="•"/>
            </a:pPr>
            <a:r>
              <a:rPr lang="en-GB" altLang="en-US" sz="2800" dirty="0">
                <a:solidFill>
                  <a:schemeClr val="tx1"/>
                </a:solidFill>
              </a:rPr>
              <a:t>Illustrates the activities that are performed by the users of the system</a:t>
            </a:r>
          </a:p>
          <a:p>
            <a:pPr marL="457200" indent="-457200">
              <a:buClr>
                <a:schemeClr val="bg1"/>
              </a:buClr>
              <a:buFont typeface="Arial" panose="020B0604020202020204" pitchFamily="34" charset="0"/>
              <a:buChar char="•"/>
            </a:pPr>
            <a:endParaRPr lang="en-GB" altLang="en-US" sz="2800" dirty="0">
              <a:solidFill>
                <a:schemeClr val="tx1"/>
              </a:solidFill>
            </a:endParaRPr>
          </a:p>
          <a:p>
            <a:pPr marL="457200" indent="-457200">
              <a:buClr>
                <a:schemeClr val="bg1"/>
              </a:buClr>
              <a:buFont typeface="Arial" panose="020B0604020202020204" pitchFamily="34" charset="0"/>
              <a:buChar char="•"/>
            </a:pPr>
            <a:r>
              <a:rPr lang="en-GB" altLang="en-US" sz="2800" dirty="0">
                <a:solidFill>
                  <a:schemeClr val="tx1"/>
                </a:solidFill>
              </a:rPr>
              <a:t>A </a:t>
            </a:r>
            <a:r>
              <a:rPr lang="en-GB" altLang="en-US" sz="2800" u="sng" dirty="0">
                <a:solidFill>
                  <a:schemeClr val="tx1"/>
                </a:solidFill>
              </a:rPr>
              <a:t>scenario</a:t>
            </a:r>
            <a:r>
              <a:rPr lang="en-GB" altLang="en-US" sz="2800" dirty="0">
                <a:solidFill>
                  <a:schemeClr val="tx1"/>
                </a:solidFill>
              </a:rPr>
              <a:t>-based technique in the UML</a:t>
            </a:r>
          </a:p>
          <a:p>
            <a:pPr marL="457200" indent="-457200">
              <a:buClr>
                <a:schemeClr val="bg1"/>
              </a:buClr>
              <a:buFont typeface="Arial" panose="020B0604020202020204" pitchFamily="34" charset="0"/>
              <a:buChar char="•"/>
            </a:pPr>
            <a:endParaRPr lang="en-GB" altLang="en-US" sz="2800" dirty="0">
              <a:solidFill>
                <a:schemeClr val="tx1"/>
              </a:solidFill>
            </a:endParaRPr>
          </a:p>
          <a:p>
            <a:pPr marL="457200" indent="-457200">
              <a:buClr>
                <a:schemeClr val="bg1"/>
              </a:buClr>
              <a:buFont typeface="Arial" panose="020B0604020202020204" pitchFamily="34" charset="0"/>
              <a:buChar char="•"/>
            </a:pPr>
            <a:r>
              <a:rPr lang="en-US" altLang="en-US" sz="2800" dirty="0">
                <a:solidFill>
                  <a:schemeClr val="tx1"/>
                </a:solidFill>
              </a:rPr>
              <a:t>A sequence of actions a system performs that yields a valuable result for a particular actor.</a:t>
            </a:r>
          </a:p>
          <a:p>
            <a:pPr marL="457200" indent="-457200">
              <a:buClr>
                <a:schemeClr val="bg1"/>
              </a:buClr>
              <a:buFont typeface="Arial" panose="020B0604020202020204" pitchFamily="34" charset="0"/>
              <a:buChar char="•"/>
            </a:pPr>
            <a:endParaRPr lang="en-US" altLang="en-US" sz="2800" dirty="0">
              <a:solidFill>
                <a:schemeClr val="tx1"/>
              </a:solidFill>
            </a:endParaRPr>
          </a:p>
        </p:txBody>
      </p:sp>
    </p:spTree>
    <p:extLst>
      <p:ext uri="{BB962C8B-B14F-4D97-AF65-F5344CB8AC3E}">
        <p14:creationId xmlns:p14="http://schemas.microsoft.com/office/powerpoint/2010/main" val="1648748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533400"/>
            <a:ext cx="8534399" cy="720069"/>
          </a:xfrm>
          <a:prstGeom prst="rect">
            <a:avLst/>
          </a:prstGeom>
        </p:spPr>
        <p:txBody>
          <a:bodyPr vert="horz" wrap="square" lIns="0" tIns="12065" rIns="0" bIns="0" rtlCol="0">
            <a:spAutoFit/>
          </a:bodyPr>
          <a:lstStyle/>
          <a:p>
            <a:pPr marL="12700">
              <a:lnSpc>
                <a:spcPct val="100000"/>
              </a:lnSpc>
              <a:spcBef>
                <a:spcPts val="95"/>
              </a:spcBef>
            </a:pPr>
            <a:r>
              <a:rPr lang="en-US" b="1" dirty="0">
                <a:latin typeface="Tw Cen MT" panose="020B0602020104020603" pitchFamily="34" charset="0"/>
              </a:rPr>
              <a:t>Creating A Use Case Diagram</a:t>
            </a:r>
            <a:endParaRPr lang="en-US" b="1"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object 3"/>
          <p:cNvSpPr txBox="1"/>
          <p:nvPr/>
        </p:nvSpPr>
        <p:spPr>
          <a:xfrm>
            <a:off x="1084579" y="2200562"/>
            <a:ext cx="7541895" cy="3940821"/>
          </a:xfrm>
          <a:prstGeom prst="rect">
            <a:avLst/>
          </a:prstGeom>
        </p:spPr>
        <p:txBody>
          <a:bodyPr vert="horz" wrap="square" lIns="0" tIns="123189" rIns="0" bIns="0" rtlCol="0">
            <a:spAutoFit/>
          </a:bodyPr>
          <a:lstStyle/>
          <a:p>
            <a:pPr marL="360045" indent="-347345">
              <a:lnSpc>
                <a:spcPct val="100000"/>
              </a:lnSpc>
              <a:spcBef>
                <a:spcPts val="969"/>
              </a:spcBef>
              <a:buClr>
                <a:srgbClr val="6EB7D7"/>
              </a:buClr>
              <a:buSzPct val="108333"/>
              <a:buChar char="•"/>
              <a:tabLst>
                <a:tab pos="360045" algn="l"/>
                <a:tab pos="360680" algn="l"/>
              </a:tabLst>
            </a:pPr>
            <a:r>
              <a:rPr sz="2400" spc="-5" dirty="0">
                <a:solidFill>
                  <a:srgbClr val="585858"/>
                </a:solidFill>
                <a:latin typeface="Arial"/>
                <a:cs typeface="Arial"/>
              </a:rPr>
              <a:t>Review the requirements</a:t>
            </a:r>
            <a:r>
              <a:rPr sz="2400" spc="40" dirty="0">
                <a:solidFill>
                  <a:srgbClr val="585858"/>
                </a:solidFill>
                <a:latin typeface="Arial"/>
                <a:cs typeface="Arial"/>
              </a:rPr>
              <a:t> </a:t>
            </a:r>
            <a:r>
              <a:rPr sz="2400" spc="-5" dirty="0">
                <a:solidFill>
                  <a:srgbClr val="585858"/>
                </a:solidFill>
                <a:latin typeface="Arial"/>
                <a:cs typeface="Arial"/>
              </a:rPr>
              <a:t>definition</a:t>
            </a:r>
            <a:endParaRPr sz="2400" dirty="0">
              <a:latin typeface="Arial"/>
              <a:cs typeface="Arial"/>
            </a:endParaRPr>
          </a:p>
          <a:p>
            <a:pPr marL="360045" indent="-347345">
              <a:lnSpc>
                <a:spcPct val="100000"/>
              </a:lnSpc>
              <a:spcBef>
                <a:spcPts val="1200"/>
              </a:spcBef>
              <a:buClr>
                <a:srgbClr val="6EB7D7"/>
              </a:buClr>
              <a:buSzPct val="108333"/>
              <a:buChar char="•"/>
              <a:tabLst>
                <a:tab pos="360045" algn="l"/>
                <a:tab pos="360680" algn="l"/>
              </a:tabLst>
            </a:pPr>
            <a:r>
              <a:rPr sz="2400" spc="-5" dirty="0">
                <a:solidFill>
                  <a:srgbClr val="585858"/>
                </a:solidFill>
                <a:latin typeface="Arial"/>
                <a:cs typeface="Arial"/>
              </a:rPr>
              <a:t>Identify the </a:t>
            </a:r>
            <a:r>
              <a:rPr sz="2400" spc="-10" dirty="0">
                <a:solidFill>
                  <a:srgbClr val="585858"/>
                </a:solidFill>
                <a:latin typeface="Arial"/>
                <a:cs typeface="Arial"/>
              </a:rPr>
              <a:t>subject’s</a:t>
            </a:r>
            <a:r>
              <a:rPr sz="2400" dirty="0">
                <a:solidFill>
                  <a:srgbClr val="585858"/>
                </a:solidFill>
                <a:latin typeface="Arial"/>
                <a:cs typeface="Arial"/>
              </a:rPr>
              <a:t> </a:t>
            </a:r>
            <a:r>
              <a:rPr sz="2400" spc="-5" dirty="0">
                <a:solidFill>
                  <a:srgbClr val="585858"/>
                </a:solidFill>
                <a:latin typeface="Arial"/>
                <a:cs typeface="Arial"/>
              </a:rPr>
              <a:t>boundaries</a:t>
            </a:r>
            <a:endParaRPr sz="2400" dirty="0">
              <a:latin typeface="Arial"/>
              <a:cs typeface="Arial"/>
            </a:endParaRPr>
          </a:p>
          <a:p>
            <a:pPr marL="360045" indent="-347345">
              <a:lnSpc>
                <a:spcPct val="100000"/>
              </a:lnSpc>
              <a:spcBef>
                <a:spcPts val="1200"/>
              </a:spcBef>
              <a:buClr>
                <a:srgbClr val="6EB7D7"/>
              </a:buClr>
              <a:buSzPct val="108333"/>
              <a:buChar char="•"/>
              <a:tabLst>
                <a:tab pos="360045" algn="l"/>
                <a:tab pos="360680" algn="l"/>
              </a:tabLst>
            </a:pPr>
            <a:r>
              <a:rPr sz="2400" spc="-5" dirty="0">
                <a:solidFill>
                  <a:srgbClr val="585858"/>
                </a:solidFill>
                <a:latin typeface="Arial"/>
                <a:cs typeface="Arial"/>
              </a:rPr>
              <a:t>Identify the primary actors and their</a:t>
            </a:r>
            <a:r>
              <a:rPr sz="2400" spc="15" dirty="0">
                <a:solidFill>
                  <a:srgbClr val="585858"/>
                </a:solidFill>
                <a:latin typeface="Arial"/>
                <a:cs typeface="Arial"/>
              </a:rPr>
              <a:t> </a:t>
            </a:r>
            <a:r>
              <a:rPr sz="2400" spc="-5" dirty="0">
                <a:solidFill>
                  <a:srgbClr val="585858"/>
                </a:solidFill>
                <a:latin typeface="Arial"/>
                <a:cs typeface="Arial"/>
              </a:rPr>
              <a:t>goals</a:t>
            </a:r>
            <a:endParaRPr sz="2400" dirty="0">
              <a:latin typeface="Arial"/>
              <a:cs typeface="Arial"/>
            </a:endParaRPr>
          </a:p>
          <a:p>
            <a:pPr marL="360045" indent="-347345">
              <a:lnSpc>
                <a:spcPct val="100000"/>
              </a:lnSpc>
              <a:spcBef>
                <a:spcPts val="1200"/>
              </a:spcBef>
              <a:buClr>
                <a:srgbClr val="6EB7D7"/>
              </a:buClr>
              <a:buSzPct val="108333"/>
              <a:buChar char="•"/>
              <a:tabLst>
                <a:tab pos="360045" algn="l"/>
                <a:tab pos="360680" algn="l"/>
              </a:tabLst>
            </a:pPr>
            <a:r>
              <a:rPr sz="2400" spc="-5" dirty="0">
                <a:solidFill>
                  <a:srgbClr val="585858"/>
                </a:solidFill>
                <a:latin typeface="Arial"/>
                <a:cs typeface="Arial"/>
              </a:rPr>
              <a:t>Identify the business processes and major</a:t>
            </a:r>
            <a:r>
              <a:rPr sz="2400" spc="65" dirty="0">
                <a:solidFill>
                  <a:srgbClr val="585858"/>
                </a:solidFill>
                <a:latin typeface="Arial"/>
                <a:cs typeface="Arial"/>
              </a:rPr>
              <a:t> </a:t>
            </a:r>
            <a:r>
              <a:rPr sz="2400" spc="-5" dirty="0">
                <a:solidFill>
                  <a:srgbClr val="585858"/>
                </a:solidFill>
                <a:latin typeface="Arial"/>
                <a:cs typeface="Arial"/>
              </a:rPr>
              <a:t>use-cases</a:t>
            </a:r>
            <a:endParaRPr sz="2400" dirty="0">
              <a:latin typeface="Arial"/>
              <a:cs typeface="Arial"/>
            </a:endParaRPr>
          </a:p>
          <a:p>
            <a:pPr marL="360045" indent="-347345">
              <a:lnSpc>
                <a:spcPct val="100000"/>
              </a:lnSpc>
              <a:spcBef>
                <a:spcPts val="1200"/>
              </a:spcBef>
              <a:buClr>
                <a:srgbClr val="6EB7D7"/>
              </a:buClr>
              <a:buSzPct val="108333"/>
              <a:buChar char="•"/>
              <a:tabLst>
                <a:tab pos="360045" algn="l"/>
                <a:tab pos="360680" algn="l"/>
              </a:tabLst>
            </a:pPr>
            <a:r>
              <a:rPr lang="en-US" sz="2400" spc="-5" dirty="0">
                <a:solidFill>
                  <a:srgbClr val="585858"/>
                </a:solidFill>
                <a:latin typeface="Arial"/>
                <a:cs typeface="Arial"/>
              </a:rPr>
              <a:t>Add the relationship between actor and use-cases</a:t>
            </a:r>
          </a:p>
          <a:p>
            <a:pPr marL="360045" indent="-347345">
              <a:lnSpc>
                <a:spcPct val="100000"/>
              </a:lnSpc>
              <a:spcBef>
                <a:spcPts val="1200"/>
              </a:spcBef>
              <a:buClr>
                <a:srgbClr val="6EB7D7"/>
              </a:buClr>
              <a:buSzPct val="108333"/>
              <a:buChar char="•"/>
              <a:tabLst>
                <a:tab pos="360045" algn="l"/>
                <a:tab pos="360680" algn="l"/>
              </a:tabLst>
            </a:pPr>
            <a:r>
              <a:rPr sz="2400" spc="-5" dirty="0">
                <a:solidFill>
                  <a:srgbClr val="585858"/>
                </a:solidFill>
                <a:latin typeface="Arial"/>
                <a:cs typeface="Arial"/>
              </a:rPr>
              <a:t>Carefully review the current set of</a:t>
            </a:r>
            <a:r>
              <a:rPr sz="2400" spc="30" dirty="0">
                <a:solidFill>
                  <a:srgbClr val="585858"/>
                </a:solidFill>
                <a:latin typeface="Arial"/>
                <a:cs typeface="Arial"/>
              </a:rPr>
              <a:t> </a:t>
            </a:r>
            <a:r>
              <a:rPr sz="2400" spc="-5" dirty="0">
                <a:solidFill>
                  <a:srgbClr val="585858"/>
                </a:solidFill>
                <a:latin typeface="Arial"/>
                <a:cs typeface="Arial"/>
              </a:rPr>
              <a:t>use-cases</a:t>
            </a:r>
            <a:endParaRPr sz="2400" dirty="0">
              <a:latin typeface="Arial"/>
              <a:cs typeface="Arial"/>
            </a:endParaRPr>
          </a:p>
          <a:p>
            <a:pPr marL="696595" lvl="1" indent="-335280">
              <a:lnSpc>
                <a:spcPct val="100000"/>
              </a:lnSpc>
              <a:spcBef>
                <a:spcPts val="595"/>
              </a:spcBef>
              <a:buClr>
                <a:srgbClr val="205C76"/>
              </a:buClr>
              <a:buSzPct val="109090"/>
              <a:buChar char="•"/>
              <a:tabLst>
                <a:tab pos="696595" algn="l"/>
                <a:tab pos="697230" algn="l"/>
              </a:tabLst>
            </a:pPr>
            <a:r>
              <a:rPr sz="2200" spc="-5" dirty="0">
                <a:solidFill>
                  <a:srgbClr val="585858"/>
                </a:solidFill>
                <a:latin typeface="Arial"/>
                <a:cs typeface="Arial"/>
              </a:rPr>
              <a:t>Split or combine some to create the right</a:t>
            </a:r>
            <a:r>
              <a:rPr sz="2200" spc="75" dirty="0">
                <a:solidFill>
                  <a:srgbClr val="585858"/>
                </a:solidFill>
                <a:latin typeface="Arial"/>
                <a:cs typeface="Arial"/>
              </a:rPr>
              <a:t> </a:t>
            </a:r>
            <a:r>
              <a:rPr sz="2200" dirty="0">
                <a:solidFill>
                  <a:srgbClr val="585858"/>
                </a:solidFill>
                <a:latin typeface="Arial"/>
                <a:cs typeface="Arial"/>
              </a:rPr>
              <a:t>size</a:t>
            </a:r>
            <a:endParaRPr sz="2200" dirty="0">
              <a:latin typeface="Arial"/>
              <a:cs typeface="Arial"/>
            </a:endParaRPr>
          </a:p>
          <a:p>
            <a:pPr marL="696595" lvl="1" indent="-335280">
              <a:lnSpc>
                <a:spcPct val="100000"/>
              </a:lnSpc>
              <a:spcBef>
                <a:spcPts val="600"/>
              </a:spcBef>
              <a:buClr>
                <a:srgbClr val="205C76"/>
              </a:buClr>
              <a:buSzPct val="109090"/>
              <a:buChar char="•"/>
              <a:tabLst>
                <a:tab pos="696595" algn="l"/>
                <a:tab pos="697230" algn="l"/>
              </a:tabLst>
            </a:pPr>
            <a:r>
              <a:rPr sz="2200" spc="-5" dirty="0">
                <a:solidFill>
                  <a:srgbClr val="585858"/>
                </a:solidFill>
                <a:latin typeface="Arial"/>
                <a:cs typeface="Arial"/>
              </a:rPr>
              <a:t>Identify additional use-cases</a:t>
            </a:r>
            <a:endParaRPr sz="2200" dirty="0">
              <a:latin typeface="Arial"/>
              <a:cs typeface="Arial"/>
            </a:endParaRPr>
          </a:p>
        </p:txBody>
      </p:sp>
      <p:sp>
        <p:nvSpPr>
          <p:cNvPr id="5" name="Rectangle 4">
            <a:extLst>
              <a:ext uri="{FF2B5EF4-FFF2-40B4-BE49-F238E27FC236}">
                <a16:creationId xmlns:a16="http://schemas.microsoft.com/office/drawing/2014/main" id="{B843B6FB-9510-4280-AF4A-2623466D5FF5}"/>
              </a:ext>
            </a:extLst>
          </p:cNvPr>
          <p:cNvSpPr/>
          <p:nvPr/>
        </p:nvSpPr>
        <p:spPr>
          <a:xfrm>
            <a:off x="1048596" y="1609246"/>
            <a:ext cx="6876204" cy="523220"/>
          </a:xfrm>
          <a:prstGeom prst="rect">
            <a:avLst/>
          </a:prstGeom>
        </p:spPr>
        <p:txBody>
          <a:bodyPr wrap="square">
            <a:spAutoFit/>
          </a:bodyPr>
          <a:lstStyle/>
          <a:p>
            <a:pPr algn="just">
              <a:spcBef>
                <a:spcPts val="248"/>
              </a:spcBef>
            </a:pPr>
            <a:r>
              <a:rPr lang="en-MY" sz="2800" b="1" dirty="0">
                <a:solidFill>
                  <a:srgbClr val="0000FF"/>
                </a:solidFill>
                <a:latin typeface="Tw Cen MT" panose="020B0602020104020603" pitchFamily="34" charset="0"/>
              </a:rPr>
              <a:t>Steps in creating a use-case diagram</a:t>
            </a:r>
          </a:p>
        </p:txBody>
      </p:sp>
    </p:spTree>
    <p:extLst>
      <p:ext uri="{BB962C8B-B14F-4D97-AF65-F5344CB8AC3E}">
        <p14:creationId xmlns:p14="http://schemas.microsoft.com/office/powerpoint/2010/main" val="3703663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344123"/>
            <a:ext cx="8686800" cy="1427955"/>
          </a:xfrm>
          <a:prstGeom prst="rect">
            <a:avLst/>
          </a:prstGeom>
        </p:spPr>
        <p:txBody>
          <a:bodyPr vert="horz" wrap="square" lIns="0" tIns="12065" rIns="0" bIns="0" rtlCol="0">
            <a:spAutoFit/>
          </a:bodyPr>
          <a:lstStyle/>
          <a:p>
            <a:pPr marL="12700" marR="5080" indent="1510030">
              <a:lnSpc>
                <a:spcPct val="100000"/>
              </a:lnSpc>
              <a:spcBef>
                <a:spcPts val="95"/>
              </a:spcBef>
            </a:pPr>
            <a:r>
              <a:rPr b="1" spc="-5" dirty="0"/>
              <a:t>Business Process  </a:t>
            </a:r>
            <a:r>
              <a:rPr b="1" spc="-10" dirty="0"/>
              <a:t>Identification With</a:t>
            </a:r>
            <a:r>
              <a:rPr b="1" spc="45" dirty="0"/>
              <a:t> </a:t>
            </a:r>
            <a:r>
              <a:rPr b="1" dirty="0"/>
              <a:t>Use-Cases</a:t>
            </a:r>
          </a:p>
        </p:txBody>
      </p:sp>
      <p:sp>
        <p:nvSpPr>
          <p:cNvPr id="3" name="object 3"/>
          <p:cNvSpPr txBox="1"/>
          <p:nvPr/>
        </p:nvSpPr>
        <p:spPr>
          <a:xfrm>
            <a:off x="1145539" y="2036023"/>
            <a:ext cx="7459345" cy="3134995"/>
          </a:xfrm>
          <a:prstGeom prst="rect">
            <a:avLst/>
          </a:prstGeom>
        </p:spPr>
        <p:txBody>
          <a:bodyPr vert="horz" wrap="square" lIns="0" tIns="59055" rIns="0" bIns="0" rtlCol="0">
            <a:spAutoFit/>
          </a:bodyPr>
          <a:lstStyle/>
          <a:p>
            <a:pPr marL="360045" indent="-347345">
              <a:lnSpc>
                <a:spcPct val="100000"/>
              </a:lnSpc>
              <a:spcBef>
                <a:spcPts val="465"/>
              </a:spcBef>
              <a:buClr>
                <a:srgbClr val="6EB7D7"/>
              </a:buClr>
              <a:buSzPct val="108333"/>
              <a:buChar char="•"/>
              <a:tabLst>
                <a:tab pos="360045" algn="l"/>
                <a:tab pos="360680" algn="l"/>
              </a:tabLst>
            </a:pPr>
            <a:r>
              <a:rPr sz="2400" b="1" spc="-5" dirty="0">
                <a:solidFill>
                  <a:srgbClr val="585858"/>
                </a:solidFill>
                <a:latin typeface="Arial"/>
                <a:cs typeface="Arial"/>
              </a:rPr>
              <a:t>Elements of </a:t>
            </a:r>
            <a:r>
              <a:rPr sz="2400" b="1" spc="-5" dirty="0">
                <a:solidFill>
                  <a:srgbClr val="FF0000"/>
                </a:solidFill>
                <a:latin typeface="Arial"/>
                <a:cs typeface="Arial"/>
              </a:rPr>
              <a:t>Use-Case</a:t>
            </a:r>
            <a:r>
              <a:rPr sz="2400" b="1" spc="30" dirty="0">
                <a:solidFill>
                  <a:srgbClr val="FF0000"/>
                </a:solidFill>
                <a:latin typeface="Arial"/>
                <a:cs typeface="Arial"/>
              </a:rPr>
              <a:t> </a:t>
            </a:r>
            <a:r>
              <a:rPr sz="2400" b="1" spc="-5" dirty="0">
                <a:solidFill>
                  <a:srgbClr val="FF0000"/>
                </a:solidFill>
                <a:latin typeface="Arial"/>
                <a:cs typeface="Arial"/>
              </a:rPr>
              <a:t>Diagrams</a:t>
            </a:r>
            <a:endParaRPr sz="2400" b="1" dirty="0">
              <a:solidFill>
                <a:srgbClr val="FF0000"/>
              </a:solidFill>
              <a:latin typeface="Arial"/>
              <a:cs typeface="Arial"/>
            </a:endParaRPr>
          </a:p>
          <a:p>
            <a:pPr marL="696595" lvl="1" indent="-335280">
              <a:lnSpc>
                <a:spcPct val="100000"/>
              </a:lnSpc>
              <a:spcBef>
                <a:spcPts val="600"/>
              </a:spcBef>
              <a:buClr>
                <a:srgbClr val="205C76"/>
              </a:buClr>
              <a:buSzPct val="109090"/>
              <a:buChar char="•"/>
              <a:tabLst>
                <a:tab pos="696595" algn="l"/>
                <a:tab pos="697230" algn="l"/>
                <a:tab pos="2950845" algn="l"/>
              </a:tabLst>
            </a:pPr>
            <a:r>
              <a:rPr sz="2200" b="1" spc="-5" dirty="0">
                <a:solidFill>
                  <a:srgbClr val="00B0F0"/>
                </a:solidFill>
                <a:latin typeface="Arial"/>
                <a:cs typeface="Arial"/>
              </a:rPr>
              <a:t>Actors</a:t>
            </a:r>
            <a:r>
              <a:rPr sz="2200" spc="-5" dirty="0">
                <a:solidFill>
                  <a:srgbClr val="585858"/>
                </a:solidFill>
                <a:latin typeface="Arial"/>
                <a:cs typeface="Arial"/>
              </a:rPr>
              <a:t>:</a:t>
            </a:r>
            <a:r>
              <a:rPr sz="2200" spc="40" dirty="0">
                <a:solidFill>
                  <a:srgbClr val="585858"/>
                </a:solidFill>
                <a:latin typeface="Arial"/>
                <a:cs typeface="Arial"/>
              </a:rPr>
              <a:t> </a:t>
            </a:r>
            <a:r>
              <a:rPr sz="2200" spc="-5" dirty="0">
                <a:solidFill>
                  <a:srgbClr val="585858"/>
                </a:solidFill>
                <a:latin typeface="Arial"/>
                <a:cs typeface="Arial"/>
              </a:rPr>
              <a:t>users	or other interacting</a:t>
            </a:r>
            <a:r>
              <a:rPr sz="2200" spc="15" dirty="0">
                <a:solidFill>
                  <a:srgbClr val="585858"/>
                </a:solidFill>
                <a:latin typeface="Arial"/>
                <a:cs typeface="Arial"/>
              </a:rPr>
              <a:t> </a:t>
            </a:r>
            <a:r>
              <a:rPr sz="2200" spc="-5" dirty="0">
                <a:solidFill>
                  <a:srgbClr val="585858"/>
                </a:solidFill>
                <a:latin typeface="Arial"/>
                <a:cs typeface="Arial"/>
              </a:rPr>
              <a:t>systems</a:t>
            </a:r>
            <a:endParaRPr sz="2200" dirty="0">
              <a:latin typeface="Arial"/>
              <a:cs typeface="Arial"/>
            </a:endParaRPr>
          </a:p>
          <a:p>
            <a:pPr marL="696595" lvl="1" indent="-335280">
              <a:lnSpc>
                <a:spcPct val="100000"/>
              </a:lnSpc>
              <a:spcBef>
                <a:spcPts val="600"/>
              </a:spcBef>
              <a:buClr>
                <a:srgbClr val="205C76"/>
              </a:buClr>
              <a:buSzPct val="109090"/>
              <a:buChar char="•"/>
              <a:tabLst>
                <a:tab pos="696595" algn="l"/>
                <a:tab pos="697230" algn="l"/>
              </a:tabLst>
            </a:pPr>
            <a:r>
              <a:rPr sz="2200" b="1" spc="-5" dirty="0">
                <a:solidFill>
                  <a:srgbClr val="00B0F0"/>
                </a:solidFill>
                <a:latin typeface="Arial"/>
                <a:cs typeface="Arial"/>
              </a:rPr>
              <a:t>Associations</a:t>
            </a:r>
            <a:r>
              <a:rPr sz="2200" spc="-5" dirty="0">
                <a:solidFill>
                  <a:srgbClr val="585858"/>
                </a:solidFill>
                <a:latin typeface="Arial"/>
                <a:cs typeface="Arial"/>
              </a:rPr>
              <a:t>: lines to connect actors and</a:t>
            </a:r>
            <a:r>
              <a:rPr sz="2200" spc="55" dirty="0">
                <a:solidFill>
                  <a:srgbClr val="585858"/>
                </a:solidFill>
                <a:latin typeface="Arial"/>
                <a:cs typeface="Arial"/>
              </a:rPr>
              <a:t> </a:t>
            </a:r>
            <a:r>
              <a:rPr sz="2200" spc="-5" dirty="0">
                <a:solidFill>
                  <a:srgbClr val="585858"/>
                </a:solidFill>
                <a:latin typeface="Arial"/>
                <a:cs typeface="Arial"/>
              </a:rPr>
              <a:t>use-cases</a:t>
            </a:r>
            <a:endParaRPr sz="2200" dirty="0">
              <a:latin typeface="Arial"/>
              <a:cs typeface="Arial"/>
            </a:endParaRPr>
          </a:p>
          <a:p>
            <a:pPr marL="980440" lvl="2" indent="-281940">
              <a:lnSpc>
                <a:spcPct val="100000"/>
              </a:lnSpc>
              <a:spcBef>
                <a:spcPts val="605"/>
              </a:spcBef>
              <a:buClr>
                <a:srgbClr val="6EB7D7"/>
              </a:buClr>
              <a:buSzPct val="110000"/>
              <a:buChar char="•"/>
              <a:tabLst>
                <a:tab pos="979805" algn="l"/>
                <a:tab pos="980440" algn="l"/>
              </a:tabLst>
            </a:pPr>
            <a:r>
              <a:rPr sz="2000" spc="-5" dirty="0">
                <a:solidFill>
                  <a:srgbClr val="585858"/>
                </a:solidFill>
                <a:latin typeface="Arial"/>
                <a:cs typeface="Arial"/>
              </a:rPr>
              <a:t>Interactions, </a:t>
            </a:r>
            <a:r>
              <a:rPr sz="2000" dirty="0">
                <a:solidFill>
                  <a:srgbClr val="585858"/>
                </a:solidFill>
                <a:latin typeface="Arial"/>
                <a:cs typeface="Arial"/>
              </a:rPr>
              <a:t>inclusions, </a:t>
            </a:r>
            <a:r>
              <a:rPr sz="2000" spc="-5" dirty="0">
                <a:solidFill>
                  <a:srgbClr val="585858"/>
                </a:solidFill>
                <a:latin typeface="Arial"/>
                <a:cs typeface="Arial"/>
              </a:rPr>
              <a:t>extensions </a:t>
            </a:r>
            <a:r>
              <a:rPr sz="2000" dirty="0">
                <a:solidFill>
                  <a:srgbClr val="585858"/>
                </a:solidFill>
                <a:latin typeface="Arial"/>
                <a:cs typeface="Arial"/>
              </a:rPr>
              <a:t>or</a:t>
            </a:r>
            <a:r>
              <a:rPr sz="2000" spc="-105" dirty="0">
                <a:solidFill>
                  <a:srgbClr val="585858"/>
                </a:solidFill>
                <a:latin typeface="Arial"/>
                <a:cs typeface="Arial"/>
              </a:rPr>
              <a:t> </a:t>
            </a:r>
            <a:r>
              <a:rPr sz="2000" dirty="0">
                <a:solidFill>
                  <a:srgbClr val="585858"/>
                </a:solidFill>
                <a:latin typeface="Arial"/>
                <a:cs typeface="Arial"/>
              </a:rPr>
              <a:t>generalizations</a:t>
            </a:r>
            <a:endParaRPr sz="2000" dirty="0">
              <a:latin typeface="Arial"/>
              <a:cs typeface="Arial"/>
            </a:endParaRPr>
          </a:p>
          <a:p>
            <a:pPr marL="696595" marR="224154" lvl="1" indent="-335280">
              <a:lnSpc>
                <a:spcPct val="100000"/>
              </a:lnSpc>
              <a:spcBef>
                <a:spcPts val="595"/>
              </a:spcBef>
              <a:buClr>
                <a:srgbClr val="205C76"/>
              </a:buClr>
              <a:buSzPct val="109090"/>
              <a:buChar char="•"/>
              <a:tabLst>
                <a:tab pos="696595" algn="l"/>
                <a:tab pos="697230" algn="l"/>
                <a:tab pos="2967355" algn="l"/>
              </a:tabLst>
            </a:pPr>
            <a:r>
              <a:rPr sz="2200" b="1" spc="-5" dirty="0">
                <a:solidFill>
                  <a:srgbClr val="00B0F0"/>
                </a:solidFill>
                <a:latin typeface="Arial"/>
                <a:cs typeface="Arial"/>
              </a:rPr>
              <a:t>Use-case</a:t>
            </a:r>
            <a:r>
              <a:rPr sz="2200" spc="-5" dirty="0">
                <a:solidFill>
                  <a:srgbClr val="585858"/>
                </a:solidFill>
                <a:latin typeface="Arial"/>
                <a:cs typeface="Arial"/>
              </a:rPr>
              <a:t>:	</a:t>
            </a:r>
            <a:r>
              <a:rPr lang="en-US" sz="2200" spc="-5" dirty="0">
                <a:solidFill>
                  <a:srgbClr val="585858"/>
                </a:solidFill>
                <a:latin typeface="Arial"/>
                <a:cs typeface="Arial"/>
              </a:rPr>
              <a:t>     </a:t>
            </a:r>
            <a:r>
              <a:rPr sz="2200" spc="-5" dirty="0">
                <a:solidFill>
                  <a:srgbClr val="585858"/>
                </a:solidFill>
                <a:latin typeface="Arial"/>
                <a:cs typeface="Arial"/>
              </a:rPr>
              <a:t>a major process in the system that  gives a benefit to the</a:t>
            </a:r>
            <a:r>
              <a:rPr sz="2200" spc="35" dirty="0">
                <a:solidFill>
                  <a:srgbClr val="585858"/>
                </a:solidFill>
                <a:latin typeface="Arial"/>
                <a:cs typeface="Arial"/>
              </a:rPr>
              <a:t> </a:t>
            </a:r>
            <a:r>
              <a:rPr sz="2200" spc="-5" dirty="0">
                <a:solidFill>
                  <a:srgbClr val="585858"/>
                </a:solidFill>
                <a:latin typeface="Arial"/>
                <a:cs typeface="Arial"/>
              </a:rPr>
              <a:t>users</a:t>
            </a:r>
            <a:endParaRPr sz="2200" dirty="0">
              <a:latin typeface="Arial"/>
              <a:cs typeface="Arial"/>
            </a:endParaRPr>
          </a:p>
          <a:p>
            <a:pPr marL="696595" marR="5080" lvl="1" indent="-335280">
              <a:lnSpc>
                <a:spcPct val="100000"/>
              </a:lnSpc>
              <a:spcBef>
                <a:spcPts val="600"/>
              </a:spcBef>
              <a:buClr>
                <a:srgbClr val="205C76"/>
              </a:buClr>
              <a:buSzPct val="109090"/>
              <a:buChar char="•"/>
              <a:tabLst>
                <a:tab pos="696595" algn="l"/>
                <a:tab pos="697230" algn="l"/>
              </a:tabLst>
            </a:pPr>
            <a:r>
              <a:rPr sz="2200" b="1" spc="-5" dirty="0">
                <a:solidFill>
                  <a:srgbClr val="00B0F0"/>
                </a:solidFill>
                <a:latin typeface="Arial"/>
                <a:cs typeface="Arial"/>
              </a:rPr>
              <a:t>Subject boundary</a:t>
            </a:r>
            <a:r>
              <a:rPr sz="2200" spc="-5" dirty="0">
                <a:solidFill>
                  <a:srgbClr val="585858"/>
                </a:solidFill>
                <a:latin typeface="Arial"/>
                <a:cs typeface="Arial"/>
              </a:rPr>
              <a:t>: a named box that depicts the scope  of the</a:t>
            </a:r>
            <a:r>
              <a:rPr sz="2200" dirty="0">
                <a:solidFill>
                  <a:srgbClr val="585858"/>
                </a:solidFill>
                <a:latin typeface="Arial"/>
                <a:cs typeface="Arial"/>
              </a:rPr>
              <a:t> </a:t>
            </a:r>
            <a:r>
              <a:rPr sz="2200" spc="-5" dirty="0">
                <a:solidFill>
                  <a:srgbClr val="585858"/>
                </a:solidFill>
                <a:latin typeface="Arial"/>
                <a:cs typeface="Arial"/>
              </a:rPr>
              <a:t>system</a:t>
            </a:r>
            <a:endParaRPr sz="2200" dirty="0">
              <a:latin typeface="Arial"/>
              <a:cs typeface="Arial"/>
            </a:endParaRPr>
          </a:p>
        </p:txBody>
      </p:sp>
      <p:sp>
        <p:nvSpPr>
          <p:cNvPr id="4" name="object 4"/>
          <p:cNvSpPr/>
          <p:nvPr/>
        </p:nvSpPr>
        <p:spPr>
          <a:xfrm>
            <a:off x="3581400" y="2509209"/>
            <a:ext cx="405384" cy="530351"/>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696200" y="2209800"/>
            <a:ext cx="1371600" cy="696468"/>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048000" y="3695700"/>
            <a:ext cx="1447800" cy="41910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648200" y="4832690"/>
            <a:ext cx="1362455" cy="676655"/>
          </a:xfrm>
          <a:prstGeom prst="rect">
            <a:avLst/>
          </a:prstGeom>
          <a:blipFill>
            <a:blip r:embed="rId5" cstate="print"/>
            <a:stretch>
              <a:fillRect/>
            </a:stretch>
          </a:blip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9" name="TextBox 8">
            <a:extLst>
              <a:ext uri="{FF2B5EF4-FFF2-40B4-BE49-F238E27FC236}">
                <a16:creationId xmlns:a16="http://schemas.microsoft.com/office/drawing/2014/main" id="{B4ED4EC1-182A-421A-A2F2-2D8DC67E8575}"/>
              </a:ext>
            </a:extLst>
          </p:cNvPr>
          <p:cNvSpPr txBox="1"/>
          <p:nvPr/>
        </p:nvSpPr>
        <p:spPr>
          <a:xfrm>
            <a:off x="1676400" y="5952948"/>
            <a:ext cx="4951484" cy="369332"/>
          </a:xfrm>
          <a:prstGeom prst="rect">
            <a:avLst/>
          </a:prstGeom>
          <a:noFill/>
        </p:spPr>
        <p:txBody>
          <a:bodyPr wrap="none" rtlCol="0">
            <a:spAutoFit/>
          </a:bodyPr>
          <a:lstStyle/>
          <a:p>
            <a:r>
              <a:rPr lang="en-MY" dirty="0">
                <a:hlinkClick r:id="rId6"/>
              </a:rPr>
              <a:t>https://www.youtube.com/watch?v=4emxjxonNRI </a:t>
            </a:r>
            <a:endParaRPr lang="en-MY" dirty="0"/>
          </a:p>
        </p:txBody>
      </p:sp>
    </p:spTree>
    <p:extLst>
      <p:ext uri="{BB962C8B-B14F-4D97-AF65-F5344CB8AC3E}">
        <p14:creationId xmlns:p14="http://schemas.microsoft.com/office/powerpoint/2010/main" val="856124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448114" y="457200"/>
            <a:ext cx="7848284" cy="980694"/>
          </a:xfrm>
        </p:spPr>
        <p:txBody>
          <a:bodyPr>
            <a:normAutofit/>
          </a:bodyPr>
          <a:lstStyle/>
          <a:p>
            <a:r>
              <a:rPr lang="en-MY" b="1" dirty="0">
                <a:latin typeface="Tw Cen MT" panose="020B0602020104020603" pitchFamily="34" charset="0"/>
              </a:rPr>
              <a:t>Elements Of Use Case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extLst>
              <p:ext uri="{D42A27DB-BD31-4B8C-83A1-F6EECF244321}">
                <p14:modId xmlns:p14="http://schemas.microsoft.com/office/powerpoint/2010/main" val="3924893848"/>
              </p:ext>
            </p:extLst>
          </p:nvPr>
        </p:nvGraphicFramePr>
        <p:xfrm>
          <a:off x="1448115" y="1371601"/>
          <a:ext cx="7848285" cy="5791200"/>
        </p:xfrm>
        <a:graphic>
          <a:graphicData uri="http://schemas.openxmlformats.org/drawingml/2006/table">
            <a:tbl>
              <a:tblPr firstRow="1" bandRow="1">
                <a:tableStyleId>{5C22544A-7EE6-4342-B048-85BDC9FD1C3A}</a:tableStyleId>
              </a:tblPr>
              <a:tblGrid>
                <a:gridCol w="6288300">
                  <a:extLst>
                    <a:ext uri="{9D8B030D-6E8A-4147-A177-3AD203B41FA5}">
                      <a16:colId xmlns:a16="http://schemas.microsoft.com/office/drawing/2014/main" val="3297957586"/>
                    </a:ext>
                  </a:extLst>
                </a:gridCol>
                <a:gridCol w="1559985">
                  <a:extLst>
                    <a:ext uri="{9D8B030D-6E8A-4147-A177-3AD203B41FA5}">
                      <a16:colId xmlns:a16="http://schemas.microsoft.com/office/drawing/2014/main" val="830729237"/>
                    </a:ext>
                  </a:extLst>
                </a:gridCol>
              </a:tblGrid>
              <a:tr h="452203">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2646179">
                <a:tc>
                  <a:txBody>
                    <a:bodyPr/>
                    <a:lstStyle/>
                    <a:p>
                      <a:pPr algn="just">
                        <a:spcBef>
                          <a:spcPts val="300"/>
                        </a:spcBef>
                      </a:pPr>
                      <a:r>
                        <a:rPr lang="en-MY" sz="1800" b="1" dirty="0">
                          <a:solidFill>
                            <a:srgbClr val="0000FF"/>
                          </a:solidFill>
                          <a:latin typeface="Tw Cen MT" panose="020B0602020104020603" pitchFamily="34" charset="0"/>
                          <a:cs typeface="Times New Roman" panose="02020603050405020304" pitchFamily="18" charset="0"/>
                        </a:rPr>
                        <a:t>1. Actor</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Entity who interacts with the system.</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Supposed to be outside of system boundary.</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Depicts by a stick-man figure.</a:t>
                      </a:r>
                    </a:p>
                    <a:p>
                      <a:pPr marL="360000" lvl="1" indent="-288000" algn="just">
                        <a:spcBef>
                          <a:spcPts val="0"/>
                        </a:spcBef>
                        <a:buFont typeface="Courier New" panose="02070309020205020404" pitchFamily="49" charset="0"/>
                        <a:buChar char="o"/>
                      </a:pPr>
                      <a:r>
                        <a:rPr lang="en-MY" sz="1600" i="1" dirty="0">
                          <a:solidFill>
                            <a:srgbClr val="FF0000"/>
                          </a:solidFill>
                          <a:latin typeface="Tw Cen MT" panose="020B0602020104020603" pitchFamily="34" charset="0"/>
                          <a:cs typeface="Times New Roman" panose="02020603050405020304" pitchFamily="18" charset="0"/>
                        </a:rPr>
                        <a:t>Primary actor </a:t>
                      </a:r>
                      <a:r>
                        <a:rPr lang="en-MY" sz="1600" dirty="0">
                          <a:solidFill>
                            <a:schemeClr val="tx1"/>
                          </a:solidFill>
                          <a:latin typeface="Tw Cen MT" panose="020B0602020104020603" pitchFamily="34" charset="0"/>
                          <a:cs typeface="Times New Roman" panose="02020603050405020304" pitchFamily="18" charset="0"/>
                        </a:rPr>
                        <a:t>is the entity that performs initiation task towards the system. </a:t>
                      </a:r>
                    </a:p>
                    <a:p>
                      <a:pPr marL="360000" lvl="1" indent="-288000" algn="just">
                        <a:spcBef>
                          <a:spcPts val="0"/>
                        </a:spcBef>
                        <a:buFont typeface="Courier New" panose="02070309020205020404" pitchFamily="49" charset="0"/>
                        <a:buChar char="o"/>
                      </a:pPr>
                      <a:r>
                        <a:rPr lang="en-MY" sz="1600" i="1" dirty="0">
                          <a:solidFill>
                            <a:srgbClr val="FF0000"/>
                          </a:solidFill>
                          <a:latin typeface="Tw Cen MT" panose="020B0602020104020603" pitchFamily="34" charset="0"/>
                          <a:cs typeface="Times New Roman" panose="02020603050405020304" pitchFamily="18" charset="0"/>
                        </a:rPr>
                        <a:t>Secondary actor </a:t>
                      </a:r>
                      <a:r>
                        <a:rPr lang="en-MY" sz="1600" dirty="0">
                          <a:solidFill>
                            <a:schemeClr val="tx1"/>
                          </a:solidFill>
                          <a:latin typeface="Tw Cen MT" panose="020B0602020104020603" pitchFamily="34" charset="0"/>
                          <a:cs typeface="Times New Roman" panose="02020603050405020304" pitchFamily="18" charset="0"/>
                        </a:rPr>
                        <a:t>is the entity that performs reactionary task towards system. </a:t>
                      </a:r>
                    </a:p>
                    <a:p>
                      <a:pPr marL="360000" marR="0" lvl="1" indent="-288000" algn="just" defTabSz="91440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600" dirty="0">
                          <a:solidFill>
                            <a:schemeClr val="tx1"/>
                          </a:solidFill>
                          <a:latin typeface="Tw Cen MT" panose="020B0602020104020603" pitchFamily="34" charset="0"/>
                          <a:cs typeface="Times New Roman" panose="02020603050405020304" pitchFamily="18" charset="0"/>
                        </a:rPr>
                        <a:t>Normally, primary actor (left side) and secondary actor (right side) are in contrary positioned.</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r h="1346409">
                <a:tc>
                  <a:txBody>
                    <a:bodyPr/>
                    <a:lstStyle/>
                    <a:p>
                      <a:pPr algn="just">
                        <a:spcBef>
                          <a:spcPts val="300"/>
                        </a:spcBef>
                      </a:pPr>
                      <a:r>
                        <a:rPr lang="en-MY" sz="1800" b="1" dirty="0">
                          <a:solidFill>
                            <a:srgbClr val="0000FF"/>
                          </a:solidFill>
                          <a:latin typeface="Tw Cen MT" panose="020B0602020104020603" pitchFamily="34" charset="0"/>
                          <a:cs typeface="Times New Roman" panose="02020603050405020304" pitchFamily="18" charset="0"/>
                        </a:rPr>
                        <a:t>2. Use case</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The functionality or services provide by the system.</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All use cases should be within system boundary and named with verb.</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Depicts by an oval shape.</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52105"/>
                  </a:ext>
                </a:extLst>
              </a:tr>
              <a:tr h="1346409">
                <a:tc>
                  <a:txBody>
                    <a:bodyPr/>
                    <a:lstStyle/>
                    <a:p>
                      <a:pPr algn="just">
                        <a:spcBef>
                          <a:spcPts val="300"/>
                        </a:spcBef>
                      </a:pPr>
                      <a:r>
                        <a:rPr lang="en-MY" sz="1800" b="1" dirty="0">
                          <a:solidFill>
                            <a:srgbClr val="0000FF"/>
                          </a:solidFill>
                          <a:latin typeface="Tw Cen MT" panose="020B0602020104020603" pitchFamily="34" charset="0"/>
                          <a:cs typeface="Times New Roman" panose="02020603050405020304" pitchFamily="18" charset="0"/>
                        </a:rPr>
                        <a:t>3. System boundary</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A simple rectangular shape that represents the developed system or a website or an app.</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Labelled with system’s name on the top of system’s boundary.</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6398323"/>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endParaRPr lang="en-MY" dirty="0">
              <a:latin typeface="Tw Cen MT" panose="020B0602020104020603" pitchFamily="34" charset="0"/>
            </a:endParaRPr>
          </a:p>
        </p:txBody>
      </p:sp>
      <p:pic>
        <p:nvPicPr>
          <p:cNvPr id="3" name="Picture 2">
            <a:extLst>
              <a:ext uri="{FF2B5EF4-FFF2-40B4-BE49-F238E27FC236}">
                <a16:creationId xmlns:a16="http://schemas.microsoft.com/office/drawing/2014/main" id="{8C90B2D7-B661-4B6C-A5CE-5D1474AC475B}"/>
              </a:ext>
            </a:extLst>
          </p:cNvPr>
          <p:cNvPicPr>
            <a:picLocks noChangeAspect="1"/>
          </p:cNvPicPr>
          <p:nvPr/>
        </p:nvPicPr>
        <p:blipFill>
          <a:blip r:embed="rId3"/>
          <a:stretch>
            <a:fillRect/>
          </a:stretch>
        </p:blipFill>
        <p:spPr>
          <a:xfrm>
            <a:off x="8261937" y="2438400"/>
            <a:ext cx="515316" cy="1204103"/>
          </a:xfrm>
          <a:prstGeom prst="rect">
            <a:avLst/>
          </a:prstGeom>
        </p:spPr>
      </p:pic>
      <p:pic>
        <p:nvPicPr>
          <p:cNvPr id="6" name="Picture 5">
            <a:extLst>
              <a:ext uri="{FF2B5EF4-FFF2-40B4-BE49-F238E27FC236}">
                <a16:creationId xmlns:a16="http://schemas.microsoft.com/office/drawing/2014/main" id="{6D9F4B71-F528-4D74-A8B2-85A47E635763}"/>
              </a:ext>
            </a:extLst>
          </p:cNvPr>
          <p:cNvPicPr>
            <a:picLocks noChangeAspect="1"/>
          </p:cNvPicPr>
          <p:nvPr/>
        </p:nvPicPr>
        <p:blipFill>
          <a:blip r:embed="rId4"/>
          <a:stretch>
            <a:fillRect/>
          </a:stretch>
        </p:blipFill>
        <p:spPr>
          <a:xfrm>
            <a:off x="7880820" y="4800600"/>
            <a:ext cx="1277549" cy="685800"/>
          </a:xfrm>
          <a:prstGeom prst="rect">
            <a:avLst/>
          </a:prstGeom>
        </p:spPr>
      </p:pic>
      <p:pic>
        <p:nvPicPr>
          <p:cNvPr id="10" name="Picture 9">
            <a:extLst>
              <a:ext uri="{FF2B5EF4-FFF2-40B4-BE49-F238E27FC236}">
                <a16:creationId xmlns:a16="http://schemas.microsoft.com/office/drawing/2014/main" id="{93EAA660-8DA0-40D2-9F8D-A8CB47A4A7E7}"/>
              </a:ext>
            </a:extLst>
          </p:cNvPr>
          <p:cNvPicPr>
            <a:picLocks noChangeAspect="1"/>
          </p:cNvPicPr>
          <p:nvPr/>
        </p:nvPicPr>
        <p:blipFill>
          <a:blip r:embed="rId5"/>
          <a:stretch>
            <a:fillRect/>
          </a:stretch>
        </p:blipFill>
        <p:spPr>
          <a:xfrm>
            <a:off x="8106373" y="6028286"/>
            <a:ext cx="826444" cy="881589"/>
          </a:xfrm>
          <a:prstGeom prst="rect">
            <a:avLst/>
          </a:prstGeom>
        </p:spPr>
      </p:pic>
    </p:spTree>
    <p:extLst>
      <p:ext uri="{BB962C8B-B14F-4D97-AF65-F5344CB8AC3E}">
        <p14:creationId xmlns:p14="http://schemas.microsoft.com/office/powerpoint/2010/main" val="4236999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extLst>
              <p:ext uri="{D42A27DB-BD31-4B8C-83A1-F6EECF244321}">
                <p14:modId xmlns:p14="http://schemas.microsoft.com/office/powerpoint/2010/main" val="1701889757"/>
              </p:ext>
            </p:extLst>
          </p:nvPr>
        </p:nvGraphicFramePr>
        <p:xfrm>
          <a:off x="1215884" y="1437894"/>
          <a:ext cx="8232916" cy="5499928"/>
        </p:xfrm>
        <a:graphic>
          <a:graphicData uri="http://schemas.openxmlformats.org/drawingml/2006/table">
            <a:tbl>
              <a:tblPr firstRow="1" bandRow="1">
                <a:tableStyleId>{5C22544A-7EE6-4342-B048-85BDC9FD1C3A}</a:tableStyleId>
              </a:tblPr>
              <a:tblGrid>
                <a:gridCol w="6184351">
                  <a:extLst>
                    <a:ext uri="{9D8B030D-6E8A-4147-A177-3AD203B41FA5}">
                      <a16:colId xmlns:a16="http://schemas.microsoft.com/office/drawing/2014/main" val="3297957586"/>
                    </a:ext>
                  </a:extLst>
                </a:gridCol>
                <a:gridCol w="2048565">
                  <a:extLst>
                    <a:ext uri="{9D8B030D-6E8A-4147-A177-3AD203B41FA5}">
                      <a16:colId xmlns:a16="http://schemas.microsoft.com/office/drawing/2014/main" val="830729237"/>
                    </a:ext>
                  </a:extLst>
                </a:gridCol>
              </a:tblGrid>
              <a:tr h="377033">
                <a:tc>
                  <a:txBody>
                    <a:bodyPr/>
                    <a:lstStyle/>
                    <a:p>
                      <a:pPr algn="ctr"/>
                      <a:r>
                        <a:rPr lang="en-MY" sz="13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3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1152525">
                <a:tc>
                  <a:txBody>
                    <a:bodyPr/>
                    <a:lstStyle/>
                    <a:p>
                      <a:pPr algn="just">
                        <a:spcBef>
                          <a:spcPts val="0"/>
                        </a:spcBef>
                        <a:spcAft>
                          <a:spcPts val="0"/>
                        </a:spcAft>
                      </a:pPr>
                      <a:r>
                        <a:rPr lang="en-MY" sz="1600" b="1" dirty="0">
                          <a:solidFill>
                            <a:srgbClr val="0000FF"/>
                          </a:solidFill>
                          <a:latin typeface="Tw Cen MT" panose="020B0602020104020603" pitchFamily="34" charset="0"/>
                          <a:cs typeface="Times New Roman" panose="02020603050405020304" pitchFamily="18" charset="0"/>
                        </a:rPr>
                        <a:t>4. Association relationship</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A solid line links between the actor and the use case.</a:t>
                      </a:r>
                    </a:p>
                    <a:p>
                      <a:pPr marL="360000" lvl="1" indent="-288000" algn="just">
                        <a:spcBef>
                          <a:spcPts val="0"/>
                        </a:spcBef>
                        <a:spcAft>
                          <a:spcPts val="0"/>
                        </a:spcAft>
                        <a:buFont typeface="Courier New" panose="02070309020205020404" pitchFamily="49" charset="0"/>
                        <a:buChar char="o"/>
                      </a:pPr>
                      <a:r>
                        <a:rPr lang="en-MY" sz="1600" i="0" dirty="0">
                          <a:solidFill>
                            <a:schemeClr val="tx1"/>
                          </a:solidFill>
                          <a:latin typeface="Tw Cen MT" panose="020B0602020104020603" pitchFamily="34" charset="0"/>
                          <a:cs typeface="Times New Roman" panose="02020603050405020304" pitchFamily="18" charset="0"/>
                        </a:rPr>
                        <a:t>An actor must be associated with at least one use case</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600" i="0" dirty="0">
                          <a:solidFill>
                            <a:schemeClr val="tx1"/>
                          </a:solidFill>
                          <a:latin typeface="Tw Cen MT" panose="020B0602020104020603" pitchFamily="34" charset="0"/>
                          <a:cs typeface="Times New Roman" panose="02020603050405020304" pitchFamily="18" charset="0"/>
                        </a:rPr>
                        <a:t>Multiple actors can be associated with a single use case.</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3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r h="1091234">
                <a:tc>
                  <a:txBody>
                    <a:bodyPr/>
                    <a:lstStyle/>
                    <a:p>
                      <a:pPr algn="just">
                        <a:spcBef>
                          <a:spcPts val="0"/>
                        </a:spcBef>
                        <a:spcAft>
                          <a:spcPts val="0"/>
                        </a:spcAft>
                      </a:pPr>
                      <a:r>
                        <a:rPr lang="en-MY" sz="1600" b="1" dirty="0">
                          <a:solidFill>
                            <a:srgbClr val="0000FF"/>
                          </a:solidFill>
                          <a:latin typeface="Tw Cen MT" panose="020B0602020104020603" pitchFamily="34" charset="0"/>
                          <a:cs typeface="Times New Roman" panose="02020603050405020304" pitchFamily="18" charset="0"/>
                        </a:rPr>
                        <a:t>4. Generalization relationship</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The solid line with an arrow pointing from the child to the parent.</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One element “is based on” the other element.</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Child “is based on” on the parent.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3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082686"/>
                  </a:ext>
                </a:extLst>
              </a:tr>
              <a:tr h="1340658">
                <a:tc>
                  <a:txBody>
                    <a:bodyPr/>
                    <a:lstStyle/>
                    <a:p>
                      <a:pPr algn="just">
                        <a:spcBef>
                          <a:spcPts val="0"/>
                        </a:spcBef>
                        <a:spcAft>
                          <a:spcPts val="0"/>
                        </a:spcAft>
                      </a:pPr>
                      <a:r>
                        <a:rPr lang="en-MY" sz="1600" b="1" dirty="0">
                          <a:solidFill>
                            <a:srgbClr val="0000FF"/>
                          </a:solidFill>
                          <a:latin typeface="Tw Cen MT" panose="020B0602020104020603" pitchFamily="34" charset="0"/>
                          <a:cs typeface="Times New Roman" panose="02020603050405020304" pitchFamily="18" charset="0"/>
                        </a:rPr>
                        <a:t>4. Include relationship</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Dashed line with include text written between double pairs of pointy brackets  and an arrow pointing from base to the included case.</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Base use case is incomplete by itself and the include case is required, hence it is a mandatory </a:t>
                      </a:r>
                      <a:r>
                        <a:rPr lang="en-MY" sz="1600" dirty="0" err="1">
                          <a:solidFill>
                            <a:schemeClr val="tx1"/>
                          </a:solidFill>
                          <a:latin typeface="Tw Cen MT" panose="020B0602020104020603" pitchFamily="34" charset="0"/>
                          <a:cs typeface="Times New Roman" panose="02020603050405020304" pitchFamily="18" charset="0"/>
                        </a:rPr>
                        <a:t>behavior</a:t>
                      </a:r>
                      <a:r>
                        <a:rPr lang="en-MY" sz="1600" dirty="0">
                          <a:solidFill>
                            <a:schemeClr val="tx1"/>
                          </a:solidFill>
                          <a:latin typeface="Tw Cen MT" panose="020B0602020104020603" pitchFamily="34" charset="0"/>
                          <a:cs typeface="Times New Roman" panose="02020603050405020304" pitchFamily="18" charset="0"/>
                        </a:rPr>
                        <a:t>. </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3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52105"/>
                  </a:ext>
                </a:extLst>
              </a:tr>
              <a:tr h="1382455">
                <a:tc>
                  <a:txBody>
                    <a:bodyPr/>
                    <a:lstStyle/>
                    <a:p>
                      <a:pPr algn="just">
                        <a:spcBef>
                          <a:spcPts val="0"/>
                        </a:spcBef>
                        <a:spcAft>
                          <a:spcPts val="0"/>
                        </a:spcAft>
                      </a:pPr>
                      <a:r>
                        <a:rPr lang="en-MY" sz="1600" b="1" dirty="0">
                          <a:solidFill>
                            <a:srgbClr val="0000FF"/>
                          </a:solidFill>
                          <a:latin typeface="Tw Cen MT" panose="020B0602020104020603" pitchFamily="34" charset="0"/>
                          <a:cs typeface="Times New Roman" panose="02020603050405020304" pitchFamily="18" charset="0"/>
                        </a:rPr>
                        <a:t>4. Extend relationship</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Dashed line with extend text written between double pairs of pointy brackets and an arrow pointing from extending case to the base case.</a:t>
                      </a:r>
                    </a:p>
                    <a:p>
                      <a:pPr marL="360000" lvl="1" indent="-288000" algn="just">
                        <a:spcBef>
                          <a:spcPts val="0"/>
                        </a:spcBef>
                        <a:spcAft>
                          <a:spcPts val="0"/>
                        </a:spcAft>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Base use case is complete by itself and the extending case is optional, hence it is an optional </a:t>
                      </a:r>
                      <a:r>
                        <a:rPr lang="en-MY" sz="1600" dirty="0" err="1">
                          <a:solidFill>
                            <a:schemeClr val="tx1"/>
                          </a:solidFill>
                          <a:latin typeface="Tw Cen MT" panose="020B0602020104020603" pitchFamily="34" charset="0"/>
                          <a:cs typeface="Times New Roman" panose="02020603050405020304" pitchFamily="18" charset="0"/>
                        </a:rPr>
                        <a:t>behavior</a:t>
                      </a:r>
                      <a:r>
                        <a:rPr lang="en-MY" sz="1600" dirty="0">
                          <a:solidFill>
                            <a:schemeClr val="tx1"/>
                          </a:solidFill>
                          <a:latin typeface="Tw Cen MT" panose="020B0602020104020603" pitchFamily="34" charset="0"/>
                          <a:cs typeface="Times New Roman" panose="02020603050405020304" pitchFamily="18" charset="0"/>
                        </a:rPr>
                        <a: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3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6398323"/>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endParaRPr lang="en-MY" dirty="0">
              <a:latin typeface="Tw Cen MT" panose="020B0602020104020603" pitchFamily="34" charset="0"/>
            </a:endParaRPr>
          </a:p>
        </p:txBody>
      </p:sp>
      <p:pic>
        <p:nvPicPr>
          <p:cNvPr id="7" name="Picture 6">
            <a:extLst>
              <a:ext uri="{FF2B5EF4-FFF2-40B4-BE49-F238E27FC236}">
                <a16:creationId xmlns:a16="http://schemas.microsoft.com/office/drawing/2014/main" id="{BFB6BADD-039C-48AE-93F9-FC7A3738D653}"/>
              </a:ext>
            </a:extLst>
          </p:cNvPr>
          <p:cNvPicPr>
            <a:picLocks noChangeAspect="1"/>
          </p:cNvPicPr>
          <p:nvPr/>
        </p:nvPicPr>
        <p:blipFill>
          <a:blip r:embed="rId3"/>
          <a:stretch>
            <a:fillRect/>
          </a:stretch>
        </p:blipFill>
        <p:spPr>
          <a:xfrm>
            <a:off x="7560954" y="4461022"/>
            <a:ext cx="1735444" cy="424339"/>
          </a:xfrm>
          <a:prstGeom prst="rect">
            <a:avLst/>
          </a:prstGeom>
        </p:spPr>
      </p:pic>
      <p:pic>
        <p:nvPicPr>
          <p:cNvPr id="8" name="Picture 7">
            <a:extLst>
              <a:ext uri="{FF2B5EF4-FFF2-40B4-BE49-F238E27FC236}">
                <a16:creationId xmlns:a16="http://schemas.microsoft.com/office/drawing/2014/main" id="{15747306-78EC-4A8E-BB3F-D7ACCD3D7B2E}"/>
              </a:ext>
            </a:extLst>
          </p:cNvPr>
          <p:cNvPicPr>
            <a:picLocks noChangeAspect="1"/>
          </p:cNvPicPr>
          <p:nvPr/>
        </p:nvPicPr>
        <p:blipFill>
          <a:blip r:embed="rId4"/>
          <a:stretch>
            <a:fillRect/>
          </a:stretch>
        </p:blipFill>
        <p:spPr>
          <a:xfrm>
            <a:off x="7579403" y="5831564"/>
            <a:ext cx="1735443" cy="424339"/>
          </a:xfrm>
          <a:prstGeom prst="rect">
            <a:avLst/>
          </a:prstGeom>
        </p:spPr>
      </p:pic>
      <p:pic>
        <p:nvPicPr>
          <p:cNvPr id="9" name="Picture 8">
            <a:extLst>
              <a:ext uri="{FF2B5EF4-FFF2-40B4-BE49-F238E27FC236}">
                <a16:creationId xmlns:a16="http://schemas.microsoft.com/office/drawing/2014/main" id="{FE123A93-016A-4D3C-9249-E679BD7262CB}"/>
              </a:ext>
            </a:extLst>
          </p:cNvPr>
          <p:cNvPicPr>
            <a:picLocks noChangeAspect="1"/>
          </p:cNvPicPr>
          <p:nvPr/>
        </p:nvPicPr>
        <p:blipFill>
          <a:blip r:embed="rId5"/>
          <a:stretch>
            <a:fillRect/>
          </a:stretch>
        </p:blipFill>
        <p:spPr>
          <a:xfrm>
            <a:off x="7560956" y="2054899"/>
            <a:ext cx="1735442" cy="613674"/>
          </a:xfrm>
          <a:prstGeom prst="rect">
            <a:avLst/>
          </a:prstGeom>
        </p:spPr>
      </p:pic>
      <p:pic>
        <p:nvPicPr>
          <p:cNvPr id="10" name="Picture 9">
            <a:extLst>
              <a:ext uri="{FF2B5EF4-FFF2-40B4-BE49-F238E27FC236}">
                <a16:creationId xmlns:a16="http://schemas.microsoft.com/office/drawing/2014/main" id="{9FA0B7B4-A228-4FED-9D68-1A88DCE753CD}"/>
              </a:ext>
            </a:extLst>
          </p:cNvPr>
          <p:cNvPicPr>
            <a:picLocks noChangeAspect="1"/>
          </p:cNvPicPr>
          <p:nvPr/>
        </p:nvPicPr>
        <p:blipFill>
          <a:blip r:embed="rId6"/>
          <a:stretch>
            <a:fillRect/>
          </a:stretch>
        </p:blipFill>
        <p:spPr>
          <a:xfrm>
            <a:off x="8178472" y="3127150"/>
            <a:ext cx="500410" cy="759050"/>
          </a:xfrm>
          <a:prstGeom prst="rect">
            <a:avLst/>
          </a:prstGeom>
        </p:spPr>
      </p:pic>
      <p:sp>
        <p:nvSpPr>
          <p:cNvPr id="11" name="Title 1">
            <a:extLst>
              <a:ext uri="{FF2B5EF4-FFF2-40B4-BE49-F238E27FC236}">
                <a16:creationId xmlns:a16="http://schemas.microsoft.com/office/drawing/2014/main" id="{6D5D9F15-38C4-4930-9FBE-857082D5D832}"/>
              </a:ext>
            </a:extLst>
          </p:cNvPr>
          <p:cNvSpPr txBox="1">
            <a:spLocks/>
          </p:cNvSpPr>
          <p:nvPr/>
        </p:nvSpPr>
        <p:spPr>
          <a:xfrm>
            <a:off x="1448114" y="457200"/>
            <a:ext cx="7848284" cy="980694"/>
          </a:xfrm>
          <a:prstGeom prst="rect">
            <a:avLst/>
          </a:prstGeom>
        </p:spPr>
        <p:txBody>
          <a:bodyPr wrap="square" lIns="0" tIns="0" rIns="0" bIns="0">
            <a:normAutofit fontScale="97500"/>
          </a:bodyPr>
          <a:lstStyle>
            <a:lvl1pPr>
              <a:defRPr sz="4600" b="0" i="0">
                <a:solidFill>
                  <a:srgbClr val="2B7B9F"/>
                </a:solidFill>
                <a:latin typeface="Arial"/>
                <a:ea typeface="+mj-ea"/>
                <a:cs typeface="Arial"/>
              </a:defRPr>
            </a:lvl1pPr>
          </a:lstStyle>
          <a:p>
            <a:r>
              <a:rPr lang="en-MY" b="1" kern="0" dirty="0">
                <a:latin typeface="Tw Cen MT" panose="020B0602020104020603" pitchFamily="34" charset="0"/>
              </a:rPr>
              <a:t>Elements Of Use Case Diagram</a:t>
            </a:r>
          </a:p>
        </p:txBody>
      </p:sp>
    </p:spTree>
    <p:extLst>
      <p:ext uri="{BB962C8B-B14F-4D97-AF65-F5344CB8AC3E}">
        <p14:creationId xmlns:p14="http://schemas.microsoft.com/office/powerpoint/2010/main" val="1863043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7352B55-B98C-AF72-D8C5-B31A18293EAE}"/>
              </a:ext>
            </a:extLst>
          </p:cNvPr>
          <p:cNvSpPr>
            <a:spLocks noGrp="1" noChangeArrowheads="1"/>
          </p:cNvSpPr>
          <p:nvPr>
            <p:ph type="title"/>
          </p:nvPr>
        </p:nvSpPr>
        <p:spPr>
          <a:xfrm>
            <a:off x="1182115" y="426211"/>
            <a:ext cx="7694168" cy="738664"/>
          </a:xfrm>
        </p:spPr>
        <p:txBody>
          <a:bodyPr/>
          <a:lstStyle/>
          <a:p>
            <a:r>
              <a:rPr lang="en-US" altLang="en-US" sz="4800" b="1" dirty="0"/>
              <a:t>What is an Actor?</a:t>
            </a:r>
          </a:p>
        </p:txBody>
      </p:sp>
      <p:sp>
        <p:nvSpPr>
          <p:cNvPr id="4099" name="Rectangle 3">
            <a:extLst>
              <a:ext uri="{FF2B5EF4-FFF2-40B4-BE49-F238E27FC236}">
                <a16:creationId xmlns:a16="http://schemas.microsoft.com/office/drawing/2014/main" id="{48306705-B6AE-7503-3B75-9F4B598D215D}"/>
              </a:ext>
            </a:extLst>
          </p:cNvPr>
          <p:cNvSpPr>
            <a:spLocks noGrp="1" noChangeArrowheads="1"/>
          </p:cNvSpPr>
          <p:nvPr>
            <p:ph type="body" idx="1"/>
          </p:nvPr>
        </p:nvSpPr>
        <p:spPr>
          <a:xfrm>
            <a:off x="1088959" y="1752600"/>
            <a:ext cx="8550341" cy="4739759"/>
          </a:xfrm>
        </p:spPr>
        <p:txBody>
          <a:bodyPr/>
          <a:lstStyle/>
          <a:p>
            <a:pPr marL="571500" indent="-571500">
              <a:buFont typeface="Arial" panose="020B0604020202020204" pitchFamily="34" charset="0"/>
              <a:buChar char="•"/>
            </a:pPr>
            <a:r>
              <a:rPr lang="en-GB" altLang="en-US" sz="2800" dirty="0"/>
              <a:t>An Actor is outside or external to the system. </a:t>
            </a:r>
          </a:p>
          <a:p>
            <a:pPr marL="571500" indent="-571500">
              <a:buFont typeface="Arial" panose="020B0604020202020204" pitchFamily="34" charset="0"/>
              <a:buChar char="•"/>
            </a:pPr>
            <a:r>
              <a:rPr lang="en-GB" altLang="en-US" sz="2800" dirty="0"/>
              <a:t>It can be a:</a:t>
            </a:r>
          </a:p>
          <a:p>
            <a:pPr lvl="1"/>
            <a:r>
              <a:rPr lang="en-GB" altLang="en-US" sz="2800" dirty="0"/>
              <a:t>- Human</a:t>
            </a:r>
          </a:p>
          <a:p>
            <a:pPr lvl="1"/>
            <a:r>
              <a:rPr lang="en-GB" altLang="en-US" sz="2800" dirty="0"/>
              <a:t>- Peripheral device (hardware)</a:t>
            </a:r>
          </a:p>
          <a:p>
            <a:pPr lvl="1"/>
            <a:r>
              <a:rPr lang="en-GB" altLang="en-US" sz="2800" dirty="0"/>
              <a:t>- External system or subsystem</a:t>
            </a:r>
          </a:p>
          <a:p>
            <a:pPr lvl="1"/>
            <a:r>
              <a:rPr lang="en-GB" altLang="en-US" sz="2800" dirty="0"/>
              <a:t>- Time or time-based event</a:t>
            </a:r>
          </a:p>
          <a:p>
            <a:pPr marL="571500" indent="-571500">
              <a:buFont typeface="Arial" panose="020B0604020202020204" pitchFamily="34" charset="0"/>
              <a:buChar char="•"/>
            </a:pPr>
            <a:r>
              <a:rPr lang="en-GB" altLang="en-US" sz="2800" dirty="0"/>
              <a:t>Represented by stick figure.</a:t>
            </a:r>
          </a:p>
          <a:p>
            <a:pPr lvl="1"/>
            <a:endParaRPr lang="en-US" altLang="en-US" sz="2800" dirty="0"/>
          </a:p>
          <a:p>
            <a:r>
              <a:rPr lang="en-US" altLang="en-US" sz="2800" dirty="0"/>
              <a:t>Use Cases describe scenarios that describe the interaction between users of the system (the actor) and the system itself.</a:t>
            </a:r>
          </a:p>
        </p:txBody>
      </p:sp>
      <p:grpSp>
        <p:nvGrpSpPr>
          <p:cNvPr id="2" name="Group 9">
            <a:extLst>
              <a:ext uri="{FF2B5EF4-FFF2-40B4-BE49-F238E27FC236}">
                <a16:creationId xmlns:a16="http://schemas.microsoft.com/office/drawing/2014/main" id="{A522B768-7C4A-86B9-999B-5D9FA99E18D3}"/>
              </a:ext>
            </a:extLst>
          </p:cNvPr>
          <p:cNvGrpSpPr>
            <a:grpSpLocks/>
          </p:cNvGrpSpPr>
          <p:nvPr/>
        </p:nvGrpSpPr>
        <p:grpSpPr bwMode="auto">
          <a:xfrm>
            <a:off x="7086600" y="3312706"/>
            <a:ext cx="617571" cy="1146987"/>
            <a:chOff x="4254" y="2630"/>
            <a:chExt cx="528" cy="1219"/>
          </a:xfrm>
        </p:grpSpPr>
        <p:sp>
          <p:nvSpPr>
            <p:cNvPr id="3" name="Line 4">
              <a:extLst>
                <a:ext uri="{FF2B5EF4-FFF2-40B4-BE49-F238E27FC236}">
                  <a16:creationId xmlns:a16="http://schemas.microsoft.com/office/drawing/2014/main" id="{C595812D-3E96-1238-6105-56AADF8B08BF}"/>
                </a:ext>
              </a:extLst>
            </p:cNvPr>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988"/>
            </a:p>
          </p:txBody>
        </p:sp>
        <p:sp>
          <p:nvSpPr>
            <p:cNvPr id="4" name="Oval 5">
              <a:extLst>
                <a:ext uri="{FF2B5EF4-FFF2-40B4-BE49-F238E27FC236}">
                  <a16:creationId xmlns:a16="http://schemas.microsoft.com/office/drawing/2014/main" id="{248B36F7-9FED-3A22-B742-1D242618D854}"/>
                </a:ext>
              </a:extLst>
            </p:cNvPr>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sz="2651"/>
            </a:p>
          </p:txBody>
        </p:sp>
        <p:sp>
          <p:nvSpPr>
            <p:cNvPr id="5" name="Line 6">
              <a:extLst>
                <a:ext uri="{FF2B5EF4-FFF2-40B4-BE49-F238E27FC236}">
                  <a16:creationId xmlns:a16="http://schemas.microsoft.com/office/drawing/2014/main" id="{D8D491FA-F11D-C556-A8BC-05B6FCB18A30}"/>
                </a:ext>
              </a:extLst>
            </p:cNvPr>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988"/>
            </a:p>
          </p:txBody>
        </p:sp>
        <p:sp>
          <p:nvSpPr>
            <p:cNvPr id="6" name="Line 7">
              <a:extLst>
                <a:ext uri="{FF2B5EF4-FFF2-40B4-BE49-F238E27FC236}">
                  <a16:creationId xmlns:a16="http://schemas.microsoft.com/office/drawing/2014/main" id="{C4A5A59A-43A7-0B77-BC4F-C0FB10D61B7E}"/>
                </a:ext>
              </a:extLst>
            </p:cNvPr>
            <p:cNvSpPr>
              <a:spLocks noChangeShapeType="1"/>
            </p:cNvSpPr>
            <p:nvPr/>
          </p:nvSpPr>
          <p:spPr bwMode="auto">
            <a:xfrm flipH="1">
              <a:off x="4254" y="3634"/>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988"/>
            </a:p>
          </p:txBody>
        </p:sp>
        <p:sp>
          <p:nvSpPr>
            <p:cNvPr id="7" name="Line 8">
              <a:extLst>
                <a:ext uri="{FF2B5EF4-FFF2-40B4-BE49-F238E27FC236}">
                  <a16:creationId xmlns:a16="http://schemas.microsoft.com/office/drawing/2014/main" id="{C5C1394B-1AE9-CEDC-A0D8-C5E68FAA9D38}"/>
                </a:ext>
              </a:extLst>
            </p:cNvPr>
            <p:cNvSpPr>
              <a:spLocks noChangeShapeType="1"/>
            </p:cNvSpPr>
            <p:nvPr/>
          </p:nvSpPr>
          <p:spPr bwMode="auto">
            <a:xfrm>
              <a:off x="4493" y="363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988"/>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4F10BE3-C1F7-AE02-5472-EDDA65B25FF9}"/>
              </a:ext>
            </a:extLst>
          </p:cNvPr>
          <p:cNvSpPr>
            <a:spLocks noGrp="1" noChangeArrowheads="1"/>
          </p:cNvSpPr>
          <p:nvPr>
            <p:ph type="title"/>
          </p:nvPr>
        </p:nvSpPr>
        <p:spPr>
          <a:xfrm>
            <a:off x="503272" y="280888"/>
            <a:ext cx="9051859" cy="577979"/>
          </a:xfrm>
        </p:spPr>
        <p:txBody>
          <a:bodyPr/>
          <a:lstStyle/>
          <a:p>
            <a:r>
              <a:rPr lang="en-GB" altLang="en-US" sz="3756" b="1" dirty="0"/>
              <a:t>Questions for Identifying </a:t>
            </a:r>
            <a:r>
              <a:rPr lang="en-GB" altLang="en-US" sz="3756" b="1" u="sng" dirty="0"/>
              <a:t>People</a:t>
            </a:r>
            <a:r>
              <a:rPr lang="en-GB" altLang="en-US" sz="3756" b="1" dirty="0"/>
              <a:t> Actors</a:t>
            </a:r>
          </a:p>
        </p:txBody>
      </p:sp>
      <p:sp>
        <p:nvSpPr>
          <p:cNvPr id="9219" name="Rectangle 3">
            <a:extLst>
              <a:ext uri="{FF2B5EF4-FFF2-40B4-BE49-F238E27FC236}">
                <a16:creationId xmlns:a16="http://schemas.microsoft.com/office/drawing/2014/main" id="{3AD6AE58-44A2-147D-75BF-952F0F18846A}"/>
              </a:ext>
            </a:extLst>
          </p:cNvPr>
          <p:cNvSpPr>
            <a:spLocks noGrp="1" noChangeArrowheads="1"/>
          </p:cNvSpPr>
          <p:nvPr>
            <p:ph type="body" idx="1"/>
          </p:nvPr>
        </p:nvSpPr>
        <p:spPr>
          <a:xfrm>
            <a:off x="762000" y="1447800"/>
            <a:ext cx="8382000" cy="4337726"/>
          </a:xfrm>
          <a:noFill/>
        </p:spPr>
        <p:txBody>
          <a:bodyPr/>
          <a:lstStyle/>
          <a:p>
            <a:pPr marL="457200" indent="-457200">
              <a:lnSpc>
                <a:spcPct val="80000"/>
              </a:lnSpc>
              <a:buFont typeface="Arial" panose="020B0604020202020204" pitchFamily="34" charset="0"/>
              <a:buChar char="•"/>
            </a:pPr>
            <a:r>
              <a:rPr lang="en-GB" altLang="en-US" sz="3203" dirty="0"/>
              <a:t>Who is interested in the scenario/system?</a:t>
            </a:r>
          </a:p>
          <a:p>
            <a:pPr marL="457200" indent="-457200">
              <a:lnSpc>
                <a:spcPct val="80000"/>
              </a:lnSpc>
              <a:buFont typeface="Arial" panose="020B0604020202020204" pitchFamily="34" charset="0"/>
              <a:buChar char="•"/>
            </a:pPr>
            <a:r>
              <a:rPr lang="en-GB" altLang="en-US" sz="3203" dirty="0"/>
              <a:t>Where in the organization is the scenario/system be used?</a:t>
            </a:r>
          </a:p>
          <a:p>
            <a:pPr marL="457200" indent="-457200">
              <a:lnSpc>
                <a:spcPct val="80000"/>
              </a:lnSpc>
              <a:buFont typeface="Arial" panose="020B0604020202020204" pitchFamily="34" charset="0"/>
              <a:buChar char="•"/>
            </a:pPr>
            <a:r>
              <a:rPr lang="en-GB" altLang="en-US" sz="3203" dirty="0"/>
              <a:t>Who will benefit from the use of the scenario/system?</a:t>
            </a:r>
          </a:p>
          <a:p>
            <a:pPr marL="457200" indent="-457200">
              <a:lnSpc>
                <a:spcPct val="80000"/>
              </a:lnSpc>
              <a:buFont typeface="Arial" panose="020B0604020202020204" pitchFamily="34" charset="0"/>
              <a:buChar char="•"/>
            </a:pPr>
            <a:r>
              <a:rPr lang="en-GB" altLang="en-US" sz="3203" dirty="0"/>
              <a:t>Who will supply the scenario/system with this information, use this information, and remove this information?</a:t>
            </a:r>
          </a:p>
          <a:p>
            <a:pPr marL="457200" indent="-457200">
              <a:lnSpc>
                <a:spcPct val="80000"/>
              </a:lnSpc>
              <a:buFont typeface="Arial" panose="020B0604020202020204" pitchFamily="34" charset="0"/>
              <a:buChar char="•"/>
            </a:pPr>
            <a:r>
              <a:rPr lang="en-GB" altLang="en-US" sz="3203" dirty="0"/>
              <a:t>Does one person play several different roles?</a:t>
            </a:r>
          </a:p>
          <a:p>
            <a:pPr marL="457200" indent="-457200">
              <a:lnSpc>
                <a:spcPct val="80000"/>
              </a:lnSpc>
              <a:buFont typeface="Arial" panose="020B0604020202020204" pitchFamily="34" charset="0"/>
              <a:buChar char="•"/>
            </a:pPr>
            <a:r>
              <a:rPr lang="en-GB" altLang="en-US" sz="3203" dirty="0"/>
              <a:t>Do several people play the same role?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B9C6B21-EC95-A33A-94C1-31C4E8B41846}"/>
              </a:ext>
            </a:extLst>
          </p:cNvPr>
          <p:cNvSpPr>
            <a:spLocks noGrp="1" noChangeArrowheads="1"/>
          </p:cNvSpPr>
          <p:nvPr>
            <p:ph type="title"/>
          </p:nvPr>
        </p:nvSpPr>
        <p:spPr>
          <a:xfrm>
            <a:off x="503272" y="280888"/>
            <a:ext cx="9051859" cy="577979"/>
          </a:xfrm>
        </p:spPr>
        <p:txBody>
          <a:bodyPr/>
          <a:lstStyle/>
          <a:p>
            <a:r>
              <a:rPr lang="en-GB" altLang="en-US" sz="3756" b="1" dirty="0"/>
              <a:t>Questions for Identifying </a:t>
            </a:r>
            <a:r>
              <a:rPr lang="en-GB" altLang="en-US" sz="3756" b="1" u="sng" dirty="0"/>
              <a:t>Other</a:t>
            </a:r>
            <a:r>
              <a:rPr lang="en-GB" altLang="en-US" sz="3756" b="1" dirty="0"/>
              <a:t> Actors</a:t>
            </a:r>
          </a:p>
        </p:txBody>
      </p:sp>
      <p:sp>
        <p:nvSpPr>
          <p:cNvPr id="10243" name="Rectangle 3">
            <a:extLst>
              <a:ext uri="{FF2B5EF4-FFF2-40B4-BE49-F238E27FC236}">
                <a16:creationId xmlns:a16="http://schemas.microsoft.com/office/drawing/2014/main" id="{C75E993F-DD69-F5D0-1772-FBBDF66377AF}"/>
              </a:ext>
            </a:extLst>
          </p:cNvPr>
          <p:cNvSpPr>
            <a:spLocks noGrp="1" noChangeArrowheads="1"/>
          </p:cNvSpPr>
          <p:nvPr>
            <p:ph type="body" idx="1"/>
          </p:nvPr>
        </p:nvSpPr>
        <p:spPr>
          <a:xfrm>
            <a:off x="762000" y="1950273"/>
            <a:ext cx="8001000" cy="3943387"/>
          </a:xfrm>
        </p:spPr>
        <p:txBody>
          <a:bodyPr/>
          <a:lstStyle/>
          <a:p>
            <a:pPr marL="457200" indent="-457200">
              <a:lnSpc>
                <a:spcPct val="80000"/>
              </a:lnSpc>
              <a:buFont typeface="Arial" panose="020B0604020202020204" pitchFamily="34" charset="0"/>
              <a:buChar char="•"/>
            </a:pPr>
            <a:r>
              <a:rPr lang="en-GB" altLang="en-US" sz="3203" dirty="0"/>
              <a:t>What other entity is interested in the scenario/system?</a:t>
            </a:r>
          </a:p>
          <a:p>
            <a:pPr marL="457200" indent="-457200">
              <a:lnSpc>
                <a:spcPct val="80000"/>
              </a:lnSpc>
              <a:buFont typeface="Arial" panose="020B0604020202020204" pitchFamily="34" charset="0"/>
              <a:buChar char="•"/>
            </a:pPr>
            <a:r>
              <a:rPr lang="en-GB" altLang="en-US" sz="3203" dirty="0"/>
              <a:t>What other entity will supply the scenario/system with this information, use this information, and remove this information?</a:t>
            </a:r>
          </a:p>
          <a:p>
            <a:pPr marL="457200" indent="-457200">
              <a:lnSpc>
                <a:spcPct val="80000"/>
              </a:lnSpc>
              <a:buFont typeface="Arial" panose="020B0604020202020204" pitchFamily="34" charset="0"/>
              <a:buChar char="•"/>
            </a:pPr>
            <a:r>
              <a:rPr lang="en-GB" altLang="en-US" sz="3203" dirty="0"/>
              <a:t>Does the system use an external resource?</a:t>
            </a:r>
          </a:p>
          <a:p>
            <a:pPr marL="457200" indent="-457200">
              <a:lnSpc>
                <a:spcPct val="80000"/>
              </a:lnSpc>
              <a:buFont typeface="Arial" panose="020B0604020202020204" pitchFamily="34" charset="0"/>
              <a:buChar char="•"/>
            </a:pPr>
            <a:r>
              <a:rPr lang="en-GB" altLang="en-US" sz="3203" dirty="0"/>
              <a:t>Does the system interact with other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7DDBED7-A86F-420E-ACC5-3D20B3DFFC77}"/>
              </a:ext>
            </a:extLst>
          </p:cNvPr>
          <p:cNvSpPr>
            <a:spLocks noGrp="1" noChangeArrowheads="1"/>
          </p:cNvSpPr>
          <p:nvPr>
            <p:ph type="title"/>
          </p:nvPr>
        </p:nvSpPr>
        <p:spPr>
          <a:xfrm>
            <a:off x="1182115" y="426211"/>
            <a:ext cx="7694168" cy="707886"/>
          </a:xfrm>
        </p:spPr>
        <p:txBody>
          <a:bodyPr/>
          <a:lstStyle/>
          <a:p>
            <a:r>
              <a:rPr lang="en-US" altLang="en-US" b="1" dirty="0"/>
              <a:t>Use Case - Example</a:t>
            </a:r>
          </a:p>
        </p:txBody>
      </p:sp>
      <p:sp>
        <p:nvSpPr>
          <p:cNvPr id="6147" name="Rectangle 3">
            <a:extLst>
              <a:ext uri="{FF2B5EF4-FFF2-40B4-BE49-F238E27FC236}">
                <a16:creationId xmlns:a16="http://schemas.microsoft.com/office/drawing/2014/main" id="{0E65318F-542F-9FE4-C52A-862570609C7C}"/>
              </a:ext>
            </a:extLst>
          </p:cNvPr>
          <p:cNvSpPr>
            <a:spLocks noGrp="1" noChangeArrowheads="1"/>
          </p:cNvSpPr>
          <p:nvPr>
            <p:ph type="body" idx="1"/>
          </p:nvPr>
        </p:nvSpPr>
        <p:spPr>
          <a:xfrm>
            <a:off x="1182115" y="1697761"/>
            <a:ext cx="7809486" cy="5262979"/>
          </a:xfrm>
        </p:spPr>
        <p:txBody>
          <a:bodyPr/>
          <a:lstStyle/>
          <a:p>
            <a:pPr>
              <a:lnSpc>
                <a:spcPct val="90000"/>
              </a:lnSpc>
            </a:pPr>
            <a:r>
              <a:rPr lang="en-US" altLang="en-US" sz="2800" dirty="0"/>
              <a:t>Here is a scenario for a medical clinic.</a:t>
            </a:r>
          </a:p>
          <a:p>
            <a:pPr>
              <a:lnSpc>
                <a:spcPct val="90000"/>
              </a:lnSpc>
            </a:pPr>
            <a:endParaRPr lang="en-US" altLang="en-US" sz="2800" dirty="0"/>
          </a:p>
          <a:p>
            <a:pPr lvl="1">
              <a:lnSpc>
                <a:spcPct val="90000"/>
              </a:lnSpc>
            </a:pPr>
            <a:r>
              <a:rPr lang="en-US" altLang="en-US" sz="4000" i="1" dirty="0"/>
              <a:t>A patient calls the clinic to make an appointment for a yearly checkup. The receptionist finds the nearest empty time slot in the appointment book and schedules the appointment for that time slot</a:t>
            </a:r>
            <a:r>
              <a:rPr lang="en-US" altLang="en-US" sz="3200" i="1" dirty="0"/>
              <a:t>. </a:t>
            </a:r>
          </a:p>
          <a:p>
            <a:pPr>
              <a:lnSpc>
                <a:spcPct val="90000"/>
              </a:lnSpc>
            </a:pPr>
            <a:endParaRPr lang="en-US" altLang="en-US" sz="2800" i="1" dirty="0"/>
          </a:p>
          <a:p>
            <a:pPr>
              <a:lnSpc>
                <a:spcPct val="90000"/>
              </a:lnSpc>
            </a:pPr>
            <a:endParaRPr lang="en-US" altLang="en-US" sz="2800" dirty="0"/>
          </a:p>
          <a:p>
            <a:pPr>
              <a:lnSpc>
                <a:spcPct val="90000"/>
              </a:lnSpc>
            </a:pPr>
            <a:endParaRPr lang="en-US" altLang="en-US" sz="2800" i="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04D0426-5D66-4C42-D187-EA8A0982FEFE}"/>
              </a:ext>
            </a:extLst>
          </p:cNvPr>
          <p:cNvSpPr>
            <a:spLocks noGrp="1" noChangeArrowheads="1"/>
          </p:cNvSpPr>
          <p:nvPr>
            <p:ph type="title"/>
          </p:nvPr>
        </p:nvSpPr>
        <p:spPr>
          <a:xfrm>
            <a:off x="1182115" y="426211"/>
            <a:ext cx="7694168" cy="707886"/>
          </a:xfrm>
        </p:spPr>
        <p:txBody>
          <a:bodyPr/>
          <a:lstStyle/>
          <a:p>
            <a:r>
              <a:rPr lang="en-US" altLang="en-US" b="1" dirty="0"/>
              <a:t>1. Who are the </a:t>
            </a:r>
            <a:r>
              <a:rPr lang="en-US" altLang="en-US" b="1" u="sng" dirty="0">
                <a:solidFill>
                  <a:srgbClr val="FF0000"/>
                </a:solidFill>
              </a:rPr>
              <a:t>Actors</a:t>
            </a:r>
            <a:r>
              <a:rPr lang="en-US" altLang="en-US" b="1" dirty="0"/>
              <a:t>?</a:t>
            </a:r>
          </a:p>
        </p:txBody>
      </p:sp>
      <p:sp>
        <p:nvSpPr>
          <p:cNvPr id="13315" name="Rectangle 3">
            <a:extLst>
              <a:ext uri="{FF2B5EF4-FFF2-40B4-BE49-F238E27FC236}">
                <a16:creationId xmlns:a16="http://schemas.microsoft.com/office/drawing/2014/main" id="{43B77976-DC12-05F2-EFA9-826083A975D8}"/>
              </a:ext>
            </a:extLst>
          </p:cNvPr>
          <p:cNvSpPr>
            <a:spLocks noGrp="1" noChangeArrowheads="1"/>
          </p:cNvSpPr>
          <p:nvPr>
            <p:ph type="body" idx="1"/>
          </p:nvPr>
        </p:nvSpPr>
        <p:spPr>
          <a:xfrm>
            <a:off x="1088959" y="1600200"/>
            <a:ext cx="8550341" cy="4818528"/>
          </a:xfrm>
        </p:spPr>
        <p:txBody>
          <a:bodyPr/>
          <a:lstStyle/>
          <a:p>
            <a:r>
              <a:rPr lang="en-US" altLang="en-US" dirty="0"/>
              <a:t>As we read the scenario, what or who is the actor?</a:t>
            </a:r>
          </a:p>
          <a:p>
            <a:endParaRPr lang="en-US" altLang="en-US" dirty="0"/>
          </a:p>
          <a:p>
            <a:pPr lvl="1"/>
            <a:r>
              <a:rPr lang="en-US" altLang="en-US" sz="2400" i="1" dirty="0"/>
              <a:t>A patient calls the clinic to make an appointment for a yearly checkup. The receptionist finds the nearest empty time slot in the appointment book and schedules the appointment for that time slot. </a:t>
            </a:r>
          </a:p>
          <a:p>
            <a:endParaRPr lang="en-US" altLang="en-US" sz="2099" i="1" dirty="0"/>
          </a:p>
          <a:p>
            <a:endParaRPr lang="en-US" altLang="en-US" sz="2099" i="1" dirty="0"/>
          </a:p>
          <a:p>
            <a:endParaRPr lang="en-US" altLang="en-US" sz="2099" i="1" dirty="0"/>
          </a:p>
          <a:p>
            <a:r>
              <a:rPr lang="en-US" altLang="en-US" dirty="0"/>
              <a:t>. </a:t>
            </a:r>
          </a:p>
          <a:p>
            <a:endParaRPr lang="en-US" altLang="en-US" dirty="0"/>
          </a:p>
          <a:p>
            <a:endParaRPr lang="en-US" altLang="en-US" dirty="0"/>
          </a:p>
        </p:txBody>
      </p:sp>
      <p:pic>
        <p:nvPicPr>
          <p:cNvPr id="3" name="Picture 2">
            <a:extLst>
              <a:ext uri="{FF2B5EF4-FFF2-40B4-BE49-F238E27FC236}">
                <a16:creationId xmlns:a16="http://schemas.microsoft.com/office/drawing/2014/main" id="{EE419C5F-B881-0F3B-73CF-2AF046136DF1}"/>
              </a:ext>
            </a:extLst>
          </p:cNvPr>
          <p:cNvPicPr>
            <a:picLocks noChangeAspect="1"/>
          </p:cNvPicPr>
          <p:nvPr/>
        </p:nvPicPr>
        <p:blipFill>
          <a:blip r:embed="rId3"/>
          <a:stretch>
            <a:fillRect/>
          </a:stretch>
        </p:blipFill>
        <p:spPr>
          <a:xfrm>
            <a:off x="2286000" y="5542932"/>
            <a:ext cx="962159" cy="1333686"/>
          </a:xfrm>
          <a:prstGeom prst="rect">
            <a:avLst/>
          </a:prstGeom>
        </p:spPr>
      </p:pic>
      <p:pic>
        <p:nvPicPr>
          <p:cNvPr id="5" name="Picture 4">
            <a:extLst>
              <a:ext uri="{FF2B5EF4-FFF2-40B4-BE49-F238E27FC236}">
                <a16:creationId xmlns:a16="http://schemas.microsoft.com/office/drawing/2014/main" id="{4AB46ADD-C512-2B3C-309C-1887815F7CBE}"/>
              </a:ext>
            </a:extLst>
          </p:cNvPr>
          <p:cNvPicPr>
            <a:picLocks noChangeAspect="1"/>
          </p:cNvPicPr>
          <p:nvPr/>
        </p:nvPicPr>
        <p:blipFill>
          <a:blip r:embed="rId4"/>
          <a:stretch>
            <a:fillRect/>
          </a:stretch>
        </p:blipFill>
        <p:spPr>
          <a:xfrm>
            <a:off x="6915813" y="5542932"/>
            <a:ext cx="1152686" cy="1505568"/>
          </a:xfrm>
          <a:prstGeom prst="rect">
            <a:avLst/>
          </a:prstGeom>
        </p:spPr>
      </p:pic>
      <p:sp>
        <p:nvSpPr>
          <p:cNvPr id="2" name="TextBox 1">
            <a:extLst>
              <a:ext uri="{FF2B5EF4-FFF2-40B4-BE49-F238E27FC236}">
                <a16:creationId xmlns:a16="http://schemas.microsoft.com/office/drawing/2014/main" id="{4FB9CD19-917D-8E6B-1DEC-6F75679B7570}"/>
              </a:ext>
            </a:extLst>
          </p:cNvPr>
          <p:cNvSpPr txBox="1"/>
          <p:nvPr/>
        </p:nvSpPr>
        <p:spPr>
          <a:xfrm>
            <a:off x="4572000" y="3429000"/>
            <a:ext cx="914400" cy="914400"/>
          </a:xfrm>
          <a:prstGeom prst="rect">
            <a:avLst/>
          </a:prstGeom>
          <a:noFill/>
        </p:spPr>
        <p:txBody>
          <a:bodyPr wrap="square" rtlCol="0">
            <a:spAutoFit/>
          </a:bodyPr>
          <a:lstStyle/>
          <a:p>
            <a:endParaRPr lang="en-MY" dirty="0"/>
          </a:p>
        </p:txBody>
      </p:sp>
      <p:sp>
        <p:nvSpPr>
          <p:cNvPr id="4" name="TextBox 3">
            <a:extLst>
              <a:ext uri="{FF2B5EF4-FFF2-40B4-BE49-F238E27FC236}">
                <a16:creationId xmlns:a16="http://schemas.microsoft.com/office/drawing/2014/main" id="{183F5441-2D06-E827-6DF2-7795B2A9D52A}"/>
              </a:ext>
            </a:extLst>
          </p:cNvPr>
          <p:cNvSpPr txBox="1"/>
          <p:nvPr/>
        </p:nvSpPr>
        <p:spPr>
          <a:xfrm>
            <a:off x="609600" y="4495800"/>
            <a:ext cx="6104001" cy="954107"/>
          </a:xfrm>
          <a:prstGeom prst="rect">
            <a:avLst/>
          </a:prstGeom>
          <a:noFill/>
        </p:spPr>
        <p:txBody>
          <a:bodyPr wrap="square" rtlCol="0">
            <a:spAutoFit/>
          </a:bodyPr>
          <a:lstStyle/>
          <a:p>
            <a:pPr marL="457200" indent="-457200">
              <a:buFont typeface="Arial" panose="020B0604020202020204" pitchFamily="34" charset="0"/>
              <a:buChar char="•"/>
            </a:pPr>
            <a:r>
              <a:rPr lang="en-US" altLang="en-US" sz="2800" b="1" dirty="0"/>
              <a:t>Primary Actor:</a:t>
            </a:r>
            <a:r>
              <a:rPr lang="en-US" altLang="en-US" sz="2800" b="1" dirty="0">
                <a:solidFill>
                  <a:srgbClr val="FF0000"/>
                </a:solidFill>
              </a:rPr>
              <a:t> </a:t>
            </a:r>
          </a:p>
          <a:p>
            <a:r>
              <a:rPr lang="en-US" altLang="en-US" sz="2800" b="1" dirty="0">
                <a:solidFill>
                  <a:srgbClr val="FF0000"/>
                </a:solidFill>
              </a:rPr>
              <a:t>	Patient</a:t>
            </a:r>
            <a:endParaRPr lang="en-US" altLang="en-US" sz="2800" dirty="0">
              <a:solidFill>
                <a:srgbClr val="FF0000"/>
              </a:solidFill>
            </a:endParaRPr>
          </a:p>
        </p:txBody>
      </p:sp>
      <p:sp>
        <p:nvSpPr>
          <p:cNvPr id="6" name="TextBox 5">
            <a:extLst>
              <a:ext uri="{FF2B5EF4-FFF2-40B4-BE49-F238E27FC236}">
                <a16:creationId xmlns:a16="http://schemas.microsoft.com/office/drawing/2014/main" id="{1136AE7F-43EE-6C5C-E72D-548A02A89230}"/>
              </a:ext>
            </a:extLst>
          </p:cNvPr>
          <p:cNvSpPr txBox="1"/>
          <p:nvPr/>
        </p:nvSpPr>
        <p:spPr>
          <a:xfrm>
            <a:off x="5003799" y="4419600"/>
            <a:ext cx="6104001" cy="954107"/>
          </a:xfrm>
          <a:prstGeom prst="rect">
            <a:avLst/>
          </a:prstGeom>
          <a:noFill/>
        </p:spPr>
        <p:txBody>
          <a:bodyPr wrap="square" rtlCol="0">
            <a:spAutoFit/>
          </a:bodyPr>
          <a:lstStyle/>
          <a:p>
            <a:pPr marL="457200" indent="-457200">
              <a:buFont typeface="Arial" panose="020B0604020202020204" pitchFamily="34" charset="0"/>
              <a:buChar char="•"/>
            </a:pPr>
            <a:r>
              <a:rPr lang="en-US" altLang="en-US" sz="2800" b="1" dirty="0"/>
              <a:t>Secondary Actor: </a:t>
            </a:r>
          </a:p>
          <a:p>
            <a:r>
              <a:rPr lang="en-US" altLang="en-US" sz="2800" b="1" dirty="0">
                <a:solidFill>
                  <a:srgbClr val="FF0000"/>
                </a:solidFill>
              </a:rPr>
              <a:t>	Receptionist</a:t>
            </a:r>
            <a:endParaRPr lang="en-MY"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F8B9C66-7BC7-19EF-9858-A5E98DB510D1}"/>
              </a:ext>
            </a:extLst>
          </p:cNvPr>
          <p:cNvSpPr>
            <a:spLocks noGrp="1" noChangeArrowheads="1"/>
          </p:cNvSpPr>
          <p:nvPr>
            <p:ph type="title"/>
          </p:nvPr>
        </p:nvSpPr>
        <p:spPr>
          <a:xfrm>
            <a:off x="990600" y="426211"/>
            <a:ext cx="8991600" cy="1477328"/>
          </a:xfrm>
        </p:spPr>
        <p:txBody>
          <a:bodyPr/>
          <a:lstStyle/>
          <a:p>
            <a:pPr algn="l"/>
            <a:r>
              <a:rPr lang="en-US" altLang="en-US" b="1" dirty="0"/>
              <a:t>2. What is the </a:t>
            </a:r>
            <a:r>
              <a:rPr lang="en-MY" sz="4800" b="1" u="sng" dirty="0">
                <a:solidFill>
                  <a:srgbClr val="FF0000"/>
                </a:solidFill>
                <a:latin typeface="Tw Cen MT" panose="020B0602020104020603" pitchFamily="34" charset="0"/>
                <a:cs typeface="Times New Roman" panose="02020603050405020304" pitchFamily="18" charset="0"/>
              </a:rPr>
              <a:t>System Boundary</a:t>
            </a:r>
            <a:r>
              <a:rPr lang="en-MY" b="1" dirty="0"/>
              <a:t>?</a:t>
            </a:r>
            <a:endParaRPr lang="en-US" altLang="en-US" b="1" dirty="0"/>
          </a:p>
        </p:txBody>
      </p:sp>
      <p:sp>
        <p:nvSpPr>
          <p:cNvPr id="14339" name="Rectangle 3">
            <a:extLst>
              <a:ext uri="{FF2B5EF4-FFF2-40B4-BE49-F238E27FC236}">
                <a16:creationId xmlns:a16="http://schemas.microsoft.com/office/drawing/2014/main" id="{920D32B1-FEC3-9F83-4CE1-7972A0136BCA}"/>
              </a:ext>
            </a:extLst>
          </p:cNvPr>
          <p:cNvSpPr>
            <a:spLocks noGrp="1" noChangeArrowheads="1"/>
          </p:cNvSpPr>
          <p:nvPr>
            <p:ph type="body" idx="1"/>
          </p:nvPr>
        </p:nvSpPr>
        <p:spPr>
          <a:xfrm>
            <a:off x="1088959" y="1676400"/>
            <a:ext cx="8664641" cy="2585323"/>
          </a:xfrm>
        </p:spPr>
        <p:txBody>
          <a:bodyPr/>
          <a:lstStyle/>
          <a:p>
            <a:r>
              <a:rPr lang="en-US" dirty="0"/>
              <a:t>The </a:t>
            </a:r>
            <a:r>
              <a:rPr lang="en-US" b="1" dirty="0"/>
              <a:t>system boundary</a:t>
            </a:r>
            <a:r>
              <a:rPr lang="en-US" dirty="0"/>
              <a:t> defines </a:t>
            </a:r>
            <a:r>
              <a:rPr lang="en-US" b="1" dirty="0"/>
              <a:t>the scope of the system</a:t>
            </a:r>
            <a:r>
              <a:rPr lang="en-US" dirty="0"/>
              <a:t>.</a:t>
            </a:r>
            <a:br>
              <a:rPr lang="en-US" dirty="0"/>
            </a:br>
            <a:r>
              <a:rPr lang="en-US" dirty="0"/>
              <a:t>It separates:</a:t>
            </a:r>
          </a:p>
          <a:p>
            <a:pPr>
              <a:buFont typeface="Arial" panose="020B0604020202020204" pitchFamily="34" charset="0"/>
              <a:buChar char="•"/>
            </a:pPr>
            <a:r>
              <a:rPr lang="en-US" b="1" dirty="0"/>
              <a:t> Inside the system</a:t>
            </a:r>
            <a:r>
              <a:rPr lang="en-US" dirty="0"/>
              <a:t> → Use cases (functions the system provides)</a:t>
            </a:r>
          </a:p>
          <a:p>
            <a:pPr>
              <a:buFont typeface="Arial" panose="020B0604020202020204" pitchFamily="34" charset="0"/>
              <a:buChar char="•"/>
            </a:pPr>
            <a:r>
              <a:rPr lang="en-US" b="1" dirty="0"/>
              <a:t> Outside the system</a:t>
            </a:r>
            <a:r>
              <a:rPr lang="en-US" dirty="0"/>
              <a:t> → Actors (users or external systems that interact with the system)</a:t>
            </a:r>
          </a:p>
          <a:p>
            <a:endParaRPr lang="en-US" altLang="en-US" dirty="0"/>
          </a:p>
        </p:txBody>
      </p:sp>
      <p:sp>
        <p:nvSpPr>
          <p:cNvPr id="2" name="TextBox 1">
            <a:extLst>
              <a:ext uri="{FF2B5EF4-FFF2-40B4-BE49-F238E27FC236}">
                <a16:creationId xmlns:a16="http://schemas.microsoft.com/office/drawing/2014/main" id="{A6A1D350-5B01-1385-7000-6BD17B4E934A}"/>
              </a:ext>
            </a:extLst>
          </p:cNvPr>
          <p:cNvSpPr txBox="1"/>
          <p:nvPr/>
        </p:nvSpPr>
        <p:spPr>
          <a:xfrm>
            <a:off x="1088959" y="3733800"/>
            <a:ext cx="7169014" cy="1200329"/>
          </a:xfrm>
          <a:prstGeom prst="rect">
            <a:avLst/>
          </a:prstGeom>
          <a:noFill/>
        </p:spPr>
        <p:txBody>
          <a:bodyPr wrap="none" rtlCol="0">
            <a:spAutoFit/>
          </a:bodyPr>
          <a:lstStyle/>
          <a:p>
            <a:endParaRPr lang="en-US" altLang="en-US" sz="2400" dirty="0">
              <a:solidFill>
                <a:srgbClr val="FF0000"/>
              </a:solidFill>
            </a:endParaRPr>
          </a:p>
          <a:p>
            <a:r>
              <a:rPr lang="en-US" altLang="en-US" sz="2400" dirty="0">
                <a:solidFill>
                  <a:srgbClr val="FF0000"/>
                </a:solidFill>
              </a:rPr>
              <a:t>So, the System Boundary is </a:t>
            </a:r>
            <a:r>
              <a:rPr lang="en-US" altLang="en-US" sz="2400" b="1" dirty="0">
                <a:solidFill>
                  <a:srgbClr val="FF0000"/>
                </a:solidFill>
              </a:rPr>
              <a:t>Clinic Appointment System</a:t>
            </a:r>
            <a:r>
              <a:rPr lang="en-US" altLang="en-US" sz="2400" dirty="0">
                <a:solidFill>
                  <a:srgbClr val="FF0000"/>
                </a:solidFill>
              </a:rPr>
              <a:t>. </a:t>
            </a:r>
          </a:p>
          <a:p>
            <a:endParaRPr lang="en-MY" sz="2400" dirty="0">
              <a:solidFill>
                <a:srgbClr val="FF0000"/>
              </a:solidFill>
            </a:endParaRPr>
          </a:p>
        </p:txBody>
      </p:sp>
      <p:pic>
        <p:nvPicPr>
          <p:cNvPr id="5" name="Picture 4">
            <a:extLst>
              <a:ext uri="{FF2B5EF4-FFF2-40B4-BE49-F238E27FC236}">
                <a16:creationId xmlns:a16="http://schemas.microsoft.com/office/drawing/2014/main" id="{8DF0EB15-8E3B-E44C-2E77-AF59696FB13C}"/>
              </a:ext>
            </a:extLst>
          </p:cNvPr>
          <p:cNvPicPr>
            <a:picLocks noChangeAspect="1"/>
          </p:cNvPicPr>
          <p:nvPr/>
        </p:nvPicPr>
        <p:blipFill>
          <a:blip r:embed="rId3"/>
          <a:stretch>
            <a:fillRect/>
          </a:stretch>
        </p:blipFill>
        <p:spPr>
          <a:xfrm>
            <a:off x="2438400" y="4606144"/>
            <a:ext cx="4820725" cy="29716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F8B9C66-7BC7-19EF-9858-A5E98DB510D1}"/>
              </a:ext>
            </a:extLst>
          </p:cNvPr>
          <p:cNvSpPr>
            <a:spLocks noGrp="1" noChangeArrowheads="1"/>
          </p:cNvSpPr>
          <p:nvPr>
            <p:ph type="title"/>
          </p:nvPr>
        </p:nvSpPr>
        <p:spPr>
          <a:xfrm>
            <a:off x="1182115" y="426211"/>
            <a:ext cx="7694168" cy="707886"/>
          </a:xfrm>
        </p:spPr>
        <p:txBody>
          <a:bodyPr/>
          <a:lstStyle/>
          <a:p>
            <a:r>
              <a:rPr lang="en-US" altLang="en-US" b="1" dirty="0"/>
              <a:t>3. What are the </a:t>
            </a:r>
            <a:r>
              <a:rPr lang="en-US" altLang="en-US" b="1" u="sng" dirty="0">
                <a:solidFill>
                  <a:srgbClr val="FF0000"/>
                </a:solidFill>
              </a:rPr>
              <a:t>Use Cases</a:t>
            </a:r>
            <a:r>
              <a:rPr lang="en-US" altLang="en-US" b="1" dirty="0"/>
              <a:t>?</a:t>
            </a:r>
          </a:p>
        </p:txBody>
      </p:sp>
      <p:sp>
        <p:nvSpPr>
          <p:cNvPr id="14339" name="Rectangle 3">
            <a:extLst>
              <a:ext uri="{FF2B5EF4-FFF2-40B4-BE49-F238E27FC236}">
                <a16:creationId xmlns:a16="http://schemas.microsoft.com/office/drawing/2014/main" id="{920D32B1-FEC3-9F83-4CE1-7972A0136BCA}"/>
              </a:ext>
            </a:extLst>
          </p:cNvPr>
          <p:cNvSpPr>
            <a:spLocks noGrp="1" noChangeArrowheads="1"/>
          </p:cNvSpPr>
          <p:nvPr>
            <p:ph type="body" idx="1"/>
          </p:nvPr>
        </p:nvSpPr>
        <p:spPr>
          <a:xfrm>
            <a:off x="1088959" y="1524001"/>
            <a:ext cx="8436041" cy="4739759"/>
          </a:xfrm>
        </p:spPr>
        <p:txBody>
          <a:bodyPr/>
          <a:lstStyle/>
          <a:p>
            <a:pPr marL="342900" indent="-342900">
              <a:buFont typeface="Arial" panose="020B0604020202020204" pitchFamily="34" charset="0"/>
              <a:buChar char="•"/>
            </a:pPr>
            <a:r>
              <a:rPr lang="en-US" sz="2000" dirty="0"/>
              <a:t>A </a:t>
            </a:r>
            <a:r>
              <a:rPr lang="en-US" sz="2000" b="1" dirty="0"/>
              <a:t>use case</a:t>
            </a:r>
            <a:r>
              <a:rPr lang="en-US" sz="2000" dirty="0"/>
              <a:t> is a </a:t>
            </a:r>
            <a:r>
              <a:rPr lang="en-US" sz="2000" b="1" dirty="0"/>
              <a:t>description of how a user (actor) interacts with a system to achieve a specific goal</a:t>
            </a:r>
            <a:r>
              <a:rPr lang="en-US" sz="2000" dirty="0"/>
              <a:t>.</a:t>
            </a:r>
          </a:p>
          <a:p>
            <a:pPr marL="342900" indent="-342900">
              <a:buFont typeface="Arial" panose="020B0604020202020204" pitchFamily="34" charset="0"/>
              <a:buChar char="•"/>
            </a:pPr>
            <a:r>
              <a:rPr lang="en-US" sz="2000" dirty="0"/>
              <a:t>It focuses on </a:t>
            </a:r>
            <a:r>
              <a:rPr lang="en-US" sz="2000" b="1" dirty="0"/>
              <a:t>what the system should do</a:t>
            </a:r>
            <a:r>
              <a:rPr lang="en-US" sz="2000" dirty="0"/>
              <a:t>, not how it is implemented.</a:t>
            </a:r>
          </a:p>
          <a:p>
            <a:pPr marL="342900" indent="-342900">
              <a:buFont typeface="Arial" panose="020B0604020202020204" pitchFamily="34" charset="0"/>
              <a:buChar char="•"/>
            </a:pPr>
            <a:r>
              <a:rPr lang="en-US" sz="2000" dirty="0"/>
              <a:t>May contain several “paths” that a user can take while interacting with the system. Each path is referred to as a scenario.</a:t>
            </a:r>
          </a:p>
          <a:p>
            <a:pPr marL="342900" indent="-342900">
              <a:buFont typeface="Arial" panose="020B0604020202020204" pitchFamily="34" charset="0"/>
              <a:buChar char="•"/>
            </a:pPr>
            <a:endParaRPr lang="en-US" sz="2000" dirty="0"/>
          </a:p>
          <a:p>
            <a:endParaRPr lang="en-US" sz="2000" dirty="0"/>
          </a:p>
          <a:p>
            <a:pPr marL="342900" indent="-342900">
              <a:buFont typeface="Arial" panose="020B0604020202020204" pitchFamily="34" charset="0"/>
              <a:buChar char="•"/>
            </a:pPr>
            <a:r>
              <a:rPr lang="en-US" sz="2000" dirty="0"/>
              <a:t>A </a:t>
            </a:r>
            <a:r>
              <a:rPr lang="en-US" sz="2000" b="1" dirty="0"/>
              <a:t>use case</a:t>
            </a:r>
            <a:r>
              <a:rPr lang="en-US" sz="2000" dirty="0"/>
              <a:t> is a </a:t>
            </a:r>
            <a:r>
              <a:rPr lang="en-US" sz="2000" i="1" dirty="0"/>
              <a:t>functional requirement</a:t>
            </a:r>
            <a:r>
              <a:rPr lang="en-US" sz="2000" dirty="0"/>
              <a:t> that describes a </a:t>
            </a:r>
            <a:r>
              <a:rPr lang="en-US" sz="2000" b="1" dirty="0"/>
              <a:t>complete sequence of actions</a:t>
            </a:r>
            <a:r>
              <a:rPr lang="en-US" sz="2000" dirty="0"/>
              <a:t> performed by the system in response to a request from an actor.</a:t>
            </a:r>
          </a:p>
          <a:p>
            <a:pPr marL="800100" lvl="1" indent="-342900" algn="l" rtl="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Represents </a:t>
            </a:r>
            <a:r>
              <a:rPr kumimoji="0" lang="en-US" altLang="en-US" b="1" i="0" u="none" strike="noStrike" cap="none" normalizeH="0" baseline="0" dirty="0">
                <a:ln>
                  <a:noFill/>
                </a:ln>
                <a:solidFill>
                  <a:schemeClr val="tx1"/>
                </a:solidFill>
                <a:effectLst/>
                <a:latin typeface="Arial" panose="020B0604020202020204" pitchFamily="34" charset="0"/>
              </a:rPr>
              <a:t>one goal</a:t>
            </a:r>
            <a:r>
              <a:rPr kumimoji="0" lang="en-US" altLang="en-US" b="0" i="0" u="none" strike="noStrike" cap="none" normalizeH="0" baseline="0" dirty="0">
                <a:ln>
                  <a:noFill/>
                </a:ln>
                <a:solidFill>
                  <a:schemeClr val="tx1"/>
                </a:solidFill>
                <a:effectLst/>
                <a:latin typeface="Arial" panose="020B0604020202020204" pitchFamily="34" charset="0"/>
              </a:rPr>
              <a:t> or </a:t>
            </a:r>
            <a:r>
              <a:rPr kumimoji="0" lang="en-US" altLang="en-US" b="1" i="0" u="none" strike="noStrike" cap="none" normalizeH="0" baseline="0" dirty="0">
                <a:ln>
                  <a:noFill/>
                </a:ln>
                <a:solidFill>
                  <a:schemeClr val="tx1"/>
                </a:solidFill>
                <a:effectLst/>
                <a:latin typeface="Arial" panose="020B0604020202020204" pitchFamily="34" charset="0"/>
              </a:rPr>
              <a:t>task</a:t>
            </a:r>
            <a:r>
              <a:rPr kumimoji="0" lang="en-US" altLang="en-US" b="0" i="0" u="none" strike="noStrike" cap="none" normalizeH="0" baseline="0" dirty="0">
                <a:ln>
                  <a:noFill/>
                </a:ln>
                <a:solidFill>
                  <a:schemeClr val="tx1"/>
                </a:solidFill>
                <a:effectLst/>
                <a:latin typeface="Arial" panose="020B0604020202020204" pitchFamily="34" charset="0"/>
              </a:rPr>
              <a:t> that the user wants to accomplish</a:t>
            </a:r>
          </a:p>
          <a:p>
            <a:pPr marL="800100" lvl="1" indent="-342900" algn="l" rtl="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Shows the </a:t>
            </a:r>
            <a:r>
              <a:rPr kumimoji="0" lang="en-US" altLang="en-US" b="1" i="0" u="none" strike="noStrike" cap="none" normalizeH="0" baseline="0" dirty="0">
                <a:ln>
                  <a:noFill/>
                </a:ln>
                <a:solidFill>
                  <a:schemeClr val="tx1"/>
                </a:solidFill>
                <a:effectLst/>
                <a:latin typeface="Arial" panose="020B0604020202020204" pitchFamily="34" charset="0"/>
              </a:rPr>
              <a:t>interaction</a:t>
            </a:r>
            <a:r>
              <a:rPr kumimoji="0" lang="en-US" altLang="en-US" b="0" i="0" u="none" strike="noStrike" cap="none" normalizeH="0" baseline="0" dirty="0">
                <a:ln>
                  <a:noFill/>
                </a:ln>
                <a:solidFill>
                  <a:schemeClr val="tx1"/>
                </a:solidFill>
                <a:effectLst/>
                <a:latin typeface="Arial" panose="020B0604020202020204" pitchFamily="34" charset="0"/>
              </a:rPr>
              <a:t> between actor and system</a:t>
            </a:r>
          </a:p>
          <a:p>
            <a:pPr marL="800100" lvl="1" indent="-342900" algn="l" rtl="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Describes the </a:t>
            </a:r>
            <a:r>
              <a:rPr kumimoji="0" lang="en-US" altLang="en-US" b="1" i="0" u="none" strike="noStrike" cap="none" normalizeH="0" baseline="0" dirty="0">
                <a:ln>
                  <a:noFill/>
                </a:ln>
                <a:solidFill>
                  <a:schemeClr val="tx1"/>
                </a:solidFill>
                <a:effectLst/>
                <a:latin typeface="Arial" panose="020B0604020202020204" pitchFamily="34" charset="0"/>
              </a:rPr>
              <a:t>steps</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system responses</a:t>
            </a:r>
            <a:endParaRPr kumimoji="0" lang="en-US" altLang="en-US" b="0" i="0" u="none" strike="noStrike" cap="none" normalizeH="0" baseline="0" dirty="0">
              <a:ln>
                <a:noFill/>
              </a:ln>
              <a:solidFill>
                <a:schemeClr val="tx1"/>
              </a:solidFill>
              <a:effectLst/>
              <a:latin typeface="Arial" panose="020B0604020202020204" pitchFamily="34" charset="0"/>
            </a:endParaRPr>
          </a:p>
          <a:p>
            <a:pPr marL="800100" lvl="1" indent="-342900" algn="l" rtl="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Helps identify and define system functionality</a:t>
            </a:r>
          </a:p>
          <a:p>
            <a:endParaRPr lang="en-US" sz="1800" dirty="0"/>
          </a:p>
          <a:p>
            <a:endParaRPr lang="en-US" altLang="en-US" sz="1800" dirty="0"/>
          </a:p>
        </p:txBody>
      </p:sp>
      <p:pic>
        <p:nvPicPr>
          <p:cNvPr id="6" name="Picture 5" descr="Use case">
            <a:extLst>
              <a:ext uri="{FF2B5EF4-FFF2-40B4-BE49-F238E27FC236}">
                <a16:creationId xmlns:a16="http://schemas.microsoft.com/office/drawing/2014/main" id="{BE5B06A1-FA25-6F3F-7CDF-DB14FF5C6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895" y="6217411"/>
            <a:ext cx="9174608" cy="1402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887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9">
                                            <p:txEl>
                                              <p:pRg st="2" end="2"/>
                                            </p:txEl>
                                          </p:spTgt>
                                        </p:tgtEl>
                                        <p:attrNameLst>
                                          <p:attrName>style.visibility</p:attrName>
                                        </p:attrNameLst>
                                      </p:cBhvr>
                                      <p:to>
                                        <p:strVal val="visible"/>
                                      </p:to>
                                    </p:set>
                                    <p:anim calcmode="lin" valueType="num">
                                      <p:cBhvr additive="base">
                                        <p:cTn id="19" dur="5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9">
                                            <p:txEl>
                                              <p:pRg st="5" end="5"/>
                                            </p:txEl>
                                          </p:spTgt>
                                        </p:tgtEl>
                                        <p:attrNameLst>
                                          <p:attrName>style.visibility</p:attrName>
                                        </p:attrNameLst>
                                      </p:cBhvr>
                                      <p:to>
                                        <p:strVal val="visible"/>
                                      </p:to>
                                    </p:set>
                                    <p:anim calcmode="lin" valueType="num">
                                      <p:cBhvr additive="base">
                                        <p:cTn id="25" dur="500" fill="hold"/>
                                        <p:tgtEl>
                                          <p:spTgt spid="1433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339">
                                            <p:txEl>
                                              <p:pRg st="6" end="6"/>
                                            </p:txEl>
                                          </p:spTgt>
                                        </p:tgtEl>
                                        <p:attrNameLst>
                                          <p:attrName>style.visibility</p:attrName>
                                        </p:attrNameLst>
                                      </p:cBhvr>
                                      <p:to>
                                        <p:strVal val="visible"/>
                                      </p:to>
                                    </p:set>
                                    <p:anim calcmode="lin" valueType="num">
                                      <p:cBhvr additive="base">
                                        <p:cTn id="29" dur="5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33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4339">
                                            <p:txEl>
                                              <p:pRg st="7" end="7"/>
                                            </p:txEl>
                                          </p:spTgt>
                                        </p:tgtEl>
                                        <p:attrNameLst>
                                          <p:attrName>style.visibility</p:attrName>
                                        </p:attrNameLst>
                                      </p:cBhvr>
                                      <p:to>
                                        <p:strVal val="visible"/>
                                      </p:to>
                                    </p:set>
                                    <p:anim calcmode="lin" valueType="num">
                                      <p:cBhvr additive="base">
                                        <p:cTn id="33" dur="5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339">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4339">
                                            <p:txEl>
                                              <p:pRg st="8" end="8"/>
                                            </p:txEl>
                                          </p:spTgt>
                                        </p:tgtEl>
                                        <p:attrNameLst>
                                          <p:attrName>style.visibility</p:attrName>
                                        </p:attrNameLst>
                                      </p:cBhvr>
                                      <p:to>
                                        <p:strVal val="visible"/>
                                      </p:to>
                                    </p:set>
                                    <p:anim calcmode="lin" valueType="num">
                                      <p:cBhvr additive="base">
                                        <p:cTn id="37" dur="500" fill="hold"/>
                                        <p:tgtEl>
                                          <p:spTgt spid="14339">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339">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4339">
                                            <p:txEl>
                                              <p:pRg st="9" end="9"/>
                                            </p:txEl>
                                          </p:spTgt>
                                        </p:tgtEl>
                                        <p:attrNameLst>
                                          <p:attrName>style.visibility</p:attrName>
                                        </p:attrNameLst>
                                      </p:cBhvr>
                                      <p:to>
                                        <p:strVal val="visible"/>
                                      </p:to>
                                    </p:set>
                                    <p:anim calcmode="lin" valueType="num">
                                      <p:cBhvr additive="base">
                                        <p:cTn id="41" dur="500" fill="hold"/>
                                        <p:tgtEl>
                                          <p:spTgt spid="14339">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33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F8B9C66-7BC7-19EF-9858-A5E98DB510D1}"/>
              </a:ext>
            </a:extLst>
          </p:cNvPr>
          <p:cNvSpPr>
            <a:spLocks noGrp="1" noChangeArrowheads="1"/>
          </p:cNvSpPr>
          <p:nvPr>
            <p:ph type="title"/>
          </p:nvPr>
        </p:nvSpPr>
        <p:spPr>
          <a:xfrm>
            <a:off x="1182115" y="426211"/>
            <a:ext cx="7694168" cy="1415772"/>
          </a:xfrm>
        </p:spPr>
        <p:txBody>
          <a:bodyPr/>
          <a:lstStyle/>
          <a:p>
            <a:r>
              <a:rPr lang="en-US" altLang="en-US" b="1" dirty="0"/>
              <a:t>3. What are the </a:t>
            </a:r>
            <a:r>
              <a:rPr lang="en-US" altLang="en-US" b="1" u="sng" dirty="0">
                <a:solidFill>
                  <a:srgbClr val="FF0000"/>
                </a:solidFill>
              </a:rPr>
              <a:t>Use Cases</a:t>
            </a:r>
            <a:r>
              <a:rPr lang="en-US" altLang="en-US" b="1" dirty="0"/>
              <a:t>? (Answer)</a:t>
            </a:r>
          </a:p>
        </p:txBody>
      </p:sp>
      <p:sp>
        <p:nvSpPr>
          <p:cNvPr id="5" name="TextBox 4">
            <a:extLst>
              <a:ext uri="{FF2B5EF4-FFF2-40B4-BE49-F238E27FC236}">
                <a16:creationId xmlns:a16="http://schemas.microsoft.com/office/drawing/2014/main" id="{D58030B0-1C00-233A-9A01-95DAEF1644D9}"/>
              </a:ext>
            </a:extLst>
          </p:cNvPr>
          <p:cNvSpPr txBox="1"/>
          <p:nvPr/>
        </p:nvSpPr>
        <p:spPr>
          <a:xfrm>
            <a:off x="769620" y="2547372"/>
            <a:ext cx="2438399" cy="2677656"/>
          </a:xfrm>
          <a:prstGeom prst="rect">
            <a:avLst/>
          </a:prstGeom>
          <a:noFill/>
        </p:spPr>
        <p:txBody>
          <a:bodyPr wrap="square" rtlCol="0">
            <a:spAutoFit/>
          </a:bodyPr>
          <a:lstStyle/>
          <a:p>
            <a:pPr marL="514350" indent="-514350">
              <a:buFont typeface="+mj-lt"/>
              <a:buAutoNum type="arabicPeriod"/>
            </a:pPr>
            <a:r>
              <a:rPr lang="en-US" sz="2400" b="1" dirty="0">
                <a:solidFill>
                  <a:srgbClr val="FF0000"/>
                </a:solidFill>
              </a:rPr>
              <a:t>Make Appointment</a:t>
            </a:r>
          </a:p>
          <a:p>
            <a:pPr marL="514350" indent="-514350">
              <a:buFont typeface="+mj-lt"/>
              <a:buAutoNum type="arabicPeriod"/>
            </a:pPr>
            <a:r>
              <a:rPr lang="en-US" sz="2400" b="1" dirty="0">
                <a:solidFill>
                  <a:srgbClr val="FF0000"/>
                </a:solidFill>
              </a:rPr>
              <a:t>Find Available Time Slot</a:t>
            </a:r>
          </a:p>
          <a:p>
            <a:pPr marL="514350" indent="-514350">
              <a:buFont typeface="+mj-lt"/>
              <a:buAutoNum type="arabicPeriod"/>
            </a:pPr>
            <a:r>
              <a:rPr lang="en-US" sz="2400" b="1" dirty="0">
                <a:solidFill>
                  <a:srgbClr val="FF0000"/>
                </a:solidFill>
              </a:rPr>
              <a:t>Schedule Appointment</a:t>
            </a:r>
          </a:p>
        </p:txBody>
      </p:sp>
      <p:pic>
        <p:nvPicPr>
          <p:cNvPr id="8" name="Picture 7">
            <a:extLst>
              <a:ext uri="{FF2B5EF4-FFF2-40B4-BE49-F238E27FC236}">
                <a16:creationId xmlns:a16="http://schemas.microsoft.com/office/drawing/2014/main" id="{7C0E0F70-F199-B6EF-F959-3002FF1DF388}"/>
              </a:ext>
            </a:extLst>
          </p:cNvPr>
          <p:cNvPicPr>
            <a:picLocks noChangeAspect="1"/>
          </p:cNvPicPr>
          <p:nvPr/>
        </p:nvPicPr>
        <p:blipFill>
          <a:blip r:embed="rId3"/>
          <a:stretch>
            <a:fillRect/>
          </a:stretch>
        </p:blipFill>
        <p:spPr>
          <a:xfrm>
            <a:off x="3208019" y="2209800"/>
            <a:ext cx="6545581" cy="4330217"/>
          </a:xfrm>
          <a:prstGeom prst="rect">
            <a:avLst/>
          </a:prstGeom>
        </p:spPr>
      </p:pic>
    </p:spTree>
    <p:extLst>
      <p:ext uri="{BB962C8B-B14F-4D97-AF65-F5344CB8AC3E}">
        <p14:creationId xmlns:p14="http://schemas.microsoft.com/office/powerpoint/2010/main" val="142052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D597744-CBC4-43E1-3F7F-9543EDD9B62F}"/>
              </a:ext>
            </a:extLst>
          </p:cNvPr>
          <p:cNvSpPr>
            <a:spLocks noGrp="1" noChangeArrowheads="1"/>
          </p:cNvSpPr>
          <p:nvPr>
            <p:ph type="title"/>
          </p:nvPr>
        </p:nvSpPr>
        <p:spPr>
          <a:xfrm>
            <a:off x="503272" y="565021"/>
            <a:ext cx="9051859" cy="577979"/>
          </a:xfrm>
        </p:spPr>
        <p:txBody>
          <a:bodyPr/>
          <a:lstStyle/>
          <a:p>
            <a:r>
              <a:rPr lang="en-US" altLang="en-US" sz="3756" b="1" dirty="0"/>
              <a:t>4. What are </a:t>
            </a:r>
            <a:r>
              <a:rPr lang="en-US" altLang="en-US" sz="3756" b="1" u="sng" dirty="0">
                <a:solidFill>
                  <a:srgbClr val="FF0000"/>
                </a:solidFill>
              </a:rPr>
              <a:t>Relationships</a:t>
            </a:r>
            <a:r>
              <a:rPr lang="en-US" altLang="en-US" sz="3756" b="1" dirty="0"/>
              <a:t>?</a:t>
            </a:r>
            <a:endParaRPr lang="en-GB" altLang="en-US" sz="3756" b="1" dirty="0"/>
          </a:p>
        </p:txBody>
      </p:sp>
      <p:sp>
        <p:nvSpPr>
          <p:cNvPr id="21507" name="Rectangle 3">
            <a:extLst>
              <a:ext uri="{FF2B5EF4-FFF2-40B4-BE49-F238E27FC236}">
                <a16:creationId xmlns:a16="http://schemas.microsoft.com/office/drawing/2014/main" id="{B13E6F0C-6068-A070-739A-8710CA0858B9}"/>
              </a:ext>
            </a:extLst>
          </p:cNvPr>
          <p:cNvSpPr>
            <a:spLocks noGrp="1" noChangeArrowheads="1"/>
          </p:cNvSpPr>
          <p:nvPr>
            <p:ph type="body" idx="1"/>
          </p:nvPr>
        </p:nvSpPr>
        <p:spPr>
          <a:xfrm>
            <a:off x="838200" y="1524002"/>
            <a:ext cx="8801101" cy="3331746"/>
          </a:xfrm>
        </p:spPr>
        <p:txBody>
          <a:bodyPr/>
          <a:lstStyle/>
          <a:p>
            <a:pPr marL="914400" lvl="1" indent="-457200">
              <a:buFont typeface="Arial" panose="020B0604020202020204" pitchFamily="34" charset="0"/>
              <a:buChar char="•"/>
            </a:pPr>
            <a:r>
              <a:rPr lang="en-GB" altLang="en-US" sz="3093" dirty="0"/>
              <a:t>Represent </a:t>
            </a:r>
            <a:r>
              <a:rPr lang="en-GB" altLang="en-US" sz="3093" dirty="0">
                <a:solidFill>
                  <a:srgbClr val="00B050"/>
                </a:solidFill>
              </a:rPr>
              <a:t>communication</a:t>
            </a:r>
            <a:r>
              <a:rPr lang="en-GB" altLang="en-US" sz="3093" dirty="0"/>
              <a:t> between actor and use cases.</a:t>
            </a:r>
          </a:p>
          <a:p>
            <a:pPr marL="914400" lvl="1" indent="-457200">
              <a:buFont typeface="Arial" panose="020B0604020202020204" pitchFamily="34" charset="0"/>
              <a:buChar char="•"/>
            </a:pPr>
            <a:r>
              <a:rPr lang="en-GB" altLang="en-US" sz="3093" dirty="0"/>
              <a:t>Depicted by line or double-headed arrow line. </a:t>
            </a:r>
            <a:r>
              <a:rPr lang="en-US" altLang="en-US" sz="3093" dirty="0"/>
              <a:t>Navigation direction of an association represents who is initiating the communication.</a:t>
            </a:r>
            <a:endParaRPr lang="en-GB" altLang="en-US" sz="3093" dirty="0"/>
          </a:p>
          <a:p>
            <a:pPr marL="914400" lvl="1" indent="-457200">
              <a:buFont typeface="Arial" panose="020B0604020202020204" pitchFamily="34" charset="0"/>
              <a:buChar char="•"/>
            </a:pPr>
            <a:r>
              <a:rPr lang="en-GB" altLang="en-US" sz="3093" dirty="0"/>
              <a:t>Also called </a:t>
            </a:r>
            <a:r>
              <a:rPr lang="en-GB" altLang="en-US" sz="3093" dirty="0">
                <a:solidFill>
                  <a:srgbClr val="FF0000"/>
                </a:solidFill>
              </a:rPr>
              <a:t>association relationship</a:t>
            </a:r>
          </a:p>
          <a:p>
            <a:pPr marL="914400" lvl="1" indent="-457200">
              <a:buFont typeface="Arial" panose="020B0604020202020204" pitchFamily="34" charset="0"/>
              <a:buChar char="•"/>
            </a:pPr>
            <a:endParaRPr lang="en-GB" altLang="en-US" sz="3093" dirty="0">
              <a:solidFill>
                <a:srgbClr val="FF0000"/>
              </a:solidFill>
            </a:endParaRPr>
          </a:p>
        </p:txBody>
      </p:sp>
      <p:pic>
        <p:nvPicPr>
          <p:cNvPr id="21508" name="Picture 4">
            <a:extLst>
              <a:ext uri="{FF2B5EF4-FFF2-40B4-BE49-F238E27FC236}">
                <a16:creationId xmlns:a16="http://schemas.microsoft.com/office/drawing/2014/main" id="{D77A4A0C-0DA5-1D78-01EA-1C8CFDC33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860" y="5064590"/>
            <a:ext cx="1104741" cy="1767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Oval 5">
            <a:extLst>
              <a:ext uri="{FF2B5EF4-FFF2-40B4-BE49-F238E27FC236}">
                <a16:creationId xmlns:a16="http://schemas.microsoft.com/office/drawing/2014/main" id="{4C65730C-1915-8EFE-88F7-B44862BD1D81}"/>
              </a:ext>
            </a:extLst>
          </p:cNvPr>
          <p:cNvSpPr>
            <a:spLocks noChangeArrowheads="1"/>
          </p:cNvSpPr>
          <p:nvPr/>
        </p:nvSpPr>
        <p:spPr bwMode="auto">
          <a:xfrm>
            <a:off x="5365884" y="5317102"/>
            <a:ext cx="2430429" cy="125730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2651" dirty="0"/>
              <a:t>Make </a:t>
            </a:r>
          </a:p>
          <a:p>
            <a:pPr algn="ctr"/>
            <a:r>
              <a:rPr lang="en-US" altLang="en-US" sz="2651" dirty="0"/>
              <a:t>Appointment</a:t>
            </a:r>
          </a:p>
        </p:txBody>
      </p:sp>
      <p:sp>
        <p:nvSpPr>
          <p:cNvPr id="21510" name="Line 6">
            <a:extLst>
              <a:ext uri="{FF2B5EF4-FFF2-40B4-BE49-F238E27FC236}">
                <a16:creationId xmlns:a16="http://schemas.microsoft.com/office/drawing/2014/main" id="{BBB351BD-5C30-93DD-4021-9645FED8C08C}"/>
              </a:ext>
            </a:extLst>
          </p:cNvPr>
          <p:cNvSpPr>
            <a:spLocks noChangeShapeType="1"/>
          </p:cNvSpPr>
          <p:nvPr/>
        </p:nvSpPr>
        <p:spPr bwMode="auto">
          <a:xfrm>
            <a:off x="2472196" y="5906297"/>
            <a:ext cx="28618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988"/>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7F327FA-6B05-A993-90B6-7F7295D0CF3A}"/>
              </a:ext>
            </a:extLst>
          </p:cNvPr>
          <p:cNvSpPr>
            <a:spLocks noGrp="1" noChangeArrowheads="1"/>
          </p:cNvSpPr>
          <p:nvPr>
            <p:ph type="title"/>
            <p:custDataLst>
              <p:tags r:id="rId1"/>
            </p:custDataLst>
          </p:nvPr>
        </p:nvSpPr>
        <p:spPr>
          <a:xfrm>
            <a:off x="461185" y="228004"/>
            <a:ext cx="9136029" cy="677108"/>
          </a:xfrm>
        </p:spPr>
        <p:txBody>
          <a:bodyPr/>
          <a:lstStyle/>
          <a:p>
            <a:pPr marL="457200" lvl="1" indent="0"/>
            <a:r>
              <a:rPr lang="en-US" altLang="en-US" sz="4400" dirty="0">
                <a:solidFill>
                  <a:schemeClr val="tx1"/>
                </a:solidFill>
              </a:rPr>
              <a:t>Relationships: Multiplicity</a:t>
            </a:r>
          </a:p>
        </p:txBody>
      </p:sp>
      <p:sp>
        <p:nvSpPr>
          <p:cNvPr id="23556" name="Rectangle 4">
            <a:extLst>
              <a:ext uri="{FF2B5EF4-FFF2-40B4-BE49-F238E27FC236}">
                <a16:creationId xmlns:a16="http://schemas.microsoft.com/office/drawing/2014/main" id="{32C742EC-0EFA-74FC-F7D7-53443C9F3A53}"/>
              </a:ext>
            </a:extLst>
          </p:cNvPr>
          <p:cNvSpPr>
            <a:spLocks noChangeArrowheads="1"/>
          </p:cNvSpPr>
          <p:nvPr/>
        </p:nvSpPr>
        <p:spPr bwMode="auto">
          <a:xfrm>
            <a:off x="838200" y="1223426"/>
            <a:ext cx="8458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342900" indent="-342900">
              <a:buFont typeface="Arial" panose="020B0604020202020204" pitchFamily="34" charset="0"/>
              <a:buChar char="•"/>
            </a:pPr>
            <a:r>
              <a:rPr lang="en-US" dirty="0"/>
              <a:t>Multiplicity tells you the number of times an actor can participate in a use case.</a:t>
            </a:r>
            <a:endParaRPr lang="en-US" altLang="en-US" dirty="0">
              <a:solidFill>
                <a:schemeClr val="tx1"/>
              </a:solidFill>
            </a:endParaRPr>
          </a:p>
          <a:p>
            <a:pPr marL="342900" indent="-342900">
              <a:buFont typeface="Arial" panose="020B0604020202020204" pitchFamily="34" charset="0"/>
              <a:buChar char="•"/>
            </a:pPr>
            <a:r>
              <a:rPr lang="en-US" altLang="en-US" dirty="0"/>
              <a:t>But n</a:t>
            </a:r>
            <a:r>
              <a:rPr lang="en-US" altLang="en-US" dirty="0">
                <a:solidFill>
                  <a:schemeClr val="tx1"/>
                </a:solidFill>
              </a:rPr>
              <a:t>ot consistency shown on all use-case diagrams.</a:t>
            </a:r>
          </a:p>
        </p:txBody>
      </p:sp>
      <p:pic>
        <p:nvPicPr>
          <p:cNvPr id="7" name="Picture 6">
            <a:extLst>
              <a:ext uri="{FF2B5EF4-FFF2-40B4-BE49-F238E27FC236}">
                <a16:creationId xmlns:a16="http://schemas.microsoft.com/office/drawing/2014/main" id="{11BC4319-4596-7F7D-BBB9-B46012E265A9}"/>
              </a:ext>
            </a:extLst>
          </p:cNvPr>
          <p:cNvPicPr>
            <a:picLocks noChangeAspect="1"/>
          </p:cNvPicPr>
          <p:nvPr/>
        </p:nvPicPr>
        <p:blipFill>
          <a:blip r:embed="rId4"/>
          <a:stretch>
            <a:fillRect/>
          </a:stretch>
        </p:blipFill>
        <p:spPr>
          <a:xfrm>
            <a:off x="100482" y="3882390"/>
            <a:ext cx="5330015" cy="3749140"/>
          </a:xfrm>
          <a:prstGeom prst="rect">
            <a:avLst/>
          </a:prstGeom>
        </p:spPr>
      </p:pic>
      <p:pic>
        <p:nvPicPr>
          <p:cNvPr id="4" name="Picture 3">
            <a:extLst>
              <a:ext uri="{FF2B5EF4-FFF2-40B4-BE49-F238E27FC236}">
                <a16:creationId xmlns:a16="http://schemas.microsoft.com/office/drawing/2014/main" id="{F6CE1040-9D73-5D05-9857-B3054E62E308}"/>
              </a:ext>
            </a:extLst>
          </p:cNvPr>
          <p:cNvPicPr>
            <a:picLocks noChangeAspect="1"/>
          </p:cNvPicPr>
          <p:nvPr/>
        </p:nvPicPr>
        <p:blipFill>
          <a:blip r:embed="rId5"/>
          <a:stretch>
            <a:fillRect/>
          </a:stretch>
        </p:blipFill>
        <p:spPr>
          <a:xfrm>
            <a:off x="4157956" y="2576515"/>
            <a:ext cx="5439258" cy="28245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C5AEB00-11D5-6823-1F52-8D82098AA75E}"/>
              </a:ext>
            </a:extLst>
          </p:cNvPr>
          <p:cNvSpPr>
            <a:spLocks noGrp="1" noChangeArrowheads="1"/>
          </p:cNvSpPr>
          <p:nvPr>
            <p:ph type="title"/>
          </p:nvPr>
        </p:nvSpPr>
        <p:spPr>
          <a:xfrm>
            <a:off x="1305767" y="583341"/>
            <a:ext cx="7609633" cy="1231106"/>
          </a:xfrm>
        </p:spPr>
        <p:txBody>
          <a:bodyPr/>
          <a:lstStyle/>
          <a:p>
            <a:r>
              <a:rPr lang="en-GB" altLang="en-US" sz="4000" b="1" dirty="0"/>
              <a:t>Other Types of Relationships for Use Cases</a:t>
            </a:r>
          </a:p>
        </p:txBody>
      </p:sp>
      <p:sp>
        <p:nvSpPr>
          <p:cNvPr id="24579" name="Rectangle 3">
            <a:extLst>
              <a:ext uri="{FF2B5EF4-FFF2-40B4-BE49-F238E27FC236}">
                <a16:creationId xmlns:a16="http://schemas.microsoft.com/office/drawing/2014/main" id="{8CADD609-B2EC-C3BF-1FEE-608EAB932449}"/>
              </a:ext>
            </a:extLst>
          </p:cNvPr>
          <p:cNvSpPr>
            <a:spLocks noGrp="1" noChangeArrowheads="1"/>
          </p:cNvSpPr>
          <p:nvPr>
            <p:ph type="body" idx="1"/>
          </p:nvPr>
        </p:nvSpPr>
        <p:spPr>
          <a:xfrm>
            <a:off x="503272" y="1873118"/>
            <a:ext cx="9220200" cy="2523768"/>
          </a:xfrm>
        </p:spPr>
        <p:txBody>
          <a:bodyPr/>
          <a:lstStyle/>
          <a:p>
            <a:pPr marL="571500" indent="-571500">
              <a:buFont typeface="Arial" panose="020B0604020202020204" pitchFamily="34" charset="0"/>
              <a:buChar char="•"/>
            </a:pPr>
            <a:endParaRPr lang="en-GB" altLang="en-US" sz="4400" dirty="0"/>
          </a:p>
          <a:p>
            <a:pPr marL="914400" lvl="1" indent="-457200">
              <a:buFont typeface="Arial" panose="020B0604020202020204" pitchFamily="34" charset="0"/>
              <a:buChar char="•"/>
            </a:pPr>
            <a:r>
              <a:rPr lang="en-GB" altLang="en-US" sz="4000" dirty="0"/>
              <a:t>Generalization</a:t>
            </a:r>
          </a:p>
          <a:p>
            <a:pPr marL="914400" lvl="1" indent="-457200">
              <a:buFont typeface="Arial" panose="020B0604020202020204" pitchFamily="34" charset="0"/>
              <a:buChar char="•"/>
            </a:pPr>
            <a:r>
              <a:rPr lang="en-GB" altLang="en-US" sz="4000" dirty="0"/>
              <a:t>Include</a:t>
            </a:r>
          </a:p>
          <a:p>
            <a:pPr marL="914400" lvl="1" indent="-457200">
              <a:buFont typeface="Arial" panose="020B0604020202020204" pitchFamily="34" charset="0"/>
              <a:buChar char="•"/>
            </a:pPr>
            <a:r>
              <a:rPr lang="en-GB" altLang="en-US" sz="4000" dirty="0"/>
              <a:t>Extend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F37A6850-B0FE-EBA0-DD8B-6CF39281DD99}"/>
              </a:ext>
            </a:extLst>
          </p:cNvPr>
          <p:cNvSpPr>
            <a:spLocks noGrp="1" noChangeArrowheads="1"/>
          </p:cNvSpPr>
          <p:nvPr>
            <p:ph type="body" idx="1"/>
          </p:nvPr>
        </p:nvSpPr>
        <p:spPr>
          <a:xfrm>
            <a:off x="1135029" y="838200"/>
            <a:ext cx="8161371" cy="2072875"/>
          </a:xfrm>
        </p:spPr>
        <p:txBody>
          <a:bodyPr/>
          <a:lstStyle/>
          <a:p>
            <a:r>
              <a:rPr lang="en-GB" altLang="en-US" sz="3535" b="1" dirty="0"/>
              <a:t>Generalization Relationship</a:t>
            </a:r>
          </a:p>
          <a:p>
            <a:endParaRPr lang="en-GB" altLang="en-US" sz="3535" b="1" dirty="0"/>
          </a:p>
          <a:p>
            <a:pPr lvl="1"/>
            <a:r>
              <a:rPr lang="en-GB" altLang="en-US" sz="3200" dirty="0"/>
              <a:t>Represented by a line and a hollow arrow</a:t>
            </a:r>
          </a:p>
          <a:p>
            <a:pPr lvl="2" indent="-252512"/>
            <a:r>
              <a:rPr lang="en-GB" altLang="en-US" sz="3200" dirty="0">
                <a:solidFill>
                  <a:srgbClr val="FF0000"/>
                </a:solidFill>
              </a:rPr>
              <a:t>From child to parent</a:t>
            </a:r>
          </a:p>
        </p:txBody>
      </p:sp>
      <p:grpSp>
        <p:nvGrpSpPr>
          <p:cNvPr id="6" name="Group 5">
            <a:extLst>
              <a:ext uri="{FF2B5EF4-FFF2-40B4-BE49-F238E27FC236}">
                <a16:creationId xmlns:a16="http://schemas.microsoft.com/office/drawing/2014/main" id="{E3ABCB82-CCD1-FEB9-DE00-C3877566F2C7}"/>
              </a:ext>
            </a:extLst>
          </p:cNvPr>
          <p:cNvGrpSpPr/>
          <p:nvPr/>
        </p:nvGrpSpPr>
        <p:grpSpPr>
          <a:xfrm>
            <a:off x="3429000" y="3430861"/>
            <a:ext cx="2679434" cy="2969939"/>
            <a:chOff x="3856071" y="3880649"/>
            <a:chExt cx="2679434" cy="2969939"/>
          </a:xfrm>
        </p:grpSpPr>
        <p:sp>
          <p:nvSpPr>
            <p:cNvPr id="25604" name="Oval 4">
              <a:extLst>
                <a:ext uri="{FF2B5EF4-FFF2-40B4-BE49-F238E27FC236}">
                  <a16:creationId xmlns:a16="http://schemas.microsoft.com/office/drawing/2014/main" id="{809E5E85-8F74-9DC5-93F0-0B2C6DCA7885}"/>
                </a:ext>
              </a:extLst>
            </p:cNvPr>
            <p:cNvSpPr>
              <a:spLocks noChangeArrowheads="1"/>
            </p:cNvSpPr>
            <p:nvPr/>
          </p:nvSpPr>
          <p:spPr bwMode="auto">
            <a:xfrm>
              <a:off x="3875799" y="5759876"/>
              <a:ext cx="2597018" cy="109071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sz="2651"/>
            </a:p>
          </p:txBody>
        </p:sp>
        <p:sp>
          <p:nvSpPr>
            <p:cNvPr id="25605" name="Oval 5">
              <a:extLst>
                <a:ext uri="{FF2B5EF4-FFF2-40B4-BE49-F238E27FC236}">
                  <a16:creationId xmlns:a16="http://schemas.microsoft.com/office/drawing/2014/main" id="{E4A222CE-7ACA-8105-7209-885C5733FC75}"/>
                </a:ext>
              </a:extLst>
            </p:cNvPr>
            <p:cNvSpPr>
              <a:spLocks noChangeArrowheads="1"/>
            </p:cNvSpPr>
            <p:nvPr/>
          </p:nvSpPr>
          <p:spPr bwMode="auto">
            <a:xfrm>
              <a:off x="3856071" y="3880649"/>
              <a:ext cx="2598771" cy="109071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sz="2651"/>
            </a:p>
          </p:txBody>
        </p:sp>
        <p:sp>
          <p:nvSpPr>
            <p:cNvPr id="25607" name="Text Box 7">
              <a:extLst>
                <a:ext uri="{FF2B5EF4-FFF2-40B4-BE49-F238E27FC236}">
                  <a16:creationId xmlns:a16="http://schemas.microsoft.com/office/drawing/2014/main" id="{3D96CF2F-A33C-9297-65D7-DFD2345E70D0}"/>
                </a:ext>
              </a:extLst>
            </p:cNvPr>
            <p:cNvSpPr txBox="1">
              <a:spLocks noChangeArrowheads="1"/>
            </p:cNvSpPr>
            <p:nvPr/>
          </p:nvSpPr>
          <p:spPr bwMode="auto">
            <a:xfrm>
              <a:off x="4294901" y="6028170"/>
              <a:ext cx="2177917" cy="4075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601" tIns="50300" rIns="100601" bIns="50300">
              <a:spAutoFit/>
            </a:bodyPr>
            <a:lstStyle>
              <a:lvl1pPr defTabSz="911225">
                <a:defRPr sz="2400">
                  <a:solidFill>
                    <a:schemeClr val="tx1"/>
                  </a:solidFill>
                  <a:latin typeface="Times" panose="02020603050405020304" pitchFamily="18" charset="0"/>
                </a:defRPr>
              </a:lvl1pPr>
              <a:lvl2pPr marL="742950" indent="-285750" defTabSz="911225">
                <a:defRPr sz="2400">
                  <a:solidFill>
                    <a:schemeClr val="tx1"/>
                  </a:solidFill>
                  <a:latin typeface="Times" panose="02020603050405020304" pitchFamily="18" charset="0"/>
                </a:defRPr>
              </a:lvl2pPr>
              <a:lvl3pPr marL="1143000" indent="-228600" defTabSz="911225">
                <a:defRPr sz="2400">
                  <a:solidFill>
                    <a:schemeClr val="tx1"/>
                  </a:solidFill>
                  <a:latin typeface="Times" panose="02020603050405020304" pitchFamily="18" charset="0"/>
                </a:defRPr>
              </a:lvl3pPr>
              <a:lvl4pPr marL="1600200" indent="-228600" defTabSz="911225">
                <a:defRPr sz="2400">
                  <a:solidFill>
                    <a:schemeClr val="tx1"/>
                  </a:solidFill>
                  <a:latin typeface="Times" panose="02020603050405020304" pitchFamily="18" charset="0"/>
                </a:defRPr>
              </a:lvl4pPr>
              <a:lvl5pPr marL="2057400" indent="-228600" defTabSz="911225">
                <a:defRPr sz="2400">
                  <a:solidFill>
                    <a:schemeClr val="tx1"/>
                  </a:solidFill>
                  <a:latin typeface="Times" panose="02020603050405020304" pitchFamily="18" charset="0"/>
                </a:defRPr>
              </a:lvl5pPr>
              <a:lvl6pPr marL="2514600" indent="-228600" defTabSz="911225" eaLnBrk="0" fontAlgn="base" hangingPunct="0">
                <a:spcBef>
                  <a:spcPct val="0"/>
                </a:spcBef>
                <a:spcAft>
                  <a:spcPct val="0"/>
                </a:spcAft>
                <a:defRPr sz="2400">
                  <a:solidFill>
                    <a:schemeClr val="tx1"/>
                  </a:solidFill>
                  <a:latin typeface="Times" panose="02020603050405020304" pitchFamily="18" charset="0"/>
                </a:defRPr>
              </a:lvl6pPr>
              <a:lvl7pPr marL="2971800" indent="-228600" defTabSz="911225" eaLnBrk="0" fontAlgn="base" hangingPunct="0">
                <a:spcBef>
                  <a:spcPct val="0"/>
                </a:spcBef>
                <a:spcAft>
                  <a:spcPct val="0"/>
                </a:spcAft>
                <a:defRPr sz="2400">
                  <a:solidFill>
                    <a:schemeClr val="tx1"/>
                  </a:solidFill>
                  <a:latin typeface="Times" panose="02020603050405020304" pitchFamily="18" charset="0"/>
                </a:defRPr>
              </a:lvl7pPr>
              <a:lvl8pPr marL="3429000" indent="-228600" defTabSz="911225" eaLnBrk="0" fontAlgn="base" hangingPunct="0">
                <a:spcBef>
                  <a:spcPct val="0"/>
                </a:spcBef>
                <a:spcAft>
                  <a:spcPct val="0"/>
                </a:spcAft>
                <a:defRPr sz="2400">
                  <a:solidFill>
                    <a:schemeClr val="tx1"/>
                  </a:solidFill>
                  <a:latin typeface="Times" panose="02020603050405020304" pitchFamily="18" charset="0"/>
                </a:defRPr>
              </a:lvl8pPr>
              <a:lvl9pPr marL="3886200" indent="-228600" defTabSz="911225"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50000"/>
                </a:spcBef>
              </a:pPr>
              <a:r>
                <a:rPr lang="en-US" altLang="en-US" sz="1988" dirty="0">
                  <a:latin typeface="Arial" panose="020B0604020202020204" pitchFamily="34" charset="0"/>
                </a:rPr>
                <a:t>Child use case</a:t>
              </a:r>
            </a:p>
          </p:txBody>
        </p:sp>
        <p:sp>
          <p:nvSpPr>
            <p:cNvPr id="25608" name="Text Box 8">
              <a:extLst>
                <a:ext uri="{FF2B5EF4-FFF2-40B4-BE49-F238E27FC236}">
                  <a16:creationId xmlns:a16="http://schemas.microsoft.com/office/drawing/2014/main" id="{C0343FD8-252F-BAFA-7D36-5DD4E72B2943}"/>
                </a:ext>
              </a:extLst>
            </p:cNvPr>
            <p:cNvSpPr txBox="1">
              <a:spLocks noChangeArrowheads="1"/>
            </p:cNvSpPr>
            <p:nvPr/>
          </p:nvSpPr>
          <p:spPr bwMode="auto">
            <a:xfrm>
              <a:off x="4271664" y="4258247"/>
              <a:ext cx="2263841" cy="4075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601" tIns="50300" rIns="100601" bIns="50300">
              <a:spAutoFit/>
            </a:bodyPr>
            <a:lstStyle>
              <a:lvl1pPr defTabSz="911225">
                <a:defRPr sz="2400">
                  <a:solidFill>
                    <a:schemeClr val="tx1"/>
                  </a:solidFill>
                  <a:latin typeface="Times" panose="02020603050405020304" pitchFamily="18" charset="0"/>
                </a:defRPr>
              </a:lvl1pPr>
              <a:lvl2pPr marL="742950" indent="-285750" defTabSz="911225">
                <a:defRPr sz="2400">
                  <a:solidFill>
                    <a:schemeClr val="tx1"/>
                  </a:solidFill>
                  <a:latin typeface="Times" panose="02020603050405020304" pitchFamily="18" charset="0"/>
                </a:defRPr>
              </a:lvl2pPr>
              <a:lvl3pPr marL="1143000" indent="-228600" defTabSz="911225">
                <a:defRPr sz="2400">
                  <a:solidFill>
                    <a:schemeClr val="tx1"/>
                  </a:solidFill>
                  <a:latin typeface="Times" panose="02020603050405020304" pitchFamily="18" charset="0"/>
                </a:defRPr>
              </a:lvl3pPr>
              <a:lvl4pPr marL="1600200" indent="-228600" defTabSz="911225">
                <a:defRPr sz="2400">
                  <a:solidFill>
                    <a:schemeClr val="tx1"/>
                  </a:solidFill>
                  <a:latin typeface="Times" panose="02020603050405020304" pitchFamily="18" charset="0"/>
                </a:defRPr>
              </a:lvl4pPr>
              <a:lvl5pPr marL="2057400" indent="-228600" defTabSz="911225">
                <a:defRPr sz="2400">
                  <a:solidFill>
                    <a:schemeClr val="tx1"/>
                  </a:solidFill>
                  <a:latin typeface="Times" panose="02020603050405020304" pitchFamily="18" charset="0"/>
                </a:defRPr>
              </a:lvl5pPr>
              <a:lvl6pPr marL="2514600" indent="-228600" defTabSz="911225" eaLnBrk="0" fontAlgn="base" hangingPunct="0">
                <a:spcBef>
                  <a:spcPct val="0"/>
                </a:spcBef>
                <a:spcAft>
                  <a:spcPct val="0"/>
                </a:spcAft>
                <a:defRPr sz="2400">
                  <a:solidFill>
                    <a:schemeClr val="tx1"/>
                  </a:solidFill>
                  <a:latin typeface="Times" panose="02020603050405020304" pitchFamily="18" charset="0"/>
                </a:defRPr>
              </a:lvl6pPr>
              <a:lvl7pPr marL="2971800" indent="-228600" defTabSz="911225" eaLnBrk="0" fontAlgn="base" hangingPunct="0">
                <a:spcBef>
                  <a:spcPct val="0"/>
                </a:spcBef>
                <a:spcAft>
                  <a:spcPct val="0"/>
                </a:spcAft>
                <a:defRPr sz="2400">
                  <a:solidFill>
                    <a:schemeClr val="tx1"/>
                  </a:solidFill>
                  <a:latin typeface="Times" panose="02020603050405020304" pitchFamily="18" charset="0"/>
                </a:defRPr>
              </a:lvl7pPr>
              <a:lvl8pPr marL="3429000" indent="-228600" defTabSz="911225" eaLnBrk="0" fontAlgn="base" hangingPunct="0">
                <a:spcBef>
                  <a:spcPct val="0"/>
                </a:spcBef>
                <a:spcAft>
                  <a:spcPct val="0"/>
                </a:spcAft>
                <a:defRPr sz="2400">
                  <a:solidFill>
                    <a:schemeClr val="tx1"/>
                  </a:solidFill>
                  <a:latin typeface="Times" panose="02020603050405020304" pitchFamily="18" charset="0"/>
                </a:defRPr>
              </a:lvl8pPr>
              <a:lvl9pPr marL="3886200" indent="-228600" defTabSz="911225"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50000"/>
                </a:spcBef>
              </a:pPr>
              <a:r>
                <a:rPr lang="en-US" altLang="en-US" sz="1988" dirty="0">
                  <a:latin typeface="Arial" panose="020B0604020202020204" pitchFamily="34" charset="0"/>
                </a:rPr>
                <a:t>Parent use case</a:t>
              </a:r>
            </a:p>
          </p:txBody>
        </p:sp>
        <p:sp>
          <p:nvSpPr>
            <p:cNvPr id="2" name="Isosceles Triangle 1">
              <a:extLst>
                <a:ext uri="{FF2B5EF4-FFF2-40B4-BE49-F238E27FC236}">
                  <a16:creationId xmlns:a16="http://schemas.microsoft.com/office/drawing/2014/main" id="{50714127-4C60-450D-AA48-B93D45E112C4}"/>
                </a:ext>
              </a:extLst>
            </p:cNvPr>
            <p:cNvSpPr/>
            <p:nvPr/>
          </p:nvSpPr>
          <p:spPr bwMode="auto">
            <a:xfrm>
              <a:off x="5066904" y="5007890"/>
              <a:ext cx="214809" cy="225042"/>
            </a:xfrm>
            <a:prstGeom prst="triangle">
              <a:avLst/>
            </a:prstGeom>
            <a:no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101005" tIns="50502" rIns="101005" bIns="50502" numCol="1" spcCol="0" rtlCol="0" fromWordArt="0" anchor="t" anchorCtr="0" forceAA="0" compatLnSpc="1">
              <a:prstTxWarp prst="textNoShape">
                <a:avLst/>
              </a:prstTxWarp>
              <a:noAutofit/>
            </a:bodyPr>
            <a:lstStyle/>
            <a:p>
              <a:pPr defTabSz="1010046" eaLnBrk="0" fontAlgn="base" hangingPunct="0">
                <a:spcBef>
                  <a:spcPct val="0"/>
                </a:spcBef>
                <a:spcAft>
                  <a:spcPct val="0"/>
                </a:spcAft>
              </a:pPr>
              <a:endParaRPr lang="en-MY" sz="2651">
                <a:latin typeface="Times"/>
              </a:endParaRPr>
            </a:p>
          </p:txBody>
        </p:sp>
        <p:cxnSp>
          <p:nvCxnSpPr>
            <p:cNvPr id="4" name="Straight Connector 3">
              <a:extLst>
                <a:ext uri="{FF2B5EF4-FFF2-40B4-BE49-F238E27FC236}">
                  <a16:creationId xmlns:a16="http://schemas.microsoft.com/office/drawing/2014/main" id="{9D94F54D-0F9C-4726-8F50-72BB8FD6B220}"/>
                </a:ext>
              </a:extLst>
            </p:cNvPr>
            <p:cNvCxnSpPr>
              <a:cxnSpLocks/>
              <a:stCxn id="25604" idx="0"/>
              <a:endCxn id="2" idx="3"/>
            </p:cNvCxnSpPr>
            <p:nvPr/>
          </p:nvCxnSpPr>
          <p:spPr bwMode="auto">
            <a:xfrm flipV="1">
              <a:off x="5174308" y="5232931"/>
              <a:ext cx="0" cy="526944"/>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5D3A10E3-D643-2402-4A1E-86DBFDA4E57C}"/>
              </a:ext>
            </a:extLst>
          </p:cNvPr>
          <p:cNvSpPr>
            <a:spLocks noGrp="1" noChangeArrowheads="1"/>
          </p:cNvSpPr>
          <p:nvPr>
            <p:ph type="body" idx="1"/>
          </p:nvPr>
        </p:nvSpPr>
        <p:spPr>
          <a:xfrm>
            <a:off x="1143000" y="609600"/>
            <a:ext cx="7848600" cy="3943772"/>
          </a:xfrm>
        </p:spPr>
        <p:txBody>
          <a:bodyPr/>
          <a:lstStyle/>
          <a:p>
            <a:r>
              <a:rPr lang="en-GB" altLang="en-US" sz="3535" b="1" dirty="0"/>
              <a:t>Include Relationship</a:t>
            </a:r>
          </a:p>
          <a:p>
            <a:endParaRPr lang="en-GB" altLang="en-US" sz="3535" b="1" dirty="0"/>
          </a:p>
          <a:p>
            <a:pPr marL="914400" lvl="1" indent="-457200">
              <a:buFont typeface="Arial" panose="020B0604020202020204" pitchFamily="34" charset="0"/>
              <a:buChar char="•"/>
            </a:pPr>
            <a:r>
              <a:rPr lang="en-GB" altLang="en-US" sz="3093" dirty="0"/>
              <a:t>Represents the inclusion of the functionality of one use case within another (</a:t>
            </a:r>
            <a:r>
              <a:rPr lang="en-GB" altLang="en-US" sz="3093" dirty="0">
                <a:solidFill>
                  <a:srgbClr val="FF0000"/>
                </a:solidFill>
              </a:rPr>
              <a:t>mandatory</a:t>
            </a:r>
            <a:r>
              <a:rPr lang="en-GB" altLang="en-US" sz="3093" dirty="0"/>
              <a:t>)</a:t>
            </a:r>
          </a:p>
          <a:p>
            <a:pPr marL="914400" lvl="1" indent="-457200">
              <a:buFont typeface="Arial" panose="020B0604020202020204" pitchFamily="34" charset="0"/>
              <a:buChar char="•"/>
            </a:pPr>
            <a:r>
              <a:rPr lang="en-GB" altLang="en-US" sz="3093" dirty="0"/>
              <a:t>Arrow is drawn from the base use case to the used use case</a:t>
            </a:r>
          </a:p>
          <a:p>
            <a:pPr marL="914400" lvl="1" indent="-457200">
              <a:buFont typeface="Arial" panose="020B0604020202020204" pitchFamily="34" charset="0"/>
              <a:buChar char="•"/>
            </a:pPr>
            <a:r>
              <a:rPr lang="en-GB" altLang="en-US" sz="3093" dirty="0"/>
              <a:t>Write </a:t>
            </a:r>
            <a:r>
              <a:rPr lang="en-GB" altLang="en-US" sz="3093" b="1" dirty="0">
                <a:solidFill>
                  <a:srgbClr val="00B050"/>
                </a:solidFill>
              </a:rPr>
              <a:t>&lt;&lt;include&gt;&gt; </a:t>
            </a:r>
            <a:r>
              <a:rPr lang="en-GB" altLang="en-US" sz="3093" dirty="0"/>
              <a:t>above arrowhead line</a:t>
            </a:r>
          </a:p>
        </p:txBody>
      </p:sp>
      <p:pic>
        <p:nvPicPr>
          <p:cNvPr id="4" name="Picture 3">
            <a:extLst>
              <a:ext uri="{FF2B5EF4-FFF2-40B4-BE49-F238E27FC236}">
                <a16:creationId xmlns:a16="http://schemas.microsoft.com/office/drawing/2014/main" id="{97A7D652-C7B3-4FCC-8B58-5D6967937039}"/>
              </a:ext>
            </a:extLst>
          </p:cNvPr>
          <p:cNvPicPr>
            <a:picLocks noChangeAspect="1"/>
          </p:cNvPicPr>
          <p:nvPr/>
        </p:nvPicPr>
        <p:blipFill>
          <a:blip r:embed="rId3"/>
          <a:stretch>
            <a:fillRect/>
          </a:stretch>
        </p:blipFill>
        <p:spPr>
          <a:xfrm>
            <a:off x="1877620" y="4953000"/>
            <a:ext cx="6303159" cy="15039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166E4C42-1712-7635-2B15-A5ECFEE7E461}"/>
              </a:ext>
            </a:extLst>
          </p:cNvPr>
          <p:cNvSpPr>
            <a:spLocks noGrp="1" noChangeArrowheads="1"/>
          </p:cNvSpPr>
          <p:nvPr>
            <p:ph type="body" idx="1"/>
          </p:nvPr>
        </p:nvSpPr>
        <p:spPr>
          <a:xfrm>
            <a:off x="1088959" y="762000"/>
            <a:ext cx="8401289" cy="3467809"/>
          </a:xfrm>
        </p:spPr>
        <p:txBody>
          <a:bodyPr/>
          <a:lstStyle/>
          <a:p>
            <a:r>
              <a:rPr lang="en-GB" altLang="en-US" sz="3535" b="1" dirty="0"/>
              <a:t>Extend relationship</a:t>
            </a:r>
          </a:p>
          <a:p>
            <a:endParaRPr lang="en-GB" altLang="en-US" sz="3535" b="1" dirty="0"/>
          </a:p>
          <a:p>
            <a:pPr marL="914400" lvl="1" indent="-457200">
              <a:buFont typeface="Arial" panose="020B0604020202020204" pitchFamily="34" charset="0"/>
              <a:buChar char="•"/>
            </a:pPr>
            <a:r>
              <a:rPr lang="en-GB" altLang="en-US" sz="3093" dirty="0"/>
              <a:t>Represents the extension of the use case to include </a:t>
            </a:r>
            <a:r>
              <a:rPr lang="en-GB" altLang="en-US" sz="3093" dirty="0">
                <a:solidFill>
                  <a:srgbClr val="FF0000"/>
                </a:solidFill>
              </a:rPr>
              <a:t>optional</a:t>
            </a:r>
            <a:r>
              <a:rPr lang="en-GB" altLang="en-US" sz="3093" dirty="0"/>
              <a:t> functionality </a:t>
            </a:r>
          </a:p>
          <a:p>
            <a:pPr marL="914400" lvl="1" indent="-457200">
              <a:buFont typeface="Arial" panose="020B0604020202020204" pitchFamily="34" charset="0"/>
              <a:buChar char="•"/>
            </a:pPr>
            <a:r>
              <a:rPr lang="en-GB" altLang="en-US" sz="3093" dirty="0"/>
              <a:t>Arrow is drawn from the extension use case to the base use case</a:t>
            </a:r>
          </a:p>
          <a:p>
            <a:pPr marL="914400" lvl="1" indent="-457200">
              <a:buFont typeface="Arial" panose="020B0604020202020204" pitchFamily="34" charset="0"/>
              <a:buChar char="•"/>
            </a:pPr>
            <a:r>
              <a:rPr lang="en-GB" altLang="en-US" sz="3093" dirty="0"/>
              <a:t>Write </a:t>
            </a:r>
            <a:r>
              <a:rPr lang="en-GB" altLang="en-US" sz="3093" dirty="0">
                <a:solidFill>
                  <a:srgbClr val="00B050"/>
                </a:solidFill>
              </a:rPr>
              <a:t>&lt;&lt;extend&gt;&gt; </a:t>
            </a:r>
            <a:r>
              <a:rPr lang="en-GB" altLang="en-US" sz="3093" dirty="0"/>
              <a:t>above arrowhead line</a:t>
            </a:r>
          </a:p>
        </p:txBody>
      </p:sp>
      <p:pic>
        <p:nvPicPr>
          <p:cNvPr id="4" name="Picture 3">
            <a:extLst>
              <a:ext uri="{FF2B5EF4-FFF2-40B4-BE49-F238E27FC236}">
                <a16:creationId xmlns:a16="http://schemas.microsoft.com/office/drawing/2014/main" id="{250A866F-7AA5-4881-A97C-80BA6C8C086E}"/>
              </a:ext>
            </a:extLst>
          </p:cNvPr>
          <p:cNvPicPr>
            <a:picLocks noChangeAspect="1"/>
          </p:cNvPicPr>
          <p:nvPr/>
        </p:nvPicPr>
        <p:blipFill>
          <a:blip r:embed="rId3"/>
          <a:stretch>
            <a:fillRect/>
          </a:stretch>
        </p:blipFill>
        <p:spPr>
          <a:xfrm>
            <a:off x="1828800" y="4800600"/>
            <a:ext cx="6154617" cy="1143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7F327FA-6B05-A993-90B6-7F7295D0CF3A}"/>
              </a:ext>
            </a:extLst>
          </p:cNvPr>
          <p:cNvSpPr>
            <a:spLocks noGrp="1" noChangeArrowheads="1"/>
          </p:cNvSpPr>
          <p:nvPr>
            <p:ph type="title"/>
            <p:custDataLst>
              <p:tags r:id="rId1"/>
            </p:custDataLst>
          </p:nvPr>
        </p:nvSpPr>
        <p:spPr>
          <a:xfrm>
            <a:off x="461185" y="228004"/>
            <a:ext cx="9136029" cy="677108"/>
          </a:xfrm>
        </p:spPr>
        <p:txBody>
          <a:bodyPr/>
          <a:lstStyle/>
          <a:p>
            <a:pPr marL="457200" lvl="1" indent="0"/>
            <a:r>
              <a:rPr lang="en-US" altLang="en-US" sz="4400" b="1" dirty="0">
                <a:solidFill>
                  <a:schemeClr val="tx1"/>
                </a:solidFill>
              </a:rPr>
              <a:t>Example: Final Use Case</a:t>
            </a:r>
          </a:p>
        </p:txBody>
      </p:sp>
      <p:pic>
        <p:nvPicPr>
          <p:cNvPr id="3" name="Picture 2">
            <a:extLst>
              <a:ext uri="{FF2B5EF4-FFF2-40B4-BE49-F238E27FC236}">
                <a16:creationId xmlns:a16="http://schemas.microsoft.com/office/drawing/2014/main" id="{4534A39C-ECA0-EA21-F54E-F1F2AB659CA6}"/>
              </a:ext>
            </a:extLst>
          </p:cNvPr>
          <p:cNvPicPr>
            <a:picLocks noChangeAspect="1"/>
          </p:cNvPicPr>
          <p:nvPr/>
        </p:nvPicPr>
        <p:blipFill>
          <a:blip r:embed="rId4"/>
          <a:stretch>
            <a:fillRect/>
          </a:stretch>
        </p:blipFill>
        <p:spPr>
          <a:xfrm>
            <a:off x="838200" y="1414117"/>
            <a:ext cx="8382000" cy="5672483"/>
          </a:xfrm>
          <a:prstGeom prst="rect">
            <a:avLst/>
          </a:prstGeom>
        </p:spPr>
      </p:pic>
    </p:spTree>
    <p:extLst>
      <p:ext uri="{BB962C8B-B14F-4D97-AF65-F5344CB8AC3E}">
        <p14:creationId xmlns:p14="http://schemas.microsoft.com/office/powerpoint/2010/main" val="143258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p:nvPr/>
        </p:nvSpPr>
        <p:spPr>
          <a:xfrm>
            <a:off x="304800" y="1295400"/>
            <a:ext cx="9144000" cy="5470484"/>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6" name="Title 1">
            <a:extLst>
              <a:ext uri="{FF2B5EF4-FFF2-40B4-BE49-F238E27FC236}">
                <a16:creationId xmlns:a16="http://schemas.microsoft.com/office/drawing/2014/main" id="{00776DF8-E934-1933-4369-C0B119E5899A}"/>
              </a:ext>
            </a:extLst>
          </p:cNvPr>
          <p:cNvSpPr txBox="1">
            <a:spLocks/>
          </p:cNvSpPr>
          <p:nvPr/>
        </p:nvSpPr>
        <p:spPr>
          <a:xfrm>
            <a:off x="1625614" y="533400"/>
            <a:ext cx="7670785" cy="1420257"/>
          </a:xfrm>
          <a:prstGeom prst="rect">
            <a:avLst/>
          </a:prstGeom>
        </p:spPr>
        <p:txBody>
          <a:bodyPr wrap="square" lIns="0" tIns="0" rIns="0" bIns="0">
            <a:normAutofit/>
          </a:bodyPr>
          <a:lstStyle>
            <a:lvl1pPr>
              <a:defRPr sz="4600" b="0" i="0">
                <a:solidFill>
                  <a:srgbClr val="2B7B9F"/>
                </a:solidFill>
                <a:latin typeface="Arial"/>
                <a:ea typeface="+mj-ea"/>
                <a:cs typeface="Arial"/>
              </a:defRPr>
            </a:lvl1pPr>
          </a:lstStyle>
          <a:p>
            <a:r>
              <a:rPr lang="en-MY" kern="0" dirty="0">
                <a:latin typeface="Tw Cen MT" panose="020B0602020104020603" pitchFamily="34" charset="0"/>
              </a:rPr>
              <a:t>Example of USE CASE DIAGRAM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37</a:t>
            </a:fld>
            <a:endParaRPr lang="en-MY">
              <a:latin typeface="Tw Cen MT" panose="020B0602020104020603" pitchFamily="34" charset="0"/>
            </a:endParaRPr>
          </a:p>
        </p:txBody>
      </p:sp>
      <p:pic>
        <p:nvPicPr>
          <p:cNvPr id="5" name="Picture 4">
            <a:extLst>
              <a:ext uri="{FF2B5EF4-FFF2-40B4-BE49-F238E27FC236}">
                <a16:creationId xmlns:a16="http://schemas.microsoft.com/office/drawing/2014/main" id="{3DF382FF-E02D-41DD-A08E-C4989B087839}"/>
              </a:ext>
            </a:extLst>
          </p:cNvPr>
          <p:cNvPicPr>
            <a:picLocks noChangeAspect="1"/>
          </p:cNvPicPr>
          <p:nvPr/>
        </p:nvPicPr>
        <p:blipFill>
          <a:blip r:embed="rId3"/>
          <a:stretch>
            <a:fillRect/>
          </a:stretch>
        </p:blipFill>
        <p:spPr>
          <a:xfrm>
            <a:off x="2362200" y="1676400"/>
            <a:ext cx="5280241" cy="5410200"/>
          </a:xfrm>
          <a:prstGeom prst="rect">
            <a:avLst/>
          </a:prstGeom>
        </p:spPr>
      </p:pic>
      <p:sp>
        <p:nvSpPr>
          <p:cNvPr id="6" name="Title 1">
            <a:extLst>
              <a:ext uri="{FF2B5EF4-FFF2-40B4-BE49-F238E27FC236}">
                <a16:creationId xmlns:a16="http://schemas.microsoft.com/office/drawing/2014/main" id="{AD5D0790-26DB-4FF2-80C3-AC06AA53C418}"/>
              </a:ext>
            </a:extLst>
          </p:cNvPr>
          <p:cNvSpPr txBox="1">
            <a:spLocks/>
          </p:cNvSpPr>
          <p:nvPr/>
        </p:nvSpPr>
        <p:spPr>
          <a:xfrm>
            <a:off x="1625614" y="533400"/>
            <a:ext cx="7670785" cy="1420257"/>
          </a:xfrm>
          <a:prstGeom prst="rect">
            <a:avLst/>
          </a:prstGeom>
        </p:spPr>
        <p:txBody>
          <a:bodyPr wrap="square" lIns="0" tIns="0" rIns="0" bIns="0">
            <a:normAutofit/>
          </a:bodyPr>
          <a:lstStyle>
            <a:lvl1pPr>
              <a:defRPr sz="4600" b="0" i="0">
                <a:solidFill>
                  <a:srgbClr val="2B7B9F"/>
                </a:solidFill>
                <a:latin typeface="Arial"/>
                <a:ea typeface="+mj-ea"/>
                <a:cs typeface="Arial"/>
              </a:defRPr>
            </a:lvl1pPr>
          </a:lstStyle>
          <a:p>
            <a:r>
              <a:rPr lang="en-MY" kern="0" dirty="0">
                <a:latin typeface="Tw Cen MT" panose="020B0602020104020603" pitchFamily="34" charset="0"/>
              </a:rPr>
              <a:t>Example of USE CASE DIAGRAM</a:t>
            </a:r>
          </a:p>
        </p:txBody>
      </p:sp>
    </p:spTree>
    <p:extLst>
      <p:ext uri="{BB962C8B-B14F-4D97-AF65-F5344CB8AC3E}">
        <p14:creationId xmlns:p14="http://schemas.microsoft.com/office/powerpoint/2010/main" val="76347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290243"/>
            <a:ext cx="6798295" cy="980694"/>
          </a:xfrm>
        </p:spPr>
        <p:txBody>
          <a:bodyPr>
            <a:normAutofit/>
          </a:bodyPr>
          <a:lstStyle/>
          <a:p>
            <a:r>
              <a:rPr lang="en-MY" dirty="0">
                <a:latin typeface="Tw Cen MT" panose="020B0602020104020603" pitchFamily="34" charset="0"/>
              </a:rPr>
              <a:t>LETS TRY TO DRAW</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362200"/>
            <a:ext cx="6798295" cy="3629611"/>
          </a:xfrm>
        </p:spPr>
        <p:txBody>
          <a:bodyPr>
            <a:noAutofit/>
          </a:bodyPr>
          <a:lstStyle/>
          <a:p>
            <a:pPr algn="just">
              <a:spcBef>
                <a:spcPts val="248"/>
              </a:spcBef>
            </a:pPr>
            <a:r>
              <a:rPr lang="en-MY" b="1" dirty="0">
                <a:solidFill>
                  <a:srgbClr val="0000FF"/>
                </a:solidFill>
                <a:latin typeface="Tw Cen MT" panose="020B0602020104020603" pitchFamily="34" charset="0"/>
              </a:rPr>
              <a:t>Create a use-case diagram that would illustrate the following use-cases for the mobile banking application (Maybank2U).</a:t>
            </a:r>
          </a:p>
          <a:p>
            <a:pPr algn="just">
              <a:spcBef>
                <a:spcPts val="248"/>
              </a:spcBef>
            </a:pPr>
            <a:r>
              <a:rPr lang="en-MY" dirty="0">
                <a:solidFill>
                  <a:schemeClr val="tx1"/>
                </a:solidFill>
                <a:latin typeface="Tw Cen MT" panose="020B0602020104020603" pitchFamily="34" charset="0"/>
              </a:rPr>
              <a:t>Customer need to </a:t>
            </a:r>
            <a:r>
              <a:rPr lang="en-MY" i="1" dirty="0">
                <a:solidFill>
                  <a:schemeClr val="tx1"/>
                </a:solidFill>
                <a:latin typeface="Tw Cen MT" panose="020B0602020104020603" pitchFamily="34" charset="0"/>
              </a:rPr>
              <a:t>login</a:t>
            </a:r>
            <a:r>
              <a:rPr lang="en-MY" dirty="0">
                <a:solidFill>
                  <a:schemeClr val="tx1"/>
                </a:solidFill>
                <a:latin typeface="Tw Cen MT" panose="020B0602020104020603" pitchFamily="34" charset="0"/>
              </a:rPr>
              <a:t> before making any transaction</a:t>
            </a:r>
          </a:p>
          <a:p>
            <a:pPr algn="just">
              <a:spcBef>
                <a:spcPts val="248"/>
              </a:spcBef>
            </a:pPr>
            <a:r>
              <a:rPr lang="en-MY" dirty="0">
                <a:solidFill>
                  <a:schemeClr val="tx1"/>
                </a:solidFill>
                <a:latin typeface="Tw Cen MT" panose="020B0602020104020603" pitchFamily="34" charset="0"/>
              </a:rPr>
              <a:t>Customer can </a:t>
            </a:r>
            <a:r>
              <a:rPr lang="en-MY" i="1" dirty="0">
                <a:solidFill>
                  <a:schemeClr val="tx1"/>
                </a:solidFill>
                <a:latin typeface="Tw Cen MT" panose="020B0602020104020603" pitchFamily="34" charset="0"/>
              </a:rPr>
              <a:t>view</a:t>
            </a:r>
            <a:r>
              <a:rPr lang="en-MY" dirty="0">
                <a:solidFill>
                  <a:schemeClr val="tx1"/>
                </a:solidFill>
                <a:latin typeface="Tw Cen MT" panose="020B0602020104020603" pitchFamily="34" charset="0"/>
              </a:rPr>
              <a:t> their bank statement</a:t>
            </a:r>
            <a:endParaRPr lang="en-MY" i="1" dirty="0">
              <a:solidFill>
                <a:schemeClr val="tx1"/>
              </a:solidFill>
              <a:latin typeface="Tw Cen MT" panose="020B0602020104020603" pitchFamily="34" charset="0"/>
            </a:endParaRPr>
          </a:p>
          <a:p>
            <a:pPr algn="just">
              <a:spcBef>
                <a:spcPts val="248"/>
              </a:spcBef>
            </a:pPr>
            <a:r>
              <a:rPr lang="en-MY" dirty="0">
                <a:solidFill>
                  <a:schemeClr val="tx1"/>
                </a:solidFill>
                <a:latin typeface="Tw Cen MT" panose="020B0602020104020603" pitchFamily="34" charset="0"/>
              </a:rPr>
              <a:t>Customer can </a:t>
            </a:r>
            <a:r>
              <a:rPr lang="en-MY" i="1" dirty="0">
                <a:solidFill>
                  <a:schemeClr val="tx1"/>
                </a:solidFill>
                <a:latin typeface="Tw Cen MT" panose="020B0602020104020603" pitchFamily="34" charset="0"/>
              </a:rPr>
              <a:t>transfer fund</a:t>
            </a:r>
          </a:p>
          <a:p>
            <a:pPr algn="just">
              <a:spcBef>
                <a:spcPts val="248"/>
              </a:spcBef>
            </a:pPr>
            <a:r>
              <a:rPr lang="en-MY" dirty="0">
                <a:solidFill>
                  <a:schemeClr val="tx1"/>
                </a:solidFill>
                <a:latin typeface="Tw Cen MT" panose="020B0602020104020603" pitchFamily="34" charset="0"/>
              </a:rPr>
              <a:t>Customer can </a:t>
            </a:r>
            <a:r>
              <a:rPr lang="en-MY" i="1" dirty="0">
                <a:solidFill>
                  <a:schemeClr val="tx1"/>
                </a:solidFill>
                <a:latin typeface="Tw Cen MT" panose="020B0602020104020603" pitchFamily="34" charset="0"/>
              </a:rPr>
              <a:t>make payment</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38</a:t>
            </a:fld>
            <a:endParaRPr lang="en-MY">
              <a:latin typeface="Tw Cen MT" panose="020B0602020104020603" pitchFamily="34" charset="0"/>
            </a:endParaRPr>
          </a:p>
        </p:txBody>
      </p:sp>
      <p:pic>
        <p:nvPicPr>
          <p:cNvPr id="5" name="Picture 7">
            <a:extLst>
              <a:ext uri="{FF2B5EF4-FFF2-40B4-BE49-F238E27FC236}">
                <a16:creationId xmlns:a16="http://schemas.microsoft.com/office/drawing/2014/main" id="{0C4A5EB7-89C3-4A1F-9226-A41E02D8878C}"/>
              </a:ext>
            </a:extLst>
          </p:cNvPr>
          <p:cNvPicPr>
            <a:picLocks noChangeAspect="1" noChangeArrowheads="1"/>
          </p:cNvPicPr>
          <p:nvPr/>
        </p:nvPicPr>
        <p:blipFill>
          <a:blip r:embed="rId3" cstate="print">
            <a:grayscl/>
            <a:biLevel thresh="50000"/>
            <a:extLst>
              <a:ext uri="{28A0092B-C50C-407E-A947-70E740481C1C}">
                <a14:useLocalDpi xmlns:a14="http://schemas.microsoft.com/office/drawing/2010/main" val="0"/>
              </a:ext>
            </a:extLst>
          </a:blip>
          <a:srcRect/>
          <a:stretch>
            <a:fillRect/>
          </a:stretch>
        </p:blipFill>
        <p:spPr bwMode="auto">
          <a:xfrm>
            <a:off x="4405133" y="5313632"/>
            <a:ext cx="1248133"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5658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290243"/>
            <a:ext cx="6798295" cy="980694"/>
          </a:xfrm>
        </p:spPr>
        <p:txBody>
          <a:bodyPr>
            <a:normAutofit/>
          </a:bodyPr>
          <a:lstStyle/>
          <a:p>
            <a:r>
              <a:rPr lang="en-MY" dirty="0">
                <a:latin typeface="Tw Cen MT" panose="020B0602020104020603" pitchFamily="34" charset="0"/>
              </a:rPr>
              <a:t>LETS TRY TO DRAW</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362200"/>
            <a:ext cx="6798295" cy="3629611"/>
          </a:xfrm>
        </p:spPr>
        <p:txBody>
          <a:bodyPr>
            <a:noAutofit/>
          </a:bodyPr>
          <a:lstStyle/>
          <a:p>
            <a:pPr algn="just">
              <a:spcBef>
                <a:spcPts val="248"/>
              </a:spcBef>
            </a:pPr>
            <a:r>
              <a:rPr lang="en-MY" b="1" dirty="0">
                <a:solidFill>
                  <a:srgbClr val="0000FF"/>
                </a:solidFill>
                <a:latin typeface="Tw Cen MT" panose="020B0602020104020603" pitchFamily="34" charset="0"/>
              </a:rPr>
              <a:t>Create a use-case diagram that would illustrate the following use-cases for the mobile banking application (Maybank2U).</a:t>
            </a:r>
          </a:p>
          <a:p>
            <a:pPr algn="just">
              <a:spcBef>
                <a:spcPts val="248"/>
              </a:spcBef>
            </a:pPr>
            <a:r>
              <a:rPr lang="en-MY" dirty="0">
                <a:solidFill>
                  <a:schemeClr val="tx1"/>
                </a:solidFill>
                <a:latin typeface="Tw Cen MT" panose="020B0602020104020603" pitchFamily="34" charset="0"/>
              </a:rPr>
              <a:t>Customer need to </a:t>
            </a:r>
            <a:r>
              <a:rPr lang="en-MY" i="1" dirty="0">
                <a:solidFill>
                  <a:schemeClr val="tx1"/>
                </a:solidFill>
                <a:latin typeface="Tw Cen MT" panose="020B0602020104020603" pitchFamily="34" charset="0"/>
              </a:rPr>
              <a:t>login</a:t>
            </a:r>
            <a:r>
              <a:rPr lang="en-MY" dirty="0">
                <a:solidFill>
                  <a:schemeClr val="tx1"/>
                </a:solidFill>
                <a:latin typeface="Tw Cen MT" panose="020B0602020104020603" pitchFamily="34" charset="0"/>
              </a:rPr>
              <a:t> before making any transaction</a:t>
            </a:r>
          </a:p>
          <a:p>
            <a:pPr algn="just">
              <a:spcBef>
                <a:spcPts val="248"/>
              </a:spcBef>
            </a:pPr>
            <a:r>
              <a:rPr lang="en-MY" dirty="0">
                <a:solidFill>
                  <a:schemeClr val="tx1"/>
                </a:solidFill>
                <a:latin typeface="Tw Cen MT" panose="020B0602020104020603" pitchFamily="34" charset="0"/>
              </a:rPr>
              <a:t>Customer can </a:t>
            </a:r>
            <a:r>
              <a:rPr lang="en-MY" i="1" dirty="0">
                <a:solidFill>
                  <a:schemeClr val="tx1"/>
                </a:solidFill>
                <a:latin typeface="Tw Cen MT" panose="020B0602020104020603" pitchFamily="34" charset="0"/>
              </a:rPr>
              <a:t>view</a:t>
            </a:r>
            <a:r>
              <a:rPr lang="en-MY" dirty="0">
                <a:solidFill>
                  <a:schemeClr val="tx1"/>
                </a:solidFill>
                <a:latin typeface="Tw Cen MT" panose="020B0602020104020603" pitchFamily="34" charset="0"/>
              </a:rPr>
              <a:t> their bank statement</a:t>
            </a:r>
            <a:endParaRPr lang="en-MY" i="1" dirty="0">
              <a:solidFill>
                <a:schemeClr val="tx1"/>
              </a:solidFill>
              <a:latin typeface="Tw Cen MT" panose="020B0602020104020603" pitchFamily="34" charset="0"/>
            </a:endParaRPr>
          </a:p>
          <a:p>
            <a:pPr algn="just">
              <a:spcBef>
                <a:spcPts val="248"/>
              </a:spcBef>
            </a:pPr>
            <a:r>
              <a:rPr lang="en-MY" dirty="0">
                <a:solidFill>
                  <a:schemeClr val="tx1"/>
                </a:solidFill>
                <a:latin typeface="Tw Cen MT" panose="020B0602020104020603" pitchFamily="34" charset="0"/>
              </a:rPr>
              <a:t>Customer can </a:t>
            </a:r>
            <a:r>
              <a:rPr lang="en-MY" i="1" dirty="0">
                <a:solidFill>
                  <a:schemeClr val="tx1"/>
                </a:solidFill>
                <a:latin typeface="Tw Cen MT" panose="020B0602020104020603" pitchFamily="34" charset="0"/>
              </a:rPr>
              <a:t>transfer fund</a:t>
            </a:r>
          </a:p>
          <a:p>
            <a:pPr algn="just">
              <a:spcBef>
                <a:spcPts val="248"/>
              </a:spcBef>
            </a:pPr>
            <a:r>
              <a:rPr lang="en-MY" dirty="0">
                <a:solidFill>
                  <a:schemeClr val="tx1"/>
                </a:solidFill>
                <a:latin typeface="Tw Cen MT" panose="020B0602020104020603" pitchFamily="34" charset="0"/>
              </a:rPr>
              <a:t>Customer can </a:t>
            </a:r>
            <a:r>
              <a:rPr lang="en-MY" i="1" dirty="0">
                <a:solidFill>
                  <a:schemeClr val="tx1"/>
                </a:solidFill>
                <a:latin typeface="Tw Cen MT" panose="020B0602020104020603" pitchFamily="34" charset="0"/>
              </a:rPr>
              <a:t>make payment</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39</a:t>
            </a:fld>
            <a:endParaRPr lang="en-MY">
              <a:latin typeface="Tw Cen MT" panose="020B0602020104020603" pitchFamily="34" charset="0"/>
            </a:endParaRPr>
          </a:p>
        </p:txBody>
      </p:sp>
      <p:pic>
        <p:nvPicPr>
          <p:cNvPr id="5" name="Picture 7">
            <a:extLst>
              <a:ext uri="{FF2B5EF4-FFF2-40B4-BE49-F238E27FC236}">
                <a16:creationId xmlns:a16="http://schemas.microsoft.com/office/drawing/2014/main" id="{0C4A5EB7-89C3-4A1F-9226-A41E02D8878C}"/>
              </a:ext>
            </a:extLst>
          </p:cNvPr>
          <p:cNvPicPr>
            <a:picLocks noChangeAspect="1" noChangeArrowheads="1"/>
          </p:cNvPicPr>
          <p:nvPr/>
        </p:nvPicPr>
        <p:blipFill>
          <a:blip r:embed="rId3" cstate="print">
            <a:grayscl/>
            <a:biLevel thresh="50000"/>
            <a:extLst>
              <a:ext uri="{28A0092B-C50C-407E-A947-70E740481C1C}">
                <a14:useLocalDpi xmlns:a14="http://schemas.microsoft.com/office/drawing/2010/main" val="0"/>
              </a:ext>
            </a:extLst>
          </a:blip>
          <a:srcRect/>
          <a:stretch>
            <a:fillRect/>
          </a:stretch>
        </p:blipFill>
        <p:spPr bwMode="auto">
          <a:xfrm>
            <a:off x="4405133" y="5313632"/>
            <a:ext cx="1248133"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CD240B90-9343-4CB5-AC67-5FBB2FE97D11}"/>
              </a:ext>
            </a:extLst>
          </p:cNvPr>
          <p:cNvPicPr>
            <a:picLocks noChangeAspect="1"/>
          </p:cNvPicPr>
          <p:nvPr/>
        </p:nvPicPr>
        <p:blipFill>
          <a:blip r:embed="rId4"/>
          <a:stretch>
            <a:fillRect/>
          </a:stretch>
        </p:blipFill>
        <p:spPr>
          <a:xfrm>
            <a:off x="1187720" y="152400"/>
            <a:ext cx="7682960" cy="10972800"/>
          </a:xfrm>
          <a:prstGeom prst="rect">
            <a:avLst/>
          </a:prstGeom>
        </p:spPr>
      </p:pic>
      <p:sp>
        <p:nvSpPr>
          <p:cNvPr id="7" name="Content Placeholder 2">
            <a:extLst>
              <a:ext uri="{FF2B5EF4-FFF2-40B4-BE49-F238E27FC236}">
                <a16:creationId xmlns:a16="http://schemas.microsoft.com/office/drawing/2014/main" id="{A0BB6B2C-1BD7-44AC-B9D5-4D407FAED5DE}"/>
              </a:ext>
            </a:extLst>
          </p:cNvPr>
          <p:cNvSpPr txBox="1">
            <a:spLocks/>
          </p:cNvSpPr>
          <p:nvPr/>
        </p:nvSpPr>
        <p:spPr>
          <a:xfrm>
            <a:off x="548877" y="2647739"/>
            <a:ext cx="1048683" cy="628861"/>
          </a:xfrm>
          <a:prstGeom prst="rect">
            <a:avLst/>
          </a:prstGeom>
        </p:spPr>
        <p:txBody>
          <a:bodyPr wrap="square" lIns="0" tIns="0" rIns="0" bIns="0">
            <a:noAutofit/>
          </a:bodyPr>
          <a:lstStyle>
            <a:lvl1pPr marL="0">
              <a:defRPr sz="2400" b="0" i="0">
                <a:solidFill>
                  <a:srgbClr val="585858"/>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spcBef>
                <a:spcPts val="248"/>
              </a:spcBef>
            </a:pPr>
            <a:r>
              <a:rPr lang="en-MY" sz="1650" b="1" kern="0">
                <a:solidFill>
                  <a:srgbClr val="0000FF"/>
                </a:solidFill>
                <a:latin typeface="Tw Cen MT" panose="020B0602020104020603" pitchFamily="34" charset="0"/>
              </a:rPr>
              <a:t>Answer</a:t>
            </a:r>
            <a:endParaRPr lang="en-MY" sz="1650" b="1" kern="0" dirty="0">
              <a:solidFill>
                <a:srgbClr val="0000FF"/>
              </a:solidFill>
              <a:latin typeface="Tw Cen MT" panose="020B0602020104020603" pitchFamily="34" charset="0"/>
            </a:endParaRPr>
          </a:p>
        </p:txBody>
      </p:sp>
    </p:spTree>
    <p:extLst>
      <p:ext uri="{BB962C8B-B14F-4D97-AF65-F5344CB8AC3E}">
        <p14:creationId xmlns:p14="http://schemas.microsoft.com/office/powerpoint/2010/main" val="2281632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352022" y="3886200"/>
            <a:ext cx="1048683" cy="628861"/>
          </a:xfrm>
        </p:spPr>
        <p:txBody>
          <a:bodyPr>
            <a:noAutofit/>
          </a:bodyPr>
          <a:lstStyle/>
          <a:p>
            <a:pPr algn="ctr">
              <a:spcBef>
                <a:spcPts val="248"/>
              </a:spcBef>
            </a:pPr>
            <a:r>
              <a:rPr lang="en-MY" sz="1650" b="1" dirty="0">
                <a:solidFill>
                  <a:srgbClr val="0000FF"/>
                </a:solidFill>
                <a:latin typeface="Tw Cen MT" panose="020B0602020104020603" pitchFamily="34" charset="0"/>
              </a:rPr>
              <a:t>Answer</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40</a:t>
            </a:fld>
            <a:endParaRPr lang="en-MY">
              <a:latin typeface="Tw Cen MT" panose="020B0602020104020603" pitchFamily="34" charset="0"/>
            </a:endParaRPr>
          </a:p>
        </p:txBody>
      </p:sp>
      <p:pic>
        <p:nvPicPr>
          <p:cNvPr id="7" name="Picture 6">
            <a:extLst>
              <a:ext uri="{FF2B5EF4-FFF2-40B4-BE49-F238E27FC236}">
                <a16:creationId xmlns:a16="http://schemas.microsoft.com/office/drawing/2014/main" id="{AC1373B3-251E-4E17-8948-280ABB839206}"/>
              </a:ext>
            </a:extLst>
          </p:cNvPr>
          <p:cNvPicPr>
            <a:picLocks noChangeAspect="1"/>
          </p:cNvPicPr>
          <p:nvPr/>
        </p:nvPicPr>
        <p:blipFill>
          <a:blip r:embed="rId3"/>
          <a:stretch>
            <a:fillRect/>
          </a:stretch>
        </p:blipFill>
        <p:spPr>
          <a:xfrm>
            <a:off x="2400704" y="228600"/>
            <a:ext cx="6305674" cy="7086600"/>
          </a:xfrm>
          <a:prstGeom prst="rect">
            <a:avLst/>
          </a:prstGeom>
        </p:spPr>
      </p:pic>
    </p:spTree>
    <p:extLst>
      <p:ext uri="{BB962C8B-B14F-4D97-AF65-F5344CB8AC3E}">
        <p14:creationId xmlns:p14="http://schemas.microsoft.com/office/powerpoint/2010/main" val="23149000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383155" marR="5080" indent="-1690370">
              <a:lnSpc>
                <a:spcPct val="100000"/>
              </a:lnSpc>
              <a:spcBef>
                <a:spcPts val="95"/>
              </a:spcBef>
            </a:pPr>
            <a:r>
              <a:rPr b="1" spc="-10" dirty="0"/>
              <a:t>Elements </a:t>
            </a:r>
            <a:r>
              <a:rPr b="1" spc="-5" dirty="0"/>
              <a:t>of a </a:t>
            </a:r>
            <a:r>
              <a:rPr b="1" dirty="0"/>
              <a:t>Use </a:t>
            </a:r>
            <a:r>
              <a:rPr b="1" spc="-5" dirty="0"/>
              <a:t>Case  Description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object 3"/>
          <p:cNvSpPr txBox="1"/>
          <p:nvPr/>
        </p:nvSpPr>
        <p:spPr>
          <a:xfrm>
            <a:off x="993139" y="1946784"/>
            <a:ext cx="7781290" cy="4481195"/>
          </a:xfrm>
          <a:prstGeom prst="rect">
            <a:avLst/>
          </a:prstGeom>
        </p:spPr>
        <p:txBody>
          <a:bodyPr vert="horz" wrap="square" lIns="0" tIns="38100" rIns="0" bIns="0" rtlCol="0">
            <a:spAutoFit/>
          </a:bodyPr>
          <a:lstStyle/>
          <a:p>
            <a:pPr marL="360045" indent="-347345">
              <a:lnSpc>
                <a:spcPct val="100000"/>
              </a:lnSpc>
              <a:spcBef>
                <a:spcPts val="300"/>
              </a:spcBef>
              <a:buClr>
                <a:srgbClr val="6EB7D7"/>
              </a:buClr>
              <a:buSzPct val="109090"/>
              <a:buChar char="•"/>
              <a:tabLst>
                <a:tab pos="360045" algn="l"/>
                <a:tab pos="360680" algn="l"/>
              </a:tabLst>
            </a:pPr>
            <a:r>
              <a:rPr sz="2200" spc="-10" dirty="0">
                <a:solidFill>
                  <a:srgbClr val="585858"/>
                </a:solidFill>
                <a:latin typeface="Arial"/>
                <a:cs typeface="Arial"/>
              </a:rPr>
              <a:t>Overview:</a:t>
            </a:r>
            <a:endParaRPr sz="2200">
              <a:latin typeface="Arial"/>
              <a:cs typeface="Arial"/>
            </a:endParaRPr>
          </a:p>
          <a:p>
            <a:pPr marL="696595" marR="946785" lvl="1" indent="-335280">
              <a:lnSpc>
                <a:spcPts val="2050"/>
              </a:lnSpc>
              <a:spcBef>
                <a:spcPts val="645"/>
              </a:spcBef>
              <a:buClr>
                <a:srgbClr val="205C76"/>
              </a:buClr>
              <a:buSzPct val="107894"/>
              <a:buChar char="•"/>
              <a:tabLst>
                <a:tab pos="696595" algn="l"/>
                <a:tab pos="697230" algn="l"/>
              </a:tabLst>
            </a:pPr>
            <a:r>
              <a:rPr sz="1900" spc="-5" dirty="0">
                <a:solidFill>
                  <a:srgbClr val="585858"/>
                </a:solidFill>
                <a:latin typeface="Arial"/>
                <a:cs typeface="Arial"/>
              </a:rPr>
              <a:t>Name, ID </a:t>
            </a:r>
            <a:r>
              <a:rPr sz="1900" spc="-20" dirty="0">
                <a:solidFill>
                  <a:srgbClr val="585858"/>
                </a:solidFill>
                <a:latin typeface="Arial"/>
                <a:cs typeface="Arial"/>
              </a:rPr>
              <a:t>Number, </a:t>
            </a:r>
            <a:r>
              <a:rPr sz="1900" spc="-25" dirty="0">
                <a:solidFill>
                  <a:srgbClr val="585858"/>
                </a:solidFill>
                <a:latin typeface="Arial"/>
                <a:cs typeface="Arial"/>
              </a:rPr>
              <a:t>Type, </a:t>
            </a:r>
            <a:r>
              <a:rPr sz="1900" spc="-5" dirty="0">
                <a:solidFill>
                  <a:srgbClr val="585858"/>
                </a:solidFill>
                <a:latin typeface="Arial"/>
                <a:cs typeface="Arial"/>
              </a:rPr>
              <a:t>Primary </a:t>
            </a:r>
            <a:r>
              <a:rPr sz="1900" spc="-20" dirty="0">
                <a:solidFill>
                  <a:srgbClr val="585858"/>
                </a:solidFill>
                <a:latin typeface="Arial"/>
                <a:cs typeface="Arial"/>
              </a:rPr>
              <a:t>Actor, </a:t>
            </a:r>
            <a:r>
              <a:rPr sz="1900" spc="-5" dirty="0">
                <a:solidFill>
                  <a:srgbClr val="585858"/>
                </a:solidFill>
                <a:latin typeface="Arial"/>
                <a:cs typeface="Arial"/>
              </a:rPr>
              <a:t>Brief Description,  Importance Level, Stakeholder(s),</a:t>
            </a:r>
            <a:r>
              <a:rPr sz="1900" spc="60" dirty="0">
                <a:solidFill>
                  <a:srgbClr val="585858"/>
                </a:solidFill>
                <a:latin typeface="Arial"/>
                <a:cs typeface="Arial"/>
              </a:rPr>
              <a:t> </a:t>
            </a:r>
            <a:r>
              <a:rPr sz="1900" spc="-10" dirty="0">
                <a:solidFill>
                  <a:srgbClr val="585858"/>
                </a:solidFill>
                <a:latin typeface="Arial"/>
                <a:cs typeface="Arial"/>
              </a:rPr>
              <a:t>Trigger(s)</a:t>
            </a:r>
            <a:endParaRPr sz="1900">
              <a:latin typeface="Arial"/>
              <a:cs typeface="Arial"/>
            </a:endParaRPr>
          </a:p>
          <a:p>
            <a:pPr marL="360045" indent="-347345">
              <a:lnSpc>
                <a:spcPct val="100000"/>
              </a:lnSpc>
              <a:spcBef>
                <a:spcPts val="295"/>
              </a:spcBef>
              <a:buClr>
                <a:srgbClr val="6EB7D7"/>
              </a:buClr>
              <a:buSzPct val="109090"/>
              <a:buChar char="•"/>
              <a:tabLst>
                <a:tab pos="360045" algn="l"/>
                <a:tab pos="360680" algn="l"/>
              </a:tabLst>
            </a:pPr>
            <a:r>
              <a:rPr sz="2200" spc="-5" dirty="0">
                <a:solidFill>
                  <a:srgbClr val="585858"/>
                </a:solidFill>
                <a:latin typeface="Arial"/>
                <a:cs typeface="Arial"/>
              </a:rPr>
              <a:t>Relationships:</a:t>
            </a:r>
            <a:endParaRPr sz="2200">
              <a:latin typeface="Arial"/>
              <a:cs typeface="Arial"/>
            </a:endParaRPr>
          </a:p>
          <a:p>
            <a:pPr marL="696595" lvl="1" indent="-335280">
              <a:lnSpc>
                <a:spcPct val="100000"/>
              </a:lnSpc>
              <a:spcBef>
                <a:spcPts val="385"/>
              </a:spcBef>
              <a:buClr>
                <a:srgbClr val="205C76"/>
              </a:buClr>
              <a:buSzPct val="107894"/>
              <a:buChar char="•"/>
              <a:tabLst>
                <a:tab pos="696595" algn="l"/>
                <a:tab pos="697230" algn="l"/>
              </a:tabLst>
            </a:pPr>
            <a:r>
              <a:rPr sz="1900" spc="-5" dirty="0">
                <a:solidFill>
                  <a:srgbClr val="585858"/>
                </a:solidFill>
                <a:latin typeface="Arial"/>
                <a:cs typeface="Arial"/>
              </a:rPr>
              <a:t>Association: </a:t>
            </a:r>
            <a:r>
              <a:rPr sz="1900" spc="-5" dirty="0">
                <a:solidFill>
                  <a:srgbClr val="7E7E7E"/>
                </a:solidFill>
                <a:latin typeface="Arial"/>
                <a:cs typeface="Arial"/>
              </a:rPr>
              <a:t>Communication between the use case and the</a:t>
            </a:r>
            <a:r>
              <a:rPr sz="1900" spc="225" dirty="0">
                <a:solidFill>
                  <a:srgbClr val="7E7E7E"/>
                </a:solidFill>
                <a:latin typeface="Arial"/>
                <a:cs typeface="Arial"/>
              </a:rPr>
              <a:t> </a:t>
            </a:r>
            <a:r>
              <a:rPr sz="1900" spc="-5" dirty="0">
                <a:solidFill>
                  <a:srgbClr val="7E7E7E"/>
                </a:solidFill>
                <a:latin typeface="Arial"/>
                <a:cs typeface="Arial"/>
              </a:rPr>
              <a:t>actors</a:t>
            </a:r>
            <a:endParaRPr sz="1900">
              <a:latin typeface="Arial"/>
              <a:cs typeface="Arial"/>
            </a:endParaRPr>
          </a:p>
          <a:p>
            <a:pPr marL="696595" lvl="1" indent="-335280">
              <a:lnSpc>
                <a:spcPct val="100000"/>
              </a:lnSpc>
              <a:spcBef>
                <a:spcPts val="370"/>
              </a:spcBef>
              <a:buClr>
                <a:srgbClr val="205C76"/>
              </a:buClr>
              <a:buSzPct val="107894"/>
              <a:buChar char="•"/>
              <a:tabLst>
                <a:tab pos="696595" algn="l"/>
                <a:tab pos="697230" algn="l"/>
              </a:tabLst>
            </a:pPr>
            <a:r>
              <a:rPr sz="1900" spc="-5" dirty="0">
                <a:solidFill>
                  <a:srgbClr val="585858"/>
                </a:solidFill>
                <a:latin typeface="Arial"/>
                <a:cs typeface="Arial"/>
              </a:rPr>
              <a:t>Extend: </a:t>
            </a:r>
            <a:r>
              <a:rPr sz="1900" spc="-5" dirty="0">
                <a:solidFill>
                  <a:srgbClr val="7E7E7E"/>
                </a:solidFill>
                <a:latin typeface="Arial"/>
                <a:cs typeface="Arial"/>
              </a:rPr>
              <a:t>Extends the functionality of a use</a:t>
            </a:r>
            <a:r>
              <a:rPr sz="1900" spc="135" dirty="0">
                <a:solidFill>
                  <a:srgbClr val="7E7E7E"/>
                </a:solidFill>
                <a:latin typeface="Arial"/>
                <a:cs typeface="Arial"/>
              </a:rPr>
              <a:t> </a:t>
            </a:r>
            <a:r>
              <a:rPr sz="1900" spc="-5" dirty="0">
                <a:solidFill>
                  <a:srgbClr val="7E7E7E"/>
                </a:solidFill>
                <a:latin typeface="Arial"/>
                <a:cs typeface="Arial"/>
              </a:rPr>
              <a:t>case</a:t>
            </a:r>
            <a:endParaRPr sz="1900">
              <a:latin typeface="Arial"/>
              <a:cs typeface="Arial"/>
            </a:endParaRPr>
          </a:p>
          <a:p>
            <a:pPr marL="696595" lvl="1" indent="-335280">
              <a:lnSpc>
                <a:spcPct val="100000"/>
              </a:lnSpc>
              <a:spcBef>
                <a:spcPts val="375"/>
              </a:spcBef>
              <a:buClr>
                <a:srgbClr val="205C76"/>
              </a:buClr>
              <a:buSzPct val="107894"/>
              <a:buChar char="•"/>
              <a:tabLst>
                <a:tab pos="696595" algn="l"/>
                <a:tab pos="697230" algn="l"/>
              </a:tabLst>
            </a:pPr>
            <a:r>
              <a:rPr sz="1900" spc="-5" dirty="0">
                <a:solidFill>
                  <a:srgbClr val="585858"/>
                </a:solidFill>
                <a:latin typeface="Arial"/>
                <a:cs typeface="Arial"/>
              </a:rPr>
              <a:t>Include: </a:t>
            </a:r>
            <a:r>
              <a:rPr sz="1900" spc="-5" dirty="0">
                <a:solidFill>
                  <a:srgbClr val="7E7E7E"/>
                </a:solidFill>
                <a:latin typeface="Arial"/>
                <a:cs typeface="Arial"/>
              </a:rPr>
              <a:t>Includes another use</a:t>
            </a:r>
            <a:r>
              <a:rPr sz="1900" spc="105" dirty="0">
                <a:solidFill>
                  <a:srgbClr val="7E7E7E"/>
                </a:solidFill>
                <a:latin typeface="Arial"/>
                <a:cs typeface="Arial"/>
              </a:rPr>
              <a:t> </a:t>
            </a:r>
            <a:r>
              <a:rPr sz="1900" spc="-5" dirty="0">
                <a:solidFill>
                  <a:srgbClr val="7E7E7E"/>
                </a:solidFill>
                <a:latin typeface="Arial"/>
                <a:cs typeface="Arial"/>
              </a:rPr>
              <a:t>case</a:t>
            </a:r>
            <a:endParaRPr sz="1900">
              <a:latin typeface="Arial"/>
              <a:cs typeface="Arial"/>
            </a:endParaRPr>
          </a:p>
          <a:p>
            <a:pPr marL="696595" lvl="1" indent="-335280">
              <a:lnSpc>
                <a:spcPct val="100000"/>
              </a:lnSpc>
              <a:spcBef>
                <a:spcPts val="370"/>
              </a:spcBef>
              <a:buClr>
                <a:srgbClr val="205C76"/>
              </a:buClr>
              <a:buSzPct val="107894"/>
              <a:buChar char="•"/>
              <a:tabLst>
                <a:tab pos="696595" algn="l"/>
                <a:tab pos="697230" algn="l"/>
              </a:tabLst>
            </a:pPr>
            <a:r>
              <a:rPr sz="1900" spc="-5" dirty="0">
                <a:solidFill>
                  <a:srgbClr val="585858"/>
                </a:solidFill>
                <a:latin typeface="Arial"/>
                <a:cs typeface="Arial"/>
              </a:rPr>
              <a:t>Generalization: </a:t>
            </a:r>
            <a:r>
              <a:rPr sz="1900" spc="-10" dirty="0">
                <a:solidFill>
                  <a:srgbClr val="585858"/>
                </a:solidFill>
                <a:latin typeface="Arial"/>
                <a:cs typeface="Arial"/>
              </a:rPr>
              <a:t>A</a:t>
            </a:r>
            <a:r>
              <a:rPr sz="1900" spc="-10" dirty="0">
                <a:solidFill>
                  <a:srgbClr val="7E7E7E"/>
                </a:solidFill>
                <a:latin typeface="Arial"/>
                <a:cs typeface="Arial"/>
              </a:rPr>
              <a:t>llows </a:t>
            </a:r>
            <a:r>
              <a:rPr sz="1900" spc="-5" dirty="0">
                <a:solidFill>
                  <a:srgbClr val="7E7E7E"/>
                </a:solidFill>
                <a:latin typeface="Arial"/>
                <a:cs typeface="Arial"/>
              </a:rPr>
              <a:t>use cases to support</a:t>
            </a:r>
            <a:r>
              <a:rPr sz="1900" spc="65" dirty="0">
                <a:solidFill>
                  <a:srgbClr val="7E7E7E"/>
                </a:solidFill>
                <a:latin typeface="Arial"/>
                <a:cs typeface="Arial"/>
              </a:rPr>
              <a:t> </a:t>
            </a:r>
            <a:r>
              <a:rPr sz="1900" spc="-5" dirty="0">
                <a:solidFill>
                  <a:srgbClr val="7E7E7E"/>
                </a:solidFill>
                <a:latin typeface="Arial"/>
                <a:cs typeface="Arial"/>
              </a:rPr>
              <a:t>inheritance</a:t>
            </a:r>
            <a:endParaRPr sz="1900">
              <a:latin typeface="Arial"/>
              <a:cs typeface="Arial"/>
            </a:endParaRPr>
          </a:p>
          <a:p>
            <a:pPr marL="360045" indent="-347345">
              <a:lnSpc>
                <a:spcPct val="100000"/>
              </a:lnSpc>
              <a:spcBef>
                <a:spcPts val="325"/>
              </a:spcBef>
              <a:buClr>
                <a:srgbClr val="6EB7D7"/>
              </a:buClr>
              <a:buSzPct val="109090"/>
              <a:buChar char="•"/>
              <a:tabLst>
                <a:tab pos="360045" algn="l"/>
                <a:tab pos="360680" algn="l"/>
              </a:tabLst>
            </a:pPr>
            <a:r>
              <a:rPr sz="2200" spc="-5" dirty="0">
                <a:solidFill>
                  <a:srgbClr val="7E7E7E"/>
                </a:solidFill>
                <a:latin typeface="Arial"/>
                <a:cs typeface="Arial"/>
              </a:rPr>
              <a:t>Flow of</a:t>
            </a:r>
            <a:r>
              <a:rPr sz="2200" spc="10" dirty="0">
                <a:solidFill>
                  <a:srgbClr val="7E7E7E"/>
                </a:solidFill>
                <a:latin typeface="Arial"/>
                <a:cs typeface="Arial"/>
              </a:rPr>
              <a:t> </a:t>
            </a:r>
            <a:r>
              <a:rPr sz="2200" spc="-5" dirty="0">
                <a:solidFill>
                  <a:srgbClr val="7E7E7E"/>
                </a:solidFill>
                <a:latin typeface="Arial"/>
                <a:cs typeface="Arial"/>
              </a:rPr>
              <a:t>events</a:t>
            </a:r>
            <a:endParaRPr sz="2200">
              <a:latin typeface="Arial"/>
              <a:cs typeface="Arial"/>
            </a:endParaRPr>
          </a:p>
          <a:p>
            <a:pPr marL="696595" lvl="1" indent="-335280">
              <a:lnSpc>
                <a:spcPct val="100000"/>
              </a:lnSpc>
              <a:spcBef>
                <a:spcPts val="385"/>
              </a:spcBef>
              <a:buClr>
                <a:srgbClr val="205C76"/>
              </a:buClr>
              <a:buSzPct val="107894"/>
              <a:buChar char="•"/>
              <a:tabLst>
                <a:tab pos="696595" algn="l"/>
                <a:tab pos="697230" algn="l"/>
              </a:tabLst>
            </a:pPr>
            <a:r>
              <a:rPr sz="1900" spc="-5" dirty="0">
                <a:solidFill>
                  <a:srgbClr val="7E7E7E"/>
                </a:solidFill>
                <a:latin typeface="Arial"/>
                <a:cs typeface="Arial"/>
              </a:rPr>
              <a:t>Normal </a:t>
            </a:r>
            <a:r>
              <a:rPr sz="1900" spc="-10" dirty="0">
                <a:solidFill>
                  <a:srgbClr val="7E7E7E"/>
                </a:solidFill>
                <a:latin typeface="Arial"/>
                <a:cs typeface="Arial"/>
              </a:rPr>
              <a:t>flow: </a:t>
            </a:r>
            <a:r>
              <a:rPr sz="1900" spc="-5" dirty="0">
                <a:solidFill>
                  <a:srgbClr val="7E7E7E"/>
                </a:solidFill>
                <a:latin typeface="Arial"/>
                <a:cs typeface="Arial"/>
              </a:rPr>
              <a:t>the usual set of</a:t>
            </a:r>
            <a:r>
              <a:rPr sz="1900" spc="100" dirty="0">
                <a:solidFill>
                  <a:srgbClr val="7E7E7E"/>
                </a:solidFill>
                <a:latin typeface="Arial"/>
                <a:cs typeface="Arial"/>
              </a:rPr>
              <a:t> </a:t>
            </a:r>
            <a:r>
              <a:rPr sz="1900" spc="-5" dirty="0">
                <a:solidFill>
                  <a:srgbClr val="7E7E7E"/>
                </a:solidFill>
                <a:latin typeface="Arial"/>
                <a:cs typeface="Arial"/>
              </a:rPr>
              <a:t>activities</a:t>
            </a:r>
            <a:endParaRPr sz="1900">
              <a:latin typeface="Arial"/>
              <a:cs typeface="Arial"/>
            </a:endParaRPr>
          </a:p>
          <a:p>
            <a:pPr marL="696595" lvl="1" indent="-335280">
              <a:lnSpc>
                <a:spcPct val="100000"/>
              </a:lnSpc>
              <a:spcBef>
                <a:spcPts val="370"/>
              </a:spcBef>
              <a:buClr>
                <a:srgbClr val="205C76"/>
              </a:buClr>
              <a:buSzPct val="107894"/>
              <a:buChar char="•"/>
              <a:tabLst>
                <a:tab pos="696595" algn="l"/>
                <a:tab pos="697230" algn="l"/>
              </a:tabLst>
            </a:pPr>
            <a:r>
              <a:rPr sz="1900" spc="-5" dirty="0">
                <a:solidFill>
                  <a:srgbClr val="7E7E7E"/>
                </a:solidFill>
                <a:latin typeface="Arial"/>
                <a:cs typeface="Arial"/>
              </a:rPr>
              <a:t>Sub-flows: decomposed normal </a:t>
            </a:r>
            <a:r>
              <a:rPr sz="1900" spc="-10" dirty="0">
                <a:solidFill>
                  <a:srgbClr val="7E7E7E"/>
                </a:solidFill>
                <a:latin typeface="Arial"/>
                <a:cs typeface="Arial"/>
              </a:rPr>
              <a:t>flows </a:t>
            </a:r>
            <a:r>
              <a:rPr sz="1900" spc="-5" dirty="0">
                <a:solidFill>
                  <a:srgbClr val="7E7E7E"/>
                </a:solidFill>
                <a:latin typeface="Arial"/>
                <a:cs typeface="Arial"/>
              </a:rPr>
              <a:t>to simplify the</a:t>
            </a:r>
            <a:r>
              <a:rPr sz="1900" spc="204" dirty="0">
                <a:solidFill>
                  <a:srgbClr val="7E7E7E"/>
                </a:solidFill>
                <a:latin typeface="Arial"/>
                <a:cs typeface="Arial"/>
              </a:rPr>
              <a:t> </a:t>
            </a:r>
            <a:r>
              <a:rPr sz="1900" spc="-5" dirty="0">
                <a:solidFill>
                  <a:srgbClr val="7E7E7E"/>
                </a:solidFill>
                <a:latin typeface="Arial"/>
                <a:cs typeface="Arial"/>
              </a:rPr>
              <a:t>use-case</a:t>
            </a:r>
            <a:endParaRPr sz="1900">
              <a:latin typeface="Arial"/>
              <a:cs typeface="Arial"/>
            </a:endParaRPr>
          </a:p>
          <a:p>
            <a:pPr marL="696595" lvl="1" indent="-335280">
              <a:lnSpc>
                <a:spcPct val="100000"/>
              </a:lnSpc>
              <a:spcBef>
                <a:spcPts val="375"/>
              </a:spcBef>
              <a:buClr>
                <a:srgbClr val="205C76"/>
              </a:buClr>
              <a:buSzPct val="107894"/>
              <a:buChar char="•"/>
              <a:tabLst>
                <a:tab pos="696595" algn="l"/>
                <a:tab pos="697230" algn="l"/>
              </a:tabLst>
            </a:pPr>
            <a:r>
              <a:rPr sz="1900" spc="-5" dirty="0">
                <a:solidFill>
                  <a:srgbClr val="7E7E7E"/>
                </a:solidFill>
                <a:latin typeface="Arial"/>
                <a:cs typeface="Arial"/>
              </a:rPr>
              <a:t>Alternate or exceptional </a:t>
            </a:r>
            <a:r>
              <a:rPr sz="1900" spc="-10" dirty="0">
                <a:solidFill>
                  <a:srgbClr val="7E7E7E"/>
                </a:solidFill>
                <a:latin typeface="Arial"/>
                <a:cs typeface="Arial"/>
              </a:rPr>
              <a:t>flows: </a:t>
            </a:r>
            <a:r>
              <a:rPr sz="1900" spc="-5" dirty="0">
                <a:solidFill>
                  <a:srgbClr val="7E7E7E"/>
                </a:solidFill>
                <a:latin typeface="Arial"/>
                <a:cs typeface="Arial"/>
              </a:rPr>
              <a:t>those not considered the</a:t>
            </a:r>
            <a:r>
              <a:rPr sz="1900" spc="240" dirty="0">
                <a:solidFill>
                  <a:srgbClr val="7E7E7E"/>
                </a:solidFill>
                <a:latin typeface="Arial"/>
                <a:cs typeface="Arial"/>
              </a:rPr>
              <a:t> </a:t>
            </a:r>
            <a:r>
              <a:rPr sz="1900" spc="-5" dirty="0">
                <a:solidFill>
                  <a:srgbClr val="7E7E7E"/>
                </a:solidFill>
                <a:latin typeface="Arial"/>
                <a:cs typeface="Arial"/>
              </a:rPr>
              <a:t>norm</a:t>
            </a:r>
            <a:endParaRPr sz="1900">
              <a:latin typeface="Arial"/>
              <a:cs typeface="Arial"/>
            </a:endParaRPr>
          </a:p>
          <a:p>
            <a:pPr marL="360045" indent="-347345">
              <a:lnSpc>
                <a:spcPct val="100000"/>
              </a:lnSpc>
              <a:spcBef>
                <a:spcPts val="320"/>
              </a:spcBef>
              <a:buClr>
                <a:srgbClr val="6EB7D7"/>
              </a:buClr>
              <a:buSzPct val="109090"/>
              <a:buChar char="•"/>
              <a:tabLst>
                <a:tab pos="360045" algn="l"/>
                <a:tab pos="360680" algn="l"/>
              </a:tabLst>
            </a:pPr>
            <a:r>
              <a:rPr sz="2200" spc="-5" dirty="0">
                <a:solidFill>
                  <a:srgbClr val="7E7E7E"/>
                </a:solidFill>
                <a:latin typeface="Arial"/>
                <a:cs typeface="Arial"/>
              </a:rPr>
              <a:t>Optional characteristics </a:t>
            </a:r>
            <a:r>
              <a:rPr sz="2200" spc="-20" dirty="0">
                <a:solidFill>
                  <a:srgbClr val="7E7E7E"/>
                </a:solidFill>
                <a:latin typeface="Arial"/>
                <a:cs typeface="Arial"/>
              </a:rPr>
              <a:t>(complexity, </a:t>
            </a:r>
            <a:r>
              <a:rPr sz="2200" spc="-5" dirty="0">
                <a:solidFill>
                  <a:srgbClr val="7E7E7E"/>
                </a:solidFill>
                <a:latin typeface="Arial"/>
                <a:cs typeface="Arial"/>
              </a:rPr>
              <a:t>time,</a:t>
            </a:r>
            <a:r>
              <a:rPr sz="2200" spc="75" dirty="0">
                <a:solidFill>
                  <a:srgbClr val="7E7E7E"/>
                </a:solidFill>
                <a:latin typeface="Arial"/>
                <a:cs typeface="Arial"/>
              </a:rPr>
              <a:t> </a:t>
            </a:r>
            <a:r>
              <a:rPr sz="2200" spc="-5" dirty="0">
                <a:solidFill>
                  <a:srgbClr val="7E7E7E"/>
                </a:solidFill>
                <a:latin typeface="Arial"/>
                <a:cs typeface="Arial"/>
              </a:rPr>
              <a:t>etc.)</a:t>
            </a:r>
            <a:endParaRPr sz="2200">
              <a:latin typeface="Arial"/>
              <a:cs typeface="Arial"/>
            </a:endParaRPr>
          </a:p>
        </p:txBody>
      </p:sp>
    </p:spTree>
    <p:extLst>
      <p:ext uri="{BB962C8B-B14F-4D97-AF65-F5344CB8AC3E}">
        <p14:creationId xmlns:p14="http://schemas.microsoft.com/office/powerpoint/2010/main" val="963912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237105" marR="5080" indent="-878205">
              <a:lnSpc>
                <a:spcPct val="100000"/>
              </a:lnSpc>
              <a:spcBef>
                <a:spcPts val="95"/>
              </a:spcBef>
            </a:pPr>
            <a:r>
              <a:rPr b="1" spc="-5" dirty="0"/>
              <a:t>Creating</a:t>
            </a:r>
            <a:r>
              <a:rPr b="1" spc="-50" dirty="0"/>
              <a:t> </a:t>
            </a:r>
            <a:r>
              <a:rPr b="1" dirty="0"/>
              <a:t>Use-Case  </a:t>
            </a:r>
            <a:r>
              <a:rPr b="1" spc="-5" dirty="0"/>
              <a:t>Descriptions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object 3"/>
          <p:cNvSpPr txBox="1"/>
          <p:nvPr/>
        </p:nvSpPr>
        <p:spPr>
          <a:xfrm>
            <a:off x="1084579" y="1997355"/>
            <a:ext cx="7871459" cy="4128135"/>
          </a:xfrm>
          <a:prstGeom prst="rect">
            <a:avLst/>
          </a:prstGeom>
        </p:spPr>
        <p:txBody>
          <a:bodyPr vert="horz" wrap="square" lIns="0" tIns="72390" rIns="0" bIns="0" rtlCol="0">
            <a:spAutoFit/>
          </a:bodyPr>
          <a:lstStyle/>
          <a:p>
            <a:pPr marL="469900" indent="-457200">
              <a:lnSpc>
                <a:spcPct val="100000"/>
              </a:lnSpc>
              <a:spcBef>
                <a:spcPts val="570"/>
              </a:spcBef>
              <a:buClr>
                <a:srgbClr val="6EB7D7"/>
              </a:buClr>
              <a:buSzPct val="108333"/>
              <a:buAutoNum type="arabicPeriod"/>
              <a:tabLst>
                <a:tab pos="469265" algn="l"/>
                <a:tab pos="469900" algn="l"/>
              </a:tabLst>
            </a:pPr>
            <a:r>
              <a:rPr sz="2400" spc="-5" dirty="0">
                <a:solidFill>
                  <a:srgbClr val="585858"/>
                </a:solidFill>
                <a:latin typeface="Arial"/>
                <a:cs typeface="Arial"/>
              </a:rPr>
              <a:t>Pick a high priority use-case and create an</a:t>
            </a:r>
            <a:r>
              <a:rPr sz="2400" spc="75" dirty="0">
                <a:solidFill>
                  <a:srgbClr val="585858"/>
                </a:solidFill>
                <a:latin typeface="Arial"/>
                <a:cs typeface="Arial"/>
              </a:rPr>
              <a:t> </a:t>
            </a:r>
            <a:r>
              <a:rPr sz="2400" spc="-5" dirty="0">
                <a:solidFill>
                  <a:srgbClr val="585858"/>
                </a:solidFill>
                <a:latin typeface="Arial"/>
                <a:cs typeface="Arial"/>
              </a:rPr>
              <a:t>overview:</a:t>
            </a:r>
            <a:endParaRPr sz="2400">
              <a:latin typeface="Arial"/>
              <a:cs typeface="Arial"/>
            </a:endParaRPr>
          </a:p>
          <a:p>
            <a:pPr marL="696595" lvl="1" indent="-335280">
              <a:lnSpc>
                <a:spcPct val="100000"/>
              </a:lnSpc>
              <a:spcBef>
                <a:spcPts val="565"/>
              </a:spcBef>
              <a:buClr>
                <a:srgbClr val="205C76"/>
              </a:buClr>
              <a:buSzPct val="110000"/>
              <a:buChar char="•"/>
              <a:tabLst>
                <a:tab pos="696595" algn="l"/>
                <a:tab pos="697230" algn="l"/>
              </a:tabLst>
            </a:pPr>
            <a:r>
              <a:rPr sz="2000" dirty="0">
                <a:solidFill>
                  <a:srgbClr val="585858"/>
                </a:solidFill>
                <a:latin typeface="Arial"/>
                <a:cs typeface="Arial"/>
              </a:rPr>
              <a:t>List </a:t>
            </a:r>
            <a:r>
              <a:rPr sz="2000" spc="-5" dirty="0">
                <a:solidFill>
                  <a:srgbClr val="585858"/>
                </a:solidFill>
                <a:latin typeface="Arial"/>
                <a:cs typeface="Arial"/>
              </a:rPr>
              <a:t>the </a:t>
            </a:r>
            <a:r>
              <a:rPr sz="2000" dirty="0">
                <a:solidFill>
                  <a:srgbClr val="585858"/>
                </a:solidFill>
                <a:latin typeface="Arial"/>
                <a:cs typeface="Arial"/>
              </a:rPr>
              <a:t>primary</a:t>
            </a:r>
            <a:r>
              <a:rPr sz="2000" spc="-75" dirty="0">
                <a:solidFill>
                  <a:srgbClr val="585858"/>
                </a:solidFill>
                <a:latin typeface="Arial"/>
                <a:cs typeface="Arial"/>
              </a:rPr>
              <a:t> </a:t>
            </a:r>
            <a:r>
              <a:rPr sz="2000" dirty="0">
                <a:solidFill>
                  <a:srgbClr val="585858"/>
                </a:solidFill>
                <a:latin typeface="Arial"/>
                <a:cs typeface="Arial"/>
              </a:rPr>
              <a:t>actor</a:t>
            </a:r>
            <a:endParaRPr sz="200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000" dirty="0">
                <a:solidFill>
                  <a:srgbClr val="585858"/>
                </a:solidFill>
                <a:latin typeface="Arial"/>
                <a:cs typeface="Arial"/>
              </a:rPr>
              <a:t>Determine </a:t>
            </a:r>
            <a:r>
              <a:rPr sz="2000" spc="-5" dirty="0">
                <a:solidFill>
                  <a:srgbClr val="585858"/>
                </a:solidFill>
                <a:latin typeface="Arial"/>
                <a:cs typeface="Arial"/>
              </a:rPr>
              <a:t>its type (overview </a:t>
            </a:r>
            <a:r>
              <a:rPr sz="2000" dirty="0">
                <a:solidFill>
                  <a:srgbClr val="585858"/>
                </a:solidFill>
                <a:latin typeface="Arial"/>
                <a:cs typeface="Arial"/>
              </a:rPr>
              <a:t>or </a:t>
            </a:r>
            <a:r>
              <a:rPr sz="2000" spc="-5" dirty="0">
                <a:solidFill>
                  <a:srgbClr val="585858"/>
                </a:solidFill>
                <a:latin typeface="Arial"/>
                <a:cs typeface="Arial"/>
              </a:rPr>
              <a:t>detail; </a:t>
            </a:r>
            <a:r>
              <a:rPr sz="2000" dirty="0">
                <a:solidFill>
                  <a:srgbClr val="585858"/>
                </a:solidFill>
                <a:latin typeface="Arial"/>
                <a:cs typeface="Arial"/>
              </a:rPr>
              <a:t>essential or</a:t>
            </a:r>
            <a:r>
              <a:rPr sz="2000" spc="-140" dirty="0">
                <a:solidFill>
                  <a:srgbClr val="585858"/>
                </a:solidFill>
                <a:latin typeface="Arial"/>
                <a:cs typeface="Arial"/>
              </a:rPr>
              <a:t> </a:t>
            </a:r>
            <a:r>
              <a:rPr sz="2000" dirty="0">
                <a:solidFill>
                  <a:srgbClr val="585858"/>
                </a:solidFill>
                <a:latin typeface="Arial"/>
                <a:cs typeface="Arial"/>
              </a:rPr>
              <a:t>real)</a:t>
            </a:r>
            <a:endParaRPr sz="200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000" dirty="0">
                <a:solidFill>
                  <a:srgbClr val="585858"/>
                </a:solidFill>
                <a:latin typeface="Arial"/>
                <a:cs typeface="Arial"/>
              </a:rPr>
              <a:t>List </a:t>
            </a:r>
            <a:r>
              <a:rPr sz="2000" spc="-5" dirty="0">
                <a:solidFill>
                  <a:srgbClr val="585858"/>
                </a:solidFill>
                <a:latin typeface="Arial"/>
                <a:cs typeface="Arial"/>
              </a:rPr>
              <a:t>all </a:t>
            </a:r>
            <a:r>
              <a:rPr sz="2000" dirty="0">
                <a:solidFill>
                  <a:srgbClr val="585858"/>
                </a:solidFill>
                <a:latin typeface="Arial"/>
                <a:cs typeface="Arial"/>
              </a:rPr>
              <a:t>stakeholders and </a:t>
            </a:r>
            <a:r>
              <a:rPr sz="2000" spc="-5" dirty="0">
                <a:solidFill>
                  <a:srgbClr val="585858"/>
                </a:solidFill>
                <a:latin typeface="Arial"/>
                <a:cs typeface="Arial"/>
              </a:rPr>
              <a:t>their</a:t>
            </a:r>
            <a:r>
              <a:rPr sz="2000" spc="-100" dirty="0">
                <a:solidFill>
                  <a:srgbClr val="585858"/>
                </a:solidFill>
                <a:latin typeface="Arial"/>
                <a:cs typeface="Arial"/>
              </a:rPr>
              <a:t> </a:t>
            </a:r>
            <a:r>
              <a:rPr sz="2000" spc="-5" dirty="0">
                <a:solidFill>
                  <a:srgbClr val="585858"/>
                </a:solidFill>
                <a:latin typeface="Arial"/>
                <a:cs typeface="Arial"/>
              </a:rPr>
              <a:t>interests</a:t>
            </a:r>
            <a:endParaRPr sz="200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000" dirty="0">
                <a:solidFill>
                  <a:srgbClr val="585858"/>
                </a:solidFill>
                <a:latin typeface="Arial"/>
                <a:cs typeface="Arial"/>
              </a:rPr>
              <a:t>Determine </a:t>
            </a:r>
            <a:r>
              <a:rPr sz="2000" spc="-5" dirty="0">
                <a:solidFill>
                  <a:srgbClr val="585858"/>
                </a:solidFill>
                <a:latin typeface="Arial"/>
                <a:cs typeface="Arial"/>
              </a:rPr>
              <a:t>the level </a:t>
            </a:r>
            <a:r>
              <a:rPr sz="2000" dirty="0">
                <a:solidFill>
                  <a:srgbClr val="585858"/>
                </a:solidFill>
                <a:latin typeface="Arial"/>
                <a:cs typeface="Arial"/>
              </a:rPr>
              <a:t>of importance of </a:t>
            </a:r>
            <a:r>
              <a:rPr sz="2000" spc="-5" dirty="0">
                <a:solidFill>
                  <a:srgbClr val="585858"/>
                </a:solidFill>
                <a:latin typeface="Arial"/>
                <a:cs typeface="Arial"/>
              </a:rPr>
              <a:t>the</a:t>
            </a:r>
            <a:r>
              <a:rPr sz="2000" spc="-135" dirty="0">
                <a:solidFill>
                  <a:srgbClr val="585858"/>
                </a:solidFill>
                <a:latin typeface="Arial"/>
                <a:cs typeface="Arial"/>
              </a:rPr>
              <a:t> </a:t>
            </a:r>
            <a:r>
              <a:rPr sz="2000" dirty="0">
                <a:solidFill>
                  <a:srgbClr val="585858"/>
                </a:solidFill>
                <a:latin typeface="Arial"/>
                <a:cs typeface="Arial"/>
              </a:rPr>
              <a:t>use-case</a:t>
            </a:r>
            <a:endParaRPr sz="200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000" spc="-5" dirty="0">
                <a:solidFill>
                  <a:srgbClr val="585858"/>
                </a:solidFill>
                <a:latin typeface="Arial"/>
                <a:cs typeface="Arial"/>
              </a:rPr>
              <a:t>Briefly </a:t>
            </a:r>
            <a:r>
              <a:rPr sz="2000" dirty="0">
                <a:solidFill>
                  <a:srgbClr val="585858"/>
                </a:solidFill>
                <a:latin typeface="Arial"/>
                <a:cs typeface="Arial"/>
              </a:rPr>
              <a:t>describe </a:t>
            </a:r>
            <a:r>
              <a:rPr sz="2000" spc="-5" dirty="0">
                <a:solidFill>
                  <a:srgbClr val="585858"/>
                </a:solidFill>
                <a:latin typeface="Arial"/>
                <a:cs typeface="Arial"/>
              </a:rPr>
              <a:t>the</a:t>
            </a:r>
            <a:r>
              <a:rPr sz="2000" spc="-55" dirty="0">
                <a:solidFill>
                  <a:srgbClr val="585858"/>
                </a:solidFill>
                <a:latin typeface="Arial"/>
                <a:cs typeface="Arial"/>
              </a:rPr>
              <a:t> </a:t>
            </a:r>
            <a:r>
              <a:rPr sz="2000" dirty="0">
                <a:solidFill>
                  <a:srgbClr val="585858"/>
                </a:solidFill>
                <a:latin typeface="Arial"/>
                <a:cs typeface="Arial"/>
              </a:rPr>
              <a:t>use-case</a:t>
            </a:r>
            <a:endParaRPr sz="200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000" dirty="0">
                <a:solidFill>
                  <a:srgbClr val="585858"/>
                </a:solidFill>
                <a:latin typeface="Arial"/>
                <a:cs typeface="Arial"/>
              </a:rPr>
              <a:t>List what </a:t>
            </a:r>
            <a:r>
              <a:rPr sz="2000" spc="-5" dirty="0">
                <a:solidFill>
                  <a:srgbClr val="585858"/>
                </a:solidFill>
                <a:latin typeface="Arial"/>
                <a:cs typeface="Arial"/>
              </a:rPr>
              <a:t>triggers the</a:t>
            </a:r>
            <a:r>
              <a:rPr sz="2000" spc="-100" dirty="0">
                <a:solidFill>
                  <a:srgbClr val="585858"/>
                </a:solidFill>
                <a:latin typeface="Arial"/>
                <a:cs typeface="Arial"/>
              </a:rPr>
              <a:t> </a:t>
            </a:r>
            <a:r>
              <a:rPr sz="2000" dirty="0">
                <a:solidFill>
                  <a:srgbClr val="585858"/>
                </a:solidFill>
                <a:latin typeface="Arial"/>
                <a:cs typeface="Arial"/>
              </a:rPr>
              <a:t>use-case</a:t>
            </a:r>
            <a:endParaRPr sz="2000">
              <a:latin typeface="Arial"/>
              <a:cs typeface="Arial"/>
            </a:endParaRPr>
          </a:p>
          <a:p>
            <a:pPr marL="696595" lvl="1" indent="-335280">
              <a:lnSpc>
                <a:spcPct val="100000"/>
              </a:lnSpc>
              <a:spcBef>
                <a:spcPts val="600"/>
              </a:spcBef>
              <a:buClr>
                <a:srgbClr val="205C76"/>
              </a:buClr>
              <a:buSzPct val="110000"/>
              <a:buChar char="•"/>
              <a:tabLst>
                <a:tab pos="696595" algn="l"/>
                <a:tab pos="697230" algn="l"/>
              </a:tabLst>
            </a:pPr>
            <a:r>
              <a:rPr sz="2000" dirty="0">
                <a:solidFill>
                  <a:srgbClr val="585858"/>
                </a:solidFill>
                <a:latin typeface="Arial"/>
                <a:cs typeface="Arial"/>
              </a:rPr>
              <a:t>List </a:t>
            </a:r>
            <a:r>
              <a:rPr sz="2000" spc="-5" dirty="0">
                <a:solidFill>
                  <a:srgbClr val="585858"/>
                </a:solidFill>
                <a:latin typeface="Arial"/>
                <a:cs typeface="Arial"/>
              </a:rPr>
              <a:t>its relationship to other</a:t>
            </a:r>
            <a:r>
              <a:rPr sz="2000" spc="-80" dirty="0">
                <a:solidFill>
                  <a:srgbClr val="585858"/>
                </a:solidFill>
                <a:latin typeface="Arial"/>
                <a:cs typeface="Arial"/>
              </a:rPr>
              <a:t> </a:t>
            </a:r>
            <a:r>
              <a:rPr sz="2000" dirty="0">
                <a:solidFill>
                  <a:srgbClr val="585858"/>
                </a:solidFill>
                <a:latin typeface="Arial"/>
                <a:cs typeface="Arial"/>
              </a:rPr>
              <a:t>use-cases</a:t>
            </a:r>
            <a:endParaRPr sz="2000">
              <a:latin typeface="Arial"/>
              <a:cs typeface="Arial"/>
            </a:endParaRPr>
          </a:p>
          <a:p>
            <a:pPr lvl="1">
              <a:lnSpc>
                <a:spcPct val="100000"/>
              </a:lnSpc>
              <a:spcBef>
                <a:spcPts val="15"/>
              </a:spcBef>
              <a:buClr>
                <a:srgbClr val="205C76"/>
              </a:buClr>
              <a:buFont typeface="Arial"/>
              <a:buChar char="•"/>
            </a:pPr>
            <a:endParaRPr sz="1800">
              <a:latin typeface="Times New Roman"/>
              <a:cs typeface="Times New Roman"/>
            </a:endParaRPr>
          </a:p>
          <a:p>
            <a:pPr marL="469900" marR="5080" indent="-457200">
              <a:lnSpc>
                <a:spcPts val="2880"/>
              </a:lnSpc>
              <a:buClr>
                <a:srgbClr val="6EB7D7"/>
              </a:buClr>
              <a:buSzPct val="108333"/>
              <a:buAutoNum type="arabicPeriod"/>
              <a:tabLst>
                <a:tab pos="469265" algn="l"/>
                <a:tab pos="469900" algn="l"/>
              </a:tabLst>
            </a:pPr>
            <a:r>
              <a:rPr sz="2400" spc="-5" dirty="0">
                <a:solidFill>
                  <a:srgbClr val="585858"/>
                </a:solidFill>
                <a:latin typeface="Arial"/>
                <a:cs typeface="Arial"/>
              </a:rPr>
              <a:t>Fill in the steps of the normal flow of events required </a:t>
            </a:r>
            <a:r>
              <a:rPr sz="2400" dirty="0">
                <a:solidFill>
                  <a:srgbClr val="585858"/>
                </a:solidFill>
                <a:latin typeface="Arial"/>
                <a:cs typeface="Arial"/>
              </a:rPr>
              <a:t>to  </a:t>
            </a:r>
            <a:r>
              <a:rPr sz="2400" spc="-5" dirty="0">
                <a:solidFill>
                  <a:srgbClr val="585858"/>
                </a:solidFill>
                <a:latin typeface="Arial"/>
                <a:cs typeface="Arial"/>
              </a:rPr>
              <a:t>complete the</a:t>
            </a:r>
            <a:r>
              <a:rPr sz="2400" dirty="0">
                <a:solidFill>
                  <a:srgbClr val="585858"/>
                </a:solidFill>
                <a:latin typeface="Arial"/>
                <a:cs typeface="Arial"/>
              </a:rPr>
              <a:t> </a:t>
            </a:r>
            <a:r>
              <a:rPr sz="2400" spc="-5" dirty="0">
                <a:solidFill>
                  <a:srgbClr val="585858"/>
                </a:solidFill>
                <a:latin typeface="Arial"/>
                <a:cs typeface="Arial"/>
              </a:rPr>
              <a:t>use-case</a:t>
            </a:r>
            <a:endParaRPr sz="2400">
              <a:latin typeface="Arial"/>
              <a:cs typeface="Arial"/>
            </a:endParaRPr>
          </a:p>
        </p:txBody>
      </p:sp>
    </p:spTree>
    <p:extLst>
      <p:ext uri="{BB962C8B-B14F-4D97-AF65-F5344CB8AC3E}">
        <p14:creationId xmlns:p14="http://schemas.microsoft.com/office/powerpoint/2010/main" val="1707052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27785" marR="5080" indent="31750">
              <a:lnSpc>
                <a:spcPct val="100000"/>
              </a:lnSpc>
              <a:spcBef>
                <a:spcPts val="95"/>
              </a:spcBef>
            </a:pPr>
            <a:r>
              <a:rPr b="1" spc="-5" dirty="0"/>
              <a:t>Creating </a:t>
            </a:r>
            <a:r>
              <a:rPr b="1" dirty="0"/>
              <a:t>Use-Case  </a:t>
            </a:r>
            <a:r>
              <a:rPr b="1" spc="-5" dirty="0"/>
              <a:t>Descriptions</a:t>
            </a:r>
            <a:r>
              <a:rPr b="1" spc="-20" dirty="0"/>
              <a:t> </a:t>
            </a:r>
            <a:r>
              <a:rPr b="1" spc="-5" dirty="0"/>
              <a:t>(cont.)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object 3"/>
          <p:cNvSpPr txBox="1"/>
          <p:nvPr/>
        </p:nvSpPr>
        <p:spPr>
          <a:xfrm>
            <a:off x="1084579" y="2433318"/>
            <a:ext cx="7768590" cy="3018790"/>
          </a:xfrm>
          <a:prstGeom prst="rect">
            <a:avLst/>
          </a:prstGeom>
        </p:spPr>
        <p:txBody>
          <a:bodyPr vert="horz" wrap="square" lIns="0" tIns="55244" rIns="0" bIns="0" rtlCol="0">
            <a:spAutoFit/>
          </a:bodyPr>
          <a:lstStyle/>
          <a:p>
            <a:pPr marL="469900" marR="5080" indent="-457200">
              <a:lnSpc>
                <a:spcPts val="2880"/>
              </a:lnSpc>
              <a:spcBef>
                <a:spcPts val="434"/>
              </a:spcBef>
              <a:buClr>
                <a:srgbClr val="6EB7D7"/>
              </a:buClr>
              <a:buSzPct val="108333"/>
              <a:buAutoNum type="arabicPeriod" startAt="3"/>
              <a:tabLst>
                <a:tab pos="469265" algn="l"/>
                <a:tab pos="469900" algn="l"/>
              </a:tabLst>
            </a:pPr>
            <a:r>
              <a:rPr sz="2400" spc="-5" dirty="0">
                <a:solidFill>
                  <a:srgbClr val="585858"/>
                </a:solidFill>
                <a:latin typeface="Arial"/>
                <a:cs typeface="Arial"/>
              </a:rPr>
              <a:t>Ensure that the steps listed are not too complicated or  long and are consistent in size with other</a:t>
            </a:r>
            <a:r>
              <a:rPr sz="2400" spc="80" dirty="0">
                <a:solidFill>
                  <a:srgbClr val="585858"/>
                </a:solidFill>
                <a:latin typeface="Arial"/>
                <a:cs typeface="Arial"/>
              </a:rPr>
              <a:t> </a:t>
            </a:r>
            <a:r>
              <a:rPr sz="2400" spc="-5" dirty="0">
                <a:solidFill>
                  <a:srgbClr val="585858"/>
                </a:solidFill>
                <a:latin typeface="Arial"/>
                <a:cs typeface="Arial"/>
              </a:rPr>
              <a:t>steps</a:t>
            </a:r>
            <a:endParaRPr sz="2400" dirty="0">
              <a:latin typeface="Arial"/>
              <a:cs typeface="Arial"/>
            </a:endParaRPr>
          </a:p>
          <a:p>
            <a:pPr marL="469900" indent="-457200">
              <a:lnSpc>
                <a:spcPct val="100000"/>
              </a:lnSpc>
              <a:spcBef>
                <a:spcPts val="1695"/>
              </a:spcBef>
              <a:buClr>
                <a:srgbClr val="6EB7D7"/>
              </a:buClr>
              <a:buSzPct val="108333"/>
              <a:buAutoNum type="arabicPeriod" startAt="3"/>
              <a:tabLst>
                <a:tab pos="469265" algn="l"/>
                <a:tab pos="469900" algn="l"/>
              </a:tabLst>
            </a:pPr>
            <a:r>
              <a:rPr sz="2400" spc="-5" dirty="0">
                <a:solidFill>
                  <a:srgbClr val="585858"/>
                </a:solidFill>
                <a:latin typeface="Arial"/>
                <a:cs typeface="Arial"/>
              </a:rPr>
              <a:t>Identify and write the alternate or exceptional</a:t>
            </a:r>
            <a:r>
              <a:rPr sz="2400" spc="65" dirty="0">
                <a:solidFill>
                  <a:srgbClr val="585858"/>
                </a:solidFill>
                <a:latin typeface="Arial"/>
                <a:cs typeface="Arial"/>
              </a:rPr>
              <a:t> </a:t>
            </a:r>
            <a:r>
              <a:rPr sz="2400" spc="-5" dirty="0">
                <a:solidFill>
                  <a:srgbClr val="585858"/>
                </a:solidFill>
                <a:latin typeface="Arial"/>
                <a:cs typeface="Arial"/>
              </a:rPr>
              <a:t>flows</a:t>
            </a:r>
            <a:endParaRPr sz="2400" dirty="0">
              <a:latin typeface="Arial"/>
              <a:cs typeface="Arial"/>
            </a:endParaRPr>
          </a:p>
          <a:p>
            <a:pPr marL="469900" marR="50800" indent="-457200">
              <a:lnSpc>
                <a:spcPts val="2880"/>
              </a:lnSpc>
              <a:spcBef>
                <a:spcPts val="2060"/>
              </a:spcBef>
              <a:buClr>
                <a:srgbClr val="6EB7D7"/>
              </a:buClr>
              <a:buSzPct val="108333"/>
              <a:buAutoNum type="arabicPeriod" startAt="3"/>
              <a:tabLst>
                <a:tab pos="469265" algn="l"/>
                <a:tab pos="469900" algn="l"/>
              </a:tabLst>
            </a:pPr>
            <a:r>
              <a:rPr sz="2400" spc="-5" dirty="0">
                <a:solidFill>
                  <a:srgbClr val="585858"/>
                </a:solidFill>
                <a:latin typeface="Arial"/>
                <a:cs typeface="Arial"/>
              </a:rPr>
              <a:t>Carefully review the use-case description and confirm  that it is</a:t>
            </a:r>
            <a:r>
              <a:rPr sz="2400" dirty="0">
                <a:solidFill>
                  <a:srgbClr val="585858"/>
                </a:solidFill>
                <a:latin typeface="Arial"/>
                <a:cs typeface="Arial"/>
              </a:rPr>
              <a:t> </a:t>
            </a:r>
            <a:r>
              <a:rPr sz="2400" spc="-5" dirty="0">
                <a:solidFill>
                  <a:srgbClr val="585858"/>
                </a:solidFill>
                <a:latin typeface="Arial"/>
                <a:cs typeface="Arial"/>
              </a:rPr>
              <a:t>correct</a:t>
            </a:r>
            <a:endParaRPr sz="2400" dirty="0">
              <a:latin typeface="Arial"/>
              <a:cs typeface="Arial"/>
            </a:endParaRPr>
          </a:p>
          <a:p>
            <a:pPr marL="469900" indent="-457200">
              <a:lnSpc>
                <a:spcPct val="100000"/>
              </a:lnSpc>
              <a:spcBef>
                <a:spcPts val="1710"/>
              </a:spcBef>
              <a:buClr>
                <a:srgbClr val="6EB7D7"/>
              </a:buClr>
              <a:buSzPct val="108333"/>
              <a:buAutoNum type="arabicPeriod" startAt="3"/>
              <a:tabLst>
                <a:tab pos="469265" algn="l"/>
                <a:tab pos="469900" algn="l"/>
              </a:tabLst>
            </a:pPr>
            <a:r>
              <a:rPr sz="2400" spc="-5" dirty="0">
                <a:solidFill>
                  <a:srgbClr val="585858"/>
                </a:solidFill>
                <a:latin typeface="Arial"/>
                <a:cs typeface="Arial"/>
              </a:rPr>
              <a:t>Iterate over the entire set of steps</a:t>
            </a:r>
            <a:r>
              <a:rPr sz="2400" spc="-20" dirty="0">
                <a:solidFill>
                  <a:srgbClr val="585858"/>
                </a:solidFill>
                <a:latin typeface="Arial"/>
                <a:cs typeface="Arial"/>
              </a:rPr>
              <a:t> </a:t>
            </a:r>
            <a:r>
              <a:rPr sz="2400" spc="-5" dirty="0">
                <a:solidFill>
                  <a:srgbClr val="585858"/>
                </a:solidFill>
                <a:latin typeface="Arial"/>
                <a:cs typeface="Arial"/>
              </a:rPr>
              <a:t>again</a:t>
            </a:r>
            <a:endParaRPr sz="2400" dirty="0">
              <a:latin typeface="Arial"/>
              <a:cs typeface="Arial"/>
            </a:endParaRPr>
          </a:p>
        </p:txBody>
      </p:sp>
    </p:spTree>
    <p:extLst>
      <p:ext uri="{BB962C8B-B14F-4D97-AF65-F5344CB8AC3E}">
        <p14:creationId xmlns:p14="http://schemas.microsoft.com/office/powerpoint/2010/main" val="176240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5038" y="304800"/>
            <a:ext cx="8646161" cy="720069"/>
          </a:xfrm>
          <a:prstGeom prst="rect">
            <a:avLst/>
          </a:prstGeom>
        </p:spPr>
        <p:txBody>
          <a:bodyPr vert="horz" wrap="square" lIns="0" tIns="12065" rIns="0" bIns="0" rtlCol="0">
            <a:spAutoFit/>
          </a:bodyPr>
          <a:lstStyle/>
          <a:p>
            <a:pPr marL="12700">
              <a:lnSpc>
                <a:spcPct val="100000"/>
              </a:lnSpc>
              <a:spcBef>
                <a:spcPts val="95"/>
              </a:spcBef>
            </a:pPr>
            <a:r>
              <a:rPr b="1" spc="-5" dirty="0"/>
              <a:t>Example </a:t>
            </a:r>
            <a:r>
              <a:rPr b="1" dirty="0"/>
              <a:t>Use-Case</a:t>
            </a:r>
            <a:r>
              <a:rPr b="1" spc="-25" dirty="0"/>
              <a:t> </a:t>
            </a:r>
            <a:r>
              <a:rPr b="1" spc="-5" dirty="0"/>
              <a:t>Description</a:t>
            </a:r>
          </a:p>
        </p:txBody>
      </p:sp>
      <p:sp>
        <p:nvSpPr>
          <p:cNvPr id="3" name="object 3"/>
          <p:cNvSpPr/>
          <p:nvPr/>
        </p:nvSpPr>
        <p:spPr>
          <a:xfrm>
            <a:off x="381001" y="1143000"/>
            <a:ext cx="9220198" cy="64770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9422420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5039" y="228600"/>
            <a:ext cx="8638540" cy="720069"/>
          </a:xfrm>
          <a:prstGeom prst="rect">
            <a:avLst/>
          </a:prstGeom>
        </p:spPr>
        <p:txBody>
          <a:bodyPr vert="horz" wrap="square" lIns="0" tIns="12065" rIns="0" bIns="0" rtlCol="0">
            <a:spAutoFit/>
          </a:bodyPr>
          <a:lstStyle/>
          <a:p>
            <a:pPr marL="12700">
              <a:lnSpc>
                <a:spcPct val="100000"/>
              </a:lnSpc>
              <a:spcBef>
                <a:spcPts val="95"/>
              </a:spcBef>
            </a:pPr>
            <a:r>
              <a:rPr b="1" spc="-5" dirty="0"/>
              <a:t>Example </a:t>
            </a:r>
            <a:r>
              <a:rPr b="1" dirty="0"/>
              <a:t>Use-Case</a:t>
            </a:r>
            <a:r>
              <a:rPr b="1" spc="-25" dirty="0"/>
              <a:t> </a:t>
            </a:r>
            <a:r>
              <a:rPr b="1" spc="-5" dirty="0"/>
              <a:t>Description</a:t>
            </a:r>
          </a:p>
        </p:txBody>
      </p:sp>
      <p:graphicFrame>
        <p:nvGraphicFramePr>
          <p:cNvPr id="5" name="Table 4"/>
          <p:cNvGraphicFramePr>
            <a:graphicFrameLocks noGrp="1"/>
          </p:cNvGraphicFramePr>
          <p:nvPr>
            <p:extLst>
              <p:ext uri="{D42A27DB-BD31-4B8C-83A1-F6EECF244321}">
                <p14:modId xmlns:p14="http://schemas.microsoft.com/office/powerpoint/2010/main" val="2960814049"/>
              </p:ext>
            </p:extLst>
          </p:nvPr>
        </p:nvGraphicFramePr>
        <p:xfrm>
          <a:off x="1447800" y="1143001"/>
          <a:ext cx="8145779" cy="5905628"/>
        </p:xfrm>
        <a:graphic>
          <a:graphicData uri="http://schemas.openxmlformats.org/drawingml/2006/table">
            <a:tbl>
              <a:tblPr firstRow="1" firstCol="1" bandRow="1">
                <a:tableStyleId>{2D5ABB26-0587-4C30-8999-92F81FD0307C}</a:tableStyleId>
              </a:tblPr>
              <a:tblGrid>
                <a:gridCol w="8145779">
                  <a:extLst>
                    <a:ext uri="{9D8B030D-6E8A-4147-A177-3AD203B41FA5}">
                      <a16:colId xmlns:a16="http://schemas.microsoft.com/office/drawing/2014/main" val="2750882650"/>
                    </a:ext>
                  </a:extLst>
                </a:gridCol>
              </a:tblGrid>
              <a:tr h="299988">
                <a:tc>
                  <a:txBody>
                    <a:bodyPr/>
                    <a:lstStyle/>
                    <a:p>
                      <a:pPr marL="457200" algn="just">
                        <a:lnSpc>
                          <a:spcPct val="150000"/>
                        </a:lnSpc>
                        <a:spcAft>
                          <a:spcPts val="0"/>
                        </a:spcAft>
                      </a:pPr>
                      <a:r>
                        <a:rPr lang="en-MY" sz="1400" b="1" dirty="0">
                          <a:effectLst/>
                        </a:rPr>
                        <a:t>New Registration</a:t>
                      </a:r>
                      <a:endParaRPr lang="en-MY"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52013" marR="520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222134"/>
                  </a:ext>
                </a:extLst>
              </a:tr>
              <a:tr h="969136">
                <a:tc>
                  <a:txBody>
                    <a:bodyPr/>
                    <a:lstStyle/>
                    <a:p>
                      <a:pPr marL="457200" algn="just">
                        <a:lnSpc>
                          <a:spcPct val="150000"/>
                        </a:lnSpc>
                        <a:spcAft>
                          <a:spcPts val="0"/>
                        </a:spcAft>
                      </a:pPr>
                      <a:r>
                        <a:rPr lang="en-MY" sz="1400" b="1" dirty="0">
                          <a:effectLst/>
                        </a:rPr>
                        <a:t>Pre-condition</a:t>
                      </a:r>
                    </a:p>
                    <a:p>
                      <a:pPr marL="342900" lvl="0" indent="-342900" algn="just">
                        <a:lnSpc>
                          <a:spcPct val="150000"/>
                        </a:lnSpc>
                        <a:spcAft>
                          <a:spcPts val="0"/>
                        </a:spcAft>
                        <a:buFont typeface="+mj-lt"/>
                        <a:buAutoNum type="arabicPeriod"/>
                      </a:pPr>
                      <a:r>
                        <a:rPr lang="en-MY" sz="1400" dirty="0">
                          <a:effectLst/>
                        </a:rPr>
                        <a:t>Patient who did not have member’s account</a:t>
                      </a:r>
                    </a:p>
                    <a:p>
                      <a:pPr marL="342900" lvl="0" indent="-342900" algn="just">
                        <a:lnSpc>
                          <a:spcPct val="150000"/>
                        </a:lnSpc>
                        <a:spcAft>
                          <a:spcPts val="0"/>
                        </a:spcAft>
                        <a:buFont typeface="+mj-lt"/>
                        <a:buAutoNum type="arabicPeriod"/>
                      </a:pPr>
                      <a:r>
                        <a:rPr lang="en-MY" sz="1400" dirty="0">
                          <a:effectLst/>
                        </a:rPr>
                        <a:t>Patient who wanted to make appointment</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2013" marR="520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4956382"/>
                  </a:ext>
                </a:extLst>
              </a:tr>
              <a:tr h="2366048">
                <a:tc>
                  <a:txBody>
                    <a:bodyPr/>
                    <a:lstStyle/>
                    <a:p>
                      <a:pPr marL="457200" algn="just">
                        <a:lnSpc>
                          <a:spcPct val="150000"/>
                        </a:lnSpc>
                        <a:spcAft>
                          <a:spcPts val="0"/>
                        </a:spcAft>
                      </a:pPr>
                      <a:r>
                        <a:rPr lang="en-MY" sz="1400" b="1" dirty="0">
                          <a:effectLst/>
                        </a:rPr>
                        <a:t>Main Scenario</a:t>
                      </a:r>
                    </a:p>
                    <a:p>
                      <a:pPr marL="342900" lvl="0" indent="-342900" algn="just">
                        <a:lnSpc>
                          <a:spcPct val="150000"/>
                        </a:lnSpc>
                        <a:spcAft>
                          <a:spcPts val="0"/>
                        </a:spcAft>
                        <a:buFont typeface="+mj-lt"/>
                        <a:buAutoNum type="arabicPeriod"/>
                      </a:pPr>
                      <a:r>
                        <a:rPr lang="en-MY" sz="1400" dirty="0">
                          <a:effectLst/>
                        </a:rPr>
                        <a:t>Patient will choose menu options – new registration</a:t>
                      </a:r>
                    </a:p>
                    <a:p>
                      <a:pPr marL="342900" lvl="0" indent="-342900" algn="just">
                        <a:lnSpc>
                          <a:spcPct val="150000"/>
                        </a:lnSpc>
                        <a:spcAft>
                          <a:spcPts val="0"/>
                        </a:spcAft>
                        <a:buFont typeface="+mj-lt"/>
                        <a:buAutoNum type="arabicPeriod"/>
                      </a:pPr>
                      <a:r>
                        <a:rPr lang="en-MY" sz="1400" dirty="0">
                          <a:effectLst/>
                        </a:rPr>
                        <a:t>System will shows the registration form and patient needs to fill in the form. (A1: Control the information errors)</a:t>
                      </a:r>
                    </a:p>
                    <a:p>
                      <a:pPr marL="342900" lvl="0" indent="-342900" algn="just">
                        <a:lnSpc>
                          <a:spcPct val="150000"/>
                        </a:lnSpc>
                        <a:spcAft>
                          <a:spcPts val="0"/>
                        </a:spcAft>
                        <a:buFont typeface="+mj-lt"/>
                        <a:buAutoNum type="arabicPeriod"/>
                      </a:pPr>
                      <a:r>
                        <a:rPr lang="en-MY" sz="1400" dirty="0">
                          <a:effectLst/>
                        </a:rPr>
                        <a:t>Shows “Registration Successful” message when registration complete.</a:t>
                      </a:r>
                    </a:p>
                    <a:p>
                      <a:pPr marL="342900" lvl="0" indent="-342900" algn="just">
                        <a:lnSpc>
                          <a:spcPct val="150000"/>
                        </a:lnSpc>
                        <a:spcAft>
                          <a:spcPts val="0"/>
                        </a:spcAft>
                        <a:buFont typeface="+mj-lt"/>
                        <a:buAutoNum type="arabicPeriod"/>
                      </a:pPr>
                      <a:r>
                        <a:rPr lang="en-MY" sz="1400" dirty="0">
                          <a:effectLst/>
                        </a:rPr>
                        <a:t> Patient needs to log in to the system using the registered username and password to see the personal information details and others menu. </a:t>
                      </a:r>
                      <a:endParaRPr lang="en-MY"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2013" marR="520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280522"/>
                  </a:ext>
                </a:extLst>
              </a:tr>
              <a:tr h="1637089">
                <a:tc>
                  <a:txBody>
                    <a:bodyPr/>
                    <a:lstStyle/>
                    <a:p>
                      <a:pPr algn="just">
                        <a:lnSpc>
                          <a:spcPct val="150000"/>
                        </a:lnSpc>
                        <a:spcAft>
                          <a:spcPts val="0"/>
                        </a:spcAft>
                      </a:pPr>
                      <a:r>
                        <a:rPr lang="en-MY" sz="1400" b="1" dirty="0">
                          <a:effectLst/>
                        </a:rPr>
                        <a:t>Alternatives:</a:t>
                      </a:r>
                    </a:p>
                    <a:p>
                      <a:pPr algn="just">
                        <a:lnSpc>
                          <a:spcPct val="150000"/>
                        </a:lnSpc>
                        <a:spcAft>
                          <a:spcPts val="0"/>
                        </a:spcAft>
                      </a:pPr>
                      <a:r>
                        <a:rPr lang="en-MY" sz="1400" dirty="0">
                          <a:effectLst/>
                        </a:rPr>
                        <a:t>A1: Control the information errors</a:t>
                      </a:r>
                    </a:p>
                    <a:p>
                      <a:pPr algn="just">
                        <a:lnSpc>
                          <a:spcPct val="150000"/>
                        </a:lnSpc>
                        <a:spcAft>
                          <a:spcPts val="0"/>
                        </a:spcAft>
                      </a:pPr>
                      <a:r>
                        <a:rPr lang="en-MY" sz="1400" dirty="0">
                          <a:effectLst/>
                        </a:rPr>
                        <a:t>A1 sequence has started during No (2) in main scenario.</a:t>
                      </a:r>
                    </a:p>
                    <a:p>
                      <a:pPr marL="342900" lvl="0" indent="-342900" algn="just">
                        <a:lnSpc>
                          <a:spcPct val="150000"/>
                        </a:lnSpc>
                        <a:spcAft>
                          <a:spcPts val="0"/>
                        </a:spcAft>
                        <a:buFont typeface="+mj-lt"/>
                        <a:buAutoNum type="arabicPeriod"/>
                      </a:pPr>
                      <a:r>
                        <a:rPr lang="en-MY" sz="1400" dirty="0">
                          <a:effectLst/>
                        </a:rPr>
                        <a:t>System will identified the errors and error messages will appears.</a:t>
                      </a:r>
                    </a:p>
                    <a:p>
                      <a:pPr marL="342900" lvl="0" indent="-342900" algn="just">
                        <a:lnSpc>
                          <a:spcPct val="150000"/>
                        </a:lnSpc>
                        <a:spcAft>
                          <a:spcPts val="0"/>
                        </a:spcAft>
                        <a:buFont typeface="+mj-lt"/>
                        <a:buAutoNum type="arabicPeriod"/>
                      </a:pPr>
                      <a:r>
                        <a:rPr lang="en-MY" sz="1400" dirty="0">
                          <a:effectLst/>
                        </a:rPr>
                        <a:t>The flow will start again at No (2).</a:t>
                      </a:r>
                      <a:endParaRPr lang="en-MY"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2013" marR="520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835609"/>
                  </a:ext>
                </a:extLst>
              </a:tr>
              <a:tr h="633367">
                <a:tc>
                  <a:txBody>
                    <a:bodyPr/>
                    <a:lstStyle/>
                    <a:p>
                      <a:pPr algn="just">
                        <a:lnSpc>
                          <a:spcPct val="150000"/>
                        </a:lnSpc>
                        <a:spcAft>
                          <a:spcPts val="0"/>
                        </a:spcAft>
                      </a:pPr>
                      <a:r>
                        <a:rPr lang="en-MY" sz="1400" b="1" dirty="0">
                          <a:effectLst/>
                        </a:rPr>
                        <a:t>Post-condition:</a:t>
                      </a:r>
                    </a:p>
                    <a:p>
                      <a:pPr algn="just">
                        <a:lnSpc>
                          <a:spcPct val="150000"/>
                        </a:lnSpc>
                        <a:spcAft>
                          <a:spcPts val="0"/>
                        </a:spcAft>
                      </a:pPr>
                      <a:r>
                        <a:rPr lang="en-MY" sz="1400" dirty="0">
                          <a:effectLst/>
                        </a:rPr>
                        <a:t>Member’s information will be stored in database.</a:t>
                      </a:r>
                      <a:endParaRPr lang="en-MY"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2013" marR="520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92075"/>
                  </a:ext>
                </a:extLst>
              </a:tr>
            </a:tbl>
          </a:graphicData>
        </a:graphic>
      </p:graphicFrame>
    </p:spTree>
    <p:extLst>
      <p:ext uri="{BB962C8B-B14F-4D97-AF65-F5344CB8AC3E}">
        <p14:creationId xmlns:p14="http://schemas.microsoft.com/office/powerpoint/2010/main" val="3497252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1" y="426211"/>
            <a:ext cx="6101206" cy="1427955"/>
          </a:xfrm>
          <a:prstGeom prst="rect">
            <a:avLst/>
          </a:prstGeom>
        </p:spPr>
        <p:txBody>
          <a:bodyPr vert="horz" wrap="square" lIns="0" tIns="12065" rIns="0" bIns="0" rtlCol="0">
            <a:spAutoFit/>
          </a:bodyPr>
          <a:lstStyle/>
          <a:p>
            <a:pPr marL="1205865" marR="5080" indent="-1193800">
              <a:lnSpc>
                <a:spcPct val="100000"/>
              </a:lnSpc>
              <a:spcBef>
                <a:spcPts val="95"/>
              </a:spcBef>
            </a:pPr>
            <a:r>
              <a:rPr b="1" spc="-35" dirty="0"/>
              <a:t>Verifying </a:t>
            </a:r>
            <a:r>
              <a:rPr b="1" spc="-5" dirty="0"/>
              <a:t>&amp; </a:t>
            </a:r>
            <a:r>
              <a:rPr b="1" spc="-40" dirty="0"/>
              <a:t>Validating  </a:t>
            </a:r>
            <a:r>
              <a:rPr b="1" spc="-5" dirty="0"/>
              <a:t>a</a:t>
            </a:r>
            <a:r>
              <a:rPr b="1" spc="-10" dirty="0"/>
              <a:t> </a:t>
            </a:r>
            <a:r>
              <a:rPr b="1" dirty="0"/>
              <a:t>Use-Case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75"/>
              </a:lnSpc>
            </a:pPr>
            <a:r>
              <a:rPr spc="-5" dirty="0"/>
              <a:t>PowerPoint Presentation </a:t>
            </a:r>
            <a:r>
              <a:rPr dirty="0"/>
              <a:t>for </a:t>
            </a:r>
            <a:r>
              <a:rPr spc="-5" dirty="0"/>
              <a:t>Dennis, </a:t>
            </a:r>
            <a:r>
              <a:rPr dirty="0"/>
              <a:t>Wixom, &amp; Tegarden </a:t>
            </a:r>
            <a:r>
              <a:rPr i="1" dirty="0">
                <a:latin typeface="Arial"/>
                <a:cs typeface="Arial"/>
              </a:rPr>
              <a:t>Systems </a:t>
            </a:r>
            <a:r>
              <a:rPr i="1" spc="-5" dirty="0">
                <a:latin typeface="Arial"/>
                <a:cs typeface="Arial"/>
              </a:rPr>
              <a:t>Analysis and Design </a:t>
            </a:r>
            <a:r>
              <a:rPr i="1" dirty="0">
                <a:latin typeface="Arial"/>
                <a:cs typeface="Arial"/>
              </a:rPr>
              <a:t>with </a:t>
            </a:r>
            <a:r>
              <a:rPr i="1" spc="-5" dirty="0">
                <a:latin typeface="Arial"/>
                <a:cs typeface="Arial"/>
              </a:rPr>
              <a:t>UML, </a:t>
            </a:r>
            <a:r>
              <a:rPr i="1" dirty="0">
                <a:latin typeface="Arial"/>
                <a:cs typeface="Arial"/>
              </a:rPr>
              <a:t>4th</a:t>
            </a:r>
            <a:r>
              <a:rPr i="1" spc="-70" dirty="0">
                <a:latin typeface="Arial"/>
                <a:cs typeface="Arial"/>
              </a:rPr>
              <a:t> </a:t>
            </a:r>
            <a:r>
              <a:rPr i="1" spc="-5" dirty="0">
                <a:latin typeface="Arial"/>
                <a:cs typeface="Arial"/>
              </a:rPr>
              <a:t>Edition</a:t>
            </a:r>
          </a:p>
          <a:p>
            <a:pPr marL="12700">
              <a:lnSpc>
                <a:spcPct val="100000"/>
              </a:lnSpc>
            </a:pPr>
            <a:r>
              <a:rPr sz="1000" spc="-10" dirty="0"/>
              <a:t>Copyright </a:t>
            </a:r>
            <a:r>
              <a:rPr sz="1000" spc="-5" dirty="0"/>
              <a:t>© </a:t>
            </a:r>
            <a:r>
              <a:rPr sz="1000" spc="-10" dirty="0"/>
              <a:t>2012 </a:t>
            </a:r>
            <a:r>
              <a:rPr sz="1000" spc="-5" dirty="0"/>
              <a:t>John </a:t>
            </a:r>
            <a:r>
              <a:rPr sz="1000" dirty="0"/>
              <a:t>Wiley </a:t>
            </a:r>
            <a:r>
              <a:rPr sz="1000" spc="-5" dirty="0"/>
              <a:t>&amp; Sons, Inc. </a:t>
            </a:r>
            <a:r>
              <a:rPr sz="1000" spc="-10" dirty="0"/>
              <a:t>All rights</a:t>
            </a:r>
            <a:r>
              <a:rPr sz="1000" spc="10" dirty="0"/>
              <a:t> </a:t>
            </a:r>
            <a:r>
              <a:rPr sz="1000" spc="-5" dirty="0"/>
              <a:t>reserved.</a:t>
            </a:r>
            <a:endParaRPr sz="1000"/>
          </a:p>
        </p:txBody>
      </p:sp>
      <p:sp>
        <p:nvSpPr>
          <p:cNvPr id="3" name="object 3"/>
          <p:cNvSpPr txBox="1"/>
          <p:nvPr/>
        </p:nvSpPr>
        <p:spPr>
          <a:xfrm>
            <a:off x="1084579" y="2082799"/>
            <a:ext cx="7800975" cy="4445635"/>
          </a:xfrm>
          <a:prstGeom prst="rect">
            <a:avLst/>
          </a:prstGeom>
        </p:spPr>
        <p:txBody>
          <a:bodyPr vert="horz" wrap="square" lIns="0" tIns="12700" rIns="0" bIns="0" rtlCol="0">
            <a:spAutoFit/>
          </a:bodyPr>
          <a:lstStyle/>
          <a:p>
            <a:pPr marL="360045" marR="904875" indent="-347345">
              <a:lnSpc>
                <a:spcPct val="100000"/>
              </a:lnSpc>
              <a:spcBef>
                <a:spcPts val="100"/>
              </a:spcBef>
              <a:buClr>
                <a:srgbClr val="6EB7D7"/>
              </a:buClr>
              <a:buSzPct val="108333"/>
              <a:buChar char="•"/>
              <a:tabLst>
                <a:tab pos="360045" algn="l"/>
                <a:tab pos="360680" algn="l"/>
              </a:tabLst>
            </a:pPr>
            <a:r>
              <a:rPr sz="2400" spc="-5" dirty="0">
                <a:solidFill>
                  <a:srgbClr val="585858"/>
                </a:solidFill>
                <a:latin typeface="Arial"/>
                <a:cs typeface="Arial"/>
              </a:rPr>
              <a:t>Use-cases must be verified and validated before  beginning structural and behavioral</a:t>
            </a:r>
            <a:r>
              <a:rPr sz="2400" spc="75" dirty="0">
                <a:solidFill>
                  <a:srgbClr val="585858"/>
                </a:solidFill>
                <a:latin typeface="Arial"/>
                <a:cs typeface="Arial"/>
              </a:rPr>
              <a:t> </a:t>
            </a:r>
            <a:r>
              <a:rPr sz="2400" spc="-5" dirty="0">
                <a:solidFill>
                  <a:srgbClr val="585858"/>
                </a:solidFill>
                <a:latin typeface="Arial"/>
                <a:cs typeface="Arial"/>
              </a:rPr>
              <a:t>modeling</a:t>
            </a:r>
            <a:endParaRPr sz="2400">
              <a:latin typeface="Arial"/>
              <a:cs typeface="Arial"/>
            </a:endParaRPr>
          </a:p>
          <a:p>
            <a:pPr marL="360045" indent="-347345">
              <a:lnSpc>
                <a:spcPct val="100000"/>
              </a:lnSpc>
              <a:spcBef>
                <a:spcPts val="600"/>
              </a:spcBef>
              <a:buClr>
                <a:srgbClr val="6EB7D7"/>
              </a:buClr>
              <a:buSzPct val="108333"/>
              <a:buChar char="•"/>
              <a:tabLst>
                <a:tab pos="360045" algn="l"/>
                <a:tab pos="360680" algn="l"/>
              </a:tabLst>
            </a:pPr>
            <a:r>
              <a:rPr sz="2400" spc="-5" dirty="0">
                <a:solidFill>
                  <a:srgbClr val="585858"/>
                </a:solidFill>
                <a:latin typeface="Arial"/>
                <a:cs typeface="Arial"/>
              </a:rPr>
              <a:t>Utilize a</a:t>
            </a:r>
            <a:r>
              <a:rPr sz="2400" spc="25" dirty="0">
                <a:solidFill>
                  <a:srgbClr val="585858"/>
                </a:solidFill>
                <a:latin typeface="Arial"/>
                <a:cs typeface="Arial"/>
              </a:rPr>
              <a:t> </a:t>
            </a:r>
            <a:r>
              <a:rPr sz="2400" spc="-5" dirty="0">
                <a:solidFill>
                  <a:srgbClr val="585858"/>
                </a:solidFill>
                <a:latin typeface="Arial"/>
                <a:cs typeface="Arial"/>
              </a:rPr>
              <a:t>walkthrough:</a:t>
            </a:r>
            <a:endParaRPr sz="2400">
              <a:latin typeface="Arial"/>
              <a:cs typeface="Arial"/>
            </a:endParaRPr>
          </a:p>
          <a:p>
            <a:pPr marL="696595" marR="66675" lvl="1" indent="-335280">
              <a:lnSpc>
                <a:spcPct val="100000"/>
              </a:lnSpc>
              <a:spcBef>
                <a:spcPts val="595"/>
              </a:spcBef>
              <a:buClr>
                <a:srgbClr val="205C76"/>
              </a:buClr>
              <a:buSzPct val="109090"/>
              <a:buChar char="•"/>
              <a:tabLst>
                <a:tab pos="696595" algn="l"/>
                <a:tab pos="697230" algn="l"/>
              </a:tabLst>
            </a:pPr>
            <a:r>
              <a:rPr sz="2200" spc="-5" dirty="0">
                <a:solidFill>
                  <a:srgbClr val="585858"/>
                </a:solidFill>
                <a:latin typeface="Arial"/>
                <a:cs typeface="Arial"/>
              </a:rPr>
              <a:t>Perform a review of the models and diagrams created </a:t>
            </a:r>
            <a:r>
              <a:rPr sz="2200" dirty="0">
                <a:solidFill>
                  <a:srgbClr val="585858"/>
                </a:solidFill>
                <a:latin typeface="Arial"/>
                <a:cs typeface="Arial"/>
              </a:rPr>
              <a:t>so  </a:t>
            </a:r>
            <a:r>
              <a:rPr sz="2200" spc="-5" dirty="0">
                <a:solidFill>
                  <a:srgbClr val="585858"/>
                </a:solidFill>
                <a:latin typeface="Arial"/>
                <a:cs typeface="Arial"/>
              </a:rPr>
              <a:t>far</a:t>
            </a:r>
            <a:endParaRPr sz="2200">
              <a:latin typeface="Arial"/>
              <a:cs typeface="Arial"/>
            </a:endParaRPr>
          </a:p>
          <a:p>
            <a:pPr marL="696595" marR="5080" lvl="1" indent="-335280">
              <a:lnSpc>
                <a:spcPct val="100000"/>
              </a:lnSpc>
              <a:spcBef>
                <a:spcPts val="600"/>
              </a:spcBef>
              <a:buClr>
                <a:srgbClr val="205C76"/>
              </a:buClr>
              <a:buSzPct val="109090"/>
              <a:buChar char="•"/>
              <a:tabLst>
                <a:tab pos="696595" algn="l"/>
                <a:tab pos="697230" algn="l"/>
              </a:tabLst>
            </a:pPr>
            <a:r>
              <a:rPr sz="2200" spc="-5" dirty="0">
                <a:solidFill>
                  <a:srgbClr val="585858"/>
                </a:solidFill>
                <a:latin typeface="Arial"/>
                <a:cs typeface="Arial"/>
              </a:rPr>
              <a:t>Performed by individuals from the development team and  the client (very</a:t>
            </a:r>
            <a:r>
              <a:rPr sz="2200" spc="25" dirty="0">
                <a:solidFill>
                  <a:srgbClr val="585858"/>
                </a:solidFill>
                <a:latin typeface="Arial"/>
                <a:cs typeface="Arial"/>
              </a:rPr>
              <a:t> </a:t>
            </a:r>
            <a:r>
              <a:rPr sz="2200" spc="-5" dirty="0">
                <a:solidFill>
                  <a:srgbClr val="585858"/>
                </a:solidFill>
                <a:latin typeface="Arial"/>
                <a:cs typeface="Arial"/>
              </a:rPr>
              <a:t>interactive)</a:t>
            </a:r>
            <a:endParaRPr sz="2200">
              <a:latin typeface="Arial"/>
              <a:cs typeface="Arial"/>
            </a:endParaRPr>
          </a:p>
          <a:p>
            <a:pPr marL="980440" lvl="2" indent="-281940">
              <a:lnSpc>
                <a:spcPct val="100000"/>
              </a:lnSpc>
              <a:spcBef>
                <a:spcPts val="605"/>
              </a:spcBef>
              <a:buClr>
                <a:srgbClr val="6EB7D7"/>
              </a:buClr>
              <a:buSzPct val="110000"/>
              <a:buChar char="•"/>
              <a:tabLst>
                <a:tab pos="979805" algn="l"/>
                <a:tab pos="980440" algn="l"/>
              </a:tabLst>
            </a:pPr>
            <a:r>
              <a:rPr sz="2000" spc="-5" dirty="0">
                <a:solidFill>
                  <a:srgbClr val="585858"/>
                </a:solidFill>
                <a:latin typeface="Arial"/>
                <a:cs typeface="Arial"/>
              </a:rPr>
              <a:t>Facilitator: </a:t>
            </a:r>
            <a:r>
              <a:rPr sz="2000" dirty="0">
                <a:solidFill>
                  <a:srgbClr val="585858"/>
                </a:solidFill>
                <a:latin typeface="Arial"/>
                <a:cs typeface="Arial"/>
              </a:rPr>
              <a:t>schedule and set up </a:t>
            </a:r>
            <a:r>
              <a:rPr sz="2000" spc="-5" dirty="0">
                <a:solidFill>
                  <a:srgbClr val="585858"/>
                </a:solidFill>
                <a:latin typeface="Arial"/>
                <a:cs typeface="Arial"/>
              </a:rPr>
              <a:t>the</a:t>
            </a:r>
            <a:r>
              <a:rPr sz="2000" spc="-130" dirty="0">
                <a:solidFill>
                  <a:srgbClr val="585858"/>
                </a:solidFill>
                <a:latin typeface="Arial"/>
                <a:cs typeface="Arial"/>
              </a:rPr>
              <a:t> </a:t>
            </a:r>
            <a:r>
              <a:rPr sz="2000" spc="-5" dirty="0">
                <a:solidFill>
                  <a:srgbClr val="585858"/>
                </a:solidFill>
                <a:latin typeface="Arial"/>
                <a:cs typeface="Arial"/>
              </a:rPr>
              <a:t>meeting</a:t>
            </a:r>
            <a:endParaRPr sz="2000">
              <a:latin typeface="Arial"/>
              <a:cs typeface="Arial"/>
            </a:endParaRPr>
          </a:p>
          <a:p>
            <a:pPr marL="980440" marR="858519" lvl="2" indent="-281940">
              <a:lnSpc>
                <a:spcPct val="100000"/>
              </a:lnSpc>
              <a:spcBef>
                <a:spcPts val="600"/>
              </a:spcBef>
              <a:buClr>
                <a:srgbClr val="6EB7D7"/>
              </a:buClr>
              <a:buSzPct val="110000"/>
              <a:buChar char="•"/>
              <a:tabLst>
                <a:tab pos="979805" algn="l"/>
                <a:tab pos="980440" algn="l"/>
              </a:tabLst>
            </a:pPr>
            <a:r>
              <a:rPr sz="2000" dirty="0">
                <a:solidFill>
                  <a:srgbClr val="585858"/>
                </a:solidFill>
                <a:latin typeface="Arial"/>
                <a:cs typeface="Arial"/>
              </a:rPr>
              <a:t>Presenter: </a:t>
            </a:r>
            <a:r>
              <a:rPr sz="2000" spc="-5" dirty="0">
                <a:solidFill>
                  <a:srgbClr val="585858"/>
                </a:solidFill>
                <a:latin typeface="Arial"/>
                <a:cs typeface="Arial"/>
              </a:rPr>
              <a:t>the </a:t>
            </a:r>
            <a:r>
              <a:rPr sz="2000" dirty="0">
                <a:solidFill>
                  <a:srgbClr val="585858"/>
                </a:solidFill>
                <a:latin typeface="Arial"/>
                <a:cs typeface="Arial"/>
              </a:rPr>
              <a:t>one who </a:t>
            </a:r>
            <a:r>
              <a:rPr sz="2000" spc="-5" dirty="0">
                <a:solidFill>
                  <a:srgbClr val="585858"/>
                </a:solidFill>
                <a:latin typeface="Arial"/>
                <a:cs typeface="Arial"/>
              </a:rPr>
              <a:t>is </a:t>
            </a:r>
            <a:r>
              <a:rPr sz="2000" dirty="0">
                <a:solidFill>
                  <a:srgbClr val="585858"/>
                </a:solidFill>
                <a:latin typeface="Arial"/>
                <a:cs typeface="Arial"/>
              </a:rPr>
              <a:t>responsible </a:t>
            </a:r>
            <a:r>
              <a:rPr sz="2000" spc="-5" dirty="0">
                <a:solidFill>
                  <a:srgbClr val="585858"/>
                </a:solidFill>
                <a:latin typeface="Arial"/>
                <a:cs typeface="Arial"/>
              </a:rPr>
              <a:t>for the</a:t>
            </a:r>
            <a:r>
              <a:rPr sz="2000" spc="-175" dirty="0">
                <a:solidFill>
                  <a:srgbClr val="585858"/>
                </a:solidFill>
                <a:latin typeface="Arial"/>
                <a:cs typeface="Arial"/>
              </a:rPr>
              <a:t> </a:t>
            </a:r>
            <a:r>
              <a:rPr sz="2000" dirty="0">
                <a:solidFill>
                  <a:srgbClr val="585858"/>
                </a:solidFill>
                <a:latin typeface="Arial"/>
                <a:cs typeface="Arial"/>
              </a:rPr>
              <a:t>specific  </a:t>
            </a:r>
            <a:r>
              <a:rPr sz="2000" spc="-5" dirty="0">
                <a:solidFill>
                  <a:srgbClr val="585858"/>
                </a:solidFill>
                <a:latin typeface="Arial"/>
                <a:cs typeface="Arial"/>
              </a:rPr>
              <a:t>representation </a:t>
            </a:r>
            <a:r>
              <a:rPr sz="2000" dirty="0">
                <a:solidFill>
                  <a:srgbClr val="585858"/>
                </a:solidFill>
                <a:latin typeface="Arial"/>
                <a:cs typeface="Arial"/>
              </a:rPr>
              <a:t>being</a:t>
            </a:r>
            <a:r>
              <a:rPr sz="2000" spc="-55" dirty="0">
                <a:solidFill>
                  <a:srgbClr val="585858"/>
                </a:solidFill>
                <a:latin typeface="Arial"/>
                <a:cs typeface="Arial"/>
              </a:rPr>
              <a:t> </a:t>
            </a:r>
            <a:r>
              <a:rPr sz="2000" dirty="0">
                <a:solidFill>
                  <a:srgbClr val="585858"/>
                </a:solidFill>
                <a:latin typeface="Arial"/>
                <a:cs typeface="Arial"/>
              </a:rPr>
              <a:t>reviewed</a:t>
            </a:r>
            <a:endParaRPr sz="2000">
              <a:latin typeface="Arial"/>
              <a:cs typeface="Arial"/>
            </a:endParaRPr>
          </a:p>
          <a:p>
            <a:pPr marL="980440" marR="179070" lvl="2" indent="-281940">
              <a:lnSpc>
                <a:spcPct val="100000"/>
              </a:lnSpc>
              <a:spcBef>
                <a:spcPts val="600"/>
              </a:spcBef>
              <a:buClr>
                <a:srgbClr val="6EB7D7"/>
              </a:buClr>
              <a:buSzPct val="110000"/>
              <a:buChar char="•"/>
              <a:tabLst>
                <a:tab pos="979805" algn="l"/>
                <a:tab pos="980440" algn="l"/>
              </a:tabLst>
            </a:pPr>
            <a:r>
              <a:rPr sz="2000" dirty="0">
                <a:solidFill>
                  <a:srgbClr val="585858"/>
                </a:solidFill>
                <a:latin typeface="Arial"/>
                <a:cs typeface="Arial"/>
              </a:rPr>
              <a:t>Recorder (scribe) </a:t>
            </a:r>
            <a:r>
              <a:rPr sz="2000" spc="-5" dirty="0">
                <a:solidFill>
                  <a:srgbClr val="585858"/>
                </a:solidFill>
                <a:latin typeface="Arial"/>
                <a:cs typeface="Arial"/>
              </a:rPr>
              <a:t>to </a:t>
            </a:r>
            <a:r>
              <a:rPr sz="2000" dirty="0">
                <a:solidFill>
                  <a:srgbClr val="585858"/>
                </a:solidFill>
                <a:latin typeface="Arial"/>
                <a:cs typeface="Arial"/>
              </a:rPr>
              <a:t>take </a:t>
            </a:r>
            <a:r>
              <a:rPr sz="2000" spc="-5" dirty="0">
                <a:solidFill>
                  <a:srgbClr val="585858"/>
                </a:solidFill>
                <a:latin typeface="Arial"/>
                <a:cs typeface="Arial"/>
              </a:rPr>
              <a:t>notes </a:t>
            </a:r>
            <a:r>
              <a:rPr sz="2000" dirty="0">
                <a:solidFill>
                  <a:srgbClr val="585858"/>
                </a:solidFill>
                <a:latin typeface="Arial"/>
                <a:cs typeface="Arial"/>
              </a:rPr>
              <a:t>and especially </a:t>
            </a:r>
            <a:r>
              <a:rPr sz="2000" spc="-5" dirty="0">
                <a:solidFill>
                  <a:srgbClr val="585858"/>
                </a:solidFill>
                <a:latin typeface="Arial"/>
                <a:cs typeface="Arial"/>
              </a:rPr>
              <a:t>to</a:t>
            </a:r>
            <a:r>
              <a:rPr sz="2000" spc="-190" dirty="0">
                <a:solidFill>
                  <a:srgbClr val="585858"/>
                </a:solidFill>
                <a:latin typeface="Arial"/>
                <a:cs typeface="Arial"/>
              </a:rPr>
              <a:t> </a:t>
            </a:r>
            <a:r>
              <a:rPr sz="2000" dirty="0">
                <a:solidFill>
                  <a:srgbClr val="585858"/>
                </a:solidFill>
                <a:latin typeface="Arial"/>
                <a:cs typeface="Arial"/>
              </a:rPr>
              <a:t>document  errors</a:t>
            </a:r>
            <a:endParaRPr sz="2000">
              <a:latin typeface="Arial"/>
              <a:cs typeface="Arial"/>
            </a:endParaRPr>
          </a:p>
        </p:txBody>
      </p:sp>
    </p:spTree>
    <p:extLst>
      <p:ext uri="{BB962C8B-B14F-4D97-AF65-F5344CB8AC3E}">
        <p14:creationId xmlns:p14="http://schemas.microsoft.com/office/powerpoint/2010/main" val="1129475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544C-23BC-4D64-B503-FD5CB9353DA2}"/>
              </a:ext>
            </a:extLst>
          </p:cNvPr>
          <p:cNvSpPr>
            <a:spLocks noGrp="1"/>
          </p:cNvSpPr>
          <p:nvPr>
            <p:ph type="ctrTitle"/>
          </p:nvPr>
        </p:nvSpPr>
        <p:spPr/>
        <p:txBody>
          <a:bodyPr/>
          <a:lstStyle/>
          <a:p>
            <a:r>
              <a:rPr lang="en-MY" dirty="0">
                <a:latin typeface="Tw Cen MT" panose="020B0602020104020603" pitchFamily="34" charset="0"/>
              </a:rPr>
              <a:t>SEQUENCE DIAGRAM</a:t>
            </a:r>
          </a:p>
        </p:txBody>
      </p:sp>
    </p:spTree>
    <p:extLst>
      <p:ext uri="{BB962C8B-B14F-4D97-AF65-F5344CB8AC3E}">
        <p14:creationId xmlns:p14="http://schemas.microsoft.com/office/powerpoint/2010/main" val="13775001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630052" y="533400"/>
            <a:ext cx="6798295" cy="980694"/>
          </a:xfrm>
        </p:spPr>
        <p:txBody>
          <a:bodyPr>
            <a:normAutofit/>
          </a:bodyPr>
          <a:lstStyle/>
          <a:p>
            <a:r>
              <a:rPr lang="en-MY" dirty="0">
                <a:latin typeface="Tw Cen MT" panose="020B0602020104020603" pitchFamily="34" charset="0"/>
              </a:rPr>
              <a:t>SEQUENCE DIAGRAM</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1752600"/>
            <a:ext cx="6798295" cy="3825150"/>
          </a:xfrm>
        </p:spPr>
        <p:txBody>
          <a:bodyPr>
            <a:noAutofit/>
          </a:bodyPr>
          <a:lstStyle/>
          <a:p>
            <a:pPr algn="just">
              <a:spcBef>
                <a:spcPts val="248"/>
              </a:spcBef>
            </a:pPr>
            <a:r>
              <a:rPr lang="en-MY" dirty="0">
                <a:solidFill>
                  <a:schemeClr val="tx1"/>
                </a:solidFill>
                <a:latin typeface="Tw Cen MT" panose="020B0602020104020603" pitchFamily="34" charset="0"/>
                <a:ea typeface="Calibri" panose="020F0502020204030204" pitchFamily="34" charset="0"/>
                <a:cs typeface="Times New Roman" panose="02020603050405020304" pitchFamily="18" charset="0"/>
              </a:rPr>
              <a:t>Sequence diagram illustrates the objects that participate in a use case and the messages that pass between them over time for </a:t>
            </a:r>
            <a:r>
              <a:rPr lang="en-MY" b="1" dirty="0">
                <a:solidFill>
                  <a:schemeClr val="tx1"/>
                </a:solidFill>
                <a:latin typeface="Tw Cen MT" panose="020B0602020104020603" pitchFamily="34" charset="0"/>
                <a:ea typeface="Calibri" panose="020F0502020204030204" pitchFamily="34" charset="0"/>
                <a:cs typeface="Times New Roman" panose="02020603050405020304" pitchFamily="18" charset="0"/>
              </a:rPr>
              <a:t>one use case</a:t>
            </a:r>
            <a:r>
              <a:rPr lang="en-MY" dirty="0">
                <a:solidFill>
                  <a:schemeClr val="tx1"/>
                </a:solidFill>
                <a:latin typeface="Tw Cen MT" panose="020B0602020104020603" pitchFamily="34" charset="0"/>
                <a:ea typeface="Calibri" panose="020F0502020204030204" pitchFamily="34" charset="0"/>
                <a:cs typeface="Times New Roman" panose="02020603050405020304" pitchFamily="18" charset="0"/>
              </a:rPr>
              <a:t>.</a:t>
            </a:r>
          </a:p>
          <a:p>
            <a:pPr algn="just">
              <a:spcBef>
                <a:spcPts val="248"/>
              </a:spcBef>
            </a:pPr>
            <a:r>
              <a:rPr lang="en-MY" dirty="0">
                <a:solidFill>
                  <a:schemeClr val="tx1"/>
                </a:solidFill>
                <a:latin typeface="Tw Cen MT" panose="020B0602020104020603" pitchFamily="34" charset="0"/>
                <a:ea typeface="Calibri" panose="020F0502020204030204" pitchFamily="34" charset="0"/>
                <a:cs typeface="Times New Roman" panose="02020603050405020304" pitchFamily="18" charset="0"/>
              </a:rPr>
              <a:t>A sequence diagram is a generic sequence diagram that shows all possible scenarios of a use case. Each of it which depicts a single scenario within the use case.</a:t>
            </a:r>
            <a:endParaRPr lang="en-MY" dirty="0">
              <a:solidFill>
                <a:schemeClr val="tx1"/>
              </a:solidFill>
              <a:latin typeface="Tw Cen MT" panose="020B0602020104020603" pitchFamily="34" charset="0"/>
            </a:endParaRPr>
          </a:p>
          <a:p>
            <a:pPr algn="just">
              <a:spcBef>
                <a:spcPts val="248"/>
              </a:spcBef>
            </a:pPr>
            <a:r>
              <a:rPr lang="en-MY" dirty="0">
                <a:solidFill>
                  <a:schemeClr val="tx1"/>
                </a:solidFill>
                <a:latin typeface="Tw Cen MT" panose="020B0602020104020603" pitchFamily="34" charset="0"/>
                <a:cs typeface="Times New Roman" panose="02020603050405020304" pitchFamily="18" charset="0"/>
              </a:rPr>
              <a:t>A sequence diagram consist of </a:t>
            </a:r>
            <a:r>
              <a:rPr lang="en-MY" b="1" dirty="0">
                <a:solidFill>
                  <a:schemeClr val="tx1"/>
                </a:solidFill>
                <a:latin typeface="Tw Cen MT" panose="020B0602020104020603" pitchFamily="34" charset="0"/>
                <a:cs typeface="Times New Roman" panose="02020603050405020304" pitchFamily="18" charset="0"/>
              </a:rPr>
              <a:t>6 components</a:t>
            </a:r>
            <a:r>
              <a:rPr lang="en-MY" dirty="0">
                <a:solidFill>
                  <a:schemeClr val="tx1"/>
                </a:solidFill>
                <a:latin typeface="Tw Cen MT" panose="020B0602020104020603" pitchFamily="34" charset="0"/>
                <a:cs typeface="Times New Roman" panose="02020603050405020304" pitchFamily="18" charset="0"/>
              </a:rPr>
              <a:t>:</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 Actor</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 Object</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 Lifeline</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 Focus of control</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 Message</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 Object destruction</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48</a:t>
            </a:fld>
            <a:endParaRPr lang="en-MY">
              <a:latin typeface="Tw Cen MT" panose="020B0602020104020603" pitchFamily="34" charset="0"/>
            </a:endParaRPr>
          </a:p>
        </p:txBody>
      </p:sp>
      <p:sp>
        <p:nvSpPr>
          <p:cNvPr id="5" name="Rectangle 4">
            <a:extLst>
              <a:ext uri="{FF2B5EF4-FFF2-40B4-BE49-F238E27FC236}">
                <a16:creationId xmlns:a16="http://schemas.microsoft.com/office/drawing/2014/main" id="{D1029D19-BD29-4F00-893B-CF085ED86B4E}"/>
              </a:ext>
            </a:extLst>
          </p:cNvPr>
          <p:cNvSpPr/>
          <p:nvPr/>
        </p:nvSpPr>
        <p:spPr>
          <a:xfrm>
            <a:off x="1219200" y="1326318"/>
            <a:ext cx="7620000" cy="375552"/>
          </a:xfrm>
          <a:prstGeom prst="rect">
            <a:avLst/>
          </a:prstGeom>
        </p:spPr>
        <p:txBody>
          <a:bodyPr wrap="square">
            <a:spAutoFit/>
          </a:bodyPr>
          <a:lstStyle/>
          <a:p>
            <a:pPr marL="457200" marR="0">
              <a:lnSpc>
                <a:spcPct val="107000"/>
              </a:lnSpc>
              <a:spcBef>
                <a:spcPts val="0"/>
              </a:spcBef>
              <a:spcAft>
                <a:spcPts val="800"/>
              </a:spcAft>
            </a:pPr>
            <a:r>
              <a:rPr lang="en-US"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https://www.youtube.com/watch?v=pCK6prSq8aw&amp;t=11s</a:t>
            </a:r>
            <a:endParaRPr lang="en-MY"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1798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630053" y="457200"/>
            <a:ext cx="7590147" cy="690038"/>
          </a:xfrm>
        </p:spPr>
        <p:txBody>
          <a:bodyPr>
            <a:normAutofit fontScale="90000"/>
          </a:bodyPr>
          <a:lstStyle/>
          <a:p>
            <a:r>
              <a:rPr lang="en-MY" dirty="0">
                <a:latin typeface="Tw Cen MT" panose="020B0602020104020603" pitchFamily="34" charset="0"/>
              </a:rPr>
              <a:t>EXAMPLE OF SEQUENCE DIAGRAM</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49</a:t>
            </a:fld>
            <a:endParaRPr lang="en-MY">
              <a:latin typeface="Tw Cen MT" panose="020B0602020104020603" pitchFamily="34" charset="0"/>
            </a:endParaRPr>
          </a:p>
        </p:txBody>
      </p:sp>
      <p:grpSp>
        <p:nvGrpSpPr>
          <p:cNvPr id="29" name="Group 28">
            <a:extLst>
              <a:ext uri="{FF2B5EF4-FFF2-40B4-BE49-F238E27FC236}">
                <a16:creationId xmlns:a16="http://schemas.microsoft.com/office/drawing/2014/main" id="{F92DD215-4C22-BD13-8CE4-0653FA4D7A77}"/>
              </a:ext>
            </a:extLst>
          </p:cNvPr>
          <p:cNvGrpSpPr/>
          <p:nvPr/>
        </p:nvGrpSpPr>
        <p:grpSpPr>
          <a:xfrm>
            <a:off x="609601" y="1295400"/>
            <a:ext cx="8991599" cy="6019800"/>
            <a:chOff x="1320207" y="2134733"/>
            <a:chExt cx="8594502" cy="4435350"/>
          </a:xfrm>
        </p:grpSpPr>
        <p:pic>
          <p:nvPicPr>
            <p:cNvPr id="5" name="Picture 4">
              <a:extLst>
                <a:ext uri="{FF2B5EF4-FFF2-40B4-BE49-F238E27FC236}">
                  <a16:creationId xmlns:a16="http://schemas.microsoft.com/office/drawing/2014/main" id="{664C75A8-183C-427C-B1A2-13A35439B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8238" y="2134733"/>
              <a:ext cx="3967151" cy="4283078"/>
            </a:xfrm>
            <a:prstGeom prst="rect">
              <a:avLst/>
            </a:prstGeom>
          </p:spPr>
        </p:pic>
        <p:sp>
          <p:nvSpPr>
            <p:cNvPr id="6" name="TextBox 5">
              <a:extLst>
                <a:ext uri="{FF2B5EF4-FFF2-40B4-BE49-F238E27FC236}">
                  <a16:creationId xmlns:a16="http://schemas.microsoft.com/office/drawing/2014/main" id="{76755C9C-911A-4E87-A44A-5DBE125A91C7}"/>
                </a:ext>
              </a:extLst>
            </p:cNvPr>
            <p:cNvSpPr txBox="1"/>
            <p:nvPr/>
          </p:nvSpPr>
          <p:spPr>
            <a:xfrm>
              <a:off x="1483997" y="4276272"/>
              <a:ext cx="1961388" cy="498598"/>
            </a:xfrm>
            <a:prstGeom prst="rect">
              <a:avLst/>
            </a:prstGeom>
            <a:noFill/>
          </p:spPr>
          <p:txBody>
            <a:bodyPr wrap="square" rtlCol="0">
              <a:spAutoFit/>
            </a:bodyPr>
            <a:lstStyle/>
            <a:p>
              <a:pPr>
                <a:spcBef>
                  <a:spcPts val="248"/>
                </a:spcBef>
              </a:pPr>
              <a:r>
                <a:rPr lang="en-MY" sz="1320" b="1" i="1" dirty="0">
                  <a:latin typeface="Tw Cen MT" panose="020B0602020104020603" pitchFamily="34" charset="0"/>
                  <a:cs typeface="Times New Roman" panose="02020603050405020304" pitchFamily="18" charset="0"/>
                </a:rPr>
                <a:t>Label all of the components of sequence diagram.</a:t>
              </a:r>
            </a:p>
          </p:txBody>
        </p:sp>
        <p:cxnSp>
          <p:nvCxnSpPr>
            <p:cNvPr id="8" name="Straight Arrow Connector 7">
              <a:extLst>
                <a:ext uri="{FF2B5EF4-FFF2-40B4-BE49-F238E27FC236}">
                  <a16:creationId xmlns:a16="http://schemas.microsoft.com/office/drawing/2014/main" id="{6E3B7804-034E-4059-8ED8-88A6BE4A8405}"/>
                </a:ext>
              </a:extLst>
            </p:cNvPr>
            <p:cNvCxnSpPr>
              <a:cxnSpLocks/>
            </p:cNvCxnSpPr>
            <p:nvPr/>
          </p:nvCxnSpPr>
          <p:spPr>
            <a:xfrm>
              <a:off x="4002651" y="2332379"/>
              <a:ext cx="86088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9F7A07-4E93-41DA-851F-CA59EEAEE3BB}"/>
                </a:ext>
              </a:extLst>
            </p:cNvPr>
            <p:cNvCxnSpPr>
              <a:cxnSpLocks/>
            </p:cNvCxnSpPr>
            <p:nvPr/>
          </p:nvCxnSpPr>
          <p:spPr>
            <a:xfrm flipH="1">
              <a:off x="7034964" y="3530718"/>
              <a:ext cx="205309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4D8B58A-AF29-46DC-A706-7A2998CC64EF}"/>
                </a:ext>
              </a:extLst>
            </p:cNvPr>
            <p:cNvCxnSpPr>
              <a:cxnSpLocks/>
            </p:cNvCxnSpPr>
            <p:nvPr/>
          </p:nvCxnSpPr>
          <p:spPr>
            <a:xfrm flipH="1">
              <a:off x="8061513" y="2990771"/>
              <a:ext cx="102654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145A3A8-1CA1-48C2-BCC8-D257E6F8E501}"/>
                </a:ext>
              </a:extLst>
            </p:cNvPr>
            <p:cNvCxnSpPr>
              <a:cxnSpLocks/>
            </p:cNvCxnSpPr>
            <p:nvPr/>
          </p:nvCxnSpPr>
          <p:spPr>
            <a:xfrm flipH="1">
              <a:off x="8142438" y="4536511"/>
              <a:ext cx="4234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B775474-5CA9-45A2-A956-055C326179BA}"/>
                </a:ext>
              </a:extLst>
            </p:cNvPr>
            <p:cNvCxnSpPr/>
            <p:nvPr/>
          </p:nvCxnSpPr>
          <p:spPr>
            <a:xfrm>
              <a:off x="8546682" y="3530719"/>
              <a:ext cx="0" cy="100579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C1B23C3-365A-4923-9407-2AB13C38B0C1}"/>
                </a:ext>
              </a:extLst>
            </p:cNvPr>
            <p:cNvCxnSpPr>
              <a:cxnSpLocks/>
            </p:cNvCxnSpPr>
            <p:nvPr/>
          </p:nvCxnSpPr>
          <p:spPr>
            <a:xfrm flipV="1">
              <a:off x="4317715" y="4428373"/>
              <a:ext cx="825384" cy="7810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729BB12-60B2-404C-917C-466254C529A4}"/>
                </a:ext>
              </a:extLst>
            </p:cNvPr>
            <p:cNvCxnSpPr>
              <a:cxnSpLocks/>
            </p:cNvCxnSpPr>
            <p:nvPr/>
          </p:nvCxnSpPr>
          <p:spPr>
            <a:xfrm>
              <a:off x="3869526" y="5209378"/>
              <a:ext cx="129132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E7C2D69-FFC4-4F51-A0AE-4D159D0CCF3D}"/>
                </a:ext>
              </a:extLst>
            </p:cNvPr>
            <p:cNvCxnSpPr>
              <a:cxnSpLocks/>
            </p:cNvCxnSpPr>
            <p:nvPr/>
          </p:nvCxnSpPr>
          <p:spPr>
            <a:xfrm>
              <a:off x="4317715" y="5209378"/>
              <a:ext cx="918570" cy="906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C135D78-B386-49FF-9249-8E461F09B9EB}"/>
                </a:ext>
              </a:extLst>
            </p:cNvPr>
            <p:cNvCxnSpPr>
              <a:cxnSpLocks/>
            </p:cNvCxnSpPr>
            <p:nvPr/>
          </p:nvCxnSpPr>
          <p:spPr>
            <a:xfrm>
              <a:off x="5113133" y="2332379"/>
              <a:ext cx="475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C7D53C3-068D-4BF1-B596-111E9BBF3C8C}"/>
                </a:ext>
              </a:extLst>
            </p:cNvPr>
            <p:cNvCxnSpPr>
              <a:cxnSpLocks/>
            </p:cNvCxnSpPr>
            <p:nvPr/>
          </p:nvCxnSpPr>
          <p:spPr>
            <a:xfrm>
              <a:off x="5113133" y="2323066"/>
              <a:ext cx="0" cy="2429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51365A-5673-466C-A72C-058732B6FBD2}"/>
                </a:ext>
              </a:extLst>
            </p:cNvPr>
            <p:cNvCxnSpPr>
              <a:cxnSpLocks/>
            </p:cNvCxnSpPr>
            <p:nvPr/>
          </p:nvCxnSpPr>
          <p:spPr>
            <a:xfrm>
              <a:off x="3995419" y="2566035"/>
              <a:ext cx="11286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F45442A-19AA-4311-B3BA-90847A854202}"/>
                </a:ext>
              </a:extLst>
            </p:cNvPr>
            <p:cNvCxnSpPr>
              <a:cxnSpLocks/>
            </p:cNvCxnSpPr>
            <p:nvPr/>
          </p:nvCxnSpPr>
          <p:spPr>
            <a:xfrm>
              <a:off x="4011964" y="2822081"/>
              <a:ext cx="475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9DF15C-DE82-47DC-8E2B-65E4D041E036}"/>
                </a:ext>
              </a:extLst>
            </p:cNvPr>
            <p:cNvCxnSpPr>
              <a:cxnSpLocks/>
            </p:cNvCxnSpPr>
            <p:nvPr/>
          </p:nvCxnSpPr>
          <p:spPr>
            <a:xfrm>
              <a:off x="2883364" y="3782108"/>
              <a:ext cx="11286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ABB86FC-C8FF-4E29-BBF6-35E7696CE5E6}"/>
                </a:ext>
              </a:extLst>
            </p:cNvPr>
            <p:cNvCxnSpPr>
              <a:cxnSpLocks/>
            </p:cNvCxnSpPr>
            <p:nvPr/>
          </p:nvCxnSpPr>
          <p:spPr>
            <a:xfrm>
              <a:off x="4011964" y="3786011"/>
              <a:ext cx="475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0FFD41A-4C31-4FF3-95D4-D546D2D896FE}"/>
                </a:ext>
              </a:extLst>
            </p:cNvPr>
            <p:cNvCxnSpPr>
              <a:cxnSpLocks/>
            </p:cNvCxnSpPr>
            <p:nvPr/>
          </p:nvCxnSpPr>
          <p:spPr>
            <a:xfrm>
              <a:off x="4009502" y="2822081"/>
              <a:ext cx="2463" cy="9801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D561BBC-7233-4CC3-BA27-2C88A224D191}"/>
                </a:ext>
              </a:extLst>
            </p:cNvPr>
            <p:cNvSpPr txBox="1"/>
            <p:nvPr/>
          </p:nvSpPr>
          <p:spPr>
            <a:xfrm>
              <a:off x="6829741" y="6013481"/>
              <a:ext cx="251460" cy="346249"/>
            </a:xfrm>
            <a:prstGeom prst="rect">
              <a:avLst/>
            </a:prstGeom>
            <a:noFill/>
          </p:spPr>
          <p:txBody>
            <a:bodyPr wrap="square" rtlCol="0">
              <a:spAutoFit/>
            </a:bodyPr>
            <a:lstStyle/>
            <a:p>
              <a:r>
                <a:rPr lang="en-US" sz="1650" b="1" dirty="0">
                  <a:latin typeface="Tw Cen MT" panose="020B0602020104020603" pitchFamily="34" charset="0"/>
                </a:rPr>
                <a:t>X</a:t>
              </a:r>
              <a:endParaRPr lang="en-MY" sz="1650" b="1" dirty="0">
                <a:latin typeface="Tw Cen MT" panose="020B0602020104020603" pitchFamily="34" charset="0"/>
              </a:endParaRPr>
            </a:p>
          </p:txBody>
        </p:sp>
        <p:sp>
          <p:nvSpPr>
            <p:cNvPr id="28" name="TextBox 27">
              <a:extLst>
                <a:ext uri="{FF2B5EF4-FFF2-40B4-BE49-F238E27FC236}">
                  <a16:creationId xmlns:a16="http://schemas.microsoft.com/office/drawing/2014/main" id="{2C24E774-68B3-4660-9802-76F8A39FDC47}"/>
                </a:ext>
              </a:extLst>
            </p:cNvPr>
            <p:cNvSpPr txBox="1"/>
            <p:nvPr/>
          </p:nvSpPr>
          <p:spPr>
            <a:xfrm>
              <a:off x="7915403" y="6000224"/>
              <a:ext cx="251460" cy="346249"/>
            </a:xfrm>
            <a:prstGeom prst="rect">
              <a:avLst/>
            </a:prstGeom>
            <a:noFill/>
          </p:spPr>
          <p:txBody>
            <a:bodyPr wrap="square" rtlCol="0">
              <a:spAutoFit/>
            </a:bodyPr>
            <a:lstStyle/>
            <a:p>
              <a:r>
                <a:rPr lang="en-US" sz="1650" b="1" dirty="0">
                  <a:latin typeface="Tw Cen MT" panose="020B0602020104020603" pitchFamily="34" charset="0"/>
                </a:rPr>
                <a:t>X</a:t>
              </a:r>
              <a:endParaRPr lang="en-MY" sz="1650" b="1" dirty="0">
                <a:latin typeface="Tw Cen MT" panose="020B0602020104020603" pitchFamily="34" charset="0"/>
              </a:endParaRPr>
            </a:p>
          </p:txBody>
        </p:sp>
        <p:cxnSp>
          <p:nvCxnSpPr>
            <p:cNvPr id="30" name="Straight Arrow Connector 29">
              <a:extLst>
                <a:ext uri="{FF2B5EF4-FFF2-40B4-BE49-F238E27FC236}">
                  <a16:creationId xmlns:a16="http://schemas.microsoft.com/office/drawing/2014/main" id="{75868327-283F-400F-98DA-5BBD2CBE19B7}"/>
                </a:ext>
              </a:extLst>
            </p:cNvPr>
            <p:cNvCxnSpPr>
              <a:cxnSpLocks/>
            </p:cNvCxnSpPr>
            <p:nvPr/>
          </p:nvCxnSpPr>
          <p:spPr>
            <a:xfrm>
              <a:off x="6435935" y="6187059"/>
              <a:ext cx="475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116807F-9F95-4155-B577-C644A7A032EE}"/>
                </a:ext>
              </a:extLst>
            </p:cNvPr>
            <p:cNvCxnSpPr>
              <a:cxnSpLocks/>
            </p:cNvCxnSpPr>
            <p:nvPr/>
          </p:nvCxnSpPr>
          <p:spPr>
            <a:xfrm>
              <a:off x="6427043" y="6184155"/>
              <a:ext cx="0" cy="2429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C25AEC8-3B82-4EBD-8033-33AA15BC9CE7}"/>
                </a:ext>
              </a:extLst>
            </p:cNvPr>
            <p:cNvCxnSpPr>
              <a:cxnSpLocks/>
            </p:cNvCxnSpPr>
            <p:nvPr/>
          </p:nvCxnSpPr>
          <p:spPr>
            <a:xfrm>
              <a:off x="3447665" y="6414196"/>
              <a:ext cx="407210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82BE88B-AA23-49A9-8100-C803B530BCEA}"/>
                </a:ext>
              </a:extLst>
            </p:cNvPr>
            <p:cNvCxnSpPr>
              <a:cxnSpLocks/>
            </p:cNvCxnSpPr>
            <p:nvPr/>
          </p:nvCxnSpPr>
          <p:spPr>
            <a:xfrm>
              <a:off x="7511625" y="6171226"/>
              <a:ext cx="475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4ACC0D7-2B7A-4F74-8362-54A3EEAAF5DF}"/>
                </a:ext>
              </a:extLst>
            </p:cNvPr>
            <p:cNvCxnSpPr>
              <a:cxnSpLocks/>
            </p:cNvCxnSpPr>
            <p:nvPr/>
          </p:nvCxnSpPr>
          <p:spPr>
            <a:xfrm>
              <a:off x="7511625" y="6171226"/>
              <a:ext cx="0" cy="2429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9D81CDE-0FE4-45D3-B0C7-13531CB2D210}"/>
                </a:ext>
              </a:extLst>
            </p:cNvPr>
            <p:cNvSpPr txBox="1"/>
            <p:nvPr/>
          </p:nvSpPr>
          <p:spPr>
            <a:xfrm>
              <a:off x="3037461" y="2170484"/>
              <a:ext cx="972041" cy="320857"/>
            </a:xfrm>
            <a:prstGeom prst="rect">
              <a:avLst/>
            </a:prstGeom>
            <a:noFill/>
            <a:ln>
              <a:noFill/>
            </a:ln>
          </p:spPr>
          <p:txBody>
            <a:bodyPr wrap="square" rtlCol="0">
              <a:spAutoFit/>
            </a:bodyPr>
            <a:lstStyle/>
            <a:p>
              <a:pPr algn="r"/>
              <a:r>
                <a:rPr lang="en-US" sz="1485" b="1" dirty="0">
                  <a:solidFill>
                    <a:srgbClr val="0000FF"/>
                  </a:solidFill>
                  <a:latin typeface="Tw Cen MT" panose="020B0602020104020603" pitchFamily="34" charset="0"/>
                </a:rPr>
                <a:t>Actor</a:t>
              </a:r>
              <a:endParaRPr lang="en-MY" sz="1485" b="1" dirty="0">
                <a:solidFill>
                  <a:srgbClr val="0000FF"/>
                </a:solidFill>
                <a:latin typeface="Tw Cen MT" panose="020B0602020104020603" pitchFamily="34" charset="0"/>
              </a:endParaRPr>
            </a:p>
          </p:txBody>
        </p:sp>
        <p:sp>
          <p:nvSpPr>
            <p:cNvPr id="7" name="TextBox 6">
              <a:extLst>
                <a:ext uri="{FF2B5EF4-FFF2-40B4-BE49-F238E27FC236}">
                  <a16:creationId xmlns:a16="http://schemas.microsoft.com/office/drawing/2014/main" id="{FB999DC6-9676-4D3D-BC49-E8B068FB06D3}"/>
                </a:ext>
              </a:extLst>
            </p:cNvPr>
            <p:cNvSpPr txBox="1"/>
            <p:nvPr/>
          </p:nvSpPr>
          <p:spPr>
            <a:xfrm>
              <a:off x="3018620" y="2413686"/>
              <a:ext cx="972041" cy="320857"/>
            </a:xfrm>
            <a:prstGeom prst="rect">
              <a:avLst/>
            </a:prstGeom>
            <a:noFill/>
            <a:ln>
              <a:noFill/>
            </a:ln>
          </p:spPr>
          <p:txBody>
            <a:bodyPr wrap="square" rtlCol="0">
              <a:spAutoFit/>
            </a:bodyPr>
            <a:lstStyle/>
            <a:p>
              <a:pPr algn="r"/>
              <a:r>
                <a:rPr lang="en-US" sz="1485" b="1" dirty="0">
                  <a:solidFill>
                    <a:srgbClr val="0000FF"/>
                  </a:solidFill>
                  <a:latin typeface="Tw Cen MT" panose="020B0602020104020603" pitchFamily="34" charset="0"/>
                </a:rPr>
                <a:t>Object</a:t>
              </a:r>
              <a:endParaRPr lang="en-MY" sz="1485" b="1" dirty="0">
                <a:solidFill>
                  <a:srgbClr val="0000FF"/>
                </a:solidFill>
                <a:latin typeface="Tw Cen MT" panose="020B0602020104020603" pitchFamily="34" charset="0"/>
              </a:endParaRPr>
            </a:p>
          </p:txBody>
        </p:sp>
        <p:sp>
          <p:nvSpPr>
            <p:cNvPr id="9" name="TextBox 8">
              <a:extLst>
                <a:ext uri="{FF2B5EF4-FFF2-40B4-BE49-F238E27FC236}">
                  <a16:creationId xmlns:a16="http://schemas.microsoft.com/office/drawing/2014/main" id="{A376922B-8124-48AB-9CF9-DC65119796CD}"/>
                </a:ext>
              </a:extLst>
            </p:cNvPr>
            <p:cNvSpPr txBox="1"/>
            <p:nvPr/>
          </p:nvSpPr>
          <p:spPr>
            <a:xfrm>
              <a:off x="1320207" y="3629758"/>
              <a:ext cx="1594105" cy="320857"/>
            </a:xfrm>
            <a:prstGeom prst="rect">
              <a:avLst/>
            </a:prstGeom>
            <a:noFill/>
            <a:ln>
              <a:noFill/>
            </a:ln>
          </p:spPr>
          <p:txBody>
            <a:bodyPr wrap="square" rtlCol="0">
              <a:spAutoFit/>
            </a:bodyPr>
            <a:lstStyle/>
            <a:p>
              <a:pPr algn="r"/>
              <a:r>
                <a:rPr lang="en-US" sz="1485" b="1" dirty="0">
                  <a:solidFill>
                    <a:srgbClr val="0000FF"/>
                  </a:solidFill>
                  <a:latin typeface="Tw Cen MT" panose="020B0602020104020603" pitchFamily="34" charset="0"/>
                </a:rPr>
                <a:t>Fragment</a:t>
              </a:r>
              <a:endParaRPr lang="en-MY" sz="1485" b="1" dirty="0">
                <a:solidFill>
                  <a:srgbClr val="0000FF"/>
                </a:solidFill>
                <a:latin typeface="Tw Cen MT" panose="020B0602020104020603" pitchFamily="34" charset="0"/>
              </a:endParaRPr>
            </a:p>
          </p:txBody>
        </p:sp>
        <p:sp>
          <p:nvSpPr>
            <p:cNvPr id="10" name="TextBox 9">
              <a:extLst>
                <a:ext uri="{FF2B5EF4-FFF2-40B4-BE49-F238E27FC236}">
                  <a16:creationId xmlns:a16="http://schemas.microsoft.com/office/drawing/2014/main" id="{8C4ED57B-473F-4201-875C-BA0ACFB90838}"/>
                </a:ext>
              </a:extLst>
            </p:cNvPr>
            <p:cNvSpPr txBox="1"/>
            <p:nvPr/>
          </p:nvSpPr>
          <p:spPr>
            <a:xfrm>
              <a:off x="2914312" y="5015668"/>
              <a:ext cx="972041" cy="320857"/>
            </a:xfrm>
            <a:prstGeom prst="rect">
              <a:avLst/>
            </a:prstGeom>
            <a:noFill/>
            <a:ln>
              <a:noFill/>
            </a:ln>
          </p:spPr>
          <p:txBody>
            <a:bodyPr wrap="square" rtlCol="0">
              <a:spAutoFit/>
            </a:bodyPr>
            <a:lstStyle/>
            <a:p>
              <a:pPr algn="r"/>
              <a:r>
                <a:rPr lang="en-US" sz="1485" b="1" dirty="0">
                  <a:solidFill>
                    <a:srgbClr val="0000FF"/>
                  </a:solidFill>
                  <a:latin typeface="Tw Cen MT" panose="020B0602020104020603" pitchFamily="34" charset="0"/>
                </a:rPr>
                <a:t>Message</a:t>
              </a:r>
              <a:endParaRPr lang="en-MY" sz="1485" b="1" dirty="0">
                <a:solidFill>
                  <a:srgbClr val="0000FF"/>
                </a:solidFill>
                <a:latin typeface="Tw Cen MT" panose="020B0602020104020603" pitchFamily="34" charset="0"/>
              </a:endParaRPr>
            </a:p>
          </p:txBody>
        </p:sp>
        <p:sp>
          <p:nvSpPr>
            <p:cNvPr id="12" name="TextBox 11">
              <a:extLst>
                <a:ext uri="{FF2B5EF4-FFF2-40B4-BE49-F238E27FC236}">
                  <a16:creationId xmlns:a16="http://schemas.microsoft.com/office/drawing/2014/main" id="{AD525033-C418-4938-A751-FF4A86163EEC}"/>
                </a:ext>
              </a:extLst>
            </p:cNvPr>
            <p:cNvSpPr txBox="1"/>
            <p:nvPr/>
          </p:nvSpPr>
          <p:spPr>
            <a:xfrm>
              <a:off x="1799687" y="6249226"/>
              <a:ext cx="1674149" cy="320857"/>
            </a:xfrm>
            <a:prstGeom prst="rect">
              <a:avLst/>
            </a:prstGeom>
            <a:noFill/>
            <a:ln>
              <a:noFill/>
            </a:ln>
          </p:spPr>
          <p:txBody>
            <a:bodyPr wrap="square" rtlCol="0">
              <a:spAutoFit/>
            </a:bodyPr>
            <a:lstStyle/>
            <a:p>
              <a:pPr algn="r"/>
              <a:r>
                <a:rPr lang="en-US" sz="1485" b="1" dirty="0">
                  <a:solidFill>
                    <a:srgbClr val="0000FF"/>
                  </a:solidFill>
                  <a:latin typeface="Tw Cen MT" panose="020B0602020104020603" pitchFamily="34" charset="0"/>
                </a:rPr>
                <a:t>Object destruction</a:t>
              </a:r>
              <a:endParaRPr lang="en-MY" sz="1485" b="1" dirty="0">
                <a:solidFill>
                  <a:srgbClr val="0000FF"/>
                </a:solidFill>
                <a:latin typeface="Tw Cen MT" panose="020B0602020104020603" pitchFamily="34" charset="0"/>
              </a:endParaRPr>
            </a:p>
          </p:txBody>
        </p:sp>
        <p:sp>
          <p:nvSpPr>
            <p:cNvPr id="13" name="TextBox 12">
              <a:extLst>
                <a:ext uri="{FF2B5EF4-FFF2-40B4-BE49-F238E27FC236}">
                  <a16:creationId xmlns:a16="http://schemas.microsoft.com/office/drawing/2014/main" id="{21BCD317-7CBD-4788-B00F-C65EEFF2402B}"/>
                </a:ext>
              </a:extLst>
            </p:cNvPr>
            <p:cNvSpPr txBox="1"/>
            <p:nvPr/>
          </p:nvSpPr>
          <p:spPr>
            <a:xfrm>
              <a:off x="9088062" y="2822082"/>
              <a:ext cx="826647" cy="320857"/>
            </a:xfrm>
            <a:prstGeom prst="rect">
              <a:avLst/>
            </a:prstGeom>
            <a:noFill/>
            <a:ln>
              <a:noFill/>
            </a:ln>
          </p:spPr>
          <p:txBody>
            <a:bodyPr wrap="square" rtlCol="0">
              <a:spAutoFit/>
            </a:bodyPr>
            <a:lstStyle/>
            <a:p>
              <a:r>
                <a:rPr lang="en-US" sz="1485" b="1" dirty="0">
                  <a:solidFill>
                    <a:srgbClr val="0000FF"/>
                  </a:solidFill>
                  <a:latin typeface="Tw Cen MT" panose="020B0602020104020603" pitchFamily="34" charset="0"/>
                </a:rPr>
                <a:t>Lifeline</a:t>
              </a:r>
              <a:endParaRPr lang="en-MY" sz="1485" b="1" dirty="0">
                <a:solidFill>
                  <a:srgbClr val="0000FF"/>
                </a:solidFill>
                <a:latin typeface="Tw Cen MT" panose="020B0602020104020603" pitchFamily="34" charset="0"/>
              </a:endParaRPr>
            </a:p>
          </p:txBody>
        </p:sp>
        <p:sp>
          <p:nvSpPr>
            <p:cNvPr id="41" name="TextBox 40">
              <a:extLst>
                <a:ext uri="{FF2B5EF4-FFF2-40B4-BE49-F238E27FC236}">
                  <a16:creationId xmlns:a16="http://schemas.microsoft.com/office/drawing/2014/main" id="{66892332-8DB4-463A-AC92-91501E87BD2E}"/>
                </a:ext>
              </a:extLst>
            </p:cNvPr>
            <p:cNvSpPr txBox="1"/>
            <p:nvPr/>
          </p:nvSpPr>
          <p:spPr>
            <a:xfrm>
              <a:off x="9088062" y="3378369"/>
              <a:ext cx="826647" cy="777905"/>
            </a:xfrm>
            <a:prstGeom prst="rect">
              <a:avLst/>
            </a:prstGeom>
            <a:noFill/>
            <a:ln>
              <a:noFill/>
            </a:ln>
          </p:spPr>
          <p:txBody>
            <a:bodyPr wrap="square" rtlCol="0">
              <a:spAutoFit/>
            </a:bodyPr>
            <a:lstStyle/>
            <a:p>
              <a:r>
                <a:rPr lang="en-US" sz="1485" b="1" dirty="0">
                  <a:solidFill>
                    <a:srgbClr val="0000FF"/>
                  </a:solidFill>
                  <a:latin typeface="Tw Cen MT" panose="020B0602020104020603" pitchFamily="34" charset="0"/>
                </a:rPr>
                <a:t>Focus of control</a:t>
              </a:r>
              <a:endParaRPr lang="en-MY" sz="1485" b="1" dirty="0">
                <a:solidFill>
                  <a:srgbClr val="0000FF"/>
                </a:solidFill>
                <a:latin typeface="Tw Cen MT" panose="020B0602020104020603" pitchFamily="34" charset="0"/>
              </a:endParaRPr>
            </a:p>
          </p:txBody>
        </p:sp>
      </p:grpSp>
    </p:spTree>
    <p:extLst>
      <p:ext uri="{BB962C8B-B14F-4D97-AF65-F5344CB8AC3E}">
        <p14:creationId xmlns:p14="http://schemas.microsoft.com/office/powerpoint/2010/main" val="21705573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533400"/>
            <a:ext cx="7735913" cy="980694"/>
          </a:xfrm>
        </p:spPr>
        <p:txBody>
          <a:bodyPr>
            <a:normAutofit fontScale="90000"/>
          </a:bodyPr>
          <a:lstStyle/>
          <a:p>
            <a:r>
              <a:rPr lang="en-MY" dirty="0">
                <a:latin typeface="Tw Cen MT" panose="020B0602020104020603" pitchFamily="34" charset="0"/>
              </a:rPr>
              <a:t>ELEMENTS OF SEQUENCE DIAGRAM</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295401" y="1371600"/>
            <a:ext cx="8153400" cy="3408026"/>
          </a:xfrm>
        </p:spPr>
        <p:txBody>
          <a:bodyPr>
            <a:noAutofit/>
          </a:bodyPr>
          <a:lstStyle/>
          <a:p>
            <a:pPr algn="just">
              <a:spcBef>
                <a:spcPts val="248"/>
              </a:spcBef>
            </a:pPr>
            <a:r>
              <a:rPr lang="en-MY" sz="3200" dirty="0">
                <a:solidFill>
                  <a:schemeClr val="tx1"/>
                </a:solidFill>
                <a:latin typeface="Tw Cen MT" panose="020B0602020104020603" pitchFamily="34" charset="0"/>
              </a:rPr>
              <a:t>Besides the main elements, identify the other elements of a sequence diagram:</a:t>
            </a:r>
          </a:p>
          <a:p>
            <a:pPr lvl="1" algn="just">
              <a:spcBef>
                <a:spcPts val="248"/>
              </a:spcBef>
              <a:buFont typeface="Courier New" panose="02070309020205020404" pitchFamily="49" charset="0"/>
              <a:buChar char="o"/>
            </a:pPr>
            <a:r>
              <a:rPr lang="en-MY" sz="2800" b="1" dirty="0">
                <a:solidFill>
                  <a:srgbClr val="0000FF"/>
                </a:solidFill>
                <a:latin typeface="Tw Cen MT" panose="020B0602020104020603" pitchFamily="34" charset="0"/>
              </a:rPr>
              <a:t>Types of message</a:t>
            </a: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Synchronous message</a:t>
            </a: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Return message </a:t>
            </a:r>
            <a:r>
              <a:rPr lang="en-MY" sz="2400" dirty="0">
                <a:solidFill>
                  <a:schemeClr val="tx1"/>
                </a:solidFill>
                <a:latin typeface="Tw Cen MT" panose="020B0602020104020603" pitchFamily="34" charset="0"/>
              </a:rPr>
              <a:t>– when an object sends a message back aka reply </a:t>
            </a:r>
            <a:r>
              <a:rPr lang="en-MY" sz="2400" dirty="0" err="1">
                <a:solidFill>
                  <a:schemeClr val="tx1"/>
                </a:solidFill>
                <a:latin typeface="Tw Cen MT" panose="020B0602020104020603" pitchFamily="34" charset="0"/>
              </a:rPr>
              <a:t>msg</a:t>
            </a:r>
            <a:r>
              <a:rPr lang="en-MY" sz="2400" dirty="0">
                <a:solidFill>
                  <a:schemeClr val="tx1"/>
                </a:solidFill>
                <a:latin typeface="Tw Cen MT" panose="020B0602020104020603" pitchFamily="34" charset="0"/>
              </a:rPr>
              <a:t> commonly reply to an earlier </a:t>
            </a:r>
            <a:r>
              <a:rPr lang="en-MY" sz="2400" dirty="0" err="1">
                <a:solidFill>
                  <a:schemeClr val="tx1"/>
                </a:solidFill>
                <a:latin typeface="Tw Cen MT" panose="020B0602020104020603" pitchFamily="34" charset="0"/>
              </a:rPr>
              <a:t>msg</a:t>
            </a:r>
            <a:endParaRPr lang="en-MY" sz="2400" dirty="0">
              <a:solidFill>
                <a:schemeClr val="tx1"/>
              </a:solidFill>
              <a:latin typeface="Tw Cen MT" panose="020B0602020104020603" pitchFamily="34" charset="0"/>
            </a:endParaRP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Self message</a:t>
            </a: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Asynchronous message</a:t>
            </a:r>
          </a:p>
          <a:p>
            <a:pPr lvl="1" algn="just">
              <a:spcBef>
                <a:spcPts val="248"/>
              </a:spcBef>
              <a:buFont typeface="Courier New" panose="02070309020205020404" pitchFamily="49" charset="0"/>
              <a:buChar char="o"/>
            </a:pPr>
            <a:r>
              <a:rPr lang="en-MY" sz="2800" b="1" dirty="0">
                <a:solidFill>
                  <a:srgbClr val="0000FF"/>
                </a:solidFill>
                <a:latin typeface="Tw Cen MT" panose="020B0602020104020603" pitchFamily="34" charset="0"/>
              </a:rPr>
              <a:t>Types of Fragment</a:t>
            </a: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Loop fragment</a:t>
            </a: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Alternative fragment </a:t>
            </a:r>
            <a:r>
              <a:rPr lang="en-MY" sz="2400" dirty="0">
                <a:solidFill>
                  <a:schemeClr val="tx1"/>
                </a:solidFill>
                <a:latin typeface="Tw Cen MT" panose="020B0602020104020603" pitchFamily="34" charset="0"/>
              </a:rPr>
              <a:t>– symbolize choices between two or more </a:t>
            </a:r>
            <a:r>
              <a:rPr lang="en-MY" sz="2400" dirty="0" err="1">
                <a:solidFill>
                  <a:schemeClr val="tx1"/>
                </a:solidFill>
                <a:latin typeface="Tw Cen MT" panose="020B0602020104020603" pitchFamily="34" charset="0"/>
              </a:rPr>
              <a:t>msg</a:t>
            </a:r>
            <a:r>
              <a:rPr lang="en-MY" sz="2400" dirty="0">
                <a:solidFill>
                  <a:schemeClr val="tx1"/>
                </a:solidFill>
                <a:latin typeface="Tw Cen MT" panose="020B0602020104020603" pitchFamily="34" charset="0"/>
              </a:rPr>
              <a:t> sequences it is usually mutually exclusive it is either A or B. if else stmt.</a:t>
            </a:r>
          </a:p>
          <a:p>
            <a:pPr marL="1257300" lvl="2" indent="-342900" algn="just">
              <a:spcBef>
                <a:spcPts val="248"/>
              </a:spcBef>
              <a:buFont typeface="Courier New" panose="02070309020205020404" pitchFamily="49" charset="0"/>
              <a:buChar char="o"/>
            </a:pPr>
            <a:r>
              <a:rPr lang="en-MY" sz="2400" b="1" dirty="0">
                <a:solidFill>
                  <a:schemeClr val="tx1"/>
                </a:solidFill>
                <a:latin typeface="Tw Cen MT" panose="020B0602020104020603" pitchFamily="34" charset="0"/>
              </a:rPr>
              <a:t>Optional fragment</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50</a:t>
            </a:fld>
            <a:endParaRPr lang="en-MY">
              <a:latin typeface="Tw Cen MT" panose="020B0602020104020603" pitchFamily="34" charset="0"/>
            </a:endParaRPr>
          </a:p>
        </p:txBody>
      </p:sp>
    </p:spTree>
    <p:extLst>
      <p:ext uri="{BB962C8B-B14F-4D97-AF65-F5344CB8AC3E}">
        <p14:creationId xmlns:p14="http://schemas.microsoft.com/office/powerpoint/2010/main" val="3086867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290243"/>
            <a:ext cx="6798295" cy="980694"/>
          </a:xfrm>
        </p:spPr>
        <p:txBody>
          <a:bodyPr>
            <a:normAutofit/>
          </a:bodyPr>
          <a:lstStyle/>
          <a:p>
            <a:r>
              <a:rPr lang="en-MY" dirty="0">
                <a:latin typeface="Tw Cen MT" panose="020B0602020104020603" pitchFamily="34" charset="0"/>
              </a:rPr>
              <a:t>LETS TRY TO DRAW</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583785"/>
            <a:ext cx="6798295" cy="3408026"/>
          </a:xfrm>
        </p:spPr>
        <p:txBody>
          <a:bodyPr>
            <a:noAutofit/>
          </a:bodyPr>
          <a:lstStyle/>
          <a:p>
            <a:pPr algn="just">
              <a:spcBef>
                <a:spcPts val="248"/>
              </a:spcBef>
            </a:pPr>
            <a:r>
              <a:rPr lang="en-MY" sz="2800" b="1" dirty="0">
                <a:solidFill>
                  <a:srgbClr val="0000FF"/>
                </a:solidFill>
                <a:latin typeface="Tw Cen MT" panose="020B0602020104020603" pitchFamily="34" charset="0"/>
              </a:rPr>
              <a:t>Create a sequence diagram that would illustrate one amongst the use-cases for the mobile banking application.</a:t>
            </a:r>
          </a:p>
          <a:p>
            <a:pPr algn="just">
              <a:spcBef>
                <a:spcPts val="248"/>
              </a:spcBef>
            </a:pPr>
            <a:r>
              <a:rPr lang="en-MY" sz="2800" dirty="0">
                <a:solidFill>
                  <a:schemeClr val="tx1"/>
                </a:solidFill>
                <a:latin typeface="Tw Cen MT" panose="020B0602020104020603" pitchFamily="34" charset="0"/>
              </a:rPr>
              <a:t>Example:</a:t>
            </a:r>
          </a:p>
          <a:p>
            <a:pPr lvl="1" algn="just">
              <a:spcBef>
                <a:spcPts val="248"/>
              </a:spcBef>
              <a:buFont typeface="Courier New" panose="02070309020205020404" pitchFamily="49" charset="0"/>
              <a:buChar char="o"/>
            </a:pPr>
            <a:r>
              <a:rPr lang="en-MY" sz="2800" dirty="0">
                <a:solidFill>
                  <a:schemeClr val="tx1"/>
                </a:solidFill>
                <a:latin typeface="Tw Cen MT" panose="020B0602020104020603" pitchFamily="34" charset="0"/>
              </a:rPr>
              <a:t>A use case to </a:t>
            </a:r>
            <a:r>
              <a:rPr lang="en-MY" sz="2800" b="1" dirty="0">
                <a:solidFill>
                  <a:schemeClr val="tx1"/>
                </a:solidFill>
                <a:latin typeface="Tw Cen MT" panose="020B0602020104020603" pitchFamily="34" charset="0"/>
              </a:rPr>
              <a:t>check balance </a:t>
            </a:r>
            <a:r>
              <a:rPr lang="en-MY" sz="2800" dirty="0">
                <a:solidFill>
                  <a:schemeClr val="tx1"/>
                </a:solidFill>
                <a:latin typeface="Tw Cen MT" panose="020B0602020104020603" pitchFamily="34" charset="0"/>
              </a:rPr>
              <a:t>of account</a:t>
            </a:r>
          </a:p>
          <a:p>
            <a:pPr lvl="1" algn="just">
              <a:spcBef>
                <a:spcPts val="248"/>
              </a:spcBef>
              <a:buFont typeface="Courier New" panose="02070309020205020404" pitchFamily="49" charset="0"/>
              <a:buChar char="o"/>
            </a:pPr>
            <a:r>
              <a:rPr lang="en-MY" sz="2800" dirty="0">
                <a:solidFill>
                  <a:schemeClr val="tx1"/>
                </a:solidFill>
                <a:latin typeface="Tw Cen MT" panose="020B0602020104020603" pitchFamily="34" charset="0"/>
              </a:rPr>
              <a:t>A use case to </a:t>
            </a:r>
            <a:r>
              <a:rPr lang="en-MY" sz="2800" b="1" dirty="0">
                <a:solidFill>
                  <a:schemeClr val="tx1"/>
                </a:solidFill>
                <a:latin typeface="Tw Cen MT" panose="020B0602020104020603" pitchFamily="34" charset="0"/>
              </a:rPr>
              <a:t>transfer fund</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51</a:t>
            </a:fld>
            <a:endParaRPr lang="en-MY">
              <a:latin typeface="Tw Cen MT" panose="020B0602020104020603" pitchFamily="34" charset="0"/>
            </a:endParaRPr>
          </a:p>
        </p:txBody>
      </p:sp>
    </p:spTree>
    <p:extLst>
      <p:ext uri="{BB962C8B-B14F-4D97-AF65-F5344CB8AC3E}">
        <p14:creationId xmlns:p14="http://schemas.microsoft.com/office/powerpoint/2010/main" val="3558446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476250" y="1828800"/>
            <a:ext cx="1272540" cy="1910715"/>
          </a:xfrm>
        </p:spPr>
        <p:txBody>
          <a:bodyPr>
            <a:noAutofit/>
          </a:bodyPr>
          <a:lstStyle/>
          <a:p>
            <a:pPr algn="l">
              <a:spcBef>
                <a:spcPts val="248"/>
              </a:spcBef>
            </a:pPr>
            <a:r>
              <a:rPr lang="en-MY" b="1" dirty="0">
                <a:solidFill>
                  <a:srgbClr val="0000FF"/>
                </a:solidFill>
                <a:latin typeface="Tw Cen MT" panose="020B0602020104020603" pitchFamily="34" charset="0"/>
              </a:rPr>
              <a:t>A use case to check balance of account.</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52</a:t>
            </a:fld>
            <a:endParaRPr lang="en-MY">
              <a:latin typeface="Tw Cen MT" panose="020B0602020104020603" pitchFamily="34" charset="0"/>
            </a:endParaRPr>
          </a:p>
        </p:txBody>
      </p:sp>
      <p:pic>
        <p:nvPicPr>
          <p:cNvPr id="7" name="Picture 6">
            <a:extLst>
              <a:ext uri="{FF2B5EF4-FFF2-40B4-BE49-F238E27FC236}">
                <a16:creationId xmlns:a16="http://schemas.microsoft.com/office/drawing/2014/main" id="{99050529-E851-40FC-BA34-3C21B3C3080B}"/>
              </a:ext>
            </a:extLst>
          </p:cNvPr>
          <p:cNvPicPr/>
          <p:nvPr/>
        </p:nvPicPr>
        <p:blipFill>
          <a:blip r:embed="rId3"/>
          <a:stretch>
            <a:fillRect/>
          </a:stretch>
        </p:blipFill>
        <p:spPr>
          <a:xfrm>
            <a:off x="1828801" y="304800"/>
            <a:ext cx="7772400" cy="7162799"/>
          </a:xfrm>
          <a:prstGeom prst="rect">
            <a:avLst/>
          </a:prstGeom>
        </p:spPr>
      </p:pic>
    </p:spTree>
    <p:extLst>
      <p:ext uri="{BB962C8B-B14F-4D97-AF65-F5344CB8AC3E}">
        <p14:creationId xmlns:p14="http://schemas.microsoft.com/office/powerpoint/2010/main" val="692205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838200" y="1905000"/>
            <a:ext cx="1066800" cy="664784"/>
          </a:xfrm>
        </p:spPr>
        <p:txBody>
          <a:bodyPr>
            <a:noAutofit/>
          </a:bodyPr>
          <a:lstStyle/>
          <a:p>
            <a:pPr algn="just">
              <a:spcBef>
                <a:spcPts val="248"/>
              </a:spcBef>
            </a:pPr>
            <a:r>
              <a:rPr lang="en-MY" b="1" dirty="0">
                <a:solidFill>
                  <a:srgbClr val="0000FF"/>
                </a:solidFill>
                <a:latin typeface="Tw Cen MT" panose="020B0602020104020603" pitchFamily="34" charset="0"/>
              </a:rPr>
              <a:t>A use case to transfer fund</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53</a:t>
            </a:fld>
            <a:endParaRPr lang="en-MY">
              <a:latin typeface="Tw Cen MT" panose="020B0602020104020603" pitchFamily="34" charset="0"/>
            </a:endParaRPr>
          </a:p>
        </p:txBody>
      </p:sp>
      <p:pic>
        <p:nvPicPr>
          <p:cNvPr id="2" name="Picture 1">
            <a:extLst>
              <a:ext uri="{FF2B5EF4-FFF2-40B4-BE49-F238E27FC236}">
                <a16:creationId xmlns:a16="http://schemas.microsoft.com/office/drawing/2014/main" id="{FC7F3B23-D50A-475E-B2D3-9461E5B9F89C}"/>
              </a:ext>
            </a:extLst>
          </p:cNvPr>
          <p:cNvPicPr/>
          <p:nvPr/>
        </p:nvPicPr>
        <p:blipFill>
          <a:blip r:embed="rId3"/>
          <a:stretch>
            <a:fillRect/>
          </a:stretch>
        </p:blipFill>
        <p:spPr>
          <a:xfrm>
            <a:off x="2286000" y="228600"/>
            <a:ext cx="7467600" cy="4952999"/>
          </a:xfrm>
          <a:prstGeom prst="rect">
            <a:avLst/>
          </a:prstGeom>
        </p:spPr>
      </p:pic>
      <p:pic>
        <p:nvPicPr>
          <p:cNvPr id="10" name="Picture 9">
            <a:extLst>
              <a:ext uri="{FF2B5EF4-FFF2-40B4-BE49-F238E27FC236}">
                <a16:creationId xmlns:a16="http://schemas.microsoft.com/office/drawing/2014/main" id="{918EFDF5-E632-4477-9BB9-1E9B0F2C8051}"/>
              </a:ext>
            </a:extLst>
          </p:cNvPr>
          <p:cNvPicPr/>
          <p:nvPr/>
        </p:nvPicPr>
        <p:blipFill rotWithShape="1">
          <a:blip r:embed="rId4"/>
          <a:srcRect t="27778"/>
          <a:stretch/>
        </p:blipFill>
        <p:spPr bwMode="auto">
          <a:xfrm>
            <a:off x="2209800" y="5181600"/>
            <a:ext cx="7162800" cy="22098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85061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544C-23BC-4D64-B503-FD5CB9353DA2}"/>
              </a:ext>
            </a:extLst>
          </p:cNvPr>
          <p:cNvSpPr>
            <a:spLocks noGrp="1"/>
          </p:cNvSpPr>
          <p:nvPr>
            <p:ph type="ctrTitle"/>
          </p:nvPr>
        </p:nvSpPr>
        <p:spPr/>
        <p:txBody>
          <a:bodyPr/>
          <a:lstStyle/>
          <a:p>
            <a:r>
              <a:rPr lang="en-MY" dirty="0">
                <a:latin typeface="Tw Cen MT" panose="020B0602020104020603" pitchFamily="34" charset="0"/>
              </a:rPr>
              <a:t>CLASS DIAGRAM</a:t>
            </a:r>
          </a:p>
        </p:txBody>
      </p:sp>
    </p:spTree>
    <p:extLst>
      <p:ext uri="{BB962C8B-B14F-4D97-AF65-F5344CB8AC3E}">
        <p14:creationId xmlns:p14="http://schemas.microsoft.com/office/powerpoint/2010/main" val="1704027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290243"/>
            <a:ext cx="6798295" cy="980694"/>
          </a:xfrm>
        </p:spPr>
        <p:txBody>
          <a:bodyPr>
            <a:normAutofit/>
          </a:bodyPr>
          <a:lstStyle/>
          <a:p>
            <a:r>
              <a:rPr lang="en-MY" dirty="0">
                <a:latin typeface="Tw Cen MT" panose="020B0602020104020603" pitchFamily="34" charset="0"/>
              </a:rPr>
              <a:t>CLASS DIAGRAM</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583785"/>
            <a:ext cx="6798295" cy="3408026"/>
          </a:xfrm>
        </p:spPr>
        <p:txBody>
          <a:bodyPr>
            <a:noAutofit/>
          </a:bodyPr>
          <a:lstStyle/>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Class diagram is a model that supports the static view of the evolving system.</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It shows the classes and the relationship among the classes.</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A class refers to the people, place, thing, or any entities of a system.</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cs typeface="Times New Roman" panose="02020603050405020304" pitchFamily="18" charset="0"/>
              </a:rPr>
              <a:t>A class diagram consist of 4 components:</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Class</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Attribute</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Operation</a:t>
            </a:r>
          </a:p>
          <a:p>
            <a:pPr lvl="1" algn="just">
              <a:spcBef>
                <a:spcPts val="248"/>
              </a:spcBef>
              <a:buFont typeface="Courier New" panose="02070309020205020404" pitchFamily="49" charset="0"/>
              <a:buChar char="o"/>
            </a:pPr>
            <a:r>
              <a:rPr lang="en-MY" sz="2400" dirty="0">
                <a:solidFill>
                  <a:schemeClr val="tx1"/>
                </a:solidFill>
                <a:latin typeface="Tw Cen MT" panose="020B0602020104020603" pitchFamily="34" charset="0"/>
                <a:cs typeface="Times New Roman" panose="02020603050405020304" pitchFamily="18" charset="0"/>
              </a:rPr>
              <a:t>Association</a:t>
            </a:r>
            <a:endParaRPr lang="en-MY" sz="2400" dirty="0">
              <a:solidFill>
                <a:schemeClr val="tx1"/>
              </a:solidFill>
              <a:latin typeface="Tw Cen MT" panose="020B0602020104020603" pitchFamily="34" charset="0"/>
            </a:endParaRP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55</a:t>
            </a:fld>
            <a:endParaRPr lang="en-MY">
              <a:latin typeface="Tw Cen MT" panose="020B0602020104020603" pitchFamily="34" charset="0"/>
            </a:endParaRPr>
          </a:p>
        </p:txBody>
      </p:sp>
      <p:sp>
        <p:nvSpPr>
          <p:cNvPr id="5" name="Rectangle 4">
            <a:extLst>
              <a:ext uri="{FF2B5EF4-FFF2-40B4-BE49-F238E27FC236}">
                <a16:creationId xmlns:a16="http://schemas.microsoft.com/office/drawing/2014/main" id="{7F1FDA67-4A32-4BCB-9676-765A334D05C3}"/>
              </a:ext>
            </a:extLst>
          </p:cNvPr>
          <p:cNvSpPr/>
          <p:nvPr/>
        </p:nvSpPr>
        <p:spPr>
          <a:xfrm>
            <a:off x="1547218" y="2104196"/>
            <a:ext cx="7291982" cy="369332"/>
          </a:xfrm>
          <a:prstGeom prst="rect">
            <a:avLst/>
          </a:prstGeom>
        </p:spPr>
        <p:txBody>
          <a:bodyPr wrap="square">
            <a:spAutoFit/>
          </a:bodyPr>
          <a:lstStyle/>
          <a:p>
            <a:r>
              <a:rPr lang="en-US"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https://www.youtube.com/watch?v=6XrL5jXmTwM&amp;t=19s</a:t>
            </a:r>
            <a:endParaRPr lang="en-MY" dirty="0"/>
          </a:p>
        </p:txBody>
      </p:sp>
    </p:spTree>
    <p:extLst>
      <p:ext uri="{BB962C8B-B14F-4D97-AF65-F5344CB8AC3E}">
        <p14:creationId xmlns:p14="http://schemas.microsoft.com/office/powerpoint/2010/main" val="68992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828887" y="1331138"/>
            <a:ext cx="8465820" cy="1270398"/>
          </a:xfrm>
        </p:spPr>
        <p:txBody>
          <a:bodyPr>
            <a:normAutofit/>
          </a:bodyPr>
          <a:lstStyle/>
          <a:p>
            <a:r>
              <a:rPr lang="en-MY" dirty="0">
                <a:latin typeface="Tw Cen MT" panose="020B0602020104020603" pitchFamily="34" charset="0"/>
              </a:rPr>
              <a:t>ELEMENTS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828887" y="2879621"/>
          <a:ext cx="8465819" cy="2421200"/>
        </p:xfrm>
        <a:graphic>
          <a:graphicData uri="http://schemas.openxmlformats.org/drawingml/2006/table">
            <a:tbl>
              <a:tblPr firstRow="1" bandRow="1">
                <a:tableStyleId>{5C22544A-7EE6-4342-B048-85BDC9FD1C3A}</a:tableStyleId>
              </a:tblPr>
              <a:tblGrid>
                <a:gridCol w="6783088">
                  <a:extLst>
                    <a:ext uri="{9D8B030D-6E8A-4147-A177-3AD203B41FA5}">
                      <a16:colId xmlns:a16="http://schemas.microsoft.com/office/drawing/2014/main" val="3297957586"/>
                    </a:ext>
                  </a:extLst>
                </a:gridCol>
                <a:gridCol w="1682731">
                  <a:extLst>
                    <a:ext uri="{9D8B030D-6E8A-4147-A177-3AD203B41FA5}">
                      <a16:colId xmlns:a16="http://schemas.microsoft.com/office/drawing/2014/main" val="830729237"/>
                    </a:ext>
                  </a:extLst>
                </a:gridCol>
              </a:tblGrid>
              <a:tr h="395042">
                <a:tc>
                  <a:txBody>
                    <a:bodyPr/>
                    <a:lstStyle/>
                    <a:p>
                      <a:pPr algn="ctr"/>
                      <a:r>
                        <a:rPr lang="en-MY" sz="16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6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1986534">
                <a:tc>
                  <a:txBody>
                    <a:bodyPr/>
                    <a:lstStyle/>
                    <a:p>
                      <a:pPr algn="just">
                        <a:spcBef>
                          <a:spcPts val="300"/>
                        </a:spcBef>
                      </a:pPr>
                      <a:r>
                        <a:rPr lang="en-MY" sz="1600" b="1" dirty="0">
                          <a:solidFill>
                            <a:srgbClr val="0000FF"/>
                          </a:solidFill>
                          <a:latin typeface="Tw Cen MT" panose="020B0602020104020603" pitchFamily="34" charset="0"/>
                          <a:cs typeface="Times New Roman" panose="02020603050405020304" pitchFamily="18" charset="0"/>
                        </a:rPr>
                        <a:t>1. CLASS</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Represent a kind of person, place, or thing, about which the system must capture or store information.</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Drawn using 3-parts of rectangular shape which are divided into top, middle, bottom compartment.</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The top compartment has the class’s name being written.</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The middle compartment has the list of attributes being written.</a:t>
                      </a:r>
                    </a:p>
                    <a:p>
                      <a:pPr marL="360000" lvl="1" indent="-288000" algn="just">
                        <a:spcBef>
                          <a:spcPts val="0"/>
                        </a:spcBef>
                        <a:buFont typeface="Courier New" panose="02070309020205020404" pitchFamily="49" charset="0"/>
                        <a:buChar char="o"/>
                      </a:pPr>
                      <a:r>
                        <a:rPr lang="en-MY" sz="1600" dirty="0">
                          <a:solidFill>
                            <a:schemeClr val="tx1"/>
                          </a:solidFill>
                          <a:latin typeface="Tw Cen MT" panose="020B0602020104020603" pitchFamily="34" charset="0"/>
                          <a:cs typeface="Times New Roman" panose="02020603050405020304" pitchFamily="18" charset="0"/>
                        </a:rPr>
                        <a:t>The bottom compartment has the list of operations being written.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6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56</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688990E6-47AA-44B9-B1AB-04DE858F5A96}"/>
              </a:ext>
            </a:extLst>
          </p:cNvPr>
          <p:cNvPicPr>
            <a:picLocks noChangeAspect="1"/>
          </p:cNvPicPr>
          <p:nvPr/>
        </p:nvPicPr>
        <p:blipFill>
          <a:blip r:embed="rId3"/>
          <a:stretch>
            <a:fillRect/>
          </a:stretch>
        </p:blipFill>
        <p:spPr>
          <a:xfrm>
            <a:off x="7683500" y="3427148"/>
            <a:ext cx="1494363" cy="918105"/>
          </a:xfrm>
          <a:prstGeom prst="rect">
            <a:avLst/>
          </a:prstGeom>
        </p:spPr>
      </p:pic>
      <p:sp>
        <p:nvSpPr>
          <p:cNvPr id="7" name="Rectangle 6">
            <a:extLst>
              <a:ext uri="{FF2B5EF4-FFF2-40B4-BE49-F238E27FC236}">
                <a16:creationId xmlns:a16="http://schemas.microsoft.com/office/drawing/2014/main" id="{EF9F3434-0441-425B-8361-69EEF4522BF6}"/>
              </a:ext>
            </a:extLst>
          </p:cNvPr>
          <p:cNvSpPr/>
          <p:nvPr/>
        </p:nvSpPr>
        <p:spPr>
          <a:xfrm>
            <a:off x="7645915" y="3371638"/>
            <a:ext cx="1583598" cy="1029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Tree>
    <p:extLst>
      <p:ext uri="{BB962C8B-B14F-4D97-AF65-F5344CB8AC3E}">
        <p14:creationId xmlns:p14="http://schemas.microsoft.com/office/powerpoint/2010/main" val="31868633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847513" y="1331138"/>
            <a:ext cx="8403511" cy="1270398"/>
          </a:xfrm>
        </p:spPr>
        <p:txBody>
          <a:bodyPr>
            <a:normAutofit/>
          </a:bodyPr>
          <a:lstStyle/>
          <a:p>
            <a:r>
              <a:rPr lang="en-MY" dirty="0">
                <a:latin typeface="Tw Cen MT" panose="020B0602020104020603" pitchFamily="34" charset="0"/>
              </a:rPr>
              <a:t>ELEMENTS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847513" y="2879621"/>
          <a:ext cx="8403511" cy="3169601"/>
        </p:xfrm>
        <a:graphic>
          <a:graphicData uri="http://schemas.openxmlformats.org/drawingml/2006/table">
            <a:tbl>
              <a:tblPr firstRow="1" bandRow="1">
                <a:tableStyleId>{5C22544A-7EE6-4342-B048-85BDC9FD1C3A}</a:tableStyleId>
              </a:tblPr>
              <a:tblGrid>
                <a:gridCol w="6733165">
                  <a:extLst>
                    <a:ext uri="{9D8B030D-6E8A-4147-A177-3AD203B41FA5}">
                      <a16:colId xmlns:a16="http://schemas.microsoft.com/office/drawing/2014/main" val="3297957586"/>
                    </a:ext>
                  </a:extLst>
                </a:gridCol>
                <a:gridCol w="1670346">
                  <a:extLst>
                    <a:ext uri="{9D8B030D-6E8A-4147-A177-3AD203B41FA5}">
                      <a16:colId xmlns:a16="http://schemas.microsoft.com/office/drawing/2014/main" val="830729237"/>
                    </a:ext>
                  </a:extLst>
                </a:gridCol>
              </a:tblGrid>
              <a:tr h="309229">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2860372">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2. ATTRIBUTE</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An attribute represents the properties or the characteristics of a class.</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Visibility of an attribute can be set either public, protected, or private.</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A </a:t>
                      </a:r>
                      <a:r>
                        <a:rPr lang="en-MY" sz="1500" b="1" dirty="0">
                          <a:solidFill>
                            <a:srgbClr val="0000FF"/>
                          </a:solidFill>
                          <a:latin typeface="Tw Cen MT" panose="020B0602020104020603" pitchFamily="34" charset="0"/>
                          <a:cs typeface="Times New Roman" panose="02020603050405020304" pitchFamily="18" charset="0"/>
                        </a:rPr>
                        <a:t>public attribute </a:t>
                      </a:r>
                      <a:r>
                        <a:rPr lang="en-MY" sz="1500" dirty="0">
                          <a:solidFill>
                            <a:schemeClr val="tx1"/>
                          </a:solidFill>
                          <a:latin typeface="Tw Cen MT" panose="020B0602020104020603" pitchFamily="34" charset="0"/>
                          <a:cs typeface="Times New Roman" panose="02020603050405020304" pitchFamily="18" charset="0"/>
                        </a:rPr>
                        <a:t>is one that is not hidden from other class, shown by placing a </a:t>
                      </a:r>
                      <a:r>
                        <a:rPr lang="en-MY" sz="1500" b="1" dirty="0">
                          <a:solidFill>
                            <a:schemeClr val="tx1"/>
                          </a:solidFill>
                          <a:latin typeface="Tw Cen MT" panose="020B0602020104020603" pitchFamily="34" charset="0"/>
                          <a:cs typeface="Times New Roman" panose="02020603050405020304" pitchFamily="18" charset="0"/>
                        </a:rPr>
                        <a:t>+ operator </a:t>
                      </a:r>
                      <a:r>
                        <a:rPr lang="en-MY" sz="1500" dirty="0">
                          <a:solidFill>
                            <a:schemeClr val="tx1"/>
                          </a:solidFill>
                          <a:latin typeface="Tw Cen MT" panose="020B0602020104020603" pitchFamily="34" charset="0"/>
                          <a:cs typeface="Times New Roman" panose="02020603050405020304" pitchFamily="18" charset="0"/>
                        </a:rPr>
                        <a:t>at the beginning of the attribute’s name.</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A </a:t>
                      </a:r>
                      <a:r>
                        <a:rPr lang="en-MY" sz="1500" b="1" dirty="0">
                          <a:solidFill>
                            <a:srgbClr val="0000FF"/>
                          </a:solidFill>
                          <a:latin typeface="Tw Cen MT" panose="020B0602020104020603" pitchFamily="34" charset="0"/>
                          <a:cs typeface="Times New Roman" panose="02020603050405020304" pitchFamily="18" charset="0"/>
                        </a:rPr>
                        <a:t>protected attribute </a:t>
                      </a:r>
                      <a:r>
                        <a:rPr lang="en-MY" sz="1500" dirty="0">
                          <a:solidFill>
                            <a:schemeClr val="tx1"/>
                          </a:solidFill>
                          <a:latin typeface="Tw Cen MT" panose="020B0602020104020603" pitchFamily="34" charset="0"/>
                          <a:cs typeface="Times New Roman" panose="02020603050405020304" pitchFamily="18" charset="0"/>
                        </a:rPr>
                        <a:t>is one that is hidden from all other classes except its immediate subclasses, shown by placing a </a:t>
                      </a:r>
                      <a:r>
                        <a:rPr lang="en-MY" sz="1500" b="1" dirty="0">
                          <a:solidFill>
                            <a:schemeClr val="tx1"/>
                          </a:solidFill>
                          <a:latin typeface="Tw Cen MT" panose="020B0602020104020603" pitchFamily="34" charset="0"/>
                          <a:cs typeface="Times New Roman" panose="02020603050405020304" pitchFamily="18" charset="0"/>
                        </a:rPr>
                        <a:t># operator </a:t>
                      </a:r>
                      <a:r>
                        <a:rPr lang="en-MY" sz="1500" dirty="0">
                          <a:solidFill>
                            <a:schemeClr val="tx1"/>
                          </a:solidFill>
                          <a:latin typeface="Tw Cen MT" panose="020B0602020104020603" pitchFamily="34" charset="0"/>
                          <a:cs typeface="Times New Roman" panose="02020603050405020304" pitchFamily="18" charset="0"/>
                        </a:rPr>
                        <a:t>at the beginning of the attribute’s name.</a:t>
                      </a:r>
                    </a:p>
                    <a:p>
                      <a:pPr marL="360000" lvl="1" indent="-288000" algn="just">
                        <a:spcBef>
                          <a:spcPts val="0"/>
                        </a:spcBef>
                        <a:buFont typeface="Courier New" panose="02070309020205020404" pitchFamily="49" charset="0"/>
                        <a:buChar char="o"/>
                      </a:pPr>
                      <a:r>
                        <a:rPr lang="en-MY" sz="1500">
                          <a:solidFill>
                            <a:schemeClr val="tx1"/>
                          </a:solidFill>
                          <a:latin typeface="Tw Cen MT" panose="020B0602020104020603" pitchFamily="34" charset="0"/>
                          <a:cs typeface="Times New Roman" panose="02020603050405020304" pitchFamily="18" charset="0"/>
                        </a:rPr>
                        <a:t>A </a:t>
                      </a:r>
                      <a:r>
                        <a:rPr lang="en-MY" sz="1500" b="1">
                          <a:solidFill>
                            <a:srgbClr val="0000FF"/>
                          </a:solidFill>
                          <a:latin typeface="Tw Cen MT" panose="020B0602020104020603" pitchFamily="34" charset="0"/>
                          <a:cs typeface="Times New Roman" panose="02020603050405020304" pitchFamily="18" charset="0"/>
                        </a:rPr>
                        <a:t>private </a:t>
                      </a:r>
                      <a:r>
                        <a:rPr lang="en-MY" sz="1500" b="1" dirty="0">
                          <a:solidFill>
                            <a:srgbClr val="0000FF"/>
                          </a:solidFill>
                          <a:latin typeface="Tw Cen MT" panose="020B0602020104020603" pitchFamily="34" charset="0"/>
                          <a:cs typeface="Times New Roman" panose="02020603050405020304" pitchFamily="18" charset="0"/>
                        </a:rPr>
                        <a:t>attribute </a:t>
                      </a:r>
                      <a:r>
                        <a:rPr lang="en-MY" sz="1500" dirty="0">
                          <a:solidFill>
                            <a:schemeClr val="tx1"/>
                          </a:solidFill>
                          <a:latin typeface="Tw Cen MT" panose="020B0602020104020603" pitchFamily="34" charset="0"/>
                          <a:cs typeface="Times New Roman" panose="02020603050405020304" pitchFamily="18" charset="0"/>
                        </a:rPr>
                        <a:t>is one that is hidden from all other classes, shown by placing a </a:t>
                      </a:r>
                      <a:r>
                        <a:rPr lang="en-MY" sz="1500" b="1" dirty="0">
                          <a:latin typeface="Tw Cen MT" panose="020B0602020104020603" pitchFamily="34" charset="0"/>
                        </a:rPr>
                        <a:t>–</a:t>
                      </a:r>
                      <a:r>
                        <a:rPr lang="en-MY" sz="1500" b="1" dirty="0">
                          <a:solidFill>
                            <a:schemeClr val="tx1"/>
                          </a:solidFill>
                          <a:latin typeface="Tw Cen MT" panose="020B0602020104020603" pitchFamily="34" charset="0"/>
                          <a:cs typeface="Times New Roman" panose="02020603050405020304" pitchFamily="18" charset="0"/>
                        </a:rPr>
                        <a:t> operator </a:t>
                      </a:r>
                      <a:r>
                        <a:rPr lang="en-MY" sz="1500" dirty="0">
                          <a:solidFill>
                            <a:schemeClr val="tx1"/>
                          </a:solidFill>
                          <a:latin typeface="Tw Cen MT" panose="020B0602020104020603" pitchFamily="34" charset="0"/>
                          <a:cs typeface="Times New Roman" panose="02020603050405020304" pitchFamily="18" charset="0"/>
                        </a:rPr>
                        <a:t>at the beginning of the attribute’s name.</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An attribute can also be </a:t>
                      </a:r>
                      <a:r>
                        <a:rPr lang="en-MY" sz="1500" b="1" dirty="0">
                          <a:solidFill>
                            <a:srgbClr val="0000FF"/>
                          </a:solidFill>
                          <a:latin typeface="Tw Cen MT" panose="020B0602020104020603" pitchFamily="34" charset="0"/>
                          <a:cs typeface="Times New Roman" panose="02020603050405020304" pitchFamily="18" charset="0"/>
                        </a:rPr>
                        <a:t>derived</a:t>
                      </a:r>
                      <a:r>
                        <a:rPr lang="en-MY" sz="1500" dirty="0">
                          <a:solidFill>
                            <a:schemeClr val="tx1"/>
                          </a:solidFill>
                          <a:latin typeface="Tw Cen MT" panose="020B0602020104020603" pitchFamily="34" charset="0"/>
                          <a:cs typeface="Times New Roman" panose="02020603050405020304" pitchFamily="18" charset="0"/>
                        </a:rPr>
                        <a:t> from other </a:t>
                      </a:r>
                      <a:r>
                        <a:rPr lang="en-MY" sz="1500" b="1" dirty="0">
                          <a:solidFill>
                            <a:srgbClr val="0000FF"/>
                          </a:solidFill>
                          <a:latin typeface="Tw Cen MT" panose="020B0602020104020603" pitchFamily="34" charset="0"/>
                          <a:cs typeface="Times New Roman" panose="02020603050405020304" pitchFamily="18" charset="0"/>
                        </a:rPr>
                        <a:t>attribute</a:t>
                      </a:r>
                      <a:r>
                        <a:rPr lang="en-MY" sz="1500" dirty="0">
                          <a:solidFill>
                            <a:schemeClr val="tx1"/>
                          </a:solidFill>
                          <a:latin typeface="Tw Cen MT" panose="020B0602020104020603" pitchFamily="34" charset="0"/>
                          <a:cs typeface="Times New Roman" panose="02020603050405020304" pitchFamily="18" charset="0"/>
                        </a:rPr>
                        <a:t>, and it is shown by placing a </a:t>
                      </a:r>
                      <a:r>
                        <a:rPr lang="en-MY" sz="1500" b="1" dirty="0">
                          <a:solidFill>
                            <a:schemeClr val="tx1"/>
                          </a:solidFill>
                          <a:latin typeface="Tw Cen MT" panose="020B0602020104020603" pitchFamily="34" charset="0"/>
                          <a:cs typeface="Times New Roman" panose="02020603050405020304" pitchFamily="18" charset="0"/>
                        </a:rPr>
                        <a:t>”slash” / operator</a:t>
                      </a:r>
                      <a:r>
                        <a:rPr lang="en-MY" sz="1500" dirty="0">
                          <a:solidFill>
                            <a:schemeClr val="tx1"/>
                          </a:solidFill>
                          <a:latin typeface="Tw Cen MT" panose="020B0602020104020603" pitchFamily="34" charset="0"/>
                          <a:cs typeface="Times New Roman" panose="02020603050405020304" pitchFamily="18" charset="0"/>
                        </a:rPr>
                        <a:t> before the attribute’s name.</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57</a:t>
            </a:fld>
            <a:endParaRPr lang="en-MY">
              <a:latin typeface="Tw Cen MT" panose="020B0602020104020603" pitchFamily="34" charset="0"/>
            </a:endParaRPr>
          </a:p>
        </p:txBody>
      </p:sp>
      <p:pic>
        <p:nvPicPr>
          <p:cNvPr id="8" name="Picture 7">
            <a:extLst>
              <a:ext uri="{FF2B5EF4-FFF2-40B4-BE49-F238E27FC236}">
                <a16:creationId xmlns:a16="http://schemas.microsoft.com/office/drawing/2014/main" id="{5D13A1E1-480A-411D-B039-C26C0656769A}"/>
              </a:ext>
            </a:extLst>
          </p:cNvPr>
          <p:cNvPicPr>
            <a:picLocks noChangeAspect="1"/>
          </p:cNvPicPr>
          <p:nvPr/>
        </p:nvPicPr>
        <p:blipFill>
          <a:blip r:embed="rId3"/>
          <a:stretch>
            <a:fillRect/>
          </a:stretch>
        </p:blipFill>
        <p:spPr>
          <a:xfrm>
            <a:off x="7607980" y="3493439"/>
            <a:ext cx="1633732" cy="1773462"/>
          </a:xfrm>
          <a:prstGeom prst="rect">
            <a:avLst/>
          </a:prstGeom>
        </p:spPr>
      </p:pic>
      <p:sp>
        <p:nvSpPr>
          <p:cNvPr id="9" name="Rectangle 8">
            <a:extLst>
              <a:ext uri="{FF2B5EF4-FFF2-40B4-BE49-F238E27FC236}">
                <a16:creationId xmlns:a16="http://schemas.microsoft.com/office/drawing/2014/main" id="{EFB128D4-6D32-4815-81BD-03925D099177}"/>
              </a:ext>
            </a:extLst>
          </p:cNvPr>
          <p:cNvSpPr/>
          <p:nvPr/>
        </p:nvSpPr>
        <p:spPr>
          <a:xfrm>
            <a:off x="7674187" y="4000289"/>
            <a:ext cx="1494362" cy="6239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Tree>
    <p:extLst>
      <p:ext uri="{BB962C8B-B14F-4D97-AF65-F5344CB8AC3E}">
        <p14:creationId xmlns:p14="http://schemas.microsoft.com/office/powerpoint/2010/main" val="10383103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847514" y="1331138"/>
            <a:ext cx="8394198" cy="1270398"/>
          </a:xfrm>
        </p:spPr>
        <p:txBody>
          <a:bodyPr>
            <a:normAutofit/>
          </a:bodyPr>
          <a:lstStyle/>
          <a:p>
            <a:r>
              <a:rPr lang="en-MY" dirty="0">
                <a:latin typeface="Tw Cen MT" panose="020B0602020104020603" pitchFamily="34" charset="0"/>
              </a:rPr>
              <a:t>ELEMENTS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847514" y="2879621"/>
          <a:ext cx="8394198" cy="2883512"/>
        </p:xfrm>
        <a:graphic>
          <a:graphicData uri="http://schemas.openxmlformats.org/drawingml/2006/table">
            <a:tbl>
              <a:tblPr firstRow="1" bandRow="1">
                <a:tableStyleId>{5C22544A-7EE6-4342-B048-85BDC9FD1C3A}</a:tableStyleId>
              </a:tblPr>
              <a:tblGrid>
                <a:gridCol w="6725703">
                  <a:extLst>
                    <a:ext uri="{9D8B030D-6E8A-4147-A177-3AD203B41FA5}">
                      <a16:colId xmlns:a16="http://schemas.microsoft.com/office/drawing/2014/main" val="3297957586"/>
                    </a:ext>
                  </a:extLst>
                </a:gridCol>
                <a:gridCol w="1668495">
                  <a:extLst>
                    <a:ext uri="{9D8B030D-6E8A-4147-A177-3AD203B41FA5}">
                      <a16:colId xmlns:a16="http://schemas.microsoft.com/office/drawing/2014/main" val="830729237"/>
                    </a:ext>
                  </a:extLst>
                </a:gridCol>
              </a:tblGrid>
              <a:tr h="320541">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1573133">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3. OPERATION</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Operations are actions or functions that a class can perform.</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Operations should be shown with parentheses that are either empty or filled with some value represents a parameter that the operation needs for it to act.</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The visibility of operation can be designated as public, protected, or private. Default visibility is normally assigned as public.</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r h="980694">
                <a:tc>
                  <a:txBody>
                    <a:bodyPr/>
                    <a:lstStyle/>
                    <a:p>
                      <a:pPr algn="just">
                        <a:spcBef>
                          <a:spcPts val="300"/>
                        </a:spcBef>
                      </a:pPr>
                      <a:r>
                        <a:rPr lang="en-MY" sz="1500" b="1" dirty="0" err="1">
                          <a:solidFill>
                            <a:srgbClr val="0000FF"/>
                          </a:solidFill>
                          <a:latin typeface="Tw Cen MT" panose="020B0602020104020603" pitchFamily="34" charset="0"/>
                          <a:cs typeface="Times New Roman" panose="02020603050405020304" pitchFamily="18" charset="0"/>
                        </a:rPr>
                        <a:t>i</a:t>
                      </a:r>
                      <a:r>
                        <a:rPr lang="en-MY" sz="1500" b="1" dirty="0">
                          <a:solidFill>
                            <a:srgbClr val="0000FF"/>
                          </a:solidFill>
                          <a:latin typeface="Tw Cen MT" panose="020B0602020104020603" pitchFamily="34" charset="0"/>
                          <a:cs typeface="Times New Roman" panose="02020603050405020304" pitchFamily="18" charset="0"/>
                        </a:rPr>
                        <a:t>) Constructor operation</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This type of operation used to </a:t>
                      </a:r>
                      <a:r>
                        <a:rPr lang="en-MY" sz="1500" b="1" dirty="0">
                          <a:solidFill>
                            <a:schemeClr val="tx1"/>
                          </a:solidFill>
                          <a:latin typeface="Tw Cen MT" panose="020B0602020104020603" pitchFamily="34" charset="0"/>
                          <a:cs typeface="Times New Roman" panose="02020603050405020304" pitchFamily="18" charset="0"/>
                        </a:rPr>
                        <a:t>create new </a:t>
                      </a:r>
                      <a:r>
                        <a:rPr lang="en-MY" sz="1500" dirty="0">
                          <a:solidFill>
                            <a:schemeClr val="tx1"/>
                          </a:solidFill>
                          <a:latin typeface="Tw Cen MT" panose="020B0602020104020603" pitchFamily="34" charset="0"/>
                          <a:cs typeface="Times New Roman" panose="02020603050405020304" pitchFamily="18" charset="0"/>
                        </a:rPr>
                        <a:t>instance of a class. Most of the time, constructor operation is not shown on the class diagram or within its operation compartment.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8179592"/>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58</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BCD50CFC-4BA4-421A-94BE-92B1D99CE922}"/>
              </a:ext>
            </a:extLst>
          </p:cNvPr>
          <p:cNvPicPr>
            <a:picLocks noChangeAspect="1"/>
          </p:cNvPicPr>
          <p:nvPr/>
        </p:nvPicPr>
        <p:blipFill>
          <a:blip r:embed="rId3"/>
          <a:stretch>
            <a:fillRect/>
          </a:stretch>
        </p:blipFill>
        <p:spPr>
          <a:xfrm>
            <a:off x="7580071" y="3334385"/>
            <a:ext cx="1633732" cy="1266613"/>
          </a:xfrm>
          <a:prstGeom prst="rect">
            <a:avLst/>
          </a:prstGeom>
        </p:spPr>
      </p:pic>
      <p:sp>
        <p:nvSpPr>
          <p:cNvPr id="7" name="Rectangle 6">
            <a:extLst>
              <a:ext uri="{FF2B5EF4-FFF2-40B4-BE49-F238E27FC236}">
                <a16:creationId xmlns:a16="http://schemas.microsoft.com/office/drawing/2014/main" id="{3B18FD0A-F73C-4968-B661-186857E37855}"/>
              </a:ext>
            </a:extLst>
          </p:cNvPr>
          <p:cNvSpPr/>
          <p:nvPr/>
        </p:nvSpPr>
        <p:spPr>
          <a:xfrm>
            <a:off x="7649921" y="4199060"/>
            <a:ext cx="1456778" cy="3227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12" name="Picture 11">
            <a:extLst>
              <a:ext uri="{FF2B5EF4-FFF2-40B4-BE49-F238E27FC236}">
                <a16:creationId xmlns:a16="http://schemas.microsoft.com/office/drawing/2014/main" id="{A6209AF8-A102-458D-A94B-200C9E869F1A}"/>
              </a:ext>
            </a:extLst>
          </p:cNvPr>
          <p:cNvPicPr>
            <a:picLocks noChangeAspect="1"/>
          </p:cNvPicPr>
          <p:nvPr/>
        </p:nvPicPr>
        <p:blipFill>
          <a:blip r:embed="rId4"/>
          <a:stretch>
            <a:fillRect/>
          </a:stretch>
        </p:blipFill>
        <p:spPr>
          <a:xfrm>
            <a:off x="7616013" y="4879083"/>
            <a:ext cx="1561848" cy="716914"/>
          </a:xfrm>
          <a:prstGeom prst="rect">
            <a:avLst/>
          </a:prstGeom>
        </p:spPr>
      </p:pic>
      <p:cxnSp>
        <p:nvCxnSpPr>
          <p:cNvPr id="14" name="Straight Connector 13">
            <a:extLst>
              <a:ext uri="{FF2B5EF4-FFF2-40B4-BE49-F238E27FC236}">
                <a16:creationId xmlns:a16="http://schemas.microsoft.com/office/drawing/2014/main" id="{914F3E47-F5A0-48F0-BD13-DF114042820F}"/>
              </a:ext>
            </a:extLst>
          </p:cNvPr>
          <p:cNvCxnSpPr/>
          <p:nvPr/>
        </p:nvCxnSpPr>
        <p:spPr>
          <a:xfrm>
            <a:off x="7659234" y="5562600"/>
            <a:ext cx="37220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25661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745067" y="1331138"/>
            <a:ext cx="8586893" cy="1076571"/>
          </a:xfrm>
        </p:spPr>
        <p:txBody>
          <a:bodyPr>
            <a:normAutofit/>
          </a:bodyPr>
          <a:lstStyle/>
          <a:p>
            <a:r>
              <a:rPr lang="en-MY" dirty="0">
                <a:latin typeface="Tw Cen MT" panose="020B0602020104020603" pitchFamily="34" charset="0"/>
              </a:rPr>
              <a:t>ELEMENTS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745067" y="2625420"/>
          <a:ext cx="8586893" cy="3358766"/>
        </p:xfrm>
        <a:graphic>
          <a:graphicData uri="http://schemas.openxmlformats.org/drawingml/2006/table">
            <a:tbl>
              <a:tblPr firstRow="1" bandRow="1">
                <a:tableStyleId>{5C22544A-7EE6-4342-B048-85BDC9FD1C3A}</a:tableStyleId>
              </a:tblPr>
              <a:tblGrid>
                <a:gridCol w="6880097">
                  <a:extLst>
                    <a:ext uri="{9D8B030D-6E8A-4147-A177-3AD203B41FA5}">
                      <a16:colId xmlns:a16="http://schemas.microsoft.com/office/drawing/2014/main" val="3297957586"/>
                    </a:ext>
                  </a:extLst>
                </a:gridCol>
                <a:gridCol w="1706796">
                  <a:extLst>
                    <a:ext uri="{9D8B030D-6E8A-4147-A177-3AD203B41FA5}">
                      <a16:colId xmlns:a16="http://schemas.microsoft.com/office/drawing/2014/main" val="830729237"/>
                    </a:ext>
                  </a:extLst>
                </a:gridCol>
              </a:tblGrid>
              <a:tr h="309707">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541989">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3. OPERATION (continued)</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Operations is also known as the class’s </a:t>
                      </a:r>
                      <a:r>
                        <a:rPr lang="en-MY" sz="1500" b="1" dirty="0">
                          <a:solidFill>
                            <a:schemeClr val="tx1"/>
                          </a:solidFill>
                          <a:latin typeface="Tw Cen MT" panose="020B0602020104020603" pitchFamily="34" charset="0"/>
                          <a:cs typeface="Times New Roman" panose="02020603050405020304" pitchFamily="18" charset="0"/>
                        </a:rPr>
                        <a:t>method</a:t>
                      </a:r>
                      <a:r>
                        <a:rPr lang="en-MY" sz="1500" dirty="0">
                          <a:solidFill>
                            <a:schemeClr val="tx1"/>
                          </a:solidFill>
                          <a:latin typeface="Tw Cen MT" panose="020B0602020104020603" pitchFamily="34" charset="0"/>
                          <a:cs typeface="Times New Roman" panose="02020603050405020304" pitchFamily="18" charset="0"/>
                        </a:rPr>
                        <a: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r h="1268239">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ii) Query operation</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This type of operation used to </a:t>
                      </a:r>
                      <a:r>
                        <a:rPr lang="en-MY" sz="1500" b="1" dirty="0">
                          <a:solidFill>
                            <a:schemeClr val="tx1"/>
                          </a:solidFill>
                          <a:latin typeface="Tw Cen MT" panose="020B0602020104020603" pitchFamily="34" charset="0"/>
                          <a:cs typeface="Times New Roman" panose="02020603050405020304" pitchFamily="18" charset="0"/>
                        </a:rPr>
                        <a:t>call information </a:t>
                      </a:r>
                      <a:r>
                        <a:rPr lang="en-MY" sz="1500" dirty="0">
                          <a:solidFill>
                            <a:schemeClr val="tx1"/>
                          </a:solidFill>
                          <a:latin typeface="Tw Cen MT" panose="020B0602020104020603" pitchFamily="34" charset="0"/>
                          <a:cs typeface="Times New Roman" panose="02020603050405020304" pitchFamily="18" charset="0"/>
                        </a:rPr>
                        <a:t>about the state of an object available to other object, but it will not change the object in any way.</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If a query operation is simply asks for information from attributes in the class, then it is not shown on the class diagram.</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8179592"/>
                  </a:ext>
                </a:extLst>
              </a:tr>
              <a:tr h="1238831">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iii) Update operation</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This type of operation used to </a:t>
                      </a:r>
                      <a:r>
                        <a:rPr lang="en-MY" sz="1500" b="1" dirty="0">
                          <a:solidFill>
                            <a:schemeClr val="tx1"/>
                          </a:solidFill>
                          <a:latin typeface="Tw Cen MT" panose="020B0602020104020603" pitchFamily="34" charset="0"/>
                          <a:cs typeface="Times New Roman" panose="02020603050405020304" pitchFamily="18" charset="0"/>
                        </a:rPr>
                        <a:t>change the value </a:t>
                      </a:r>
                      <a:r>
                        <a:rPr lang="en-MY" sz="1500" dirty="0">
                          <a:solidFill>
                            <a:schemeClr val="tx1"/>
                          </a:solidFill>
                          <a:latin typeface="Tw Cen MT" panose="020B0602020104020603" pitchFamily="34" charset="0"/>
                          <a:cs typeface="Times New Roman" panose="02020603050405020304" pitchFamily="18" charset="0"/>
                        </a:rPr>
                        <a:t>of some or all of the object’s attributes, which may result in a change in the object’s state.</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Unlike the constructor operation and query operation, an update operation is normally declared in the operation compartment.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6744171"/>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59</a:t>
            </a:fld>
            <a:endParaRPr lang="en-MY">
              <a:latin typeface="Tw Cen MT" panose="020B0602020104020603" pitchFamily="34" charset="0"/>
            </a:endParaRPr>
          </a:p>
        </p:txBody>
      </p:sp>
      <p:pic>
        <p:nvPicPr>
          <p:cNvPr id="8" name="Picture 7">
            <a:extLst>
              <a:ext uri="{FF2B5EF4-FFF2-40B4-BE49-F238E27FC236}">
                <a16:creationId xmlns:a16="http://schemas.microsoft.com/office/drawing/2014/main" id="{C5E8C60D-993F-48E5-96CA-B2723539D96D}"/>
              </a:ext>
            </a:extLst>
          </p:cNvPr>
          <p:cNvPicPr>
            <a:picLocks noChangeAspect="1"/>
          </p:cNvPicPr>
          <p:nvPr/>
        </p:nvPicPr>
        <p:blipFill>
          <a:blip r:embed="rId3"/>
          <a:stretch>
            <a:fillRect/>
          </a:stretch>
        </p:blipFill>
        <p:spPr>
          <a:xfrm>
            <a:off x="7679352" y="4909503"/>
            <a:ext cx="1583379" cy="784080"/>
          </a:xfrm>
          <a:prstGeom prst="rect">
            <a:avLst/>
          </a:prstGeom>
        </p:spPr>
      </p:pic>
      <p:pic>
        <p:nvPicPr>
          <p:cNvPr id="10" name="Picture 9">
            <a:extLst>
              <a:ext uri="{FF2B5EF4-FFF2-40B4-BE49-F238E27FC236}">
                <a16:creationId xmlns:a16="http://schemas.microsoft.com/office/drawing/2014/main" id="{B653EB13-E9AE-4860-834C-6F15E15904E8}"/>
              </a:ext>
            </a:extLst>
          </p:cNvPr>
          <p:cNvPicPr>
            <a:picLocks noChangeAspect="1"/>
          </p:cNvPicPr>
          <p:nvPr/>
        </p:nvPicPr>
        <p:blipFill>
          <a:blip r:embed="rId4"/>
          <a:stretch>
            <a:fillRect/>
          </a:stretch>
        </p:blipFill>
        <p:spPr>
          <a:xfrm>
            <a:off x="7659927" y="3661610"/>
            <a:ext cx="1622230" cy="744630"/>
          </a:xfrm>
          <a:prstGeom prst="rect">
            <a:avLst/>
          </a:prstGeom>
        </p:spPr>
      </p:pic>
      <p:cxnSp>
        <p:nvCxnSpPr>
          <p:cNvPr id="11" name="Straight Connector 10">
            <a:extLst>
              <a:ext uri="{FF2B5EF4-FFF2-40B4-BE49-F238E27FC236}">
                <a16:creationId xmlns:a16="http://schemas.microsoft.com/office/drawing/2014/main" id="{C977CA67-C994-40D5-8093-85EE1B297D4F}"/>
              </a:ext>
            </a:extLst>
          </p:cNvPr>
          <p:cNvCxnSpPr/>
          <p:nvPr/>
        </p:nvCxnSpPr>
        <p:spPr>
          <a:xfrm>
            <a:off x="7772735" y="4279688"/>
            <a:ext cx="37220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15108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954508" y="1228691"/>
            <a:ext cx="8144619" cy="980694"/>
          </a:xfrm>
        </p:spPr>
        <p:txBody>
          <a:bodyPr>
            <a:normAutofit/>
          </a:bodyPr>
          <a:lstStyle/>
          <a:p>
            <a:r>
              <a:rPr lang="en-MY" dirty="0">
                <a:latin typeface="Tw Cen MT" panose="020B0602020104020603" pitchFamily="34" charset="0"/>
              </a:rPr>
              <a:t>ELEMENTS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954508" y="2358950"/>
          <a:ext cx="8144618" cy="3941731"/>
        </p:xfrm>
        <a:graphic>
          <a:graphicData uri="http://schemas.openxmlformats.org/drawingml/2006/table">
            <a:tbl>
              <a:tblPr firstRow="1" bandRow="1">
                <a:tableStyleId>{5C22544A-7EE6-4342-B048-85BDC9FD1C3A}</a:tableStyleId>
              </a:tblPr>
              <a:tblGrid>
                <a:gridCol w="5397185">
                  <a:extLst>
                    <a:ext uri="{9D8B030D-6E8A-4147-A177-3AD203B41FA5}">
                      <a16:colId xmlns:a16="http://schemas.microsoft.com/office/drawing/2014/main" val="3297957586"/>
                    </a:ext>
                  </a:extLst>
                </a:gridCol>
                <a:gridCol w="2747433">
                  <a:extLst>
                    <a:ext uri="{9D8B030D-6E8A-4147-A177-3AD203B41FA5}">
                      <a16:colId xmlns:a16="http://schemas.microsoft.com/office/drawing/2014/main" val="830729237"/>
                    </a:ext>
                  </a:extLst>
                </a:gridCol>
              </a:tblGrid>
              <a:tr h="319406">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1709928">
                <a:tc>
                  <a:txBody>
                    <a:bodyPr/>
                    <a:lstStyle/>
                    <a:p>
                      <a:pPr algn="l"/>
                      <a:r>
                        <a:rPr lang="en-MY" sz="1500" b="1" dirty="0">
                          <a:solidFill>
                            <a:srgbClr val="0000FF"/>
                          </a:solidFill>
                          <a:latin typeface="Tw Cen MT" panose="020B0602020104020603" pitchFamily="34" charset="0"/>
                        </a:rPr>
                        <a:t>4. ASSOCIATION</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An association represents the relationship between two classes.</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Drawn by a solid line and labelled with either the name of the association or the roles that classes play in the association.</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In some class diagrams, </a:t>
                      </a:r>
                      <a:r>
                        <a:rPr lang="en-MY" sz="1300" kern="1200" dirty="0">
                          <a:solidFill>
                            <a:schemeClr val="dk1"/>
                          </a:solidFill>
                          <a:effectLst/>
                          <a:latin typeface="Tw Cen MT" panose="020B0602020104020603" pitchFamily="34" charset="0"/>
                          <a:ea typeface="+mn-ea"/>
                          <a:cs typeface="+mn-cs"/>
                        </a:rPr>
                        <a:t>a small solid triangle next to the association name will be included to show its relationship direction</a:t>
                      </a:r>
                      <a:r>
                        <a:rPr lang="en-MY" sz="1300" dirty="0">
                          <a:solidFill>
                            <a:schemeClr val="tx1"/>
                          </a:solidFill>
                          <a:latin typeface="Tw Cen MT" panose="020B0602020104020603" pitchFamily="34" charset="0"/>
                          <a:cs typeface="Times New Roman" panose="02020603050405020304" pitchFamily="18" charset="0"/>
                        </a:rPr>
                        <a:t>.</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300" dirty="0">
                          <a:solidFill>
                            <a:schemeClr val="tx1"/>
                          </a:solidFill>
                          <a:latin typeface="Tw Cen MT" panose="020B0602020104020603" pitchFamily="34" charset="0"/>
                          <a:cs typeface="Times New Roman" panose="02020603050405020304" pitchFamily="18" charset="0"/>
                        </a:rPr>
                        <a:t>Associations are very similar to the relationships that are found on the ERD.</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232923"/>
                  </a:ext>
                </a:extLst>
              </a:tr>
              <a:tr h="704088">
                <a:tc>
                  <a:txBody>
                    <a:bodyPr/>
                    <a:lstStyle/>
                    <a:p>
                      <a:pPr algn="l"/>
                      <a:r>
                        <a:rPr lang="en-MY" sz="1500" b="1" dirty="0">
                          <a:solidFill>
                            <a:srgbClr val="0000FF"/>
                          </a:solidFill>
                          <a:latin typeface="Tw Cen MT" panose="020B0602020104020603" pitchFamily="34" charset="0"/>
                        </a:rPr>
                        <a:t>4. ASSOCIATION MULTIPLICITY</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Association will also have </a:t>
                      </a:r>
                      <a:r>
                        <a:rPr lang="en-MY" sz="1300" b="1" dirty="0">
                          <a:solidFill>
                            <a:schemeClr val="tx1"/>
                          </a:solidFill>
                          <a:latin typeface="Tw Cen MT" panose="020B0602020104020603" pitchFamily="34" charset="0"/>
                          <a:cs typeface="Times New Roman" panose="02020603050405020304" pitchFamily="18" charset="0"/>
                        </a:rPr>
                        <a:t>multiplicity</a:t>
                      </a:r>
                      <a:r>
                        <a:rPr lang="en-MY" sz="1300" dirty="0">
                          <a:solidFill>
                            <a:schemeClr val="tx1"/>
                          </a:solidFill>
                          <a:latin typeface="Tw Cen MT" panose="020B0602020104020603" pitchFamily="34" charset="0"/>
                          <a:cs typeface="Times New Roman" panose="02020603050405020304" pitchFamily="18" charset="0"/>
                        </a:rPr>
                        <a:t>, which shows how a class can be associated with another classes.</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1524"/>
                  </a:ext>
                </a:extLst>
              </a:tr>
              <a:tr h="524938">
                <a:tc>
                  <a:txBody>
                    <a:bodyPr/>
                    <a:lstStyle/>
                    <a:p>
                      <a:pPr algn="just">
                        <a:spcBef>
                          <a:spcPts val="300"/>
                        </a:spcBef>
                      </a:pPr>
                      <a:r>
                        <a:rPr lang="en-MY" sz="1500" b="1" dirty="0" err="1">
                          <a:solidFill>
                            <a:srgbClr val="0000FF"/>
                          </a:solidFill>
                          <a:latin typeface="Tw Cen MT" panose="020B0602020104020603" pitchFamily="34" charset="0"/>
                          <a:cs typeface="Times New Roman" panose="02020603050405020304" pitchFamily="18" charset="0"/>
                        </a:rPr>
                        <a:t>i</a:t>
                      </a:r>
                      <a:r>
                        <a:rPr lang="en-MY" sz="1500" b="1" dirty="0">
                          <a:solidFill>
                            <a:srgbClr val="0000FF"/>
                          </a:solidFill>
                          <a:latin typeface="Tw Cen MT" panose="020B0602020104020603" pitchFamily="34" charset="0"/>
                          <a:cs typeface="Times New Roman" panose="02020603050405020304" pitchFamily="18" charset="0"/>
                        </a:rPr>
                        <a:t>) Exactly one</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Representation: 1</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MY" dirty="0">
                        <a:solidFill>
                          <a:schemeClr val="tx1"/>
                        </a:solidFill>
                        <a:latin typeface="Tw Cen MT" panose="020B06020201040206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r h="683371">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ii) Zero or more</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Representation: 0..*</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1289859"/>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60</a:t>
            </a:fld>
            <a:endParaRPr lang="en-MY">
              <a:latin typeface="Tw Cen MT" panose="020B0602020104020603" pitchFamily="34" charset="0"/>
            </a:endParaRPr>
          </a:p>
        </p:txBody>
      </p:sp>
      <p:pic>
        <p:nvPicPr>
          <p:cNvPr id="8" name="Picture 7">
            <a:extLst>
              <a:ext uri="{FF2B5EF4-FFF2-40B4-BE49-F238E27FC236}">
                <a16:creationId xmlns:a16="http://schemas.microsoft.com/office/drawing/2014/main" id="{2163549B-1176-40AA-8153-8F41A4B590D8}"/>
              </a:ext>
            </a:extLst>
          </p:cNvPr>
          <p:cNvPicPr>
            <a:picLocks noChangeAspect="1"/>
          </p:cNvPicPr>
          <p:nvPr/>
        </p:nvPicPr>
        <p:blipFill>
          <a:blip r:embed="rId3"/>
          <a:stretch>
            <a:fillRect/>
          </a:stretch>
        </p:blipFill>
        <p:spPr>
          <a:xfrm>
            <a:off x="6407575" y="3139969"/>
            <a:ext cx="2609480" cy="1009333"/>
          </a:xfrm>
          <a:prstGeom prst="rect">
            <a:avLst/>
          </a:prstGeom>
        </p:spPr>
      </p:pic>
      <p:sp>
        <p:nvSpPr>
          <p:cNvPr id="9" name="Rectangle 8">
            <a:extLst>
              <a:ext uri="{FF2B5EF4-FFF2-40B4-BE49-F238E27FC236}">
                <a16:creationId xmlns:a16="http://schemas.microsoft.com/office/drawing/2014/main" id="{965D3CF1-4788-4A06-8AF2-760EB466538D}"/>
              </a:ext>
            </a:extLst>
          </p:cNvPr>
          <p:cNvSpPr/>
          <p:nvPr/>
        </p:nvSpPr>
        <p:spPr>
          <a:xfrm>
            <a:off x="7487921" y="3571874"/>
            <a:ext cx="428413" cy="3143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6" name="Picture 5">
            <a:extLst>
              <a:ext uri="{FF2B5EF4-FFF2-40B4-BE49-F238E27FC236}">
                <a16:creationId xmlns:a16="http://schemas.microsoft.com/office/drawing/2014/main" id="{A837EAA5-24B3-49AC-951C-8F9EB86C1A66}"/>
              </a:ext>
            </a:extLst>
          </p:cNvPr>
          <p:cNvPicPr>
            <a:picLocks noChangeAspect="1"/>
          </p:cNvPicPr>
          <p:nvPr/>
        </p:nvPicPr>
        <p:blipFill>
          <a:blip r:embed="rId4"/>
          <a:stretch>
            <a:fillRect/>
          </a:stretch>
        </p:blipFill>
        <p:spPr>
          <a:xfrm>
            <a:off x="6478047" y="4581207"/>
            <a:ext cx="2397755" cy="657755"/>
          </a:xfrm>
          <a:prstGeom prst="rect">
            <a:avLst/>
          </a:prstGeom>
        </p:spPr>
      </p:pic>
      <p:pic>
        <p:nvPicPr>
          <p:cNvPr id="10" name="Picture 9">
            <a:extLst>
              <a:ext uri="{FF2B5EF4-FFF2-40B4-BE49-F238E27FC236}">
                <a16:creationId xmlns:a16="http://schemas.microsoft.com/office/drawing/2014/main" id="{73F5489A-A0B9-456A-85D5-AFE58CBBE007}"/>
              </a:ext>
            </a:extLst>
          </p:cNvPr>
          <p:cNvPicPr>
            <a:picLocks noChangeAspect="1"/>
          </p:cNvPicPr>
          <p:nvPr/>
        </p:nvPicPr>
        <p:blipFill>
          <a:blip r:embed="rId5"/>
          <a:stretch>
            <a:fillRect/>
          </a:stretch>
        </p:blipFill>
        <p:spPr>
          <a:xfrm>
            <a:off x="6478356" y="5670867"/>
            <a:ext cx="2397755" cy="557927"/>
          </a:xfrm>
          <a:prstGeom prst="rect">
            <a:avLst/>
          </a:prstGeom>
        </p:spPr>
      </p:pic>
      <p:sp>
        <p:nvSpPr>
          <p:cNvPr id="11" name="Rectangle 10">
            <a:extLst>
              <a:ext uri="{FF2B5EF4-FFF2-40B4-BE49-F238E27FC236}">
                <a16:creationId xmlns:a16="http://schemas.microsoft.com/office/drawing/2014/main" id="{A7A97130-9E88-4ABA-BA6F-C34C7D912F46}"/>
              </a:ext>
            </a:extLst>
          </p:cNvPr>
          <p:cNvSpPr/>
          <p:nvPr/>
        </p:nvSpPr>
        <p:spPr>
          <a:xfrm>
            <a:off x="7851140" y="4951267"/>
            <a:ext cx="130387" cy="1573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
        <p:nvSpPr>
          <p:cNvPr id="12" name="Rectangle 11">
            <a:extLst>
              <a:ext uri="{FF2B5EF4-FFF2-40B4-BE49-F238E27FC236}">
                <a16:creationId xmlns:a16="http://schemas.microsoft.com/office/drawing/2014/main" id="{2C4C1628-1E19-4788-86EC-DF8F144494F0}"/>
              </a:ext>
            </a:extLst>
          </p:cNvPr>
          <p:cNvSpPr/>
          <p:nvPr/>
        </p:nvSpPr>
        <p:spPr>
          <a:xfrm>
            <a:off x="7776632" y="5973113"/>
            <a:ext cx="195581" cy="178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Tree>
    <p:extLst>
      <p:ext uri="{BB962C8B-B14F-4D97-AF65-F5344CB8AC3E}">
        <p14:creationId xmlns:p14="http://schemas.microsoft.com/office/powerpoint/2010/main" val="73897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968586" y="1331138"/>
            <a:ext cx="8209276" cy="980694"/>
          </a:xfrm>
        </p:spPr>
        <p:txBody>
          <a:bodyPr>
            <a:normAutofit/>
          </a:bodyPr>
          <a:lstStyle/>
          <a:p>
            <a:r>
              <a:rPr lang="en-MY" dirty="0">
                <a:latin typeface="Tw Cen MT" panose="020B0602020104020603" pitchFamily="34" charset="0"/>
              </a:rPr>
              <a:t>ELEMENT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968586" y="2474736"/>
          <a:ext cx="8209276" cy="3315322"/>
        </p:xfrm>
        <a:graphic>
          <a:graphicData uri="http://schemas.openxmlformats.org/drawingml/2006/table">
            <a:tbl>
              <a:tblPr firstRow="1" bandRow="1">
                <a:tableStyleId>{5C22544A-7EE6-4342-B048-85BDC9FD1C3A}</a:tableStyleId>
              </a:tblPr>
              <a:tblGrid>
                <a:gridCol w="5438987">
                  <a:extLst>
                    <a:ext uri="{9D8B030D-6E8A-4147-A177-3AD203B41FA5}">
                      <a16:colId xmlns:a16="http://schemas.microsoft.com/office/drawing/2014/main" val="3297957586"/>
                    </a:ext>
                  </a:extLst>
                </a:gridCol>
                <a:gridCol w="2770289">
                  <a:extLst>
                    <a:ext uri="{9D8B030D-6E8A-4147-A177-3AD203B41FA5}">
                      <a16:colId xmlns:a16="http://schemas.microsoft.com/office/drawing/2014/main" val="830729237"/>
                    </a:ext>
                  </a:extLst>
                </a:gridCol>
              </a:tblGrid>
              <a:tr h="369740">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369740">
                <a:tc>
                  <a:txBody>
                    <a:bodyPr/>
                    <a:lstStyle/>
                    <a:p>
                      <a:pPr algn="l"/>
                      <a:r>
                        <a:rPr lang="en-MY" sz="1500" b="1" dirty="0">
                          <a:solidFill>
                            <a:srgbClr val="0000FF"/>
                          </a:solidFill>
                          <a:latin typeface="Tw Cen MT" panose="020B0602020104020603" pitchFamily="34" charset="0"/>
                        </a:rPr>
                        <a:t>4. ASSOCIATION MULTIPLICITIY (continued)</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232923"/>
                  </a:ext>
                </a:extLst>
              </a:tr>
              <a:tr h="616235">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iii) One or more</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Representation: 1..*</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56163"/>
                  </a:ext>
                </a:extLst>
              </a:tr>
              <a:tr h="681483">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iv) Zero or one</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Representation: 0..1</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721930"/>
                  </a:ext>
                </a:extLst>
              </a:tr>
              <a:tr h="596641">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v) Specified range</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Representation: 2..4</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631533"/>
                  </a:ext>
                </a:extLst>
              </a:tr>
              <a:tr h="681483">
                <a:tc>
                  <a:txBody>
                    <a:bodyPr/>
                    <a:lstStyle/>
                    <a:p>
                      <a:pPr algn="just">
                        <a:spcBef>
                          <a:spcPts val="300"/>
                        </a:spcBef>
                      </a:pPr>
                      <a:r>
                        <a:rPr lang="en-MY" sz="1500" b="1" dirty="0">
                          <a:solidFill>
                            <a:srgbClr val="0000FF"/>
                          </a:solidFill>
                          <a:latin typeface="Tw Cen MT" panose="020B0602020104020603" pitchFamily="34" charset="0"/>
                          <a:cs typeface="Times New Roman" panose="02020603050405020304" pitchFamily="18" charset="0"/>
                        </a:rPr>
                        <a:t>vi) Multiple, disjoint ranges</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Representation: 1..3,5</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578099"/>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61</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6CBB4DA1-680D-4EF1-8BEF-5A2C626D64D1}"/>
              </a:ext>
            </a:extLst>
          </p:cNvPr>
          <p:cNvPicPr>
            <a:picLocks noChangeAspect="1"/>
          </p:cNvPicPr>
          <p:nvPr/>
        </p:nvPicPr>
        <p:blipFill>
          <a:blip r:embed="rId3"/>
          <a:stretch>
            <a:fillRect/>
          </a:stretch>
        </p:blipFill>
        <p:spPr>
          <a:xfrm>
            <a:off x="6563015" y="3179955"/>
            <a:ext cx="2463970" cy="568113"/>
          </a:xfrm>
          <a:prstGeom prst="rect">
            <a:avLst/>
          </a:prstGeom>
        </p:spPr>
      </p:pic>
      <p:sp>
        <p:nvSpPr>
          <p:cNvPr id="7" name="Rectangle 6">
            <a:extLst>
              <a:ext uri="{FF2B5EF4-FFF2-40B4-BE49-F238E27FC236}">
                <a16:creationId xmlns:a16="http://schemas.microsoft.com/office/drawing/2014/main" id="{4FD31403-86FF-4C1C-ABAE-89B6668E07CC}"/>
              </a:ext>
            </a:extLst>
          </p:cNvPr>
          <p:cNvSpPr/>
          <p:nvPr/>
        </p:nvSpPr>
        <p:spPr>
          <a:xfrm>
            <a:off x="7907019" y="3491192"/>
            <a:ext cx="195581" cy="178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9" name="Picture 8">
            <a:extLst>
              <a:ext uri="{FF2B5EF4-FFF2-40B4-BE49-F238E27FC236}">
                <a16:creationId xmlns:a16="http://schemas.microsoft.com/office/drawing/2014/main" id="{3FF5CB15-C846-4C07-AAF2-5E9B5A02D0E8}"/>
              </a:ext>
            </a:extLst>
          </p:cNvPr>
          <p:cNvPicPr>
            <a:picLocks noChangeAspect="1"/>
          </p:cNvPicPr>
          <p:nvPr/>
        </p:nvPicPr>
        <p:blipFill>
          <a:blip r:embed="rId4"/>
          <a:stretch>
            <a:fillRect/>
          </a:stretch>
        </p:blipFill>
        <p:spPr>
          <a:xfrm>
            <a:off x="6563016" y="5180464"/>
            <a:ext cx="2463969" cy="556820"/>
          </a:xfrm>
          <a:prstGeom prst="rect">
            <a:avLst/>
          </a:prstGeom>
        </p:spPr>
      </p:pic>
      <p:pic>
        <p:nvPicPr>
          <p:cNvPr id="11" name="Picture 10">
            <a:extLst>
              <a:ext uri="{FF2B5EF4-FFF2-40B4-BE49-F238E27FC236}">
                <a16:creationId xmlns:a16="http://schemas.microsoft.com/office/drawing/2014/main" id="{6B036BB5-666D-446C-B8A5-B37BA956B820}"/>
              </a:ext>
            </a:extLst>
          </p:cNvPr>
          <p:cNvPicPr>
            <a:picLocks noChangeAspect="1"/>
          </p:cNvPicPr>
          <p:nvPr/>
        </p:nvPicPr>
        <p:blipFill>
          <a:blip r:embed="rId5"/>
          <a:stretch>
            <a:fillRect/>
          </a:stretch>
        </p:blipFill>
        <p:spPr>
          <a:xfrm>
            <a:off x="6563016" y="4550358"/>
            <a:ext cx="2463969" cy="531699"/>
          </a:xfrm>
          <a:prstGeom prst="rect">
            <a:avLst/>
          </a:prstGeom>
        </p:spPr>
      </p:pic>
      <p:sp>
        <p:nvSpPr>
          <p:cNvPr id="12" name="Rectangle 11">
            <a:extLst>
              <a:ext uri="{FF2B5EF4-FFF2-40B4-BE49-F238E27FC236}">
                <a16:creationId xmlns:a16="http://schemas.microsoft.com/office/drawing/2014/main" id="{A3278FB8-9B7F-4CF0-B098-5B737969EE6F}"/>
              </a:ext>
            </a:extLst>
          </p:cNvPr>
          <p:cNvSpPr/>
          <p:nvPr/>
        </p:nvSpPr>
        <p:spPr>
          <a:xfrm>
            <a:off x="7907019" y="4849652"/>
            <a:ext cx="195581" cy="178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
        <p:nvSpPr>
          <p:cNvPr id="13" name="Rectangle 12">
            <a:extLst>
              <a:ext uri="{FF2B5EF4-FFF2-40B4-BE49-F238E27FC236}">
                <a16:creationId xmlns:a16="http://schemas.microsoft.com/office/drawing/2014/main" id="{DDF97B1C-5A1D-46E8-AD42-F5E3D04F3B53}"/>
              </a:ext>
            </a:extLst>
          </p:cNvPr>
          <p:cNvSpPr/>
          <p:nvPr/>
        </p:nvSpPr>
        <p:spPr>
          <a:xfrm>
            <a:off x="7832514" y="5493508"/>
            <a:ext cx="251459" cy="178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8" name="Picture 7">
            <a:extLst>
              <a:ext uri="{FF2B5EF4-FFF2-40B4-BE49-F238E27FC236}">
                <a16:creationId xmlns:a16="http://schemas.microsoft.com/office/drawing/2014/main" id="{DC35D2CC-8A96-426E-BA93-7BFAE22E2FA0}"/>
              </a:ext>
            </a:extLst>
          </p:cNvPr>
          <p:cNvPicPr>
            <a:picLocks noChangeAspect="1"/>
          </p:cNvPicPr>
          <p:nvPr/>
        </p:nvPicPr>
        <p:blipFill>
          <a:blip r:embed="rId6"/>
          <a:stretch>
            <a:fillRect/>
          </a:stretch>
        </p:blipFill>
        <p:spPr>
          <a:xfrm>
            <a:off x="6563015" y="3889172"/>
            <a:ext cx="2463970" cy="531699"/>
          </a:xfrm>
          <a:prstGeom prst="rect">
            <a:avLst/>
          </a:prstGeom>
        </p:spPr>
      </p:pic>
      <p:sp>
        <p:nvSpPr>
          <p:cNvPr id="14" name="Rectangle 13">
            <a:extLst>
              <a:ext uri="{FF2B5EF4-FFF2-40B4-BE49-F238E27FC236}">
                <a16:creationId xmlns:a16="http://schemas.microsoft.com/office/drawing/2014/main" id="{881FA820-59D1-43BF-BBA6-2E8E1C8FE7C8}"/>
              </a:ext>
            </a:extLst>
          </p:cNvPr>
          <p:cNvSpPr/>
          <p:nvPr/>
        </p:nvSpPr>
        <p:spPr>
          <a:xfrm>
            <a:off x="7948930" y="4174819"/>
            <a:ext cx="195581" cy="178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Tree>
    <p:extLst>
      <p:ext uri="{BB962C8B-B14F-4D97-AF65-F5344CB8AC3E}">
        <p14:creationId xmlns:p14="http://schemas.microsoft.com/office/powerpoint/2010/main" val="9159446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448114" y="1256631"/>
            <a:ext cx="7162172" cy="980694"/>
          </a:xfrm>
        </p:spPr>
        <p:txBody>
          <a:bodyPr>
            <a:normAutofit fontScale="90000"/>
          </a:bodyPr>
          <a:lstStyle/>
          <a:p>
            <a:r>
              <a:rPr lang="en-MY" dirty="0">
                <a:latin typeface="Tw Cen MT" panose="020B0602020104020603" pitchFamily="34" charset="0"/>
              </a:rPr>
              <a:t>ELEMENT OF CLASS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extLst>
              <p:ext uri="{D42A27DB-BD31-4B8C-83A1-F6EECF244321}">
                <p14:modId xmlns:p14="http://schemas.microsoft.com/office/powerpoint/2010/main" val="3883530860"/>
              </p:ext>
            </p:extLst>
          </p:nvPr>
        </p:nvGraphicFramePr>
        <p:xfrm>
          <a:off x="838200" y="2391825"/>
          <a:ext cx="8381999" cy="412623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3297957586"/>
                    </a:ext>
                  </a:extLst>
                </a:gridCol>
                <a:gridCol w="1981199">
                  <a:extLst>
                    <a:ext uri="{9D8B030D-6E8A-4147-A177-3AD203B41FA5}">
                      <a16:colId xmlns:a16="http://schemas.microsoft.com/office/drawing/2014/main" val="830729237"/>
                    </a:ext>
                  </a:extLst>
                </a:gridCol>
              </a:tblGrid>
              <a:tr h="301752">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905256">
                <a:tc>
                  <a:txBody>
                    <a:bodyPr/>
                    <a:lstStyle/>
                    <a:p>
                      <a:pPr algn="l"/>
                      <a:r>
                        <a:rPr lang="en-MY" sz="1500" b="1" dirty="0">
                          <a:solidFill>
                            <a:srgbClr val="0000FF"/>
                          </a:solidFill>
                          <a:latin typeface="Tw Cen MT" panose="020B0602020104020603" pitchFamily="34" charset="0"/>
                        </a:rPr>
                        <a:t>4. TYPES OF ASSOCIATION</a:t>
                      </a:r>
                    </a:p>
                    <a:p>
                      <a:pPr marL="360000" lvl="1" indent="-288000" algn="just">
                        <a:spcBef>
                          <a:spcPts val="0"/>
                        </a:spcBef>
                        <a:buFont typeface="Courier New" panose="02070309020205020404" pitchFamily="49" charset="0"/>
                        <a:buChar char="o"/>
                      </a:pPr>
                      <a:r>
                        <a:rPr lang="en-MY" sz="1300" kern="1200" dirty="0">
                          <a:solidFill>
                            <a:schemeClr val="dk1"/>
                          </a:solidFill>
                          <a:effectLst/>
                          <a:latin typeface="Tw Cen MT" panose="020B0602020104020603" pitchFamily="34" charset="0"/>
                          <a:ea typeface="+mn-ea"/>
                          <a:cs typeface="+mn-cs"/>
                        </a:rPr>
                        <a:t>Most of the times, classes are related through a normal association, but there are several </a:t>
                      </a:r>
                      <a:r>
                        <a:rPr lang="en-MY" sz="1300" kern="1200" dirty="0">
                          <a:solidFill>
                            <a:schemeClr val="tx1"/>
                          </a:solidFill>
                          <a:effectLst/>
                          <a:latin typeface="Tw Cen MT" panose="020B0602020104020603" pitchFamily="34" charset="0"/>
                          <a:ea typeface="+mn-ea"/>
                          <a:cs typeface="+mn-cs"/>
                        </a:rPr>
                        <a:t>association cases that you will see quite often: generalization, aggregation</a:t>
                      </a:r>
                      <a:r>
                        <a:rPr lang="en-MY" sz="1300" kern="1200" dirty="0">
                          <a:solidFill>
                            <a:schemeClr val="tx1"/>
                          </a:solidFill>
                          <a:effectLst/>
                          <a:latin typeface="Tw Cen MT" panose="020B0602020104020603" pitchFamily="34" charset="0"/>
                          <a:ea typeface="+mn-ea"/>
                          <a:cs typeface="Times New Roman" panose="02020603050405020304" pitchFamily="18" charset="0"/>
                        </a:rPr>
                        <a:t>, and composition.</a:t>
                      </a:r>
                      <a:endParaRPr lang="en-MY" sz="1300" dirty="0">
                        <a:solidFill>
                          <a:schemeClr val="tx1"/>
                        </a:solidFill>
                        <a:latin typeface="Tw Cen MT" panose="020B0602020104020603" pitchFamily="34" charset="0"/>
                        <a:cs typeface="Times New Roman" panose="02020603050405020304" pitchFamily="18"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232923"/>
                  </a:ext>
                </a:extLst>
              </a:tr>
              <a:tr h="1106424">
                <a:tc>
                  <a:txBody>
                    <a:bodyPr/>
                    <a:lstStyle/>
                    <a:p>
                      <a:pPr algn="l"/>
                      <a:r>
                        <a:rPr lang="en-MY" sz="1500" b="1" dirty="0">
                          <a:solidFill>
                            <a:srgbClr val="0000FF"/>
                          </a:solidFill>
                          <a:latin typeface="Tw Cen MT" panose="020B0602020104020603" pitchFamily="34" charset="0"/>
                        </a:rPr>
                        <a:t>a. Generalization</a:t>
                      </a:r>
                    </a:p>
                    <a:p>
                      <a:pPr marL="360000" lvl="1" indent="-288000" algn="just">
                        <a:spcBef>
                          <a:spcPts val="0"/>
                        </a:spcBef>
                        <a:buFont typeface="Courier New" panose="02070309020205020404" pitchFamily="49" charset="0"/>
                        <a:buChar char="o"/>
                      </a:pPr>
                      <a:r>
                        <a:rPr lang="en-MY" sz="1300" kern="1200" dirty="0">
                          <a:solidFill>
                            <a:schemeClr val="tx1"/>
                          </a:solidFill>
                          <a:effectLst/>
                          <a:latin typeface="Tw Cen MT" panose="020B0602020104020603" pitchFamily="34" charset="0"/>
                          <a:ea typeface="+mn-ea"/>
                          <a:cs typeface="+mn-cs"/>
                        </a:rPr>
                        <a:t>It is a type of relationship that represents a class </a:t>
                      </a:r>
                      <a:r>
                        <a:rPr lang="en-MY" sz="1300" b="1" kern="1200" dirty="0">
                          <a:solidFill>
                            <a:schemeClr val="tx1"/>
                          </a:solidFill>
                          <a:effectLst/>
                          <a:latin typeface="Tw Cen MT" panose="020B0602020104020603" pitchFamily="34" charset="0"/>
                          <a:ea typeface="+mn-ea"/>
                          <a:cs typeface="+mn-cs"/>
                        </a:rPr>
                        <a:t>inherits</a:t>
                      </a:r>
                      <a:r>
                        <a:rPr lang="en-MY" sz="1300" kern="1200" dirty="0">
                          <a:solidFill>
                            <a:schemeClr val="tx1"/>
                          </a:solidFill>
                          <a:effectLst/>
                          <a:latin typeface="Tw Cen MT" panose="020B0602020104020603" pitchFamily="34" charset="0"/>
                          <a:ea typeface="+mn-ea"/>
                          <a:cs typeface="+mn-cs"/>
                        </a:rPr>
                        <a:t> another class</a:t>
                      </a:r>
                      <a:r>
                        <a:rPr lang="en-MY" sz="1300" dirty="0">
                          <a:solidFill>
                            <a:schemeClr val="tx1"/>
                          </a:solidFill>
                          <a:latin typeface="Tw Cen MT" panose="020B0602020104020603" pitchFamily="34" charset="0"/>
                          <a:cs typeface="Times New Roman" panose="02020603050405020304" pitchFamily="18" charset="0"/>
                        </a:rPr>
                        <a:t>. </a:t>
                      </a:r>
                    </a:p>
                    <a:p>
                      <a:pPr marL="360000" lvl="1" indent="-288000" algn="just">
                        <a:spcBef>
                          <a:spcPts val="0"/>
                        </a:spcBef>
                        <a:buFont typeface="Courier New" panose="02070309020205020404" pitchFamily="49" charset="0"/>
                        <a:buChar char="o"/>
                      </a:pPr>
                      <a:r>
                        <a:rPr lang="en-MY" sz="1300" kern="1200" dirty="0">
                          <a:solidFill>
                            <a:schemeClr val="tx1"/>
                          </a:solidFill>
                          <a:effectLst/>
                          <a:latin typeface="Tw Cen MT" panose="020B0602020104020603" pitchFamily="34" charset="0"/>
                          <a:ea typeface="+mn-ea"/>
                          <a:cs typeface="+mn-cs"/>
                        </a:rPr>
                        <a:t>It </a:t>
                      </a:r>
                      <a:r>
                        <a:rPr lang="en-MY" sz="1300" dirty="0">
                          <a:solidFill>
                            <a:schemeClr val="tx1"/>
                          </a:solidFill>
                          <a:latin typeface="Tw Cen MT" panose="020B0602020104020603" pitchFamily="34" charset="0"/>
                          <a:cs typeface="Times New Roman" panose="02020603050405020304" pitchFamily="18" charset="0"/>
                        </a:rPr>
                        <a:t>is used when a class </a:t>
                      </a:r>
                      <a:r>
                        <a:rPr lang="en-MY" sz="1300" b="1" dirty="0">
                          <a:solidFill>
                            <a:schemeClr val="tx1"/>
                          </a:solidFill>
                          <a:latin typeface="Tw Cen MT" panose="020B0602020104020603" pitchFamily="34" charset="0"/>
                          <a:cs typeface="Times New Roman" panose="02020603050405020304" pitchFamily="18" charset="0"/>
                        </a:rPr>
                        <a:t>is kind of </a:t>
                      </a:r>
                      <a:r>
                        <a:rPr lang="en-MY" sz="1300" dirty="0">
                          <a:solidFill>
                            <a:schemeClr val="tx1"/>
                          </a:solidFill>
                          <a:latin typeface="Tw Cen MT" panose="020B0602020104020603" pitchFamily="34" charset="0"/>
                          <a:cs typeface="Times New Roman" panose="02020603050405020304" pitchFamily="18" charset="0"/>
                        </a:rPr>
                        <a:t>other class.</a:t>
                      </a:r>
                    </a:p>
                    <a:p>
                      <a:pPr marL="360000" lvl="1" indent="-288000" algn="just">
                        <a:spcBef>
                          <a:spcPts val="0"/>
                        </a:spcBef>
                        <a:buFont typeface="Courier New" panose="02070309020205020404" pitchFamily="49" charset="0"/>
                        <a:buChar char="o"/>
                      </a:pPr>
                      <a:r>
                        <a:rPr lang="en-MY" sz="1300" kern="1200" dirty="0">
                          <a:solidFill>
                            <a:schemeClr val="tx1"/>
                          </a:solidFill>
                          <a:effectLst/>
                          <a:latin typeface="Tw Cen MT" panose="020B0602020104020603" pitchFamily="34" charset="0"/>
                          <a:ea typeface="+mn-ea"/>
                          <a:cs typeface="Times New Roman" panose="02020603050405020304" pitchFamily="18" charset="0"/>
                        </a:rPr>
                        <a:t>It is </a:t>
                      </a:r>
                      <a:r>
                        <a:rPr lang="en-MY" sz="1300" kern="1200" dirty="0">
                          <a:solidFill>
                            <a:schemeClr val="tx1"/>
                          </a:solidFill>
                          <a:effectLst/>
                          <a:latin typeface="Tw Cen MT" panose="020B0602020104020603" pitchFamily="34" charset="0"/>
                          <a:ea typeface="+mn-ea"/>
                          <a:cs typeface="+mn-cs"/>
                        </a:rPr>
                        <a:t>shown as a solid line from child class to parent class with a hollow arrow pointing to the parent class.</a:t>
                      </a:r>
                      <a:endParaRPr lang="en-MY" sz="1300" dirty="0">
                        <a:solidFill>
                          <a:schemeClr val="tx1"/>
                        </a:solidFill>
                        <a:latin typeface="Tw Cen MT" panose="020B0602020104020603" pitchFamily="34" charset="0"/>
                        <a:cs typeface="Times New Roman" panose="02020603050405020304" pitchFamily="18"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065971"/>
                  </a:ext>
                </a:extLst>
              </a:tr>
              <a:tr h="905256">
                <a:tc>
                  <a:txBody>
                    <a:bodyPr/>
                    <a:lstStyle/>
                    <a:p>
                      <a:pPr algn="l"/>
                      <a:r>
                        <a:rPr lang="en-MY" sz="1500" b="1" dirty="0">
                          <a:solidFill>
                            <a:srgbClr val="0000FF"/>
                          </a:solidFill>
                          <a:latin typeface="Tw Cen MT" panose="020B0602020104020603" pitchFamily="34" charset="0"/>
                        </a:rPr>
                        <a:t>b. Aggregation</a:t>
                      </a:r>
                    </a:p>
                    <a:p>
                      <a:pPr marL="360000" lvl="1" indent="-288000" algn="just">
                        <a:spcBef>
                          <a:spcPts val="0"/>
                        </a:spcBef>
                        <a:buFont typeface="Courier New" panose="02070309020205020404" pitchFamily="49" charset="0"/>
                        <a:buChar char="o"/>
                      </a:pPr>
                      <a:r>
                        <a:rPr lang="en-MY" sz="1300" kern="1200" dirty="0">
                          <a:solidFill>
                            <a:schemeClr val="dk1"/>
                          </a:solidFill>
                          <a:effectLst/>
                          <a:latin typeface="Tw Cen MT" panose="020B0602020104020603" pitchFamily="34" charset="0"/>
                          <a:ea typeface="+mn-ea"/>
                          <a:cs typeface="+mn-cs"/>
                        </a:rPr>
                        <a:t>It is a </a:t>
                      </a:r>
                      <a:r>
                        <a:rPr lang="en-MY" sz="1300" kern="1200" dirty="0">
                          <a:solidFill>
                            <a:schemeClr val="tx1"/>
                          </a:solidFill>
                          <a:effectLst/>
                          <a:latin typeface="Tw Cen MT" panose="020B0602020104020603" pitchFamily="34" charset="0"/>
                          <a:ea typeface="+mn-ea"/>
                          <a:cs typeface="+mn-cs"/>
                        </a:rPr>
                        <a:t>type of relationship that represents a class comprises of other class.</a:t>
                      </a:r>
                    </a:p>
                    <a:p>
                      <a:pPr marL="360000" lvl="1" indent="-288000" algn="just">
                        <a:spcBef>
                          <a:spcPts val="0"/>
                        </a:spcBef>
                        <a:buFont typeface="Courier New" panose="02070309020205020404" pitchFamily="49" charset="0"/>
                        <a:buChar char="o"/>
                      </a:pPr>
                      <a:r>
                        <a:rPr lang="en-MY" sz="1300" kern="1200" dirty="0">
                          <a:solidFill>
                            <a:schemeClr val="tx1"/>
                          </a:solidFill>
                          <a:effectLst/>
                          <a:latin typeface="Tw Cen MT" panose="020B0602020104020603" pitchFamily="34" charset="0"/>
                          <a:ea typeface="+mn-ea"/>
                          <a:cs typeface="+mn-cs"/>
                        </a:rPr>
                        <a:t>It </a:t>
                      </a:r>
                      <a:r>
                        <a:rPr lang="en-MY" sz="1300" dirty="0">
                          <a:solidFill>
                            <a:schemeClr val="tx1"/>
                          </a:solidFill>
                          <a:latin typeface="Tw Cen MT" panose="020B0602020104020603" pitchFamily="34" charset="0"/>
                          <a:cs typeface="Times New Roman" panose="02020603050405020304" pitchFamily="18" charset="0"/>
                        </a:rPr>
                        <a:t>is used when a class </a:t>
                      </a:r>
                      <a:r>
                        <a:rPr lang="en-MY" sz="1300" b="1" dirty="0">
                          <a:solidFill>
                            <a:schemeClr val="tx1"/>
                          </a:solidFill>
                          <a:latin typeface="Tw Cen MT" panose="020B0602020104020603" pitchFamily="34" charset="0"/>
                          <a:cs typeface="Times New Roman" panose="02020603050405020304" pitchFamily="18" charset="0"/>
                        </a:rPr>
                        <a:t>is part of </a:t>
                      </a:r>
                      <a:r>
                        <a:rPr lang="en-MY" sz="1300" dirty="0">
                          <a:solidFill>
                            <a:schemeClr val="tx1"/>
                          </a:solidFill>
                          <a:latin typeface="Tw Cen MT" panose="020B0602020104020603" pitchFamily="34" charset="0"/>
                          <a:cs typeface="Times New Roman" panose="02020603050405020304" pitchFamily="18" charset="0"/>
                        </a:rPr>
                        <a:t>other class. </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A </a:t>
                      </a:r>
                      <a:r>
                        <a:rPr lang="en-MY" sz="1300" kern="1200" dirty="0">
                          <a:solidFill>
                            <a:schemeClr val="tx1"/>
                          </a:solidFill>
                          <a:effectLst/>
                          <a:latin typeface="Tw Cen MT" panose="020B0602020104020603" pitchFamily="34" charset="0"/>
                          <a:ea typeface="+mn-ea"/>
                          <a:cs typeface="+mn-cs"/>
                        </a:rPr>
                        <a:t>solid line from child to parent s</a:t>
                      </a:r>
                      <a:r>
                        <a:rPr lang="en-MY" sz="1300" dirty="0">
                          <a:solidFill>
                            <a:schemeClr val="tx1"/>
                          </a:solidFill>
                          <a:latin typeface="Tw Cen MT" panose="020B0602020104020603" pitchFamily="34" charset="0"/>
                          <a:cs typeface="Times New Roman" panose="02020603050405020304" pitchFamily="18" charset="0"/>
                        </a:rPr>
                        <a:t>ymbolized by a clear white diamond.</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8673392"/>
                  </a:ext>
                </a:extLst>
              </a:tr>
              <a:tr h="905256">
                <a:tc>
                  <a:txBody>
                    <a:bodyPr/>
                    <a:lstStyle/>
                    <a:p>
                      <a:pPr algn="l"/>
                      <a:r>
                        <a:rPr lang="en-MY" sz="1500" b="1" dirty="0">
                          <a:solidFill>
                            <a:srgbClr val="0000FF"/>
                          </a:solidFill>
                          <a:latin typeface="Tw Cen MT" panose="020B0602020104020603" pitchFamily="34" charset="0"/>
                        </a:rPr>
                        <a:t>c. Composition</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It is strong version of aggregation.</a:t>
                      </a:r>
                    </a:p>
                    <a:p>
                      <a:pPr marL="360000" lvl="1" indent="-288000" algn="just">
                        <a:spcBef>
                          <a:spcPts val="0"/>
                        </a:spcBef>
                        <a:buFont typeface="Courier New" panose="02070309020205020404" pitchFamily="49" charset="0"/>
                        <a:buChar char="o"/>
                      </a:pPr>
                      <a:r>
                        <a:rPr lang="en-MY" sz="1300" kern="1200" dirty="0">
                          <a:solidFill>
                            <a:schemeClr val="tx1"/>
                          </a:solidFill>
                          <a:effectLst/>
                          <a:latin typeface="Tw Cen MT" panose="020B0602020104020603" pitchFamily="34" charset="0"/>
                          <a:ea typeface="+mn-ea"/>
                          <a:cs typeface="+mn-cs"/>
                        </a:rPr>
                        <a:t>It </a:t>
                      </a:r>
                      <a:r>
                        <a:rPr lang="en-MY" sz="1300" dirty="0">
                          <a:solidFill>
                            <a:schemeClr val="tx1"/>
                          </a:solidFill>
                          <a:latin typeface="Tw Cen MT" panose="020B0602020104020603" pitchFamily="34" charset="0"/>
                          <a:cs typeface="Times New Roman" panose="02020603050405020304" pitchFamily="18" charset="0"/>
                        </a:rPr>
                        <a:t>is used when a class </a:t>
                      </a:r>
                      <a:r>
                        <a:rPr lang="en-MY" sz="1300" b="1" dirty="0">
                          <a:solidFill>
                            <a:schemeClr val="tx1"/>
                          </a:solidFill>
                          <a:latin typeface="Tw Cen MT" panose="020B0602020104020603" pitchFamily="34" charset="0"/>
                          <a:cs typeface="Times New Roman" panose="02020603050405020304" pitchFamily="18" charset="0"/>
                        </a:rPr>
                        <a:t>is made of </a:t>
                      </a:r>
                      <a:r>
                        <a:rPr lang="en-MY" sz="1300" dirty="0">
                          <a:solidFill>
                            <a:schemeClr val="tx1"/>
                          </a:solidFill>
                          <a:latin typeface="Tw Cen MT" panose="020B0602020104020603" pitchFamily="34" charset="0"/>
                          <a:cs typeface="Times New Roman" panose="02020603050405020304" pitchFamily="18" charset="0"/>
                        </a:rPr>
                        <a:t>other class. </a:t>
                      </a:r>
                    </a:p>
                    <a:p>
                      <a:pPr marL="360000" lvl="1" indent="-288000" algn="just">
                        <a:spcBef>
                          <a:spcPts val="0"/>
                        </a:spcBef>
                        <a:buFont typeface="Courier New" panose="02070309020205020404" pitchFamily="49" charset="0"/>
                        <a:buChar char="o"/>
                      </a:pPr>
                      <a:r>
                        <a:rPr lang="en-MY" sz="1300" dirty="0">
                          <a:solidFill>
                            <a:schemeClr val="tx1"/>
                          </a:solidFill>
                          <a:latin typeface="Tw Cen MT" panose="020B0602020104020603" pitchFamily="34" charset="0"/>
                          <a:cs typeface="Times New Roman" panose="02020603050405020304" pitchFamily="18" charset="0"/>
                        </a:rPr>
                        <a:t>A </a:t>
                      </a:r>
                      <a:r>
                        <a:rPr lang="en-MY" sz="1300" kern="1200" dirty="0">
                          <a:solidFill>
                            <a:schemeClr val="tx1"/>
                          </a:solidFill>
                          <a:effectLst/>
                          <a:latin typeface="Tw Cen MT" panose="020B0602020104020603" pitchFamily="34" charset="0"/>
                          <a:ea typeface="+mn-ea"/>
                          <a:cs typeface="+mn-cs"/>
                        </a:rPr>
                        <a:t>solid line from child to parent s</a:t>
                      </a:r>
                      <a:r>
                        <a:rPr lang="en-MY" sz="1300" dirty="0">
                          <a:solidFill>
                            <a:schemeClr val="tx1"/>
                          </a:solidFill>
                          <a:latin typeface="Tw Cen MT" panose="020B0602020104020603" pitchFamily="34" charset="0"/>
                          <a:cs typeface="Times New Roman" panose="02020603050405020304" pitchFamily="18" charset="0"/>
                        </a:rPr>
                        <a:t>ymbolized by a black diamond.</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1449301"/>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62</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631093D0-BDB8-4581-9E6C-28F8249D15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7429" y="4765292"/>
            <a:ext cx="796608" cy="791634"/>
          </a:xfrm>
          <a:prstGeom prst="rect">
            <a:avLst/>
          </a:prstGeom>
        </p:spPr>
      </p:pic>
      <p:pic>
        <p:nvPicPr>
          <p:cNvPr id="8" name="Picture 7">
            <a:extLst>
              <a:ext uri="{FF2B5EF4-FFF2-40B4-BE49-F238E27FC236}">
                <a16:creationId xmlns:a16="http://schemas.microsoft.com/office/drawing/2014/main" id="{2905B6DD-D0E1-48A9-B096-51C6FAD441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7429" y="5711426"/>
            <a:ext cx="796607" cy="743826"/>
          </a:xfrm>
          <a:prstGeom prst="rect">
            <a:avLst/>
          </a:prstGeom>
        </p:spPr>
      </p:pic>
      <p:pic>
        <p:nvPicPr>
          <p:cNvPr id="10" name="Picture 9">
            <a:extLst>
              <a:ext uri="{FF2B5EF4-FFF2-40B4-BE49-F238E27FC236}">
                <a16:creationId xmlns:a16="http://schemas.microsoft.com/office/drawing/2014/main" id="{618AB0B6-E273-49B7-9716-C2237C1AE186}"/>
              </a:ext>
            </a:extLst>
          </p:cNvPr>
          <p:cNvPicPr>
            <a:picLocks noChangeAspect="1"/>
          </p:cNvPicPr>
          <p:nvPr/>
        </p:nvPicPr>
        <p:blipFill>
          <a:blip r:embed="rId5"/>
          <a:stretch>
            <a:fillRect/>
          </a:stretch>
        </p:blipFill>
        <p:spPr>
          <a:xfrm>
            <a:off x="7348220" y="2895600"/>
            <a:ext cx="1826219" cy="1725817"/>
          </a:xfrm>
          <a:prstGeom prst="rect">
            <a:avLst/>
          </a:prstGeom>
        </p:spPr>
      </p:pic>
    </p:spTree>
    <p:extLst>
      <p:ext uri="{BB962C8B-B14F-4D97-AF65-F5344CB8AC3E}">
        <p14:creationId xmlns:p14="http://schemas.microsoft.com/office/powerpoint/2010/main" val="2819108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381000"/>
            <a:ext cx="6798295" cy="763559"/>
          </a:xfrm>
        </p:spPr>
        <p:txBody>
          <a:bodyPr>
            <a:normAutofit fontScale="90000"/>
          </a:bodyPr>
          <a:lstStyle/>
          <a:p>
            <a:r>
              <a:rPr lang="en-MY" dirty="0">
                <a:latin typeface="Tw Cen MT" panose="020B0602020104020603" pitchFamily="34" charset="0"/>
              </a:rPr>
              <a:t>EXAMPLE OF CLASS DIAGRAM</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63</a:t>
            </a:fld>
            <a:endParaRPr lang="en-MY">
              <a:latin typeface="Tw Cen MT" panose="020B0602020104020603" pitchFamily="34" charset="0"/>
            </a:endParaRPr>
          </a:p>
        </p:txBody>
      </p:sp>
      <p:pic>
        <p:nvPicPr>
          <p:cNvPr id="5" name="Picture 4">
            <a:extLst>
              <a:ext uri="{FF2B5EF4-FFF2-40B4-BE49-F238E27FC236}">
                <a16:creationId xmlns:a16="http://schemas.microsoft.com/office/drawing/2014/main" id="{4511368F-06CC-4AA2-9413-9DDF5089D728}"/>
              </a:ext>
            </a:extLst>
          </p:cNvPr>
          <p:cNvPicPr>
            <a:picLocks noChangeAspect="1"/>
          </p:cNvPicPr>
          <p:nvPr/>
        </p:nvPicPr>
        <p:blipFill>
          <a:blip r:embed="rId3"/>
          <a:stretch>
            <a:fillRect/>
          </a:stretch>
        </p:blipFill>
        <p:spPr>
          <a:xfrm>
            <a:off x="457200" y="1518425"/>
            <a:ext cx="9143999" cy="5872975"/>
          </a:xfrm>
          <a:prstGeom prst="rect">
            <a:avLst/>
          </a:prstGeom>
        </p:spPr>
      </p:pic>
    </p:spTree>
    <p:extLst>
      <p:ext uri="{BB962C8B-B14F-4D97-AF65-F5344CB8AC3E}">
        <p14:creationId xmlns:p14="http://schemas.microsoft.com/office/powerpoint/2010/main" val="4522347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252988"/>
            <a:ext cx="6798295" cy="763559"/>
          </a:xfrm>
        </p:spPr>
        <p:txBody>
          <a:bodyPr>
            <a:normAutofit fontScale="90000"/>
          </a:bodyPr>
          <a:lstStyle/>
          <a:p>
            <a:r>
              <a:rPr lang="en-MY" dirty="0">
                <a:latin typeface="Tw Cen MT" panose="020B0602020104020603" pitchFamily="34" charset="0"/>
              </a:rPr>
              <a:t>EXAMPLE OF CLASS DIAGRAM</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64</a:t>
            </a:fld>
            <a:endParaRPr lang="en-MY">
              <a:latin typeface="Tw Cen MT" panose="020B0602020104020603" pitchFamily="34" charset="0"/>
            </a:endParaRPr>
          </a:p>
        </p:txBody>
      </p:sp>
      <p:pic>
        <p:nvPicPr>
          <p:cNvPr id="1026" name="Picture 2" descr="UML Diagrams Vending Machine | Programs and Notes for MCA">
            <a:extLst>
              <a:ext uri="{FF2B5EF4-FFF2-40B4-BE49-F238E27FC236}">
                <a16:creationId xmlns:a16="http://schemas.microsoft.com/office/drawing/2014/main" id="{4B080138-295F-46D3-89D6-3EF789DC4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43460"/>
            <a:ext cx="9144000" cy="6671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1899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609600"/>
            <a:ext cx="6798295" cy="980694"/>
          </a:xfrm>
        </p:spPr>
        <p:txBody>
          <a:bodyPr>
            <a:normAutofit fontScale="90000"/>
          </a:bodyPr>
          <a:lstStyle/>
          <a:p>
            <a:r>
              <a:rPr lang="en-MY" dirty="0">
                <a:latin typeface="Tw Cen MT" panose="020B0602020104020603" pitchFamily="34" charset="0"/>
              </a:rPr>
              <a:t>CREATING A CLASS DIAGRAM</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1752600"/>
            <a:ext cx="6798295" cy="3408026"/>
          </a:xfrm>
        </p:spPr>
        <p:txBody>
          <a:bodyPr>
            <a:noAutofit/>
          </a:bodyPr>
          <a:lstStyle/>
          <a:p>
            <a:pPr algn="just">
              <a:spcBef>
                <a:spcPts val="248"/>
              </a:spcBef>
            </a:pPr>
            <a:r>
              <a:rPr lang="en-MY" sz="2800" b="1" dirty="0">
                <a:solidFill>
                  <a:srgbClr val="0000FF"/>
                </a:solidFill>
                <a:latin typeface="Tw Cen MT" panose="020B0602020104020603" pitchFamily="34" charset="0"/>
              </a:rPr>
              <a:t>Steps in creating a class diagram</a:t>
            </a:r>
          </a:p>
          <a:p>
            <a:pPr marL="377190" indent="-377190" algn="just">
              <a:spcBef>
                <a:spcPts val="248"/>
              </a:spcBef>
              <a:buFont typeface="+mj-lt"/>
              <a:buAutoNum type="arabicPeriod"/>
            </a:pPr>
            <a:r>
              <a:rPr lang="en-MY" sz="2800" dirty="0">
                <a:solidFill>
                  <a:schemeClr val="tx1"/>
                </a:solidFill>
                <a:latin typeface="Tw Cen MT" panose="020B0602020104020603" pitchFamily="34" charset="0"/>
              </a:rPr>
              <a:t>Identify classes</a:t>
            </a:r>
          </a:p>
          <a:p>
            <a:pPr marL="377190" indent="-377190" algn="just">
              <a:spcBef>
                <a:spcPts val="248"/>
              </a:spcBef>
              <a:buFont typeface="+mj-lt"/>
              <a:buAutoNum type="arabicPeriod"/>
            </a:pPr>
            <a:r>
              <a:rPr lang="en-MY" sz="2800" dirty="0">
                <a:solidFill>
                  <a:schemeClr val="tx1"/>
                </a:solidFill>
                <a:latin typeface="Tw Cen MT" panose="020B0602020104020603" pitchFamily="34" charset="0"/>
              </a:rPr>
              <a:t>Identify attributes and operations</a:t>
            </a:r>
          </a:p>
          <a:p>
            <a:pPr marL="377190" indent="-377190" algn="just">
              <a:spcBef>
                <a:spcPts val="248"/>
              </a:spcBef>
              <a:buFont typeface="+mj-lt"/>
              <a:buAutoNum type="arabicPeriod"/>
            </a:pPr>
            <a:r>
              <a:rPr lang="en-MY" sz="2800" dirty="0">
                <a:solidFill>
                  <a:schemeClr val="tx1"/>
                </a:solidFill>
                <a:latin typeface="Tw Cen MT" panose="020B0602020104020603" pitchFamily="34" charset="0"/>
              </a:rPr>
              <a:t>Draw association between class</a:t>
            </a:r>
          </a:p>
          <a:p>
            <a:pPr marL="377190" indent="-377190" algn="just">
              <a:spcBef>
                <a:spcPts val="248"/>
              </a:spcBef>
              <a:buFont typeface="+mj-lt"/>
              <a:buAutoNum type="arabicPeriod"/>
            </a:pPr>
            <a:endParaRPr lang="en-MY" sz="2800" dirty="0">
              <a:solidFill>
                <a:schemeClr val="tx1"/>
              </a:solidFill>
              <a:latin typeface="Tw Cen MT" panose="020B0602020104020603" pitchFamily="34" charset="0"/>
            </a:endParaRPr>
          </a:p>
          <a:p>
            <a:pPr algn="just">
              <a:spcBef>
                <a:spcPts val="248"/>
              </a:spcBef>
            </a:pPr>
            <a:r>
              <a:rPr lang="en-MY" sz="2800" b="1" dirty="0">
                <a:solidFill>
                  <a:srgbClr val="0000FF"/>
                </a:solidFill>
                <a:latin typeface="Tw Cen MT" panose="020B0602020104020603" pitchFamily="34" charset="0"/>
              </a:rPr>
              <a:t>Lets try to draw!!</a:t>
            </a:r>
          </a:p>
          <a:p>
            <a:pPr marL="377190" indent="-377190" algn="just">
              <a:spcBef>
                <a:spcPts val="248"/>
              </a:spcBef>
              <a:buFont typeface="+mj-lt"/>
              <a:buAutoNum type="arabicPeriod"/>
            </a:pPr>
            <a:r>
              <a:rPr lang="en-MY" sz="2800" dirty="0">
                <a:solidFill>
                  <a:schemeClr val="tx1"/>
                </a:solidFill>
                <a:latin typeface="Tw Cen MT" panose="020B0602020104020603" pitchFamily="34" charset="0"/>
              </a:rPr>
              <a:t>A class diagram that would illustrate a complete application of mobile banking system.</a:t>
            </a:r>
          </a:p>
          <a:p>
            <a:pPr marL="377190" indent="-377190" algn="just">
              <a:spcBef>
                <a:spcPts val="248"/>
              </a:spcBef>
              <a:buFont typeface="+mj-lt"/>
              <a:buAutoNum type="arabicPeriod"/>
            </a:pPr>
            <a:endParaRPr lang="en-MY" sz="2800" dirty="0">
              <a:solidFill>
                <a:schemeClr val="tx1"/>
              </a:solidFill>
              <a:latin typeface="Tw Cen MT" panose="020B0602020104020603" pitchFamily="34" charset="0"/>
            </a:endParaRPr>
          </a:p>
          <a:p>
            <a:pPr algn="ctr">
              <a:spcBef>
                <a:spcPts val="248"/>
              </a:spcBef>
            </a:pPr>
            <a:r>
              <a:rPr lang="en-MY" sz="2800" dirty="0">
                <a:solidFill>
                  <a:schemeClr val="tx1"/>
                </a:solidFill>
                <a:latin typeface="Tw Cen MT" panose="020B0602020104020603" pitchFamily="34" charset="0"/>
              </a:rPr>
              <a:t>…</a:t>
            </a:r>
            <a:r>
              <a:rPr lang="en-MY" sz="2800" i="1" dirty="0">
                <a:solidFill>
                  <a:schemeClr val="tx1"/>
                </a:solidFill>
                <a:latin typeface="Tw Cen MT" panose="020B0602020104020603" pitchFamily="34" charset="0"/>
              </a:rPr>
              <a:t>programming is not about typing, it’s about thinking, </a:t>
            </a:r>
            <a:r>
              <a:rPr lang="en-MY" sz="2800" dirty="0">
                <a:solidFill>
                  <a:schemeClr val="tx1"/>
                </a:solidFill>
                <a:latin typeface="Tw Cen MT" panose="020B0602020104020603" pitchFamily="34" charset="0"/>
              </a:rPr>
              <a:t>…</a:t>
            </a:r>
          </a:p>
          <a:p>
            <a:pPr algn="just">
              <a:spcBef>
                <a:spcPts val="248"/>
              </a:spcBef>
            </a:pPr>
            <a:endParaRPr lang="en-MY" sz="2800" dirty="0">
              <a:solidFill>
                <a:schemeClr val="tx1"/>
              </a:solidFill>
              <a:latin typeface="Tw Cen MT" panose="020B0602020104020603" pitchFamily="34" charset="0"/>
            </a:endParaRP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65</a:t>
            </a:fld>
            <a:endParaRPr lang="en-MY">
              <a:latin typeface="Tw Cen MT" panose="020B0602020104020603" pitchFamily="34" charset="0"/>
            </a:endParaRPr>
          </a:p>
        </p:txBody>
      </p:sp>
    </p:spTree>
    <p:extLst>
      <p:ext uri="{BB962C8B-B14F-4D97-AF65-F5344CB8AC3E}">
        <p14:creationId xmlns:p14="http://schemas.microsoft.com/office/powerpoint/2010/main" val="16110551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447801" y="1290243"/>
            <a:ext cx="7063382" cy="980694"/>
          </a:xfrm>
        </p:spPr>
        <p:txBody>
          <a:bodyPr>
            <a:normAutofit fontScale="90000"/>
          </a:bodyPr>
          <a:lstStyle/>
          <a:p>
            <a:r>
              <a:rPr lang="en-MY" dirty="0">
                <a:solidFill>
                  <a:srgbClr val="FF0000"/>
                </a:solidFill>
                <a:latin typeface="Tw Cen MT" panose="020B0602020104020603" pitchFamily="34" charset="0"/>
              </a:rPr>
              <a:t>ANSWER FOR CLASS ACTIVITY 1</a:t>
            </a:r>
            <a:endParaRPr lang="en-MY" dirty="0">
              <a:latin typeface="Tw Cen MT" panose="020B0602020104020603" pitchFamily="34" charset="0"/>
            </a:endParaRP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583785"/>
            <a:ext cx="6798295" cy="3408026"/>
          </a:xfrm>
        </p:spPr>
        <p:txBody>
          <a:bodyPr>
            <a:noAutofit/>
          </a:bodyPr>
          <a:lstStyle/>
          <a:p>
            <a:pPr algn="just">
              <a:spcBef>
                <a:spcPts val="248"/>
              </a:spcBef>
            </a:pPr>
            <a:r>
              <a:rPr lang="en-MY" b="1" dirty="0">
                <a:solidFill>
                  <a:srgbClr val="0000FF"/>
                </a:solidFill>
                <a:latin typeface="Tw Cen MT" panose="020B0602020104020603" pitchFamily="34" charset="0"/>
              </a:rPr>
              <a:t>Some statement to describe situation of said system as to initiate a class diagram</a:t>
            </a:r>
          </a:p>
          <a:p>
            <a:pPr marL="282893" indent="-282893" algn="just">
              <a:lnSpc>
                <a:spcPct val="107000"/>
              </a:lnSpc>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A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customer</a:t>
            </a:r>
            <a:r>
              <a:rPr lang="en-US" dirty="0">
                <a:solidFill>
                  <a:srgbClr val="FF0000"/>
                </a:solidFill>
                <a:latin typeface="Tw Cen MT" panose="020B0602020104020603" pitchFamily="34" charset="0"/>
                <a:ea typeface="Calibri" panose="020F0502020204030204" pitchFamily="34" charset="0"/>
                <a:cs typeface="Times New Roman" panose="02020603050405020304" pitchFamily="18" charset="0"/>
              </a:rPr>
              <a:t> </a:t>
            </a:r>
            <a:r>
              <a:rPr lang="en-US" dirty="0">
                <a:latin typeface="Tw Cen MT" panose="020B0602020104020603" pitchFamily="34" charset="0"/>
                <a:ea typeface="Calibri" panose="020F0502020204030204" pitchFamily="34" charset="0"/>
                <a:cs typeface="Times New Roman" panose="02020603050405020304" pitchFamily="18" charset="0"/>
              </a:rPr>
              <a:t>can have more than one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bank account</a:t>
            </a:r>
            <a:r>
              <a:rPr lang="en-US" dirty="0">
                <a:solidFill>
                  <a:srgbClr val="FF0000"/>
                </a:solidFill>
                <a:latin typeface="Tw Cen MT" panose="020B0602020104020603" pitchFamily="34" charset="0"/>
                <a:ea typeface="Calibri" panose="020F0502020204030204" pitchFamily="34" charset="0"/>
                <a:cs typeface="Times New Roman" panose="02020603050405020304" pitchFamily="18" charset="0"/>
              </a:rPr>
              <a:t> </a:t>
            </a:r>
            <a:r>
              <a:rPr lang="en-US" dirty="0">
                <a:latin typeface="Tw Cen MT" panose="020B0602020104020603" pitchFamily="34" charset="0"/>
                <a:ea typeface="Calibri" panose="020F0502020204030204" pitchFamily="34" charset="0"/>
                <a:cs typeface="Times New Roman" panose="02020603050405020304" pitchFamily="18" charset="0"/>
              </a:rPr>
              <a:t>which can be either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saving</a:t>
            </a:r>
            <a:r>
              <a:rPr lang="en-US" dirty="0">
                <a:solidFill>
                  <a:srgbClr val="FF0000"/>
                </a:solidFill>
                <a:latin typeface="Tw Cen MT" panose="020B0602020104020603" pitchFamily="34" charset="0"/>
                <a:ea typeface="Calibri" panose="020F0502020204030204" pitchFamily="34" charset="0"/>
                <a:cs typeface="Times New Roman" panose="02020603050405020304" pitchFamily="18" charset="0"/>
              </a:rPr>
              <a:t> </a:t>
            </a:r>
            <a:r>
              <a:rPr lang="en-US" dirty="0">
                <a:latin typeface="Tw Cen MT" panose="020B0602020104020603" pitchFamily="34" charset="0"/>
                <a:ea typeface="Calibri" panose="020F0502020204030204" pitchFamily="34" charset="0"/>
                <a:cs typeface="Times New Roman" panose="02020603050405020304" pitchFamily="18" charset="0"/>
              </a:rPr>
              <a:t>or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current</a:t>
            </a:r>
            <a:r>
              <a:rPr lang="en-US" dirty="0">
                <a:solidFill>
                  <a:srgbClr val="FF0000"/>
                </a:solidFill>
                <a:latin typeface="Tw Cen MT" panose="020B0602020104020603" pitchFamily="34" charset="0"/>
                <a:ea typeface="Calibri" panose="020F0502020204030204" pitchFamily="34" charset="0"/>
                <a:cs typeface="Times New Roman" panose="02020603050405020304" pitchFamily="18" charset="0"/>
              </a:rPr>
              <a:t> </a:t>
            </a:r>
            <a:r>
              <a:rPr lang="en-US" dirty="0">
                <a:latin typeface="Tw Cen MT" panose="020B0602020104020603" pitchFamily="34" charset="0"/>
                <a:ea typeface="Calibri" panose="020F0502020204030204" pitchFamily="34" charset="0"/>
                <a:cs typeface="Times New Roman" panose="02020603050405020304" pitchFamily="18" charset="0"/>
              </a:rPr>
              <a:t>type.</a:t>
            </a:r>
            <a:endParaRPr lang="en-MY" dirty="0">
              <a:latin typeface="Tw Cen MT" panose="020B0602020104020603" pitchFamily="34" charset="0"/>
              <a:ea typeface="Calibri" panose="020F0502020204030204" pitchFamily="34" charset="0"/>
              <a:cs typeface="Times New Roman" panose="02020603050405020304" pitchFamily="18" charset="0"/>
            </a:endParaRPr>
          </a:p>
          <a:p>
            <a:pPr marL="282893" indent="-282893" algn="just">
              <a:lnSpc>
                <a:spcPct val="107000"/>
              </a:lnSpc>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A customer can have one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online account</a:t>
            </a:r>
            <a:r>
              <a:rPr lang="en-US" dirty="0">
                <a:latin typeface="Tw Cen MT" panose="020B0602020104020603" pitchFamily="34" charset="0"/>
                <a:ea typeface="Calibri" panose="020F0502020204030204" pitchFamily="34" charset="0"/>
                <a:cs typeface="Times New Roman" panose="02020603050405020304" pitchFamily="18" charset="0"/>
              </a:rPr>
              <a:t>.</a:t>
            </a:r>
            <a:endParaRPr lang="en-MY" dirty="0">
              <a:latin typeface="Tw Cen MT" panose="020B0602020104020603" pitchFamily="34" charset="0"/>
              <a:ea typeface="Calibri" panose="020F0502020204030204" pitchFamily="34" charset="0"/>
              <a:cs typeface="Times New Roman" panose="02020603050405020304" pitchFamily="18" charset="0"/>
            </a:endParaRPr>
          </a:p>
          <a:p>
            <a:pPr marL="282893" indent="-282893" algn="just">
              <a:lnSpc>
                <a:spcPct val="107000"/>
              </a:lnSpc>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An online account may be created of the bank account.</a:t>
            </a:r>
            <a:endParaRPr lang="en-MY" dirty="0">
              <a:latin typeface="Tw Cen MT" panose="020B0602020104020603" pitchFamily="34" charset="0"/>
              <a:ea typeface="Calibri" panose="020F0502020204030204" pitchFamily="34" charset="0"/>
              <a:cs typeface="Times New Roman" panose="02020603050405020304" pitchFamily="18" charset="0"/>
            </a:endParaRPr>
          </a:p>
          <a:p>
            <a:pPr marL="282893" indent="-282893" algn="just">
              <a:lnSpc>
                <a:spcPct val="107000"/>
              </a:lnSpc>
              <a:spcAft>
                <a:spcPts val="660"/>
              </a:spcAft>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Under single online account many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transactions</a:t>
            </a:r>
            <a:r>
              <a:rPr lang="en-US" dirty="0">
                <a:solidFill>
                  <a:srgbClr val="FF0000"/>
                </a:solidFill>
                <a:latin typeface="Tw Cen MT" panose="020B0602020104020603" pitchFamily="34" charset="0"/>
                <a:ea typeface="Calibri" panose="020F0502020204030204" pitchFamily="34" charset="0"/>
                <a:cs typeface="Times New Roman" panose="02020603050405020304" pitchFamily="18" charset="0"/>
              </a:rPr>
              <a:t> </a:t>
            </a:r>
            <a:r>
              <a:rPr lang="en-US" dirty="0">
                <a:latin typeface="Tw Cen MT" panose="020B0602020104020603" pitchFamily="34" charset="0"/>
                <a:ea typeface="Calibri" panose="020F0502020204030204" pitchFamily="34" charset="0"/>
                <a:cs typeface="Times New Roman" panose="02020603050405020304" pitchFamily="18" charset="0"/>
              </a:rPr>
              <a:t>can be made such as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pay bill</a:t>
            </a:r>
            <a:r>
              <a:rPr lang="en-US" dirty="0">
                <a:latin typeface="Tw Cen MT" panose="020B0602020104020603" pitchFamily="34" charset="0"/>
                <a:ea typeface="Calibri" panose="020F0502020204030204" pitchFamily="34" charset="0"/>
                <a:cs typeface="Times New Roman" panose="02020603050405020304" pitchFamily="18" charset="0"/>
              </a:rPr>
              <a:t>,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transfer money</a:t>
            </a:r>
            <a:r>
              <a:rPr lang="en-US" dirty="0">
                <a:latin typeface="Tw Cen MT" panose="020B0602020104020603" pitchFamily="34" charset="0"/>
                <a:ea typeface="Calibri" panose="020F0502020204030204" pitchFamily="34" charset="0"/>
                <a:cs typeface="Times New Roman" panose="02020603050405020304" pitchFamily="18" charset="0"/>
              </a:rPr>
              <a:t>, and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mobile reload</a:t>
            </a:r>
            <a:r>
              <a:rPr lang="en-US" dirty="0">
                <a:latin typeface="Tw Cen MT" panose="020B0602020104020603" pitchFamily="34" charset="0"/>
                <a:ea typeface="Calibri" panose="020F0502020204030204" pitchFamily="34" charset="0"/>
                <a:cs typeface="Times New Roman" panose="02020603050405020304" pitchFamily="18" charset="0"/>
              </a:rPr>
              <a:t>.</a:t>
            </a:r>
            <a:endParaRPr lang="en-MY" dirty="0">
              <a:latin typeface="Tw Cen MT" panose="020B0602020104020603" pitchFamily="34" charset="0"/>
              <a:ea typeface="Calibri" panose="020F0502020204030204" pitchFamily="34" charset="0"/>
              <a:cs typeface="Times New Roman" panose="02020603050405020304" pitchFamily="18" charset="0"/>
            </a:endParaRPr>
          </a:p>
          <a:p>
            <a:pPr algn="just">
              <a:spcBef>
                <a:spcPts val="248"/>
              </a:spcBef>
            </a:pPr>
            <a:endParaRPr lang="en-MY" dirty="0">
              <a:solidFill>
                <a:schemeClr val="tx1"/>
              </a:solidFill>
              <a:latin typeface="Tw Cen MT" panose="020B0602020104020603" pitchFamily="34" charset="0"/>
            </a:endParaRP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66</a:t>
            </a:fld>
            <a:endParaRPr lang="en-MY">
              <a:latin typeface="Tw Cen MT" panose="020B0602020104020603" pitchFamily="34" charset="0"/>
            </a:endParaRPr>
          </a:p>
        </p:txBody>
      </p:sp>
    </p:spTree>
    <p:extLst>
      <p:ext uri="{BB962C8B-B14F-4D97-AF65-F5344CB8AC3E}">
        <p14:creationId xmlns:p14="http://schemas.microsoft.com/office/powerpoint/2010/main" val="13091531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52400"/>
            <a:ext cx="6973913" cy="726307"/>
          </a:xfrm>
        </p:spPr>
        <p:txBody>
          <a:bodyPr>
            <a:normAutofit fontScale="90000"/>
          </a:bodyPr>
          <a:lstStyle/>
          <a:p>
            <a:r>
              <a:rPr lang="en-MY" dirty="0">
                <a:solidFill>
                  <a:srgbClr val="FF0000"/>
                </a:solidFill>
                <a:latin typeface="Tw Cen MT" panose="020B0602020104020603" pitchFamily="34" charset="0"/>
              </a:rPr>
              <a:t>ANSWER FOR CLASS ACTIVITY 1</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67</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1BF74E83-F885-4687-BAB3-FC44B1951DB0}"/>
              </a:ext>
            </a:extLst>
          </p:cNvPr>
          <p:cNvPicPr>
            <a:picLocks noChangeAspect="1"/>
          </p:cNvPicPr>
          <p:nvPr/>
        </p:nvPicPr>
        <p:blipFill>
          <a:blip r:embed="rId3"/>
          <a:stretch>
            <a:fillRect/>
          </a:stretch>
        </p:blipFill>
        <p:spPr>
          <a:xfrm>
            <a:off x="457200" y="878707"/>
            <a:ext cx="9220200" cy="6367599"/>
          </a:xfrm>
          <a:prstGeom prst="rect">
            <a:avLst/>
          </a:prstGeom>
        </p:spPr>
      </p:pic>
    </p:spTree>
    <p:extLst>
      <p:ext uri="{BB962C8B-B14F-4D97-AF65-F5344CB8AC3E}">
        <p14:creationId xmlns:p14="http://schemas.microsoft.com/office/powerpoint/2010/main" val="5248053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524001" y="1290243"/>
            <a:ext cx="6987182" cy="980694"/>
          </a:xfrm>
        </p:spPr>
        <p:txBody>
          <a:bodyPr>
            <a:normAutofit fontScale="90000"/>
          </a:bodyPr>
          <a:lstStyle/>
          <a:p>
            <a:r>
              <a:rPr lang="en-MY" dirty="0">
                <a:solidFill>
                  <a:srgbClr val="FF0000"/>
                </a:solidFill>
                <a:latin typeface="Tw Cen MT" panose="020B0602020104020603" pitchFamily="34" charset="0"/>
              </a:rPr>
              <a:t>ANSWER FOR CLASS ACTIVITY 2</a:t>
            </a:r>
            <a:endParaRPr lang="en-MY" dirty="0">
              <a:latin typeface="Tw Cen MT" panose="020B0602020104020603" pitchFamily="34" charset="0"/>
            </a:endParaRP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583785"/>
            <a:ext cx="6798295" cy="3408026"/>
          </a:xfrm>
        </p:spPr>
        <p:txBody>
          <a:bodyPr>
            <a:noAutofit/>
          </a:bodyPr>
          <a:lstStyle/>
          <a:p>
            <a:pPr algn="just">
              <a:spcBef>
                <a:spcPts val="248"/>
              </a:spcBef>
            </a:pPr>
            <a:r>
              <a:rPr lang="en-MY" b="1" dirty="0">
                <a:solidFill>
                  <a:srgbClr val="0000FF"/>
                </a:solidFill>
                <a:latin typeface="Tw Cen MT" panose="020B0602020104020603" pitchFamily="34" charset="0"/>
              </a:rPr>
              <a:t>Some statement to describe situation of said system (online shopping system) as to initiate a class diagram</a:t>
            </a:r>
          </a:p>
          <a:p>
            <a:pPr marL="282893" indent="-282893" algn="just">
              <a:lnSpc>
                <a:spcPct val="107000"/>
              </a:lnSpc>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A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user </a:t>
            </a:r>
            <a:r>
              <a:rPr lang="en-US" dirty="0">
                <a:latin typeface="Tw Cen MT" panose="020B0602020104020603" pitchFamily="34" charset="0"/>
                <a:ea typeface="Calibri" panose="020F0502020204030204" pitchFamily="34" charset="0"/>
                <a:cs typeface="Times New Roman" panose="02020603050405020304" pitchFamily="18" charset="0"/>
              </a:rPr>
              <a:t>able to view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items</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 for sale</a:t>
            </a:r>
            <a:r>
              <a:rPr lang="en-US" dirty="0">
                <a:latin typeface="Tw Cen MT" panose="020B0602020104020603" pitchFamily="34" charset="0"/>
                <a:ea typeface="Calibri" panose="020F0502020204030204" pitchFamily="34" charset="0"/>
                <a:cs typeface="Times New Roman" panose="02020603050405020304" pitchFamily="18" charset="0"/>
              </a:rPr>
              <a:t>.</a:t>
            </a:r>
          </a:p>
          <a:p>
            <a:pPr marL="282893" indent="-282893" algn="just">
              <a:lnSpc>
                <a:spcPct val="107000"/>
              </a:lnSpc>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If users would like to make purchase they need </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to login into their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account</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a:t>
            </a:r>
          </a:p>
          <a:p>
            <a:pPr marL="282893" indent="-282893" algn="just">
              <a:lnSpc>
                <a:spcPct val="107000"/>
              </a:lnSpc>
              <a:buFont typeface="+mj-lt"/>
              <a:buAutoNum type="arabicPeriod"/>
            </a:pPr>
            <a:r>
              <a:rPr lang="en-US" dirty="0">
                <a:latin typeface="Tw Cen MT" panose="020B0602020104020603" pitchFamily="34" charset="0"/>
                <a:ea typeface="Calibri" panose="020F0502020204030204" pitchFamily="34" charset="0"/>
                <a:cs typeface="Times New Roman" panose="02020603050405020304" pitchFamily="18" charset="0"/>
              </a:rPr>
              <a:t>P</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urchase can be completed by adding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item</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 to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cart</a:t>
            </a:r>
            <a:r>
              <a:rPr lang="en-US" b="1" dirty="0">
                <a:solidFill>
                  <a:schemeClr val="tx1"/>
                </a:solidFill>
                <a:latin typeface="Tw Cen MT" panose="020B0602020104020603" pitchFamily="34" charset="0"/>
                <a:ea typeface="Calibri" panose="020F0502020204030204" pitchFamily="34" charset="0"/>
                <a:cs typeface="Times New Roman" panose="02020603050405020304" pitchFamily="18" charset="0"/>
              </a:rPr>
              <a:t> </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and make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payment</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 either by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cod</a:t>
            </a:r>
            <a:r>
              <a:rPr lang="en-US" dirty="0">
                <a:solidFill>
                  <a:schemeClr val="tx1"/>
                </a:solidFill>
                <a:latin typeface="Tw Cen MT" panose="020B0602020104020603" pitchFamily="34" charset="0"/>
                <a:ea typeface="Calibri" panose="020F0502020204030204" pitchFamily="34" charset="0"/>
                <a:cs typeface="Times New Roman" panose="02020603050405020304" pitchFamily="18" charset="0"/>
              </a:rPr>
              <a:t> or </a:t>
            </a:r>
            <a:r>
              <a:rPr lang="en-US" b="1" dirty="0">
                <a:solidFill>
                  <a:srgbClr val="FF0000"/>
                </a:solidFill>
                <a:latin typeface="Tw Cen MT" panose="020B0602020104020603" pitchFamily="34" charset="0"/>
                <a:ea typeface="Calibri" panose="020F0502020204030204" pitchFamily="34" charset="0"/>
                <a:cs typeface="Times New Roman" panose="02020603050405020304" pitchFamily="18" charset="0"/>
              </a:rPr>
              <a:t>online banking.</a:t>
            </a:r>
            <a:endParaRPr lang="en-MY" b="1" dirty="0">
              <a:solidFill>
                <a:srgbClr val="FF0000"/>
              </a:solidFill>
              <a:latin typeface="Tw Cen MT" panose="020B0602020104020603" pitchFamily="34" charset="0"/>
              <a:ea typeface="Calibri" panose="020F0502020204030204" pitchFamily="34" charset="0"/>
              <a:cs typeface="Times New Roman" panose="02020603050405020304" pitchFamily="18" charset="0"/>
            </a:endParaRPr>
          </a:p>
          <a:p>
            <a:pPr algn="just">
              <a:spcBef>
                <a:spcPts val="248"/>
              </a:spcBef>
            </a:pPr>
            <a:endParaRPr lang="en-MY" dirty="0">
              <a:solidFill>
                <a:schemeClr val="tx1"/>
              </a:solidFill>
              <a:latin typeface="Tw Cen MT" panose="020B0602020104020603" pitchFamily="34" charset="0"/>
            </a:endParaRP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68</a:t>
            </a:fld>
            <a:endParaRPr lang="en-MY">
              <a:latin typeface="Tw Cen MT" panose="020B0602020104020603" pitchFamily="34" charset="0"/>
            </a:endParaRPr>
          </a:p>
        </p:txBody>
      </p:sp>
    </p:spTree>
    <p:extLst>
      <p:ext uri="{BB962C8B-B14F-4D97-AF65-F5344CB8AC3E}">
        <p14:creationId xmlns:p14="http://schemas.microsoft.com/office/powerpoint/2010/main" val="14353460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447801" y="381000"/>
            <a:ext cx="7063382" cy="726307"/>
          </a:xfrm>
        </p:spPr>
        <p:txBody>
          <a:bodyPr>
            <a:normAutofit fontScale="90000"/>
          </a:bodyPr>
          <a:lstStyle/>
          <a:p>
            <a:r>
              <a:rPr lang="en-MY" dirty="0">
                <a:solidFill>
                  <a:srgbClr val="FF0000"/>
                </a:solidFill>
                <a:latin typeface="Tw Cen MT" panose="020B0602020104020603" pitchFamily="34" charset="0"/>
              </a:rPr>
              <a:t>ANSWER FOR CLASS ACTIVITY 2</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69</a:t>
            </a:fld>
            <a:endParaRPr lang="en-MY">
              <a:latin typeface="Tw Cen MT" panose="020B0602020104020603" pitchFamily="34" charset="0"/>
            </a:endParaRPr>
          </a:p>
        </p:txBody>
      </p:sp>
      <p:pic>
        <p:nvPicPr>
          <p:cNvPr id="8" name="Picture 7">
            <a:extLst>
              <a:ext uri="{FF2B5EF4-FFF2-40B4-BE49-F238E27FC236}">
                <a16:creationId xmlns:a16="http://schemas.microsoft.com/office/drawing/2014/main" id="{0F305231-9C2E-45C9-B057-38F3811BBA64}"/>
              </a:ext>
            </a:extLst>
          </p:cNvPr>
          <p:cNvPicPr>
            <a:picLocks noChangeAspect="1"/>
          </p:cNvPicPr>
          <p:nvPr/>
        </p:nvPicPr>
        <p:blipFill>
          <a:blip r:embed="rId3"/>
          <a:stretch>
            <a:fillRect/>
          </a:stretch>
        </p:blipFill>
        <p:spPr>
          <a:xfrm>
            <a:off x="762000" y="1178060"/>
            <a:ext cx="8610600" cy="6213339"/>
          </a:xfrm>
          <a:prstGeom prst="rect">
            <a:avLst/>
          </a:prstGeom>
        </p:spPr>
      </p:pic>
    </p:spTree>
    <p:extLst>
      <p:ext uri="{BB962C8B-B14F-4D97-AF65-F5344CB8AC3E}">
        <p14:creationId xmlns:p14="http://schemas.microsoft.com/office/powerpoint/2010/main" val="445726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544C-23BC-4D64-B503-FD5CB9353DA2}"/>
              </a:ext>
            </a:extLst>
          </p:cNvPr>
          <p:cNvSpPr>
            <a:spLocks noGrp="1"/>
          </p:cNvSpPr>
          <p:nvPr>
            <p:ph type="ctrTitle"/>
          </p:nvPr>
        </p:nvSpPr>
        <p:spPr/>
        <p:txBody>
          <a:bodyPr/>
          <a:lstStyle/>
          <a:p>
            <a:r>
              <a:rPr lang="en-MY" dirty="0">
                <a:latin typeface="Tw Cen MT" panose="020B0602020104020603" pitchFamily="34" charset="0"/>
              </a:rPr>
              <a:t>BEHAVIORAL STATE MACHINE DIAGRAM</a:t>
            </a:r>
          </a:p>
        </p:txBody>
      </p:sp>
    </p:spTree>
    <p:extLst>
      <p:ext uri="{BB962C8B-B14F-4D97-AF65-F5344CB8AC3E}">
        <p14:creationId xmlns:p14="http://schemas.microsoft.com/office/powerpoint/2010/main" val="4417696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562010" y="762000"/>
            <a:ext cx="6807170" cy="980694"/>
          </a:xfrm>
        </p:spPr>
        <p:txBody>
          <a:bodyPr>
            <a:normAutofit fontScale="90000"/>
          </a:bodyPr>
          <a:lstStyle/>
          <a:p>
            <a:r>
              <a:rPr lang="en-MY" dirty="0">
                <a:latin typeface="Tw Cen MT" panose="020B0602020104020603" pitchFamily="34" charset="0"/>
              </a:rPr>
              <a:t>BEHAVIORAL STATE MACHINE DIAGRAM</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562010" y="2847630"/>
            <a:ext cx="6807170" cy="2754555"/>
          </a:xfrm>
        </p:spPr>
        <p:txBody>
          <a:bodyPr>
            <a:noAutofit/>
          </a:bodyPr>
          <a:lstStyle/>
          <a:p>
            <a:pPr marL="342900" indent="-342900" algn="just">
              <a:spcBef>
                <a:spcPts val="248"/>
              </a:spcBef>
              <a:buFont typeface="Arial" panose="020B0604020202020204" pitchFamily="34" charset="0"/>
              <a:buChar char="•"/>
            </a:pPr>
            <a:r>
              <a:rPr lang="en-MY" dirty="0" err="1">
                <a:solidFill>
                  <a:schemeClr val="tx1"/>
                </a:solidFill>
                <a:latin typeface="Tw Cen MT" panose="020B0602020104020603" pitchFamily="34" charset="0"/>
                <a:ea typeface="Calibri" panose="020F0502020204030204" pitchFamily="34" charset="0"/>
                <a:cs typeface="Times New Roman" panose="02020603050405020304" pitchFamily="18" charset="0"/>
              </a:rPr>
              <a:t>Behavioral</a:t>
            </a:r>
            <a:r>
              <a:rPr lang="en-MY" dirty="0">
                <a:solidFill>
                  <a:schemeClr val="tx1"/>
                </a:solidFill>
                <a:latin typeface="Tw Cen MT" panose="020B0602020104020603" pitchFamily="34" charset="0"/>
                <a:ea typeface="Calibri" panose="020F0502020204030204" pitchFamily="34" charset="0"/>
                <a:cs typeface="Times New Roman" panose="02020603050405020304" pitchFamily="18" charset="0"/>
              </a:rPr>
              <a:t> state machine diagram is a dynamic diagramming model that shows different states of a single class passes through during its life in response to events along with its responses and actions.</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cs typeface="Times New Roman" panose="02020603050405020304" pitchFamily="18" charset="0"/>
              </a:rPr>
              <a:t>Typically </a:t>
            </a:r>
            <a:r>
              <a:rPr lang="en-MY" dirty="0" err="1">
                <a:solidFill>
                  <a:schemeClr val="tx1"/>
                </a:solidFill>
                <a:latin typeface="Tw Cen MT" panose="020B0602020104020603" pitchFamily="34" charset="0"/>
                <a:cs typeface="Times New Roman" panose="02020603050405020304" pitchFamily="18" charset="0"/>
              </a:rPr>
              <a:t>b</a:t>
            </a:r>
            <a:r>
              <a:rPr lang="en-MY" dirty="0" err="1">
                <a:solidFill>
                  <a:schemeClr val="tx1"/>
                </a:solidFill>
                <a:latin typeface="Tw Cen MT" panose="020B0602020104020603" pitchFamily="34" charset="0"/>
                <a:ea typeface="Calibri" panose="020F0502020204030204" pitchFamily="34" charset="0"/>
                <a:cs typeface="Times New Roman" panose="02020603050405020304" pitchFamily="18" charset="0"/>
              </a:rPr>
              <a:t>ehavioral</a:t>
            </a:r>
            <a:r>
              <a:rPr lang="en-MY" dirty="0">
                <a:solidFill>
                  <a:schemeClr val="tx1"/>
                </a:solidFill>
                <a:latin typeface="Tw Cen MT" panose="020B0602020104020603" pitchFamily="34" charset="0"/>
                <a:ea typeface="Calibri" panose="020F0502020204030204" pitchFamily="34" charset="0"/>
                <a:cs typeface="Times New Roman" panose="02020603050405020304" pitchFamily="18" charset="0"/>
              </a:rPr>
              <a:t> state machine diagram are not used for all classes, but just to further define complex classes to help simplify the design of algorithm for their methods.</a:t>
            </a:r>
          </a:p>
          <a:p>
            <a:pPr marL="342900" indent="-342900" algn="just">
              <a:spcBef>
                <a:spcPts val="248"/>
              </a:spcBef>
              <a:buFont typeface="Arial" panose="020B0604020202020204" pitchFamily="34" charset="0"/>
              <a:buChar char="•"/>
            </a:pPr>
            <a:r>
              <a:rPr lang="en-MY" dirty="0">
                <a:latin typeface="Tw Cen MT" panose="020B0602020104020603" pitchFamily="34" charset="0"/>
                <a:ea typeface="Calibri" panose="020F0502020204030204" pitchFamily="34" charset="0"/>
                <a:cs typeface="Times New Roman" panose="02020603050405020304" pitchFamily="18" charset="0"/>
              </a:rPr>
              <a:t>The </a:t>
            </a:r>
            <a:r>
              <a:rPr lang="en-MY" dirty="0" err="1">
                <a:latin typeface="Tw Cen MT" panose="020B0602020104020603" pitchFamily="34" charset="0"/>
                <a:ea typeface="Calibri" panose="020F0502020204030204" pitchFamily="34" charset="0"/>
                <a:cs typeface="Times New Roman" panose="02020603050405020304" pitchFamily="18" charset="0"/>
              </a:rPr>
              <a:t>behavioral</a:t>
            </a:r>
            <a:r>
              <a:rPr lang="en-MY" dirty="0">
                <a:latin typeface="Tw Cen MT" panose="020B0602020104020603" pitchFamily="34" charset="0"/>
                <a:ea typeface="Calibri" panose="020F0502020204030204" pitchFamily="34" charset="0"/>
                <a:cs typeface="Times New Roman" panose="02020603050405020304" pitchFamily="18" charset="0"/>
              </a:rPr>
              <a:t> state machine diagram shows the different states of the class and what events cause the class to change from one state to another</a:t>
            </a:r>
            <a:r>
              <a:rPr lang="en-MY" dirty="0">
                <a:solidFill>
                  <a:schemeClr val="tx1"/>
                </a:solidFill>
                <a:latin typeface="Tw Cen MT" panose="020B0602020104020603" pitchFamily="34" charset="0"/>
                <a:ea typeface="Calibri" panose="020F0502020204030204" pitchFamily="34" charset="0"/>
                <a:cs typeface="Times New Roman" panose="02020603050405020304" pitchFamily="18" charset="0"/>
              </a:rPr>
              <a:t>.</a:t>
            </a:r>
            <a:endParaRPr lang="en-MY" dirty="0">
              <a:solidFill>
                <a:schemeClr val="tx1"/>
              </a:solidFill>
              <a:latin typeface="Tw Cen MT" panose="020B0602020104020603" pitchFamily="34" charset="0"/>
            </a:endParaRP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71</a:t>
            </a:fld>
            <a:endParaRPr lang="en-MY">
              <a:latin typeface="Tw Cen MT" panose="020B0602020104020603" pitchFamily="34" charset="0"/>
            </a:endParaRPr>
          </a:p>
        </p:txBody>
      </p:sp>
      <p:sp>
        <p:nvSpPr>
          <p:cNvPr id="5" name="Rectangle 4">
            <a:extLst>
              <a:ext uri="{FF2B5EF4-FFF2-40B4-BE49-F238E27FC236}">
                <a16:creationId xmlns:a16="http://schemas.microsoft.com/office/drawing/2014/main" id="{5AFAE41E-624E-41A8-8ECC-B143DBC7B905}"/>
              </a:ext>
            </a:extLst>
          </p:cNvPr>
          <p:cNvSpPr/>
          <p:nvPr/>
        </p:nvSpPr>
        <p:spPr>
          <a:xfrm>
            <a:off x="1562010" y="2286000"/>
            <a:ext cx="4964116" cy="369332"/>
          </a:xfrm>
          <a:prstGeom prst="rect">
            <a:avLst/>
          </a:prstGeom>
        </p:spPr>
        <p:txBody>
          <a:bodyPr wrap="none">
            <a:spAutoFit/>
          </a:bodyPr>
          <a:lstStyle/>
          <a:p>
            <a:r>
              <a:rPr lang="en-MY" dirty="0">
                <a:solidFill>
                  <a:schemeClr val="tx2">
                    <a:lumMod val="60000"/>
                    <a:lumOff val="40000"/>
                  </a:schemeClr>
                </a:solidFill>
              </a:rPr>
              <a:t>https://www.youtube.com/watch?v=7kdKcYSYM0E</a:t>
            </a:r>
          </a:p>
        </p:txBody>
      </p:sp>
    </p:spTree>
    <p:extLst>
      <p:ext uri="{BB962C8B-B14F-4D97-AF65-F5344CB8AC3E}">
        <p14:creationId xmlns:p14="http://schemas.microsoft.com/office/powerpoint/2010/main" val="21416343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005840" y="1657108"/>
            <a:ext cx="8172023" cy="980694"/>
          </a:xfrm>
        </p:spPr>
        <p:txBody>
          <a:bodyPr>
            <a:normAutofit fontScale="90000"/>
          </a:bodyPr>
          <a:lstStyle/>
          <a:p>
            <a:r>
              <a:rPr lang="en-MY" dirty="0">
                <a:latin typeface="Tw Cen MT" panose="020B0602020104020603" pitchFamily="34" charset="0"/>
              </a:rPr>
              <a:t>ELEMENTS OF BEHAVIORAL STATE MACHINE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1005840" y="3281345"/>
          <a:ext cx="8093286" cy="2890855"/>
        </p:xfrm>
        <a:graphic>
          <a:graphicData uri="http://schemas.openxmlformats.org/drawingml/2006/table">
            <a:tbl>
              <a:tblPr firstRow="1" bandRow="1">
                <a:tableStyleId>{5C22544A-7EE6-4342-B048-85BDC9FD1C3A}</a:tableStyleId>
              </a:tblPr>
              <a:tblGrid>
                <a:gridCol w="5662506">
                  <a:extLst>
                    <a:ext uri="{9D8B030D-6E8A-4147-A177-3AD203B41FA5}">
                      <a16:colId xmlns:a16="http://schemas.microsoft.com/office/drawing/2014/main" val="3297957586"/>
                    </a:ext>
                  </a:extLst>
                </a:gridCol>
                <a:gridCol w="2430780">
                  <a:extLst>
                    <a:ext uri="{9D8B030D-6E8A-4147-A177-3AD203B41FA5}">
                      <a16:colId xmlns:a16="http://schemas.microsoft.com/office/drawing/2014/main" val="830729237"/>
                    </a:ext>
                  </a:extLst>
                </a:gridCol>
              </a:tblGrid>
              <a:tr h="312525">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1015706">
                <a:tc>
                  <a:txBody>
                    <a:bodyPr/>
                    <a:lstStyle/>
                    <a:p>
                      <a:pPr algn="l"/>
                      <a:r>
                        <a:rPr lang="en-MY" sz="1500" b="1" dirty="0">
                          <a:solidFill>
                            <a:srgbClr val="0000FF"/>
                          </a:solidFill>
                          <a:latin typeface="Tw Cen MT" panose="020B0602020104020603" pitchFamily="34" charset="0"/>
                        </a:rPr>
                        <a:t>1. A state</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A set of values that describes an object at a specific point of time.</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Represented by a rectangle with rounded corners and a descriptive label written in it.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232923"/>
                  </a:ext>
                </a:extLst>
              </a:tr>
              <a:tr h="781312">
                <a:tc>
                  <a:txBody>
                    <a:bodyPr/>
                    <a:lstStyle/>
                    <a:p>
                      <a:pPr algn="l"/>
                      <a:r>
                        <a:rPr lang="en-MY" sz="1500" b="1" dirty="0">
                          <a:solidFill>
                            <a:srgbClr val="0000FF"/>
                          </a:solidFill>
                          <a:latin typeface="Tw Cen MT" panose="020B0602020104020603" pitchFamily="34" charset="0"/>
                        </a:rPr>
                        <a:t>2. An initial state</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The point at which an object begins to exist.</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Shown as a small filled-in circle.</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947314"/>
                  </a:ext>
                </a:extLst>
              </a:tr>
              <a:tr h="781312">
                <a:tc>
                  <a:txBody>
                    <a:bodyPr/>
                    <a:lstStyle/>
                    <a:p>
                      <a:pPr algn="l"/>
                      <a:r>
                        <a:rPr lang="en-MY" sz="1500" b="1" dirty="0">
                          <a:solidFill>
                            <a:srgbClr val="0000FF"/>
                          </a:solidFill>
                          <a:latin typeface="Tw Cen MT" panose="020B0602020104020603" pitchFamily="34" charset="0"/>
                        </a:rPr>
                        <a:t>3. A final state</a:t>
                      </a:r>
                    </a:p>
                    <a:p>
                      <a:pPr marL="360000" marR="0" lvl="1" indent="-28800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MY" sz="1500" dirty="0">
                          <a:solidFill>
                            <a:schemeClr val="tx1"/>
                          </a:solidFill>
                          <a:latin typeface="Tw Cen MT" panose="020B0602020104020603" pitchFamily="34" charset="0"/>
                          <a:cs typeface="Times New Roman" panose="02020603050405020304" pitchFamily="18" charset="0"/>
                        </a:rPr>
                        <a:t>Is used to represent the completion of activity.</a:t>
                      </a:r>
                    </a:p>
                    <a:p>
                      <a:pPr marL="360000" lvl="1" indent="-288000" algn="just">
                        <a:spcBef>
                          <a:spcPts val="0"/>
                        </a:spcBef>
                        <a:buFont typeface="Courier New" panose="02070309020205020404" pitchFamily="49" charset="0"/>
                        <a:buChar char="o"/>
                      </a:pPr>
                      <a:r>
                        <a:rPr lang="en-MY" sz="1500" dirty="0">
                          <a:solidFill>
                            <a:schemeClr val="tx1"/>
                          </a:solidFill>
                          <a:latin typeface="Tw Cen MT" panose="020B0602020104020603" pitchFamily="34" charset="0"/>
                          <a:cs typeface="Times New Roman" panose="02020603050405020304" pitchFamily="18" charset="0"/>
                        </a:rPr>
                        <a:t>Shown as a circle included with a small filled-in circle (bull’s eye).</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5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1289859"/>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72</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FE4338D4-1B6A-42A6-B617-E8A21071B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461" y="3751992"/>
            <a:ext cx="2283526" cy="660592"/>
          </a:xfrm>
          <a:prstGeom prst="rect">
            <a:avLst/>
          </a:prstGeom>
        </p:spPr>
      </p:pic>
      <p:pic>
        <p:nvPicPr>
          <p:cNvPr id="7" name="Picture 6">
            <a:extLst>
              <a:ext uri="{FF2B5EF4-FFF2-40B4-BE49-F238E27FC236}">
                <a16:creationId xmlns:a16="http://schemas.microsoft.com/office/drawing/2014/main" id="{0B0E542D-6BF4-4FB4-91CE-C25D0503CD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774" y="4663062"/>
            <a:ext cx="2283526" cy="660592"/>
          </a:xfrm>
          <a:prstGeom prst="rect">
            <a:avLst/>
          </a:prstGeom>
        </p:spPr>
      </p:pic>
      <p:sp>
        <p:nvSpPr>
          <p:cNvPr id="8" name="Rectangle 7">
            <a:extLst>
              <a:ext uri="{FF2B5EF4-FFF2-40B4-BE49-F238E27FC236}">
                <a16:creationId xmlns:a16="http://schemas.microsoft.com/office/drawing/2014/main" id="{CEE6BE3C-55D4-4E4B-8813-65096D3BF0E0}"/>
              </a:ext>
            </a:extLst>
          </p:cNvPr>
          <p:cNvSpPr/>
          <p:nvPr/>
        </p:nvSpPr>
        <p:spPr>
          <a:xfrm>
            <a:off x="8028093" y="3648287"/>
            <a:ext cx="1024467" cy="8108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
        <p:nvSpPr>
          <p:cNvPr id="9" name="Rectangle 8">
            <a:extLst>
              <a:ext uri="{FF2B5EF4-FFF2-40B4-BE49-F238E27FC236}">
                <a16:creationId xmlns:a16="http://schemas.microsoft.com/office/drawing/2014/main" id="{AC040081-E898-4856-8687-F4E9746D291A}"/>
              </a:ext>
            </a:extLst>
          </p:cNvPr>
          <p:cNvSpPr/>
          <p:nvPr/>
        </p:nvSpPr>
        <p:spPr>
          <a:xfrm>
            <a:off x="6708575" y="4741346"/>
            <a:ext cx="565138" cy="508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11" name="Picture 10">
            <a:extLst>
              <a:ext uri="{FF2B5EF4-FFF2-40B4-BE49-F238E27FC236}">
                <a16:creationId xmlns:a16="http://schemas.microsoft.com/office/drawing/2014/main" id="{44812286-081F-41EB-852F-7368ADDBE7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2774" y="5506992"/>
            <a:ext cx="2283526" cy="588393"/>
          </a:xfrm>
          <a:prstGeom prst="rect">
            <a:avLst/>
          </a:prstGeom>
        </p:spPr>
      </p:pic>
      <p:sp>
        <p:nvSpPr>
          <p:cNvPr id="12" name="Rectangle 11">
            <a:extLst>
              <a:ext uri="{FF2B5EF4-FFF2-40B4-BE49-F238E27FC236}">
                <a16:creationId xmlns:a16="http://schemas.microsoft.com/office/drawing/2014/main" id="{AAC702AE-B8EE-484C-BC9E-97C0D8EF4EF3}"/>
              </a:ext>
            </a:extLst>
          </p:cNvPr>
          <p:cNvSpPr/>
          <p:nvPr/>
        </p:nvSpPr>
        <p:spPr>
          <a:xfrm>
            <a:off x="6715521" y="5536097"/>
            <a:ext cx="565138" cy="508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Tree>
    <p:extLst>
      <p:ext uri="{BB962C8B-B14F-4D97-AF65-F5344CB8AC3E}">
        <p14:creationId xmlns:p14="http://schemas.microsoft.com/office/powerpoint/2010/main" val="618231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996528" y="1405644"/>
            <a:ext cx="8181335" cy="980694"/>
          </a:xfrm>
        </p:spPr>
        <p:txBody>
          <a:bodyPr>
            <a:normAutofit fontScale="90000"/>
          </a:bodyPr>
          <a:lstStyle/>
          <a:p>
            <a:r>
              <a:rPr lang="en-MY" dirty="0">
                <a:latin typeface="Tw Cen MT" panose="020B0602020104020603" pitchFamily="34" charset="0"/>
              </a:rPr>
              <a:t>ELEMENTS OF BEHAVIORAL STATE MACHINE DIAGRAM</a:t>
            </a:r>
          </a:p>
        </p:txBody>
      </p:sp>
      <p:graphicFrame>
        <p:nvGraphicFramePr>
          <p:cNvPr id="5" name="Table 5">
            <a:extLst>
              <a:ext uri="{FF2B5EF4-FFF2-40B4-BE49-F238E27FC236}">
                <a16:creationId xmlns:a16="http://schemas.microsoft.com/office/drawing/2014/main" id="{44416569-ECF2-4A3C-8D8B-443E4276AEDF}"/>
              </a:ext>
            </a:extLst>
          </p:cNvPr>
          <p:cNvGraphicFramePr>
            <a:graphicFrameLocks noGrp="1"/>
          </p:cNvGraphicFramePr>
          <p:nvPr>
            <p:ph idx="1"/>
          </p:nvPr>
        </p:nvGraphicFramePr>
        <p:xfrm>
          <a:off x="1022099" y="2590249"/>
          <a:ext cx="8155763" cy="3371354"/>
        </p:xfrm>
        <a:graphic>
          <a:graphicData uri="http://schemas.openxmlformats.org/drawingml/2006/table">
            <a:tbl>
              <a:tblPr firstRow="1" bandRow="1">
                <a:tableStyleId>{5C22544A-7EE6-4342-B048-85BDC9FD1C3A}</a:tableStyleId>
              </a:tblPr>
              <a:tblGrid>
                <a:gridCol w="5711441">
                  <a:extLst>
                    <a:ext uri="{9D8B030D-6E8A-4147-A177-3AD203B41FA5}">
                      <a16:colId xmlns:a16="http://schemas.microsoft.com/office/drawing/2014/main" val="3297957586"/>
                    </a:ext>
                  </a:extLst>
                </a:gridCol>
                <a:gridCol w="2444322">
                  <a:extLst>
                    <a:ext uri="{9D8B030D-6E8A-4147-A177-3AD203B41FA5}">
                      <a16:colId xmlns:a16="http://schemas.microsoft.com/office/drawing/2014/main" val="830729237"/>
                    </a:ext>
                  </a:extLst>
                </a:gridCol>
              </a:tblGrid>
              <a:tr h="313460">
                <a:tc>
                  <a:txBody>
                    <a:bodyPr/>
                    <a:lstStyle/>
                    <a:p>
                      <a:pPr algn="ctr"/>
                      <a:r>
                        <a:rPr lang="en-MY" sz="1500" dirty="0">
                          <a:solidFill>
                            <a:schemeClr val="tx1"/>
                          </a:solidFill>
                          <a:latin typeface="Tw Cen MT" panose="020B0602020104020603" pitchFamily="34" charset="0"/>
                        </a:rPr>
                        <a:t>Term &amp; definition</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500" dirty="0">
                          <a:solidFill>
                            <a:schemeClr val="tx1"/>
                          </a:solidFill>
                          <a:latin typeface="Tw Cen MT" panose="020B0602020104020603" pitchFamily="34" charset="0"/>
                        </a:rPr>
                        <a:t>Symbol</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378561"/>
                  </a:ext>
                </a:extLst>
              </a:tr>
              <a:tr h="1488936">
                <a:tc>
                  <a:txBody>
                    <a:bodyPr/>
                    <a:lstStyle/>
                    <a:p>
                      <a:pPr algn="l"/>
                      <a:r>
                        <a:rPr lang="en-MY" sz="1400" b="1" dirty="0">
                          <a:solidFill>
                            <a:srgbClr val="0000FF"/>
                          </a:solidFill>
                          <a:latin typeface="Tw Cen MT" panose="020B0602020104020603" pitchFamily="34" charset="0"/>
                        </a:rPr>
                        <a:t>4. An event</a:t>
                      </a:r>
                    </a:p>
                    <a:p>
                      <a:pPr marL="360000" lvl="1" indent="-288000" algn="just">
                        <a:spcBef>
                          <a:spcPts val="0"/>
                        </a:spcBef>
                        <a:buFont typeface="Courier New" panose="02070309020205020404" pitchFamily="49" charset="0"/>
                        <a:buChar char="o"/>
                      </a:pPr>
                      <a:r>
                        <a:rPr lang="en-MY" sz="1400" dirty="0">
                          <a:solidFill>
                            <a:schemeClr val="tx1"/>
                          </a:solidFill>
                          <a:latin typeface="Tw Cen MT" panose="020B0602020104020603" pitchFamily="34" charset="0"/>
                          <a:cs typeface="Times New Roman" panose="02020603050405020304" pitchFamily="18" charset="0"/>
                        </a:rPr>
                        <a:t>A </a:t>
                      </a:r>
                      <a:r>
                        <a:rPr lang="en-MY" sz="1400" b="1" dirty="0">
                          <a:solidFill>
                            <a:schemeClr val="tx1"/>
                          </a:solidFill>
                          <a:latin typeface="Tw Cen MT" panose="020B0602020104020603" pitchFamily="34" charset="0"/>
                          <a:cs typeface="Times New Roman" panose="02020603050405020304" pitchFamily="18" charset="0"/>
                        </a:rPr>
                        <a:t>nameable occurrence </a:t>
                      </a:r>
                      <a:r>
                        <a:rPr lang="en-MY" sz="1400" dirty="0">
                          <a:solidFill>
                            <a:schemeClr val="tx1"/>
                          </a:solidFill>
                          <a:latin typeface="Tw Cen MT" panose="020B0602020104020603" pitchFamily="34" charset="0"/>
                          <a:cs typeface="Times New Roman" panose="02020603050405020304" pitchFamily="18" charset="0"/>
                        </a:rPr>
                        <a:t>that triggers a change in a state.</a:t>
                      </a:r>
                    </a:p>
                    <a:p>
                      <a:pPr marL="360000" lvl="1" indent="-288000" algn="just">
                        <a:spcBef>
                          <a:spcPts val="0"/>
                        </a:spcBef>
                        <a:buFont typeface="Courier New" panose="02070309020205020404" pitchFamily="49" charset="0"/>
                        <a:buChar char="o"/>
                      </a:pPr>
                      <a:r>
                        <a:rPr lang="en-MY" sz="1400" dirty="0">
                          <a:solidFill>
                            <a:schemeClr val="tx1"/>
                          </a:solidFill>
                          <a:latin typeface="Tw Cen MT" panose="020B0602020104020603" pitchFamily="34" charset="0"/>
                          <a:cs typeface="Times New Roman" panose="02020603050405020304" pitchFamily="18" charset="0"/>
                        </a:rPr>
                        <a:t>Examples of occurrence such as: activity or action taken from an object, or (condition becoming true), or (the passage of a designated period).</a:t>
                      </a:r>
                    </a:p>
                    <a:p>
                      <a:pPr marL="360000" lvl="1" indent="-288000" algn="just">
                        <a:spcBef>
                          <a:spcPts val="0"/>
                        </a:spcBef>
                        <a:buFont typeface="Courier New" panose="02070309020205020404" pitchFamily="49" charset="0"/>
                        <a:buChar char="o"/>
                      </a:pPr>
                      <a:r>
                        <a:rPr lang="en-MY" sz="1400" dirty="0">
                          <a:solidFill>
                            <a:schemeClr val="tx1"/>
                          </a:solidFill>
                          <a:latin typeface="Tw Cen MT" panose="020B0602020104020603" pitchFamily="34" charset="0"/>
                          <a:cs typeface="Times New Roman" panose="02020603050405020304" pitchFamily="18" charset="0"/>
                        </a:rPr>
                        <a:t>It is used to </a:t>
                      </a:r>
                      <a:r>
                        <a:rPr lang="en-MY" sz="1400" b="1" dirty="0">
                          <a:solidFill>
                            <a:schemeClr val="tx1"/>
                          </a:solidFill>
                          <a:latin typeface="Tw Cen MT" panose="020B0602020104020603" pitchFamily="34" charset="0"/>
                          <a:cs typeface="Times New Roman" panose="02020603050405020304" pitchFamily="18" charset="0"/>
                        </a:rPr>
                        <a:t>label</a:t>
                      </a:r>
                      <a:r>
                        <a:rPr lang="en-MY" sz="1400" dirty="0">
                          <a:solidFill>
                            <a:schemeClr val="tx1"/>
                          </a:solidFill>
                          <a:latin typeface="Tw Cen MT" panose="020B0602020104020603" pitchFamily="34" charset="0"/>
                          <a:cs typeface="Times New Roman" panose="02020603050405020304" pitchFamily="18" charset="0"/>
                        </a:rPr>
                        <a:t> a transition which the event name will be </a:t>
                      </a:r>
                      <a:r>
                        <a:rPr lang="en-MY" sz="1400" b="1" dirty="0">
                          <a:solidFill>
                            <a:schemeClr val="tx1"/>
                          </a:solidFill>
                          <a:latin typeface="Tw Cen MT" panose="020B0602020104020603" pitchFamily="34" charset="0"/>
                          <a:cs typeface="Times New Roman" panose="02020603050405020304" pitchFamily="18" charset="0"/>
                        </a:rPr>
                        <a:t>written on the top of arrow</a:t>
                      </a:r>
                      <a:r>
                        <a:rPr lang="en-MY" sz="1400" dirty="0">
                          <a:solidFill>
                            <a:schemeClr val="tx1"/>
                          </a:solidFill>
                          <a:latin typeface="Tw Cen MT" panose="020B0602020104020603" pitchFamily="34" charset="0"/>
                          <a:cs typeface="Times New Roman" panose="02020603050405020304" pitchFamily="18" charset="0"/>
                        </a:rPr>
                        <a:t>.</a:t>
                      </a: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4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133880"/>
                  </a:ext>
                </a:extLst>
              </a:tr>
              <a:tr h="1488936">
                <a:tc>
                  <a:txBody>
                    <a:bodyPr/>
                    <a:lstStyle/>
                    <a:p>
                      <a:pPr algn="l"/>
                      <a:r>
                        <a:rPr lang="en-MY" sz="1400" b="1" dirty="0">
                          <a:solidFill>
                            <a:srgbClr val="0000FF"/>
                          </a:solidFill>
                          <a:latin typeface="Tw Cen MT" panose="020B0602020104020603" pitchFamily="34" charset="0"/>
                        </a:rPr>
                        <a:t>5. A transition arrow</a:t>
                      </a:r>
                    </a:p>
                    <a:p>
                      <a:pPr marL="360000" lvl="1" indent="-288000" algn="just">
                        <a:spcBef>
                          <a:spcPts val="0"/>
                        </a:spcBef>
                        <a:buFont typeface="Courier New" panose="02070309020205020404" pitchFamily="49" charset="0"/>
                        <a:buChar char="o"/>
                      </a:pPr>
                      <a:r>
                        <a:rPr lang="en-MY" sz="1400" kern="1200" dirty="0">
                          <a:solidFill>
                            <a:schemeClr val="dk1"/>
                          </a:solidFill>
                          <a:effectLst/>
                          <a:latin typeface="Tw Cen MT" panose="020B0602020104020603" pitchFamily="34" charset="0"/>
                          <a:ea typeface="+mn-ea"/>
                          <a:cs typeface="+mn-cs"/>
                        </a:rPr>
                        <a:t>An arrow will be used to indicate the transition of an object in an initial state will enter the next state.</a:t>
                      </a:r>
                    </a:p>
                    <a:p>
                      <a:pPr marL="360000" lvl="1" indent="-288000" algn="just">
                        <a:spcBef>
                          <a:spcPts val="0"/>
                        </a:spcBef>
                        <a:buFont typeface="Courier New" panose="02070309020205020404" pitchFamily="49" charset="0"/>
                        <a:buChar char="o"/>
                      </a:pPr>
                      <a:r>
                        <a:rPr lang="en-MY" sz="1400" kern="1200" dirty="0">
                          <a:solidFill>
                            <a:schemeClr val="dk1"/>
                          </a:solidFill>
                          <a:effectLst/>
                          <a:latin typeface="Tw Cen MT" panose="020B0602020104020603" pitchFamily="34" charset="0"/>
                          <a:ea typeface="+mn-ea"/>
                          <a:cs typeface="+mn-cs"/>
                        </a:rPr>
                        <a:t>Is triggered by the occurrence of the event </a:t>
                      </a:r>
                      <a:r>
                        <a:rPr lang="en-MY" sz="1400" kern="1200" dirty="0" err="1">
                          <a:solidFill>
                            <a:schemeClr val="dk1"/>
                          </a:solidFill>
                          <a:effectLst/>
                          <a:latin typeface="Tw Cen MT" panose="020B0602020104020603" pitchFamily="34" charset="0"/>
                          <a:ea typeface="+mn-ea"/>
                          <a:cs typeface="+mn-cs"/>
                        </a:rPr>
                        <a:t>labeling</a:t>
                      </a:r>
                      <a:r>
                        <a:rPr lang="en-MY" sz="1400" kern="1200" dirty="0">
                          <a:solidFill>
                            <a:schemeClr val="dk1"/>
                          </a:solidFill>
                          <a:effectLst/>
                          <a:latin typeface="Tw Cen MT" panose="020B0602020104020603" pitchFamily="34" charset="0"/>
                          <a:ea typeface="+mn-ea"/>
                          <a:cs typeface="+mn-cs"/>
                        </a:rPr>
                        <a:t> the transition.</a:t>
                      </a:r>
                    </a:p>
                    <a:p>
                      <a:pPr marL="360000" lvl="1" indent="-288000" algn="just">
                        <a:spcBef>
                          <a:spcPts val="0"/>
                        </a:spcBef>
                        <a:buFont typeface="Courier New" panose="02070309020205020404" pitchFamily="49" charset="0"/>
                        <a:buChar char="o"/>
                      </a:pPr>
                      <a:r>
                        <a:rPr lang="en-MY" sz="1400" kern="1200" dirty="0">
                          <a:solidFill>
                            <a:schemeClr val="dk1"/>
                          </a:solidFill>
                          <a:effectLst/>
                          <a:latin typeface="Tw Cen MT" panose="020B0602020104020603" pitchFamily="34" charset="0"/>
                          <a:ea typeface="+mn-ea"/>
                          <a:cs typeface="+mn-cs"/>
                        </a:rPr>
                        <a:t>Shown as a solid line with arrow pointing from one state to another (use the </a:t>
                      </a:r>
                      <a:r>
                        <a:rPr lang="en-MY" sz="1400" b="1" kern="1200" dirty="0">
                          <a:solidFill>
                            <a:schemeClr val="dk1"/>
                          </a:solidFill>
                          <a:effectLst/>
                          <a:latin typeface="Tw Cen MT" panose="020B0602020104020603" pitchFamily="34" charset="0"/>
                          <a:ea typeface="+mn-ea"/>
                          <a:cs typeface="+mn-cs"/>
                        </a:rPr>
                        <a:t>directed association</a:t>
                      </a:r>
                      <a:r>
                        <a:rPr lang="en-MY" sz="1400" kern="1200" dirty="0">
                          <a:solidFill>
                            <a:schemeClr val="dk1"/>
                          </a:solidFill>
                          <a:effectLst/>
                          <a:latin typeface="Tw Cen MT" panose="020B0602020104020603" pitchFamily="34" charset="0"/>
                          <a:ea typeface="+mn-ea"/>
                          <a:cs typeface="+mn-cs"/>
                        </a:rPr>
                        <a:t> from </a:t>
                      </a:r>
                      <a:r>
                        <a:rPr lang="en-MY" sz="1400" b="1" kern="1200" dirty="0">
                          <a:solidFill>
                            <a:schemeClr val="dk1"/>
                          </a:solidFill>
                          <a:effectLst/>
                          <a:latin typeface="Tw Cen MT" panose="020B0602020104020603" pitchFamily="34" charset="0"/>
                          <a:ea typeface="+mn-ea"/>
                          <a:cs typeface="+mn-cs"/>
                        </a:rPr>
                        <a:t>class diagram</a:t>
                      </a:r>
                      <a:r>
                        <a:rPr lang="en-MY" sz="1400" kern="1200" dirty="0">
                          <a:solidFill>
                            <a:schemeClr val="dk1"/>
                          </a:solidFill>
                          <a:effectLst/>
                          <a:latin typeface="Tw Cen MT" panose="020B0602020104020603" pitchFamily="34" charset="0"/>
                          <a:ea typeface="+mn-ea"/>
                          <a:cs typeface="+mn-cs"/>
                        </a:rPr>
                        <a:t>) </a:t>
                      </a:r>
                      <a:r>
                        <a:rPr lang="en-MY" sz="1400" kern="1200" dirty="0" err="1">
                          <a:solidFill>
                            <a:schemeClr val="dk1"/>
                          </a:solidFill>
                          <a:effectLst/>
                          <a:latin typeface="Tw Cen MT" panose="020B0602020104020603" pitchFamily="34" charset="0"/>
                          <a:ea typeface="+mn-ea"/>
                          <a:cs typeface="+mn-cs"/>
                        </a:rPr>
                        <a:t>labeled</a:t>
                      </a:r>
                      <a:r>
                        <a:rPr lang="en-MY" sz="1400" kern="1200" dirty="0">
                          <a:solidFill>
                            <a:schemeClr val="dk1"/>
                          </a:solidFill>
                          <a:effectLst/>
                          <a:latin typeface="Tw Cen MT" panose="020B0602020104020603" pitchFamily="34" charset="0"/>
                          <a:ea typeface="+mn-ea"/>
                          <a:cs typeface="+mn-cs"/>
                        </a:rPr>
                        <a:t> by the event name.</a:t>
                      </a:r>
                      <a:endParaRPr lang="en-MY" sz="1400" dirty="0">
                        <a:solidFill>
                          <a:srgbClr val="FF0000"/>
                        </a:solidFill>
                        <a:latin typeface="Tw Cen MT" panose="020B0602020104020603" pitchFamily="34" charset="0"/>
                        <a:cs typeface="Times New Roman" panose="02020603050405020304" pitchFamily="18"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sz="1400" dirty="0">
                        <a:solidFill>
                          <a:schemeClr val="tx1"/>
                        </a:solidFill>
                        <a:latin typeface="Tw Cen MT" panose="020B0602020104020603" pitchFamily="34" charset="0"/>
                      </a:endParaRPr>
                    </a:p>
                  </a:txBody>
                  <a:tcPr marL="75438" marR="75438" marT="37719" marB="37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721930"/>
                  </a:ext>
                </a:extLst>
              </a:tr>
            </a:tbl>
          </a:graphicData>
        </a:graphic>
      </p:graphicFrame>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73</a:t>
            </a:fld>
            <a:endParaRPr lang="en-MY">
              <a:latin typeface="Tw Cen MT" panose="020B0602020104020603" pitchFamily="34" charset="0"/>
            </a:endParaRPr>
          </a:p>
        </p:txBody>
      </p:sp>
      <p:pic>
        <p:nvPicPr>
          <p:cNvPr id="7" name="Picture 6">
            <a:extLst>
              <a:ext uri="{FF2B5EF4-FFF2-40B4-BE49-F238E27FC236}">
                <a16:creationId xmlns:a16="http://schemas.microsoft.com/office/drawing/2014/main" id="{7DA17801-C1C8-4CDF-8897-DFA6252D7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2965" y="4810548"/>
            <a:ext cx="2123336" cy="699314"/>
          </a:xfrm>
          <a:prstGeom prst="rect">
            <a:avLst/>
          </a:prstGeom>
        </p:spPr>
      </p:pic>
      <p:sp>
        <p:nvSpPr>
          <p:cNvPr id="3" name="Rectangle 2">
            <a:extLst>
              <a:ext uri="{FF2B5EF4-FFF2-40B4-BE49-F238E27FC236}">
                <a16:creationId xmlns:a16="http://schemas.microsoft.com/office/drawing/2014/main" id="{18D538CB-84BE-4E20-AC17-B71564BA6AB1}"/>
              </a:ext>
            </a:extLst>
          </p:cNvPr>
          <p:cNvSpPr/>
          <p:nvPr/>
        </p:nvSpPr>
        <p:spPr>
          <a:xfrm>
            <a:off x="7273713" y="5006129"/>
            <a:ext cx="940647" cy="279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8" name="Picture 7">
            <a:extLst>
              <a:ext uri="{FF2B5EF4-FFF2-40B4-BE49-F238E27FC236}">
                <a16:creationId xmlns:a16="http://schemas.microsoft.com/office/drawing/2014/main" id="{A3FBB3F0-F11B-434B-A908-94AB636F4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2870" y="2986392"/>
            <a:ext cx="2283526" cy="613424"/>
          </a:xfrm>
          <a:prstGeom prst="rect">
            <a:avLst/>
          </a:prstGeom>
        </p:spPr>
      </p:pic>
      <p:sp>
        <p:nvSpPr>
          <p:cNvPr id="9" name="Rectangle 8">
            <a:extLst>
              <a:ext uri="{FF2B5EF4-FFF2-40B4-BE49-F238E27FC236}">
                <a16:creationId xmlns:a16="http://schemas.microsoft.com/office/drawing/2014/main" id="{702072B3-D288-4686-9899-89521530372B}"/>
              </a:ext>
            </a:extLst>
          </p:cNvPr>
          <p:cNvSpPr/>
          <p:nvPr/>
        </p:nvSpPr>
        <p:spPr>
          <a:xfrm>
            <a:off x="7369175" y="3009074"/>
            <a:ext cx="749724" cy="1949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pic>
        <p:nvPicPr>
          <p:cNvPr id="11" name="Picture 10">
            <a:extLst>
              <a:ext uri="{FF2B5EF4-FFF2-40B4-BE49-F238E27FC236}">
                <a16:creationId xmlns:a16="http://schemas.microsoft.com/office/drawing/2014/main" id="{5F9BA82D-CA48-42AD-BC9C-AAA7763C23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2870" y="3704898"/>
            <a:ext cx="2283526" cy="613424"/>
          </a:xfrm>
          <a:prstGeom prst="rect">
            <a:avLst/>
          </a:prstGeom>
        </p:spPr>
      </p:pic>
      <p:sp>
        <p:nvSpPr>
          <p:cNvPr id="12" name="Rectangle 11">
            <a:extLst>
              <a:ext uri="{FF2B5EF4-FFF2-40B4-BE49-F238E27FC236}">
                <a16:creationId xmlns:a16="http://schemas.microsoft.com/office/drawing/2014/main" id="{41FC6A7D-01DA-4BD8-B78D-3D8B91638CA3}"/>
              </a:ext>
            </a:extLst>
          </p:cNvPr>
          <p:cNvSpPr/>
          <p:nvPr/>
        </p:nvSpPr>
        <p:spPr>
          <a:xfrm>
            <a:off x="7273714" y="4079718"/>
            <a:ext cx="698500" cy="2386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
        <p:nvSpPr>
          <p:cNvPr id="6" name="Rectangle 5">
            <a:extLst>
              <a:ext uri="{FF2B5EF4-FFF2-40B4-BE49-F238E27FC236}">
                <a16:creationId xmlns:a16="http://schemas.microsoft.com/office/drawing/2014/main" id="{7895C959-1F28-4B9D-90C8-D6CBAF2ACC84}"/>
              </a:ext>
            </a:extLst>
          </p:cNvPr>
          <p:cNvSpPr/>
          <p:nvPr/>
        </p:nvSpPr>
        <p:spPr>
          <a:xfrm>
            <a:off x="7959175" y="3941761"/>
            <a:ext cx="1098973" cy="8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485"/>
          </a:p>
        </p:txBody>
      </p:sp>
    </p:spTree>
    <p:extLst>
      <p:ext uri="{BB962C8B-B14F-4D97-AF65-F5344CB8AC3E}">
        <p14:creationId xmlns:p14="http://schemas.microsoft.com/office/powerpoint/2010/main" val="19848222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154853" y="533400"/>
            <a:ext cx="7721257" cy="878800"/>
          </a:xfrm>
        </p:spPr>
        <p:txBody>
          <a:bodyPr>
            <a:normAutofit fontScale="90000"/>
          </a:bodyPr>
          <a:lstStyle/>
          <a:p>
            <a:r>
              <a:rPr lang="en-MY" dirty="0">
                <a:latin typeface="Tw Cen MT" panose="020B0602020104020603" pitchFamily="34" charset="0"/>
              </a:rPr>
              <a:t>EXAMPLE OF A BEHAVIORAL STATE MACHINE DIAGRAM</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74</a:t>
            </a:fld>
            <a:endParaRPr lang="en-MY">
              <a:latin typeface="Tw Cen MT" panose="020B0602020104020603" pitchFamily="34" charset="0"/>
            </a:endParaRPr>
          </a:p>
        </p:txBody>
      </p:sp>
      <p:pic>
        <p:nvPicPr>
          <p:cNvPr id="8" name="Picture 7">
            <a:extLst>
              <a:ext uri="{FF2B5EF4-FFF2-40B4-BE49-F238E27FC236}">
                <a16:creationId xmlns:a16="http://schemas.microsoft.com/office/drawing/2014/main" id="{D1318A92-9D6F-4DF4-BC8B-F3E78C4164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867311"/>
            <a:ext cx="5715000" cy="5540833"/>
          </a:xfrm>
          <a:prstGeom prst="rect">
            <a:avLst/>
          </a:prstGeom>
        </p:spPr>
      </p:pic>
    </p:spTree>
    <p:extLst>
      <p:ext uri="{BB962C8B-B14F-4D97-AF65-F5344CB8AC3E}">
        <p14:creationId xmlns:p14="http://schemas.microsoft.com/office/powerpoint/2010/main" val="2846454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662776"/>
            <a:ext cx="6798295" cy="980694"/>
          </a:xfrm>
        </p:spPr>
        <p:txBody>
          <a:bodyPr>
            <a:normAutofit fontScale="90000"/>
          </a:bodyPr>
          <a:lstStyle/>
          <a:p>
            <a:r>
              <a:rPr lang="en-MY" dirty="0">
                <a:latin typeface="Tw Cen MT" panose="020B0602020104020603" pitchFamily="34" charset="0"/>
              </a:rPr>
              <a:t>CREATING A BEHAVIORAL STATE MACHINE DIAGRAM</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3297574"/>
            <a:ext cx="6798295" cy="3408026"/>
          </a:xfrm>
        </p:spPr>
        <p:txBody>
          <a:bodyPr>
            <a:noAutofit/>
          </a:bodyPr>
          <a:lstStyle/>
          <a:p>
            <a:pPr algn="just">
              <a:spcBef>
                <a:spcPts val="248"/>
              </a:spcBef>
            </a:pPr>
            <a:r>
              <a:rPr lang="en-MY" sz="3600" b="1" dirty="0">
                <a:solidFill>
                  <a:srgbClr val="0000FF"/>
                </a:solidFill>
                <a:latin typeface="Tw Cen MT" panose="020B0602020104020603" pitchFamily="34" charset="0"/>
              </a:rPr>
              <a:t>Steps in creating a behavioural state machine diagram</a:t>
            </a:r>
          </a:p>
          <a:p>
            <a:pPr marL="377190" indent="-377190" algn="just">
              <a:spcBef>
                <a:spcPts val="248"/>
              </a:spcBef>
              <a:buFont typeface="+mj-lt"/>
              <a:buAutoNum type="arabicPeriod"/>
            </a:pPr>
            <a:r>
              <a:rPr lang="en-MY" sz="3600" dirty="0">
                <a:solidFill>
                  <a:schemeClr val="tx1"/>
                </a:solidFill>
                <a:latin typeface="Tw Cen MT" panose="020B0602020104020603" pitchFamily="34" charset="0"/>
              </a:rPr>
              <a:t>Identify the states</a:t>
            </a:r>
          </a:p>
          <a:p>
            <a:pPr marL="377190" indent="-377190" algn="just">
              <a:spcBef>
                <a:spcPts val="248"/>
              </a:spcBef>
              <a:buFont typeface="+mj-lt"/>
              <a:buAutoNum type="arabicPeriod"/>
            </a:pPr>
            <a:r>
              <a:rPr lang="en-MY" sz="3600" dirty="0">
                <a:solidFill>
                  <a:schemeClr val="tx1"/>
                </a:solidFill>
                <a:latin typeface="Tw Cen MT" panose="020B0602020104020603" pitchFamily="34" charset="0"/>
              </a:rPr>
              <a:t>Identify the transitions</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75</a:t>
            </a:fld>
            <a:endParaRPr lang="en-MY">
              <a:latin typeface="Tw Cen MT" panose="020B0602020104020603" pitchFamily="34" charset="0"/>
            </a:endParaRPr>
          </a:p>
        </p:txBody>
      </p:sp>
    </p:spTree>
    <p:extLst>
      <p:ext uri="{BB962C8B-B14F-4D97-AF65-F5344CB8AC3E}">
        <p14:creationId xmlns:p14="http://schemas.microsoft.com/office/powerpoint/2010/main" val="36537222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1290243"/>
            <a:ext cx="6798295" cy="980694"/>
          </a:xfrm>
        </p:spPr>
        <p:txBody>
          <a:bodyPr>
            <a:normAutofit/>
          </a:bodyPr>
          <a:lstStyle/>
          <a:p>
            <a:r>
              <a:rPr lang="en-MY" dirty="0">
                <a:latin typeface="Tw Cen MT" panose="020B0602020104020603" pitchFamily="34" charset="0"/>
              </a:rPr>
              <a:t>LETS TRY TO DRAW</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2583785"/>
            <a:ext cx="7202513" cy="3408026"/>
          </a:xfrm>
        </p:spPr>
        <p:txBody>
          <a:bodyPr>
            <a:noAutofit/>
          </a:bodyPr>
          <a:lstStyle/>
          <a:p>
            <a:pPr algn="just">
              <a:spcBef>
                <a:spcPts val="248"/>
              </a:spcBef>
            </a:pPr>
            <a:r>
              <a:rPr lang="en-MY" b="1" dirty="0">
                <a:solidFill>
                  <a:srgbClr val="0000FF"/>
                </a:solidFill>
                <a:latin typeface="Tw Cen MT" panose="020B0602020104020603" pitchFamily="34" charset="0"/>
              </a:rPr>
              <a:t>Create a </a:t>
            </a:r>
            <a:r>
              <a:rPr lang="en-MY" b="1" dirty="0" err="1">
                <a:solidFill>
                  <a:srgbClr val="0000FF"/>
                </a:solidFill>
                <a:latin typeface="Tw Cen MT" panose="020B0602020104020603" pitchFamily="34" charset="0"/>
              </a:rPr>
              <a:t>behavioral</a:t>
            </a:r>
            <a:r>
              <a:rPr lang="en-MY" b="1" dirty="0">
                <a:solidFill>
                  <a:srgbClr val="0000FF"/>
                </a:solidFill>
                <a:latin typeface="Tw Cen MT" panose="020B0602020104020603" pitchFamily="34" charset="0"/>
              </a:rPr>
              <a:t> state machine diagram that illustrate the following example of states.</a:t>
            </a:r>
          </a:p>
          <a:p>
            <a:pPr algn="just">
              <a:spcBef>
                <a:spcPts val="248"/>
              </a:spcBef>
            </a:pPr>
            <a:endParaRPr lang="en-MY" dirty="0">
              <a:solidFill>
                <a:schemeClr val="tx1"/>
              </a:solidFill>
              <a:latin typeface="Tw Cen MT" panose="020B0602020104020603" pitchFamily="34" charset="0"/>
            </a:endParaRPr>
          </a:p>
          <a:p>
            <a:pPr algn="just">
              <a:spcBef>
                <a:spcPts val="248"/>
              </a:spcBef>
            </a:pPr>
            <a:r>
              <a:rPr lang="en-MY" i="1" dirty="0">
                <a:solidFill>
                  <a:schemeClr val="tx1"/>
                </a:solidFill>
                <a:latin typeface="Tw Cen MT" panose="020B0602020104020603" pitchFamily="34" charset="0"/>
              </a:rPr>
              <a:t>The life of an Order of Tune Source Digital Music Project:</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Customer adds items to shopping cart.</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Customer checks out and submits purchase once he/she is finished.</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Purchase is pending while payment is authorized.</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Payment is approved.</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Purchase is pending for final customer approved.</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Customer confirms the purchase.</a:t>
            </a:r>
          </a:p>
          <a:p>
            <a:pPr marL="377190" indent="-297000" algn="just">
              <a:spcBef>
                <a:spcPts val="248"/>
              </a:spcBef>
              <a:buFont typeface="+mj-lt"/>
              <a:buAutoNum type="arabicPeriod"/>
            </a:pPr>
            <a:r>
              <a:rPr lang="en-MY" dirty="0">
                <a:solidFill>
                  <a:schemeClr val="tx1"/>
                </a:solidFill>
                <a:latin typeface="Tw Cen MT" panose="020B0602020104020603" pitchFamily="34" charset="0"/>
              </a:rPr>
              <a:t>The download is release.</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76</a:t>
            </a:fld>
            <a:endParaRPr lang="en-MY">
              <a:latin typeface="Tw Cen MT" panose="020B0602020104020603" pitchFamily="34" charset="0"/>
            </a:endParaRPr>
          </a:p>
        </p:txBody>
      </p:sp>
    </p:spTree>
    <p:extLst>
      <p:ext uri="{BB962C8B-B14F-4D97-AF65-F5344CB8AC3E}">
        <p14:creationId xmlns:p14="http://schemas.microsoft.com/office/powerpoint/2010/main" val="1127858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381000"/>
            <a:ext cx="6798295" cy="980694"/>
          </a:xfrm>
        </p:spPr>
        <p:txBody>
          <a:bodyPr>
            <a:normAutofit/>
          </a:bodyPr>
          <a:lstStyle/>
          <a:p>
            <a:r>
              <a:rPr lang="en-MY" dirty="0">
                <a:latin typeface="Tw Cen MT" panose="020B0602020104020603" pitchFamily="34" charset="0"/>
              </a:rPr>
              <a:t>LETS TRY TO DRAW</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690027" y="1600200"/>
            <a:ext cx="6798295" cy="3990013"/>
          </a:xfrm>
        </p:spPr>
        <p:txBody>
          <a:bodyPr>
            <a:noAutofit/>
          </a:bodyPr>
          <a:lstStyle/>
          <a:p>
            <a:pPr algn="just">
              <a:spcBef>
                <a:spcPts val="248"/>
              </a:spcBef>
            </a:pPr>
            <a:r>
              <a:rPr lang="en-MY" b="1" dirty="0">
                <a:solidFill>
                  <a:srgbClr val="0000FF"/>
                </a:solidFill>
                <a:latin typeface="Tw Cen MT" panose="020B0602020104020603" pitchFamily="34" charset="0"/>
              </a:rPr>
              <a:t>Create a </a:t>
            </a:r>
            <a:r>
              <a:rPr lang="en-MY" b="1" dirty="0" err="1">
                <a:solidFill>
                  <a:srgbClr val="0000FF"/>
                </a:solidFill>
                <a:latin typeface="Tw Cen MT" panose="020B0602020104020603" pitchFamily="34" charset="0"/>
              </a:rPr>
              <a:t>behavioral</a:t>
            </a:r>
            <a:r>
              <a:rPr lang="en-MY" b="1" dirty="0">
                <a:solidFill>
                  <a:srgbClr val="0000FF"/>
                </a:solidFill>
                <a:latin typeface="Tw Cen MT" panose="020B0602020104020603" pitchFamily="34" charset="0"/>
              </a:rPr>
              <a:t> state machine diagram that illustrate the following example of states.</a:t>
            </a:r>
          </a:p>
          <a:p>
            <a:pPr algn="just">
              <a:spcBef>
                <a:spcPts val="248"/>
              </a:spcBef>
            </a:pPr>
            <a:endParaRPr lang="en-MY" dirty="0">
              <a:solidFill>
                <a:schemeClr val="tx1"/>
              </a:solidFill>
              <a:latin typeface="Tw Cen MT" panose="020B0602020104020603" pitchFamily="34" charset="0"/>
            </a:endParaRPr>
          </a:p>
          <a:p>
            <a:pPr algn="just">
              <a:spcBef>
                <a:spcPts val="248"/>
              </a:spcBef>
            </a:pPr>
            <a:r>
              <a:rPr lang="en-MY" b="1" i="1" dirty="0">
                <a:solidFill>
                  <a:srgbClr val="FF0000"/>
                </a:solidFill>
                <a:latin typeface="Tw Cen MT" panose="020B0602020104020603" pitchFamily="34" charset="0"/>
              </a:rPr>
              <a:t>The life of an Order of Tune Source Digital Music Project: (</a:t>
            </a:r>
            <a:r>
              <a:rPr lang="en-MY" b="1" dirty="0">
                <a:solidFill>
                  <a:srgbClr val="FF0000"/>
                </a:solidFill>
                <a:latin typeface="Tw Cen MT" panose="020B0602020104020603" pitchFamily="34" charset="0"/>
              </a:rPr>
              <a:t>Answer)</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77</a:t>
            </a:fld>
            <a:endParaRPr lang="en-MY">
              <a:latin typeface="Tw Cen MT" panose="020B0602020104020603" pitchFamily="34" charset="0"/>
            </a:endParaRPr>
          </a:p>
        </p:txBody>
      </p:sp>
      <p:pic>
        <p:nvPicPr>
          <p:cNvPr id="6" name="Picture 5">
            <a:extLst>
              <a:ext uri="{FF2B5EF4-FFF2-40B4-BE49-F238E27FC236}">
                <a16:creationId xmlns:a16="http://schemas.microsoft.com/office/drawing/2014/main" id="{A0FD3EF6-2D51-41B1-926B-C15BF5E182D3}"/>
              </a:ext>
            </a:extLst>
          </p:cNvPr>
          <p:cNvPicPr>
            <a:picLocks noChangeAspect="1"/>
          </p:cNvPicPr>
          <p:nvPr/>
        </p:nvPicPr>
        <p:blipFill>
          <a:blip r:embed="rId3"/>
          <a:stretch>
            <a:fillRect/>
          </a:stretch>
        </p:blipFill>
        <p:spPr>
          <a:xfrm>
            <a:off x="838200" y="3751488"/>
            <a:ext cx="8686800" cy="3408026"/>
          </a:xfrm>
          <a:prstGeom prst="rect">
            <a:avLst/>
          </a:prstGeom>
        </p:spPr>
      </p:pic>
    </p:spTree>
    <p:extLst>
      <p:ext uri="{BB962C8B-B14F-4D97-AF65-F5344CB8AC3E}">
        <p14:creationId xmlns:p14="http://schemas.microsoft.com/office/powerpoint/2010/main" val="5034140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75FE-DE8D-4860-B82D-74AD128860DA}"/>
              </a:ext>
            </a:extLst>
          </p:cNvPr>
          <p:cNvSpPr>
            <a:spLocks noGrp="1"/>
          </p:cNvSpPr>
          <p:nvPr>
            <p:ph type="title"/>
          </p:nvPr>
        </p:nvSpPr>
        <p:spPr>
          <a:xfrm>
            <a:off x="1712887" y="457200"/>
            <a:ext cx="6798295" cy="980694"/>
          </a:xfrm>
        </p:spPr>
        <p:txBody>
          <a:bodyPr>
            <a:normAutofit fontScale="90000"/>
          </a:bodyPr>
          <a:lstStyle/>
          <a:p>
            <a:r>
              <a:rPr lang="en-MY" dirty="0">
                <a:solidFill>
                  <a:schemeClr val="tx1"/>
                </a:solidFill>
                <a:latin typeface="Tw Cen MT" panose="020B0602020104020603" pitchFamily="34" charset="0"/>
              </a:rPr>
              <a:t>SUMMARY OF MAJOR UML DIAGRAMMING</a:t>
            </a:r>
          </a:p>
        </p:txBody>
      </p:sp>
      <p:sp>
        <p:nvSpPr>
          <p:cNvPr id="3" name="Content Placeholder 2">
            <a:extLst>
              <a:ext uri="{FF2B5EF4-FFF2-40B4-BE49-F238E27FC236}">
                <a16:creationId xmlns:a16="http://schemas.microsoft.com/office/drawing/2014/main" id="{2A92C4A9-19C6-4974-AA80-54922E71CFED}"/>
              </a:ext>
            </a:extLst>
          </p:cNvPr>
          <p:cNvSpPr>
            <a:spLocks noGrp="1"/>
          </p:cNvSpPr>
          <p:nvPr>
            <p:ph idx="1"/>
          </p:nvPr>
        </p:nvSpPr>
        <p:spPr>
          <a:xfrm>
            <a:off x="1712887" y="1828800"/>
            <a:ext cx="6798295" cy="4284085"/>
          </a:xfrm>
        </p:spPr>
        <p:txBody>
          <a:bodyPr>
            <a:noAutofit/>
          </a:bodyPr>
          <a:lstStyle/>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UML is a standard set of diagramming techniques for object-oriented system analysis and design.</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It exposes the analyst to use object-oriented approach in viewing a system as a collection of self-contained objects that have both data and process.</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Objects are grouped into classes which are collection of objects that share common properties (attributes) and methods (operations).</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Objects communicate with each other by sending messages, which trigger methods.</a:t>
            </a:r>
          </a:p>
          <a:p>
            <a:pPr marL="342900" indent="-342900" algn="just">
              <a:spcBef>
                <a:spcPts val="248"/>
              </a:spcBef>
              <a:buFont typeface="Arial" panose="020B0604020202020204" pitchFamily="34" charset="0"/>
              <a:buChar char="•"/>
            </a:pPr>
            <a:r>
              <a:rPr lang="en-MY" dirty="0">
                <a:solidFill>
                  <a:schemeClr val="tx1"/>
                </a:solidFill>
                <a:latin typeface="Tw Cen MT" panose="020B0602020104020603" pitchFamily="34" charset="0"/>
              </a:rPr>
              <a:t>The major UML diagramming such as use case diagram, sequence diagram, class diagram, and </a:t>
            </a:r>
            <a:r>
              <a:rPr lang="en-MY" dirty="0" err="1">
                <a:solidFill>
                  <a:schemeClr val="tx1"/>
                </a:solidFill>
                <a:latin typeface="Tw Cen MT" panose="020B0602020104020603" pitchFamily="34" charset="0"/>
              </a:rPr>
              <a:t>behavioral</a:t>
            </a:r>
            <a:r>
              <a:rPr lang="en-MY" dirty="0">
                <a:solidFill>
                  <a:schemeClr val="tx1"/>
                </a:solidFill>
                <a:latin typeface="Tw Cen MT" panose="020B0602020104020603" pitchFamily="34" charset="0"/>
              </a:rPr>
              <a:t> state machine diagram.</a:t>
            </a:r>
          </a:p>
        </p:txBody>
      </p:sp>
      <p:sp>
        <p:nvSpPr>
          <p:cNvPr id="4" name="Slide Number Placeholder 3">
            <a:extLst>
              <a:ext uri="{FF2B5EF4-FFF2-40B4-BE49-F238E27FC236}">
                <a16:creationId xmlns:a16="http://schemas.microsoft.com/office/drawing/2014/main" id="{00340B17-8375-4F19-A840-1203B242C38D}"/>
              </a:ext>
            </a:extLst>
          </p:cNvPr>
          <p:cNvSpPr>
            <a:spLocks noGrp="1"/>
          </p:cNvSpPr>
          <p:nvPr>
            <p:ph type="sldNum" sz="quarter" idx="12"/>
          </p:nvPr>
        </p:nvSpPr>
        <p:spPr/>
        <p:txBody>
          <a:bodyPr/>
          <a:lstStyle/>
          <a:p>
            <a:fld id="{812DB1C3-3C1A-4295-AE03-F5E9BFC8467C}" type="slidenum">
              <a:rPr lang="en-MY" smtClean="0">
                <a:latin typeface="Tw Cen MT" panose="020B0602020104020603" pitchFamily="34" charset="0"/>
              </a:rPr>
              <a:t>78</a:t>
            </a:fld>
            <a:endParaRPr lang="en-MY">
              <a:latin typeface="Tw Cen MT" panose="020B0602020104020603" pitchFamily="34" charset="0"/>
            </a:endParaRPr>
          </a:p>
        </p:txBody>
      </p:sp>
    </p:spTree>
    <p:extLst>
      <p:ext uri="{BB962C8B-B14F-4D97-AF65-F5344CB8AC3E}">
        <p14:creationId xmlns:p14="http://schemas.microsoft.com/office/powerpoint/2010/main" val="6202897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1057275"/>
            <a:ext cx="10058400" cy="565785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3" name="Freeform 3"/>
          <p:cNvSpPr/>
          <p:nvPr/>
        </p:nvSpPr>
        <p:spPr>
          <a:xfrm rot="11019623">
            <a:off x="5173927" y="-4063205"/>
            <a:ext cx="13220011" cy="13565310"/>
          </a:xfrm>
          <a:custGeom>
            <a:avLst/>
            <a:gdLst/>
            <a:ahLst/>
            <a:cxnLst/>
            <a:rect l="l" t="t" r="r" b="b"/>
            <a:pathLst>
              <a:path w="24036383" h="24664199">
                <a:moveTo>
                  <a:pt x="0" y="0"/>
                </a:moveTo>
                <a:lnTo>
                  <a:pt x="24036383" y="0"/>
                </a:lnTo>
                <a:lnTo>
                  <a:pt x="24036383" y="24664198"/>
                </a:lnTo>
                <a:lnTo>
                  <a:pt x="0" y="246641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4" name="Freeform 4"/>
          <p:cNvSpPr/>
          <p:nvPr/>
        </p:nvSpPr>
        <p:spPr>
          <a:xfrm flipH="1">
            <a:off x="-2339784" y="5169110"/>
            <a:ext cx="6534877" cy="1960463"/>
          </a:xfrm>
          <a:custGeom>
            <a:avLst/>
            <a:gdLst/>
            <a:ahLst/>
            <a:cxnLst/>
            <a:rect l="l" t="t" r="r" b="b"/>
            <a:pathLst>
              <a:path w="11881594" h="3564478">
                <a:moveTo>
                  <a:pt x="11881594" y="0"/>
                </a:moveTo>
                <a:lnTo>
                  <a:pt x="0" y="0"/>
                </a:lnTo>
                <a:lnTo>
                  <a:pt x="0" y="3564478"/>
                </a:lnTo>
                <a:lnTo>
                  <a:pt x="11881594" y="3564478"/>
                </a:lnTo>
                <a:lnTo>
                  <a:pt x="1188159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5" name="Freeform 5"/>
          <p:cNvSpPr/>
          <p:nvPr/>
        </p:nvSpPr>
        <p:spPr>
          <a:xfrm>
            <a:off x="1" y="3471755"/>
            <a:ext cx="2887933" cy="3243372"/>
          </a:xfrm>
          <a:custGeom>
            <a:avLst/>
            <a:gdLst/>
            <a:ahLst/>
            <a:cxnLst/>
            <a:rect l="l" t="t" r="r" b="b"/>
            <a:pathLst>
              <a:path w="5250788" h="5897039">
                <a:moveTo>
                  <a:pt x="0" y="0"/>
                </a:moveTo>
                <a:lnTo>
                  <a:pt x="5250788" y="0"/>
                </a:lnTo>
                <a:lnTo>
                  <a:pt x="5250788" y="5897039"/>
                </a:lnTo>
                <a:lnTo>
                  <a:pt x="0" y="5897039"/>
                </a:lnTo>
                <a:lnTo>
                  <a:pt x="0" y="0"/>
                </a:lnTo>
                <a:close/>
              </a:path>
            </a:pathLst>
          </a:custGeom>
          <a:blipFill>
            <a:blip r:embed="rId7">
              <a:alphaModFix amt="13000"/>
            </a:blip>
            <a:stretch>
              <a:fillRect/>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6" name="Freeform 6"/>
          <p:cNvSpPr/>
          <p:nvPr/>
        </p:nvSpPr>
        <p:spPr>
          <a:xfrm>
            <a:off x="3023282" y="2750932"/>
            <a:ext cx="3695243" cy="2263140"/>
          </a:xfrm>
          <a:custGeom>
            <a:avLst/>
            <a:gdLst/>
            <a:ahLst/>
            <a:cxnLst/>
            <a:rect l="l" t="t" r="r" b="b"/>
            <a:pathLst>
              <a:path w="6718623" h="4114800">
                <a:moveTo>
                  <a:pt x="0" y="0"/>
                </a:moveTo>
                <a:lnTo>
                  <a:pt x="6718622" y="0"/>
                </a:lnTo>
                <a:lnTo>
                  <a:pt x="671862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7" name="Freeform 7"/>
          <p:cNvSpPr/>
          <p:nvPr/>
        </p:nvSpPr>
        <p:spPr>
          <a:xfrm>
            <a:off x="2232906" y="2563963"/>
            <a:ext cx="1244767" cy="1507977"/>
          </a:xfrm>
          <a:custGeom>
            <a:avLst/>
            <a:gdLst/>
            <a:ahLst/>
            <a:cxnLst/>
            <a:rect l="l" t="t" r="r" b="b"/>
            <a:pathLst>
              <a:path w="2263211" h="2741775">
                <a:moveTo>
                  <a:pt x="0" y="0"/>
                </a:moveTo>
                <a:lnTo>
                  <a:pt x="2263211" y="0"/>
                </a:lnTo>
                <a:lnTo>
                  <a:pt x="2263211" y="2741776"/>
                </a:lnTo>
                <a:lnTo>
                  <a:pt x="0" y="274177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8" name="Freeform 8"/>
          <p:cNvSpPr/>
          <p:nvPr/>
        </p:nvSpPr>
        <p:spPr>
          <a:xfrm>
            <a:off x="6042699" y="4071939"/>
            <a:ext cx="1025519" cy="1424333"/>
          </a:xfrm>
          <a:custGeom>
            <a:avLst/>
            <a:gdLst/>
            <a:ahLst/>
            <a:cxnLst/>
            <a:rect l="l" t="t" r="r" b="b"/>
            <a:pathLst>
              <a:path w="1864579" h="2589694">
                <a:moveTo>
                  <a:pt x="0" y="0"/>
                </a:moveTo>
                <a:lnTo>
                  <a:pt x="1864580" y="0"/>
                </a:lnTo>
                <a:lnTo>
                  <a:pt x="1864580" y="2589693"/>
                </a:lnTo>
                <a:lnTo>
                  <a:pt x="0" y="25896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endParaRPr lang="en-MY"/>
          </a:p>
        </p:txBody>
      </p:sp>
      <p:sp>
        <p:nvSpPr>
          <p:cNvPr id="9" name="TextBox 9"/>
          <p:cNvSpPr txBox="1"/>
          <p:nvPr/>
        </p:nvSpPr>
        <p:spPr>
          <a:xfrm>
            <a:off x="3701378" y="3386055"/>
            <a:ext cx="2341321" cy="1056058"/>
          </a:xfrm>
          <a:prstGeom prst="rect">
            <a:avLst/>
          </a:prstGeom>
        </p:spPr>
        <p:txBody>
          <a:bodyPr wrap="square" lIns="0" tIns="0" rIns="0" bIns="0" rtlCol="0" anchor="t">
            <a:spAutoFit/>
          </a:bodyPr>
          <a:lstStyle>
            <a:defPPr>
              <a:defRPr lang="en-US"/>
            </a:defPPr>
            <a:lvl1pPr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1pPr>
            <a:lvl2pPr marL="509412"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2pPr>
            <a:lvl3pPr marL="1018824"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3pPr>
            <a:lvl4pPr marL="1528237"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4pPr>
            <a:lvl5pPr marL="2037649" algn="l" defTabSz="509412" rtl="0" eaLnBrk="0" fontAlgn="base" hangingPunct="0">
              <a:spcBef>
                <a:spcPct val="0"/>
              </a:spcBef>
              <a:spcAft>
                <a:spcPct val="0"/>
              </a:spcAft>
              <a:defRPr kern="1200">
                <a:solidFill>
                  <a:schemeClr val="tx1"/>
                </a:solidFill>
                <a:latin typeface="Rockwell" panose="02060603020205020403" pitchFamily="18" charset="0"/>
                <a:ea typeface="+mn-ea"/>
                <a:cs typeface="+mn-cs"/>
              </a:defRPr>
            </a:lvl5pPr>
            <a:lvl6pPr marL="2547061" algn="l" defTabSz="1018824" rtl="0" eaLnBrk="1" latinLnBrk="0" hangingPunct="1">
              <a:defRPr kern="1200">
                <a:solidFill>
                  <a:schemeClr val="tx1"/>
                </a:solidFill>
                <a:latin typeface="Rockwell" panose="02060603020205020403" pitchFamily="18" charset="0"/>
                <a:ea typeface="+mn-ea"/>
                <a:cs typeface="+mn-cs"/>
              </a:defRPr>
            </a:lvl6pPr>
            <a:lvl7pPr marL="3056473" algn="l" defTabSz="1018824" rtl="0" eaLnBrk="1" latinLnBrk="0" hangingPunct="1">
              <a:defRPr kern="1200">
                <a:solidFill>
                  <a:schemeClr val="tx1"/>
                </a:solidFill>
                <a:latin typeface="Rockwell" panose="02060603020205020403" pitchFamily="18" charset="0"/>
                <a:ea typeface="+mn-ea"/>
                <a:cs typeface="+mn-cs"/>
              </a:defRPr>
            </a:lvl7pPr>
            <a:lvl8pPr marL="3565886" algn="l" defTabSz="1018824" rtl="0" eaLnBrk="1" latinLnBrk="0" hangingPunct="1">
              <a:defRPr kern="1200">
                <a:solidFill>
                  <a:schemeClr val="tx1"/>
                </a:solidFill>
                <a:latin typeface="Rockwell" panose="02060603020205020403" pitchFamily="18" charset="0"/>
                <a:ea typeface="+mn-ea"/>
                <a:cs typeface="+mn-cs"/>
              </a:defRPr>
            </a:lvl8pPr>
            <a:lvl9pPr marL="4075298" algn="l" defTabSz="1018824" rtl="0" eaLnBrk="1" latinLnBrk="0" hangingPunct="1">
              <a:defRPr kern="1200">
                <a:solidFill>
                  <a:schemeClr val="tx1"/>
                </a:solidFill>
                <a:latin typeface="Rockwell" panose="02060603020205020403" pitchFamily="18" charset="0"/>
                <a:ea typeface="+mn-ea"/>
                <a:cs typeface="+mn-cs"/>
              </a:defRPr>
            </a:lvl9pPr>
          </a:lstStyle>
          <a:p>
            <a:pPr algn="ctr">
              <a:lnSpc>
                <a:spcPts val="4096"/>
              </a:lnSpc>
            </a:pPr>
            <a:r>
              <a:rPr lang="en-US" sz="4016" dirty="0">
                <a:solidFill>
                  <a:srgbClr val="000000"/>
                </a:solidFill>
                <a:latin typeface="Paytone One Bold"/>
              </a:rPr>
              <a:t>Question Time</a:t>
            </a:r>
          </a:p>
        </p:txBody>
      </p:sp>
    </p:spTree>
    <p:extLst>
      <p:ext uri="{BB962C8B-B14F-4D97-AF65-F5344CB8AC3E}">
        <p14:creationId xmlns:p14="http://schemas.microsoft.com/office/powerpoint/2010/main" val="29719534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EE190EC47C3646B3B75441771ECE24" ma:contentTypeVersion="10" ma:contentTypeDescription="Create a new document." ma:contentTypeScope="" ma:versionID="d213bd25f16a5f70b8516fe891d4082d">
  <xsd:schema xmlns:xsd="http://www.w3.org/2001/XMLSchema" xmlns:xs="http://www.w3.org/2001/XMLSchema" xmlns:p="http://schemas.microsoft.com/office/2006/metadata/properties" xmlns:ns3="004b1a65-5906-45b5-aebc-40e07deae0da" targetNamespace="http://schemas.microsoft.com/office/2006/metadata/properties" ma:root="true" ma:fieldsID="e01d3705280bd06716e815dc64edccb6" ns3:_="">
    <xsd:import namespace="004b1a65-5906-45b5-aebc-40e07deae0d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_activity"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4b1a65-5906-45b5-aebc-40e07deae0d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04b1a65-5906-45b5-aebc-40e07deae0d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443D31-3EF8-4954-9A1E-B1F167AF0B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4b1a65-5906-45b5-aebc-40e07deae0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6D820CF-3C8B-4600-9B1F-9829EBE6AEB6}">
  <ds:schemaRefs>
    <ds:schemaRef ds:uri="http://schemas.microsoft.com/office/2006/documentManagement/types"/>
    <ds:schemaRef ds:uri="http://purl.org/dc/elements/1.1/"/>
    <ds:schemaRef ds:uri="004b1a65-5906-45b5-aebc-40e07deae0da"/>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03BEA642-6921-4852-A15F-84F9047CE4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6627</TotalTime>
  <Words>6051</Words>
  <Application>Microsoft Office PowerPoint</Application>
  <PresentationFormat>Custom</PresentationFormat>
  <Paragraphs>753</Paragraphs>
  <Slides>79</Slides>
  <Notes>59</Notes>
  <HiddenSlides>4</HiddenSlides>
  <MMClips>0</MMClips>
  <ScaleCrop>false</ScaleCrop>
  <HeadingPairs>
    <vt:vector size="4" baseType="variant">
      <vt:variant>
        <vt:lpstr>Theme</vt:lpstr>
      </vt:variant>
      <vt:variant>
        <vt:i4>3</vt:i4>
      </vt:variant>
      <vt:variant>
        <vt:lpstr>Slide Titles</vt:lpstr>
      </vt:variant>
      <vt:variant>
        <vt:i4>79</vt:i4>
      </vt:variant>
    </vt:vector>
  </HeadingPairs>
  <TitlesOfParts>
    <vt:vector size="82" baseType="lpstr">
      <vt:lpstr>Office Theme</vt:lpstr>
      <vt:lpstr>Savon</vt:lpstr>
      <vt:lpstr>1_Office Theme</vt:lpstr>
      <vt:lpstr> SYSTEMs ANALYSIS AND DESIGN  Chap 9 –  The Movement To  objects  </vt:lpstr>
      <vt:lpstr>Recap on SAD</vt:lpstr>
      <vt:lpstr>Chapter 9 Objectives</vt:lpstr>
      <vt:lpstr>Object-Oriented Analysis And Design (OOAD)</vt:lpstr>
      <vt:lpstr>Unified Modeling Language (UML)</vt:lpstr>
      <vt:lpstr>Benefits of Using UML</vt:lpstr>
      <vt:lpstr>Unified Modeling Language Version 2.0</vt:lpstr>
      <vt:lpstr>UML 2.0 Diagram Summary</vt:lpstr>
      <vt:lpstr>Common UML Diagrams  </vt:lpstr>
      <vt:lpstr>Recommended Order for Drawing UML Diagrams  </vt:lpstr>
      <vt:lpstr>Recommended Order for Drawing UML Diagrams (cont.)  </vt:lpstr>
      <vt:lpstr>Recommended Order for Drawing UML Diagrams (cont.)  </vt:lpstr>
      <vt:lpstr>Recommended Order for Drawing UML Diagrams (cont.)  </vt:lpstr>
      <vt:lpstr>USE CASE DIAGRAM</vt:lpstr>
      <vt:lpstr>Use Cases</vt:lpstr>
      <vt:lpstr>What is a Use Case?</vt:lpstr>
      <vt:lpstr>Creating A Use Case Diagram</vt:lpstr>
      <vt:lpstr>Business Process  Identification With Use-Cases</vt:lpstr>
      <vt:lpstr>Elements Of Use Case Diagram</vt:lpstr>
      <vt:lpstr>PowerPoint Presentation</vt:lpstr>
      <vt:lpstr>What is an Actor?</vt:lpstr>
      <vt:lpstr>Questions for Identifying People Actors</vt:lpstr>
      <vt:lpstr>Questions for Identifying Other Actors</vt:lpstr>
      <vt:lpstr>Use Case - Example</vt:lpstr>
      <vt:lpstr>1. Who are the Actors?</vt:lpstr>
      <vt:lpstr>2. What is the System Boundary?</vt:lpstr>
      <vt:lpstr>3. What are the Use Cases?</vt:lpstr>
      <vt:lpstr>3. What are the Use Cases? (Answer)</vt:lpstr>
      <vt:lpstr>4. What are Relationships?</vt:lpstr>
      <vt:lpstr>Relationships: Multiplicity</vt:lpstr>
      <vt:lpstr>Other Types of Relationships for Use Cases</vt:lpstr>
      <vt:lpstr>PowerPoint Presentation</vt:lpstr>
      <vt:lpstr>PowerPoint Presentation</vt:lpstr>
      <vt:lpstr>PowerPoint Presentation</vt:lpstr>
      <vt:lpstr>Example: Final Use Case</vt:lpstr>
      <vt:lpstr>PowerPoint Presentation</vt:lpstr>
      <vt:lpstr>PowerPoint Presentation</vt:lpstr>
      <vt:lpstr>LETS TRY TO DRAW</vt:lpstr>
      <vt:lpstr>LETS TRY TO DRAW</vt:lpstr>
      <vt:lpstr>PowerPoint Presentation</vt:lpstr>
      <vt:lpstr>Elements of a Use Case  Description</vt:lpstr>
      <vt:lpstr>Creating Use-Case  Descriptions</vt:lpstr>
      <vt:lpstr>Creating Use-Case  Descriptions (cont.)</vt:lpstr>
      <vt:lpstr>Example Use-Case Description</vt:lpstr>
      <vt:lpstr>Example Use-Case Description</vt:lpstr>
      <vt:lpstr>Verifying &amp; Validating  a Use-Case</vt:lpstr>
      <vt:lpstr>SEQUENCE DIAGRAM</vt:lpstr>
      <vt:lpstr>SEQUENCE DIAGRAM</vt:lpstr>
      <vt:lpstr>EXAMPLE OF SEQUENCE DIAGRAM</vt:lpstr>
      <vt:lpstr>ELEMENTS OF SEQUENCE DIAGRAM</vt:lpstr>
      <vt:lpstr>LETS TRY TO DRAW</vt:lpstr>
      <vt:lpstr>PowerPoint Presentation</vt:lpstr>
      <vt:lpstr>PowerPoint Presentation</vt:lpstr>
      <vt:lpstr>CLASS DIAGRAM</vt:lpstr>
      <vt:lpstr>CLASS DIAGRAM</vt:lpstr>
      <vt:lpstr>ELEMENTS OF CLASS DIAGRAM</vt:lpstr>
      <vt:lpstr>ELEMENTS OF CLASS DIAGRAM</vt:lpstr>
      <vt:lpstr>ELEMENTS OF CLASS DIAGRAM</vt:lpstr>
      <vt:lpstr>ELEMENTS OF CLASS DIAGRAM</vt:lpstr>
      <vt:lpstr>ELEMENTS OF CLASS DIAGRAM</vt:lpstr>
      <vt:lpstr>ELEMENT OF CLASS DIAGRAM</vt:lpstr>
      <vt:lpstr>ELEMENT OF CLASS DIAGRAM</vt:lpstr>
      <vt:lpstr>EXAMPLE OF CLASS DIAGRAM</vt:lpstr>
      <vt:lpstr>EXAMPLE OF CLASS DIAGRAM</vt:lpstr>
      <vt:lpstr>CREATING A CLASS DIAGRAM</vt:lpstr>
      <vt:lpstr>ANSWER FOR CLASS ACTIVITY 1</vt:lpstr>
      <vt:lpstr>ANSWER FOR CLASS ACTIVITY 1</vt:lpstr>
      <vt:lpstr>ANSWER FOR CLASS ACTIVITY 2</vt:lpstr>
      <vt:lpstr>ANSWER FOR CLASS ACTIVITY 2</vt:lpstr>
      <vt:lpstr>BEHAVIORAL STATE MACHINE DIAGRAM</vt:lpstr>
      <vt:lpstr>BEHAVIORAL STATE MACHINE DIAGRAM</vt:lpstr>
      <vt:lpstr>ELEMENTS OF BEHAVIORAL STATE MACHINE DIAGRAM</vt:lpstr>
      <vt:lpstr>ELEMENTS OF BEHAVIORAL STATE MACHINE DIAGRAM</vt:lpstr>
      <vt:lpstr>EXAMPLE OF A BEHAVIORAL STATE MACHINE DIAGRAM</vt:lpstr>
      <vt:lpstr>CREATING A BEHAVIORAL STATE MACHINE DIAGRAM</vt:lpstr>
      <vt:lpstr>LETS TRY TO DRAW</vt:lpstr>
      <vt:lpstr>LETS TRY TO DRAW</vt:lpstr>
      <vt:lpstr>SUMMARY OF MAJOR UML DIAGRAMMING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ch04 [Compatibility Mode]</dc:title>
  <dc:creator>Sunnie</dc:creator>
  <cp:lastModifiedBy>Lim Wen-I</cp:lastModifiedBy>
  <cp:revision>40</cp:revision>
  <dcterms:created xsi:type="dcterms:W3CDTF">2020-10-14T05:25:18Z</dcterms:created>
  <dcterms:modified xsi:type="dcterms:W3CDTF">2025-11-30T18:30:34Z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2016-02-03T00:00:00Z</vt:filetime>
  </property>
  <property fmtid="{D5CDD505-2E9C-101B-9397-08002B2CF9AE}" pid="3" name="Creator">
    <vt:lpwstr>PScript5.dll Version 5.2.2</vt:lpwstr>
  </property>
  <property fmtid="{D5CDD505-2E9C-101B-9397-08002B2CF9AE}" pid="4" name="LastSaved">
    <vt:filetime>2020-10-14T00:00:00Z</vt:filetime>
  </property>
  <property fmtid="{D5CDD505-2E9C-101B-9397-08002B2CF9AE}" pid="5" name="ContentTypeId">
    <vt:lpwstr>0x0101004EEE190EC47C3646B3B75441771ECE24</vt:lpwstr>
  </property>
</Properties>
</file>