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4"/>
  </p:sldMasterIdLst>
  <p:notesMasterIdLst>
    <p:notesMasterId r:id="rId61"/>
  </p:notesMasterIdLst>
  <p:sldIdLst>
    <p:sldId id="258" r:id="rId5"/>
    <p:sldId id="259" r:id="rId6"/>
    <p:sldId id="260" r:id="rId7"/>
    <p:sldId id="261" r:id="rId8"/>
    <p:sldId id="310" r:id="rId9"/>
    <p:sldId id="262" r:id="rId10"/>
    <p:sldId id="263" r:id="rId11"/>
    <p:sldId id="264" r:id="rId12"/>
    <p:sldId id="265" r:id="rId13"/>
    <p:sldId id="267" r:id="rId14"/>
    <p:sldId id="312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11" r:id="rId23"/>
    <p:sldId id="316" r:id="rId24"/>
    <p:sldId id="275" r:id="rId25"/>
    <p:sldId id="276" r:id="rId26"/>
    <p:sldId id="277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278" r:id="rId46"/>
    <p:sldId id="279" r:id="rId47"/>
    <p:sldId id="280" r:id="rId48"/>
    <p:sldId id="281" r:id="rId49"/>
    <p:sldId id="282" r:id="rId50"/>
    <p:sldId id="283" r:id="rId51"/>
    <p:sldId id="314" r:id="rId52"/>
    <p:sldId id="313" r:id="rId53"/>
    <p:sldId id="284" r:id="rId54"/>
    <p:sldId id="285" r:id="rId55"/>
    <p:sldId id="286" r:id="rId56"/>
    <p:sldId id="287" r:id="rId57"/>
    <p:sldId id="288" r:id="rId58"/>
    <p:sldId id="308" r:id="rId59"/>
    <p:sldId id="309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AD2"/>
    <a:srgbClr val="E0E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869" autoAdjust="0"/>
  </p:normalViewPr>
  <p:slideViewPr>
    <p:cSldViewPr snapToGrid="0" showGuides="1">
      <p:cViewPr varScale="1">
        <p:scale>
          <a:sx n="47" d="100"/>
          <a:sy n="47" d="100"/>
        </p:scale>
        <p:origin x="13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Yogeswari A/P Suppiah" userId="099be3e5-714f-4980-a8f8-7b8978142797" providerId="ADAL" clId="{9EFB3EEE-BDE6-4B0B-A196-B3AFA6141442}"/>
    <pc:docChg chg="undo custSel addSld delSld modSld">
      <pc:chgData name="Dr. Yogeswari A/P Suppiah" userId="099be3e5-714f-4980-a8f8-7b8978142797" providerId="ADAL" clId="{9EFB3EEE-BDE6-4B0B-A196-B3AFA6141442}" dt="2026-06-18T07:07:16.266" v="409" actId="255"/>
      <pc:docMkLst>
        <pc:docMk/>
      </pc:docMkLst>
      <pc:sldChg chg="addSp delSp modSp mod">
        <pc:chgData name="Dr. Yogeswari A/P Suppiah" userId="099be3e5-714f-4980-a8f8-7b8978142797" providerId="ADAL" clId="{9EFB3EEE-BDE6-4B0B-A196-B3AFA6141442}" dt="2026-06-18T07:07:16.266" v="409" actId="255"/>
        <pc:sldMkLst>
          <pc:docMk/>
          <pc:sldMk cId="14649396" sldId="258"/>
        </pc:sldMkLst>
        <pc:spChg chg="mod">
          <ac:chgData name="Dr. Yogeswari A/P Suppiah" userId="099be3e5-714f-4980-a8f8-7b8978142797" providerId="ADAL" clId="{9EFB3EEE-BDE6-4B0B-A196-B3AFA6141442}" dt="2026-06-18T07:07:08.428" v="408" actId="14100"/>
          <ac:spMkLst>
            <pc:docMk/>
            <pc:sldMk cId="14649396" sldId="258"/>
            <ac:spMk id="10242" creationId="{29F27641-A388-5F51-9A49-7EBD1601C3D8}"/>
          </ac:spMkLst>
        </pc:spChg>
        <pc:spChg chg="mod">
          <ac:chgData name="Dr. Yogeswari A/P Suppiah" userId="099be3e5-714f-4980-a8f8-7b8978142797" providerId="ADAL" clId="{9EFB3EEE-BDE6-4B0B-A196-B3AFA6141442}" dt="2026-06-18T07:07:16.266" v="409" actId="255"/>
          <ac:spMkLst>
            <pc:docMk/>
            <pc:sldMk cId="14649396" sldId="258"/>
            <ac:spMk id="10243" creationId="{5D51801D-1256-DC08-CC82-A37116C4A27A}"/>
          </ac:spMkLst>
        </pc:spChg>
        <pc:picChg chg="add del mod">
          <ac:chgData name="Dr. Yogeswari A/P Suppiah" userId="099be3e5-714f-4980-a8f8-7b8978142797" providerId="ADAL" clId="{9EFB3EEE-BDE6-4B0B-A196-B3AFA6141442}" dt="2026-06-18T06:37:20.842" v="378" actId="478"/>
          <ac:picMkLst>
            <pc:docMk/>
            <pc:sldMk cId="14649396" sldId="258"/>
            <ac:picMk id="2" creationId="{6832B3DC-1F7E-D210-DA59-E439E5B3CF0B}"/>
          </ac:picMkLst>
        </pc:picChg>
      </pc:sldChg>
      <pc:sldChg chg="modSp mod">
        <pc:chgData name="Dr. Yogeswari A/P Suppiah" userId="099be3e5-714f-4980-a8f8-7b8978142797" providerId="ADAL" clId="{9EFB3EEE-BDE6-4B0B-A196-B3AFA6141442}" dt="2026-06-16T05:24:10.699" v="143" actId="113"/>
        <pc:sldMkLst>
          <pc:docMk/>
          <pc:sldMk cId="1748044786" sldId="259"/>
        </pc:sldMkLst>
        <pc:spChg chg="mod">
          <ac:chgData name="Dr. Yogeswari A/P Suppiah" userId="099be3e5-714f-4980-a8f8-7b8978142797" providerId="ADAL" clId="{9EFB3EEE-BDE6-4B0B-A196-B3AFA6141442}" dt="2026-06-16T05:24:10.699" v="143" actId="113"/>
          <ac:spMkLst>
            <pc:docMk/>
            <pc:sldMk cId="1748044786" sldId="259"/>
            <ac:spMk id="12291" creationId="{546750AF-E8CA-4119-5400-9A3BE4601F8D}"/>
          </ac:spMkLst>
        </pc:spChg>
      </pc:sldChg>
      <pc:sldChg chg="modSp mod">
        <pc:chgData name="Dr. Yogeswari A/P Suppiah" userId="099be3e5-714f-4980-a8f8-7b8978142797" providerId="ADAL" clId="{9EFB3EEE-BDE6-4B0B-A196-B3AFA6141442}" dt="2026-06-18T06:37:42.180" v="380" actId="113"/>
        <pc:sldMkLst>
          <pc:docMk/>
          <pc:sldMk cId="3658528196" sldId="260"/>
        </pc:sldMkLst>
        <pc:spChg chg="mod">
          <ac:chgData name="Dr. Yogeswari A/P Suppiah" userId="099be3e5-714f-4980-a8f8-7b8978142797" providerId="ADAL" clId="{9EFB3EEE-BDE6-4B0B-A196-B3AFA6141442}" dt="2026-06-18T06:37:42.180" v="380" actId="113"/>
          <ac:spMkLst>
            <pc:docMk/>
            <pc:sldMk cId="3658528196" sldId="260"/>
            <ac:spMk id="14339" creationId="{3B606639-2D38-881F-74A8-C7EAD23B82F9}"/>
          </ac:spMkLst>
        </pc:spChg>
      </pc:sldChg>
      <pc:sldChg chg="modSp">
        <pc:chgData name="Dr. Yogeswari A/P Suppiah" userId="099be3e5-714f-4980-a8f8-7b8978142797" providerId="ADAL" clId="{9EFB3EEE-BDE6-4B0B-A196-B3AFA6141442}" dt="2026-06-16T07:28:57.677" v="146" actId="13926"/>
        <pc:sldMkLst>
          <pc:docMk/>
          <pc:sldMk cId="3081884719" sldId="261"/>
        </pc:sldMkLst>
        <pc:graphicFrameChg chg="mod">
          <ac:chgData name="Dr. Yogeswari A/P Suppiah" userId="099be3e5-714f-4980-a8f8-7b8978142797" providerId="ADAL" clId="{9EFB3EEE-BDE6-4B0B-A196-B3AFA6141442}" dt="2026-06-16T07:28:57.677" v="146" actId="13926"/>
          <ac:graphicFrameMkLst>
            <pc:docMk/>
            <pc:sldMk cId="3081884719" sldId="261"/>
            <ac:graphicFrameMk id="16401" creationId="{AAFC6FC3-74E9-1BD7-2AC8-1D18520F92C0}"/>
          </ac:graphicFrameMkLst>
        </pc:graphicFrameChg>
      </pc:sldChg>
      <pc:sldChg chg="modSp">
        <pc:chgData name="Dr. Yogeswari A/P Suppiah" userId="099be3e5-714f-4980-a8f8-7b8978142797" providerId="ADAL" clId="{9EFB3EEE-BDE6-4B0B-A196-B3AFA6141442}" dt="2026-06-16T07:30:53.879" v="158" actId="113"/>
        <pc:sldMkLst>
          <pc:docMk/>
          <pc:sldMk cId="3476508300" sldId="262"/>
        </pc:sldMkLst>
        <pc:graphicFrameChg chg="mod">
          <ac:chgData name="Dr. Yogeswari A/P Suppiah" userId="099be3e5-714f-4980-a8f8-7b8978142797" providerId="ADAL" clId="{9EFB3EEE-BDE6-4B0B-A196-B3AFA6141442}" dt="2026-06-16T07:30:53.879" v="158" actId="113"/>
          <ac:graphicFrameMkLst>
            <pc:docMk/>
            <pc:sldMk cId="3476508300" sldId="262"/>
            <ac:graphicFrameMk id="18439" creationId="{64DD2AD4-2620-1315-4592-F042C7A813EC}"/>
          </ac:graphicFrameMkLst>
        </pc:graphicFrameChg>
      </pc:sldChg>
      <pc:sldChg chg="modSp">
        <pc:chgData name="Dr. Yogeswari A/P Suppiah" userId="099be3e5-714f-4980-a8f8-7b8978142797" providerId="ADAL" clId="{9EFB3EEE-BDE6-4B0B-A196-B3AFA6141442}" dt="2026-06-16T07:31:07.157" v="161" actId="14100"/>
        <pc:sldMkLst>
          <pc:docMk/>
          <pc:sldMk cId="1414466388" sldId="263"/>
        </pc:sldMkLst>
        <pc:picChg chg="mod">
          <ac:chgData name="Dr. Yogeswari A/P Suppiah" userId="099be3e5-714f-4980-a8f8-7b8978142797" providerId="ADAL" clId="{9EFB3EEE-BDE6-4B0B-A196-B3AFA6141442}" dt="2026-06-16T07:31:07.157" v="161" actId="14100"/>
          <ac:picMkLst>
            <pc:docMk/>
            <pc:sldMk cId="1414466388" sldId="263"/>
            <ac:picMk id="20484" creationId="{34FDA079-E749-D78B-2B72-D2E4E81A7016}"/>
          </ac:picMkLst>
        </pc:picChg>
      </pc:sldChg>
      <pc:sldChg chg="modSp">
        <pc:chgData name="Dr. Yogeswari A/P Suppiah" userId="099be3e5-714f-4980-a8f8-7b8978142797" providerId="ADAL" clId="{9EFB3EEE-BDE6-4B0B-A196-B3AFA6141442}" dt="2026-06-09T11:36:21.588" v="12" actId="1076"/>
        <pc:sldMkLst>
          <pc:docMk/>
          <pc:sldMk cId="977691386" sldId="264"/>
        </pc:sldMkLst>
        <pc:picChg chg="mod">
          <ac:chgData name="Dr. Yogeswari A/P Suppiah" userId="099be3e5-714f-4980-a8f8-7b8978142797" providerId="ADAL" clId="{9EFB3EEE-BDE6-4B0B-A196-B3AFA6141442}" dt="2026-06-09T11:36:21.588" v="12" actId="1076"/>
          <ac:picMkLst>
            <pc:docMk/>
            <pc:sldMk cId="977691386" sldId="264"/>
            <ac:picMk id="22532" creationId="{5C21DA1A-DEB2-3865-D62C-4AC7E61205B9}"/>
          </ac:picMkLst>
        </pc:picChg>
      </pc:sldChg>
      <pc:sldChg chg="modSp mod modNotesTx">
        <pc:chgData name="Dr. Yogeswari A/P Suppiah" userId="099be3e5-714f-4980-a8f8-7b8978142797" providerId="ADAL" clId="{9EFB3EEE-BDE6-4B0B-A196-B3AFA6141442}" dt="2026-06-18T06:39:44.080" v="400" actId="6549"/>
        <pc:sldMkLst>
          <pc:docMk/>
          <pc:sldMk cId="1166484714" sldId="265"/>
        </pc:sldMkLst>
        <pc:graphicFrameChg chg="mod modGraphic">
          <ac:chgData name="Dr. Yogeswari A/P Suppiah" userId="099be3e5-714f-4980-a8f8-7b8978142797" providerId="ADAL" clId="{9EFB3EEE-BDE6-4B0B-A196-B3AFA6141442}" dt="2026-06-18T06:39:16.893" v="398"/>
          <ac:graphicFrameMkLst>
            <pc:docMk/>
            <pc:sldMk cId="1166484714" sldId="265"/>
            <ac:graphicFrameMk id="24583" creationId="{47DD2468-6C0F-EE9F-A98C-980893EBA564}"/>
          </ac:graphicFrameMkLst>
        </pc:graphicFrameChg>
      </pc:sldChg>
      <pc:sldChg chg="modSp del">
        <pc:chgData name="Dr. Yogeswari A/P Suppiah" userId="099be3e5-714f-4980-a8f8-7b8978142797" providerId="ADAL" clId="{9EFB3EEE-BDE6-4B0B-A196-B3AFA6141442}" dt="2026-06-18T06:11:01.398" v="337" actId="2696"/>
        <pc:sldMkLst>
          <pc:docMk/>
          <pc:sldMk cId="1450224032" sldId="266"/>
        </pc:sldMkLst>
        <pc:picChg chg="mod">
          <ac:chgData name="Dr. Yogeswari A/P Suppiah" userId="099be3e5-714f-4980-a8f8-7b8978142797" providerId="ADAL" clId="{9EFB3EEE-BDE6-4B0B-A196-B3AFA6141442}" dt="2026-06-09T11:36:51.793" v="14" actId="1076"/>
          <ac:picMkLst>
            <pc:docMk/>
            <pc:sldMk cId="1450224032" sldId="266"/>
            <ac:picMk id="26628" creationId="{1240A16E-6783-9977-F7D2-FFECE87A90F6}"/>
          </ac:picMkLst>
        </pc:picChg>
      </pc:sldChg>
      <pc:sldChg chg="modSp mod">
        <pc:chgData name="Dr. Yogeswari A/P Suppiah" userId="099be3e5-714f-4980-a8f8-7b8978142797" providerId="ADAL" clId="{9EFB3EEE-BDE6-4B0B-A196-B3AFA6141442}" dt="2026-06-18T06:41:03.648" v="406" actId="255"/>
        <pc:sldMkLst>
          <pc:docMk/>
          <pc:sldMk cId="202387909" sldId="267"/>
        </pc:sldMkLst>
        <pc:graphicFrameChg chg="mod">
          <ac:chgData name="Dr. Yogeswari A/P Suppiah" userId="099be3e5-714f-4980-a8f8-7b8978142797" providerId="ADAL" clId="{9EFB3EEE-BDE6-4B0B-A196-B3AFA6141442}" dt="2026-06-18T06:41:03.648" v="406" actId="255"/>
          <ac:graphicFrameMkLst>
            <pc:docMk/>
            <pc:sldMk cId="202387909" sldId="267"/>
            <ac:graphicFrameMk id="28679" creationId="{D3E31AEF-301D-D2AD-5A3F-AA78526EF76F}"/>
          </ac:graphicFrameMkLst>
        </pc:graphicFrameChg>
      </pc:sldChg>
      <pc:sldChg chg="modSp mod">
        <pc:chgData name="Dr. Yogeswari A/P Suppiah" userId="099be3e5-714f-4980-a8f8-7b8978142797" providerId="ADAL" clId="{9EFB3EEE-BDE6-4B0B-A196-B3AFA6141442}" dt="2026-06-16T07:32:10.013" v="167" actId="113"/>
        <pc:sldMkLst>
          <pc:docMk/>
          <pc:sldMk cId="3485988269" sldId="268"/>
        </pc:sldMkLst>
        <pc:spChg chg="mod">
          <ac:chgData name="Dr. Yogeswari A/P Suppiah" userId="099be3e5-714f-4980-a8f8-7b8978142797" providerId="ADAL" clId="{9EFB3EEE-BDE6-4B0B-A196-B3AFA6141442}" dt="2026-06-16T07:32:10.013" v="167" actId="113"/>
          <ac:spMkLst>
            <pc:docMk/>
            <pc:sldMk cId="3485988269" sldId="268"/>
            <ac:spMk id="30723" creationId="{AD12D767-F227-5313-5BBB-DE7694AC017E}"/>
          </ac:spMkLst>
        </pc:spChg>
      </pc:sldChg>
      <pc:sldChg chg="modSp mod">
        <pc:chgData name="Dr. Yogeswari A/P Suppiah" userId="099be3e5-714f-4980-a8f8-7b8978142797" providerId="ADAL" clId="{9EFB3EEE-BDE6-4B0B-A196-B3AFA6141442}" dt="2026-06-16T07:32:34.331" v="170" actId="113"/>
        <pc:sldMkLst>
          <pc:docMk/>
          <pc:sldMk cId="1429533098" sldId="269"/>
        </pc:sldMkLst>
        <pc:spChg chg="mod">
          <ac:chgData name="Dr. Yogeswari A/P Suppiah" userId="099be3e5-714f-4980-a8f8-7b8978142797" providerId="ADAL" clId="{9EFB3EEE-BDE6-4B0B-A196-B3AFA6141442}" dt="2026-06-16T07:32:34.331" v="170" actId="113"/>
          <ac:spMkLst>
            <pc:docMk/>
            <pc:sldMk cId="1429533098" sldId="269"/>
            <ac:spMk id="32771" creationId="{5519FFF0-F23E-9CD1-7FFA-2149D3A9BD41}"/>
          </ac:spMkLst>
        </pc:spChg>
      </pc:sldChg>
      <pc:sldChg chg="modSp mod">
        <pc:chgData name="Dr. Yogeswari A/P Suppiah" userId="099be3e5-714f-4980-a8f8-7b8978142797" providerId="ADAL" clId="{9EFB3EEE-BDE6-4B0B-A196-B3AFA6141442}" dt="2026-06-16T07:33:34.344" v="176" actId="13926"/>
        <pc:sldMkLst>
          <pc:docMk/>
          <pc:sldMk cId="2904538523" sldId="270"/>
        </pc:sldMkLst>
        <pc:spChg chg="mod">
          <ac:chgData name="Dr. Yogeswari A/P Suppiah" userId="099be3e5-714f-4980-a8f8-7b8978142797" providerId="ADAL" clId="{9EFB3EEE-BDE6-4B0B-A196-B3AFA6141442}" dt="2026-06-16T07:33:34.344" v="176" actId="13926"/>
          <ac:spMkLst>
            <pc:docMk/>
            <pc:sldMk cId="2904538523" sldId="270"/>
            <ac:spMk id="34819" creationId="{A9142C02-8D8A-E608-CBDC-C09495D528CA}"/>
          </ac:spMkLst>
        </pc:spChg>
      </pc:sldChg>
      <pc:sldChg chg="delSp modSp mod modNotesTx">
        <pc:chgData name="Dr. Yogeswari A/P Suppiah" userId="099be3e5-714f-4980-a8f8-7b8978142797" providerId="ADAL" clId="{9EFB3EEE-BDE6-4B0B-A196-B3AFA6141442}" dt="2026-06-16T07:34:55.977" v="180" actId="6549"/>
        <pc:sldMkLst>
          <pc:docMk/>
          <pc:sldMk cId="2844666853" sldId="271"/>
        </pc:sldMkLst>
        <pc:spChg chg="del mod">
          <ac:chgData name="Dr. Yogeswari A/P Suppiah" userId="099be3e5-714f-4980-a8f8-7b8978142797" providerId="ADAL" clId="{9EFB3EEE-BDE6-4B0B-A196-B3AFA6141442}" dt="2026-06-16T07:33:50.007" v="177" actId="478"/>
          <ac:spMkLst>
            <pc:docMk/>
            <pc:sldMk cId="2844666853" sldId="271"/>
            <ac:spMk id="2" creationId="{90D1696A-5C2B-CCE7-6DA7-3C72EB3F8417}"/>
          </ac:spMkLst>
        </pc:spChg>
        <pc:picChg chg="mod">
          <ac:chgData name="Dr. Yogeswari A/P Suppiah" userId="099be3e5-714f-4980-a8f8-7b8978142797" providerId="ADAL" clId="{9EFB3EEE-BDE6-4B0B-A196-B3AFA6141442}" dt="2026-06-16T07:33:53.167" v="178" actId="14100"/>
          <ac:picMkLst>
            <pc:docMk/>
            <pc:sldMk cId="2844666853" sldId="271"/>
            <ac:picMk id="36868" creationId="{6EC17125-76F7-16EB-B950-ED88E01CEF82}"/>
          </ac:picMkLst>
        </pc:picChg>
      </pc:sldChg>
      <pc:sldChg chg="delSp modSp mod">
        <pc:chgData name="Dr. Yogeswari A/P Suppiah" userId="099be3e5-714f-4980-a8f8-7b8978142797" providerId="ADAL" clId="{9EFB3EEE-BDE6-4B0B-A196-B3AFA6141442}" dt="2026-06-16T07:35:15.196" v="183" actId="478"/>
        <pc:sldMkLst>
          <pc:docMk/>
          <pc:sldMk cId="108029895" sldId="272"/>
        </pc:sldMkLst>
        <pc:spChg chg="del">
          <ac:chgData name="Dr. Yogeswari A/P Suppiah" userId="099be3e5-714f-4980-a8f8-7b8978142797" providerId="ADAL" clId="{9EFB3EEE-BDE6-4B0B-A196-B3AFA6141442}" dt="2026-06-16T07:35:15.196" v="183" actId="478"/>
          <ac:spMkLst>
            <pc:docMk/>
            <pc:sldMk cId="108029895" sldId="272"/>
            <ac:spMk id="2" creationId="{057A85D6-9325-6B15-4816-F6460344EC1D}"/>
          </ac:spMkLst>
        </pc:spChg>
        <pc:picChg chg="mod">
          <ac:chgData name="Dr. Yogeswari A/P Suppiah" userId="099be3e5-714f-4980-a8f8-7b8978142797" providerId="ADAL" clId="{9EFB3EEE-BDE6-4B0B-A196-B3AFA6141442}" dt="2026-06-16T07:35:12.646" v="182" actId="14100"/>
          <ac:picMkLst>
            <pc:docMk/>
            <pc:sldMk cId="108029895" sldId="272"/>
            <ac:picMk id="38916" creationId="{C2266494-2246-F00B-230A-425B70755642}"/>
          </ac:picMkLst>
        </pc:picChg>
      </pc:sldChg>
      <pc:sldChg chg="modSp">
        <pc:chgData name="Dr. Yogeswari A/P Suppiah" userId="099be3e5-714f-4980-a8f8-7b8978142797" providerId="ADAL" clId="{9EFB3EEE-BDE6-4B0B-A196-B3AFA6141442}" dt="2026-06-09T11:40:03.882" v="34" actId="14100"/>
        <pc:sldMkLst>
          <pc:docMk/>
          <pc:sldMk cId="145995875" sldId="274"/>
        </pc:sldMkLst>
        <pc:picChg chg="mod">
          <ac:chgData name="Dr. Yogeswari A/P Suppiah" userId="099be3e5-714f-4980-a8f8-7b8978142797" providerId="ADAL" clId="{9EFB3EEE-BDE6-4B0B-A196-B3AFA6141442}" dt="2026-06-09T11:40:03.882" v="34" actId="14100"/>
          <ac:picMkLst>
            <pc:docMk/>
            <pc:sldMk cId="145995875" sldId="274"/>
            <ac:picMk id="43012" creationId="{B823CD35-FAAD-E7A0-813D-998709FD05C9}"/>
          </ac:picMkLst>
        </pc:picChg>
      </pc:sldChg>
      <pc:sldChg chg="modSp mod">
        <pc:chgData name="Dr. Yogeswari A/P Suppiah" userId="099be3e5-714f-4980-a8f8-7b8978142797" providerId="ADAL" clId="{9EFB3EEE-BDE6-4B0B-A196-B3AFA6141442}" dt="2026-06-18T06:15:11.502" v="363" actId="13926"/>
        <pc:sldMkLst>
          <pc:docMk/>
          <pc:sldMk cId="2650878081" sldId="275"/>
        </pc:sldMkLst>
        <pc:spChg chg="mod">
          <ac:chgData name="Dr. Yogeswari A/P Suppiah" userId="099be3e5-714f-4980-a8f8-7b8978142797" providerId="ADAL" clId="{9EFB3EEE-BDE6-4B0B-A196-B3AFA6141442}" dt="2026-06-16T07:36:04.712" v="193" actId="1076"/>
          <ac:spMkLst>
            <pc:docMk/>
            <pc:sldMk cId="2650878081" sldId="275"/>
            <ac:spMk id="45058" creationId="{131417C2-0603-82AF-14DB-28DE80B34836}"/>
          </ac:spMkLst>
        </pc:spChg>
        <pc:graphicFrameChg chg="mod modGraphic">
          <ac:chgData name="Dr. Yogeswari A/P Suppiah" userId="099be3e5-714f-4980-a8f8-7b8978142797" providerId="ADAL" clId="{9EFB3EEE-BDE6-4B0B-A196-B3AFA6141442}" dt="2026-06-18T06:15:11.502" v="363" actId="13926"/>
          <ac:graphicFrameMkLst>
            <pc:docMk/>
            <pc:sldMk cId="2650878081" sldId="275"/>
            <ac:graphicFrameMk id="45075" creationId="{EB9BF2C2-F193-FFB3-E619-E1CF2882D975}"/>
          </ac:graphicFrameMkLst>
        </pc:graphicFrameChg>
      </pc:sldChg>
      <pc:sldChg chg="modSp">
        <pc:chgData name="Dr. Yogeswari A/P Suppiah" userId="099be3e5-714f-4980-a8f8-7b8978142797" providerId="ADAL" clId="{9EFB3EEE-BDE6-4B0B-A196-B3AFA6141442}" dt="2026-06-16T07:36:36.055" v="198" actId="14100"/>
        <pc:sldMkLst>
          <pc:docMk/>
          <pc:sldMk cId="892525417" sldId="276"/>
        </pc:sldMkLst>
        <pc:picChg chg="mod">
          <ac:chgData name="Dr. Yogeswari A/P Suppiah" userId="099be3e5-714f-4980-a8f8-7b8978142797" providerId="ADAL" clId="{9EFB3EEE-BDE6-4B0B-A196-B3AFA6141442}" dt="2026-06-16T07:36:36.055" v="198" actId="14100"/>
          <ac:picMkLst>
            <pc:docMk/>
            <pc:sldMk cId="892525417" sldId="276"/>
            <ac:picMk id="46084" creationId="{DAF3BB51-B9CE-215E-F61D-F4E43599BFCF}"/>
          </ac:picMkLst>
        </pc:picChg>
      </pc:sldChg>
      <pc:sldChg chg="modSp">
        <pc:chgData name="Dr. Yogeswari A/P Suppiah" userId="099be3e5-714f-4980-a8f8-7b8978142797" providerId="ADAL" clId="{9EFB3EEE-BDE6-4B0B-A196-B3AFA6141442}" dt="2026-06-16T07:38:14.967" v="201" actId="14100"/>
        <pc:sldMkLst>
          <pc:docMk/>
          <pc:sldMk cId="607493625" sldId="277"/>
        </pc:sldMkLst>
        <pc:picChg chg="mod">
          <ac:chgData name="Dr. Yogeswari A/P Suppiah" userId="099be3e5-714f-4980-a8f8-7b8978142797" providerId="ADAL" clId="{9EFB3EEE-BDE6-4B0B-A196-B3AFA6141442}" dt="2026-06-16T07:38:14.967" v="201" actId="14100"/>
          <ac:picMkLst>
            <pc:docMk/>
            <pc:sldMk cId="607493625" sldId="277"/>
            <ac:picMk id="48132" creationId="{D51320F8-30A8-0634-86AC-8E281D0CB523}"/>
          </ac:picMkLst>
        </pc:picChg>
      </pc:sldChg>
      <pc:sldChg chg="delSp modSp add del mod setBg delDesignElem">
        <pc:chgData name="Dr. Yogeswari A/P Suppiah" userId="099be3e5-714f-4980-a8f8-7b8978142797" providerId="ADAL" clId="{9EFB3EEE-BDE6-4B0B-A196-B3AFA6141442}" dt="2026-06-18T06:27:53.951" v="375" actId="13926"/>
        <pc:sldMkLst>
          <pc:docMk/>
          <pc:sldMk cId="3811232350" sldId="278"/>
        </pc:sldMkLst>
        <pc:spChg chg="mod">
          <ac:chgData name="Dr. Yogeswari A/P Suppiah" userId="099be3e5-714f-4980-a8f8-7b8978142797" providerId="ADAL" clId="{9EFB3EEE-BDE6-4B0B-A196-B3AFA6141442}" dt="2026-06-16T07:50:42.193" v="294" actId="14100"/>
          <ac:spMkLst>
            <pc:docMk/>
            <pc:sldMk cId="3811232350" sldId="278"/>
            <ac:spMk id="50178" creationId="{CD1F4E71-D716-7555-6C46-D2070FA5A91D}"/>
          </ac:spMkLst>
        </pc:spChg>
        <pc:spChg chg="mod">
          <ac:chgData name="Dr. Yogeswari A/P Suppiah" userId="099be3e5-714f-4980-a8f8-7b8978142797" providerId="ADAL" clId="{9EFB3EEE-BDE6-4B0B-A196-B3AFA6141442}" dt="2026-06-18T06:27:40.437" v="372" actId="13926"/>
          <ac:spMkLst>
            <pc:docMk/>
            <pc:sldMk cId="3811232350" sldId="278"/>
            <ac:spMk id="50179" creationId="{17944326-27DC-29BF-8E31-6FD628BB16E5}"/>
          </ac:spMkLst>
        </pc:spChg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3811232350" sldId="278"/>
            <ac:spMk id="50190" creationId="{AA359C7D-4B45-49B7-B3C2-04217BBCD3ED}"/>
          </ac:spMkLst>
        </pc:spChg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3811232350" sldId="278"/>
            <ac:spMk id="50191" creationId="{A0DE92DF-4769-4DE9-93FD-EE31271850CA}"/>
          </ac:spMkLst>
        </pc:spChg>
        <pc:graphicFrameChg chg="mod modGraphic">
          <ac:chgData name="Dr. Yogeswari A/P Suppiah" userId="099be3e5-714f-4980-a8f8-7b8978142797" providerId="ADAL" clId="{9EFB3EEE-BDE6-4B0B-A196-B3AFA6141442}" dt="2026-06-18T06:27:53.951" v="375" actId="13926"/>
          <ac:graphicFrameMkLst>
            <pc:docMk/>
            <pc:sldMk cId="3811232350" sldId="278"/>
            <ac:graphicFrameMk id="7" creationId="{83D35F5A-D817-2011-8DDD-DB0479339C3B}"/>
          </ac:graphicFrameMkLst>
        </pc:graphicFrameChg>
      </pc:sldChg>
      <pc:sldChg chg="delSp modSp add del mod setBg delDesignElem">
        <pc:chgData name="Dr. Yogeswari A/P Suppiah" userId="099be3e5-714f-4980-a8f8-7b8978142797" providerId="ADAL" clId="{9EFB3EEE-BDE6-4B0B-A196-B3AFA6141442}" dt="2026-06-16T07:51:24.508" v="307" actId="14100"/>
        <pc:sldMkLst>
          <pc:docMk/>
          <pc:sldMk cId="3637516655" sldId="279"/>
        </pc:sldMkLst>
        <pc:spChg chg="mod">
          <ac:chgData name="Dr. Yogeswari A/P Suppiah" userId="099be3e5-714f-4980-a8f8-7b8978142797" providerId="ADAL" clId="{9EFB3EEE-BDE6-4B0B-A196-B3AFA6141442}" dt="2026-06-16T07:51:24.508" v="307" actId="14100"/>
          <ac:spMkLst>
            <pc:docMk/>
            <pc:sldMk cId="3637516655" sldId="279"/>
            <ac:spMk id="3" creationId="{95870A90-8CD3-2E6F-18BD-3463A0656FF3}"/>
          </ac:spMkLst>
        </pc:spChg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3637516655" sldId="279"/>
            <ac:spMk id="52233" creationId="{736F0DFD-0954-464F-BF12-DD2E6F6E0380}"/>
          </ac:spMkLst>
        </pc:spChg>
        <pc:picChg chg="mod">
          <ac:chgData name="Dr. Yogeswari A/P Suppiah" userId="099be3e5-714f-4980-a8f8-7b8978142797" providerId="ADAL" clId="{9EFB3EEE-BDE6-4B0B-A196-B3AFA6141442}" dt="2026-06-16T07:51:07.436" v="301" actId="1076"/>
          <ac:picMkLst>
            <pc:docMk/>
            <pc:sldMk cId="3637516655" sldId="279"/>
            <ac:picMk id="52228" creationId="{38277445-C025-3CCA-FB6F-BB9CFFD80B17}"/>
          </ac:picMkLst>
        </pc:picChg>
      </pc:sldChg>
      <pc:sldChg chg="delSp modSp add del mod setBg delDesignElem">
        <pc:chgData name="Dr. Yogeswari A/P Suppiah" userId="099be3e5-714f-4980-a8f8-7b8978142797" providerId="ADAL" clId="{9EFB3EEE-BDE6-4B0B-A196-B3AFA6141442}" dt="2026-06-16T07:51:55.543" v="314" actId="13926"/>
        <pc:sldMkLst>
          <pc:docMk/>
          <pc:sldMk cId="644123165" sldId="280"/>
        </pc:sldMkLst>
        <pc:spChg chg="mod">
          <ac:chgData name="Dr. Yogeswari A/P Suppiah" userId="099be3e5-714f-4980-a8f8-7b8978142797" providerId="ADAL" clId="{9EFB3EEE-BDE6-4B0B-A196-B3AFA6141442}" dt="2026-06-16T07:51:55.543" v="314" actId="13926"/>
          <ac:spMkLst>
            <pc:docMk/>
            <pc:sldMk cId="644123165" sldId="280"/>
            <ac:spMk id="3" creationId="{C13FCE98-AAF4-AFE1-051F-D50E3829A48A}"/>
          </ac:spMkLst>
        </pc:spChg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644123165" sldId="280"/>
            <ac:spMk id="54281" creationId="{736F0DFD-0954-464F-BF12-DD2E6F6E0380}"/>
          </ac:spMkLst>
        </pc:spChg>
        <pc:picChg chg="mod">
          <ac:chgData name="Dr. Yogeswari A/P Suppiah" userId="099be3e5-714f-4980-a8f8-7b8978142797" providerId="ADAL" clId="{9EFB3EEE-BDE6-4B0B-A196-B3AFA6141442}" dt="2026-06-16T07:51:32.497" v="309" actId="14100"/>
          <ac:picMkLst>
            <pc:docMk/>
            <pc:sldMk cId="644123165" sldId="280"/>
            <ac:picMk id="54276" creationId="{E580715C-5EEC-4945-3B85-C7BC4D483B6C}"/>
          </ac:picMkLst>
        </pc:picChg>
      </pc:sldChg>
      <pc:sldChg chg="modSp add del mod">
        <pc:chgData name="Dr. Yogeswari A/P Suppiah" userId="099be3e5-714f-4980-a8f8-7b8978142797" providerId="ADAL" clId="{9EFB3EEE-BDE6-4B0B-A196-B3AFA6141442}" dt="2026-06-17T12:45:42.108" v="319" actId="20577"/>
        <pc:sldMkLst>
          <pc:docMk/>
          <pc:sldMk cId="3439741368" sldId="281"/>
        </pc:sldMkLst>
        <pc:spChg chg="mod">
          <ac:chgData name="Dr. Yogeswari A/P Suppiah" userId="099be3e5-714f-4980-a8f8-7b8978142797" providerId="ADAL" clId="{9EFB3EEE-BDE6-4B0B-A196-B3AFA6141442}" dt="2026-06-17T12:45:42.108" v="319" actId="20577"/>
          <ac:spMkLst>
            <pc:docMk/>
            <pc:sldMk cId="3439741368" sldId="281"/>
            <ac:spMk id="3" creationId="{881E6C0F-F6DE-BD65-C7A5-EBB9BC5186B6}"/>
          </ac:spMkLst>
        </pc:spChg>
      </pc:sldChg>
      <pc:sldChg chg="modSp add del mod">
        <pc:chgData name="Dr. Yogeswari A/P Suppiah" userId="099be3e5-714f-4980-a8f8-7b8978142797" providerId="ADAL" clId="{9EFB3EEE-BDE6-4B0B-A196-B3AFA6141442}" dt="2026-06-17T12:51:55.762" v="330" actId="1076"/>
        <pc:sldMkLst>
          <pc:docMk/>
          <pc:sldMk cId="3489635811" sldId="282"/>
        </pc:sldMkLst>
        <pc:spChg chg="mod">
          <ac:chgData name="Dr. Yogeswari A/P Suppiah" userId="099be3e5-714f-4980-a8f8-7b8978142797" providerId="ADAL" clId="{9EFB3EEE-BDE6-4B0B-A196-B3AFA6141442}" dt="2026-06-17T12:46:16.998" v="322" actId="1076"/>
          <ac:spMkLst>
            <pc:docMk/>
            <pc:sldMk cId="3489635811" sldId="282"/>
            <ac:spMk id="3" creationId="{EB8053DE-9B41-8037-ACA1-2C5D5CAE1FAF}"/>
          </ac:spMkLst>
        </pc:spChg>
        <pc:spChg chg="mod">
          <ac:chgData name="Dr. Yogeswari A/P Suppiah" userId="099be3e5-714f-4980-a8f8-7b8978142797" providerId="ADAL" clId="{9EFB3EEE-BDE6-4B0B-A196-B3AFA6141442}" dt="2026-06-17T12:51:55.762" v="330" actId="1076"/>
          <ac:spMkLst>
            <pc:docMk/>
            <pc:sldMk cId="3489635811" sldId="282"/>
            <ac:spMk id="7" creationId="{EC7B5BB1-322E-CE9E-D5C0-D60B3699570F}"/>
          </ac:spMkLst>
        </pc:spChg>
        <pc:picChg chg="mod">
          <ac:chgData name="Dr. Yogeswari A/P Suppiah" userId="099be3e5-714f-4980-a8f8-7b8978142797" providerId="ADAL" clId="{9EFB3EEE-BDE6-4B0B-A196-B3AFA6141442}" dt="2026-06-17T12:46:03.592" v="320" actId="14100"/>
          <ac:picMkLst>
            <pc:docMk/>
            <pc:sldMk cId="3489635811" sldId="282"/>
            <ac:picMk id="58372" creationId="{DBD3A453-3332-0257-75DB-B36538521DFE}"/>
          </ac:picMkLst>
        </pc:picChg>
      </pc:sldChg>
      <pc:sldChg chg="delSp add del setBg delDesignElem">
        <pc:chgData name="Dr. Yogeswari A/P Suppiah" userId="099be3e5-714f-4980-a8f8-7b8978142797" providerId="ADAL" clId="{9EFB3EEE-BDE6-4B0B-A196-B3AFA6141442}" dt="2026-06-16T07:50:30.784" v="292"/>
        <pc:sldMkLst>
          <pc:docMk/>
          <pc:sldMk cId="654689520" sldId="283"/>
        </pc:sldMkLst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654689520" sldId="283"/>
            <ac:spMk id="63496" creationId="{78FD1E94-B12F-434F-8027-5DBEAC55A132}"/>
          </ac:spMkLst>
        </pc:spChg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654689520" sldId="283"/>
            <ac:spMk id="63498" creationId="{1BC8109F-B452-45EE-8BB3-65433C039601}"/>
          </ac:spMkLst>
        </pc:spChg>
      </pc:sldChg>
      <pc:sldChg chg="delSp add del setBg delDesignElem">
        <pc:chgData name="Dr. Yogeswari A/P Suppiah" userId="099be3e5-714f-4980-a8f8-7b8978142797" providerId="ADAL" clId="{9EFB3EEE-BDE6-4B0B-A196-B3AFA6141442}" dt="2026-06-16T07:50:30.784" v="292"/>
        <pc:sldMkLst>
          <pc:docMk/>
          <pc:sldMk cId="808745122" sldId="284"/>
        </pc:sldMkLst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808745122" sldId="284"/>
            <ac:spMk id="62473" creationId="{736F0DFD-0954-464F-BF12-DD2E6F6E0380}"/>
          </ac:spMkLst>
        </pc:spChg>
      </pc:sldChg>
      <pc:sldChg chg="delSp modSp add del setBg delDesignElem">
        <pc:chgData name="Dr. Yogeswari A/P Suppiah" userId="099be3e5-714f-4980-a8f8-7b8978142797" providerId="ADAL" clId="{9EFB3EEE-BDE6-4B0B-A196-B3AFA6141442}" dt="2026-06-17T12:48:36.760" v="329" actId="1076"/>
        <pc:sldMkLst>
          <pc:docMk/>
          <pc:sldMk cId="503870298" sldId="285"/>
        </pc:sldMkLst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503870298" sldId="285"/>
            <ac:spMk id="64521" creationId="{736F0DFD-0954-464F-BF12-DD2E6F6E0380}"/>
          </ac:spMkLst>
        </pc:spChg>
        <pc:picChg chg="mod">
          <ac:chgData name="Dr. Yogeswari A/P Suppiah" userId="099be3e5-714f-4980-a8f8-7b8978142797" providerId="ADAL" clId="{9EFB3EEE-BDE6-4B0B-A196-B3AFA6141442}" dt="2026-06-17T12:48:36.760" v="329" actId="1076"/>
          <ac:picMkLst>
            <pc:docMk/>
            <pc:sldMk cId="503870298" sldId="285"/>
            <ac:picMk id="64516" creationId="{997B3DD1-FB06-8C5A-E582-DCE635F3C215}"/>
          </ac:picMkLst>
        </pc:picChg>
      </pc:sldChg>
      <pc:sldChg chg="add del">
        <pc:chgData name="Dr. Yogeswari A/P Suppiah" userId="099be3e5-714f-4980-a8f8-7b8978142797" providerId="ADAL" clId="{9EFB3EEE-BDE6-4B0B-A196-B3AFA6141442}" dt="2026-06-16T07:50:30.784" v="292"/>
        <pc:sldMkLst>
          <pc:docMk/>
          <pc:sldMk cId="4177086487" sldId="286"/>
        </pc:sldMkLst>
      </pc:sldChg>
      <pc:sldChg chg="delSp add del setBg delDesignElem">
        <pc:chgData name="Dr. Yogeswari A/P Suppiah" userId="099be3e5-714f-4980-a8f8-7b8978142797" providerId="ADAL" clId="{9EFB3EEE-BDE6-4B0B-A196-B3AFA6141442}" dt="2026-06-16T07:50:30.784" v="292"/>
        <pc:sldMkLst>
          <pc:docMk/>
          <pc:sldMk cId="3434863164" sldId="287"/>
        </pc:sldMkLst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3434863164" sldId="287"/>
            <ac:spMk id="68618" creationId="{736F0DFD-0954-464F-BF12-DD2E6F6E0380}"/>
          </ac:spMkLst>
        </pc:spChg>
      </pc:sldChg>
      <pc:sldChg chg="delSp add del setBg delDesignElem">
        <pc:chgData name="Dr. Yogeswari A/P Suppiah" userId="099be3e5-714f-4980-a8f8-7b8978142797" providerId="ADAL" clId="{9EFB3EEE-BDE6-4B0B-A196-B3AFA6141442}" dt="2026-06-16T07:50:30.784" v="292"/>
        <pc:sldMkLst>
          <pc:docMk/>
          <pc:sldMk cId="222935891" sldId="288"/>
        </pc:sldMkLst>
        <pc:spChg chg="del">
          <ac:chgData name="Dr. Yogeswari A/P Suppiah" userId="099be3e5-714f-4980-a8f8-7b8978142797" providerId="ADAL" clId="{9EFB3EEE-BDE6-4B0B-A196-B3AFA6141442}" dt="2026-06-16T07:50:30.784" v="292"/>
          <ac:spMkLst>
            <pc:docMk/>
            <pc:sldMk cId="222935891" sldId="288"/>
            <ac:spMk id="70665" creationId="{736F0DFD-0954-464F-BF12-DD2E6F6E0380}"/>
          </ac:spMkLst>
        </pc:spChg>
      </pc:sldChg>
      <pc:sldChg chg="modSp">
        <pc:chgData name="Dr. Yogeswari A/P Suppiah" userId="099be3e5-714f-4980-a8f8-7b8978142797" providerId="ADAL" clId="{9EFB3EEE-BDE6-4B0B-A196-B3AFA6141442}" dt="2026-06-16T07:40:19.718" v="215" actId="1076"/>
        <pc:sldMkLst>
          <pc:docMk/>
          <pc:sldMk cId="3215637323" sldId="290"/>
        </pc:sldMkLst>
        <pc:picChg chg="mod">
          <ac:chgData name="Dr. Yogeswari A/P Suppiah" userId="099be3e5-714f-4980-a8f8-7b8978142797" providerId="ADAL" clId="{9EFB3EEE-BDE6-4B0B-A196-B3AFA6141442}" dt="2026-06-16T07:40:19.718" v="215" actId="1076"/>
          <ac:picMkLst>
            <pc:docMk/>
            <pc:sldMk cId="3215637323" sldId="290"/>
            <ac:picMk id="74756" creationId="{A95A58EA-E808-FB3F-231A-17A43860E344}"/>
          </ac:picMkLst>
        </pc:picChg>
      </pc:sldChg>
      <pc:sldChg chg="modSp mod">
        <pc:chgData name="Dr. Yogeswari A/P Suppiah" userId="099be3e5-714f-4980-a8f8-7b8978142797" providerId="ADAL" clId="{9EFB3EEE-BDE6-4B0B-A196-B3AFA6141442}" dt="2026-06-16T07:41:24.620" v="220" actId="113"/>
        <pc:sldMkLst>
          <pc:docMk/>
          <pc:sldMk cId="3087987878" sldId="291"/>
        </pc:sldMkLst>
        <pc:spChg chg="mod">
          <ac:chgData name="Dr. Yogeswari A/P Suppiah" userId="099be3e5-714f-4980-a8f8-7b8978142797" providerId="ADAL" clId="{9EFB3EEE-BDE6-4B0B-A196-B3AFA6141442}" dt="2026-06-16T07:41:24.620" v="220" actId="113"/>
          <ac:spMkLst>
            <pc:docMk/>
            <pc:sldMk cId="3087987878" sldId="291"/>
            <ac:spMk id="76803" creationId="{ED578EC1-4048-BC48-51C4-BA04E1A2BAB4}"/>
          </ac:spMkLst>
        </pc:spChg>
        <pc:picChg chg="mod">
          <ac:chgData name="Dr. Yogeswari A/P Suppiah" userId="099be3e5-714f-4980-a8f8-7b8978142797" providerId="ADAL" clId="{9EFB3EEE-BDE6-4B0B-A196-B3AFA6141442}" dt="2026-06-16T07:40:47.368" v="218" actId="14100"/>
          <ac:picMkLst>
            <pc:docMk/>
            <pc:sldMk cId="3087987878" sldId="291"/>
            <ac:picMk id="76807" creationId="{1000EF03-AEFF-E760-9869-B507D0959003}"/>
          </ac:picMkLst>
        </pc:picChg>
      </pc:sldChg>
      <pc:sldChg chg="delSp modSp mod">
        <pc:chgData name="Dr. Yogeswari A/P Suppiah" userId="099be3e5-714f-4980-a8f8-7b8978142797" providerId="ADAL" clId="{9EFB3EEE-BDE6-4B0B-A196-B3AFA6141442}" dt="2026-06-16T07:41:41.354" v="224" actId="1076"/>
        <pc:sldMkLst>
          <pc:docMk/>
          <pc:sldMk cId="1967389295" sldId="292"/>
        </pc:sldMkLst>
        <pc:spChg chg="mod">
          <ac:chgData name="Dr. Yogeswari A/P Suppiah" userId="099be3e5-714f-4980-a8f8-7b8978142797" providerId="ADAL" clId="{9EFB3EEE-BDE6-4B0B-A196-B3AFA6141442}" dt="2026-06-16T07:41:41.354" v="224" actId="1076"/>
          <ac:spMkLst>
            <pc:docMk/>
            <pc:sldMk cId="1967389295" sldId="292"/>
            <ac:spMk id="38916" creationId="{A3F0E26C-762E-4EFC-EDF8-9898A0A9EAB7}"/>
          </ac:spMkLst>
        </pc:spChg>
        <pc:spChg chg="mod">
          <ac:chgData name="Dr. Yogeswari A/P Suppiah" userId="099be3e5-714f-4980-a8f8-7b8978142797" providerId="ADAL" clId="{9EFB3EEE-BDE6-4B0B-A196-B3AFA6141442}" dt="2026-06-16T07:41:33.098" v="221" actId="113"/>
          <ac:spMkLst>
            <pc:docMk/>
            <pc:sldMk cId="1967389295" sldId="292"/>
            <ac:spMk id="78851" creationId="{BE1DAD12-BAE4-A659-8C0E-1C78271B03B3}"/>
          </ac:spMkLst>
        </pc:spChg>
        <pc:spChg chg="del">
          <ac:chgData name="Dr. Yogeswari A/P Suppiah" userId="099be3e5-714f-4980-a8f8-7b8978142797" providerId="ADAL" clId="{9EFB3EEE-BDE6-4B0B-A196-B3AFA6141442}" dt="2026-06-16T07:41:36.697" v="222" actId="478"/>
          <ac:spMkLst>
            <pc:docMk/>
            <pc:sldMk cId="1967389295" sldId="292"/>
            <ac:spMk id="78858" creationId="{60FE7D4B-9762-6E40-CF6B-3BF419069894}"/>
          </ac:spMkLst>
        </pc:spChg>
      </pc:sldChg>
      <pc:sldChg chg="modSp mod">
        <pc:chgData name="Dr. Yogeswari A/P Suppiah" userId="099be3e5-714f-4980-a8f8-7b8978142797" providerId="ADAL" clId="{9EFB3EEE-BDE6-4B0B-A196-B3AFA6141442}" dt="2026-06-16T07:42:00.506" v="226" actId="1076"/>
        <pc:sldMkLst>
          <pc:docMk/>
          <pc:sldMk cId="437082044" sldId="293"/>
        </pc:sldMkLst>
        <pc:spChg chg="mod">
          <ac:chgData name="Dr. Yogeswari A/P Suppiah" userId="099be3e5-714f-4980-a8f8-7b8978142797" providerId="ADAL" clId="{9EFB3EEE-BDE6-4B0B-A196-B3AFA6141442}" dt="2026-06-16T07:42:00.506" v="226" actId="1076"/>
          <ac:spMkLst>
            <pc:docMk/>
            <pc:sldMk cId="437082044" sldId="293"/>
            <ac:spMk id="80898" creationId="{2AE88D62-CCAE-4D63-C012-CCC53F3E1049}"/>
          </ac:spMkLst>
        </pc:spChg>
        <pc:spChg chg="mod">
          <ac:chgData name="Dr. Yogeswari A/P Suppiah" userId="099be3e5-714f-4980-a8f8-7b8978142797" providerId="ADAL" clId="{9EFB3EEE-BDE6-4B0B-A196-B3AFA6141442}" dt="2026-06-16T07:41:57.514" v="225" actId="1076"/>
          <ac:spMkLst>
            <pc:docMk/>
            <pc:sldMk cId="437082044" sldId="293"/>
            <ac:spMk id="80899" creationId="{C287C040-9184-9C87-22FC-68D8BF1F6BE0}"/>
          </ac:spMkLst>
        </pc:spChg>
      </pc:sldChg>
      <pc:sldChg chg="modSp">
        <pc:chgData name="Dr. Yogeswari A/P Suppiah" userId="099be3e5-714f-4980-a8f8-7b8978142797" providerId="ADAL" clId="{9EFB3EEE-BDE6-4B0B-A196-B3AFA6141442}" dt="2026-06-16T07:42:12.135" v="228" actId="1076"/>
        <pc:sldMkLst>
          <pc:docMk/>
          <pc:sldMk cId="1240440758" sldId="294"/>
        </pc:sldMkLst>
        <pc:picChg chg="mod">
          <ac:chgData name="Dr. Yogeswari A/P Suppiah" userId="099be3e5-714f-4980-a8f8-7b8978142797" providerId="ADAL" clId="{9EFB3EEE-BDE6-4B0B-A196-B3AFA6141442}" dt="2026-06-16T07:42:12.135" v="228" actId="1076"/>
          <ac:picMkLst>
            <pc:docMk/>
            <pc:sldMk cId="1240440758" sldId="294"/>
            <ac:picMk id="82948" creationId="{2C735E42-96DF-0E69-DF74-131A9897F84E}"/>
          </ac:picMkLst>
        </pc:picChg>
      </pc:sldChg>
      <pc:sldChg chg="modSp">
        <pc:chgData name="Dr. Yogeswari A/P Suppiah" userId="099be3e5-714f-4980-a8f8-7b8978142797" providerId="ADAL" clId="{9EFB3EEE-BDE6-4B0B-A196-B3AFA6141442}" dt="2026-06-16T07:42:26.682" v="230" actId="113"/>
        <pc:sldMkLst>
          <pc:docMk/>
          <pc:sldMk cId="2315410027" sldId="295"/>
        </pc:sldMkLst>
        <pc:graphicFrameChg chg="mod">
          <ac:chgData name="Dr. Yogeswari A/P Suppiah" userId="099be3e5-714f-4980-a8f8-7b8978142797" providerId="ADAL" clId="{9EFB3EEE-BDE6-4B0B-A196-B3AFA6141442}" dt="2026-06-16T07:42:26.682" v="230" actId="113"/>
          <ac:graphicFrameMkLst>
            <pc:docMk/>
            <pc:sldMk cId="2315410027" sldId="295"/>
            <ac:graphicFrameMk id="84999" creationId="{24576440-7998-99FB-2BF9-B315F1CD5275}"/>
          </ac:graphicFrameMkLst>
        </pc:graphicFrameChg>
      </pc:sldChg>
      <pc:sldChg chg="modSp">
        <pc:chgData name="Dr. Yogeswari A/P Suppiah" userId="099be3e5-714f-4980-a8f8-7b8978142797" providerId="ADAL" clId="{9EFB3EEE-BDE6-4B0B-A196-B3AFA6141442}" dt="2026-06-16T07:42:46.194" v="231" actId="1076"/>
        <pc:sldMkLst>
          <pc:docMk/>
          <pc:sldMk cId="897302370" sldId="296"/>
        </pc:sldMkLst>
        <pc:picChg chg="mod">
          <ac:chgData name="Dr. Yogeswari A/P Suppiah" userId="099be3e5-714f-4980-a8f8-7b8978142797" providerId="ADAL" clId="{9EFB3EEE-BDE6-4B0B-A196-B3AFA6141442}" dt="2026-06-16T07:42:46.194" v="231" actId="1076"/>
          <ac:picMkLst>
            <pc:docMk/>
            <pc:sldMk cId="897302370" sldId="296"/>
            <ac:picMk id="87044" creationId="{BFB7A561-80BB-D1F6-21A9-F0AFB31A353A}"/>
          </ac:picMkLst>
        </pc:picChg>
      </pc:sldChg>
      <pc:sldChg chg="modSp mod">
        <pc:chgData name="Dr. Yogeswari A/P Suppiah" userId="099be3e5-714f-4980-a8f8-7b8978142797" providerId="ADAL" clId="{9EFB3EEE-BDE6-4B0B-A196-B3AFA6141442}" dt="2026-06-16T07:43:02.838" v="236" actId="14100"/>
        <pc:sldMkLst>
          <pc:docMk/>
          <pc:sldMk cId="268602122" sldId="297"/>
        </pc:sldMkLst>
        <pc:spChg chg="mod">
          <ac:chgData name="Dr. Yogeswari A/P Suppiah" userId="099be3e5-714f-4980-a8f8-7b8978142797" providerId="ADAL" clId="{9EFB3EEE-BDE6-4B0B-A196-B3AFA6141442}" dt="2026-06-16T07:42:58.442" v="234" actId="14100"/>
          <ac:spMkLst>
            <pc:docMk/>
            <pc:sldMk cId="268602122" sldId="297"/>
            <ac:spMk id="89090" creationId="{3EE66ADE-97F0-4378-D6D4-F7ECCB9799FF}"/>
          </ac:spMkLst>
        </pc:spChg>
        <pc:spChg chg="mod">
          <ac:chgData name="Dr. Yogeswari A/P Suppiah" userId="099be3e5-714f-4980-a8f8-7b8978142797" providerId="ADAL" clId="{9EFB3EEE-BDE6-4B0B-A196-B3AFA6141442}" dt="2026-06-16T07:43:02.838" v="236" actId="14100"/>
          <ac:spMkLst>
            <pc:docMk/>
            <pc:sldMk cId="268602122" sldId="297"/>
            <ac:spMk id="89091" creationId="{B9863C59-7D48-1498-339E-CD786DC44FB6}"/>
          </ac:spMkLst>
        </pc:spChg>
      </pc:sldChg>
      <pc:sldChg chg="modSp">
        <pc:chgData name="Dr. Yogeswari A/P Suppiah" userId="099be3e5-714f-4980-a8f8-7b8978142797" providerId="ADAL" clId="{9EFB3EEE-BDE6-4B0B-A196-B3AFA6141442}" dt="2026-06-09T11:41:48.258" v="36" actId="14100"/>
        <pc:sldMkLst>
          <pc:docMk/>
          <pc:sldMk cId="1123045535" sldId="299"/>
        </pc:sldMkLst>
        <pc:picChg chg="mod">
          <ac:chgData name="Dr. Yogeswari A/P Suppiah" userId="099be3e5-714f-4980-a8f8-7b8978142797" providerId="ADAL" clId="{9EFB3EEE-BDE6-4B0B-A196-B3AFA6141442}" dt="2026-06-09T11:41:48.258" v="36" actId="14100"/>
          <ac:picMkLst>
            <pc:docMk/>
            <pc:sldMk cId="1123045535" sldId="299"/>
            <ac:picMk id="93188" creationId="{410F4126-C7A1-45FC-1626-881CC13E193E}"/>
          </ac:picMkLst>
        </pc:picChg>
      </pc:sldChg>
      <pc:sldChg chg="modSp mod">
        <pc:chgData name="Dr. Yogeswari A/P Suppiah" userId="099be3e5-714f-4980-a8f8-7b8978142797" providerId="ADAL" clId="{9EFB3EEE-BDE6-4B0B-A196-B3AFA6141442}" dt="2026-06-16T07:45:07.036" v="253" actId="6549"/>
        <pc:sldMkLst>
          <pc:docMk/>
          <pc:sldMk cId="3142064780" sldId="303"/>
        </pc:sldMkLst>
        <pc:spChg chg="mod">
          <ac:chgData name="Dr. Yogeswari A/P Suppiah" userId="099be3e5-714f-4980-a8f8-7b8978142797" providerId="ADAL" clId="{9EFB3EEE-BDE6-4B0B-A196-B3AFA6141442}" dt="2026-06-16T07:44:32.770" v="245" actId="1076"/>
          <ac:spMkLst>
            <pc:docMk/>
            <pc:sldMk cId="3142064780" sldId="303"/>
            <ac:spMk id="101378" creationId="{257A8C76-A86D-04FE-8637-49CC787DD9EB}"/>
          </ac:spMkLst>
        </pc:spChg>
        <pc:spChg chg="mod">
          <ac:chgData name="Dr. Yogeswari A/P Suppiah" userId="099be3e5-714f-4980-a8f8-7b8978142797" providerId="ADAL" clId="{9EFB3EEE-BDE6-4B0B-A196-B3AFA6141442}" dt="2026-06-16T07:45:07.036" v="253" actId="6549"/>
          <ac:spMkLst>
            <pc:docMk/>
            <pc:sldMk cId="3142064780" sldId="303"/>
            <ac:spMk id="101379" creationId="{25A81D56-B0E9-54F3-3EFF-03E25458040A}"/>
          </ac:spMkLst>
        </pc:spChg>
        <pc:picChg chg="mod">
          <ac:chgData name="Dr. Yogeswari A/P Suppiah" userId="099be3e5-714f-4980-a8f8-7b8978142797" providerId="ADAL" clId="{9EFB3EEE-BDE6-4B0B-A196-B3AFA6141442}" dt="2026-06-16T07:44:29.701" v="244" actId="14100"/>
          <ac:picMkLst>
            <pc:docMk/>
            <pc:sldMk cId="3142064780" sldId="303"/>
            <ac:picMk id="101383" creationId="{5841C130-F3BA-6740-AD81-D785E49F273B}"/>
          </ac:picMkLst>
        </pc:picChg>
      </pc:sldChg>
      <pc:sldChg chg="modSp">
        <pc:chgData name="Dr. Yogeswari A/P Suppiah" userId="099be3e5-714f-4980-a8f8-7b8978142797" providerId="ADAL" clId="{9EFB3EEE-BDE6-4B0B-A196-B3AFA6141442}" dt="2026-06-16T07:45:31.249" v="255" actId="14100"/>
        <pc:sldMkLst>
          <pc:docMk/>
          <pc:sldMk cId="2372658674" sldId="304"/>
        </pc:sldMkLst>
        <pc:picChg chg="mod">
          <ac:chgData name="Dr. Yogeswari A/P Suppiah" userId="099be3e5-714f-4980-a8f8-7b8978142797" providerId="ADAL" clId="{9EFB3EEE-BDE6-4B0B-A196-B3AFA6141442}" dt="2026-06-16T07:45:31.249" v="255" actId="14100"/>
          <ac:picMkLst>
            <pc:docMk/>
            <pc:sldMk cId="2372658674" sldId="304"/>
            <ac:picMk id="103428" creationId="{1A71F644-F85E-8BAB-C551-F69F9A37242C}"/>
          </ac:picMkLst>
        </pc:picChg>
      </pc:sldChg>
      <pc:sldChg chg="modSp mod">
        <pc:chgData name="Dr. Yogeswari A/P Suppiah" userId="099be3e5-714f-4980-a8f8-7b8978142797" providerId="ADAL" clId="{9EFB3EEE-BDE6-4B0B-A196-B3AFA6141442}" dt="2026-06-16T07:47:00.104" v="259" actId="14100"/>
        <pc:sldMkLst>
          <pc:docMk/>
          <pc:sldMk cId="3200289150" sldId="305"/>
        </pc:sldMkLst>
        <pc:spChg chg="mod">
          <ac:chgData name="Dr. Yogeswari A/P Suppiah" userId="099be3e5-714f-4980-a8f8-7b8978142797" providerId="ADAL" clId="{9EFB3EEE-BDE6-4B0B-A196-B3AFA6141442}" dt="2026-06-16T07:46:50.121" v="256" actId="1076"/>
          <ac:spMkLst>
            <pc:docMk/>
            <pc:sldMk cId="3200289150" sldId="305"/>
            <ac:spMk id="105474" creationId="{9672D517-83EB-4D2B-0D4B-2284D8BF9D92}"/>
          </ac:spMkLst>
        </pc:spChg>
        <pc:spChg chg="mod">
          <ac:chgData name="Dr. Yogeswari A/P Suppiah" userId="099be3e5-714f-4980-a8f8-7b8978142797" providerId="ADAL" clId="{9EFB3EEE-BDE6-4B0B-A196-B3AFA6141442}" dt="2026-06-16T07:47:00.104" v="259" actId="14100"/>
          <ac:spMkLst>
            <pc:docMk/>
            <pc:sldMk cId="3200289150" sldId="305"/>
            <ac:spMk id="105475" creationId="{3AD98F48-6870-02C5-4FA3-0F0A05F70221}"/>
          </ac:spMkLst>
        </pc:spChg>
      </pc:sldChg>
      <pc:sldChg chg="modSp">
        <pc:chgData name="Dr. Yogeswari A/P Suppiah" userId="099be3e5-714f-4980-a8f8-7b8978142797" providerId="ADAL" clId="{9EFB3EEE-BDE6-4B0B-A196-B3AFA6141442}" dt="2026-06-16T07:47:11.335" v="262" actId="14100"/>
        <pc:sldMkLst>
          <pc:docMk/>
          <pc:sldMk cId="3967150604" sldId="306"/>
        </pc:sldMkLst>
        <pc:picChg chg="mod">
          <ac:chgData name="Dr. Yogeswari A/P Suppiah" userId="099be3e5-714f-4980-a8f8-7b8978142797" providerId="ADAL" clId="{9EFB3EEE-BDE6-4B0B-A196-B3AFA6141442}" dt="2026-06-16T07:47:11.335" v="262" actId="14100"/>
          <ac:picMkLst>
            <pc:docMk/>
            <pc:sldMk cId="3967150604" sldId="306"/>
            <ac:picMk id="107524" creationId="{B79AB2E9-8095-EC02-A9C0-4AA26ACECEC4}"/>
          </ac:picMkLst>
        </pc:picChg>
      </pc:sldChg>
      <pc:sldChg chg="del">
        <pc:chgData name="Dr. Yogeswari A/P Suppiah" userId="099be3e5-714f-4980-a8f8-7b8978142797" providerId="ADAL" clId="{9EFB3EEE-BDE6-4B0B-A196-B3AFA6141442}" dt="2026-06-16T07:50:24.779" v="282" actId="47"/>
        <pc:sldMkLst>
          <pc:docMk/>
          <pc:sldMk cId="1114986316" sldId="307"/>
        </pc:sldMkLst>
      </pc:sldChg>
      <pc:sldChg chg="modSp mod">
        <pc:chgData name="Dr. Yogeswari A/P Suppiah" userId="099be3e5-714f-4980-a8f8-7b8978142797" providerId="ADAL" clId="{9EFB3EEE-BDE6-4B0B-A196-B3AFA6141442}" dt="2026-06-16T07:48:15.434" v="280" actId="207"/>
        <pc:sldMkLst>
          <pc:docMk/>
          <pc:sldMk cId="1548741710" sldId="308"/>
        </pc:sldMkLst>
        <pc:spChg chg="mod">
          <ac:chgData name="Dr. Yogeswari A/P Suppiah" userId="099be3e5-714f-4980-a8f8-7b8978142797" providerId="ADAL" clId="{9EFB3EEE-BDE6-4B0B-A196-B3AFA6141442}" dt="2026-06-16T07:48:15.434" v="280" actId="207"/>
          <ac:spMkLst>
            <pc:docMk/>
            <pc:sldMk cId="1548741710" sldId="308"/>
            <ac:spMk id="111619" creationId="{47B74C29-CC0E-F6C5-3687-3FC9ABFC9B6C}"/>
          </ac:spMkLst>
        </pc:spChg>
      </pc:sldChg>
      <pc:sldChg chg="modSp mod">
        <pc:chgData name="Dr. Yogeswari A/P Suppiah" userId="099be3e5-714f-4980-a8f8-7b8978142797" providerId="ADAL" clId="{9EFB3EEE-BDE6-4B0B-A196-B3AFA6141442}" dt="2026-06-17T12:54:27.733" v="336" actId="113"/>
        <pc:sldMkLst>
          <pc:docMk/>
          <pc:sldMk cId="2960226492" sldId="309"/>
        </pc:sldMkLst>
        <pc:spChg chg="mod">
          <ac:chgData name="Dr. Yogeswari A/P Suppiah" userId="099be3e5-714f-4980-a8f8-7b8978142797" providerId="ADAL" clId="{9EFB3EEE-BDE6-4B0B-A196-B3AFA6141442}" dt="2026-06-17T12:54:27.733" v="336" actId="113"/>
          <ac:spMkLst>
            <pc:docMk/>
            <pc:sldMk cId="2960226492" sldId="309"/>
            <ac:spMk id="113667" creationId="{4BF76168-28A7-E2B2-F1B0-DE0B221B07FF}"/>
          </ac:spMkLst>
        </pc:spChg>
      </pc:sldChg>
      <pc:sldChg chg="modSp mod">
        <pc:chgData name="Dr. Yogeswari A/P Suppiah" userId="099be3e5-714f-4980-a8f8-7b8978142797" providerId="ADAL" clId="{9EFB3EEE-BDE6-4B0B-A196-B3AFA6141442}" dt="2026-06-16T07:30:13.593" v="156" actId="113"/>
        <pc:sldMkLst>
          <pc:docMk/>
          <pc:sldMk cId="2032237172" sldId="310"/>
        </pc:sldMkLst>
        <pc:spChg chg="mod">
          <ac:chgData name="Dr. Yogeswari A/P Suppiah" userId="099be3e5-714f-4980-a8f8-7b8978142797" providerId="ADAL" clId="{9EFB3EEE-BDE6-4B0B-A196-B3AFA6141442}" dt="2026-06-16T07:30:13.593" v="156" actId="113"/>
          <ac:spMkLst>
            <pc:docMk/>
            <pc:sldMk cId="2032237172" sldId="310"/>
            <ac:spMk id="3" creationId="{2ECE1AA0-A89B-181A-607D-0A85E9465804}"/>
          </ac:spMkLst>
        </pc:spChg>
      </pc:sldChg>
      <pc:sldChg chg="modSp mod">
        <pc:chgData name="Dr. Yogeswari A/P Suppiah" userId="099be3e5-714f-4980-a8f8-7b8978142797" providerId="ADAL" clId="{9EFB3EEE-BDE6-4B0B-A196-B3AFA6141442}" dt="2026-06-16T07:35:49.645" v="192" actId="1076"/>
        <pc:sldMkLst>
          <pc:docMk/>
          <pc:sldMk cId="2230252274" sldId="311"/>
        </pc:sldMkLst>
        <pc:spChg chg="mod">
          <ac:chgData name="Dr. Yogeswari A/P Suppiah" userId="099be3e5-714f-4980-a8f8-7b8978142797" providerId="ADAL" clId="{9EFB3EEE-BDE6-4B0B-A196-B3AFA6141442}" dt="2026-06-16T07:35:36.651" v="187" actId="14100"/>
          <ac:spMkLst>
            <pc:docMk/>
            <pc:sldMk cId="2230252274" sldId="311"/>
            <ac:spMk id="3" creationId="{E40D1A06-F3B0-170C-D74C-E3B3FC9D72D7}"/>
          </ac:spMkLst>
        </pc:spChg>
        <pc:picChg chg="mod">
          <ac:chgData name="Dr. Yogeswari A/P Suppiah" userId="099be3e5-714f-4980-a8f8-7b8978142797" providerId="ADAL" clId="{9EFB3EEE-BDE6-4B0B-A196-B3AFA6141442}" dt="2026-06-16T07:35:49.645" v="192" actId="1076"/>
          <ac:picMkLst>
            <pc:docMk/>
            <pc:sldMk cId="2230252274" sldId="311"/>
            <ac:picMk id="1026" creationId="{BDC0E405-D9C7-CCFD-8789-28D4AEC3337A}"/>
          </ac:picMkLst>
        </pc:picChg>
      </pc:sldChg>
      <pc:sldChg chg="delSp modSp mod">
        <pc:chgData name="Dr. Yogeswari A/P Suppiah" userId="099be3e5-714f-4980-a8f8-7b8978142797" providerId="ADAL" clId="{9EFB3EEE-BDE6-4B0B-A196-B3AFA6141442}" dt="2026-06-09T11:37:26.198" v="23" actId="14100"/>
        <pc:sldMkLst>
          <pc:docMk/>
          <pc:sldMk cId="4120557251" sldId="312"/>
        </pc:sldMkLst>
        <pc:spChg chg="del">
          <ac:chgData name="Dr. Yogeswari A/P Suppiah" userId="099be3e5-714f-4980-a8f8-7b8978142797" providerId="ADAL" clId="{9EFB3EEE-BDE6-4B0B-A196-B3AFA6141442}" dt="2026-06-09T11:37:16.800" v="19" actId="478"/>
          <ac:spMkLst>
            <pc:docMk/>
            <pc:sldMk cId="4120557251" sldId="312"/>
            <ac:spMk id="2" creationId="{D8650437-5E5C-0E76-2C89-FD7883AB29D1}"/>
          </ac:spMkLst>
        </pc:spChg>
        <pc:picChg chg="mod">
          <ac:chgData name="Dr. Yogeswari A/P Suppiah" userId="099be3e5-714f-4980-a8f8-7b8978142797" providerId="ADAL" clId="{9EFB3EEE-BDE6-4B0B-A196-B3AFA6141442}" dt="2026-06-09T11:37:21.133" v="21" actId="14100"/>
          <ac:picMkLst>
            <pc:docMk/>
            <pc:sldMk cId="4120557251" sldId="312"/>
            <ac:picMk id="7" creationId="{B0DB74E8-8567-0D44-4CB6-AED8D806A6C5}"/>
          </ac:picMkLst>
        </pc:picChg>
        <pc:picChg chg="mod">
          <ac:chgData name="Dr. Yogeswari A/P Suppiah" userId="099be3e5-714f-4980-a8f8-7b8978142797" providerId="ADAL" clId="{9EFB3EEE-BDE6-4B0B-A196-B3AFA6141442}" dt="2026-06-09T11:37:26.198" v="23" actId="14100"/>
          <ac:picMkLst>
            <pc:docMk/>
            <pc:sldMk cId="4120557251" sldId="312"/>
            <ac:picMk id="2050" creationId="{4BC3A271-DB35-03E0-B44C-E3C72F01D231}"/>
          </ac:picMkLst>
        </pc:picChg>
      </pc:sldChg>
      <pc:sldChg chg="modSp add del">
        <pc:chgData name="Dr. Yogeswari A/P Suppiah" userId="099be3e5-714f-4980-a8f8-7b8978142797" providerId="ADAL" clId="{9EFB3EEE-BDE6-4B0B-A196-B3AFA6141442}" dt="2026-06-17T12:48:12.557" v="328" actId="1076"/>
        <pc:sldMkLst>
          <pc:docMk/>
          <pc:sldMk cId="2079674667" sldId="313"/>
        </pc:sldMkLst>
        <pc:picChg chg="mod">
          <ac:chgData name="Dr. Yogeswari A/P Suppiah" userId="099be3e5-714f-4980-a8f8-7b8978142797" providerId="ADAL" clId="{9EFB3EEE-BDE6-4B0B-A196-B3AFA6141442}" dt="2026-06-17T12:48:12.557" v="328" actId="1076"/>
          <ac:picMkLst>
            <pc:docMk/>
            <pc:sldMk cId="2079674667" sldId="313"/>
            <ac:picMk id="3074" creationId="{B7B54D92-1061-5D9F-4748-81E5C15BD5E7}"/>
          </ac:picMkLst>
        </pc:picChg>
      </pc:sldChg>
      <pc:sldChg chg="modSp add del">
        <pc:chgData name="Dr. Yogeswari A/P Suppiah" userId="099be3e5-714f-4980-a8f8-7b8978142797" providerId="ADAL" clId="{9EFB3EEE-BDE6-4B0B-A196-B3AFA6141442}" dt="2026-06-17T12:47:48.364" v="325" actId="14100"/>
        <pc:sldMkLst>
          <pc:docMk/>
          <pc:sldMk cId="3501807165" sldId="314"/>
        </pc:sldMkLst>
        <pc:picChg chg="mod">
          <ac:chgData name="Dr. Yogeswari A/P Suppiah" userId="099be3e5-714f-4980-a8f8-7b8978142797" providerId="ADAL" clId="{9EFB3EEE-BDE6-4B0B-A196-B3AFA6141442}" dt="2026-06-17T12:47:48.364" v="325" actId="14100"/>
          <ac:picMkLst>
            <pc:docMk/>
            <pc:sldMk cId="3501807165" sldId="314"/>
            <ac:picMk id="4" creationId="{5C5549C0-F7EE-D319-7FFA-E19564E43270}"/>
          </ac:picMkLst>
        </pc:picChg>
      </pc:sldChg>
      <pc:sldChg chg="modSp del mod">
        <pc:chgData name="Dr. Yogeswari A/P Suppiah" userId="099be3e5-714f-4980-a8f8-7b8978142797" providerId="ADAL" clId="{9EFB3EEE-BDE6-4B0B-A196-B3AFA6141442}" dt="2026-06-16T07:50:26.144" v="283" actId="47"/>
        <pc:sldMkLst>
          <pc:docMk/>
          <pc:sldMk cId="1804864396" sldId="315"/>
        </pc:sldMkLst>
        <pc:spChg chg="mod">
          <ac:chgData name="Dr. Yogeswari A/P Suppiah" userId="099be3e5-714f-4980-a8f8-7b8978142797" providerId="ADAL" clId="{9EFB3EEE-BDE6-4B0B-A196-B3AFA6141442}" dt="2026-06-16T07:47:56.506" v="275" actId="14100"/>
          <ac:spMkLst>
            <pc:docMk/>
            <pc:sldMk cId="1804864396" sldId="315"/>
            <ac:spMk id="2" creationId="{132BA9DD-0313-3C77-1B6A-C56291CA6022}"/>
          </ac:spMkLst>
        </pc:spChg>
        <pc:picChg chg="mod">
          <ac:chgData name="Dr. Yogeswari A/P Suppiah" userId="099be3e5-714f-4980-a8f8-7b8978142797" providerId="ADAL" clId="{9EFB3EEE-BDE6-4B0B-A196-B3AFA6141442}" dt="2026-06-16T07:47:53.168" v="274" actId="1076"/>
          <ac:picMkLst>
            <pc:docMk/>
            <pc:sldMk cId="1804864396" sldId="315"/>
            <ac:picMk id="5" creationId="{3D3B117D-DA17-1B92-C3CB-2705EDB43C23}"/>
          </ac:picMkLst>
        </pc:picChg>
      </pc:sldChg>
      <pc:sldChg chg="del">
        <pc:chgData name="Dr. Yogeswari A/P Suppiah" userId="099be3e5-714f-4980-a8f8-7b8978142797" providerId="ADAL" clId="{9EFB3EEE-BDE6-4B0B-A196-B3AFA6141442}" dt="2026-06-09T11:36:47.113" v="13" actId="47"/>
        <pc:sldMkLst>
          <pc:docMk/>
          <pc:sldMk cId="107497582" sldId="316"/>
        </pc:sldMkLst>
      </pc:sldChg>
      <pc:sldChg chg="addSp modSp new mod">
        <pc:chgData name="Dr. Yogeswari A/P Suppiah" userId="099be3e5-714f-4980-a8f8-7b8978142797" providerId="ADAL" clId="{9EFB3EEE-BDE6-4B0B-A196-B3AFA6141442}" dt="2026-06-18T06:14:26.221" v="356" actId="20577"/>
        <pc:sldMkLst>
          <pc:docMk/>
          <pc:sldMk cId="2300607912" sldId="316"/>
        </pc:sldMkLst>
        <pc:spChg chg="mod">
          <ac:chgData name="Dr. Yogeswari A/P Suppiah" userId="099be3e5-714f-4980-a8f8-7b8978142797" providerId="ADAL" clId="{9EFB3EEE-BDE6-4B0B-A196-B3AFA6141442}" dt="2026-06-18T06:14:26.221" v="356" actId="20577"/>
          <ac:spMkLst>
            <pc:docMk/>
            <pc:sldMk cId="2300607912" sldId="316"/>
            <ac:spMk id="2" creationId="{D3DDD42E-58E4-8984-E872-76D3C6DB59DA}"/>
          </ac:spMkLst>
        </pc:spChg>
        <pc:picChg chg="add mod">
          <ac:chgData name="Dr. Yogeswari A/P Suppiah" userId="099be3e5-714f-4980-a8f8-7b8978142797" providerId="ADAL" clId="{9EFB3EEE-BDE6-4B0B-A196-B3AFA6141442}" dt="2026-06-16T05:08:29.814" v="137" actId="14861"/>
          <ac:picMkLst>
            <pc:docMk/>
            <pc:sldMk cId="2300607912" sldId="316"/>
            <ac:picMk id="6" creationId="{0A015488-6ADF-3ACA-6AF2-C3AF76002A2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79126C-1322-43A0-B429-F3087F7A86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3721CE-3299-428B-8393-FFE801CAD5CB}">
      <dgm:prSet custT="1"/>
      <dgm:spPr/>
      <dgm:t>
        <a:bodyPr/>
        <a:lstStyle/>
        <a:p>
          <a:r>
            <a:rPr lang="en-US" sz="1600" b="1" dirty="0">
              <a:highlight>
                <a:srgbClr val="00FF00"/>
              </a:highlight>
            </a:rPr>
            <a:t>Relational model </a:t>
          </a:r>
        </a:p>
      </dgm:t>
    </dgm:pt>
    <dgm:pt modelId="{85DB8846-A487-4DB6-9BFD-B0ABA4EDE2DE}" type="parTrans" cxnId="{1047B430-E9C1-427B-BA4C-BD5EAADB936B}">
      <dgm:prSet/>
      <dgm:spPr/>
      <dgm:t>
        <a:bodyPr/>
        <a:lstStyle/>
        <a:p>
          <a:endParaRPr lang="en-US" sz="1600"/>
        </a:p>
      </dgm:t>
    </dgm:pt>
    <dgm:pt modelId="{34D2AC9C-0AD3-4C56-82CE-FE2A40288755}" type="sibTrans" cxnId="{1047B430-E9C1-427B-BA4C-BD5EAADB936B}">
      <dgm:prSet/>
      <dgm:spPr/>
      <dgm:t>
        <a:bodyPr/>
        <a:lstStyle/>
        <a:p>
          <a:endParaRPr lang="en-US" sz="1600"/>
        </a:p>
      </dgm:t>
    </dgm:pt>
    <dgm:pt modelId="{4E61D7C1-B45A-49FF-87C2-6DA5A3E1FD7D}">
      <dgm:prSet custT="1"/>
      <dgm:spPr/>
      <dgm:t>
        <a:bodyPr/>
        <a:lstStyle/>
        <a:p>
          <a:r>
            <a:rPr lang="en-US" sz="1600"/>
            <a:t>View data logically rather than physically</a:t>
          </a:r>
        </a:p>
      </dgm:t>
    </dgm:pt>
    <dgm:pt modelId="{9E623375-8564-4128-B96C-99D340B0D84E}" type="parTrans" cxnId="{A4E041FA-0DC7-4062-BAB4-53F277005F56}">
      <dgm:prSet/>
      <dgm:spPr/>
      <dgm:t>
        <a:bodyPr/>
        <a:lstStyle/>
        <a:p>
          <a:endParaRPr lang="en-US" sz="1600"/>
        </a:p>
      </dgm:t>
    </dgm:pt>
    <dgm:pt modelId="{6E341C64-406F-479B-890A-06C543F36EF6}" type="sibTrans" cxnId="{A4E041FA-0DC7-4062-BAB4-53F277005F56}">
      <dgm:prSet/>
      <dgm:spPr/>
      <dgm:t>
        <a:bodyPr/>
        <a:lstStyle/>
        <a:p>
          <a:endParaRPr lang="en-US" sz="1600"/>
        </a:p>
      </dgm:t>
    </dgm:pt>
    <dgm:pt modelId="{AF757C73-9094-433F-A76D-2B1B75338956}">
      <dgm:prSet custT="1"/>
      <dgm:spPr/>
      <dgm:t>
        <a:bodyPr/>
        <a:lstStyle/>
        <a:p>
          <a:r>
            <a:rPr lang="en-US" sz="1600" b="1" dirty="0">
              <a:highlight>
                <a:srgbClr val="00FF00"/>
              </a:highlight>
            </a:rPr>
            <a:t>Table </a:t>
          </a:r>
        </a:p>
      </dgm:t>
    </dgm:pt>
    <dgm:pt modelId="{86BBF6A2-668C-4B04-918C-23E2A50E5B1E}" type="parTrans" cxnId="{082AA74A-F6AD-42E4-A294-793DFFDF8433}">
      <dgm:prSet/>
      <dgm:spPr/>
      <dgm:t>
        <a:bodyPr/>
        <a:lstStyle/>
        <a:p>
          <a:endParaRPr lang="en-US" sz="1600"/>
        </a:p>
      </dgm:t>
    </dgm:pt>
    <dgm:pt modelId="{481D3FAC-90D7-4B3E-A736-EE6850B4D738}" type="sibTrans" cxnId="{082AA74A-F6AD-42E4-A294-793DFFDF8433}">
      <dgm:prSet/>
      <dgm:spPr/>
      <dgm:t>
        <a:bodyPr/>
        <a:lstStyle/>
        <a:p>
          <a:endParaRPr lang="en-US" sz="1600"/>
        </a:p>
      </dgm:t>
    </dgm:pt>
    <dgm:pt modelId="{31111C05-03B1-4F6D-9891-A63F26E94665}">
      <dgm:prSet custT="1"/>
      <dgm:spPr/>
      <dgm:t>
        <a:bodyPr/>
        <a:lstStyle/>
        <a:p>
          <a:r>
            <a:rPr lang="en-US" sz="1600"/>
            <a:t>Structural and data independence</a:t>
          </a:r>
        </a:p>
      </dgm:t>
    </dgm:pt>
    <dgm:pt modelId="{9ED27FB3-8E0F-4411-9984-0497E31E73EA}" type="parTrans" cxnId="{0F413616-709B-4504-9150-4715E21725C3}">
      <dgm:prSet/>
      <dgm:spPr/>
      <dgm:t>
        <a:bodyPr/>
        <a:lstStyle/>
        <a:p>
          <a:endParaRPr lang="en-US" sz="1600"/>
        </a:p>
      </dgm:t>
    </dgm:pt>
    <dgm:pt modelId="{7221EAAA-1D66-48EB-98DE-E9A2514ADB6B}" type="sibTrans" cxnId="{0F413616-709B-4504-9150-4715E21725C3}">
      <dgm:prSet/>
      <dgm:spPr/>
      <dgm:t>
        <a:bodyPr/>
        <a:lstStyle/>
        <a:p>
          <a:endParaRPr lang="en-US" sz="1600"/>
        </a:p>
      </dgm:t>
    </dgm:pt>
    <dgm:pt modelId="{077398B3-9417-4758-92AE-38C0939872D7}">
      <dgm:prSet custT="1"/>
      <dgm:spPr/>
      <dgm:t>
        <a:bodyPr/>
        <a:lstStyle/>
        <a:p>
          <a:r>
            <a:rPr lang="en-US" sz="1600"/>
            <a:t>Resembles a file conceptually</a:t>
          </a:r>
        </a:p>
      </dgm:t>
    </dgm:pt>
    <dgm:pt modelId="{CB5A0CEC-7B73-41DC-9B58-6122D75A3EDC}" type="parTrans" cxnId="{61F3FF4E-6FBA-4179-B187-1DB4DB56CDCA}">
      <dgm:prSet/>
      <dgm:spPr/>
      <dgm:t>
        <a:bodyPr/>
        <a:lstStyle/>
        <a:p>
          <a:endParaRPr lang="en-US" sz="1600"/>
        </a:p>
      </dgm:t>
    </dgm:pt>
    <dgm:pt modelId="{6503349B-DDDA-42A9-9B23-B7F3D9A3D78A}" type="sibTrans" cxnId="{61F3FF4E-6FBA-4179-B187-1DB4DB56CDCA}">
      <dgm:prSet/>
      <dgm:spPr/>
      <dgm:t>
        <a:bodyPr/>
        <a:lstStyle/>
        <a:p>
          <a:endParaRPr lang="en-US" sz="1600"/>
        </a:p>
      </dgm:t>
    </dgm:pt>
    <dgm:pt modelId="{6E736B9E-9F54-436F-B4BA-5A9F4DED8DA4}">
      <dgm:prSet custT="1"/>
      <dgm:spPr/>
      <dgm:t>
        <a:bodyPr/>
        <a:lstStyle/>
        <a:p>
          <a:r>
            <a:rPr lang="en-US" sz="1600" b="1" dirty="0">
              <a:highlight>
                <a:srgbClr val="00FF00"/>
              </a:highlight>
            </a:rPr>
            <a:t>Relational database model is easier to understand than hierarchical and network models</a:t>
          </a:r>
        </a:p>
      </dgm:t>
    </dgm:pt>
    <dgm:pt modelId="{B003B9BD-08DA-4CF9-B7C5-0248CE336C94}" type="parTrans" cxnId="{3CEF3CAC-B940-4D2D-B61F-40AB6AFC7EE0}">
      <dgm:prSet/>
      <dgm:spPr/>
      <dgm:t>
        <a:bodyPr/>
        <a:lstStyle/>
        <a:p>
          <a:endParaRPr lang="en-US" sz="1600"/>
        </a:p>
      </dgm:t>
    </dgm:pt>
    <dgm:pt modelId="{350B34FB-1786-465D-8FAF-29AC423BCBAF}" type="sibTrans" cxnId="{3CEF3CAC-B940-4D2D-B61F-40AB6AFC7EE0}">
      <dgm:prSet/>
      <dgm:spPr/>
      <dgm:t>
        <a:bodyPr/>
        <a:lstStyle/>
        <a:p>
          <a:endParaRPr lang="en-US" sz="1600"/>
        </a:p>
      </dgm:t>
    </dgm:pt>
    <dgm:pt modelId="{3CC49B7D-52AF-492D-A1AC-C60BBCF57EAC}" type="pres">
      <dgm:prSet presAssocID="{4D79126C-1322-43A0-B429-F3087F7A8662}" presName="root" presStyleCnt="0">
        <dgm:presLayoutVars>
          <dgm:dir/>
          <dgm:resizeHandles val="exact"/>
        </dgm:presLayoutVars>
      </dgm:prSet>
      <dgm:spPr/>
    </dgm:pt>
    <dgm:pt modelId="{C54BA605-3C89-4E6B-9E73-F2DD0CECB03A}" type="pres">
      <dgm:prSet presAssocID="{DA3721CE-3299-428B-8393-FFE801CAD5CB}" presName="compNode" presStyleCnt="0"/>
      <dgm:spPr/>
    </dgm:pt>
    <dgm:pt modelId="{85386EF2-5519-464F-ADD8-2746BE15F3A2}" type="pres">
      <dgm:prSet presAssocID="{DA3721CE-3299-428B-8393-FFE801CAD5CB}" presName="bgRect" presStyleLbl="bgShp" presStyleIdx="0" presStyleCnt="3"/>
      <dgm:spPr/>
    </dgm:pt>
    <dgm:pt modelId="{D3563344-26A8-4A3C-9254-1E2098472D86}" type="pres">
      <dgm:prSet presAssocID="{DA3721CE-3299-428B-8393-FFE801CAD5C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E3EE020-8C54-42AA-B895-16D36B6E9080}" type="pres">
      <dgm:prSet presAssocID="{DA3721CE-3299-428B-8393-FFE801CAD5CB}" presName="spaceRect" presStyleCnt="0"/>
      <dgm:spPr/>
    </dgm:pt>
    <dgm:pt modelId="{38D093E9-E18A-4B41-9CBC-EC49FC29866E}" type="pres">
      <dgm:prSet presAssocID="{DA3721CE-3299-428B-8393-FFE801CAD5CB}" presName="parTx" presStyleLbl="revTx" presStyleIdx="0" presStyleCnt="5">
        <dgm:presLayoutVars>
          <dgm:chMax val="0"/>
          <dgm:chPref val="0"/>
        </dgm:presLayoutVars>
      </dgm:prSet>
      <dgm:spPr/>
    </dgm:pt>
    <dgm:pt modelId="{4CBB1D05-2DF6-495F-B0FE-2A8B684DAE8C}" type="pres">
      <dgm:prSet presAssocID="{DA3721CE-3299-428B-8393-FFE801CAD5CB}" presName="desTx" presStyleLbl="revTx" presStyleIdx="1" presStyleCnt="5">
        <dgm:presLayoutVars/>
      </dgm:prSet>
      <dgm:spPr/>
    </dgm:pt>
    <dgm:pt modelId="{A6DBAB4F-239E-4A2E-A7DD-20D387B79975}" type="pres">
      <dgm:prSet presAssocID="{34D2AC9C-0AD3-4C56-82CE-FE2A40288755}" presName="sibTrans" presStyleCnt="0"/>
      <dgm:spPr/>
    </dgm:pt>
    <dgm:pt modelId="{B0E9D556-314E-492C-8FB5-130616C8ADCF}" type="pres">
      <dgm:prSet presAssocID="{AF757C73-9094-433F-A76D-2B1B75338956}" presName="compNode" presStyleCnt="0"/>
      <dgm:spPr/>
    </dgm:pt>
    <dgm:pt modelId="{D3AB6253-3407-4F2C-9422-BDF905CD1A0A}" type="pres">
      <dgm:prSet presAssocID="{AF757C73-9094-433F-A76D-2B1B75338956}" presName="bgRect" presStyleLbl="bgShp" presStyleIdx="1" presStyleCnt="3"/>
      <dgm:spPr/>
    </dgm:pt>
    <dgm:pt modelId="{82098924-1F7B-485C-AD33-DFEDFCF0E58A}" type="pres">
      <dgm:prSet presAssocID="{AF757C73-9094-433F-A76D-2B1B7533895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7AD92DD-7137-4730-814E-C42EB6C780A1}" type="pres">
      <dgm:prSet presAssocID="{AF757C73-9094-433F-A76D-2B1B75338956}" presName="spaceRect" presStyleCnt="0"/>
      <dgm:spPr/>
    </dgm:pt>
    <dgm:pt modelId="{E360FAF1-464E-4A8C-AB99-2D0FFEADFF9F}" type="pres">
      <dgm:prSet presAssocID="{AF757C73-9094-433F-A76D-2B1B75338956}" presName="parTx" presStyleLbl="revTx" presStyleIdx="2" presStyleCnt="5">
        <dgm:presLayoutVars>
          <dgm:chMax val="0"/>
          <dgm:chPref val="0"/>
        </dgm:presLayoutVars>
      </dgm:prSet>
      <dgm:spPr/>
    </dgm:pt>
    <dgm:pt modelId="{2714C2F4-D4DB-4272-9AF8-C945C6563694}" type="pres">
      <dgm:prSet presAssocID="{AF757C73-9094-433F-A76D-2B1B75338956}" presName="desTx" presStyleLbl="revTx" presStyleIdx="3" presStyleCnt="5">
        <dgm:presLayoutVars/>
      </dgm:prSet>
      <dgm:spPr/>
    </dgm:pt>
    <dgm:pt modelId="{01201285-1E54-4811-AD7D-F35452D982C3}" type="pres">
      <dgm:prSet presAssocID="{481D3FAC-90D7-4B3E-A736-EE6850B4D738}" presName="sibTrans" presStyleCnt="0"/>
      <dgm:spPr/>
    </dgm:pt>
    <dgm:pt modelId="{682099FE-9866-438A-B878-DE5EE9CE4D90}" type="pres">
      <dgm:prSet presAssocID="{6E736B9E-9F54-436F-B4BA-5A9F4DED8DA4}" presName="compNode" presStyleCnt="0"/>
      <dgm:spPr/>
    </dgm:pt>
    <dgm:pt modelId="{FB1A240C-AC87-4575-AE03-ED7189B7CF94}" type="pres">
      <dgm:prSet presAssocID="{6E736B9E-9F54-436F-B4BA-5A9F4DED8DA4}" presName="bgRect" presStyleLbl="bgShp" presStyleIdx="2" presStyleCnt="3"/>
      <dgm:spPr/>
    </dgm:pt>
    <dgm:pt modelId="{364A8F81-9D0F-4B05-A80F-2385B10FBC80}" type="pres">
      <dgm:prSet presAssocID="{6E736B9E-9F54-436F-B4BA-5A9F4DED8DA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F2BE2A17-402A-4043-B799-4A6BC694EF1E}" type="pres">
      <dgm:prSet presAssocID="{6E736B9E-9F54-436F-B4BA-5A9F4DED8DA4}" presName="spaceRect" presStyleCnt="0"/>
      <dgm:spPr/>
    </dgm:pt>
    <dgm:pt modelId="{5814C701-14EF-465D-82A0-6F7C82A044E3}" type="pres">
      <dgm:prSet presAssocID="{6E736B9E-9F54-436F-B4BA-5A9F4DED8DA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F413616-709B-4504-9150-4715E21725C3}" srcId="{AF757C73-9094-433F-A76D-2B1B75338956}" destId="{31111C05-03B1-4F6D-9891-A63F26E94665}" srcOrd="0" destOrd="0" parTransId="{9ED27FB3-8E0F-4411-9984-0497E31E73EA}" sibTransId="{7221EAAA-1D66-48EB-98DE-E9A2514ADB6B}"/>
    <dgm:cxn modelId="{96DD1E2F-F863-484C-B0A6-5DF52E62513E}" type="presOf" srcId="{DA3721CE-3299-428B-8393-FFE801CAD5CB}" destId="{38D093E9-E18A-4B41-9CBC-EC49FC29866E}" srcOrd="0" destOrd="0" presId="urn:microsoft.com/office/officeart/2018/2/layout/IconVerticalSolidList"/>
    <dgm:cxn modelId="{1047B430-E9C1-427B-BA4C-BD5EAADB936B}" srcId="{4D79126C-1322-43A0-B429-F3087F7A8662}" destId="{DA3721CE-3299-428B-8393-FFE801CAD5CB}" srcOrd="0" destOrd="0" parTransId="{85DB8846-A487-4DB6-9BFD-B0ABA4EDE2DE}" sibTransId="{34D2AC9C-0AD3-4C56-82CE-FE2A40288755}"/>
    <dgm:cxn modelId="{082AA74A-F6AD-42E4-A294-793DFFDF8433}" srcId="{4D79126C-1322-43A0-B429-F3087F7A8662}" destId="{AF757C73-9094-433F-A76D-2B1B75338956}" srcOrd="1" destOrd="0" parTransId="{86BBF6A2-668C-4B04-918C-23E2A50E5B1E}" sibTransId="{481D3FAC-90D7-4B3E-A736-EE6850B4D738}"/>
    <dgm:cxn modelId="{61F3FF4E-6FBA-4179-B187-1DB4DB56CDCA}" srcId="{AF757C73-9094-433F-A76D-2B1B75338956}" destId="{077398B3-9417-4758-92AE-38C0939872D7}" srcOrd="1" destOrd="0" parTransId="{CB5A0CEC-7B73-41DC-9B58-6122D75A3EDC}" sibTransId="{6503349B-DDDA-42A9-9B23-B7F3D9A3D78A}"/>
    <dgm:cxn modelId="{96C12A7C-562C-4B78-BA92-187E39089140}" type="presOf" srcId="{AF757C73-9094-433F-A76D-2B1B75338956}" destId="{E360FAF1-464E-4A8C-AB99-2D0FFEADFF9F}" srcOrd="0" destOrd="0" presId="urn:microsoft.com/office/officeart/2018/2/layout/IconVerticalSolidList"/>
    <dgm:cxn modelId="{00EBEC8A-99B5-4332-8C45-8284FAD71FDE}" type="presOf" srcId="{077398B3-9417-4758-92AE-38C0939872D7}" destId="{2714C2F4-D4DB-4272-9AF8-C945C6563694}" srcOrd="0" destOrd="1" presId="urn:microsoft.com/office/officeart/2018/2/layout/IconVerticalSolidList"/>
    <dgm:cxn modelId="{8D37B498-4D80-4C81-9674-6627C68D08B9}" type="presOf" srcId="{6E736B9E-9F54-436F-B4BA-5A9F4DED8DA4}" destId="{5814C701-14EF-465D-82A0-6F7C82A044E3}" srcOrd="0" destOrd="0" presId="urn:microsoft.com/office/officeart/2018/2/layout/IconVerticalSolidList"/>
    <dgm:cxn modelId="{90D1ED98-07DC-4928-9D61-9BFA65985D24}" type="presOf" srcId="{31111C05-03B1-4F6D-9891-A63F26E94665}" destId="{2714C2F4-D4DB-4272-9AF8-C945C6563694}" srcOrd="0" destOrd="0" presId="urn:microsoft.com/office/officeart/2018/2/layout/IconVerticalSolidList"/>
    <dgm:cxn modelId="{8BC180A4-5D93-4930-8C6F-7FBFD8DE577E}" type="presOf" srcId="{4E61D7C1-B45A-49FF-87C2-6DA5A3E1FD7D}" destId="{4CBB1D05-2DF6-495F-B0FE-2A8B684DAE8C}" srcOrd="0" destOrd="0" presId="urn:microsoft.com/office/officeart/2018/2/layout/IconVerticalSolidList"/>
    <dgm:cxn modelId="{3CEF3CAC-B940-4D2D-B61F-40AB6AFC7EE0}" srcId="{4D79126C-1322-43A0-B429-F3087F7A8662}" destId="{6E736B9E-9F54-436F-B4BA-5A9F4DED8DA4}" srcOrd="2" destOrd="0" parTransId="{B003B9BD-08DA-4CF9-B7C5-0248CE336C94}" sibTransId="{350B34FB-1786-465D-8FAF-29AC423BCBAF}"/>
    <dgm:cxn modelId="{B85A74C3-AFCA-4611-84B5-747B6D4632B6}" type="presOf" srcId="{4D79126C-1322-43A0-B429-F3087F7A8662}" destId="{3CC49B7D-52AF-492D-A1AC-C60BBCF57EAC}" srcOrd="0" destOrd="0" presId="urn:microsoft.com/office/officeart/2018/2/layout/IconVerticalSolidList"/>
    <dgm:cxn modelId="{A4E041FA-0DC7-4062-BAB4-53F277005F56}" srcId="{DA3721CE-3299-428B-8393-FFE801CAD5CB}" destId="{4E61D7C1-B45A-49FF-87C2-6DA5A3E1FD7D}" srcOrd="0" destOrd="0" parTransId="{9E623375-8564-4128-B96C-99D340B0D84E}" sibTransId="{6E341C64-406F-479B-890A-06C543F36EF6}"/>
    <dgm:cxn modelId="{0CE5DB6C-B423-46E9-BDDC-BE3E302B3DD4}" type="presParOf" srcId="{3CC49B7D-52AF-492D-A1AC-C60BBCF57EAC}" destId="{C54BA605-3C89-4E6B-9E73-F2DD0CECB03A}" srcOrd="0" destOrd="0" presId="urn:microsoft.com/office/officeart/2018/2/layout/IconVerticalSolidList"/>
    <dgm:cxn modelId="{F31E35D3-3D26-4A4E-93D1-40E7DC886D44}" type="presParOf" srcId="{C54BA605-3C89-4E6B-9E73-F2DD0CECB03A}" destId="{85386EF2-5519-464F-ADD8-2746BE15F3A2}" srcOrd="0" destOrd="0" presId="urn:microsoft.com/office/officeart/2018/2/layout/IconVerticalSolidList"/>
    <dgm:cxn modelId="{6A0FEF6D-0284-423D-BD1B-B61AA3F1EA65}" type="presParOf" srcId="{C54BA605-3C89-4E6B-9E73-F2DD0CECB03A}" destId="{D3563344-26A8-4A3C-9254-1E2098472D86}" srcOrd="1" destOrd="0" presId="urn:microsoft.com/office/officeart/2018/2/layout/IconVerticalSolidList"/>
    <dgm:cxn modelId="{32DEAEEB-ED06-4AAA-887E-FF47E3E6BBE7}" type="presParOf" srcId="{C54BA605-3C89-4E6B-9E73-F2DD0CECB03A}" destId="{7E3EE020-8C54-42AA-B895-16D36B6E9080}" srcOrd="2" destOrd="0" presId="urn:microsoft.com/office/officeart/2018/2/layout/IconVerticalSolidList"/>
    <dgm:cxn modelId="{7ECDAB6B-FE69-4FAF-B3EE-FD0C14149476}" type="presParOf" srcId="{C54BA605-3C89-4E6B-9E73-F2DD0CECB03A}" destId="{38D093E9-E18A-4B41-9CBC-EC49FC29866E}" srcOrd="3" destOrd="0" presId="urn:microsoft.com/office/officeart/2018/2/layout/IconVerticalSolidList"/>
    <dgm:cxn modelId="{82BE78BB-6AE8-4C47-A312-4365BBFA0F5B}" type="presParOf" srcId="{C54BA605-3C89-4E6B-9E73-F2DD0CECB03A}" destId="{4CBB1D05-2DF6-495F-B0FE-2A8B684DAE8C}" srcOrd="4" destOrd="0" presId="urn:microsoft.com/office/officeart/2018/2/layout/IconVerticalSolidList"/>
    <dgm:cxn modelId="{DA3A331E-4B71-4727-994F-98023FDE2818}" type="presParOf" srcId="{3CC49B7D-52AF-492D-A1AC-C60BBCF57EAC}" destId="{A6DBAB4F-239E-4A2E-A7DD-20D387B79975}" srcOrd="1" destOrd="0" presId="urn:microsoft.com/office/officeart/2018/2/layout/IconVerticalSolidList"/>
    <dgm:cxn modelId="{070DDEE0-C3CC-4D4A-8FF7-A151BA124847}" type="presParOf" srcId="{3CC49B7D-52AF-492D-A1AC-C60BBCF57EAC}" destId="{B0E9D556-314E-492C-8FB5-130616C8ADCF}" srcOrd="2" destOrd="0" presId="urn:microsoft.com/office/officeart/2018/2/layout/IconVerticalSolidList"/>
    <dgm:cxn modelId="{8273B3E1-AFB7-4E0D-8AD4-F17F40959E77}" type="presParOf" srcId="{B0E9D556-314E-492C-8FB5-130616C8ADCF}" destId="{D3AB6253-3407-4F2C-9422-BDF905CD1A0A}" srcOrd="0" destOrd="0" presId="urn:microsoft.com/office/officeart/2018/2/layout/IconVerticalSolidList"/>
    <dgm:cxn modelId="{0797FA0A-D8A8-4980-974F-6C94DC9299B8}" type="presParOf" srcId="{B0E9D556-314E-492C-8FB5-130616C8ADCF}" destId="{82098924-1F7B-485C-AD33-DFEDFCF0E58A}" srcOrd="1" destOrd="0" presId="urn:microsoft.com/office/officeart/2018/2/layout/IconVerticalSolidList"/>
    <dgm:cxn modelId="{965BF975-73BC-451E-AC2D-AE8D0A14B4FB}" type="presParOf" srcId="{B0E9D556-314E-492C-8FB5-130616C8ADCF}" destId="{97AD92DD-7137-4730-814E-C42EB6C780A1}" srcOrd="2" destOrd="0" presId="urn:microsoft.com/office/officeart/2018/2/layout/IconVerticalSolidList"/>
    <dgm:cxn modelId="{FABB112B-2A97-411B-A5B6-A513304C5370}" type="presParOf" srcId="{B0E9D556-314E-492C-8FB5-130616C8ADCF}" destId="{E360FAF1-464E-4A8C-AB99-2D0FFEADFF9F}" srcOrd="3" destOrd="0" presId="urn:microsoft.com/office/officeart/2018/2/layout/IconVerticalSolidList"/>
    <dgm:cxn modelId="{C1D34D52-0D3B-4845-9F56-66715785182A}" type="presParOf" srcId="{B0E9D556-314E-492C-8FB5-130616C8ADCF}" destId="{2714C2F4-D4DB-4272-9AF8-C945C6563694}" srcOrd="4" destOrd="0" presId="urn:microsoft.com/office/officeart/2018/2/layout/IconVerticalSolidList"/>
    <dgm:cxn modelId="{92F3C6DB-C74E-4A51-835B-D5AE9AAD42DD}" type="presParOf" srcId="{3CC49B7D-52AF-492D-A1AC-C60BBCF57EAC}" destId="{01201285-1E54-4811-AD7D-F35452D982C3}" srcOrd="3" destOrd="0" presId="urn:microsoft.com/office/officeart/2018/2/layout/IconVerticalSolidList"/>
    <dgm:cxn modelId="{E5223DB7-0943-4DB9-9D35-8C7E25811B9F}" type="presParOf" srcId="{3CC49B7D-52AF-492D-A1AC-C60BBCF57EAC}" destId="{682099FE-9866-438A-B878-DE5EE9CE4D90}" srcOrd="4" destOrd="0" presId="urn:microsoft.com/office/officeart/2018/2/layout/IconVerticalSolidList"/>
    <dgm:cxn modelId="{FC5B0538-D2A5-4AC5-AA3F-2B75D39C70EB}" type="presParOf" srcId="{682099FE-9866-438A-B878-DE5EE9CE4D90}" destId="{FB1A240C-AC87-4575-AE03-ED7189B7CF94}" srcOrd="0" destOrd="0" presId="urn:microsoft.com/office/officeart/2018/2/layout/IconVerticalSolidList"/>
    <dgm:cxn modelId="{B03861E4-3F03-45EE-9CB0-252855B5AC62}" type="presParOf" srcId="{682099FE-9866-438A-B878-DE5EE9CE4D90}" destId="{364A8F81-9D0F-4B05-A80F-2385B10FBC80}" srcOrd="1" destOrd="0" presId="urn:microsoft.com/office/officeart/2018/2/layout/IconVerticalSolidList"/>
    <dgm:cxn modelId="{E24F7CFD-8EC0-4743-A896-FB53EA76E385}" type="presParOf" srcId="{682099FE-9866-438A-B878-DE5EE9CE4D90}" destId="{F2BE2A17-402A-4043-B799-4A6BC694EF1E}" srcOrd="2" destOrd="0" presId="urn:microsoft.com/office/officeart/2018/2/layout/IconVerticalSolidList"/>
    <dgm:cxn modelId="{1848DDF7-7AD8-4A83-B720-52B2DE6AAF94}" type="presParOf" srcId="{682099FE-9866-438A-B878-DE5EE9CE4D90}" destId="{5814C701-14EF-465D-82A0-6F7C82A044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9C26AD-F2D7-4950-830F-D68B035F8A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6F75DB2-5425-40D7-93DA-7BAFE9123851}">
      <dgm:prSet/>
      <dgm:spPr/>
      <dgm:t>
        <a:bodyPr/>
        <a:lstStyle/>
        <a:p>
          <a:r>
            <a:rPr lang="en-US" b="1" dirty="0"/>
            <a:t>Logical view of relational database is based on relation</a:t>
          </a:r>
        </a:p>
      </dgm:t>
    </dgm:pt>
    <dgm:pt modelId="{6B67A9C3-6484-4B93-ACF8-4137EAB19671}" type="parTrans" cxnId="{16493DC3-A134-49F2-86D3-8FB59D82415A}">
      <dgm:prSet/>
      <dgm:spPr/>
      <dgm:t>
        <a:bodyPr/>
        <a:lstStyle/>
        <a:p>
          <a:endParaRPr lang="en-US"/>
        </a:p>
      </dgm:t>
    </dgm:pt>
    <dgm:pt modelId="{E1B204FD-ABA8-4F7A-92CF-06D9DFFC32DA}" type="sibTrans" cxnId="{16493DC3-A134-49F2-86D3-8FB59D82415A}">
      <dgm:prSet/>
      <dgm:spPr/>
      <dgm:t>
        <a:bodyPr/>
        <a:lstStyle/>
        <a:p>
          <a:endParaRPr lang="en-US"/>
        </a:p>
      </dgm:t>
    </dgm:pt>
    <dgm:pt modelId="{6358701E-1A27-4F9F-AA6B-5EC849F4A131}">
      <dgm:prSet/>
      <dgm:spPr/>
      <dgm:t>
        <a:bodyPr/>
        <a:lstStyle/>
        <a:p>
          <a:r>
            <a:rPr lang="en-US"/>
            <a:t>Relation thought of as a table</a:t>
          </a:r>
        </a:p>
      </dgm:t>
    </dgm:pt>
    <dgm:pt modelId="{F7A48541-AA05-48EF-8139-4DF98169E5E0}" type="parTrans" cxnId="{01CB0E81-97D2-42C8-A14B-D700C3B2773E}">
      <dgm:prSet/>
      <dgm:spPr/>
      <dgm:t>
        <a:bodyPr/>
        <a:lstStyle/>
        <a:p>
          <a:endParaRPr lang="en-US"/>
        </a:p>
      </dgm:t>
    </dgm:pt>
    <dgm:pt modelId="{22CA20B2-65DB-4562-90C1-2863696C9BE9}" type="sibTrans" cxnId="{01CB0E81-97D2-42C8-A14B-D700C3B2773E}">
      <dgm:prSet/>
      <dgm:spPr/>
      <dgm:t>
        <a:bodyPr/>
        <a:lstStyle/>
        <a:p>
          <a:endParaRPr lang="en-US"/>
        </a:p>
      </dgm:t>
    </dgm:pt>
    <dgm:pt modelId="{D90C8D28-C734-4BCB-8F3D-2055A9581DF2}">
      <dgm:prSet/>
      <dgm:spPr/>
      <dgm:t>
        <a:bodyPr/>
        <a:lstStyle/>
        <a:p>
          <a:r>
            <a:rPr lang="en-US" b="1" dirty="0"/>
            <a:t>Table: two-dimensional structure composed of rows and columns</a:t>
          </a:r>
        </a:p>
      </dgm:t>
    </dgm:pt>
    <dgm:pt modelId="{EFA3AC8F-517E-4083-B2BB-98A039E4D1D6}" type="parTrans" cxnId="{4B78AA26-C10B-4FC0-B183-278A70D7C414}">
      <dgm:prSet/>
      <dgm:spPr/>
      <dgm:t>
        <a:bodyPr/>
        <a:lstStyle/>
        <a:p>
          <a:endParaRPr lang="en-US"/>
        </a:p>
      </dgm:t>
    </dgm:pt>
    <dgm:pt modelId="{E75B3F3A-DB8E-4FC3-99F1-D70D8FB8E072}" type="sibTrans" cxnId="{4B78AA26-C10B-4FC0-B183-278A70D7C414}">
      <dgm:prSet/>
      <dgm:spPr/>
      <dgm:t>
        <a:bodyPr/>
        <a:lstStyle/>
        <a:p>
          <a:endParaRPr lang="en-US"/>
        </a:p>
      </dgm:t>
    </dgm:pt>
    <dgm:pt modelId="{25D69C37-C8BB-463B-B160-8382D67FAAC5}">
      <dgm:prSet/>
      <dgm:spPr/>
      <dgm:t>
        <a:bodyPr/>
        <a:lstStyle/>
        <a:p>
          <a:r>
            <a:rPr lang="en-US" dirty="0"/>
            <a:t>Persistent representation of logical relation</a:t>
          </a:r>
        </a:p>
      </dgm:t>
    </dgm:pt>
    <dgm:pt modelId="{1417D77E-CE34-4184-B7E2-30072FD4CB63}" type="parTrans" cxnId="{34228C01-C710-4B65-9B41-329E080C85CA}">
      <dgm:prSet/>
      <dgm:spPr/>
      <dgm:t>
        <a:bodyPr/>
        <a:lstStyle/>
        <a:p>
          <a:endParaRPr lang="en-US"/>
        </a:p>
      </dgm:t>
    </dgm:pt>
    <dgm:pt modelId="{E0C559B6-9D61-4ECE-8AF2-CA750E6BDCFC}" type="sibTrans" cxnId="{34228C01-C710-4B65-9B41-329E080C85CA}">
      <dgm:prSet/>
      <dgm:spPr/>
      <dgm:t>
        <a:bodyPr/>
        <a:lstStyle/>
        <a:p>
          <a:endParaRPr lang="en-US"/>
        </a:p>
      </dgm:t>
    </dgm:pt>
    <dgm:pt modelId="{1AC53B03-F3EB-4B3C-B7CB-019F60D084EC}">
      <dgm:prSet/>
      <dgm:spPr/>
      <dgm:t>
        <a:bodyPr/>
        <a:lstStyle/>
        <a:p>
          <a:r>
            <a:rPr lang="en-US" b="1" dirty="0"/>
            <a:t>Contains group of related entities (entity set)</a:t>
          </a:r>
        </a:p>
      </dgm:t>
    </dgm:pt>
    <dgm:pt modelId="{C86E3EB2-52CA-4F5F-A78D-536E4A4F6A6E}" type="parTrans" cxnId="{53C55B60-2B65-4E8E-9E72-EEFC8818824A}">
      <dgm:prSet/>
      <dgm:spPr/>
      <dgm:t>
        <a:bodyPr/>
        <a:lstStyle/>
        <a:p>
          <a:endParaRPr lang="en-US"/>
        </a:p>
      </dgm:t>
    </dgm:pt>
    <dgm:pt modelId="{824CB2C4-59A4-4D77-83CB-E6AB2CD67E2E}" type="sibTrans" cxnId="{53C55B60-2B65-4E8E-9E72-EEFC8818824A}">
      <dgm:prSet/>
      <dgm:spPr/>
      <dgm:t>
        <a:bodyPr/>
        <a:lstStyle/>
        <a:p>
          <a:endParaRPr lang="en-US"/>
        </a:p>
      </dgm:t>
    </dgm:pt>
    <dgm:pt modelId="{E558FCB9-FCAD-45E5-827A-FA1A06CA4961}" type="pres">
      <dgm:prSet presAssocID="{149C26AD-F2D7-4950-830F-D68B035F8A5F}" presName="root" presStyleCnt="0">
        <dgm:presLayoutVars>
          <dgm:dir/>
          <dgm:resizeHandles val="exact"/>
        </dgm:presLayoutVars>
      </dgm:prSet>
      <dgm:spPr/>
    </dgm:pt>
    <dgm:pt modelId="{6E8FB550-518C-45A9-B2A8-8E8E1EF392B1}" type="pres">
      <dgm:prSet presAssocID="{26F75DB2-5425-40D7-93DA-7BAFE9123851}" presName="compNode" presStyleCnt="0"/>
      <dgm:spPr/>
    </dgm:pt>
    <dgm:pt modelId="{E2068517-8664-43D7-93A5-A3B6C540A6F0}" type="pres">
      <dgm:prSet presAssocID="{26F75DB2-5425-40D7-93DA-7BAFE9123851}" presName="bgRect" presStyleLbl="bgShp" presStyleIdx="0" presStyleCnt="3"/>
      <dgm:spPr/>
    </dgm:pt>
    <dgm:pt modelId="{5C8268FD-69B4-4F93-BBEE-69D9647A8BA6}" type="pres">
      <dgm:prSet presAssocID="{26F75DB2-5425-40D7-93DA-7BAFE91238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DCC0175-DD09-4918-BDCE-1818DCDD06EA}" type="pres">
      <dgm:prSet presAssocID="{26F75DB2-5425-40D7-93DA-7BAFE9123851}" presName="spaceRect" presStyleCnt="0"/>
      <dgm:spPr/>
    </dgm:pt>
    <dgm:pt modelId="{7E516503-8280-4A91-AC68-780F3C4A792B}" type="pres">
      <dgm:prSet presAssocID="{26F75DB2-5425-40D7-93DA-7BAFE9123851}" presName="parTx" presStyleLbl="revTx" presStyleIdx="0" presStyleCnt="5" custLinFactNeighborY="-43">
        <dgm:presLayoutVars>
          <dgm:chMax val="0"/>
          <dgm:chPref val="0"/>
        </dgm:presLayoutVars>
      </dgm:prSet>
      <dgm:spPr/>
    </dgm:pt>
    <dgm:pt modelId="{33B19953-BEB8-43B4-B1C3-54363ED9ED08}" type="pres">
      <dgm:prSet presAssocID="{26F75DB2-5425-40D7-93DA-7BAFE9123851}" presName="desTx" presStyleLbl="revTx" presStyleIdx="1" presStyleCnt="5">
        <dgm:presLayoutVars/>
      </dgm:prSet>
      <dgm:spPr/>
    </dgm:pt>
    <dgm:pt modelId="{21F4CDFF-2427-4CA9-AA49-86EBDAB0928D}" type="pres">
      <dgm:prSet presAssocID="{E1B204FD-ABA8-4F7A-92CF-06D9DFFC32DA}" presName="sibTrans" presStyleCnt="0"/>
      <dgm:spPr/>
    </dgm:pt>
    <dgm:pt modelId="{DFA0F22C-3672-45CF-8051-EF4712C19930}" type="pres">
      <dgm:prSet presAssocID="{D90C8D28-C734-4BCB-8F3D-2055A9581DF2}" presName="compNode" presStyleCnt="0"/>
      <dgm:spPr/>
    </dgm:pt>
    <dgm:pt modelId="{2BD3F9EB-BC03-4C8B-9695-CE4720739BCF}" type="pres">
      <dgm:prSet presAssocID="{D90C8D28-C734-4BCB-8F3D-2055A9581DF2}" presName="bgRect" presStyleLbl="bgShp" presStyleIdx="1" presStyleCnt="3"/>
      <dgm:spPr/>
    </dgm:pt>
    <dgm:pt modelId="{38EF1366-9212-4198-8AF0-B6EDD2DE1522}" type="pres">
      <dgm:prSet presAssocID="{D90C8D28-C734-4BCB-8F3D-2055A9581DF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7AC54AF-6C9E-4CB9-A4B2-545774A5F797}" type="pres">
      <dgm:prSet presAssocID="{D90C8D28-C734-4BCB-8F3D-2055A9581DF2}" presName="spaceRect" presStyleCnt="0"/>
      <dgm:spPr/>
    </dgm:pt>
    <dgm:pt modelId="{C2990676-0375-413B-9A9E-9B5B1E072458}" type="pres">
      <dgm:prSet presAssocID="{D90C8D28-C734-4BCB-8F3D-2055A9581DF2}" presName="parTx" presStyleLbl="revTx" presStyleIdx="2" presStyleCnt="5" custLinFactNeighborY="-43">
        <dgm:presLayoutVars>
          <dgm:chMax val="0"/>
          <dgm:chPref val="0"/>
        </dgm:presLayoutVars>
      </dgm:prSet>
      <dgm:spPr/>
    </dgm:pt>
    <dgm:pt modelId="{09C2DF08-5A18-41BB-BC28-0BDF3FA50A46}" type="pres">
      <dgm:prSet presAssocID="{D90C8D28-C734-4BCB-8F3D-2055A9581DF2}" presName="desTx" presStyleLbl="revTx" presStyleIdx="3" presStyleCnt="5">
        <dgm:presLayoutVars/>
      </dgm:prSet>
      <dgm:spPr/>
    </dgm:pt>
    <dgm:pt modelId="{BF73F240-56CF-4575-A4AF-F902740116DA}" type="pres">
      <dgm:prSet presAssocID="{E75B3F3A-DB8E-4FC3-99F1-D70D8FB8E072}" presName="sibTrans" presStyleCnt="0"/>
      <dgm:spPr/>
    </dgm:pt>
    <dgm:pt modelId="{EEC106AE-D98C-4095-B60C-E0C211FD9588}" type="pres">
      <dgm:prSet presAssocID="{1AC53B03-F3EB-4B3C-B7CB-019F60D084EC}" presName="compNode" presStyleCnt="0"/>
      <dgm:spPr/>
    </dgm:pt>
    <dgm:pt modelId="{FCBF8746-4956-4EBF-8B65-548CC1B27527}" type="pres">
      <dgm:prSet presAssocID="{1AC53B03-F3EB-4B3C-B7CB-019F60D084EC}" presName="bgRect" presStyleLbl="bgShp" presStyleIdx="2" presStyleCnt="3" custLinFactNeighborY="-43"/>
      <dgm:spPr/>
    </dgm:pt>
    <dgm:pt modelId="{77F5E366-2F23-4E4A-8633-3E3D382C3B76}" type="pres">
      <dgm:prSet presAssocID="{1AC53B03-F3EB-4B3C-B7CB-019F60D084E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EC8D7CAE-8274-464B-8A03-084004A58C88}" type="pres">
      <dgm:prSet presAssocID="{1AC53B03-F3EB-4B3C-B7CB-019F60D084EC}" presName="spaceRect" presStyleCnt="0"/>
      <dgm:spPr/>
    </dgm:pt>
    <dgm:pt modelId="{FDF9CA75-1FFC-4CE1-B859-0942DDC3F1A2}" type="pres">
      <dgm:prSet presAssocID="{1AC53B03-F3EB-4B3C-B7CB-019F60D084EC}" presName="parTx" presStyleLbl="revTx" presStyleIdx="4" presStyleCnt="5" custLinFactNeighborY="-43">
        <dgm:presLayoutVars>
          <dgm:chMax val="0"/>
          <dgm:chPref val="0"/>
        </dgm:presLayoutVars>
      </dgm:prSet>
      <dgm:spPr/>
    </dgm:pt>
  </dgm:ptLst>
  <dgm:cxnLst>
    <dgm:cxn modelId="{34228C01-C710-4B65-9B41-329E080C85CA}" srcId="{D90C8D28-C734-4BCB-8F3D-2055A9581DF2}" destId="{25D69C37-C8BB-463B-B160-8382D67FAAC5}" srcOrd="0" destOrd="0" parTransId="{1417D77E-CE34-4184-B7E2-30072FD4CB63}" sibTransId="{E0C559B6-9D61-4ECE-8AF2-CA750E6BDCFC}"/>
    <dgm:cxn modelId="{4B78AA26-C10B-4FC0-B183-278A70D7C414}" srcId="{149C26AD-F2D7-4950-830F-D68B035F8A5F}" destId="{D90C8D28-C734-4BCB-8F3D-2055A9581DF2}" srcOrd="1" destOrd="0" parTransId="{EFA3AC8F-517E-4083-B2BB-98A039E4D1D6}" sibTransId="{E75B3F3A-DB8E-4FC3-99F1-D70D8FB8E072}"/>
    <dgm:cxn modelId="{88293933-5760-4CD4-B45F-AAF34B142EA8}" type="presOf" srcId="{6358701E-1A27-4F9F-AA6B-5EC849F4A131}" destId="{33B19953-BEB8-43B4-B1C3-54363ED9ED08}" srcOrd="0" destOrd="0" presId="urn:microsoft.com/office/officeart/2018/2/layout/IconVerticalSolidList"/>
    <dgm:cxn modelId="{93A85A35-0337-47D6-B4A9-F85080222930}" type="presOf" srcId="{26F75DB2-5425-40D7-93DA-7BAFE9123851}" destId="{7E516503-8280-4A91-AC68-780F3C4A792B}" srcOrd="0" destOrd="0" presId="urn:microsoft.com/office/officeart/2018/2/layout/IconVerticalSolidList"/>
    <dgm:cxn modelId="{36812E38-99A9-4564-884F-E3721F230939}" type="presOf" srcId="{149C26AD-F2D7-4950-830F-D68B035F8A5F}" destId="{E558FCB9-FCAD-45E5-827A-FA1A06CA4961}" srcOrd="0" destOrd="0" presId="urn:microsoft.com/office/officeart/2018/2/layout/IconVerticalSolidList"/>
    <dgm:cxn modelId="{53C55B60-2B65-4E8E-9E72-EEFC8818824A}" srcId="{149C26AD-F2D7-4950-830F-D68B035F8A5F}" destId="{1AC53B03-F3EB-4B3C-B7CB-019F60D084EC}" srcOrd="2" destOrd="0" parTransId="{C86E3EB2-52CA-4F5F-A78D-536E4A4F6A6E}" sibTransId="{824CB2C4-59A4-4D77-83CB-E6AB2CD67E2E}"/>
    <dgm:cxn modelId="{F37D2D6F-458F-421E-A633-726B5A3F4A51}" type="presOf" srcId="{25D69C37-C8BB-463B-B160-8382D67FAAC5}" destId="{09C2DF08-5A18-41BB-BC28-0BDF3FA50A46}" srcOrd="0" destOrd="0" presId="urn:microsoft.com/office/officeart/2018/2/layout/IconVerticalSolidList"/>
    <dgm:cxn modelId="{01CB0E81-97D2-42C8-A14B-D700C3B2773E}" srcId="{26F75DB2-5425-40D7-93DA-7BAFE9123851}" destId="{6358701E-1A27-4F9F-AA6B-5EC849F4A131}" srcOrd="0" destOrd="0" parTransId="{F7A48541-AA05-48EF-8139-4DF98169E5E0}" sibTransId="{22CA20B2-65DB-4562-90C1-2863696C9BE9}"/>
    <dgm:cxn modelId="{F54D81A7-662F-4304-895B-91FC71C4BC31}" type="presOf" srcId="{D90C8D28-C734-4BCB-8F3D-2055A9581DF2}" destId="{C2990676-0375-413B-9A9E-9B5B1E072458}" srcOrd="0" destOrd="0" presId="urn:microsoft.com/office/officeart/2018/2/layout/IconVerticalSolidList"/>
    <dgm:cxn modelId="{16493DC3-A134-49F2-86D3-8FB59D82415A}" srcId="{149C26AD-F2D7-4950-830F-D68B035F8A5F}" destId="{26F75DB2-5425-40D7-93DA-7BAFE9123851}" srcOrd="0" destOrd="0" parTransId="{6B67A9C3-6484-4B93-ACF8-4137EAB19671}" sibTransId="{E1B204FD-ABA8-4F7A-92CF-06D9DFFC32DA}"/>
    <dgm:cxn modelId="{72EA2ED7-0D1E-4B77-A0D3-548466125969}" type="presOf" srcId="{1AC53B03-F3EB-4B3C-B7CB-019F60D084EC}" destId="{FDF9CA75-1FFC-4CE1-B859-0942DDC3F1A2}" srcOrd="0" destOrd="0" presId="urn:microsoft.com/office/officeart/2018/2/layout/IconVerticalSolidList"/>
    <dgm:cxn modelId="{802EC5E4-35CC-486E-9989-19C7718E9AAE}" type="presParOf" srcId="{E558FCB9-FCAD-45E5-827A-FA1A06CA4961}" destId="{6E8FB550-518C-45A9-B2A8-8E8E1EF392B1}" srcOrd="0" destOrd="0" presId="urn:microsoft.com/office/officeart/2018/2/layout/IconVerticalSolidList"/>
    <dgm:cxn modelId="{01BE4DEB-77FA-4CE7-9668-DB50EFDE9E8F}" type="presParOf" srcId="{6E8FB550-518C-45A9-B2A8-8E8E1EF392B1}" destId="{E2068517-8664-43D7-93A5-A3B6C540A6F0}" srcOrd="0" destOrd="0" presId="urn:microsoft.com/office/officeart/2018/2/layout/IconVerticalSolidList"/>
    <dgm:cxn modelId="{848DBA7D-DF66-47CB-80BD-C19A356304D7}" type="presParOf" srcId="{6E8FB550-518C-45A9-B2A8-8E8E1EF392B1}" destId="{5C8268FD-69B4-4F93-BBEE-69D9647A8BA6}" srcOrd="1" destOrd="0" presId="urn:microsoft.com/office/officeart/2018/2/layout/IconVerticalSolidList"/>
    <dgm:cxn modelId="{61730C92-9C44-4CC3-BB31-8C4676635E1D}" type="presParOf" srcId="{6E8FB550-518C-45A9-B2A8-8E8E1EF392B1}" destId="{5DCC0175-DD09-4918-BDCE-1818DCDD06EA}" srcOrd="2" destOrd="0" presId="urn:microsoft.com/office/officeart/2018/2/layout/IconVerticalSolidList"/>
    <dgm:cxn modelId="{25E8E633-3340-454F-A023-1BFAF133933C}" type="presParOf" srcId="{6E8FB550-518C-45A9-B2A8-8E8E1EF392B1}" destId="{7E516503-8280-4A91-AC68-780F3C4A792B}" srcOrd="3" destOrd="0" presId="urn:microsoft.com/office/officeart/2018/2/layout/IconVerticalSolidList"/>
    <dgm:cxn modelId="{572FAE95-C55F-4220-B502-D8AE68E2FDAE}" type="presParOf" srcId="{6E8FB550-518C-45A9-B2A8-8E8E1EF392B1}" destId="{33B19953-BEB8-43B4-B1C3-54363ED9ED08}" srcOrd="4" destOrd="0" presId="urn:microsoft.com/office/officeart/2018/2/layout/IconVerticalSolidList"/>
    <dgm:cxn modelId="{E36C6275-5972-44D3-87F4-1A30E589F531}" type="presParOf" srcId="{E558FCB9-FCAD-45E5-827A-FA1A06CA4961}" destId="{21F4CDFF-2427-4CA9-AA49-86EBDAB0928D}" srcOrd="1" destOrd="0" presId="urn:microsoft.com/office/officeart/2018/2/layout/IconVerticalSolidList"/>
    <dgm:cxn modelId="{EB8469A3-D4CE-447A-81F0-55C7924566CB}" type="presParOf" srcId="{E558FCB9-FCAD-45E5-827A-FA1A06CA4961}" destId="{DFA0F22C-3672-45CF-8051-EF4712C19930}" srcOrd="2" destOrd="0" presId="urn:microsoft.com/office/officeart/2018/2/layout/IconVerticalSolidList"/>
    <dgm:cxn modelId="{0EBB04D4-DD91-43F4-8FEB-8B705E838F06}" type="presParOf" srcId="{DFA0F22C-3672-45CF-8051-EF4712C19930}" destId="{2BD3F9EB-BC03-4C8B-9695-CE4720739BCF}" srcOrd="0" destOrd="0" presId="urn:microsoft.com/office/officeart/2018/2/layout/IconVerticalSolidList"/>
    <dgm:cxn modelId="{49F990D4-14B7-4783-A3AF-9AF5B16A54AF}" type="presParOf" srcId="{DFA0F22C-3672-45CF-8051-EF4712C19930}" destId="{38EF1366-9212-4198-8AF0-B6EDD2DE1522}" srcOrd="1" destOrd="0" presId="urn:microsoft.com/office/officeart/2018/2/layout/IconVerticalSolidList"/>
    <dgm:cxn modelId="{1AA79B5B-5A56-425E-A8A4-BE7A2B331F44}" type="presParOf" srcId="{DFA0F22C-3672-45CF-8051-EF4712C19930}" destId="{97AC54AF-6C9E-4CB9-A4B2-545774A5F797}" srcOrd="2" destOrd="0" presId="urn:microsoft.com/office/officeart/2018/2/layout/IconVerticalSolidList"/>
    <dgm:cxn modelId="{CC2B1519-8ED8-4559-851F-CBA279E9807E}" type="presParOf" srcId="{DFA0F22C-3672-45CF-8051-EF4712C19930}" destId="{C2990676-0375-413B-9A9E-9B5B1E072458}" srcOrd="3" destOrd="0" presId="urn:microsoft.com/office/officeart/2018/2/layout/IconVerticalSolidList"/>
    <dgm:cxn modelId="{3D9772A4-33C6-4B50-BB74-D21BD5354F49}" type="presParOf" srcId="{DFA0F22C-3672-45CF-8051-EF4712C19930}" destId="{09C2DF08-5A18-41BB-BC28-0BDF3FA50A46}" srcOrd="4" destOrd="0" presId="urn:microsoft.com/office/officeart/2018/2/layout/IconVerticalSolidList"/>
    <dgm:cxn modelId="{252F05B6-EB31-41FD-BAB2-7F7107DA82EC}" type="presParOf" srcId="{E558FCB9-FCAD-45E5-827A-FA1A06CA4961}" destId="{BF73F240-56CF-4575-A4AF-F902740116DA}" srcOrd="3" destOrd="0" presId="urn:microsoft.com/office/officeart/2018/2/layout/IconVerticalSolidList"/>
    <dgm:cxn modelId="{A2E5C89A-D82B-443F-B46D-571C6BE08124}" type="presParOf" srcId="{E558FCB9-FCAD-45E5-827A-FA1A06CA4961}" destId="{EEC106AE-D98C-4095-B60C-E0C211FD9588}" srcOrd="4" destOrd="0" presId="urn:microsoft.com/office/officeart/2018/2/layout/IconVerticalSolidList"/>
    <dgm:cxn modelId="{6C4B9B41-5D4C-4768-9982-650A629B8F57}" type="presParOf" srcId="{EEC106AE-D98C-4095-B60C-E0C211FD9588}" destId="{FCBF8746-4956-4EBF-8B65-548CC1B27527}" srcOrd="0" destOrd="0" presId="urn:microsoft.com/office/officeart/2018/2/layout/IconVerticalSolidList"/>
    <dgm:cxn modelId="{AEC07E17-D7A7-4E4C-A161-7AE20E65D40A}" type="presParOf" srcId="{EEC106AE-D98C-4095-B60C-E0C211FD9588}" destId="{77F5E366-2F23-4E4A-8633-3E3D382C3B76}" srcOrd="1" destOrd="0" presId="urn:microsoft.com/office/officeart/2018/2/layout/IconVerticalSolidList"/>
    <dgm:cxn modelId="{E98D12CA-5DE1-4B61-B421-78774C9F5F9F}" type="presParOf" srcId="{EEC106AE-D98C-4095-B60C-E0C211FD9588}" destId="{EC8D7CAE-8274-464B-8A03-084004A58C88}" srcOrd="2" destOrd="0" presId="urn:microsoft.com/office/officeart/2018/2/layout/IconVerticalSolidList"/>
    <dgm:cxn modelId="{35ABE9A3-E3CD-4A3E-A67C-32A099213C60}" type="presParOf" srcId="{EEC106AE-D98C-4095-B60C-E0C211FD9588}" destId="{FDF9CA75-1FFC-4CE1-B859-0942DDC3F1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3A84CB-22C0-4A36-A21A-974879C7220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2902F71-3FE6-4E27-9082-B9ABFDA19661}">
      <dgm:prSet custT="1"/>
      <dgm:spPr/>
      <dgm:t>
        <a:bodyPr/>
        <a:lstStyle/>
        <a:p>
          <a:r>
            <a:rPr lang="en-US" sz="2000" b="1" dirty="0">
              <a:solidFill>
                <a:srgbClr val="7030A0"/>
              </a:solidFill>
              <a:highlight>
                <a:srgbClr val="00FF00"/>
              </a:highlight>
            </a:rPr>
            <a:t>Each row in a table must be uniquely identifiable</a:t>
          </a:r>
        </a:p>
      </dgm:t>
    </dgm:pt>
    <dgm:pt modelId="{572FC6B5-57FA-4A14-AA11-6454D6E019AD}" type="parTrans" cxnId="{87C0EC27-F22D-4364-9512-8777201A72D6}">
      <dgm:prSet/>
      <dgm:spPr/>
      <dgm:t>
        <a:bodyPr/>
        <a:lstStyle/>
        <a:p>
          <a:endParaRPr lang="en-US" sz="2000"/>
        </a:p>
      </dgm:t>
    </dgm:pt>
    <dgm:pt modelId="{83860CC4-E379-4282-90B7-E6B51B02DC88}" type="sibTrans" cxnId="{87C0EC27-F22D-4364-9512-8777201A72D6}">
      <dgm:prSet/>
      <dgm:spPr/>
      <dgm:t>
        <a:bodyPr/>
        <a:lstStyle/>
        <a:p>
          <a:endParaRPr lang="en-US" sz="2000"/>
        </a:p>
      </dgm:t>
    </dgm:pt>
    <dgm:pt modelId="{9848F084-8467-4548-B579-2065797C5877}">
      <dgm:prSet custT="1"/>
      <dgm:spPr/>
      <dgm:t>
        <a:bodyPr/>
        <a:lstStyle/>
        <a:p>
          <a:r>
            <a:rPr lang="en-US" sz="2000" b="1"/>
            <a:t>Key</a:t>
          </a:r>
          <a:r>
            <a:rPr lang="en-US" sz="2000"/>
            <a:t> is one or more attributes that determine other attributes</a:t>
          </a:r>
        </a:p>
      </dgm:t>
    </dgm:pt>
    <dgm:pt modelId="{10730CDE-2FCD-4EAC-84B5-6367120B3CD5}" type="parTrans" cxnId="{1FB8FB50-8B4A-4CFA-A960-7AEF27C0D5C4}">
      <dgm:prSet/>
      <dgm:spPr/>
      <dgm:t>
        <a:bodyPr/>
        <a:lstStyle/>
        <a:p>
          <a:endParaRPr lang="en-US" sz="2000"/>
        </a:p>
      </dgm:t>
    </dgm:pt>
    <dgm:pt modelId="{54BD2443-29A1-4080-B741-9E234F65E64B}" type="sibTrans" cxnId="{1FB8FB50-8B4A-4CFA-A960-7AEF27C0D5C4}">
      <dgm:prSet/>
      <dgm:spPr/>
      <dgm:t>
        <a:bodyPr/>
        <a:lstStyle/>
        <a:p>
          <a:endParaRPr lang="en-US" sz="2000"/>
        </a:p>
      </dgm:t>
    </dgm:pt>
    <dgm:pt modelId="{E0A5D958-967A-4B15-900D-7B23269F56E6}">
      <dgm:prSet custT="1"/>
      <dgm:spPr/>
      <dgm:t>
        <a:bodyPr/>
        <a:lstStyle/>
        <a:p>
          <a:r>
            <a:rPr lang="en-US" sz="2000" dirty="0"/>
            <a:t>Key’s role is based on </a:t>
          </a:r>
          <a:r>
            <a:rPr lang="en-US" sz="2000" b="1" dirty="0"/>
            <a:t>determination</a:t>
          </a:r>
          <a:endParaRPr lang="en-US" sz="2000" dirty="0"/>
        </a:p>
      </dgm:t>
    </dgm:pt>
    <dgm:pt modelId="{7106E2ED-37B5-41E3-B70B-D6886F7DB4B3}" type="parTrans" cxnId="{516AF135-EA66-4829-9016-AA423BD04817}">
      <dgm:prSet/>
      <dgm:spPr/>
      <dgm:t>
        <a:bodyPr/>
        <a:lstStyle/>
        <a:p>
          <a:endParaRPr lang="en-US" sz="2000"/>
        </a:p>
      </dgm:t>
    </dgm:pt>
    <dgm:pt modelId="{B98FA30E-C9BF-4717-80E5-BACA6B01E5D5}" type="sibTrans" cxnId="{516AF135-EA66-4829-9016-AA423BD04817}">
      <dgm:prSet/>
      <dgm:spPr/>
      <dgm:t>
        <a:bodyPr/>
        <a:lstStyle/>
        <a:p>
          <a:endParaRPr lang="en-US" sz="2000"/>
        </a:p>
      </dgm:t>
    </dgm:pt>
    <dgm:pt modelId="{66D8CCF3-43C4-41C6-A2E4-84D8A9767159}">
      <dgm:prSet custT="1"/>
      <dgm:spPr/>
      <dgm:t>
        <a:bodyPr/>
        <a:lstStyle/>
        <a:p>
          <a:r>
            <a:rPr lang="en-US" sz="2000"/>
            <a:t>If you know the value of attribute A, you can determine the value of attribute B</a:t>
          </a:r>
        </a:p>
      </dgm:t>
    </dgm:pt>
    <dgm:pt modelId="{4EA92D74-1D9F-4D90-A723-C5D77D79DF24}" type="parTrans" cxnId="{3B84718F-3534-4D0C-9764-E8DBAA46871C}">
      <dgm:prSet/>
      <dgm:spPr/>
      <dgm:t>
        <a:bodyPr/>
        <a:lstStyle/>
        <a:p>
          <a:endParaRPr lang="en-US" sz="2000"/>
        </a:p>
      </dgm:t>
    </dgm:pt>
    <dgm:pt modelId="{F5F29B61-9D51-4426-AE39-DB9147DC921A}" type="sibTrans" cxnId="{3B84718F-3534-4D0C-9764-E8DBAA46871C}">
      <dgm:prSet/>
      <dgm:spPr/>
      <dgm:t>
        <a:bodyPr/>
        <a:lstStyle/>
        <a:p>
          <a:endParaRPr lang="en-US" sz="2000"/>
        </a:p>
      </dgm:t>
    </dgm:pt>
    <dgm:pt modelId="{DB100B6D-E854-45CF-AB89-980A51283381}">
      <dgm:prSet custT="1"/>
      <dgm:spPr/>
      <dgm:t>
        <a:bodyPr/>
        <a:lstStyle/>
        <a:p>
          <a:r>
            <a:rPr lang="en-US" sz="2000" b="1" dirty="0"/>
            <a:t>Functional</a:t>
          </a:r>
          <a:r>
            <a:rPr lang="en-US" sz="2000" dirty="0"/>
            <a:t> </a:t>
          </a:r>
          <a:r>
            <a:rPr lang="en-US" sz="2000" b="1" dirty="0"/>
            <a:t>dependence</a:t>
          </a:r>
          <a:endParaRPr lang="en-US" sz="2000" dirty="0"/>
        </a:p>
      </dgm:t>
    </dgm:pt>
    <dgm:pt modelId="{80BBBE25-3D26-49AF-B78C-D4EC558C7019}" type="parTrans" cxnId="{DB1816F6-364B-4F99-B567-82166F55F602}">
      <dgm:prSet/>
      <dgm:spPr/>
      <dgm:t>
        <a:bodyPr/>
        <a:lstStyle/>
        <a:p>
          <a:endParaRPr lang="en-US" sz="2000"/>
        </a:p>
      </dgm:t>
    </dgm:pt>
    <dgm:pt modelId="{8E85F3BE-606F-48D8-9565-53315BADE797}" type="sibTrans" cxnId="{DB1816F6-364B-4F99-B567-82166F55F602}">
      <dgm:prSet/>
      <dgm:spPr/>
      <dgm:t>
        <a:bodyPr/>
        <a:lstStyle/>
        <a:p>
          <a:endParaRPr lang="en-US" sz="2000"/>
        </a:p>
      </dgm:t>
    </dgm:pt>
    <dgm:pt modelId="{AE10B2A8-0C95-48CD-850A-CA6FC9F14C79}">
      <dgm:prSet custT="1"/>
      <dgm:spPr/>
      <dgm:t>
        <a:bodyPr/>
        <a:lstStyle/>
        <a:p>
          <a:r>
            <a:rPr lang="en-US" sz="2000"/>
            <a:t>Attribute B is functionally dependent on A if all rows in table that agree in value for A also agree in value for B</a:t>
          </a:r>
        </a:p>
      </dgm:t>
    </dgm:pt>
    <dgm:pt modelId="{2FB8F7AB-59F6-4F8E-BE8C-E0F59F675229}" type="parTrans" cxnId="{B80667B4-EEB3-485F-ACAC-BB32102019D7}">
      <dgm:prSet/>
      <dgm:spPr/>
      <dgm:t>
        <a:bodyPr/>
        <a:lstStyle/>
        <a:p>
          <a:endParaRPr lang="en-US" sz="2000"/>
        </a:p>
      </dgm:t>
    </dgm:pt>
    <dgm:pt modelId="{3EFA123B-FE07-4291-BF9C-D43CB4392B7D}" type="sibTrans" cxnId="{B80667B4-EEB3-485F-ACAC-BB32102019D7}">
      <dgm:prSet/>
      <dgm:spPr/>
      <dgm:t>
        <a:bodyPr/>
        <a:lstStyle/>
        <a:p>
          <a:endParaRPr lang="en-US" sz="2000"/>
        </a:p>
      </dgm:t>
    </dgm:pt>
    <dgm:pt modelId="{26C7D114-A599-470D-B4EF-7B5841B552AA}" type="pres">
      <dgm:prSet presAssocID="{453A84CB-22C0-4A36-A21A-974879C72203}" presName="Name0" presStyleCnt="0">
        <dgm:presLayoutVars>
          <dgm:dir/>
          <dgm:animLvl val="lvl"/>
          <dgm:resizeHandles val="exact"/>
        </dgm:presLayoutVars>
      </dgm:prSet>
      <dgm:spPr/>
    </dgm:pt>
    <dgm:pt modelId="{1665BD0A-0723-405B-84A1-182C09879E0F}" type="pres">
      <dgm:prSet presAssocID="{DB100B6D-E854-45CF-AB89-980A51283381}" presName="boxAndChildren" presStyleCnt="0"/>
      <dgm:spPr/>
    </dgm:pt>
    <dgm:pt modelId="{C796363F-BDC9-4820-ACC3-D2F9BF541116}" type="pres">
      <dgm:prSet presAssocID="{DB100B6D-E854-45CF-AB89-980A51283381}" presName="parentTextBox" presStyleLbl="node1" presStyleIdx="0" presStyleCnt="4"/>
      <dgm:spPr/>
    </dgm:pt>
    <dgm:pt modelId="{F6175ABB-C15A-444A-B86C-59614278165E}" type="pres">
      <dgm:prSet presAssocID="{DB100B6D-E854-45CF-AB89-980A51283381}" presName="entireBox" presStyleLbl="node1" presStyleIdx="0" presStyleCnt="4"/>
      <dgm:spPr/>
    </dgm:pt>
    <dgm:pt modelId="{4F6CBCD1-B394-4B43-99DD-F59C9341FCCE}" type="pres">
      <dgm:prSet presAssocID="{DB100B6D-E854-45CF-AB89-980A51283381}" presName="descendantBox" presStyleCnt="0"/>
      <dgm:spPr/>
    </dgm:pt>
    <dgm:pt modelId="{38D1BFF5-B643-4EB6-82A5-B14724428B3C}" type="pres">
      <dgm:prSet presAssocID="{AE10B2A8-0C95-48CD-850A-CA6FC9F14C79}" presName="childTextBox" presStyleLbl="fgAccFollowNode1" presStyleIdx="0" presStyleCnt="2">
        <dgm:presLayoutVars>
          <dgm:bulletEnabled val="1"/>
        </dgm:presLayoutVars>
      </dgm:prSet>
      <dgm:spPr/>
    </dgm:pt>
    <dgm:pt modelId="{238AA432-2F9C-40EB-AAD1-C1C15EDCFB10}" type="pres">
      <dgm:prSet presAssocID="{B98FA30E-C9BF-4717-80E5-BACA6B01E5D5}" presName="sp" presStyleCnt="0"/>
      <dgm:spPr/>
    </dgm:pt>
    <dgm:pt modelId="{556AB6FC-A56C-41A5-AEEC-B073A8039532}" type="pres">
      <dgm:prSet presAssocID="{E0A5D958-967A-4B15-900D-7B23269F56E6}" presName="arrowAndChildren" presStyleCnt="0"/>
      <dgm:spPr/>
    </dgm:pt>
    <dgm:pt modelId="{93408942-782A-45E1-A7E7-A65A212717DA}" type="pres">
      <dgm:prSet presAssocID="{E0A5D958-967A-4B15-900D-7B23269F56E6}" presName="parentTextArrow" presStyleLbl="node1" presStyleIdx="0" presStyleCnt="4"/>
      <dgm:spPr/>
    </dgm:pt>
    <dgm:pt modelId="{8B148D63-AB6A-4200-B2CE-90A4095DA36D}" type="pres">
      <dgm:prSet presAssocID="{E0A5D958-967A-4B15-900D-7B23269F56E6}" presName="arrow" presStyleLbl="node1" presStyleIdx="1" presStyleCnt="4" custScaleY="65671" custLinFactNeighborX="4644" custLinFactNeighborY="-17928"/>
      <dgm:spPr/>
    </dgm:pt>
    <dgm:pt modelId="{895A7314-C19F-4875-857A-607144D632A3}" type="pres">
      <dgm:prSet presAssocID="{E0A5D958-967A-4B15-900D-7B23269F56E6}" presName="descendantArrow" presStyleCnt="0"/>
      <dgm:spPr/>
    </dgm:pt>
    <dgm:pt modelId="{F318DF31-420A-4E31-A3FF-40D72B03C5D6}" type="pres">
      <dgm:prSet presAssocID="{66D8CCF3-43C4-41C6-A2E4-84D8A9767159}" presName="childTextArrow" presStyleLbl="fgAccFollowNode1" presStyleIdx="1" presStyleCnt="2">
        <dgm:presLayoutVars>
          <dgm:bulletEnabled val="1"/>
        </dgm:presLayoutVars>
      </dgm:prSet>
      <dgm:spPr/>
    </dgm:pt>
    <dgm:pt modelId="{90FEEC16-7124-43D0-AA67-1670965186EB}" type="pres">
      <dgm:prSet presAssocID="{54BD2443-29A1-4080-B741-9E234F65E64B}" presName="sp" presStyleCnt="0"/>
      <dgm:spPr/>
    </dgm:pt>
    <dgm:pt modelId="{7A235620-B316-450A-9B5D-6B2F398CBD66}" type="pres">
      <dgm:prSet presAssocID="{9848F084-8467-4548-B579-2065797C5877}" presName="arrowAndChildren" presStyleCnt="0"/>
      <dgm:spPr/>
    </dgm:pt>
    <dgm:pt modelId="{0DC8B122-F57E-417C-A7AB-88DA9A97115B}" type="pres">
      <dgm:prSet presAssocID="{9848F084-8467-4548-B579-2065797C5877}" presName="parentTextArrow" presStyleLbl="node1" presStyleIdx="2" presStyleCnt="4" custLinFactNeighborY="-7832"/>
      <dgm:spPr/>
    </dgm:pt>
    <dgm:pt modelId="{A8912999-F511-467C-8579-FF3A70B79C74}" type="pres">
      <dgm:prSet presAssocID="{83860CC4-E379-4282-90B7-E6B51B02DC88}" presName="sp" presStyleCnt="0"/>
      <dgm:spPr/>
    </dgm:pt>
    <dgm:pt modelId="{9069CB4F-C809-4A98-A23E-45068CD1172D}" type="pres">
      <dgm:prSet presAssocID="{B2902F71-3FE6-4E27-9082-B9ABFDA19661}" presName="arrowAndChildren" presStyleCnt="0"/>
      <dgm:spPr/>
    </dgm:pt>
    <dgm:pt modelId="{44862ACA-47F6-4789-9B39-2D782288DB7D}" type="pres">
      <dgm:prSet presAssocID="{B2902F71-3FE6-4E27-9082-B9ABFDA19661}" presName="parentTextArrow" presStyleLbl="node1" presStyleIdx="3" presStyleCnt="4" custLinFactNeighborX="2344" custLinFactNeighborY="-123"/>
      <dgm:spPr/>
    </dgm:pt>
  </dgm:ptLst>
  <dgm:cxnLst>
    <dgm:cxn modelId="{C2F1DF1D-40B5-4F36-B49E-6DEC4E8EA738}" type="presOf" srcId="{66D8CCF3-43C4-41C6-A2E4-84D8A9767159}" destId="{F318DF31-420A-4E31-A3FF-40D72B03C5D6}" srcOrd="0" destOrd="0" presId="urn:microsoft.com/office/officeart/2005/8/layout/process4"/>
    <dgm:cxn modelId="{87C0EC27-F22D-4364-9512-8777201A72D6}" srcId="{453A84CB-22C0-4A36-A21A-974879C72203}" destId="{B2902F71-3FE6-4E27-9082-B9ABFDA19661}" srcOrd="0" destOrd="0" parTransId="{572FC6B5-57FA-4A14-AA11-6454D6E019AD}" sibTransId="{83860CC4-E379-4282-90B7-E6B51B02DC88}"/>
    <dgm:cxn modelId="{516AF135-EA66-4829-9016-AA423BD04817}" srcId="{453A84CB-22C0-4A36-A21A-974879C72203}" destId="{E0A5D958-967A-4B15-900D-7B23269F56E6}" srcOrd="2" destOrd="0" parTransId="{7106E2ED-37B5-41E3-B70B-D6886F7DB4B3}" sibTransId="{B98FA30E-C9BF-4717-80E5-BACA6B01E5D5}"/>
    <dgm:cxn modelId="{40232047-7F46-4519-9AF9-4E3E17143649}" type="presOf" srcId="{E0A5D958-967A-4B15-900D-7B23269F56E6}" destId="{8B148D63-AB6A-4200-B2CE-90A4095DA36D}" srcOrd="1" destOrd="0" presId="urn:microsoft.com/office/officeart/2005/8/layout/process4"/>
    <dgm:cxn modelId="{8CDB786E-F5F0-4F45-A540-CF85FB97B8EC}" type="presOf" srcId="{E0A5D958-967A-4B15-900D-7B23269F56E6}" destId="{93408942-782A-45E1-A7E7-A65A212717DA}" srcOrd="0" destOrd="0" presId="urn:microsoft.com/office/officeart/2005/8/layout/process4"/>
    <dgm:cxn modelId="{1FB8FB50-8B4A-4CFA-A960-7AEF27C0D5C4}" srcId="{453A84CB-22C0-4A36-A21A-974879C72203}" destId="{9848F084-8467-4548-B579-2065797C5877}" srcOrd="1" destOrd="0" parTransId="{10730CDE-2FCD-4EAC-84B5-6367120B3CD5}" sibTransId="{54BD2443-29A1-4080-B741-9E234F65E64B}"/>
    <dgm:cxn modelId="{AED5DA55-26A5-4C34-B36A-F3300F5092F1}" type="presOf" srcId="{DB100B6D-E854-45CF-AB89-980A51283381}" destId="{C796363F-BDC9-4820-ACC3-D2F9BF541116}" srcOrd="0" destOrd="0" presId="urn:microsoft.com/office/officeart/2005/8/layout/process4"/>
    <dgm:cxn modelId="{FFCC0F82-9B1C-4BBD-9817-48993FD3D3DF}" type="presOf" srcId="{B2902F71-3FE6-4E27-9082-B9ABFDA19661}" destId="{44862ACA-47F6-4789-9B39-2D782288DB7D}" srcOrd="0" destOrd="0" presId="urn:microsoft.com/office/officeart/2005/8/layout/process4"/>
    <dgm:cxn modelId="{3B84718F-3534-4D0C-9764-E8DBAA46871C}" srcId="{E0A5D958-967A-4B15-900D-7B23269F56E6}" destId="{66D8CCF3-43C4-41C6-A2E4-84D8A9767159}" srcOrd="0" destOrd="0" parTransId="{4EA92D74-1D9F-4D90-A723-C5D77D79DF24}" sibTransId="{F5F29B61-9D51-4426-AE39-DB9147DC921A}"/>
    <dgm:cxn modelId="{FDECA9A1-698B-418C-836F-CB08564558C1}" type="presOf" srcId="{9848F084-8467-4548-B579-2065797C5877}" destId="{0DC8B122-F57E-417C-A7AB-88DA9A97115B}" srcOrd="0" destOrd="0" presId="urn:microsoft.com/office/officeart/2005/8/layout/process4"/>
    <dgm:cxn modelId="{B80667B4-EEB3-485F-ACAC-BB32102019D7}" srcId="{DB100B6D-E854-45CF-AB89-980A51283381}" destId="{AE10B2A8-0C95-48CD-850A-CA6FC9F14C79}" srcOrd="0" destOrd="0" parTransId="{2FB8F7AB-59F6-4F8E-BE8C-E0F59F675229}" sibTransId="{3EFA123B-FE07-4291-BF9C-D43CB4392B7D}"/>
    <dgm:cxn modelId="{665DEFDB-4B9E-4631-9947-561BCA72F175}" type="presOf" srcId="{DB100B6D-E854-45CF-AB89-980A51283381}" destId="{F6175ABB-C15A-444A-B86C-59614278165E}" srcOrd="1" destOrd="0" presId="urn:microsoft.com/office/officeart/2005/8/layout/process4"/>
    <dgm:cxn modelId="{7A18F3E2-1431-4AA7-B63E-F3A710AD304A}" type="presOf" srcId="{AE10B2A8-0C95-48CD-850A-CA6FC9F14C79}" destId="{38D1BFF5-B643-4EB6-82A5-B14724428B3C}" srcOrd="0" destOrd="0" presId="urn:microsoft.com/office/officeart/2005/8/layout/process4"/>
    <dgm:cxn modelId="{22178BE3-405A-4130-AC4C-2C2D3235FE45}" type="presOf" srcId="{453A84CB-22C0-4A36-A21A-974879C72203}" destId="{26C7D114-A599-470D-B4EF-7B5841B552AA}" srcOrd="0" destOrd="0" presId="urn:microsoft.com/office/officeart/2005/8/layout/process4"/>
    <dgm:cxn modelId="{DB1816F6-364B-4F99-B567-82166F55F602}" srcId="{453A84CB-22C0-4A36-A21A-974879C72203}" destId="{DB100B6D-E854-45CF-AB89-980A51283381}" srcOrd="3" destOrd="0" parTransId="{80BBBE25-3D26-49AF-B78C-D4EC558C7019}" sibTransId="{8E85F3BE-606F-48D8-9565-53315BADE797}"/>
    <dgm:cxn modelId="{026900C6-DE95-426C-A5DB-712550231132}" type="presParOf" srcId="{26C7D114-A599-470D-B4EF-7B5841B552AA}" destId="{1665BD0A-0723-405B-84A1-182C09879E0F}" srcOrd="0" destOrd="0" presId="urn:microsoft.com/office/officeart/2005/8/layout/process4"/>
    <dgm:cxn modelId="{925E22B8-A0D1-4CD1-BF75-E40EB8394D60}" type="presParOf" srcId="{1665BD0A-0723-405B-84A1-182C09879E0F}" destId="{C796363F-BDC9-4820-ACC3-D2F9BF541116}" srcOrd="0" destOrd="0" presId="urn:microsoft.com/office/officeart/2005/8/layout/process4"/>
    <dgm:cxn modelId="{7E72910E-81C4-44AE-8136-624843CAF4B9}" type="presParOf" srcId="{1665BD0A-0723-405B-84A1-182C09879E0F}" destId="{F6175ABB-C15A-444A-B86C-59614278165E}" srcOrd="1" destOrd="0" presId="urn:microsoft.com/office/officeart/2005/8/layout/process4"/>
    <dgm:cxn modelId="{27267D83-97E6-47C0-841E-A9209D44A085}" type="presParOf" srcId="{1665BD0A-0723-405B-84A1-182C09879E0F}" destId="{4F6CBCD1-B394-4B43-99DD-F59C9341FCCE}" srcOrd="2" destOrd="0" presId="urn:microsoft.com/office/officeart/2005/8/layout/process4"/>
    <dgm:cxn modelId="{99EBF17C-896F-47A1-8A9A-FDB3C67BF6D9}" type="presParOf" srcId="{4F6CBCD1-B394-4B43-99DD-F59C9341FCCE}" destId="{38D1BFF5-B643-4EB6-82A5-B14724428B3C}" srcOrd="0" destOrd="0" presId="urn:microsoft.com/office/officeart/2005/8/layout/process4"/>
    <dgm:cxn modelId="{0E8F2741-51F8-435B-A78F-0427D78F00F6}" type="presParOf" srcId="{26C7D114-A599-470D-B4EF-7B5841B552AA}" destId="{238AA432-2F9C-40EB-AAD1-C1C15EDCFB10}" srcOrd="1" destOrd="0" presId="urn:microsoft.com/office/officeart/2005/8/layout/process4"/>
    <dgm:cxn modelId="{EFAFB882-84C9-46C1-BF75-FB2C4F9BB2CD}" type="presParOf" srcId="{26C7D114-A599-470D-B4EF-7B5841B552AA}" destId="{556AB6FC-A56C-41A5-AEEC-B073A8039532}" srcOrd="2" destOrd="0" presId="urn:microsoft.com/office/officeart/2005/8/layout/process4"/>
    <dgm:cxn modelId="{7B14CD89-8242-40FC-8AEE-20A1690A7E95}" type="presParOf" srcId="{556AB6FC-A56C-41A5-AEEC-B073A8039532}" destId="{93408942-782A-45E1-A7E7-A65A212717DA}" srcOrd="0" destOrd="0" presId="urn:microsoft.com/office/officeart/2005/8/layout/process4"/>
    <dgm:cxn modelId="{272FBF68-FB11-4D35-A375-11ABDD3B9C37}" type="presParOf" srcId="{556AB6FC-A56C-41A5-AEEC-B073A8039532}" destId="{8B148D63-AB6A-4200-B2CE-90A4095DA36D}" srcOrd="1" destOrd="0" presId="urn:microsoft.com/office/officeart/2005/8/layout/process4"/>
    <dgm:cxn modelId="{3FFCCE95-0AC2-444D-BFD8-20E2F8D58151}" type="presParOf" srcId="{556AB6FC-A56C-41A5-AEEC-B073A8039532}" destId="{895A7314-C19F-4875-857A-607144D632A3}" srcOrd="2" destOrd="0" presId="urn:microsoft.com/office/officeart/2005/8/layout/process4"/>
    <dgm:cxn modelId="{062C3DC0-9CCD-4A82-8282-3C5C05FE57D0}" type="presParOf" srcId="{895A7314-C19F-4875-857A-607144D632A3}" destId="{F318DF31-420A-4E31-A3FF-40D72B03C5D6}" srcOrd="0" destOrd="0" presId="urn:microsoft.com/office/officeart/2005/8/layout/process4"/>
    <dgm:cxn modelId="{B7C97E5E-4665-4C7B-B9B0-12071E036C16}" type="presParOf" srcId="{26C7D114-A599-470D-B4EF-7B5841B552AA}" destId="{90FEEC16-7124-43D0-AA67-1670965186EB}" srcOrd="3" destOrd="0" presId="urn:microsoft.com/office/officeart/2005/8/layout/process4"/>
    <dgm:cxn modelId="{23F9FA0C-CE3B-4144-8802-986FCB7C4A2E}" type="presParOf" srcId="{26C7D114-A599-470D-B4EF-7B5841B552AA}" destId="{7A235620-B316-450A-9B5D-6B2F398CBD66}" srcOrd="4" destOrd="0" presId="urn:microsoft.com/office/officeart/2005/8/layout/process4"/>
    <dgm:cxn modelId="{131EFCA3-32F0-431D-8A85-3AB77DC31549}" type="presParOf" srcId="{7A235620-B316-450A-9B5D-6B2F398CBD66}" destId="{0DC8B122-F57E-417C-A7AB-88DA9A97115B}" srcOrd="0" destOrd="0" presId="urn:microsoft.com/office/officeart/2005/8/layout/process4"/>
    <dgm:cxn modelId="{31F283F2-7E5C-4EDC-A049-0DC9DE713352}" type="presParOf" srcId="{26C7D114-A599-470D-B4EF-7B5841B552AA}" destId="{A8912999-F511-467C-8579-FF3A70B79C74}" srcOrd="5" destOrd="0" presId="urn:microsoft.com/office/officeart/2005/8/layout/process4"/>
    <dgm:cxn modelId="{03AF4D51-9AC8-4AC2-AF9B-C040056F153A}" type="presParOf" srcId="{26C7D114-A599-470D-B4EF-7B5841B552AA}" destId="{9069CB4F-C809-4A98-A23E-45068CD1172D}" srcOrd="6" destOrd="0" presId="urn:microsoft.com/office/officeart/2005/8/layout/process4"/>
    <dgm:cxn modelId="{5FA9C10B-991F-4B5C-8AF5-6D4B7EBEBBEB}" type="presParOf" srcId="{9069CB4F-C809-4A98-A23E-45068CD1172D}" destId="{44862ACA-47F6-4789-9B39-2D782288DB7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BF28D7-6703-43C9-8904-60F11B5E406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645485-4B77-4B5E-A73B-4E0022393198}">
      <dgm:prSet custT="1"/>
      <dgm:spPr>
        <a:solidFill>
          <a:srgbClr val="92D050"/>
        </a:solidFill>
      </dgm:spPr>
      <dgm:t>
        <a:bodyPr/>
        <a:lstStyle/>
        <a:p>
          <a:r>
            <a:rPr lang="en-US" sz="2000" b="1"/>
            <a:t>Composite</a:t>
          </a:r>
          <a:r>
            <a:rPr lang="en-US" sz="2000"/>
            <a:t> </a:t>
          </a:r>
          <a:r>
            <a:rPr lang="en-US" sz="2000" b="1"/>
            <a:t>key</a:t>
          </a:r>
          <a:endParaRPr lang="en-US" sz="2000"/>
        </a:p>
      </dgm:t>
    </dgm:pt>
    <dgm:pt modelId="{206B6E41-4D3E-4D29-86C7-B02CE446DDF7}" type="parTrans" cxnId="{4F180819-837F-4178-8D08-BFD6FCD35C67}">
      <dgm:prSet/>
      <dgm:spPr/>
      <dgm:t>
        <a:bodyPr/>
        <a:lstStyle/>
        <a:p>
          <a:endParaRPr lang="en-US"/>
        </a:p>
      </dgm:t>
    </dgm:pt>
    <dgm:pt modelId="{1B3F0F53-95C2-42CE-B0B4-5311E82C20BC}" type="sibTrans" cxnId="{4F180819-837F-4178-8D08-BFD6FCD35C67}">
      <dgm:prSet/>
      <dgm:spPr/>
      <dgm:t>
        <a:bodyPr/>
        <a:lstStyle/>
        <a:p>
          <a:endParaRPr lang="en-US"/>
        </a:p>
      </dgm:t>
    </dgm:pt>
    <dgm:pt modelId="{0083A222-56FA-4E9D-8B12-1C8BA53A54E7}">
      <dgm:prSet custT="1"/>
      <dgm:spPr/>
      <dgm:t>
        <a:bodyPr/>
        <a:lstStyle/>
        <a:p>
          <a:r>
            <a:rPr lang="en-US" sz="2000" dirty="0"/>
            <a:t>Composed of </a:t>
          </a:r>
          <a:r>
            <a:rPr lang="en-US" sz="2000" dirty="0">
              <a:solidFill>
                <a:srgbClr val="00B050"/>
              </a:solidFill>
            </a:rPr>
            <a:t>more than one attribute</a:t>
          </a:r>
        </a:p>
      </dgm:t>
    </dgm:pt>
    <dgm:pt modelId="{9393D8AF-F518-4CCC-9A19-E653D36CB6D8}" type="parTrans" cxnId="{06A16782-776C-424B-84A8-E864569DF100}">
      <dgm:prSet/>
      <dgm:spPr/>
      <dgm:t>
        <a:bodyPr/>
        <a:lstStyle/>
        <a:p>
          <a:endParaRPr lang="en-US"/>
        </a:p>
      </dgm:t>
    </dgm:pt>
    <dgm:pt modelId="{53C16EE5-63CF-4C9D-81CA-86DE710A7870}" type="sibTrans" cxnId="{06A16782-776C-424B-84A8-E864569DF100}">
      <dgm:prSet/>
      <dgm:spPr/>
      <dgm:t>
        <a:bodyPr/>
        <a:lstStyle/>
        <a:p>
          <a:endParaRPr lang="en-US"/>
        </a:p>
      </dgm:t>
    </dgm:pt>
    <dgm:pt modelId="{82A5C427-BD7D-42EA-B15A-D96FC8727B3E}">
      <dgm:prSet custT="1"/>
      <dgm:spPr>
        <a:solidFill>
          <a:srgbClr val="00B0F0"/>
        </a:solidFill>
      </dgm:spPr>
      <dgm:t>
        <a:bodyPr/>
        <a:lstStyle/>
        <a:p>
          <a:r>
            <a:rPr lang="en-US" sz="2000" b="1" dirty="0"/>
            <a:t>Key</a:t>
          </a:r>
          <a:r>
            <a:rPr lang="en-US" sz="2000" dirty="0"/>
            <a:t> </a:t>
          </a:r>
          <a:r>
            <a:rPr lang="en-US" sz="2000" b="1" dirty="0"/>
            <a:t>attribute</a:t>
          </a:r>
          <a:endParaRPr lang="en-US" sz="2000" dirty="0"/>
        </a:p>
      </dgm:t>
    </dgm:pt>
    <dgm:pt modelId="{E27DD364-41A2-4B2F-8465-6CC80C92E2D6}" type="parTrans" cxnId="{31A27507-CFD4-4C0F-B948-38F0F2460CCC}">
      <dgm:prSet/>
      <dgm:spPr/>
      <dgm:t>
        <a:bodyPr/>
        <a:lstStyle/>
        <a:p>
          <a:endParaRPr lang="en-US"/>
        </a:p>
      </dgm:t>
    </dgm:pt>
    <dgm:pt modelId="{AD5D5C89-CCC2-43A6-9CB0-B894B05D3C8D}" type="sibTrans" cxnId="{31A27507-CFD4-4C0F-B948-38F0F2460CCC}">
      <dgm:prSet/>
      <dgm:spPr/>
      <dgm:t>
        <a:bodyPr/>
        <a:lstStyle/>
        <a:p>
          <a:endParaRPr lang="en-US"/>
        </a:p>
      </dgm:t>
    </dgm:pt>
    <dgm:pt modelId="{D4591998-2185-450A-B2B7-47E3DFDC712A}">
      <dgm:prSet custT="1"/>
      <dgm:spPr/>
      <dgm:t>
        <a:bodyPr/>
        <a:lstStyle/>
        <a:p>
          <a:r>
            <a:rPr lang="en-US" sz="2000" dirty="0"/>
            <a:t>Any </a:t>
          </a:r>
          <a:r>
            <a:rPr lang="en-US" sz="2000" dirty="0">
              <a:solidFill>
                <a:srgbClr val="0070C0"/>
              </a:solidFill>
            </a:rPr>
            <a:t>attribute</a:t>
          </a:r>
          <a:r>
            <a:rPr lang="en-US" sz="2000" dirty="0"/>
            <a:t> that is </a:t>
          </a:r>
          <a:r>
            <a:rPr lang="en-US" sz="2000" dirty="0">
              <a:solidFill>
                <a:srgbClr val="0070C0"/>
              </a:solidFill>
            </a:rPr>
            <a:t>part of a key</a:t>
          </a:r>
        </a:p>
      </dgm:t>
    </dgm:pt>
    <dgm:pt modelId="{EBE32B10-3E34-4A19-BFED-A95A2B72E086}" type="parTrans" cxnId="{388FAF93-798B-4C2E-A28A-FEFC1D459CCC}">
      <dgm:prSet/>
      <dgm:spPr/>
      <dgm:t>
        <a:bodyPr/>
        <a:lstStyle/>
        <a:p>
          <a:endParaRPr lang="en-US"/>
        </a:p>
      </dgm:t>
    </dgm:pt>
    <dgm:pt modelId="{ACCF22B2-1A39-4B97-9DF1-19660DFF44FD}" type="sibTrans" cxnId="{388FAF93-798B-4C2E-A28A-FEFC1D459CCC}">
      <dgm:prSet/>
      <dgm:spPr/>
      <dgm:t>
        <a:bodyPr/>
        <a:lstStyle/>
        <a:p>
          <a:endParaRPr lang="en-US"/>
        </a:p>
      </dgm:t>
    </dgm:pt>
    <dgm:pt modelId="{4A1969B6-3F9F-4D3F-81D3-E4F85A3E3E2B}">
      <dgm:prSet custT="1"/>
      <dgm:spPr>
        <a:solidFill>
          <a:srgbClr val="FFC000"/>
        </a:solidFill>
      </dgm:spPr>
      <dgm:t>
        <a:bodyPr/>
        <a:lstStyle/>
        <a:p>
          <a:r>
            <a:rPr lang="en-US" sz="2000" b="1"/>
            <a:t>Superkey</a:t>
          </a:r>
          <a:endParaRPr lang="en-US" sz="2000"/>
        </a:p>
      </dgm:t>
    </dgm:pt>
    <dgm:pt modelId="{774FAC65-90E8-4DD4-A1D7-2643A8D85123}" type="parTrans" cxnId="{C3A11EA0-9843-42CD-9C12-6E6EF995C245}">
      <dgm:prSet/>
      <dgm:spPr/>
      <dgm:t>
        <a:bodyPr/>
        <a:lstStyle/>
        <a:p>
          <a:endParaRPr lang="en-US"/>
        </a:p>
      </dgm:t>
    </dgm:pt>
    <dgm:pt modelId="{AADCD76E-B41C-438E-82CB-5AE250037E53}" type="sibTrans" cxnId="{C3A11EA0-9843-42CD-9C12-6E6EF995C245}">
      <dgm:prSet/>
      <dgm:spPr/>
      <dgm:t>
        <a:bodyPr/>
        <a:lstStyle/>
        <a:p>
          <a:endParaRPr lang="en-US"/>
        </a:p>
      </dgm:t>
    </dgm:pt>
    <dgm:pt modelId="{CE97D080-C651-426E-AA5C-8A0B2A4F7E83}">
      <dgm:prSet custT="1"/>
      <dgm:spPr/>
      <dgm:t>
        <a:bodyPr/>
        <a:lstStyle/>
        <a:p>
          <a:r>
            <a:rPr lang="en-US" sz="2000" dirty="0"/>
            <a:t>Any key that </a:t>
          </a:r>
          <a:r>
            <a:rPr lang="en-US" sz="2000" dirty="0">
              <a:solidFill>
                <a:srgbClr val="FFC000"/>
              </a:solidFill>
            </a:rPr>
            <a:t>uniquely identifies each row</a:t>
          </a:r>
        </a:p>
      </dgm:t>
    </dgm:pt>
    <dgm:pt modelId="{3DF5ED74-728B-42A2-B252-EC187BC27906}" type="parTrans" cxnId="{FD096BC2-8241-403A-B86F-DD2BC47E4F5E}">
      <dgm:prSet/>
      <dgm:spPr/>
      <dgm:t>
        <a:bodyPr/>
        <a:lstStyle/>
        <a:p>
          <a:endParaRPr lang="en-US"/>
        </a:p>
      </dgm:t>
    </dgm:pt>
    <dgm:pt modelId="{66D54715-B131-46AF-8D25-2C46FDCD529A}" type="sibTrans" cxnId="{FD096BC2-8241-403A-B86F-DD2BC47E4F5E}">
      <dgm:prSet/>
      <dgm:spPr/>
      <dgm:t>
        <a:bodyPr/>
        <a:lstStyle/>
        <a:p>
          <a:endParaRPr lang="en-US"/>
        </a:p>
      </dgm:t>
    </dgm:pt>
    <dgm:pt modelId="{3E5F8C6D-7AB3-4AA1-BE0C-E7F3ECBCB322}">
      <dgm:prSet/>
      <dgm:spPr>
        <a:solidFill>
          <a:srgbClr val="FF0000"/>
        </a:solidFill>
      </dgm:spPr>
      <dgm:t>
        <a:bodyPr/>
        <a:lstStyle/>
        <a:p>
          <a:r>
            <a:rPr lang="en-US" b="1"/>
            <a:t>Candidate</a:t>
          </a:r>
          <a:r>
            <a:rPr lang="en-US"/>
            <a:t> </a:t>
          </a:r>
          <a:r>
            <a:rPr lang="en-US" b="1"/>
            <a:t>key</a:t>
          </a:r>
          <a:r>
            <a:rPr lang="en-US"/>
            <a:t> </a:t>
          </a:r>
        </a:p>
      </dgm:t>
    </dgm:pt>
    <dgm:pt modelId="{7E7A14BA-D73F-4194-AC46-07B68B350DD6}" type="parTrans" cxnId="{3B509EFC-DA82-4A3F-92C7-EB82F5600979}">
      <dgm:prSet/>
      <dgm:spPr/>
      <dgm:t>
        <a:bodyPr/>
        <a:lstStyle/>
        <a:p>
          <a:endParaRPr lang="en-US"/>
        </a:p>
      </dgm:t>
    </dgm:pt>
    <dgm:pt modelId="{853F03EB-002F-4A3E-89FE-06E312E3C639}" type="sibTrans" cxnId="{3B509EFC-DA82-4A3F-92C7-EB82F5600979}">
      <dgm:prSet/>
      <dgm:spPr/>
      <dgm:t>
        <a:bodyPr/>
        <a:lstStyle/>
        <a:p>
          <a:endParaRPr lang="en-US"/>
        </a:p>
      </dgm:t>
    </dgm:pt>
    <dgm:pt modelId="{CFF07C2A-95D0-48C0-9E18-53DB3B4FA8B7}">
      <dgm:prSet custT="1"/>
      <dgm:spPr/>
      <dgm:t>
        <a:bodyPr/>
        <a:lstStyle/>
        <a:p>
          <a:r>
            <a:rPr lang="en-US" sz="2000" dirty="0"/>
            <a:t>A </a:t>
          </a:r>
          <a:r>
            <a:rPr lang="en-US" sz="2000" dirty="0" err="1"/>
            <a:t>superkey</a:t>
          </a:r>
          <a:r>
            <a:rPr lang="en-US" sz="2000" dirty="0"/>
            <a:t> without </a:t>
          </a:r>
          <a:r>
            <a:rPr lang="en-US" sz="2000" dirty="0">
              <a:solidFill>
                <a:srgbClr val="FF0000"/>
              </a:solidFill>
            </a:rPr>
            <a:t>unnecessary attributes</a:t>
          </a:r>
        </a:p>
      </dgm:t>
    </dgm:pt>
    <dgm:pt modelId="{94CECA8D-AAF6-4385-90FA-4C832CF5DAAA}" type="parTrans" cxnId="{DBD6B98A-B3D1-4075-B7C3-F76674EEEA54}">
      <dgm:prSet/>
      <dgm:spPr/>
      <dgm:t>
        <a:bodyPr/>
        <a:lstStyle/>
        <a:p>
          <a:endParaRPr lang="en-US"/>
        </a:p>
      </dgm:t>
    </dgm:pt>
    <dgm:pt modelId="{001C75DB-120F-442A-B039-BDD6980CE817}" type="sibTrans" cxnId="{DBD6B98A-B3D1-4075-B7C3-F76674EEEA54}">
      <dgm:prSet/>
      <dgm:spPr/>
      <dgm:t>
        <a:bodyPr/>
        <a:lstStyle/>
        <a:p>
          <a:endParaRPr lang="en-US"/>
        </a:p>
      </dgm:t>
    </dgm:pt>
    <dgm:pt modelId="{1AD0EDCA-D69D-46FE-BC84-481728106082}">
      <dgm:prSet custT="1"/>
      <dgm:spPr/>
      <dgm:t>
        <a:bodyPr/>
        <a:lstStyle/>
        <a:p>
          <a:r>
            <a:rPr lang="en-MY" sz="2000" b="1" i="0" dirty="0"/>
            <a:t>Candidate key</a:t>
          </a:r>
          <a:r>
            <a:rPr lang="en-MY" sz="2000" b="0" i="0" dirty="0"/>
            <a:t> = </a:t>
          </a:r>
          <a:r>
            <a:rPr lang="en-MY" sz="2000" b="1" i="1" dirty="0"/>
            <a:t>any</a:t>
          </a:r>
          <a:r>
            <a:rPr lang="en-MY" sz="2000" b="1" i="0" dirty="0"/>
            <a:t> key</a:t>
          </a:r>
          <a:endParaRPr lang="en-US" sz="2000" dirty="0">
            <a:solidFill>
              <a:srgbClr val="FF0000"/>
            </a:solidFill>
          </a:endParaRPr>
        </a:p>
      </dgm:t>
    </dgm:pt>
    <dgm:pt modelId="{13AF93FE-1A5A-4B21-843A-35E734EB7279}" type="parTrans" cxnId="{AF9772EE-3B82-4622-A138-578FDF997AAF}">
      <dgm:prSet/>
      <dgm:spPr/>
      <dgm:t>
        <a:bodyPr/>
        <a:lstStyle/>
        <a:p>
          <a:endParaRPr lang="en-MY"/>
        </a:p>
      </dgm:t>
    </dgm:pt>
    <dgm:pt modelId="{8DCB885C-3A8C-4A50-B7E2-2BB752901BD8}" type="sibTrans" cxnId="{AF9772EE-3B82-4622-A138-578FDF997AAF}">
      <dgm:prSet/>
      <dgm:spPr/>
      <dgm:t>
        <a:bodyPr/>
        <a:lstStyle/>
        <a:p>
          <a:endParaRPr lang="en-MY"/>
        </a:p>
      </dgm:t>
    </dgm:pt>
    <dgm:pt modelId="{D288FD89-7B02-46C3-8638-1C04E07C2A7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b="1" i="0" dirty="0" err="1"/>
            <a:t>Superkey</a:t>
          </a:r>
          <a:r>
            <a:rPr lang="en-US" sz="2000" b="0" i="0" dirty="0"/>
            <a:t> = a </a:t>
          </a:r>
          <a:r>
            <a:rPr lang="en-US" sz="2000" b="1" i="0" dirty="0"/>
            <a:t>set of attributes </a:t>
          </a:r>
          <a:r>
            <a:rPr lang="en-US" sz="2000" b="0" i="0" dirty="0"/>
            <a:t>in a relation </a:t>
          </a:r>
          <a:r>
            <a:rPr lang="en-US" sz="2000" b="1" i="0" dirty="0"/>
            <a:t>R</a:t>
          </a:r>
          <a:r>
            <a:rPr lang="en-US" sz="2000" b="0" i="0" dirty="0"/>
            <a:t> such that </a:t>
          </a:r>
          <a:r>
            <a:rPr lang="en-US" sz="2000" b="1" i="0" dirty="0"/>
            <a:t>no 2 different tuples</a:t>
          </a:r>
          <a:r>
            <a:rPr lang="en-US" sz="2000" b="0" i="0" dirty="0"/>
            <a:t> will have the </a:t>
          </a:r>
          <a:r>
            <a:rPr lang="en-US" sz="2000" b="1" i="0" dirty="0"/>
            <a:t>same values </a:t>
          </a:r>
          <a:r>
            <a:rPr lang="en-US" sz="2000" b="0" i="0" dirty="0"/>
            <a:t>for that set of attributes</a:t>
          </a:r>
          <a:endParaRPr lang="en-US" sz="2000" dirty="0">
            <a:solidFill>
              <a:srgbClr val="FFC000"/>
            </a:solidFill>
          </a:endParaRPr>
        </a:p>
      </dgm:t>
    </dgm:pt>
    <dgm:pt modelId="{84349946-397C-4911-AADD-4EF01C7B6479}" type="parTrans" cxnId="{06F59678-18A7-4FBF-8BF3-AF0A23EFB772}">
      <dgm:prSet/>
      <dgm:spPr/>
      <dgm:t>
        <a:bodyPr/>
        <a:lstStyle/>
        <a:p>
          <a:endParaRPr lang="en-MY"/>
        </a:p>
      </dgm:t>
    </dgm:pt>
    <dgm:pt modelId="{F6FECAB3-F4D0-42A7-B0C4-A8A7BCA9CED1}" type="sibTrans" cxnId="{06F59678-18A7-4FBF-8BF3-AF0A23EFB772}">
      <dgm:prSet/>
      <dgm:spPr/>
      <dgm:t>
        <a:bodyPr/>
        <a:lstStyle/>
        <a:p>
          <a:endParaRPr lang="en-MY"/>
        </a:p>
      </dgm:t>
    </dgm:pt>
    <dgm:pt modelId="{362AE328-A59E-43EA-AC19-FC737BD6BB46}" type="pres">
      <dgm:prSet presAssocID="{DFBF28D7-6703-43C9-8904-60F11B5E406D}" presName="linear" presStyleCnt="0">
        <dgm:presLayoutVars>
          <dgm:dir/>
          <dgm:animLvl val="lvl"/>
          <dgm:resizeHandles val="exact"/>
        </dgm:presLayoutVars>
      </dgm:prSet>
      <dgm:spPr/>
    </dgm:pt>
    <dgm:pt modelId="{02DA94C6-8DD7-4364-AAE0-ACA1B2410F43}" type="pres">
      <dgm:prSet presAssocID="{90645485-4B77-4B5E-A73B-4E0022393198}" presName="parentLin" presStyleCnt="0"/>
      <dgm:spPr/>
    </dgm:pt>
    <dgm:pt modelId="{8AF37B8C-B2EB-46AB-8148-AF09B6EB9A56}" type="pres">
      <dgm:prSet presAssocID="{90645485-4B77-4B5E-A73B-4E0022393198}" presName="parentLeftMargin" presStyleLbl="node1" presStyleIdx="0" presStyleCnt="4"/>
      <dgm:spPr/>
    </dgm:pt>
    <dgm:pt modelId="{C8F74D84-C7B3-40EC-B5A9-E3659D1ED7DF}" type="pres">
      <dgm:prSet presAssocID="{90645485-4B77-4B5E-A73B-4E00223931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D7CE64-4F3A-465B-B4B9-191E2F396A5A}" type="pres">
      <dgm:prSet presAssocID="{90645485-4B77-4B5E-A73B-4E0022393198}" presName="negativeSpace" presStyleCnt="0"/>
      <dgm:spPr/>
    </dgm:pt>
    <dgm:pt modelId="{C716CD67-8163-460B-AE3D-43D117C5CA29}" type="pres">
      <dgm:prSet presAssocID="{90645485-4B77-4B5E-A73B-4E0022393198}" presName="childText" presStyleLbl="conFgAcc1" presStyleIdx="0" presStyleCnt="4">
        <dgm:presLayoutVars>
          <dgm:bulletEnabled val="1"/>
        </dgm:presLayoutVars>
      </dgm:prSet>
      <dgm:spPr/>
    </dgm:pt>
    <dgm:pt modelId="{9F725AAD-6584-47D6-B835-272F8FDC37E4}" type="pres">
      <dgm:prSet presAssocID="{1B3F0F53-95C2-42CE-B0B4-5311E82C20BC}" presName="spaceBetweenRectangles" presStyleCnt="0"/>
      <dgm:spPr/>
    </dgm:pt>
    <dgm:pt modelId="{EDF4F36F-36FA-4ABC-AA24-B6D79C2DB7AF}" type="pres">
      <dgm:prSet presAssocID="{82A5C427-BD7D-42EA-B15A-D96FC8727B3E}" presName="parentLin" presStyleCnt="0"/>
      <dgm:spPr/>
    </dgm:pt>
    <dgm:pt modelId="{96BBEDBC-E10B-4EE7-9011-0C932FF2D156}" type="pres">
      <dgm:prSet presAssocID="{82A5C427-BD7D-42EA-B15A-D96FC8727B3E}" presName="parentLeftMargin" presStyleLbl="node1" presStyleIdx="0" presStyleCnt="4"/>
      <dgm:spPr/>
    </dgm:pt>
    <dgm:pt modelId="{1CDDDBC7-843C-476B-95A0-DAB5C9767A97}" type="pres">
      <dgm:prSet presAssocID="{82A5C427-BD7D-42EA-B15A-D96FC8727B3E}" presName="parentText" presStyleLbl="node1" presStyleIdx="1" presStyleCnt="4" custLinFactNeighborX="-7416">
        <dgm:presLayoutVars>
          <dgm:chMax val="0"/>
          <dgm:bulletEnabled val="1"/>
        </dgm:presLayoutVars>
      </dgm:prSet>
      <dgm:spPr/>
    </dgm:pt>
    <dgm:pt modelId="{B456A03B-A7A8-4E76-8519-EBC4DAE4E8B0}" type="pres">
      <dgm:prSet presAssocID="{82A5C427-BD7D-42EA-B15A-D96FC8727B3E}" presName="negativeSpace" presStyleCnt="0"/>
      <dgm:spPr/>
    </dgm:pt>
    <dgm:pt modelId="{7D266A36-19DD-4417-AC2D-803F0D60E2B6}" type="pres">
      <dgm:prSet presAssocID="{82A5C427-BD7D-42EA-B15A-D96FC8727B3E}" presName="childText" presStyleLbl="conFgAcc1" presStyleIdx="1" presStyleCnt="4">
        <dgm:presLayoutVars>
          <dgm:bulletEnabled val="1"/>
        </dgm:presLayoutVars>
      </dgm:prSet>
      <dgm:spPr/>
    </dgm:pt>
    <dgm:pt modelId="{14B5CC78-31A8-4456-B1FF-87540BCC1D84}" type="pres">
      <dgm:prSet presAssocID="{AD5D5C89-CCC2-43A6-9CB0-B894B05D3C8D}" presName="spaceBetweenRectangles" presStyleCnt="0"/>
      <dgm:spPr/>
    </dgm:pt>
    <dgm:pt modelId="{1F50C24F-AA9F-4E86-BEDC-6C34E7144CEC}" type="pres">
      <dgm:prSet presAssocID="{4A1969B6-3F9F-4D3F-81D3-E4F85A3E3E2B}" presName="parentLin" presStyleCnt="0"/>
      <dgm:spPr/>
    </dgm:pt>
    <dgm:pt modelId="{1BD90FDF-A699-4938-B74F-487156FEE39B}" type="pres">
      <dgm:prSet presAssocID="{4A1969B6-3F9F-4D3F-81D3-E4F85A3E3E2B}" presName="parentLeftMargin" presStyleLbl="node1" presStyleIdx="1" presStyleCnt="4"/>
      <dgm:spPr/>
    </dgm:pt>
    <dgm:pt modelId="{B1FA5310-C410-448D-907C-F51B675FA06F}" type="pres">
      <dgm:prSet presAssocID="{4A1969B6-3F9F-4D3F-81D3-E4F85A3E3E2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9354AA-C958-43AB-A8D3-155FCA76FED9}" type="pres">
      <dgm:prSet presAssocID="{4A1969B6-3F9F-4D3F-81D3-E4F85A3E3E2B}" presName="negativeSpace" presStyleCnt="0"/>
      <dgm:spPr/>
    </dgm:pt>
    <dgm:pt modelId="{4A3E461D-E458-4EA3-9E01-B60292C5158B}" type="pres">
      <dgm:prSet presAssocID="{4A1969B6-3F9F-4D3F-81D3-E4F85A3E3E2B}" presName="childText" presStyleLbl="conFgAcc1" presStyleIdx="2" presStyleCnt="4">
        <dgm:presLayoutVars>
          <dgm:bulletEnabled val="1"/>
        </dgm:presLayoutVars>
      </dgm:prSet>
      <dgm:spPr/>
    </dgm:pt>
    <dgm:pt modelId="{08E6C47E-383B-4B9C-815E-2E17FFD23A33}" type="pres">
      <dgm:prSet presAssocID="{AADCD76E-B41C-438E-82CB-5AE250037E53}" presName="spaceBetweenRectangles" presStyleCnt="0"/>
      <dgm:spPr/>
    </dgm:pt>
    <dgm:pt modelId="{FF7C7B91-1CBE-454F-B5DD-5D3E547614F9}" type="pres">
      <dgm:prSet presAssocID="{3E5F8C6D-7AB3-4AA1-BE0C-E7F3ECBCB322}" presName="parentLin" presStyleCnt="0"/>
      <dgm:spPr/>
    </dgm:pt>
    <dgm:pt modelId="{5D51287C-B80A-4709-9E33-FECECB041190}" type="pres">
      <dgm:prSet presAssocID="{3E5F8C6D-7AB3-4AA1-BE0C-E7F3ECBCB322}" presName="parentLeftMargin" presStyleLbl="node1" presStyleIdx="2" presStyleCnt="4"/>
      <dgm:spPr/>
    </dgm:pt>
    <dgm:pt modelId="{65301CC1-FFA0-4974-A18C-6919C563969A}" type="pres">
      <dgm:prSet presAssocID="{3E5F8C6D-7AB3-4AA1-BE0C-E7F3ECBCB32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8F8549C-5925-47FB-994F-11F9E71A0E08}" type="pres">
      <dgm:prSet presAssocID="{3E5F8C6D-7AB3-4AA1-BE0C-E7F3ECBCB322}" presName="negativeSpace" presStyleCnt="0"/>
      <dgm:spPr/>
    </dgm:pt>
    <dgm:pt modelId="{120DB6B8-E0C4-4386-95E2-973789CA6C65}" type="pres">
      <dgm:prSet presAssocID="{3E5F8C6D-7AB3-4AA1-BE0C-E7F3ECBCB32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E5FC303-50C6-4673-8C6D-077DAFC26143}" type="presOf" srcId="{82A5C427-BD7D-42EA-B15A-D96FC8727B3E}" destId="{1CDDDBC7-843C-476B-95A0-DAB5C9767A97}" srcOrd="1" destOrd="0" presId="urn:microsoft.com/office/officeart/2005/8/layout/list1"/>
    <dgm:cxn modelId="{31A27507-CFD4-4C0F-B948-38F0F2460CCC}" srcId="{DFBF28D7-6703-43C9-8904-60F11B5E406D}" destId="{82A5C427-BD7D-42EA-B15A-D96FC8727B3E}" srcOrd="1" destOrd="0" parTransId="{E27DD364-41A2-4B2F-8465-6CC80C92E2D6}" sibTransId="{AD5D5C89-CCC2-43A6-9CB0-B894B05D3C8D}"/>
    <dgm:cxn modelId="{590C5010-9ADD-47AD-8484-2481FFA8E32E}" type="presOf" srcId="{CFF07C2A-95D0-48C0-9E18-53DB3B4FA8B7}" destId="{120DB6B8-E0C4-4386-95E2-973789CA6C65}" srcOrd="0" destOrd="0" presId="urn:microsoft.com/office/officeart/2005/8/layout/list1"/>
    <dgm:cxn modelId="{2C08CB18-33C3-4D6D-8598-DD43078D7592}" type="presOf" srcId="{CE97D080-C651-426E-AA5C-8A0B2A4F7E83}" destId="{4A3E461D-E458-4EA3-9E01-B60292C5158B}" srcOrd="0" destOrd="0" presId="urn:microsoft.com/office/officeart/2005/8/layout/list1"/>
    <dgm:cxn modelId="{4F180819-837F-4178-8D08-BFD6FCD35C67}" srcId="{DFBF28D7-6703-43C9-8904-60F11B5E406D}" destId="{90645485-4B77-4B5E-A73B-4E0022393198}" srcOrd="0" destOrd="0" parTransId="{206B6E41-4D3E-4D29-86C7-B02CE446DDF7}" sibTransId="{1B3F0F53-95C2-42CE-B0B4-5311E82C20BC}"/>
    <dgm:cxn modelId="{9D6DB61A-DF8A-4D52-B1A8-FD7C85A7EE10}" type="presOf" srcId="{90645485-4B77-4B5E-A73B-4E0022393198}" destId="{C8F74D84-C7B3-40EC-B5A9-E3659D1ED7DF}" srcOrd="1" destOrd="0" presId="urn:microsoft.com/office/officeart/2005/8/layout/list1"/>
    <dgm:cxn modelId="{5B27E31C-CE43-4A3C-B0E5-6A8AEC6E45E3}" type="presOf" srcId="{0083A222-56FA-4E9D-8B12-1C8BA53A54E7}" destId="{C716CD67-8163-460B-AE3D-43D117C5CA29}" srcOrd="0" destOrd="0" presId="urn:microsoft.com/office/officeart/2005/8/layout/list1"/>
    <dgm:cxn modelId="{E3A8A01E-5545-42B2-A2A3-2C32D67A420B}" type="presOf" srcId="{90645485-4B77-4B5E-A73B-4E0022393198}" destId="{8AF37B8C-B2EB-46AB-8148-AF09B6EB9A56}" srcOrd="0" destOrd="0" presId="urn:microsoft.com/office/officeart/2005/8/layout/list1"/>
    <dgm:cxn modelId="{778A0148-B056-4B70-ACB3-BF28FE826F8F}" type="presOf" srcId="{1AD0EDCA-D69D-46FE-BC84-481728106082}" destId="{120DB6B8-E0C4-4386-95E2-973789CA6C65}" srcOrd="0" destOrd="1" presId="urn:microsoft.com/office/officeart/2005/8/layout/list1"/>
    <dgm:cxn modelId="{3FD88E74-584E-4F67-AB94-93A2466DDA47}" type="presOf" srcId="{82A5C427-BD7D-42EA-B15A-D96FC8727B3E}" destId="{96BBEDBC-E10B-4EE7-9011-0C932FF2D156}" srcOrd="0" destOrd="0" presId="urn:microsoft.com/office/officeart/2005/8/layout/list1"/>
    <dgm:cxn modelId="{06F59678-18A7-4FBF-8BF3-AF0A23EFB772}" srcId="{4A1969B6-3F9F-4D3F-81D3-E4F85A3E3E2B}" destId="{D288FD89-7B02-46C3-8638-1C04E07C2A71}" srcOrd="1" destOrd="0" parTransId="{84349946-397C-4911-AADD-4EF01C7B6479}" sibTransId="{F6FECAB3-F4D0-42A7-B0C4-A8A7BCA9CED1}"/>
    <dgm:cxn modelId="{06A16782-776C-424B-84A8-E864569DF100}" srcId="{90645485-4B77-4B5E-A73B-4E0022393198}" destId="{0083A222-56FA-4E9D-8B12-1C8BA53A54E7}" srcOrd="0" destOrd="0" parTransId="{9393D8AF-F518-4CCC-9A19-E653D36CB6D8}" sibTransId="{53C16EE5-63CF-4C9D-81CA-86DE710A7870}"/>
    <dgm:cxn modelId="{DBD6B98A-B3D1-4075-B7C3-F76674EEEA54}" srcId="{3E5F8C6D-7AB3-4AA1-BE0C-E7F3ECBCB322}" destId="{CFF07C2A-95D0-48C0-9E18-53DB3B4FA8B7}" srcOrd="0" destOrd="0" parTransId="{94CECA8D-AAF6-4385-90FA-4C832CF5DAAA}" sibTransId="{001C75DB-120F-442A-B039-BDD6980CE817}"/>
    <dgm:cxn modelId="{388FAF93-798B-4C2E-A28A-FEFC1D459CCC}" srcId="{82A5C427-BD7D-42EA-B15A-D96FC8727B3E}" destId="{D4591998-2185-450A-B2B7-47E3DFDC712A}" srcOrd="0" destOrd="0" parTransId="{EBE32B10-3E34-4A19-BFED-A95A2B72E086}" sibTransId="{ACCF22B2-1A39-4B97-9DF1-19660DFF44FD}"/>
    <dgm:cxn modelId="{9B4C3B98-BCFA-427F-953F-008CDD92B334}" type="presOf" srcId="{4A1969B6-3F9F-4D3F-81D3-E4F85A3E3E2B}" destId="{1BD90FDF-A699-4938-B74F-487156FEE39B}" srcOrd="0" destOrd="0" presId="urn:microsoft.com/office/officeart/2005/8/layout/list1"/>
    <dgm:cxn modelId="{2E3E579C-314E-4FD3-8883-BFECAA3EDFF2}" type="presOf" srcId="{4A1969B6-3F9F-4D3F-81D3-E4F85A3E3E2B}" destId="{B1FA5310-C410-448D-907C-F51B675FA06F}" srcOrd="1" destOrd="0" presId="urn:microsoft.com/office/officeart/2005/8/layout/list1"/>
    <dgm:cxn modelId="{C3A11EA0-9843-42CD-9C12-6E6EF995C245}" srcId="{DFBF28D7-6703-43C9-8904-60F11B5E406D}" destId="{4A1969B6-3F9F-4D3F-81D3-E4F85A3E3E2B}" srcOrd="2" destOrd="0" parTransId="{774FAC65-90E8-4DD4-A1D7-2643A8D85123}" sibTransId="{AADCD76E-B41C-438E-82CB-5AE250037E53}"/>
    <dgm:cxn modelId="{CEA5C4AB-34A8-4576-83CE-BC35C1EA7248}" type="presOf" srcId="{3E5F8C6D-7AB3-4AA1-BE0C-E7F3ECBCB322}" destId="{65301CC1-FFA0-4974-A18C-6919C563969A}" srcOrd="1" destOrd="0" presId="urn:microsoft.com/office/officeart/2005/8/layout/list1"/>
    <dgm:cxn modelId="{ED5816BC-AAE7-4D77-BFC3-F521B7EF5BEE}" type="presOf" srcId="{D288FD89-7B02-46C3-8638-1C04E07C2A71}" destId="{4A3E461D-E458-4EA3-9E01-B60292C5158B}" srcOrd="0" destOrd="1" presId="urn:microsoft.com/office/officeart/2005/8/layout/list1"/>
    <dgm:cxn modelId="{B70B1CBC-2578-4250-9DC6-BB77F31153BE}" type="presOf" srcId="{3E5F8C6D-7AB3-4AA1-BE0C-E7F3ECBCB322}" destId="{5D51287C-B80A-4709-9E33-FECECB041190}" srcOrd="0" destOrd="0" presId="urn:microsoft.com/office/officeart/2005/8/layout/list1"/>
    <dgm:cxn modelId="{FD096BC2-8241-403A-B86F-DD2BC47E4F5E}" srcId="{4A1969B6-3F9F-4D3F-81D3-E4F85A3E3E2B}" destId="{CE97D080-C651-426E-AA5C-8A0B2A4F7E83}" srcOrd="0" destOrd="0" parTransId="{3DF5ED74-728B-42A2-B252-EC187BC27906}" sibTransId="{66D54715-B131-46AF-8D25-2C46FDCD529A}"/>
    <dgm:cxn modelId="{985E88D5-2B46-48DA-B59C-51C86FBF9A1E}" type="presOf" srcId="{DFBF28D7-6703-43C9-8904-60F11B5E406D}" destId="{362AE328-A59E-43EA-AC19-FC737BD6BB46}" srcOrd="0" destOrd="0" presId="urn:microsoft.com/office/officeart/2005/8/layout/list1"/>
    <dgm:cxn modelId="{AF9772EE-3B82-4622-A138-578FDF997AAF}" srcId="{3E5F8C6D-7AB3-4AA1-BE0C-E7F3ECBCB322}" destId="{1AD0EDCA-D69D-46FE-BC84-481728106082}" srcOrd="1" destOrd="0" parTransId="{13AF93FE-1A5A-4B21-843A-35E734EB7279}" sibTransId="{8DCB885C-3A8C-4A50-B7E2-2BB752901BD8}"/>
    <dgm:cxn modelId="{64B464F5-5280-4FF0-8700-B5CF09544BA3}" type="presOf" srcId="{D4591998-2185-450A-B2B7-47E3DFDC712A}" destId="{7D266A36-19DD-4417-AC2D-803F0D60E2B6}" srcOrd="0" destOrd="0" presId="urn:microsoft.com/office/officeart/2005/8/layout/list1"/>
    <dgm:cxn modelId="{3B509EFC-DA82-4A3F-92C7-EB82F5600979}" srcId="{DFBF28D7-6703-43C9-8904-60F11B5E406D}" destId="{3E5F8C6D-7AB3-4AA1-BE0C-E7F3ECBCB322}" srcOrd="3" destOrd="0" parTransId="{7E7A14BA-D73F-4194-AC46-07B68B350DD6}" sibTransId="{853F03EB-002F-4A3E-89FE-06E312E3C639}"/>
    <dgm:cxn modelId="{4F0BC8CA-AF3D-4B50-A08B-6E65A2EEF7E3}" type="presParOf" srcId="{362AE328-A59E-43EA-AC19-FC737BD6BB46}" destId="{02DA94C6-8DD7-4364-AAE0-ACA1B2410F43}" srcOrd="0" destOrd="0" presId="urn:microsoft.com/office/officeart/2005/8/layout/list1"/>
    <dgm:cxn modelId="{A1925831-14B7-4833-B57F-7EABD7286BCE}" type="presParOf" srcId="{02DA94C6-8DD7-4364-AAE0-ACA1B2410F43}" destId="{8AF37B8C-B2EB-46AB-8148-AF09B6EB9A56}" srcOrd="0" destOrd="0" presId="urn:microsoft.com/office/officeart/2005/8/layout/list1"/>
    <dgm:cxn modelId="{6C472E9B-CB1A-4C8A-B963-40ACF06FF7C1}" type="presParOf" srcId="{02DA94C6-8DD7-4364-AAE0-ACA1B2410F43}" destId="{C8F74D84-C7B3-40EC-B5A9-E3659D1ED7DF}" srcOrd="1" destOrd="0" presId="urn:microsoft.com/office/officeart/2005/8/layout/list1"/>
    <dgm:cxn modelId="{154E32D9-8AAB-4378-8B63-00CA0F9076F4}" type="presParOf" srcId="{362AE328-A59E-43EA-AC19-FC737BD6BB46}" destId="{C9D7CE64-4F3A-465B-B4B9-191E2F396A5A}" srcOrd="1" destOrd="0" presId="urn:microsoft.com/office/officeart/2005/8/layout/list1"/>
    <dgm:cxn modelId="{14D533B6-3377-4CF1-8E9F-0B28F3BC0571}" type="presParOf" srcId="{362AE328-A59E-43EA-AC19-FC737BD6BB46}" destId="{C716CD67-8163-460B-AE3D-43D117C5CA29}" srcOrd="2" destOrd="0" presId="urn:microsoft.com/office/officeart/2005/8/layout/list1"/>
    <dgm:cxn modelId="{BD8B68DC-5530-4FEC-911F-EE600D3FFAC5}" type="presParOf" srcId="{362AE328-A59E-43EA-AC19-FC737BD6BB46}" destId="{9F725AAD-6584-47D6-B835-272F8FDC37E4}" srcOrd="3" destOrd="0" presId="urn:microsoft.com/office/officeart/2005/8/layout/list1"/>
    <dgm:cxn modelId="{9EA98623-F142-4A53-84CD-355F92FDA53E}" type="presParOf" srcId="{362AE328-A59E-43EA-AC19-FC737BD6BB46}" destId="{EDF4F36F-36FA-4ABC-AA24-B6D79C2DB7AF}" srcOrd="4" destOrd="0" presId="urn:microsoft.com/office/officeart/2005/8/layout/list1"/>
    <dgm:cxn modelId="{0A44BB1A-9909-4F75-AC71-F6D42ABE6106}" type="presParOf" srcId="{EDF4F36F-36FA-4ABC-AA24-B6D79C2DB7AF}" destId="{96BBEDBC-E10B-4EE7-9011-0C932FF2D156}" srcOrd="0" destOrd="0" presId="urn:microsoft.com/office/officeart/2005/8/layout/list1"/>
    <dgm:cxn modelId="{B7366075-5FB1-4EC2-8A39-B627D7CA2FE5}" type="presParOf" srcId="{EDF4F36F-36FA-4ABC-AA24-B6D79C2DB7AF}" destId="{1CDDDBC7-843C-476B-95A0-DAB5C9767A97}" srcOrd="1" destOrd="0" presId="urn:microsoft.com/office/officeart/2005/8/layout/list1"/>
    <dgm:cxn modelId="{5DA7AA3D-2C9C-4AD6-8851-C7AF512F5527}" type="presParOf" srcId="{362AE328-A59E-43EA-AC19-FC737BD6BB46}" destId="{B456A03B-A7A8-4E76-8519-EBC4DAE4E8B0}" srcOrd="5" destOrd="0" presId="urn:microsoft.com/office/officeart/2005/8/layout/list1"/>
    <dgm:cxn modelId="{075E3851-B5A5-45B1-997E-5A2B10C0B2E0}" type="presParOf" srcId="{362AE328-A59E-43EA-AC19-FC737BD6BB46}" destId="{7D266A36-19DD-4417-AC2D-803F0D60E2B6}" srcOrd="6" destOrd="0" presId="urn:microsoft.com/office/officeart/2005/8/layout/list1"/>
    <dgm:cxn modelId="{F91A0453-8716-4E6E-9773-6C87ED270B9E}" type="presParOf" srcId="{362AE328-A59E-43EA-AC19-FC737BD6BB46}" destId="{14B5CC78-31A8-4456-B1FF-87540BCC1D84}" srcOrd="7" destOrd="0" presId="urn:microsoft.com/office/officeart/2005/8/layout/list1"/>
    <dgm:cxn modelId="{AAFA7ADD-74A8-4625-B528-D5A524B387F3}" type="presParOf" srcId="{362AE328-A59E-43EA-AC19-FC737BD6BB46}" destId="{1F50C24F-AA9F-4E86-BEDC-6C34E7144CEC}" srcOrd="8" destOrd="0" presId="urn:microsoft.com/office/officeart/2005/8/layout/list1"/>
    <dgm:cxn modelId="{7E648B40-7F81-40E3-AB34-1843614199A0}" type="presParOf" srcId="{1F50C24F-AA9F-4E86-BEDC-6C34E7144CEC}" destId="{1BD90FDF-A699-4938-B74F-487156FEE39B}" srcOrd="0" destOrd="0" presId="urn:microsoft.com/office/officeart/2005/8/layout/list1"/>
    <dgm:cxn modelId="{F79BC6D9-40F0-4779-B865-D40FBA07CFE6}" type="presParOf" srcId="{1F50C24F-AA9F-4E86-BEDC-6C34E7144CEC}" destId="{B1FA5310-C410-448D-907C-F51B675FA06F}" srcOrd="1" destOrd="0" presId="urn:microsoft.com/office/officeart/2005/8/layout/list1"/>
    <dgm:cxn modelId="{26EC1987-B1CB-4883-A064-9BB976C57DE0}" type="presParOf" srcId="{362AE328-A59E-43EA-AC19-FC737BD6BB46}" destId="{819354AA-C958-43AB-A8D3-155FCA76FED9}" srcOrd="9" destOrd="0" presId="urn:microsoft.com/office/officeart/2005/8/layout/list1"/>
    <dgm:cxn modelId="{F74AC4B8-37AF-4D8A-B1FC-BBD040BC30CC}" type="presParOf" srcId="{362AE328-A59E-43EA-AC19-FC737BD6BB46}" destId="{4A3E461D-E458-4EA3-9E01-B60292C5158B}" srcOrd="10" destOrd="0" presId="urn:microsoft.com/office/officeart/2005/8/layout/list1"/>
    <dgm:cxn modelId="{DCE7C633-938C-4A28-BA28-CC1E4E1F66C7}" type="presParOf" srcId="{362AE328-A59E-43EA-AC19-FC737BD6BB46}" destId="{08E6C47E-383B-4B9C-815E-2E17FFD23A33}" srcOrd="11" destOrd="0" presId="urn:microsoft.com/office/officeart/2005/8/layout/list1"/>
    <dgm:cxn modelId="{68BE4A31-E20E-43D7-B0BA-556A81814D10}" type="presParOf" srcId="{362AE328-A59E-43EA-AC19-FC737BD6BB46}" destId="{FF7C7B91-1CBE-454F-B5DD-5D3E547614F9}" srcOrd="12" destOrd="0" presId="urn:microsoft.com/office/officeart/2005/8/layout/list1"/>
    <dgm:cxn modelId="{7CA4FADA-49EF-4F18-A0F7-39E8F1A3696A}" type="presParOf" srcId="{FF7C7B91-1CBE-454F-B5DD-5D3E547614F9}" destId="{5D51287C-B80A-4709-9E33-FECECB041190}" srcOrd="0" destOrd="0" presId="urn:microsoft.com/office/officeart/2005/8/layout/list1"/>
    <dgm:cxn modelId="{73BE9CB9-FE56-4669-8755-14560DD32862}" type="presParOf" srcId="{FF7C7B91-1CBE-454F-B5DD-5D3E547614F9}" destId="{65301CC1-FFA0-4974-A18C-6919C563969A}" srcOrd="1" destOrd="0" presId="urn:microsoft.com/office/officeart/2005/8/layout/list1"/>
    <dgm:cxn modelId="{0044D624-778D-4C17-8EF3-2350A12DB0E0}" type="presParOf" srcId="{362AE328-A59E-43EA-AC19-FC737BD6BB46}" destId="{18F8549C-5925-47FB-994F-11F9E71A0E08}" srcOrd="13" destOrd="0" presId="urn:microsoft.com/office/officeart/2005/8/layout/list1"/>
    <dgm:cxn modelId="{7CE79F0D-B46E-4F33-BC37-9DBF068FA501}" type="presParOf" srcId="{362AE328-A59E-43EA-AC19-FC737BD6BB46}" destId="{120DB6B8-E0C4-4386-95E2-973789CA6C6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DD1A6A-95A6-4ACF-8E81-CDE17D47495F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3B4F67A-AFF6-4A50-AA51-0D1B02A117BB}">
      <dgm:prSet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b="1"/>
            <a:t>Foreign</a:t>
          </a:r>
          <a:r>
            <a:rPr lang="en-US"/>
            <a:t> </a:t>
          </a:r>
          <a:r>
            <a:rPr lang="en-US" b="1"/>
            <a:t>key</a:t>
          </a:r>
          <a:r>
            <a:rPr lang="en-US"/>
            <a:t> (</a:t>
          </a:r>
          <a:r>
            <a:rPr lang="en-US" b="1"/>
            <a:t>FK</a:t>
          </a:r>
          <a:r>
            <a:rPr lang="en-US"/>
            <a:t>) </a:t>
          </a:r>
        </a:p>
      </dgm:t>
    </dgm:pt>
    <dgm:pt modelId="{28090516-798A-4033-87B2-F8AC55A5D542}" type="parTrans" cxnId="{C5DFE4A4-8F23-4774-96CE-BB5AF0510904}">
      <dgm:prSet/>
      <dgm:spPr/>
      <dgm:t>
        <a:bodyPr/>
        <a:lstStyle/>
        <a:p>
          <a:endParaRPr lang="en-US"/>
        </a:p>
      </dgm:t>
    </dgm:pt>
    <dgm:pt modelId="{95446C5E-8A37-4885-A69A-BB075E2F557F}" type="sibTrans" cxnId="{C5DFE4A4-8F23-4774-96CE-BB5AF0510904}">
      <dgm:prSet/>
      <dgm:spPr/>
      <dgm:t>
        <a:bodyPr/>
        <a:lstStyle/>
        <a:p>
          <a:endParaRPr lang="en-US"/>
        </a:p>
      </dgm:t>
    </dgm:pt>
    <dgm:pt modelId="{5BD32222-2609-4EB3-9791-DB5254D7E179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en-US" dirty="0"/>
            <a:t>An attribute whose </a:t>
          </a:r>
          <a:r>
            <a:rPr lang="en-US" dirty="0">
              <a:solidFill>
                <a:srgbClr val="FF0000"/>
              </a:solidFill>
            </a:rPr>
            <a:t>values match primary key </a:t>
          </a:r>
          <a:r>
            <a:rPr lang="en-US" dirty="0"/>
            <a:t>values </a:t>
          </a:r>
          <a:r>
            <a:rPr lang="en-US" dirty="0">
              <a:solidFill>
                <a:srgbClr val="FF0000"/>
              </a:solidFill>
            </a:rPr>
            <a:t>in the related table</a:t>
          </a:r>
        </a:p>
      </dgm:t>
    </dgm:pt>
    <dgm:pt modelId="{FCEE6876-8D6A-4654-ABD5-A826D8D523F0}" type="parTrans" cxnId="{C4C18EF4-218A-4639-B440-D267EE257572}">
      <dgm:prSet/>
      <dgm:spPr/>
      <dgm:t>
        <a:bodyPr/>
        <a:lstStyle/>
        <a:p>
          <a:endParaRPr lang="en-US"/>
        </a:p>
      </dgm:t>
    </dgm:pt>
    <dgm:pt modelId="{DBB744D9-D338-4D8B-BEC4-8E410C9B1879}" type="sibTrans" cxnId="{C4C18EF4-218A-4639-B440-D267EE257572}">
      <dgm:prSet/>
      <dgm:spPr/>
      <dgm:t>
        <a:bodyPr/>
        <a:lstStyle/>
        <a:p>
          <a:endParaRPr lang="en-US"/>
        </a:p>
      </dgm:t>
    </dgm:pt>
    <dgm:pt modelId="{4F83BDFA-63B1-48B7-816F-139789646447}">
      <dgm:prSet/>
      <dgm:spPr>
        <a:solidFill>
          <a:srgbClr val="92D050"/>
        </a:solidFill>
      </dgm:spPr>
      <dgm:t>
        <a:bodyPr/>
        <a:lstStyle/>
        <a:p>
          <a:r>
            <a:rPr lang="en-US" b="1"/>
            <a:t>Referential</a:t>
          </a:r>
          <a:r>
            <a:rPr lang="en-US"/>
            <a:t> </a:t>
          </a:r>
          <a:r>
            <a:rPr lang="en-US" b="1"/>
            <a:t>integrity</a:t>
          </a:r>
          <a:r>
            <a:rPr lang="en-US"/>
            <a:t> </a:t>
          </a:r>
        </a:p>
      </dgm:t>
    </dgm:pt>
    <dgm:pt modelId="{8CDBD093-74BD-435B-A7A4-15132C989DE6}" type="parTrans" cxnId="{5ABA2D70-4F99-4E17-B7BE-1A625E4DD0F6}">
      <dgm:prSet/>
      <dgm:spPr/>
      <dgm:t>
        <a:bodyPr/>
        <a:lstStyle/>
        <a:p>
          <a:endParaRPr lang="en-US"/>
        </a:p>
      </dgm:t>
    </dgm:pt>
    <dgm:pt modelId="{300E9476-9752-4037-AD83-E4C3C2A1E6CB}" type="sibTrans" cxnId="{5ABA2D70-4F99-4E17-B7BE-1A625E4DD0F6}">
      <dgm:prSet/>
      <dgm:spPr/>
      <dgm:t>
        <a:bodyPr/>
        <a:lstStyle/>
        <a:p>
          <a:endParaRPr lang="en-US"/>
        </a:p>
      </dgm:t>
    </dgm:pt>
    <dgm:pt modelId="{D14F9FF6-04EB-48B5-8921-E5E9D2958EE5}">
      <dgm:prSet/>
      <dgm:spPr>
        <a:solidFill>
          <a:srgbClr val="E0EED6">
            <a:alpha val="89804"/>
          </a:srgbClr>
        </a:solidFill>
      </dgm:spPr>
      <dgm:t>
        <a:bodyPr/>
        <a:lstStyle/>
        <a:p>
          <a:r>
            <a:rPr lang="en-US" dirty="0">
              <a:solidFill>
                <a:srgbClr val="FF0000"/>
              </a:solidFill>
            </a:rPr>
            <a:t>FK </a:t>
          </a:r>
          <a:r>
            <a:rPr lang="en-US" dirty="0"/>
            <a:t>contains a value that </a:t>
          </a:r>
          <a:r>
            <a:rPr lang="en-US" dirty="0">
              <a:solidFill>
                <a:srgbClr val="FF0000"/>
              </a:solidFill>
            </a:rPr>
            <a:t>refers to an existing valid tuple (row) in another relation</a:t>
          </a:r>
        </a:p>
      </dgm:t>
    </dgm:pt>
    <dgm:pt modelId="{11935644-9F43-4244-8F70-7479C1F5746C}" type="parTrans" cxnId="{0BA1ADA2-EF5A-49D2-B24B-E78C7E3CF7FB}">
      <dgm:prSet/>
      <dgm:spPr/>
      <dgm:t>
        <a:bodyPr/>
        <a:lstStyle/>
        <a:p>
          <a:endParaRPr lang="en-US"/>
        </a:p>
      </dgm:t>
    </dgm:pt>
    <dgm:pt modelId="{C3E615F9-6139-4EC9-BE55-F06370413211}" type="sibTrans" cxnId="{0BA1ADA2-EF5A-49D2-B24B-E78C7E3CF7FB}">
      <dgm:prSet/>
      <dgm:spPr/>
      <dgm:t>
        <a:bodyPr/>
        <a:lstStyle/>
        <a:p>
          <a:endParaRPr lang="en-US"/>
        </a:p>
      </dgm:t>
    </dgm:pt>
    <dgm:pt modelId="{B494C9F7-87A3-4F42-8567-AB4C74D51912}">
      <dgm:prSet/>
      <dgm:spPr>
        <a:solidFill>
          <a:srgbClr val="C00000"/>
        </a:solidFill>
      </dgm:spPr>
      <dgm:t>
        <a:bodyPr/>
        <a:lstStyle/>
        <a:p>
          <a:r>
            <a:rPr lang="en-US" b="1" dirty="0"/>
            <a:t>Secondary</a:t>
          </a:r>
          <a:r>
            <a:rPr lang="en-US" dirty="0"/>
            <a:t> </a:t>
          </a:r>
          <a:r>
            <a:rPr lang="en-US" b="1" dirty="0"/>
            <a:t>key</a:t>
          </a:r>
          <a:r>
            <a:rPr lang="en-US" dirty="0"/>
            <a:t> </a:t>
          </a:r>
        </a:p>
      </dgm:t>
    </dgm:pt>
    <dgm:pt modelId="{24F3B29C-BE4E-45B7-9A4F-9F1CC4ABC957}" type="parTrans" cxnId="{F1D80E72-C861-481C-AE8C-164C8A34105D}">
      <dgm:prSet/>
      <dgm:spPr/>
      <dgm:t>
        <a:bodyPr/>
        <a:lstStyle/>
        <a:p>
          <a:endParaRPr lang="en-US"/>
        </a:p>
      </dgm:t>
    </dgm:pt>
    <dgm:pt modelId="{BF648F3C-5258-4A54-AA06-6D4473AC1BBC}" type="sibTrans" cxnId="{F1D80E72-C861-481C-AE8C-164C8A34105D}">
      <dgm:prSet/>
      <dgm:spPr/>
      <dgm:t>
        <a:bodyPr/>
        <a:lstStyle/>
        <a:p>
          <a:endParaRPr lang="en-US"/>
        </a:p>
      </dgm:t>
    </dgm:pt>
    <dgm:pt modelId="{B711ABEC-FCDA-449B-A39D-F9D7418CC736}">
      <dgm:prSet/>
      <dgm:spPr>
        <a:solidFill>
          <a:srgbClr val="F6DAD2">
            <a:alpha val="89804"/>
          </a:srgbClr>
        </a:solidFill>
      </dgm:spPr>
      <dgm:t>
        <a:bodyPr/>
        <a:lstStyle/>
        <a:p>
          <a:r>
            <a:rPr lang="en-US" dirty="0"/>
            <a:t>Key </a:t>
          </a:r>
          <a:r>
            <a:rPr lang="en-US" dirty="0">
              <a:solidFill>
                <a:srgbClr val="FF0000"/>
              </a:solidFill>
            </a:rPr>
            <a:t>used strictly for data retrieval </a:t>
          </a:r>
          <a:r>
            <a:rPr lang="en-US" dirty="0"/>
            <a:t>purposes</a:t>
          </a:r>
        </a:p>
      </dgm:t>
    </dgm:pt>
    <dgm:pt modelId="{4659BF51-0BCF-4B38-A9EF-81FA1266BDF7}" type="parTrans" cxnId="{38081B8A-7B41-4E90-845A-001EB0095BF7}">
      <dgm:prSet/>
      <dgm:spPr/>
      <dgm:t>
        <a:bodyPr/>
        <a:lstStyle/>
        <a:p>
          <a:endParaRPr lang="en-US"/>
        </a:p>
      </dgm:t>
    </dgm:pt>
    <dgm:pt modelId="{0F8678A3-EDB0-469E-AAA3-1D070D5950CA}" type="sibTrans" cxnId="{38081B8A-7B41-4E90-845A-001EB0095BF7}">
      <dgm:prSet/>
      <dgm:spPr/>
      <dgm:t>
        <a:bodyPr/>
        <a:lstStyle/>
        <a:p>
          <a:endParaRPr lang="en-US"/>
        </a:p>
      </dgm:t>
    </dgm:pt>
    <dgm:pt modelId="{F630610B-906E-4338-BFD6-986EE7A0DEFA}" type="pres">
      <dgm:prSet presAssocID="{14DD1A6A-95A6-4ACF-8E81-CDE17D47495F}" presName="Name0" presStyleCnt="0">
        <dgm:presLayoutVars>
          <dgm:dir/>
          <dgm:animLvl val="lvl"/>
          <dgm:resizeHandles val="exact"/>
        </dgm:presLayoutVars>
      </dgm:prSet>
      <dgm:spPr/>
    </dgm:pt>
    <dgm:pt modelId="{3E79F6B5-1647-4972-BA62-BC72B137299B}" type="pres">
      <dgm:prSet presAssocID="{F3B4F67A-AFF6-4A50-AA51-0D1B02A117BB}" presName="composite" presStyleCnt="0"/>
      <dgm:spPr/>
    </dgm:pt>
    <dgm:pt modelId="{DCE5135B-D2F5-46BE-B68E-EFCCD8DB246C}" type="pres">
      <dgm:prSet presAssocID="{F3B4F67A-AFF6-4A50-AA51-0D1B02A117B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DA20695-408D-4DD3-B686-AEF01B2DE9B4}" type="pres">
      <dgm:prSet presAssocID="{F3B4F67A-AFF6-4A50-AA51-0D1B02A117BB}" presName="desTx" presStyleLbl="alignAccFollowNode1" presStyleIdx="0" presStyleCnt="3">
        <dgm:presLayoutVars>
          <dgm:bulletEnabled val="1"/>
        </dgm:presLayoutVars>
      </dgm:prSet>
      <dgm:spPr/>
    </dgm:pt>
    <dgm:pt modelId="{0164A54D-10D2-41C1-B621-204F7FBD10C5}" type="pres">
      <dgm:prSet presAssocID="{95446C5E-8A37-4885-A69A-BB075E2F557F}" presName="space" presStyleCnt="0"/>
      <dgm:spPr/>
    </dgm:pt>
    <dgm:pt modelId="{F7497E47-6B63-49D9-8CC0-3E45ABB70E9E}" type="pres">
      <dgm:prSet presAssocID="{4F83BDFA-63B1-48B7-816F-139789646447}" presName="composite" presStyleCnt="0"/>
      <dgm:spPr/>
    </dgm:pt>
    <dgm:pt modelId="{A42651FC-CC8E-42F2-96F1-CDCC58B20955}" type="pres">
      <dgm:prSet presAssocID="{4F83BDFA-63B1-48B7-816F-13978964644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3A6CC9C-746C-4496-BC09-8AC33DE68679}" type="pres">
      <dgm:prSet presAssocID="{4F83BDFA-63B1-48B7-816F-139789646447}" presName="desTx" presStyleLbl="alignAccFollowNode1" presStyleIdx="1" presStyleCnt="3">
        <dgm:presLayoutVars>
          <dgm:bulletEnabled val="1"/>
        </dgm:presLayoutVars>
      </dgm:prSet>
      <dgm:spPr/>
    </dgm:pt>
    <dgm:pt modelId="{755721B8-7D10-4BEF-B93B-D0DD636F1C9E}" type="pres">
      <dgm:prSet presAssocID="{300E9476-9752-4037-AD83-E4C3C2A1E6CB}" presName="space" presStyleCnt="0"/>
      <dgm:spPr/>
    </dgm:pt>
    <dgm:pt modelId="{F28A1608-E83A-4D60-9A22-0C473A89624D}" type="pres">
      <dgm:prSet presAssocID="{B494C9F7-87A3-4F42-8567-AB4C74D51912}" presName="composite" presStyleCnt="0"/>
      <dgm:spPr/>
    </dgm:pt>
    <dgm:pt modelId="{4B882A52-87A4-4F2B-B5D1-CDE9A11253E1}" type="pres">
      <dgm:prSet presAssocID="{B494C9F7-87A3-4F42-8567-AB4C74D5191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68C6F21-CD35-4FBD-8358-37D3F38D1F3A}" type="pres">
      <dgm:prSet presAssocID="{B494C9F7-87A3-4F42-8567-AB4C74D5191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4B99A5C-8021-42E0-AFA3-53DA196CCA39}" type="presOf" srcId="{14DD1A6A-95A6-4ACF-8E81-CDE17D47495F}" destId="{F630610B-906E-4338-BFD6-986EE7A0DEFA}" srcOrd="0" destOrd="0" presId="urn:microsoft.com/office/officeart/2005/8/layout/hList1"/>
    <dgm:cxn modelId="{E4495745-D48A-4F7E-8CC7-FBD479F15857}" type="presOf" srcId="{B494C9F7-87A3-4F42-8567-AB4C74D51912}" destId="{4B882A52-87A4-4F2B-B5D1-CDE9A11253E1}" srcOrd="0" destOrd="0" presId="urn:microsoft.com/office/officeart/2005/8/layout/hList1"/>
    <dgm:cxn modelId="{4E48264C-F7DB-4468-B6A2-0B7E6E2CD129}" type="presOf" srcId="{D14F9FF6-04EB-48B5-8921-E5E9D2958EE5}" destId="{53A6CC9C-746C-4496-BC09-8AC33DE68679}" srcOrd="0" destOrd="0" presId="urn:microsoft.com/office/officeart/2005/8/layout/hList1"/>
    <dgm:cxn modelId="{5ABA2D70-4F99-4E17-B7BE-1A625E4DD0F6}" srcId="{14DD1A6A-95A6-4ACF-8E81-CDE17D47495F}" destId="{4F83BDFA-63B1-48B7-816F-139789646447}" srcOrd="1" destOrd="0" parTransId="{8CDBD093-74BD-435B-A7A4-15132C989DE6}" sibTransId="{300E9476-9752-4037-AD83-E4C3C2A1E6CB}"/>
    <dgm:cxn modelId="{F1D80E72-C861-481C-AE8C-164C8A34105D}" srcId="{14DD1A6A-95A6-4ACF-8E81-CDE17D47495F}" destId="{B494C9F7-87A3-4F42-8567-AB4C74D51912}" srcOrd="2" destOrd="0" parTransId="{24F3B29C-BE4E-45B7-9A4F-9F1CC4ABC957}" sibTransId="{BF648F3C-5258-4A54-AA06-6D4473AC1BBC}"/>
    <dgm:cxn modelId="{315BD584-CFBA-41D6-91EE-F399E63FD899}" type="presOf" srcId="{4F83BDFA-63B1-48B7-816F-139789646447}" destId="{A42651FC-CC8E-42F2-96F1-CDCC58B20955}" srcOrd="0" destOrd="0" presId="urn:microsoft.com/office/officeart/2005/8/layout/hList1"/>
    <dgm:cxn modelId="{38081B8A-7B41-4E90-845A-001EB0095BF7}" srcId="{B494C9F7-87A3-4F42-8567-AB4C74D51912}" destId="{B711ABEC-FCDA-449B-A39D-F9D7418CC736}" srcOrd="0" destOrd="0" parTransId="{4659BF51-0BCF-4B38-A9EF-81FA1266BDF7}" sibTransId="{0F8678A3-EDB0-469E-AAA3-1D070D5950CA}"/>
    <dgm:cxn modelId="{0BA1ADA2-EF5A-49D2-B24B-E78C7E3CF7FB}" srcId="{4F83BDFA-63B1-48B7-816F-139789646447}" destId="{D14F9FF6-04EB-48B5-8921-E5E9D2958EE5}" srcOrd="0" destOrd="0" parTransId="{11935644-9F43-4244-8F70-7479C1F5746C}" sibTransId="{C3E615F9-6139-4EC9-BE55-F06370413211}"/>
    <dgm:cxn modelId="{C5DFE4A4-8F23-4774-96CE-BB5AF0510904}" srcId="{14DD1A6A-95A6-4ACF-8E81-CDE17D47495F}" destId="{F3B4F67A-AFF6-4A50-AA51-0D1B02A117BB}" srcOrd="0" destOrd="0" parTransId="{28090516-798A-4033-87B2-F8AC55A5D542}" sibTransId="{95446C5E-8A37-4885-A69A-BB075E2F557F}"/>
    <dgm:cxn modelId="{7E6DC4DE-A85A-428B-85F3-FCA3D7D37E75}" type="presOf" srcId="{5BD32222-2609-4EB3-9791-DB5254D7E179}" destId="{CDA20695-408D-4DD3-B686-AEF01B2DE9B4}" srcOrd="0" destOrd="0" presId="urn:microsoft.com/office/officeart/2005/8/layout/hList1"/>
    <dgm:cxn modelId="{CD9A47F3-126E-4AAA-8ADD-20E94B85E8D6}" type="presOf" srcId="{F3B4F67A-AFF6-4A50-AA51-0D1B02A117BB}" destId="{DCE5135B-D2F5-46BE-B68E-EFCCD8DB246C}" srcOrd="0" destOrd="0" presId="urn:microsoft.com/office/officeart/2005/8/layout/hList1"/>
    <dgm:cxn modelId="{C4C18EF4-218A-4639-B440-D267EE257572}" srcId="{F3B4F67A-AFF6-4A50-AA51-0D1B02A117BB}" destId="{5BD32222-2609-4EB3-9791-DB5254D7E179}" srcOrd="0" destOrd="0" parTransId="{FCEE6876-8D6A-4654-ABD5-A826D8D523F0}" sibTransId="{DBB744D9-D338-4D8B-BEC4-8E410C9B1879}"/>
    <dgm:cxn modelId="{CA95BAF4-D93F-430F-9D20-74CC13C04286}" type="presOf" srcId="{B711ABEC-FCDA-449B-A39D-F9D7418CC736}" destId="{268C6F21-CD35-4FBD-8358-37D3F38D1F3A}" srcOrd="0" destOrd="0" presId="urn:microsoft.com/office/officeart/2005/8/layout/hList1"/>
    <dgm:cxn modelId="{8E7BA68B-09E8-485E-BC7A-79B8D8734CDC}" type="presParOf" srcId="{F630610B-906E-4338-BFD6-986EE7A0DEFA}" destId="{3E79F6B5-1647-4972-BA62-BC72B137299B}" srcOrd="0" destOrd="0" presId="urn:microsoft.com/office/officeart/2005/8/layout/hList1"/>
    <dgm:cxn modelId="{A5046643-F3AF-46C5-91FB-B1C5201F8268}" type="presParOf" srcId="{3E79F6B5-1647-4972-BA62-BC72B137299B}" destId="{DCE5135B-D2F5-46BE-B68E-EFCCD8DB246C}" srcOrd="0" destOrd="0" presId="urn:microsoft.com/office/officeart/2005/8/layout/hList1"/>
    <dgm:cxn modelId="{3792DCAF-3443-4937-9884-AA133334DB40}" type="presParOf" srcId="{3E79F6B5-1647-4972-BA62-BC72B137299B}" destId="{CDA20695-408D-4DD3-B686-AEF01B2DE9B4}" srcOrd="1" destOrd="0" presId="urn:microsoft.com/office/officeart/2005/8/layout/hList1"/>
    <dgm:cxn modelId="{BFAE8736-2F74-4EA1-8D4B-3EE05135DDDA}" type="presParOf" srcId="{F630610B-906E-4338-BFD6-986EE7A0DEFA}" destId="{0164A54D-10D2-41C1-B621-204F7FBD10C5}" srcOrd="1" destOrd="0" presId="urn:microsoft.com/office/officeart/2005/8/layout/hList1"/>
    <dgm:cxn modelId="{0C4BA263-44A0-4F22-9775-F75716EF8188}" type="presParOf" srcId="{F630610B-906E-4338-BFD6-986EE7A0DEFA}" destId="{F7497E47-6B63-49D9-8CC0-3E45ABB70E9E}" srcOrd="2" destOrd="0" presId="urn:microsoft.com/office/officeart/2005/8/layout/hList1"/>
    <dgm:cxn modelId="{9EC6F9B7-A6E5-4F33-BB37-2BDCB88ABD63}" type="presParOf" srcId="{F7497E47-6B63-49D9-8CC0-3E45ABB70E9E}" destId="{A42651FC-CC8E-42F2-96F1-CDCC58B20955}" srcOrd="0" destOrd="0" presId="urn:microsoft.com/office/officeart/2005/8/layout/hList1"/>
    <dgm:cxn modelId="{01655485-212A-4AE6-9B27-786ECA60743C}" type="presParOf" srcId="{F7497E47-6B63-49D9-8CC0-3E45ABB70E9E}" destId="{53A6CC9C-746C-4496-BC09-8AC33DE68679}" srcOrd="1" destOrd="0" presId="urn:microsoft.com/office/officeart/2005/8/layout/hList1"/>
    <dgm:cxn modelId="{6DFA5C1A-9B4A-473A-AF86-241AD64E8FF4}" type="presParOf" srcId="{F630610B-906E-4338-BFD6-986EE7A0DEFA}" destId="{755721B8-7D10-4BEF-B93B-D0DD636F1C9E}" srcOrd="3" destOrd="0" presId="urn:microsoft.com/office/officeart/2005/8/layout/hList1"/>
    <dgm:cxn modelId="{279BFB67-B1D4-4D46-83B0-E4AFA5155264}" type="presParOf" srcId="{F630610B-906E-4338-BFD6-986EE7A0DEFA}" destId="{F28A1608-E83A-4D60-9A22-0C473A89624D}" srcOrd="4" destOrd="0" presId="urn:microsoft.com/office/officeart/2005/8/layout/hList1"/>
    <dgm:cxn modelId="{8EF33158-625A-43CF-BEC7-56AEE095749A}" type="presParOf" srcId="{F28A1608-E83A-4D60-9A22-0C473A89624D}" destId="{4B882A52-87A4-4F2B-B5D1-CDE9A11253E1}" srcOrd="0" destOrd="0" presId="urn:microsoft.com/office/officeart/2005/8/layout/hList1"/>
    <dgm:cxn modelId="{3FECE973-E6EF-4B06-90B9-E1FF3F68E20E}" type="presParOf" srcId="{F28A1608-E83A-4D60-9A22-0C473A89624D}" destId="{268C6F21-CD35-4FBD-8358-37D3F38D1F3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A14A83-9B85-40B9-8DD0-EF1A3524DEB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F84741-90FB-456B-BDEB-EA764BA1B3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7030A0"/>
              </a:solidFill>
              <a:highlight>
                <a:srgbClr val="00FF00"/>
              </a:highlight>
            </a:rPr>
            <a:t>Many RDBMs enforce integrity rules automatically</a:t>
          </a:r>
        </a:p>
      </dgm:t>
    </dgm:pt>
    <dgm:pt modelId="{194D65B8-9A24-40F6-A716-5EDCEDDE4C32}" type="parTrans" cxnId="{C63B1B32-B417-4F22-A2A5-B97CC7A9BD14}">
      <dgm:prSet/>
      <dgm:spPr/>
      <dgm:t>
        <a:bodyPr/>
        <a:lstStyle/>
        <a:p>
          <a:endParaRPr lang="en-US"/>
        </a:p>
      </dgm:t>
    </dgm:pt>
    <dgm:pt modelId="{F75444CA-C8F9-48B6-8280-86AF1E9E354F}" type="sibTrans" cxnId="{C63B1B32-B417-4F22-A2A5-B97CC7A9BD14}">
      <dgm:prSet/>
      <dgm:spPr/>
      <dgm:t>
        <a:bodyPr/>
        <a:lstStyle/>
        <a:p>
          <a:endParaRPr lang="en-US"/>
        </a:p>
      </dgm:t>
    </dgm:pt>
    <dgm:pt modelId="{A302A404-3B04-4A07-A0F8-FD78A729C1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Safer to ensure that application design conforms to entity and referential integrity rules </a:t>
          </a:r>
        </a:p>
      </dgm:t>
    </dgm:pt>
    <dgm:pt modelId="{1E404385-3A35-45F0-BF84-0ABD6383EEB8}" type="parTrans" cxnId="{DA533831-9E81-4C63-90AA-672D6DCD3D98}">
      <dgm:prSet/>
      <dgm:spPr/>
      <dgm:t>
        <a:bodyPr/>
        <a:lstStyle/>
        <a:p>
          <a:endParaRPr lang="en-US"/>
        </a:p>
      </dgm:t>
    </dgm:pt>
    <dgm:pt modelId="{6632864E-D800-452F-8EC5-E74CD1C8B924}" type="sibTrans" cxnId="{DA533831-9E81-4C63-90AA-672D6DCD3D98}">
      <dgm:prSet/>
      <dgm:spPr/>
      <dgm:t>
        <a:bodyPr/>
        <a:lstStyle/>
        <a:p>
          <a:endParaRPr lang="en-US"/>
        </a:p>
      </dgm:t>
    </dgm:pt>
    <dgm:pt modelId="{E950832C-5B4C-4590-BE85-CB7C6D5D96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Designers use </a:t>
          </a:r>
          <a:r>
            <a:rPr lang="en-US" b="1" dirty="0">
              <a:solidFill>
                <a:srgbClr val="FF0000"/>
              </a:solidFill>
              <a:highlight>
                <a:srgbClr val="FFFF00"/>
              </a:highlight>
            </a:rPr>
            <a:t>flags</a:t>
          </a:r>
          <a:r>
            <a:rPr lang="en-US" dirty="0">
              <a:solidFill>
                <a:srgbClr val="FF0000"/>
              </a:solidFill>
              <a:highlight>
                <a:srgbClr val="FFFF00"/>
              </a:highlight>
            </a:rPr>
            <a:t> </a:t>
          </a:r>
          <a:r>
            <a:rPr lang="en-US" dirty="0"/>
            <a:t>to avoid nulls</a:t>
          </a:r>
        </a:p>
      </dgm:t>
    </dgm:pt>
    <dgm:pt modelId="{5C22F84A-AD79-46FF-8862-F1BE89EB7A26}" type="parTrans" cxnId="{29620E9D-2BE1-440D-8CDB-FF1CAF5AF25F}">
      <dgm:prSet/>
      <dgm:spPr/>
      <dgm:t>
        <a:bodyPr/>
        <a:lstStyle/>
        <a:p>
          <a:endParaRPr lang="en-US"/>
        </a:p>
      </dgm:t>
    </dgm:pt>
    <dgm:pt modelId="{3CB2E003-A634-4A40-B6A6-EBBA90DA715F}" type="sibTrans" cxnId="{29620E9D-2BE1-440D-8CDB-FF1CAF5AF25F}">
      <dgm:prSet/>
      <dgm:spPr/>
      <dgm:t>
        <a:bodyPr/>
        <a:lstStyle/>
        <a:p>
          <a:endParaRPr lang="en-US"/>
        </a:p>
      </dgm:t>
    </dgm:pt>
    <dgm:pt modelId="{CB86FD26-C0F3-432E-A257-1DC5A986B9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Flags indicate absence of some value</a:t>
          </a:r>
        </a:p>
      </dgm:t>
    </dgm:pt>
    <dgm:pt modelId="{72661F2D-AAD1-4E93-947C-A80664D9856E}" type="parTrans" cxnId="{68250E96-7A2A-406D-BFC9-3722FEDFF31A}">
      <dgm:prSet/>
      <dgm:spPr/>
      <dgm:t>
        <a:bodyPr/>
        <a:lstStyle/>
        <a:p>
          <a:endParaRPr lang="en-US"/>
        </a:p>
      </dgm:t>
    </dgm:pt>
    <dgm:pt modelId="{5EA07B85-9527-437F-8486-25FE2329871D}" type="sibTrans" cxnId="{68250E96-7A2A-406D-BFC9-3722FEDFF31A}">
      <dgm:prSet/>
      <dgm:spPr/>
      <dgm:t>
        <a:bodyPr/>
        <a:lstStyle/>
        <a:p>
          <a:endParaRPr lang="en-US"/>
        </a:p>
      </dgm:t>
    </dgm:pt>
    <dgm:pt modelId="{361E68C6-2FE4-40F7-8AA6-7F0370F39AF2}" type="pres">
      <dgm:prSet presAssocID="{F3A14A83-9B85-40B9-8DD0-EF1A3524DEBF}" presName="root" presStyleCnt="0">
        <dgm:presLayoutVars>
          <dgm:dir/>
          <dgm:resizeHandles val="exact"/>
        </dgm:presLayoutVars>
      </dgm:prSet>
      <dgm:spPr/>
    </dgm:pt>
    <dgm:pt modelId="{F4906C1E-FC51-47FE-9368-E607E7A6E6F1}" type="pres">
      <dgm:prSet presAssocID="{CCF84741-90FB-456B-BDEB-EA764BA1B3D9}" presName="compNode" presStyleCnt="0"/>
      <dgm:spPr/>
    </dgm:pt>
    <dgm:pt modelId="{39FB4701-D062-40BD-B2D6-277243CAE729}" type="pres">
      <dgm:prSet presAssocID="{CCF84741-90FB-456B-BDEB-EA764BA1B3D9}" presName="bgRect" presStyleLbl="bgShp" presStyleIdx="0" presStyleCnt="3" custLinFactNeighborX="-19262" custLinFactNeighborY="-21946"/>
      <dgm:spPr>
        <a:solidFill>
          <a:schemeClr val="accent3">
            <a:lumMod val="40000"/>
            <a:lumOff val="60000"/>
          </a:schemeClr>
        </a:solidFill>
      </dgm:spPr>
    </dgm:pt>
    <dgm:pt modelId="{1D164786-5789-4311-864C-997A9853BD02}" type="pres">
      <dgm:prSet presAssocID="{CCF84741-90FB-456B-BDEB-EA764BA1B3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D32AFE1-728C-41AB-821A-4C9AB964701A}" type="pres">
      <dgm:prSet presAssocID="{CCF84741-90FB-456B-BDEB-EA764BA1B3D9}" presName="spaceRect" presStyleCnt="0"/>
      <dgm:spPr/>
    </dgm:pt>
    <dgm:pt modelId="{4B32056D-8347-48A0-8821-D1ED5DEE15BF}" type="pres">
      <dgm:prSet presAssocID="{CCF84741-90FB-456B-BDEB-EA764BA1B3D9}" presName="parTx" presStyleLbl="revTx" presStyleIdx="0" presStyleCnt="4">
        <dgm:presLayoutVars>
          <dgm:chMax val="0"/>
          <dgm:chPref val="0"/>
        </dgm:presLayoutVars>
      </dgm:prSet>
      <dgm:spPr/>
    </dgm:pt>
    <dgm:pt modelId="{DC902ED2-5587-46DD-9E70-A6C2EDEF96A8}" type="pres">
      <dgm:prSet presAssocID="{F75444CA-C8F9-48B6-8280-86AF1E9E354F}" presName="sibTrans" presStyleCnt="0"/>
      <dgm:spPr/>
    </dgm:pt>
    <dgm:pt modelId="{19EF2073-2354-4CEE-A916-E3D9D4DBE1DF}" type="pres">
      <dgm:prSet presAssocID="{A302A404-3B04-4A07-A0F8-FD78A729C1E2}" presName="compNode" presStyleCnt="0"/>
      <dgm:spPr/>
    </dgm:pt>
    <dgm:pt modelId="{18894B2E-B8FC-4399-9610-B5C6D384A99E}" type="pres">
      <dgm:prSet presAssocID="{A302A404-3B04-4A07-A0F8-FD78A729C1E2}" presName="bgRect" presStyleLbl="bgShp" presStyleIdx="1" presStyleCnt="3"/>
      <dgm:spPr>
        <a:solidFill>
          <a:schemeClr val="accent5">
            <a:lumMod val="40000"/>
            <a:lumOff val="60000"/>
          </a:schemeClr>
        </a:solidFill>
      </dgm:spPr>
    </dgm:pt>
    <dgm:pt modelId="{24E4966A-25CC-4C59-AE46-28D901E5B4D4}" type="pres">
      <dgm:prSet presAssocID="{A302A404-3B04-4A07-A0F8-FD78A729C1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2A3B0E7C-F496-473C-B1C1-6017B6BB8A1B}" type="pres">
      <dgm:prSet presAssocID="{A302A404-3B04-4A07-A0F8-FD78A729C1E2}" presName="spaceRect" presStyleCnt="0"/>
      <dgm:spPr/>
    </dgm:pt>
    <dgm:pt modelId="{5F878AA2-7F30-4BD0-8A4B-F7A014C33DE0}" type="pres">
      <dgm:prSet presAssocID="{A302A404-3B04-4A07-A0F8-FD78A729C1E2}" presName="parTx" presStyleLbl="revTx" presStyleIdx="1" presStyleCnt="4">
        <dgm:presLayoutVars>
          <dgm:chMax val="0"/>
          <dgm:chPref val="0"/>
        </dgm:presLayoutVars>
      </dgm:prSet>
      <dgm:spPr/>
    </dgm:pt>
    <dgm:pt modelId="{269340AB-63AF-4C6E-B282-94775C1D145D}" type="pres">
      <dgm:prSet presAssocID="{6632864E-D800-452F-8EC5-E74CD1C8B924}" presName="sibTrans" presStyleCnt="0"/>
      <dgm:spPr/>
    </dgm:pt>
    <dgm:pt modelId="{617A4F76-CC6C-4346-92B2-44F77EF60966}" type="pres">
      <dgm:prSet presAssocID="{E950832C-5B4C-4590-BE85-CB7C6D5D96C4}" presName="compNode" presStyleCnt="0"/>
      <dgm:spPr/>
    </dgm:pt>
    <dgm:pt modelId="{25AF00CA-6E4A-4D24-9CF6-4016D8B78520}" type="pres">
      <dgm:prSet presAssocID="{E950832C-5B4C-4590-BE85-CB7C6D5D96C4}" presName="bgRect" presStyleLbl="bgShp" presStyleIdx="2" presStyleCnt="3"/>
      <dgm:spPr/>
    </dgm:pt>
    <dgm:pt modelId="{48C351E0-37DE-4592-B07F-9CABF296D035}" type="pres">
      <dgm:prSet presAssocID="{E950832C-5B4C-4590-BE85-CB7C6D5D96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33F115CD-AD93-4F73-B71A-044B9602D105}" type="pres">
      <dgm:prSet presAssocID="{E950832C-5B4C-4590-BE85-CB7C6D5D96C4}" presName="spaceRect" presStyleCnt="0"/>
      <dgm:spPr/>
    </dgm:pt>
    <dgm:pt modelId="{1D923EA3-69C2-4ABE-AF5C-9B1E1BD352E0}" type="pres">
      <dgm:prSet presAssocID="{E950832C-5B4C-4590-BE85-CB7C6D5D96C4}" presName="parTx" presStyleLbl="revTx" presStyleIdx="2" presStyleCnt="4">
        <dgm:presLayoutVars>
          <dgm:chMax val="0"/>
          <dgm:chPref val="0"/>
        </dgm:presLayoutVars>
      </dgm:prSet>
      <dgm:spPr/>
    </dgm:pt>
    <dgm:pt modelId="{592C3F7E-0FD1-4C6D-B766-E28DECA7B243}" type="pres">
      <dgm:prSet presAssocID="{E950832C-5B4C-4590-BE85-CB7C6D5D96C4}" presName="desTx" presStyleLbl="revTx" presStyleIdx="3" presStyleCnt="4">
        <dgm:presLayoutVars/>
      </dgm:prSet>
      <dgm:spPr/>
    </dgm:pt>
  </dgm:ptLst>
  <dgm:cxnLst>
    <dgm:cxn modelId="{F91FDC28-5DF9-4DC8-B597-B91C966CEA55}" type="presOf" srcId="{E950832C-5B4C-4590-BE85-CB7C6D5D96C4}" destId="{1D923EA3-69C2-4ABE-AF5C-9B1E1BD352E0}" srcOrd="0" destOrd="0" presId="urn:microsoft.com/office/officeart/2018/2/layout/IconVerticalSolidList"/>
    <dgm:cxn modelId="{DA533831-9E81-4C63-90AA-672D6DCD3D98}" srcId="{F3A14A83-9B85-40B9-8DD0-EF1A3524DEBF}" destId="{A302A404-3B04-4A07-A0F8-FD78A729C1E2}" srcOrd="1" destOrd="0" parTransId="{1E404385-3A35-45F0-BF84-0ABD6383EEB8}" sibTransId="{6632864E-D800-452F-8EC5-E74CD1C8B924}"/>
    <dgm:cxn modelId="{C63B1B32-B417-4F22-A2A5-B97CC7A9BD14}" srcId="{F3A14A83-9B85-40B9-8DD0-EF1A3524DEBF}" destId="{CCF84741-90FB-456B-BDEB-EA764BA1B3D9}" srcOrd="0" destOrd="0" parTransId="{194D65B8-9A24-40F6-A716-5EDCEDDE4C32}" sibTransId="{F75444CA-C8F9-48B6-8280-86AF1E9E354F}"/>
    <dgm:cxn modelId="{394C1460-9DAE-46DD-87E5-A3E17D0BFEB5}" type="presOf" srcId="{CCF84741-90FB-456B-BDEB-EA764BA1B3D9}" destId="{4B32056D-8347-48A0-8821-D1ED5DEE15BF}" srcOrd="0" destOrd="0" presId="urn:microsoft.com/office/officeart/2018/2/layout/IconVerticalSolidList"/>
    <dgm:cxn modelId="{0B4F4845-B596-4BBA-A8B4-0F03C84DF835}" type="presOf" srcId="{CB86FD26-C0F3-432E-A257-1DC5A986B904}" destId="{592C3F7E-0FD1-4C6D-B766-E28DECA7B243}" srcOrd="0" destOrd="0" presId="urn:microsoft.com/office/officeart/2018/2/layout/IconVerticalSolidList"/>
    <dgm:cxn modelId="{50424768-74E7-4A54-BF78-32A1D8E15F1D}" type="presOf" srcId="{F3A14A83-9B85-40B9-8DD0-EF1A3524DEBF}" destId="{361E68C6-2FE4-40F7-8AA6-7F0370F39AF2}" srcOrd="0" destOrd="0" presId="urn:microsoft.com/office/officeart/2018/2/layout/IconVerticalSolidList"/>
    <dgm:cxn modelId="{68250E96-7A2A-406D-BFC9-3722FEDFF31A}" srcId="{E950832C-5B4C-4590-BE85-CB7C6D5D96C4}" destId="{CB86FD26-C0F3-432E-A257-1DC5A986B904}" srcOrd="0" destOrd="0" parTransId="{72661F2D-AAD1-4E93-947C-A80664D9856E}" sibTransId="{5EA07B85-9527-437F-8486-25FE2329871D}"/>
    <dgm:cxn modelId="{29620E9D-2BE1-440D-8CDB-FF1CAF5AF25F}" srcId="{F3A14A83-9B85-40B9-8DD0-EF1A3524DEBF}" destId="{E950832C-5B4C-4590-BE85-CB7C6D5D96C4}" srcOrd="2" destOrd="0" parTransId="{5C22F84A-AD79-46FF-8862-F1BE89EB7A26}" sibTransId="{3CB2E003-A634-4A40-B6A6-EBBA90DA715F}"/>
    <dgm:cxn modelId="{6F93F9AA-536B-4BAB-A3A1-AF81D953F4EE}" type="presOf" srcId="{A302A404-3B04-4A07-A0F8-FD78A729C1E2}" destId="{5F878AA2-7F30-4BD0-8A4B-F7A014C33DE0}" srcOrd="0" destOrd="0" presId="urn:microsoft.com/office/officeart/2018/2/layout/IconVerticalSolidList"/>
    <dgm:cxn modelId="{F9B20F61-BFDC-42A3-AA50-7A77D1A9BD4D}" type="presParOf" srcId="{361E68C6-2FE4-40F7-8AA6-7F0370F39AF2}" destId="{F4906C1E-FC51-47FE-9368-E607E7A6E6F1}" srcOrd="0" destOrd="0" presId="urn:microsoft.com/office/officeart/2018/2/layout/IconVerticalSolidList"/>
    <dgm:cxn modelId="{93FAE10B-A556-4548-9690-5DE8B150B793}" type="presParOf" srcId="{F4906C1E-FC51-47FE-9368-E607E7A6E6F1}" destId="{39FB4701-D062-40BD-B2D6-277243CAE729}" srcOrd="0" destOrd="0" presId="urn:microsoft.com/office/officeart/2018/2/layout/IconVerticalSolidList"/>
    <dgm:cxn modelId="{1AB8B373-5AAF-4481-B188-3EB73EADAB3E}" type="presParOf" srcId="{F4906C1E-FC51-47FE-9368-E607E7A6E6F1}" destId="{1D164786-5789-4311-864C-997A9853BD02}" srcOrd="1" destOrd="0" presId="urn:microsoft.com/office/officeart/2018/2/layout/IconVerticalSolidList"/>
    <dgm:cxn modelId="{2A4DDDD0-4BFE-4BB5-92D8-11BD6BA36A1C}" type="presParOf" srcId="{F4906C1E-FC51-47FE-9368-E607E7A6E6F1}" destId="{9D32AFE1-728C-41AB-821A-4C9AB964701A}" srcOrd="2" destOrd="0" presId="urn:microsoft.com/office/officeart/2018/2/layout/IconVerticalSolidList"/>
    <dgm:cxn modelId="{A5406643-DDAA-4734-9CFD-4A3479C6FC47}" type="presParOf" srcId="{F4906C1E-FC51-47FE-9368-E607E7A6E6F1}" destId="{4B32056D-8347-48A0-8821-D1ED5DEE15BF}" srcOrd="3" destOrd="0" presId="urn:microsoft.com/office/officeart/2018/2/layout/IconVerticalSolidList"/>
    <dgm:cxn modelId="{D50B5CCC-46BC-49EB-BFBD-D91B80923C22}" type="presParOf" srcId="{361E68C6-2FE4-40F7-8AA6-7F0370F39AF2}" destId="{DC902ED2-5587-46DD-9E70-A6C2EDEF96A8}" srcOrd="1" destOrd="0" presId="urn:microsoft.com/office/officeart/2018/2/layout/IconVerticalSolidList"/>
    <dgm:cxn modelId="{70102C99-DAD2-4D17-A263-7452F3D6330D}" type="presParOf" srcId="{361E68C6-2FE4-40F7-8AA6-7F0370F39AF2}" destId="{19EF2073-2354-4CEE-A916-E3D9D4DBE1DF}" srcOrd="2" destOrd="0" presId="urn:microsoft.com/office/officeart/2018/2/layout/IconVerticalSolidList"/>
    <dgm:cxn modelId="{AC9067C2-FD05-4E15-9834-672A2C20AF6F}" type="presParOf" srcId="{19EF2073-2354-4CEE-A916-E3D9D4DBE1DF}" destId="{18894B2E-B8FC-4399-9610-B5C6D384A99E}" srcOrd="0" destOrd="0" presId="urn:microsoft.com/office/officeart/2018/2/layout/IconVerticalSolidList"/>
    <dgm:cxn modelId="{33327DF7-9EBF-4A45-9E2D-A3B429349887}" type="presParOf" srcId="{19EF2073-2354-4CEE-A916-E3D9D4DBE1DF}" destId="{24E4966A-25CC-4C59-AE46-28D901E5B4D4}" srcOrd="1" destOrd="0" presId="urn:microsoft.com/office/officeart/2018/2/layout/IconVerticalSolidList"/>
    <dgm:cxn modelId="{14E556D3-2D3D-4E8C-A354-5D1070BD1286}" type="presParOf" srcId="{19EF2073-2354-4CEE-A916-E3D9D4DBE1DF}" destId="{2A3B0E7C-F496-473C-B1C1-6017B6BB8A1B}" srcOrd="2" destOrd="0" presId="urn:microsoft.com/office/officeart/2018/2/layout/IconVerticalSolidList"/>
    <dgm:cxn modelId="{63873AA9-F808-485E-9987-BABF41784BFA}" type="presParOf" srcId="{19EF2073-2354-4CEE-A916-E3D9D4DBE1DF}" destId="{5F878AA2-7F30-4BD0-8A4B-F7A014C33DE0}" srcOrd="3" destOrd="0" presId="urn:microsoft.com/office/officeart/2018/2/layout/IconVerticalSolidList"/>
    <dgm:cxn modelId="{F7369F0A-79CD-49B1-BFA7-0800B92F7EF2}" type="presParOf" srcId="{361E68C6-2FE4-40F7-8AA6-7F0370F39AF2}" destId="{269340AB-63AF-4C6E-B282-94775C1D145D}" srcOrd="3" destOrd="0" presId="urn:microsoft.com/office/officeart/2018/2/layout/IconVerticalSolidList"/>
    <dgm:cxn modelId="{E2C4C763-5F6C-49E8-A829-DD478045A573}" type="presParOf" srcId="{361E68C6-2FE4-40F7-8AA6-7F0370F39AF2}" destId="{617A4F76-CC6C-4346-92B2-44F77EF60966}" srcOrd="4" destOrd="0" presId="urn:microsoft.com/office/officeart/2018/2/layout/IconVerticalSolidList"/>
    <dgm:cxn modelId="{37A2DB27-6357-4AA9-B007-A7D113B51C6D}" type="presParOf" srcId="{617A4F76-CC6C-4346-92B2-44F77EF60966}" destId="{25AF00CA-6E4A-4D24-9CF6-4016D8B78520}" srcOrd="0" destOrd="0" presId="urn:microsoft.com/office/officeart/2018/2/layout/IconVerticalSolidList"/>
    <dgm:cxn modelId="{02938169-3C3D-4273-8429-E5E267792B9D}" type="presParOf" srcId="{617A4F76-CC6C-4346-92B2-44F77EF60966}" destId="{48C351E0-37DE-4592-B07F-9CABF296D035}" srcOrd="1" destOrd="0" presId="urn:microsoft.com/office/officeart/2018/2/layout/IconVerticalSolidList"/>
    <dgm:cxn modelId="{C9911CC0-41AB-40B7-88EE-FB1B5BCA2A8A}" type="presParOf" srcId="{617A4F76-CC6C-4346-92B2-44F77EF60966}" destId="{33F115CD-AD93-4F73-B71A-044B9602D105}" srcOrd="2" destOrd="0" presId="urn:microsoft.com/office/officeart/2018/2/layout/IconVerticalSolidList"/>
    <dgm:cxn modelId="{C24C7E79-EBA6-4370-A03C-7EC904E17BCE}" type="presParOf" srcId="{617A4F76-CC6C-4346-92B2-44F77EF60966}" destId="{1D923EA3-69C2-4ABE-AF5C-9B1E1BD352E0}" srcOrd="3" destOrd="0" presId="urn:microsoft.com/office/officeart/2018/2/layout/IconVerticalSolidList"/>
    <dgm:cxn modelId="{2EDA1244-498E-441D-AD24-5179ACC01B4C}" type="presParOf" srcId="{617A4F76-CC6C-4346-92B2-44F77EF60966}" destId="{592C3F7E-0FD1-4C6D-B766-E28DECA7B24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B95621-E61F-4D6B-85E3-DBDA4F0A1C0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A6EFDAF-E297-4C1B-92F0-835387942E43}">
      <dgm:prSet/>
      <dgm:spPr/>
      <dgm:t>
        <a:bodyPr/>
        <a:lstStyle/>
        <a:p>
          <a:pPr>
            <a:defRPr b="1"/>
          </a:pPr>
          <a:r>
            <a:rPr lang="en-US" b="1" dirty="0"/>
            <a:t>Data</a:t>
          </a:r>
          <a:r>
            <a:rPr lang="en-US" dirty="0"/>
            <a:t> </a:t>
          </a:r>
          <a:r>
            <a:rPr lang="en-US" b="1" dirty="0"/>
            <a:t>dictionary</a:t>
          </a:r>
          <a:r>
            <a:rPr lang="en-US" dirty="0"/>
            <a:t> </a:t>
          </a:r>
        </a:p>
      </dgm:t>
    </dgm:pt>
    <dgm:pt modelId="{838F5AAC-00DD-405E-AD4A-9E79B0A8FD4F}" type="parTrans" cxnId="{B7AA6ED2-690B-4AAB-8F63-200C5E28DFCF}">
      <dgm:prSet/>
      <dgm:spPr/>
      <dgm:t>
        <a:bodyPr/>
        <a:lstStyle/>
        <a:p>
          <a:endParaRPr lang="en-US"/>
        </a:p>
      </dgm:t>
    </dgm:pt>
    <dgm:pt modelId="{9AA1F4BE-0316-45A2-923C-BCC3B4199899}" type="sibTrans" cxnId="{B7AA6ED2-690B-4AAB-8F63-200C5E28DFCF}">
      <dgm:prSet/>
      <dgm:spPr/>
      <dgm:t>
        <a:bodyPr/>
        <a:lstStyle/>
        <a:p>
          <a:endParaRPr lang="en-US"/>
        </a:p>
      </dgm:t>
    </dgm:pt>
    <dgm:pt modelId="{83DA0B02-D25F-499E-86C4-4B4C5A50183E}">
      <dgm:prSet/>
      <dgm:spPr/>
      <dgm:t>
        <a:bodyPr/>
        <a:lstStyle/>
        <a:p>
          <a:r>
            <a:rPr lang="en-US" dirty="0"/>
            <a:t>Provides detailed accounting </a:t>
          </a:r>
          <a:r>
            <a:rPr lang="en-US" b="1" dirty="0"/>
            <a:t>of all tables found </a:t>
          </a:r>
          <a:r>
            <a:rPr lang="en-US" dirty="0"/>
            <a:t>within the user/designer-created database</a:t>
          </a:r>
        </a:p>
      </dgm:t>
    </dgm:pt>
    <dgm:pt modelId="{929378E5-9B6F-49FD-B61C-AB3A3AE7D03C}" type="parTrans" cxnId="{E6F51A39-7CC4-473F-B10C-F6B762E1A1C4}">
      <dgm:prSet/>
      <dgm:spPr/>
      <dgm:t>
        <a:bodyPr/>
        <a:lstStyle/>
        <a:p>
          <a:endParaRPr lang="en-US"/>
        </a:p>
      </dgm:t>
    </dgm:pt>
    <dgm:pt modelId="{82D1FD65-1563-4CDD-B441-5A2C11AB022F}" type="sibTrans" cxnId="{E6F51A39-7CC4-473F-B10C-F6B762E1A1C4}">
      <dgm:prSet/>
      <dgm:spPr/>
      <dgm:t>
        <a:bodyPr/>
        <a:lstStyle/>
        <a:p>
          <a:endParaRPr lang="en-US"/>
        </a:p>
      </dgm:t>
    </dgm:pt>
    <dgm:pt modelId="{ABB7F5CE-5131-4722-AF20-18AA63704FE7}">
      <dgm:prSet/>
      <dgm:spPr/>
      <dgm:t>
        <a:bodyPr/>
        <a:lstStyle/>
        <a:p>
          <a:r>
            <a:rPr lang="en-US" dirty="0"/>
            <a:t>Contains (at least) all the </a:t>
          </a:r>
          <a:r>
            <a:rPr lang="en-US" b="1" dirty="0"/>
            <a:t>attribute names and characteristics </a:t>
          </a:r>
          <a:r>
            <a:rPr lang="en-US" dirty="0"/>
            <a:t>for each table in the system</a:t>
          </a:r>
        </a:p>
      </dgm:t>
    </dgm:pt>
    <dgm:pt modelId="{440EB184-130E-4CB7-B16F-5A69813208EB}" type="parTrans" cxnId="{94D71C93-229D-4005-AA42-720BCE440435}">
      <dgm:prSet/>
      <dgm:spPr/>
      <dgm:t>
        <a:bodyPr/>
        <a:lstStyle/>
        <a:p>
          <a:endParaRPr lang="en-US"/>
        </a:p>
      </dgm:t>
    </dgm:pt>
    <dgm:pt modelId="{2615FFA5-6CE8-418F-8834-6D01F059F3B2}" type="sibTrans" cxnId="{94D71C93-229D-4005-AA42-720BCE440435}">
      <dgm:prSet/>
      <dgm:spPr/>
      <dgm:t>
        <a:bodyPr/>
        <a:lstStyle/>
        <a:p>
          <a:endParaRPr lang="en-US"/>
        </a:p>
      </dgm:t>
    </dgm:pt>
    <dgm:pt modelId="{9E81A64E-B8A1-45ED-A809-C476969CB0F3}">
      <dgm:prSet/>
      <dgm:spPr/>
      <dgm:t>
        <a:bodyPr/>
        <a:lstStyle/>
        <a:p>
          <a:r>
            <a:rPr lang="en-US" dirty="0"/>
            <a:t>Contains </a:t>
          </a:r>
          <a:r>
            <a:rPr lang="en-US" b="1" dirty="0"/>
            <a:t>metadata</a:t>
          </a:r>
          <a:r>
            <a:rPr lang="en-US" dirty="0"/>
            <a:t>: data about data</a:t>
          </a:r>
        </a:p>
      </dgm:t>
    </dgm:pt>
    <dgm:pt modelId="{D58D0A83-A008-4499-8411-522CB97613AF}" type="parTrans" cxnId="{7D538807-359E-4894-B8B1-B25D624CEA07}">
      <dgm:prSet/>
      <dgm:spPr/>
      <dgm:t>
        <a:bodyPr/>
        <a:lstStyle/>
        <a:p>
          <a:endParaRPr lang="en-US"/>
        </a:p>
      </dgm:t>
    </dgm:pt>
    <dgm:pt modelId="{4BE5D4F2-BF35-4B41-911E-8C9446D8B862}" type="sibTrans" cxnId="{7D538807-359E-4894-B8B1-B25D624CEA07}">
      <dgm:prSet/>
      <dgm:spPr/>
      <dgm:t>
        <a:bodyPr/>
        <a:lstStyle/>
        <a:p>
          <a:endParaRPr lang="en-US"/>
        </a:p>
      </dgm:t>
    </dgm:pt>
    <dgm:pt modelId="{1A42FA5E-42B8-493B-B61C-3D2E79C9A8FA}">
      <dgm:prSet/>
      <dgm:spPr/>
      <dgm:t>
        <a:bodyPr/>
        <a:lstStyle/>
        <a:p>
          <a:pPr>
            <a:defRPr b="1"/>
          </a:pPr>
          <a:r>
            <a:rPr lang="en-US" b="1"/>
            <a:t>System</a:t>
          </a:r>
          <a:r>
            <a:rPr lang="en-US"/>
            <a:t> </a:t>
          </a:r>
          <a:r>
            <a:rPr lang="en-US" b="1"/>
            <a:t>catalog</a:t>
          </a:r>
          <a:endParaRPr lang="en-US"/>
        </a:p>
      </dgm:t>
    </dgm:pt>
    <dgm:pt modelId="{3BB7B378-8417-4AC8-9CC8-4D6C5E4E2173}" type="parTrans" cxnId="{738DC1AF-DB1A-48B4-8C24-AB1BB09A45E5}">
      <dgm:prSet/>
      <dgm:spPr/>
      <dgm:t>
        <a:bodyPr/>
        <a:lstStyle/>
        <a:p>
          <a:endParaRPr lang="en-US"/>
        </a:p>
      </dgm:t>
    </dgm:pt>
    <dgm:pt modelId="{4062D5FF-B4C4-42CA-A492-1B4FBDDDE84C}" type="sibTrans" cxnId="{738DC1AF-DB1A-48B4-8C24-AB1BB09A45E5}">
      <dgm:prSet/>
      <dgm:spPr/>
      <dgm:t>
        <a:bodyPr/>
        <a:lstStyle/>
        <a:p>
          <a:endParaRPr lang="en-US"/>
        </a:p>
      </dgm:t>
    </dgm:pt>
    <dgm:pt modelId="{84A0F4E2-EB27-49C2-A7E9-BF48D841CE2C}">
      <dgm:prSet/>
      <dgm:spPr/>
      <dgm:t>
        <a:bodyPr/>
        <a:lstStyle/>
        <a:p>
          <a:r>
            <a:rPr lang="en-US" dirty="0"/>
            <a:t>Contains </a:t>
          </a:r>
          <a:r>
            <a:rPr lang="en-US" b="0" dirty="0"/>
            <a:t>metadata</a:t>
          </a:r>
        </a:p>
      </dgm:t>
    </dgm:pt>
    <dgm:pt modelId="{4C854EA3-FEF4-4CF4-89D5-F2A724747861}" type="parTrans" cxnId="{637821EC-590F-4952-8637-E33C90CEEE7F}">
      <dgm:prSet/>
      <dgm:spPr/>
      <dgm:t>
        <a:bodyPr/>
        <a:lstStyle/>
        <a:p>
          <a:endParaRPr lang="en-US"/>
        </a:p>
      </dgm:t>
    </dgm:pt>
    <dgm:pt modelId="{4DB2ECEB-CA70-4BC8-905C-AD96A88CBF0D}" type="sibTrans" cxnId="{637821EC-590F-4952-8637-E33C90CEEE7F}">
      <dgm:prSet/>
      <dgm:spPr/>
      <dgm:t>
        <a:bodyPr/>
        <a:lstStyle/>
        <a:p>
          <a:endParaRPr lang="en-US"/>
        </a:p>
      </dgm:t>
    </dgm:pt>
    <dgm:pt modelId="{CFD1CC2B-3463-4E39-A206-943A73F2C08B}">
      <dgm:prSet/>
      <dgm:spPr/>
      <dgm:t>
        <a:bodyPr/>
        <a:lstStyle/>
        <a:p>
          <a:r>
            <a:rPr lang="en-US" b="1" dirty="0"/>
            <a:t>Detailed system data </a:t>
          </a:r>
          <a:r>
            <a:rPr lang="en-US" dirty="0"/>
            <a:t>dictionary that describes all objects within the database</a:t>
          </a:r>
        </a:p>
      </dgm:t>
    </dgm:pt>
    <dgm:pt modelId="{C68EB283-15C9-495B-B4D6-70B96DDF9435}" type="parTrans" cxnId="{FB310B22-C923-4F11-9B31-F86C212AB334}">
      <dgm:prSet/>
      <dgm:spPr/>
      <dgm:t>
        <a:bodyPr/>
        <a:lstStyle/>
        <a:p>
          <a:endParaRPr lang="en-US"/>
        </a:p>
      </dgm:t>
    </dgm:pt>
    <dgm:pt modelId="{573EB9FE-9ADB-48A5-8BBC-A5ECCF176A12}" type="sibTrans" cxnId="{FB310B22-C923-4F11-9B31-F86C212AB334}">
      <dgm:prSet/>
      <dgm:spPr/>
      <dgm:t>
        <a:bodyPr/>
        <a:lstStyle/>
        <a:p>
          <a:endParaRPr lang="en-US"/>
        </a:p>
      </dgm:t>
    </dgm:pt>
    <dgm:pt modelId="{48AABCD3-5D25-4109-BEC9-B3418BACC04E}" type="pres">
      <dgm:prSet presAssocID="{6FB95621-E61F-4D6B-85E3-DBDA4F0A1C0B}" presName="root" presStyleCnt="0">
        <dgm:presLayoutVars>
          <dgm:dir/>
          <dgm:resizeHandles val="exact"/>
        </dgm:presLayoutVars>
      </dgm:prSet>
      <dgm:spPr/>
    </dgm:pt>
    <dgm:pt modelId="{F7627534-8161-494C-975D-EFBA97225AC9}" type="pres">
      <dgm:prSet presAssocID="{0A6EFDAF-E297-4C1B-92F0-835387942E43}" presName="compNode" presStyleCnt="0"/>
      <dgm:spPr/>
    </dgm:pt>
    <dgm:pt modelId="{99DC92D4-4283-4D86-BB84-7ED2C7D5F303}" type="pres">
      <dgm:prSet presAssocID="{0A6EFDAF-E297-4C1B-92F0-835387942E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91D1355-F604-4717-9883-A678594A5DA8}" type="pres">
      <dgm:prSet presAssocID="{0A6EFDAF-E297-4C1B-92F0-835387942E43}" presName="iconSpace" presStyleCnt="0"/>
      <dgm:spPr/>
    </dgm:pt>
    <dgm:pt modelId="{C6139833-E7FC-49D9-9A9B-55B2DD63F808}" type="pres">
      <dgm:prSet presAssocID="{0A6EFDAF-E297-4C1B-92F0-835387942E43}" presName="parTx" presStyleLbl="revTx" presStyleIdx="0" presStyleCnt="4">
        <dgm:presLayoutVars>
          <dgm:chMax val="0"/>
          <dgm:chPref val="0"/>
        </dgm:presLayoutVars>
      </dgm:prSet>
      <dgm:spPr/>
    </dgm:pt>
    <dgm:pt modelId="{FFF1AA46-7CE3-439F-84FE-EE64341DDFDD}" type="pres">
      <dgm:prSet presAssocID="{0A6EFDAF-E297-4C1B-92F0-835387942E43}" presName="txSpace" presStyleCnt="0"/>
      <dgm:spPr/>
    </dgm:pt>
    <dgm:pt modelId="{3B0C5A50-01A5-4C28-B7A6-D35D71BAD3B4}" type="pres">
      <dgm:prSet presAssocID="{0A6EFDAF-E297-4C1B-92F0-835387942E43}" presName="desTx" presStyleLbl="revTx" presStyleIdx="1" presStyleCnt="4">
        <dgm:presLayoutVars/>
      </dgm:prSet>
      <dgm:spPr/>
    </dgm:pt>
    <dgm:pt modelId="{ACF46C5D-5CFF-4094-8E82-3ADBE69B4894}" type="pres">
      <dgm:prSet presAssocID="{9AA1F4BE-0316-45A2-923C-BCC3B4199899}" presName="sibTrans" presStyleCnt="0"/>
      <dgm:spPr/>
    </dgm:pt>
    <dgm:pt modelId="{4B22FC88-0C51-414C-BC12-D2B6922DEAEE}" type="pres">
      <dgm:prSet presAssocID="{1A42FA5E-42B8-493B-B61C-3D2E79C9A8FA}" presName="compNode" presStyleCnt="0"/>
      <dgm:spPr/>
    </dgm:pt>
    <dgm:pt modelId="{FAD7FB34-7D5D-4199-875C-C937FE2A8E1A}" type="pres">
      <dgm:prSet presAssocID="{1A42FA5E-42B8-493B-B61C-3D2E79C9A8F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EE56B3D-A1E4-4200-9CE4-471699C51A81}" type="pres">
      <dgm:prSet presAssocID="{1A42FA5E-42B8-493B-B61C-3D2E79C9A8FA}" presName="iconSpace" presStyleCnt="0"/>
      <dgm:spPr/>
    </dgm:pt>
    <dgm:pt modelId="{0EE94F5C-1908-41A9-AE2C-C63C8049908B}" type="pres">
      <dgm:prSet presAssocID="{1A42FA5E-42B8-493B-B61C-3D2E79C9A8FA}" presName="parTx" presStyleLbl="revTx" presStyleIdx="2" presStyleCnt="4">
        <dgm:presLayoutVars>
          <dgm:chMax val="0"/>
          <dgm:chPref val="0"/>
        </dgm:presLayoutVars>
      </dgm:prSet>
      <dgm:spPr/>
    </dgm:pt>
    <dgm:pt modelId="{CA635118-B5DA-4243-894A-0F8CC1532794}" type="pres">
      <dgm:prSet presAssocID="{1A42FA5E-42B8-493B-B61C-3D2E79C9A8FA}" presName="txSpace" presStyleCnt="0"/>
      <dgm:spPr/>
    </dgm:pt>
    <dgm:pt modelId="{4B2DD9BA-7634-4676-84F3-2C33692D3A00}" type="pres">
      <dgm:prSet presAssocID="{1A42FA5E-42B8-493B-B61C-3D2E79C9A8FA}" presName="desTx" presStyleLbl="revTx" presStyleIdx="3" presStyleCnt="4">
        <dgm:presLayoutVars/>
      </dgm:prSet>
      <dgm:spPr/>
    </dgm:pt>
  </dgm:ptLst>
  <dgm:cxnLst>
    <dgm:cxn modelId="{7D538807-359E-4894-B8B1-B25D624CEA07}" srcId="{0A6EFDAF-E297-4C1B-92F0-835387942E43}" destId="{9E81A64E-B8A1-45ED-A809-C476969CB0F3}" srcOrd="2" destOrd="0" parTransId="{D58D0A83-A008-4499-8411-522CB97613AF}" sibTransId="{4BE5D4F2-BF35-4B41-911E-8C9446D8B862}"/>
    <dgm:cxn modelId="{FB310B22-C923-4F11-9B31-F86C212AB334}" srcId="{1A42FA5E-42B8-493B-B61C-3D2E79C9A8FA}" destId="{CFD1CC2B-3463-4E39-A206-943A73F2C08B}" srcOrd="1" destOrd="0" parTransId="{C68EB283-15C9-495B-B4D6-70B96DDF9435}" sibTransId="{573EB9FE-9ADB-48A5-8BBC-A5ECCF176A12}"/>
    <dgm:cxn modelId="{E6F51A39-7CC4-473F-B10C-F6B762E1A1C4}" srcId="{0A6EFDAF-E297-4C1B-92F0-835387942E43}" destId="{83DA0B02-D25F-499E-86C4-4B4C5A50183E}" srcOrd="0" destOrd="0" parTransId="{929378E5-9B6F-49FD-B61C-AB3A3AE7D03C}" sibTransId="{82D1FD65-1563-4CDD-B441-5A2C11AB022F}"/>
    <dgm:cxn modelId="{03AA5066-C734-4B79-B593-69BF2C9EF997}" type="presOf" srcId="{9E81A64E-B8A1-45ED-A809-C476969CB0F3}" destId="{3B0C5A50-01A5-4C28-B7A6-D35D71BAD3B4}" srcOrd="0" destOrd="2" presId="urn:microsoft.com/office/officeart/2018/5/layout/CenteredIconLabelDescriptionList"/>
    <dgm:cxn modelId="{94D71C93-229D-4005-AA42-720BCE440435}" srcId="{0A6EFDAF-E297-4C1B-92F0-835387942E43}" destId="{ABB7F5CE-5131-4722-AF20-18AA63704FE7}" srcOrd="1" destOrd="0" parTransId="{440EB184-130E-4CB7-B16F-5A69813208EB}" sibTransId="{2615FFA5-6CE8-418F-8834-6D01F059F3B2}"/>
    <dgm:cxn modelId="{699207A0-F8B3-4F17-A9F0-9ADA53F28F1C}" type="presOf" srcId="{84A0F4E2-EB27-49C2-A7E9-BF48D841CE2C}" destId="{4B2DD9BA-7634-4676-84F3-2C33692D3A00}" srcOrd="0" destOrd="0" presId="urn:microsoft.com/office/officeart/2018/5/layout/CenteredIconLabelDescriptionList"/>
    <dgm:cxn modelId="{03C2F3A0-21D5-476A-8430-592DBEEFC61A}" type="presOf" srcId="{0A6EFDAF-E297-4C1B-92F0-835387942E43}" destId="{C6139833-E7FC-49D9-9A9B-55B2DD63F808}" srcOrd="0" destOrd="0" presId="urn:microsoft.com/office/officeart/2018/5/layout/CenteredIconLabelDescriptionList"/>
    <dgm:cxn modelId="{7814B7A9-92CB-42E4-82A7-F792515737E9}" type="presOf" srcId="{1A42FA5E-42B8-493B-B61C-3D2E79C9A8FA}" destId="{0EE94F5C-1908-41A9-AE2C-C63C8049908B}" srcOrd="0" destOrd="0" presId="urn:microsoft.com/office/officeart/2018/5/layout/CenteredIconLabelDescriptionList"/>
    <dgm:cxn modelId="{738DC1AF-DB1A-48B4-8C24-AB1BB09A45E5}" srcId="{6FB95621-E61F-4D6B-85E3-DBDA4F0A1C0B}" destId="{1A42FA5E-42B8-493B-B61C-3D2E79C9A8FA}" srcOrd="1" destOrd="0" parTransId="{3BB7B378-8417-4AC8-9CC8-4D6C5E4E2173}" sibTransId="{4062D5FF-B4C4-42CA-A492-1B4FBDDDE84C}"/>
    <dgm:cxn modelId="{46C482C4-A5CC-4A2F-A40B-DD2DA5305F1D}" type="presOf" srcId="{CFD1CC2B-3463-4E39-A206-943A73F2C08B}" destId="{4B2DD9BA-7634-4676-84F3-2C33692D3A00}" srcOrd="0" destOrd="1" presId="urn:microsoft.com/office/officeart/2018/5/layout/CenteredIconLabelDescriptionList"/>
    <dgm:cxn modelId="{B7AA6ED2-690B-4AAB-8F63-200C5E28DFCF}" srcId="{6FB95621-E61F-4D6B-85E3-DBDA4F0A1C0B}" destId="{0A6EFDAF-E297-4C1B-92F0-835387942E43}" srcOrd="0" destOrd="0" parTransId="{838F5AAC-00DD-405E-AD4A-9E79B0A8FD4F}" sibTransId="{9AA1F4BE-0316-45A2-923C-BCC3B4199899}"/>
    <dgm:cxn modelId="{4F273ADF-0191-4615-9FA8-42247CEBBC0C}" type="presOf" srcId="{6FB95621-E61F-4D6B-85E3-DBDA4F0A1C0B}" destId="{48AABCD3-5D25-4109-BEC9-B3418BACC04E}" srcOrd="0" destOrd="0" presId="urn:microsoft.com/office/officeart/2018/5/layout/CenteredIconLabelDescriptionList"/>
    <dgm:cxn modelId="{456698EB-4C32-43F4-B488-58FED2E6C9A9}" type="presOf" srcId="{83DA0B02-D25F-499E-86C4-4B4C5A50183E}" destId="{3B0C5A50-01A5-4C28-B7A6-D35D71BAD3B4}" srcOrd="0" destOrd="0" presId="urn:microsoft.com/office/officeart/2018/5/layout/CenteredIconLabelDescriptionList"/>
    <dgm:cxn modelId="{A5CEE6EB-E92A-4157-87C2-69767F5362FA}" type="presOf" srcId="{ABB7F5CE-5131-4722-AF20-18AA63704FE7}" destId="{3B0C5A50-01A5-4C28-B7A6-D35D71BAD3B4}" srcOrd="0" destOrd="1" presId="urn:microsoft.com/office/officeart/2018/5/layout/CenteredIconLabelDescriptionList"/>
    <dgm:cxn modelId="{637821EC-590F-4952-8637-E33C90CEEE7F}" srcId="{1A42FA5E-42B8-493B-B61C-3D2E79C9A8FA}" destId="{84A0F4E2-EB27-49C2-A7E9-BF48D841CE2C}" srcOrd="0" destOrd="0" parTransId="{4C854EA3-FEF4-4CF4-89D5-F2A724747861}" sibTransId="{4DB2ECEB-CA70-4BC8-905C-AD96A88CBF0D}"/>
    <dgm:cxn modelId="{364DEA05-CDBD-4482-83D3-42A0ADCF99CA}" type="presParOf" srcId="{48AABCD3-5D25-4109-BEC9-B3418BACC04E}" destId="{F7627534-8161-494C-975D-EFBA97225AC9}" srcOrd="0" destOrd="0" presId="urn:microsoft.com/office/officeart/2018/5/layout/CenteredIconLabelDescriptionList"/>
    <dgm:cxn modelId="{69C45CFD-E1A5-48BF-9AED-EE8E493B0A90}" type="presParOf" srcId="{F7627534-8161-494C-975D-EFBA97225AC9}" destId="{99DC92D4-4283-4D86-BB84-7ED2C7D5F303}" srcOrd="0" destOrd="0" presId="urn:microsoft.com/office/officeart/2018/5/layout/CenteredIconLabelDescriptionList"/>
    <dgm:cxn modelId="{808C8038-4F48-4940-B1A7-EB607E38978B}" type="presParOf" srcId="{F7627534-8161-494C-975D-EFBA97225AC9}" destId="{B91D1355-F604-4717-9883-A678594A5DA8}" srcOrd="1" destOrd="0" presId="urn:microsoft.com/office/officeart/2018/5/layout/CenteredIconLabelDescriptionList"/>
    <dgm:cxn modelId="{3712550F-6454-480E-942A-2C77D621CA95}" type="presParOf" srcId="{F7627534-8161-494C-975D-EFBA97225AC9}" destId="{C6139833-E7FC-49D9-9A9B-55B2DD63F808}" srcOrd="2" destOrd="0" presId="urn:microsoft.com/office/officeart/2018/5/layout/CenteredIconLabelDescriptionList"/>
    <dgm:cxn modelId="{804F48F7-043E-4760-969C-06CDCDC6AC7E}" type="presParOf" srcId="{F7627534-8161-494C-975D-EFBA97225AC9}" destId="{FFF1AA46-7CE3-439F-84FE-EE64341DDFDD}" srcOrd="3" destOrd="0" presId="urn:microsoft.com/office/officeart/2018/5/layout/CenteredIconLabelDescriptionList"/>
    <dgm:cxn modelId="{2460B3F0-C371-4B9B-A244-9220810D09CD}" type="presParOf" srcId="{F7627534-8161-494C-975D-EFBA97225AC9}" destId="{3B0C5A50-01A5-4C28-B7A6-D35D71BAD3B4}" srcOrd="4" destOrd="0" presId="urn:microsoft.com/office/officeart/2018/5/layout/CenteredIconLabelDescriptionList"/>
    <dgm:cxn modelId="{2CCFAD8A-8B56-455E-ACA4-31F08F0F57D7}" type="presParOf" srcId="{48AABCD3-5D25-4109-BEC9-B3418BACC04E}" destId="{ACF46C5D-5CFF-4094-8E82-3ADBE69B4894}" srcOrd="1" destOrd="0" presId="urn:microsoft.com/office/officeart/2018/5/layout/CenteredIconLabelDescriptionList"/>
    <dgm:cxn modelId="{F474F385-55FF-40E3-8471-07D8A2E71D42}" type="presParOf" srcId="{48AABCD3-5D25-4109-BEC9-B3418BACC04E}" destId="{4B22FC88-0C51-414C-BC12-D2B6922DEAEE}" srcOrd="2" destOrd="0" presId="urn:microsoft.com/office/officeart/2018/5/layout/CenteredIconLabelDescriptionList"/>
    <dgm:cxn modelId="{6967F46F-099F-4A3C-87F1-F53A33415E19}" type="presParOf" srcId="{4B22FC88-0C51-414C-BC12-D2B6922DEAEE}" destId="{FAD7FB34-7D5D-4199-875C-C937FE2A8E1A}" srcOrd="0" destOrd="0" presId="urn:microsoft.com/office/officeart/2018/5/layout/CenteredIconLabelDescriptionList"/>
    <dgm:cxn modelId="{DF94FFA5-9DD8-429E-A1EA-E428BB405F6E}" type="presParOf" srcId="{4B22FC88-0C51-414C-BC12-D2B6922DEAEE}" destId="{FEE56B3D-A1E4-4200-9CE4-471699C51A81}" srcOrd="1" destOrd="0" presId="urn:microsoft.com/office/officeart/2018/5/layout/CenteredIconLabelDescriptionList"/>
    <dgm:cxn modelId="{047E1621-030A-4572-B6B6-B1A9BD9DD07C}" type="presParOf" srcId="{4B22FC88-0C51-414C-BC12-D2B6922DEAEE}" destId="{0EE94F5C-1908-41A9-AE2C-C63C8049908B}" srcOrd="2" destOrd="0" presId="urn:microsoft.com/office/officeart/2018/5/layout/CenteredIconLabelDescriptionList"/>
    <dgm:cxn modelId="{8472E2A7-3998-481F-A46C-FEC0A341A634}" type="presParOf" srcId="{4B22FC88-0C51-414C-BC12-D2B6922DEAEE}" destId="{CA635118-B5DA-4243-894A-0F8CC1532794}" srcOrd="3" destOrd="0" presId="urn:microsoft.com/office/officeart/2018/5/layout/CenteredIconLabelDescriptionList"/>
    <dgm:cxn modelId="{B031251C-383C-447D-AF5B-0D9591DDB0D8}" type="presParOf" srcId="{4B22FC88-0C51-414C-BC12-D2B6922DEAEE}" destId="{4B2DD9BA-7634-4676-84F3-2C33692D3A0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3174FB3-2B91-41E6-82C7-6E35592703F0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D69D1BE-55F8-48A5-A983-D8C636832E1B}">
      <dgm:prSet custT="1"/>
      <dgm:spPr/>
      <dgm:t>
        <a:bodyPr/>
        <a:lstStyle/>
        <a:p>
          <a:r>
            <a:rPr lang="en-US" sz="2000" b="1" dirty="0"/>
            <a:t>One entity related to only one other entity, and vice versa</a:t>
          </a:r>
        </a:p>
      </dgm:t>
    </dgm:pt>
    <dgm:pt modelId="{D06548AC-7F06-4AD4-BB07-2681EB142704}" type="parTrans" cxnId="{787CB442-07AB-4CD0-A000-02031374E27C}">
      <dgm:prSet/>
      <dgm:spPr/>
      <dgm:t>
        <a:bodyPr/>
        <a:lstStyle/>
        <a:p>
          <a:endParaRPr lang="en-US"/>
        </a:p>
      </dgm:t>
    </dgm:pt>
    <dgm:pt modelId="{DE6E09BE-37AC-4601-830C-659F48F2C193}" type="sibTrans" cxnId="{787CB442-07AB-4CD0-A000-02031374E27C}">
      <dgm:prSet/>
      <dgm:spPr/>
      <dgm:t>
        <a:bodyPr/>
        <a:lstStyle/>
        <a:p>
          <a:endParaRPr lang="en-US"/>
        </a:p>
      </dgm:t>
    </dgm:pt>
    <dgm:pt modelId="{A20293F6-53F2-49B2-BB7B-C1660599B607}">
      <dgm:prSet custT="1"/>
      <dgm:spPr/>
      <dgm:t>
        <a:bodyPr/>
        <a:lstStyle/>
        <a:p>
          <a:r>
            <a:rPr lang="en-US" sz="2000" b="1" dirty="0"/>
            <a:t>Sometimes means that entity components were not defined properly</a:t>
          </a:r>
        </a:p>
      </dgm:t>
    </dgm:pt>
    <dgm:pt modelId="{DC22A6F9-89AE-4638-A045-207FEAA2EE8A}" type="parTrans" cxnId="{FDE4791D-3B47-4529-879F-F6C8FEC4F41F}">
      <dgm:prSet/>
      <dgm:spPr/>
      <dgm:t>
        <a:bodyPr/>
        <a:lstStyle/>
        <a:p>
          <a:endParaRPr lang="en-US"/>
        </a:p>
      </dgm:t>
    </dgm:pt>
    <dgm:pt modelId="{A65DACB8-E9A1-4950-89AD-289CF32CE63F}" type="sibTrans" cxnId="{FDE4791D-3B47-4529-879F-F6C8FEC4F41F}">
      <dgm:prSet/>
      <dgm:spPr/>
      <dgm:t>
        <a:bodyPr/>
        <a:lstStyle/>
        <a:p>
          <a:endParaRPr lang="en-US"/>
        </a:p>
      </dgm:t>
    </dgm:pt>
    <dgm:pt modelId="{D2390620-1714-49C8-8A02-D1292A54E520}">
      <dgm:prSet custT="1"/>
      <dgm:spPr/>
      <dgm:t>
        <a:bodyPr/>
        <a:lstStyle/>
        <a:p>
          <a:r>
            <a:rPr lang="en-US" sz="2000" b="1" dirty="0"/>
            <a:t>Could indicate that two entities actually belong in the same table</a:t>
          </a:r>
        </a:p>
      </dgm:t>
    </dgm:pt>
    <dgm:pt modelId="{3170069B-685B-488E-AC53-F1017E327357}" type="parTrans" cxnId="{BF959DA2-4102-40E8-87A7-1FFD84F453EC}">
      <dgm:prSet/>
      <dgm:spPr/>
      <dgm:t>
        <a:bodyPr/>
        <a:lstStyle/>
        <a:p>
          <a:endParaRPr lang="en-US"/>
        </a:p>
      </dgm:t>
    </dgm:pt>
    <dgm:pt modelId="{B0222B46-D204-4F0B-A16E-308972563C0D}" type="sibTrans" cxnId="{BF959DA2-4102-40E8-87A7-1FFD84F453EC}">
      <dgm:prSet/>
      <dgm:spPr/>
      <dgm:t>
        <a:bodyPr/>
        <a:lstStyle/>
        <a:p>
          <a:endParaRPr lang="en-US"/>
        </a:p>
      </dgm:t>
    </dgm:pt>
    <dgm:pt modelId="{89998A5E-A088-47EB-8C10-742816873807}">
      <dgm:prSet custT="1"/>
      <dgm:spPr/>
      <dgm:t>
        <a:bodyPr/>
        <a:lstStyle/>
        <a:p>
          <a:r>
            <a:rPr lang="en-US" sz="2000" b="1" dirty="0"/>
            <a:t>Certain conditions absolutely require their use</a:t>
          </a:r>
        </a:p>
      </dgm:t>
    </dgm:pt>
    <dgm:pt modelId="{3B5A6EA7-C51C-4960-94B2-532372798D48}" type="parTrans" cxnId="{D9953654-6EE5-4632-8E7C-DF60033B0513}">
      <dgm:prSet/>
      <dgm:spPr/>
      <dgm:t>
        <a:bodyPr/>
        <a:lstStyle/>
        <a:p>
          <a:endParaRPr lang="en-US"/>
        </a:p>
      </dgm:t>
    </dgm:pt>
    <dgm:pt modelId="{54AE8DE8-A039-44A4-BE40-F17D119ABC0D}" type="sibTrans" cxnId="{D9953654-6EE5-4632-8E7C-DF60033B0513}">
      <dgm:prSet/>
      <dgm:spPr/>
      <dgm:t>
        <a:bodyPr/>
        <a:lstStyle/>
        <a:p>
          <a:endParaRPr lang="en-US"/>
        </a:p>
      </dgm:t>
    </dgm:pt>
    <dgm:pt modelId="{45130791-56F2-44BD-83F1-5A38F4B0EBFB}" type="pres">
      <dgm:prSet presAssocID="{B3174FB3-2B91-41E6-82C7-6E35592703F0}" presName="matrix" presStyleCnt="0">
        <dgm:presLayoutVars>
          <dgm:chMax val="1"/>
          <dgm:dir/>
          <dgm:resizeHandles val="exact"/>
        </dgm:presLayoutVars>
      </dgm:prSet>
      <dgm:spPr/>
    </dgm:pt>
    <dgm:pt modelId="{95D03EF4-CEBE-40ED-A84D-BC1D6EAF602B}" type="pres">
      <dgm:prSet presAssocID="{B3174FB3-2B91-41E6-82C7-6E35592703F0}" presName="diamond" presStyleLbl="bgShp" presStyleIdx="0" presStyleCnt="1"/>
      <dgm:spPr/>
    </dgm:pt>
    <dgm:pt modelId="{60DA7E23-3BB2-4F60-A21B-FF16427EF0FE}" type="pres">
      <dgm:prSet presAssocID="{B3174FB3-2B91-41E6-82C7-6E35592703F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5F0BF47-8C8E-49D9-B340-B6E66EF06C1F}" type="pres">
      <dgm:prSet presAssocID="{B3174FB3-2B91-41E6-82C7-6E35592703F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2E4631D-3B63-4F1E-8B6B-60B3D8B3F4BD}" type="pres">
      <dgm:prSet presAssocID="{B3174FB3-2B91-41E6-82C7-6E35592703F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0B7496A-25EB-4978-ADDA-5F8BA63E2B5F}" type="pres">
      <dgm:prSet presAssocID="{B3174FB3-2B91-41E6-82C7-6E35592703F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2B9AA04-86F4-4771-BC70-46600BCF6E54}" type="presOf" srcId="{A20293F6-53F2-49B2-BB7B-C1660599B607}" destId="{45F0BF47-8C8E-49D9-B340-B6E66EF06C1F}" srcOrd="0" destOrd="0" presId="urn:microsoft.com/office/officeart/2005/8/layout/matrix3"/>
    <dgm:cxn modelId="{FDE4791D-3B47-4529-879F-F6C8FEC4F41F}" srcId="{B3174FB3-2B91-41E6-82C7-6E35592703F0}" destId="{A20293F6-53F2-49B2-BB7B-C1660599B607}" srcOrd="1" destOrd="0" parTransId="{DC22A6F9-89AE-4638-A045-207FEAA2EE8A}" sibTransId="{A65DACB8-E9A1-4950-89AD-289CF32CE63F}"/>
    <dgm:cxn modelId="{787CB442-07AB-4CD0-A000-02031374E27C}" srcId="{B3174FB3-2B91-41E6-82C7-6E35592703F0}" destId="{CD69D1BE-55F8-48A5-A983-D8C636832E1B}" srcOrd="0" destOrd="0" parTransId="{D06548AC-7F06-4AD4-BB07-2681EB142704}" sibTransId="{DE6E09BE-37AC-4601-830C-659F48F2C193}"/>
    <dgm:cxn modelId="{D9953654-6EE5-4632-8E7C-DF60033B0513}" srcId="{B3174FB3-2B91-41E6-82C7-6E35592703F0}" destId="{89998A5E-A088-47EB-8C10-742816873807}" srcOrd="3" destOrd="0" parTransId="{3B5A6EA7-C51C-4960-94B2-532372798D48}" sibTransId="{54AE8DE8-A039-44A4-BE40-F17D119ABC0D}"/>
    <dgm:cxn modelId="{BF959DA2-4102-40E8-87A7-1FFD84F453EC}" srcId="{B3174FB3-2B91-41E6-82C7-6E35592703F0}" destId="{D2390620-1714-49C8-8A02-D1292A54E520}" srcOrd="2" destOrd="0" parTransId="{3170069B-685B-488E-AC53-F1017E327357}" sibTransId="{B0222B46-D204-4F0B-A16E-308972563C0D}"/>
    <dgm:cxn modelId="{123A81BB-4061-4845-80BC-A191EF9F152C}" type="presOf" srcId="{89998A5E-A088-47EB-8C10-742816873807}" destId="{00B7496A-25EB-4978-ADDA-5F8BA63E2B5F}" srcOrd="0" destOrd="0" presId="urn:microsoft.com/office/officeart/2005/8/layout/matrix3"/>
    <dgm:cxn modelId="{E3959CC2-2C64-490E-B590-AA0E18167DA2}" type="presOf" srcId="{B3174FB3-2B91-41E6-82C7-6E35592703F0}" destId="{45130791-56F2-44BD-83F1-5A38F4B0EBFB}" srcOrd="0" destOrd="0" presId="urn:microsoft.com/office/officeart/2005/8/layout/matrix3"/>
    <dgm:cxn modelId="{593246C7-CCE5-466B-9BC7-96752C5ED1DE}" type="presOf" srcId="{D2390620-1714-49C8-8A02-D1292A54E520}" destId="{F2E4631D-3B63-4F1E-8B6B-60B3D8B3F4BD}" srcOrd="0" destOrd="0" presId="urn:microsoft.com/office/officeart/2005/8/layout/matrix3"/>
    <dgm:cxn modelId="{146057E9-D149-44D2-95C0-A67AA927314E}" type="presOf" srcId="{CD69D1BE-55F8-48A5-A983-D8C636832E1B}" destId="{60DA7E23-3BB2-4F60-A21B-FF16427EF0FE}" srcOrd="0" destOrd="0" presId="urn:microsoft.com/office/officeart/2005/8/layout/matrix3"/>
    <dgm:cxn modelId="{2D06A0DD-6AB5-4EBC-B0BF-3DA729596AC9}" type="presParOf" srcId="{45130791-56F2-44BD-83F1-5A38F4B0EBFB}" destId="{95D03EF4-CEBE-40ED-A84D-BC1D6EAF602B}" srcOrd="0" destOrd="0" presId="urn:microsoft.com/office/officeart/2005/8/layout/matrix3"/>
    <dgm:cxn modelId="{7A85C5A9-6E76-4DE9-8AF4-BA3B436B6FD5}" type="presParOf" srcId="{45130791-56F2-44BD-83F1-5A38F4B0EBFB}" destId="{60DA7E23-3BB2-4F60-A21B-FF16427EF0FE}" srcOrd="1" destOrd="0" presId="urn:microsoft.com/office/officeart/2005/8/layout/matrix3"/>
    <dgm:cxn modelId="{32C14976-181A-4A3B-B8C6-562168477608}" type="presParOf" srcId="{45130791-56F2-44BD-83F1-5A38F4B0EBFB}" destId="{45F0BF47-8C8E-49D9-B340-B6E66EF06C1F}" srcOrd="2" destOrd="0" presId="urn:microsoft.com/office/officeart/2005/8/layout/matrix3"/>
    <dgm:cxn modelId="{CADA1C55-C0B4-46F2-9B19-04412347CF01}" type="presParOf" srcId="{45130791-56F2-44BD-83F1-5A38F4B0EBFB}" destId="{F2E4631D-3B63-4F1E-8B6B-60B3D8B3F4BD}" srcOrd="3" destOrd="0" presId="urn:microsoft.com/office/officeart/2005/8/layout/matrix3"/>
    <dgm:cxn modelId="{5986C5F4-B9A6-4528-B543-3A4BE9D866E1}" type="presParOf" srcId="{45130791-56F2-44BD-83F1-5A38F4B0EBFB}" destId="{00B7496A-25EB-4978-ADDA-5F8BA63E2B5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661699F-4E1A-4EB4-9293-06F059B8C307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90834C2-5FDF-4E6B-9B2D-CC9B5DD886B3}">
      <dgm:prSet/>
      <dgm:spPr>
        <a:solidFill>
          <a:srgbClr val="FFC000"/>
        </a:solidFill>
      </dgm:spPr>
      <dgm:t>
        <a:bodyPr/>
        <a:lstStyle/>
        <a:p>
          <a:r>
            <a:rPr lang="en-US" b="1"/>
            <a:t>Natural</a:t>
          </a:r>
          <a:r>
            <a:rPr lang="en-US"/>
            <a:t> </a:t>
          </a:r>
          <a:r>
            <a:rPr lang="en-US" b="1"/>
            <a:t>Join</a:t>
          </a:r>
          <a:endParaRPr lang="en-US"/>
        </a:p>
      </dgm:t>
    </dgm:pt>
    <dgm:pt modelId="{11CE4406-0262-42E5-B38D-6925D450969C}" type="parTrans" cxnId="{BA6F435F-84B5-4EBA-AB87-7BC26DF47C66}">
      <dgm:prSet/>
      <dgm:spPr/>
      <dgm:t>
        <a:bodyPr/>
        <a:lstStyle/>
        <a:p>
          <a:endParaRPr lang="en-US"/>
        </a:p>
      </dgm:t>
    </dgm:pt>
    <dgm:pt modelId="{145A4A76-1D15-4C8E-9576-006DAF84AED8}" type="sibTrans" cxnId="{BA6F435F-84B5-4EBA-AB87-7BC26DF47C66}">
      <dgm:prSet/>
      <dgm:spPr/>
      <dgm:t>
        <a:bodyPr/>
        <a:lstStyle/>
        <a:p>
          <a:endParaRPr lang="en-US"/>
        </a:p>
      </dgm:t>
    </dgm:pt>
    <dgm:pt modelId="{8811DC82-8B42-402F-B898-902CF673B6BC}">
      <dgm:prSet/>
      <dgm:spPr/>
      <dgm:t>
        <a:bodyPr/>
        <a:lstStyle/>
        <a:p>
          <a:r>
            <a:rPr lang="en-US" dirty="0"/>
            <a:t>Links tables by </a:t>
          </a:r>
          <a:r>
            <a:rPr lang="en-US" b="1" dirty="0"/>
            <a:t>selecting rows with common values</a:t>
          </a:r>
          <a:r>
            <a:rPr lang="en-US" dirty="0"/>
            <a:t> in common attribute(s)</a:t>
          </a:r>
        </a:p>
      </dgm:t>
    </dgm:pt>
    <dgm:pt modelId="{66AD8AC0-C50E-4FC8-B0E4-A4710DDCB943}" type="parTrans" cxnId="{69B37D6E-A846-41CD-A4BE-8E1B322EF0AE}">
      <dgm:prSet/>
      <dgm:spPr/>
      <dgm:t>
        <a:bodyPr/>
        <a:lstStyle/>
        <a:p>
          <a:endParaRPr lang="en-US"/>
        </a:p>
      </dgm:t>
    </dgm:pt>
    <dgm:pt modelId="{58AB5B53-05DD-4325-BB79-574670C89ABD}" type="sibTrans" cxnId="{69B37D6E-A846-41CD-A4BE-8E1B322EF0AE}">
      <dgm:prSet/>
      <dgm:spPr/>
      <dgm:t>
        <a:bodyPr/>
        <a:lstStyle/>
        <a:p>
          <a:endParaRPr lang="en-US"/>
        </a:p>
      </dgm:t>
    </dgm:pt>
    <dgm:pt modelId="{BD9BB6A3-ED59-498C-9F38-FBBFA8C287A1}">
      <dgm:prSet/>
      <dgm:spPr>
        <a:solidFill>
          <a:srgbClr val="FF0000"/>
        </a:solidFill>
      </dgm:spPr>
      <dgm:t>
        <a:bodyPr/>
        <a:lstStyle/>
        <a:p>
          <a:r>
            <a:rPr lang="en-US" b="1" dirty="0"/>
            <a:t>Equijoin</a:t>
          </a:r>
          <a:endParaRPr lang="en-US" dirty="0"/>
        </a:p>
      </dgm:t>
    </dgm:pt>
    <dgm:pt modelId="{C183FAEE-9002-468E-8428-6C7BEBC9E303}" type="parTrans" cxnId="{3660ED59-DC7C-41F0-8ECE-B819733E23FB}">
      <dgm:prSet/>
      <dgm:spPr/>
      <dgm:t>
        <a:bodyPr/>
        <a:lstStyle/>
        <a:p>
          <a:endParaRPr lang="en-US"/>
        </a:p>
      </dgm:t>
    </dgm:pt>
    <dgm:pt modelId="{7350CC85-E3EB-4DFF-8E27-7F4F4C56FD21}" type="sibTrans" cxnId="{3660ED59-DC7C-41F0-8ECE-B819733E23FB}">
      <dgm:prSet/>
      <dgm:spPr/>
      <dgm:t>
        <a:bodyPr/>
        <a:lstStyle/>
        <a:p>
          <a:endParaRPr lang="en-US"/>
        </a:p>
      </dgm:t>
    </dgm:pt>
    <dgm:pt modelId="{C578742B-D33F-4B57-8575-75386C68EE74}">
      <dgm:prSet/>
      <dgm:spPr/>
      <dgm:t>
        <a:bodyPr/>
        <a:lstStyle/>
        <a:p>
          <a:r>
            <a:rPr lang="en-US" dirty="0"/>
            <a:t>Links tables on the basis of an </a:t>
          </a:r>
          <a:r>
            <a:rPr lang="en-US" b="1" dirty="0"/>
            <a:t>equality condition that compares specified columns</a:t>
          </a:r>
        </a:p>
      </dgm:t>
    </dgm:pt>
    <dgm:pt modelId="{4E240133-72AA-4752-AFC9-CB98586BF1A0}" type="parTrans" cxnId="{16955BE9-796F-4930-BA75-2D3DCCF2A128}">
      <dgm:prSet/>
      <dgm:spPr/>
      <dgm:t>
        <a:bodyPr/>
        <a:lstStyle/>
        <a:p>
          <a:endParaRPr lang="en-US"/>
        </a:p>
      </dgm:t>
    </dgm:pt>
    <dgm:pt modelId="{C3A92AEA-B99A-4282-9A2F-30550B18B750}" type="sibTrans" cxnId="{16955BE9-796F-4930-BA75-2D3DCCF2A128}">
      <dgm:prSet/>
      <dgm:spPr/>
      <dgm:t>
        <a:bodyPr/>
        <a:lstStyle/>
        <a:p>
          <a:endParaRPr lang="en-US"/>
        </a:p>
      </dgm:t>
    </dgm:pt>
    <dgm:pt modelId="{952819FA-427E-4B56-93E9-CD96585661B5}">
      <dgm:prSet/>
      <dgm:spPr>
        <a:solidFill>
          <a:srgbClr val="00B0F0"/>
        </a:solidFill>
      </dgm:spPr>
      <dgm:t>
        <a:bodyPr/>
        <a:lstStyle/>
        <a:p>
          <a:r>
            <a:rPr lang="en-US" b="1"/>
            <a:t>Theta join</a:t>
          </a:r>
          <a:endParaRPr lang="en-US"/>
        </a:p>
      </dgm:t>
    </dgm:pt>
    <dgm:pt modelId="{B566CF98-83C5-4B3E-8177-EEE8824F782D}" type="parTrans" cxnId="{8BB97278-8B57-4DC1-B61B-C0F1185ABE9E}">
      <dgm:prSet/>
      <dgm:spPr/>
      <dgm:t>
        <a:bodyPr/>
        <a:lstStyle/>
        <a:p>
          <a:endParaRPr lang="en-US"/>
        </a:p>
      </dgm:t>
    </dgm:pt>
    <dgm:pt modelId="{707940CD-DE14-461A-A0F4-535998143728}" type="sibTrans" cxnId="{8BB97278-8B57-4DC1-B61B-C0F1185ABE9E}">
      <dgm:prSet/>
      <dgm:spPr/>
      <dgm:t>
        <a:bodyPr/>
        <a:lstStyle/>
        <a:p>
          <a:endParaRPr lang="en-US"/>
        </a:p>
      </dgm:t>
    </dgm:pt>
    <dgm:pt modelId="{54045609-8FEC-4CC7-AD9D-2D5E2099F96C}">
      <dgm:prSet/>
      <dgm:spPr/>
      <dgm:t>
        <a:bodyPr/>
        <a:lstStyle/>
        <a:p>
          <a:r>
            <a:rPr lang="en-US" dirty="0"/>
            <a:t>Any other </a:t>
          </a:r>
          <a:r>
            <a:rPr lang="en-US" b="1" dirty="0"/>
            <a:t>comparison</a:t>
          </a:r>
          <a:r>
            <a:rPr lang="en-US" dirty="0"/>
            <a:t> operator is used</a:t>
          </a:r>
        </a:p>
      </dgm:t>
    </dgm:pt>
    <dgm:pt modelId="{4C9FAFBF-7FA9-40A6-8FF9-62C250F9FEFD}" type="parTrans" cxnId="{F89DBC0E-40C9-4741-9D72-B3A351225BC8}">
      <dgm:prSet/>
      <dgm:spPr/>
      <dgm:t>
        <a:bodyPr/>
        <a:lstStyle/>
        <a:p>
          <a:endParaRPr lang="en-US"/>
        </a:p>
      </dgm:t>
    </dgm:pt>
    <dgm:pt modelId="{15228D37-6D8C-410A-A26F-8205B878EF2C}" type="sibTrans" cxnId="{F89DBC0E-40C9-4741-9D72-B3A351225BC8}">
      <dgm:prSet/>
      <dgm:spPr/>
      <dgm:t>
        <a:bodyPr/>
        <a:lstStyle/>
        <a:p>
          <a:endParaRPr lang="en-US"/>
        </a:p>
      </dgm:t>
    </dgm:pt>
    <dgm:pt modelId="{6250F012-E05B-4F13-A888-C5F7D5BC4D5C}">
      <dgm:prSet/>
      <dgm:spPr>
        <a:solidFill>
          <a:srgbClr val="0070C0"/>
        </a:solidFill>
      </dgm:spPr>
      <dgm:t>
        <a:bodyPr/>
        <a:lstStyle/>
        <a:p>
          <a:r>
            <a:rPr lang="en-US" b="1"/>
            <a:t>Outer</a:t>
          </a:r>
          <a:r>
            <a:rPr lang="en-US"/>
            <a:t> </a:t>
          </a:r>
          <a:r>
            <a:rPr lang="en-US" b="1"/>
            <a:t>join</a:t>
          </a:r>
          <a:endParaRPr lang="en-US"/>
        </a:p>
      </dgm:t>
    </dgm:pt>
    <dgm:pt modelId="{776C55E7-4937-4285-B086-97A659151C20}" type="parTrans" cxnId="{9947FB49-DEBC-47F9-B686-97E2035B8E92}">
      <dgm:prSet/>
      <dgm:spPr/>
      <dgm:t>
        <a:bodyPr/>
        <a:lstStyle/>
        <a:p>
          <a:endParaRPr lang="en-US"/>
        </a:p>
      </dgm:t>
    </dgm:pt>
    <dgm:pt modelId="{A7681080-9428-47FE-81DA-60593ED72CB8}" type="sibTrans" cxnId="{9947FB49-DEBC-47F9-B686-97E2035B8E92}">
      <dgm:prSet/>
      <dgm:spPr/>
      <dgm:t>
        <a:bodyPr/>
        <a:lstStyle/>
        <a:p>
          <a:endParaRPr lang="en-US"/>
        </a:p>
      </dgm:t>
    </dgm:pt>
    <dgm:pt modelId="{235A2E3F-2736-4F91-A957-CBD4D582D5FF}">
      <dgm:prSet/>
      <dgm:spPr/>
      <dgm:t>
        <a:bodyPr/>
        <a:lstStyle/>
        <a:p>
          <a:r>
            <a:rPr lang="en-US" b="1" dirty="0"/>
            <a:t>Matched pairs are retained</a:t>
          </a:r>
          <a:r>
            <a:rPr lang="en-US" dirty="0"/>
            <a:t>, and any unmatched values in other table are left null</a:t>
          </a:r>
        </a:p>
      </dgm:t>
    </dgm:pt>
    <dgm:pt modelId="{7B357F3C-9125-4CD2-BA96-1C68D0C9825E}" type="parTrans" cxnId="{68CDAE78-1425-4825-883A-B52CDBB2D83F}">
      <dgm:prSet/>
      <dgm:spPr/>
      <dgm:t>
        <a:bodyPr/>
        <a:lstStyle/>
        <a:p>
          <a:endParaRPr lang="en-US"/>
        </a:p>
      </dgm:t>
    </dgm:pt>
    <dgm:pt modelId="{77F49440-C8B0-4D61-82E9-BCB6DCF63358}" type="sibTrans" cxnId="{68CDAE78-1425-4825-883A-B52CDBB2D83F}">
      <dgm:prSet/>
      <dgm:spPr/>
      <dgm:t>
        <a:bodyPr/>
        <a:lstStyle/>
        <a:p>
          <a:endParaRPr lang="en-US"/>
        </a:p>
      </dgm:t>
    </dgm:pt>
    <dgm:pt modelId="{00B5444E-052D-48D9-BE19-7F234AD0B878}" type="pres">
      <dgm:prSet presAssocID="{6661699F-4E1A-4EB4-9293-06F059B8C307}" presName="Name0" presStyleCnt="0">
        <dgm:presLayoutVars>
          <dgm:dir/>
          <dgm:animLvl val="lvl"/>
          <dgm:resizeHandles val="exact"/>
        </dgm:presLayoutVars>
      </dgm:prSet>
      <dgm:spPr/>
    </dgm:pt>
    <dgm:pt modelId="{1C3DE5F4-348D-4273-8753-FD2C253489AF}" type="pres">
      <dgm:prSet presAssocID="{990834C2-5FDF-4E6B-9B2D-CC9B5DD886B3}" presName="linNode" presStyleCnt="0"/>
      <dgm:spPr/>
    </dgm:pt>
    <dgm:pt modelId="{0CCB144A-9F1E-48E2-827F-8CDAE9C7425C}" type="pres">
      <dgm:prSet presAssocID="{990834C2-5FDF-4E6B-9B2D-CC9B5DD886B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E99EA5F-2E24-4082-BF75-0222502ADE4D}" type="pres">
      <dgm:prSet presAssocID="{990834C2-5FDF-4E6B-9B2D-CC9B5DD886B3}" presName="descendantText" presStyleLbl="alignAccFollowNode1" presStyleIdx="0" presStyleCnt="4">
        <dgm:presLayoutVars>
          <dgm:bulletEnabled val="1"/>
        </dgm:presLayoutVars>
      </dgm:prSet>
      <dgm:spPr/>
    </dgm:pt>
    <dgm:pt modelId="{44808DFD-C352-469E-873D-69CB810D00D4}" type="pres">
      <dgm:prSet presAssocID="{145A4A76-1D15-4C8E-9576-006DAF84AED8}" presName="sp" presStyleCnt="0"/>
      <dgm:spPr/>
    </dgm:pt>
    <dgm:pt modelId="{EBC50D01-6EFD-45DC-9660-6C2B9ED77EB4}" type="pres">
      <dgm:prSet presAssocID="{BD9BB6A3-ED59-498C-9F38-FBBFA8C287A1}" presName="linNode" presStyleCnt="0"/>
      <dgm:spPr/>
    </dgm:pt>
    <dgm:pt modelId="{703B4D9E-D0BB-4DFC-9ADC-85CF0C0EB767}" type="pres">
      <dgm:prSet presAssocID="{BD9BB6A3-ED59-498C-9F38-FBBFA8C287A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4030548B-9D3D-4DE6-9074-C26C7E6F89EA}" type="pres">
      <dgm:prSet presAssocID="{BD9BB6A3-ED59-498C-9F38-FBBFA8C287A1}" presName="descendantText" presStyleLbl="alignAccFollowNode1" presStyleIdx="1" presStyleCnt="4">
        <dgm:presLayoutVars>
          <dgm:bulletEnabled val="1"/>
        </dgm:presLayoutVars>
      </dgm:prSet>
      <dgm:spPr/>
    </dgm:pt>
    <dgm:pt modelId="{33052971-0003-4D58-AE5F-217D2D35588E}" type="pres">
      <dgm:prSet presAssocID="{7350CC85-E3EB-4DFF-8E27-7F4F4C56FD21}" presName="sp" presStyleCnt="0"/>
      <dgm:spPr/>
    </dgm:pt>
    <dgm:pt modelId="{4E51A098-5DF5-427E-A361-5EDC500BDC90}" type="pres">
      <dgm:prSet presAssocID="{952819FA-427E-4B56-93E9-CD96585661B5}" presName="linNode" presStyleCnt="0"/>
      <dgm:spPr/>
    </dgm:pt>
    <dgm:pt modelId="{E2BD7CDA-F813-425E-9AA5-8B8CF5452559}" type="pres">
      <dgm:prSet presAssocID="{952819FA-427E-4B56-93E9-CD96585661B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A7C0401-88C4-4B9E-AFA2-3FE2240DB035}" type="pres">
      <dgm:prSet presAssocID="{952819FA-427E-4B56-93E9-CD96585661B5}" presName="descendantText" presStyleLbl="alignAccFollowNode1" presStyleIdx="2" presStyleCnt="4">
        <dgm:presLayoutVars>
          <dgm:bulletEnabled val="1"/>
        </dgm:presLayoutVars>
      </dgm:prSet>
      <dgm:spPr/>
    </dgm:pt>
    <dgm:pt modelId="{69353385-911E-4D00-ADFB-B303C83732A2}" type="pres">
      <dgm:prSet presAssocID="{707940CD-DE14-461A-A0F4-535998143728}" presName="sp" presStyleCnt="0"/>
      <dgm:spPr/>
    </dgm:pt>
    <dgm:pt modelId="{F78905E7-DADC-4CD4-9B18-0970B7BDAF5E}" type="pres">
      <dgm:prSet presAssocID="{6250F012-E05B-4F13-A888-C5F7D5BC4D5C}" presName="linNode" presStyleCnt="0"/>
      <dgm:spPr/>
    </dgm:pt>
    <dgm:pt modelId="{1DCA96B2-CDD3-4651-AE00-FDFAEA3A7EB4}" type="pres">
      <dgm:prSet presAssocID="{6250F012-E05B-4F13-A888-C5F7D5BC4D5C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050E6C16-A352-4145-AC8E-52E2C383E277}" type="pres">
      <dgm:prSet presAssocID="{6250F012-E05B-4F13-A888-C5F7D5BC4D5C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F89DBC0E-40C9-4741-9D72-B3A351225BC8}" srcId="{952819FA-427E-4B56-93E9-CD96585661B5}" destId="{54045609-8FEC-4CC7-AD9D-2D5E2099F96C}" srcOrd="0" destOrd="0" parTransId="{4C9FAFBF-7FA9-40A6-8FF9-62C250F9FEFD}" sibTransId="{15228D37-6D8C-410A-A26F-8205B878EF2C}"/>
    <dgm:cxn modelId="{3390601E-D9E1-4310-B987-48A36DE6144E}" type="presOf" srcId="{952819FA-427E-4B56-93E9-CD96585661B5}" destId="{E2BD7CDA-F813-425E-9AA5-8B8CF5452559}" srcOrd="0" destOrd="0" presId="urn:microsoft.com/office/officeart/2005/8/layout/vList5"/>
    <dgm:cxn modelId="{5BF2BC2D-30E5-4308-BDDC-1E3ED01AE464}" type="presOf" srcId="{C578742B-D33F-4B57-8575-75386C68EE74}" destId="{4030548B-9D3D-4DE6-9074-C26C7E6F89EA}" srcOrd="0" destOrd="0" presId="urn:microsoft.com/office/officeart/2005/8/layout/vList5"/>
    <dgm:cxn modelId="{445A272E-D820-4EBA-87B0-7F7668C1BC29}" type="presOf" srcId="{6661699F-4E1A-4EB4-9293-06F059B8C307}" destId="{00B5444E-052D-48D9-BE19-7F234AD0B878}" srcOrd="0" destOrd="0" presId="urn:microsoft.com/office/officeart/2005/8/layout/vList5"/>
    <dgm:cxn modelId="{BA6F435F-84B5-4EBA-AB87-7BC26DF47C66}" srcId="{6661699F-4E1A-4EB4-9293-06F059B8C307}" destId="{990834C2-5FDF-4E6B-9B2D-CC9B5DD886B3}" srcOrd="0" destOrd="0" parTransId="{11CE4406-0262-42E5-B38D-6925D450969C}" sibTransId="{145A4A76-1D15-4C8E-9576-006DAF84AED8}"/>
    <dgm:cxn modelId="{93D38264-A9D0-46AF-AA03-A38317537D3B}" type="presOf" srcId="{54045609-8FEC-4CC7-AD9D-2D5E2099F96C}" destId="{1A7C0401-88C4-4B9E-AFA2-3FE2240DB035}" srcOrd="0" destOrd="0" presId="urn:microsoft.com/office/officeart/2005/8/layout/vList5"/>
    <dgm:cxn modelId="{9947FB49-DEBC-47F9-B686-97E2035B8E92}" srcId="{6661699F-4E1A-4EB4-9293-06F059B8C307}" destId="{6250F012-E05B-4F13-A888-C5F7D5BC4D5C}" srcOrd="3" destOrd="0" parTransId="{776C55E7-4937-4285-B086-97A659151C20}" sibTransId="{A7681080-9428-47FE-81DA-60593ED72CB8}"/>
    <dgm:cxn modelId="{69B37D6E-A846-41CD-A4BE-8E1B322EF0AE}" srcId="{990834C2-5FDF-4E6B-9B2D-CC9B5DD886B3}" destId="{8811DC82-8B42-402F-B898-902CF673B6BC}" srcOrd="0" destOrd="0" parTransId="{66AD8AC0-C50E-4FC8-B0E4-A4710DDCB943}" sibTransId="{58AB5B53-05DD-4325-BB79-574670C89ABD}"/>
    <dgm:cxn modelId="{D83F4272-0F98-4568-9188-720AE7257EED}" type="presOf" srcId="{BD9BB6A3-ED59-498C-9F38-FBBFA8C287A1}" destId="{703B4D9E-D0BB-4DFC-9ADC-85CF0C0EB767}" srcOrd="0" destOrd="0" presId="urn:microsoft.com/office/officeart/2005/8/layout/vList5"/>
    <dgm:cxn modelId="{D2319855-E821-4AA5-B2A4-FE31484626D0}" type="presOf" srcId="{235A2E3F-2736-4F91-A957-CBD4D582D5FF}" destId="{050E6C16-A352-4145-AC8E-52E2C383E277}" srcOrd="0" destOrd="0" presId="urn:microsoft.com/office/officeart/2005/8/layout/vList5"/>
    <dgm:cxn modelId="{8BB97278-8B57-4DC1-B61B-C0F1185ABE9E}" srcId="{6661699F-4E1A-4EB4-9293-06F059B8C307}" destId="{952819FA-427E-4B56-93E9-CD96585661B5}" srcOrd="2" destOrd="0" parTransId="{B566CF98-83C5-4B3E-8177-EEE8824F782D}" sibTransId="{707940CD-DE14-461A-A0F4-535998143728}"/>
    <dgm:cxn modelId="{68CDAE78-1425-4825-883A-B52CDBB2D83F}" srcId="{6250F012-E05B-4F13-A888-C5F7D5BC4D5C}" destId="{235A2E3F-2736-4F91-A957-CBD4D582D5FF}" srcOrd="0" destOrd="0" parTransId="{7B357F3C-9125-4CD2-BA96-1C68D0C9825E}" sibTransId="{77F49440-C8B0-4D61-82E9-BCB6DCF63358}"/>
    <dgm:cxn modelId="{3660ED59-DC7C-41F0-8ECE-B819733E23FB}" srcId="{6661699F-4E1A-4EB4-9293-06F059B8C307}" destId="{BD9BB6A3-ED59-498C-9F38-FBBFA8C287A1}" srcOrd="1" destOrd="0" parTransId="{C183FAEE-9002-468E-8428-6C7BEBC9E303}" sibTransId="{7350CC85-E3EB-4DFF-8E27-7F4F4C56FD21}"/>
    <dgm:cxn modelId="{AB302699-063E-46E3-8333-D72954F5CD6F}" type="presOf" srcId="{990834C2-5FDF-4E6B-9B2D-CC9B5DD886B3}" destId="{0CCB144A-9F1E-48E2-827F-8CDAE9C7425C}" srcOrd="0" destOrd="0" presId="urn:microsoft.com/office/officeart/2005/8/layout/vList5"/>
    <dgm:cxn modelId="{8015E4A3-7665-44C4-B698-6C38F1190088}" type="presOf" srcId="{6250F012-E05B-4F13-A888-C5F7D5BC4D5C}" destId="{1DCA96B2-CDD3-4651-AE00-FDFAEA3A7EB4}" srcOrd="0" destOrd="0" presId="urn:microsoft.com/office/officeart/2005/8/layout/vList5"/>
    <dgm:cxn modelId="{CE6ECDDA-9440-4B7F-84D9-EEF3C842EFCB}" type="presOf" srcId="{8811DC82-8B42-402F-B898-902CF673B6BC}" destId="{DE99EA5F-2E24-4082-BF75-0222502ADE4D}" srcOrd="0" destOrd="0" presId="urn:microsoft.com/office/officeart/2005/8/layout/vList5"/>
    <dgm:cxn modelId="{16955BE9-796F-4930-BA75-2D3DCCF2A128}" srcId="{BD9BB6A3-ED59-498C-9F38-FBBFA8C287A1}" destId="{C578742B-D33F-4B57-8575-75386C68EE74}" srcOrd="0" destOrd="0" parTransId="{4E240133-72AA-4752-AFC9-CB98586BF1A0}" sibTransId="{C3A92AEA-B99A-4282-9A2F-30550B18B750}"/>
    <dgm:cxn modelId="{59F21DCA-E3FF-4A62-8B6D-93149736BD58}" type="presParOf" srcId="{00B5444E-052D-48D9-BE19-7F234AD0B878}" destId="{1C3DE5F4-348D-4273-8753-FD2C253489AF}" srcOrd="0" destOrd="0" presId="urn:microsoft.com/office/officeart/2005/8/layout/vList5"/>
    <dgm:cxn modelId="{67DE28BD-CC84-4B77-AA5A-51C8FB3D494F}" type="presParOf" srcId="{1C3DE5F4-348D-4273-8753-FD2C253489AF}" destId="{0CCB144A-9F1E-48E2-827F-8CDAE9C7425C}" srcOrd="0" destOrd="0" presId="urn:microsoft.com/office/officeart/2005/8/layout/vList5"/>
    <dgm:cxn modelId="{DAFC1F4A-BDC8-44D0-AED6-1A76F16D4CE4}" type="presParOf" srcId="{1C3DE5F4-348D-4273-8753-FD2C253489AF}" destId="{DE99EA5F-2E24-4082-BF75-0222502ADE4D}" srcOrd="1" destOrd="0" presId="urn:microsoft.com/office/officeart/2005/8/layout/vList5"/>
    <dgm:cxn modelId="{E61A463F-D1B1-4661-866D-82DA3E2AF0BA}" type="presParOf" srcId="{00B5444E-052D-48D9-BE19-7F234AD0B878}" destId="{44808DFD-C352-469E-873D-69CB810D00D4}" srcOrd="1" destOrd="0" presId="urn:microsoft.com/office/officeart/2005/8/layout/vList5"/>
    <dgm:cxn modelId="{656D5646-FC28-4BB0-B417-0AD2BEC28D4C}" type="presParOf" srcId="{00B5444E-052D-48D9-BE19-7F234AD0B878}" destId="{EBC50D01-6EFD-45DC-9660-6C2B9ED77EB4}" srcOrd="2" destOrd="0" presId="urn:microsoft.com/office/officeart/2005/8/layout/vList5"/>
    <dgm:cxn modelId="{5036F064-9248-4655-BE01-D04992479B50}" type="presParOf" srcId="{EBC50D01-6EFD-45DC-9660-6C2B9ED77EB4}" destId="{703B4D9E-D0BB-4DFC-9ADC-85CF0C0EB767}" srcOrd="0" destOrd="0" presId="urn:microsoft.com/office/officeart/2005/8/layout/vList5"/>
    <dgm:cxn modelId="{94C262D8-D37B-474C-97C7-F07E2F9C13D0}" type="presParOf" srcId="{EBC50D01-6EFD-45DC-9660-6C2B9ED77EB4}" destId="{4030548B-9D3D-4DE6-9074-C26C7E6F89EA}" srcOrd="1" destOrd="0" presId="urn:microsoft.com/office/officeart/2005/8/layout/vList5"/>
    <dgm:cxn modelId="{536E21EE-419C-4C43-B2DE-F3CC7D9D4D78}" type="presParOf" srcId="{00B5444E-052D-48D9-BE19-7F234AD0B878}" destId="{33052971-0003-4D58-AE5F-217D2D35588E}" srcOrd="3" destOrd="0" presId="urn:microsoft.com/office/officeart/2005/8/layout/vList5"/>
    <dgm:cxn modelId="{8B101A8D-1885-4F0A-B537-7F21A4224151}" type="presParOf" srcId="{00B5444E-052D-48D9-BE19-7F234AD0B878}" destId="{4E51A098-5DF5-427E-A361-5EDC500BDC90}" srcOrd="4" destOrd="0" presId="urn:microsoft.com/office/officeart/2005/8/layout/vList5"/>
    <dgm:cxn modelId="{0C8BE72F-1DB2-485D-B88C-2676A6EEF71D}" type="presParOf" srcId="{4E51A098-5DF5-427E-A361-5EDC500BDC90}" destId="{E2BD7CDA-F813-425E-9AA5-8B8CF5452559}" srcOrd="0" destOrd="0" presId="urn:microsoft.com/office/officeart/2005/8/layout/vList5"/>
    <dgm:cxn modelId="{A66EE373-E044-406A-AC88-63622DD32D5E}" type="presParOf" srcId="{4E51A098-5DF5-427E-A361-5EDC500BDC90}" destId="{1A7C0401-88C4-4B9E-AFA2-3FE2240DB035}" srcOrd="1" destOrd="0" presId="urn:microsoft.com/office/officeart/2005/8/layout/vList5"/>
    <dgm:cxn modelId="{8A88C070-7B3C-48FB-B08C-82BCB1471512}" type="presParOf" srcId="{00B5444E-052D-48D9-BE19-7F234AD0B878}" destId="{69353385-911E-4D00-ADFB-B303C83732A2}" srcOrd="5" destOrd="0" presId="urn:microsoft.com/office/officeart/2005/8/layout/vList5"/>
    <dgm:cxn modelId="{25146F95-A89C-47DD-B0DA-9EDFC70E8688}" type="presParOf" srcId="{00B5444E-052D-48D9-BE19-7F234AD0B878}" destId="{F78905E7-DADC-4CD4-9B18-0970B7BDAF5E}" srcOrd="6" destOrd="0" presId="urn:microsoft.com/office/officeart/2005/8/layout/vList5"/>
    <dgm:cxn modelId="{B58B35AC-CFAB-4CCF-8977-81CB2D5A7809}" type="presParOf" srcId="{F78905E7-DADC-4CD4-9B18-0970B7BDAF5E}" destId="{1DCA96B2-CDD3-4651-AE00-FDFAEA3A7EB4}" srcOrd="0" destOrd="0" presId="urn:microsoft.com/office/officeart/2005/8/layout/vList5"/>
    <dgm:cxn modelId="{00972888-BEB7-4DFC-AFA3-C27F79DD535F}" type="presParOf" srcId="{F78905E7-DADC-4CD4-9B18-0970B7BDAF5E}" destId="{050E6C16-A352-4145-AC8E-52E2C383E27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86EF2-5519-464F-ADD8-2746BE15F3A2}">
      <dsp:nvSpPr>
        <dsp:cNvPr id="0" name=""/>
        <dsp:cNvSpPr/>
      </dsp:nvSpPr>
      <dsp:spPr>
        <a:xfrm>
          <a:off x="0" y="3257"/>
          <a:ext cx="6651253" cy="1523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63344-26A8-4A3C-9254-1E2098472D86}">
      <dsp:nvSpPr>
        <dsp:cNvPr id="0" name=""/>
        <dsp:cNvSpPr/>
      </dsp:nvSpPr>
      <dsp:spPr>
        <a:xfrm>
          <a:off x="460858" y="346045"/>
          <a:ext cx="837924" cy="8379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D093E9-E18A-4B41-9CBC-EC49FC29866E}">
      <dsp:nvSpPr>
        <dsp:cNvPr id="0" name=""/>
        <dsp:cNvSpPr/>
      </dsp:nvSpPr>
      <dsp:spPr>
        <a:xfrm>
          <a:off x="1759641" y="3257"/>
          <a:ext cx="2993063" cy="1523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37" tIns="161237" rIns="161237" bIns="1612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highlight>
                <a:srgbClr val="00FF00"/>
              </a:highlight>
            </a:rPr>
            <a:t>Relational model </a:t>
          </a:r>
        </a:p>
      </dsp:txBody>
      <dsp:txXfrm>
        <a:off x="1759641" y="3257"/>
        <a:ext cx="2993063" cy="1523499"/>
      </dsp:txXfrm>
    </dsp:sp>
    <dsp:sp modelId="{4CBB1D05-2DF6-495F-B0FE-2A8B684DAE8C}">
      <dsp:nvSpPr>
        <dsp:cNvPr id="0" name=""/>
        <dsp:cNvSpPr/>
      </dsp:nvSpPr>
      <dsp:spPr>
        <a:xfrm>
          <a:off x="4752705" y="3257"/>
          <a:ext cx="1896827" cy="1523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37" tIns="161237" rIns="161237" bIns="1612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View data logically rather than physically</a:t>
          </a:r>
        </a:p>
      </dsp:txBody>
      <dsp:txXfrm>
        <a:off x="4752705" y="3257"/>
        <a:ext cx="1896827" cy="1523499"/>
      </dsp:txXfrm>
    </dsp:sp>
    <dsp:sp modelId="{D3AB6253-3407-4F2C-9422-BDF905CD1A0A}">
      <dsp:nvSpPr>
        <dsp:cNvPr id="0" name=""/>
        <dsp:cNvSpPr/>
      </dsp:nvSpPr>
      <dsp:spPr>
        <a:xfrm>
          <a:off x="0" y="1907632"/>
          <a:ext cx="6651253" cy="1523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98924-1F7B-485C-AD33-DFEDFCF0E58A}">
      <dsp:nvSpPr>
        <dsp:cNvPr id="0" name=""/>
        <dsp:cNvSpPr/>
      </dsp:nvSpPr>
      <dsp:spPr>
        <a:xfrm>
          <a:off x="460858" y="2250419"/>
          <a:ext cx="837924" cy="8379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0FAF1-464E-4A8C-AB99-2D0FFEADFF9F}">
      <dsp:nvSpPr>
        <dsp:cNvPr id="0" name=""/>
        <dsp:cNvSpPr/>
      </dsp:nvSpPr>
      <dsp:spPr>
        <a:xfrm>
          <a:off x="1759641" y="1907632"/>
          <a:ext cx="2993063" cy="1523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37" tIns="161237" rIns="161237" bIns="1612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highlight>
                <a:srgbClr val="00FF00"/>
              </a:highlight>
            </a:rPr>
            <a:t>Table </a:t>
          </a:r>
        </a:p>
      </dsp:txBody>
      <dsp:txXfrm>
        <a:off x="1759641" y="1907632"/>
        <a:ext cx="2993063" cy="1523499"/>
      </dsp:txXfrm>
    </dsp:sp>
    <dsp:sp modelId="{2714C2F4-D4DB-4272-9AF8-C945C6563694}">
      <dsp:nvSpPr>
        <dsp:cNvPr id="0" name=""/>
        <dsp:cNvSpPr/>
      </dsp:nvSpPr>
      <dsp:spPr>
        <a:xfrm>
          <a:off x="4752705" y="1907632"/>
          <a:ext cx="1896827" cy="1523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37" tIns="161237" rIns="161237" bIns="1612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Structural and data independence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Resembles a file conceptually</a:t>
          </a:r>
        </a:p>
      </dsp:txBody>
      <dsp:txXfrm>
        <a:off x="4752705" y="1907632"/>
        <a:ext cx="1896827" cy="1523499"/>
      </dsp:txXfrm>
    </dsp:sp>
    <dsp:sp modelId="{FB1A240C-AC87-4575-AE03-ED7189B7CF94}">
      <dsp:nvSpPr>
        <dsp:cNvPr id="0" name=""/>
        <dsp:cNvSpPr/>
      </dsp:nvSpPr>
      <dsp:spPr>
        <a:xfrm>
          <a:off x="0" y="3812006"/>
          <a:ext cx="6651253" cy="1523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A8F81-9D0F-4B05-A80F-2385B10FBC80}">
      <dsp:nvSpPr>
        <dsp:cNvPr id="0" name=""/>
        <dsp:cNvSpPr/>
      </dsp:nvSpPr>
      <dsp:spPr>
        <a:xfrm>
          <a:off x="460858" y="4154794"/>
          <a:ext cx="837924" cy="8379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4C701-14EF-465D-82A0-6F7C82A044E3}">
      <dsp:nvSpPr>
        <dsp:cNvPr id="0" name=""/>
        <dsp:cNvSpPr/>
      </dsp:nvSpPr>
      <dsp:spPr>
        <a:xfrm>
          <a:off x="1759641" y="3812006"/>
          <a:ext cx="4889891" cy="1523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37" tIns="161237" rIns="161237" bIns="16123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highlight>
                <a:srgbClr val="00FF00"/>
              </a:highlight>
            </a:rPr>
            <a:t>Relational database model is easier to understand than hierarchical and network models</a:t>
          </a:r>
        </a:p>
      </dsp:txBody>
      <dsp:txXfrm>
        <a:off x="1759641" y="3812006"/>
        <a:ext cx="4889891" cy="15234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68517-8664-43D7-93A5-A3B6C540A6F0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268FD-69B4-4F93-BBEE-69D9647A8BA6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16503-8280-4A91-AC68-780F3C4A792B}">
      <dsp:nvSpPr>
        <dsp:cNvPr id="0" name=""/>
        <dsp:cNvSpPr/>
      </dsp:nvSpPr>
      <dsp:spPr>
        <a:xfrm>
          <a:off x="1761361" y="0"/>
          <a:ext cx="2993063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Logical view of relational database is based on relation</a:t>
          </a:r>
        </a:p>
      </dsp:txBody>
      <dsp:txXfrm>
        <a:off x="1761361" y="0"/>
        <a:ext cx="2993063" cy="1524988"/>
      </dsp:txXfrm>
    </dsp:sp>
    <dsp:sp modelId="{33B19953-BEB8-43B4-B1C3-54363ED9ED08}">
      <dsp:nvSpPr>
        <dsp:cNvPr id="0" name=""/>
        <dsp:cNvSpPr/>
      </dsp:nvSpPr>
      <dsp:spPr>
        <a:xfrm>
          <a:off x="4754425" y="651"/>
          <a:ext cx="1896827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Relation thought of as a table</a:t>
          </a:r>
        </a:p>
      </dsp:txBody>
      <dsp:txXfrm>
        <a:off x="4754425" y="651"/>
        <a:ext cx="1896827" cy="1524988"/>
      </dsp:txXfrm>
    </dsp:sp>
    <dsp:sp modelId="{2BD3F9EB-BC03-4C8B-9695-CE4720739BCF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F1366-9212-4198-8AF0-B6EDD2DE1522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90676-0375-413B-9A9E-9B5B1E072458}">
      <dsp:nvSpPr>
        <dsp:cNvPr id="0" name=""/>
        <dsp:cNvSpPr/>
      </dsp:nvSpPr>
      <dsp:spPr>
        <a:xfrm>
          <a:off x="1761361" y="1906231"/>
          <a:ext cx="2993063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Table: two-dimensional structure composed of rows and columns</a:t>
          </a:r>
        </a:p>
      </dsp:txBody>
      <dsp:txXfrm>
        <a:off x="1761361" y="1906231"/>
        <a:ext cx="2993063" cy="1524988"/>
      </dsp:txXfrm>
    </dsp:sp>
    <dsp:sp modelId="{09C2DF08-5A18-41BB-BC28-0BDF3FA50A46}">
      <dsp:nvSpPr>
        <dsp:cNvPr id="0" name=""/>
        <dsp:cNvSpPr/>
      </dsp:nvSpPr>
      <dsp:spPr>
        <a:xfrm>
          <a:off x="4754425" y="1906887"/>
          <a:ext cx="1896827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Persistent representation of logical relation</a:t>
          </a:r>
        </a:p>
      </dsp:txBody>
      <dsp:txXfrm>
        <a:off x="4754425" y="1906887"/>
        <a:ext cx="1896827" cy="1524988"/>
      </dsp:txXfrm>
    </dsp:sp>
    <dsp:sp modelId="{FCBF8746-4956-4EBF-8B65-548CC1B27527}">
      <dsp:nvSpPr>
        <dsp:cNvPr id="0" name=""/>
        <dsp:cNvSpPr/>
      </dsp:nvSpPr>
      <dsp:spPr>
        <a:xfrm>
          <a:off x="0" y="3812467"/>
          <a:ext cx="6651253" cy="15249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5E366-2F23-4E4A-8633-3E3D382C3B76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9CA75-1FFC-4CE1-B859-0942DDC3F1A2}">
      <dsp:nvSpPr>
        <dsp:cNvPr id="0" name=""/>
        <dsp:cNvSpPr/>
      </dsp:nvSpPr>
      <dsp:spPr>
        <a:xfrm>
          <a:off x="1761361" y="381246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Contains group of related entities (entity set)</a:t>
          </a:r>
        </a:p>
      </dsp:txBody>
      <dsp:txXfrm>
        <a:off x="1761361" y="3812467"/>
        <a:ext cx="4889891" cy="1524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75ABB-C15A-444A-B86C-59614278165E}">
      <dsp:nvSpPr>
        <dsp:cNvPr id="0" name=""/>
        <dsp:cNvSpPr/>
      </dsp:nvSpPr>
      <dsp:spPr>
        <a:xfrm>
          <a:off x="0" y="5496201"/>
          <a:ext cx="7133230" cy="13595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Functional</a:t>
          </a:r>
          <a:r>
            <a:rPr lang="en-US" sz="2000" kern="1200" dirty="0"/>
            <a:t> </a:t>
          </a:r>
          <a:r>
            <a:rPr lang="en-US" sz="2000" b="1" kern="1200" dirty="0"/>
            <a:t>dependence</a:t>
          </a:r>
          <a:endParaRPr lang="en-US" sz="2000" kern="1200" dirty="0"/>
        </a:p>
      </dsp:txBody>
      <dsp:txXfrm>
        <a:off x="0" y="5496201"/>
        <a:ext cx="7133230" cy="734154"/>
      </dsp:txXfrm>
    </dsp:sp>
    <dsp:sp modelId="{38D1BFF5-B643-4EB6-82A5-B14724428B3C}">
      <dsp:nvSpPr>
        <dsp:cNvPr id="0" name=""/>
        <dsp:cNvSpPr/>
      </dsp:nvSpPr>
      <dsp:spPr>
        <a:xfrm>
          <a:off x="0" y="6203164"/>
          <a:ext cx="7133230" cy="6253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Attribute B is functionally dependent on A if all rows in table that agree in value for A also agree in value for B</a:t>
          </a:r>
        </a:p>
      </dsp:txBody>
      <dsp:txXfrm>
        <a:off x="0" y="6203164"/>
        <a:ext cx="7133230" cy="625390"/>
      </dsp:txXfrm>
    </dsp:sp>
    <dsp:sp modelId="{8B148D63-AB6A-4200-B2CE-90A4095DA36D}">
      <dsp:nvSpPr>
        <dsp:cNvPr id="0" name=""/>
        <dsp:cNvSpPr/>
      </dsp:nvSpPr>
      <dsp:spPr>
        <a:xfrm rot="10800000">
          <a:off x="0" y="3768556"/>
          <a:ext cx="7133230" cy="1373167"/>
        </a:xfrm>
        <a:prstGeom prst="upArrowCallout">
          <a:avLst/>
        </a:prstGeom>
        <a:solidFill>
          <a:schemeClr val="accent2">
            <a:hueOff val="-505918"/>
            <a:satOff val="-74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Key’s role is based on </a:t>
          </a:r>
          <a:r>
            <a:rPr lang="en-US" sz="2000" b="1" kern="1200" dirty="0"/>
            <a:t>determination</a:t>
          </a:r>
          <a:endParaRPr lang="en-US" sz="2000" kern="1200" dirty="0"/>
        </a:p>
      </dsp:txBody>
      <dsp:txXfrm rot="-10800000">
        <a:off x="0" y="3768556"/>
        <a:ext cx="7133230" cy="481981"/>
      </dsp:txXfrm>
    </dsp:sp>
    <dsp:sp modelId="{F318DF31-420A-4E31-A3FF-40D72B03C5D6}">
      <dsp:nvSpPr>
        <dsp:cNvPr id="0" name=""/>
        <dsp:cNvSpPr/>
      </dsp:nvSpPr>
      <dsp:spPr>
        <a:xfrm>
          <a:off x="0" y="4518455"/>
          <a:ext cx="7133230" cy="625203"/>
        </a:xfrm>
        <a:prstGeom prst="rect">
          <a:avLst/>
        </a:prstGeom>
        <a:solidFill>
          <a:schemeClr val="accent2">
            <a:tint val="40000"/>
            <a:alpha val="90000"/>
            <a:hueOff val="-1373183"/>
            <a:satOff val="1948"/>
            <a:lumOff val="166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373183"/>
              <a:satOff val="1948"/>
              <a:lumOff val="16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 you know the value of attribute A, you can determine the value of attribute B</a:t>
          </a:r>
        </a:p>
      </dsp:txBody>
      <dsp:txXfrm>
        <a:off x="0" y="4518455"/>
        <a:ext cx="7133230" cy="625203"/>
      </dsp:txXfrm>
    </dsp:sp>
    <dsp:sp modelId="{0DC8B122-F57E-417C-A7AB-88DA9A97115B}">
      <dsp:nvSpPr>
        <dsp:cNvPr id="0" name=""/>
        <dsp:cNvSpPr/>
      </dsp:nvSpPr>
      <dsp:spPr>
        <a:xfrm rot="10800000">
          <a:off x="0" y="1909074"/>
          <a:ext cx="7133230" cy="2090980"/>
        </a:xfrm>
        <a:prstGeom prst="upArrowCallout">
          <a:avLst/>
        </a:prstGeom>
        <a:solidFill>
          <a:schemeClr val="accent2">
            <a:hueOff val="-1011835"/>
            <a:satOff val="-149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Key</a:t>
          </a:r>
          <a:r>
            <a:rPr lang="en-US" sz="2000" kern="1200"/>
            <a:t> is one or more attributes that determine other attributes</a:t>
          </a:r>
        </a:p>
      </dsp:txBody>
      <dsp:txXfrm rot="10800000">
        <a:off x="0" y="1909074"/>
        <a:ext cx="7133230" cy="1358656"/>
      </dsp:txXfrm>
    </dsp:sp>
    <dsp:sp modelId="{44862ACA-47F6-4789-9B39-2D782288DB7D}">
      <dsp:nvSpPr>
        <dsp:cNvPr id="0" name=""/>
        <dsp:cNvSpPr/>
      </dsp:nvSpPr>
      <dsp:spPr>
        <a:xfrm rot="10800000">
          <a:off x="0" y="0"/>
          <a:ext cx="7133230" cy="2090980"/>
        </a:xfrm>
        <a:prstGeom prst="upArrowCallout">
          <a:avLst/>
        </a:prstGeom>
        <a:solidFill>
          <a:schemeClr val="accent2">
            <a:hueOff val="-1517753"/>
            <a:satOff val="-223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7030A0"/>
              </a:solidFill>
              <a:highlight>
                <a:srgbClr val="00FF00"/>
              </a:highlight>
            </a:rPr>
            <a:t>Each row in a table must be uniquely identifiable</a:t>
          </a:r>
        </a:p>
      </dsp:txBody>
      <dsp:txXfrm rot="10800000">
        <a:off x="0" y="0"/>
        <a:ext cx="7133230" cy="13586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6CD67-8163-460B-AE3D-43D117C5CA29}">
      <dsp:nvSpPr>
        <dsp:cNvPr id="0" name=""/>
        <dsp:cNvSpPr/>
      </dsp:nvSpPr>
      <dsp:spPr>
        <a:xfrm>
          <a:off x="0" y="264220"/>
          <a:ext cx="10812440" cy="7276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165" tIns="291592" rIns="8391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Composed of </a:t>
          </a:r>
          <a:r>
            <a:rPr lang="en-US" sz="2000" kern="1200" dirty="0">
              <a:solidFill>
                <a:srgbClr val="00B050"/>
              </a:solidFill>
            </a:rPr>
            <a:t>more than one attribute</a:t>
          </a:r>
        </a:p>
      </dsp:txBody>
      <dsp:txXfrm>
        <a:off x="0" y="264220"/>
        <a:ext cx="10812440" cy="727649"/>
      </dsp:txXfrm>
    </dsp:sp>
    <dsp:sp modelId="{C8F74D84-C7B3-40EC-B5A9-E3659D1ED7DF}">
      <dsp:nvSpPr>
        <dsp:cNvPr id="0" name=""/>
        <dsp:cNvSpPr/>
      </dsp:nvSpPr>
      <dsp:spPr>
        <a:xfrm>
          <a:off x="540622" y="57580"/>
          <a:ext cx="7568708" cy="413280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79" tIns="0" rIns="28607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Composite</a:t>
          </a:r>
          <a:r>
            <a:rPr lang="en-US" sz="2000" kern="1200"/>
            <a:t> </a:t>
          </a:r>
          <a:r>
            <a:rPr lang="en-US" sz="2000" b="1" kern="1200"/>
            <a:t>key</a:t>
          </a:r>
          <a:endParaRPr lang="en-US" sz="2000" kern="1200"/>
        </a:p>
      </dsp:txBody>
      <dsp:txXfrm>
        <a:off x="560797" y="77755"/>
        <a:ext cx="7528358" cy="372930"/>
      </dsp:txXfrm>
    </dsp:sp>
    <dsp:sp modelId="{7D266A36-19DD-4417-AC2D-803F0D60E2B6}">
      <dsp:nvSpPr>
        <dsp:cNvPr id="0" name=""/>
        <dsp:cNvSpPr/>
      </dsp:nvSpPr>
      <dsp:spPr>
        <a:xfrm>
          <a:off x="0" y="1274110"/>
          <a:ext cx="10812440" cy="7276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165" tIns="291592" rIns="8391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Any </a:t>
          </a:r>
          <a:r>
            <a:rPr lang="en-US" sz="2000" kern="1200" dirty="0">
              <a:solidFill>
                <a:srgbClr val="0070C0"/>
              </a:solidFill>
            </a:rPr>
            <a:t>attribute</a:t>
          </a:r>
          <a:r>
            <a:rPr lang="en-US" sz="2000" kern="1200" dirty="0"/>
            <a:t> that is </a:t>
          </a:r>
          <a:r>
            <a:rPr lang="en-US" sz="2000" kern="1200" dirty="0">
              <a:solidFill>
                <a:srgbClr val="0070C0"/>
              </a:solidFill>
            </a:rPr>
            <a:t>part of a key</a:t>
          </a:r>
        </a:p>
      </dsp:txBody>
      <dsp:txXfrm>
        <a:off x="0" y="1274110"/>
        <a:ext cx="10812440" cy="727649"/>
      </dsp:txXfrm>
    </dsp:sp>
    <dsp:sp modelId="{1CDDDBC7-843C-476B-95A0-DAB5C9767A97}">
      <dsp:nvSpPr>
        <dsp:cNvPr id="0" name=""/>
        <dsp:cNvSpPr/>
      </dsp:nvSpPr>
      <dsp:spPr>
        <a:xfrm>
          <a:off x="500529" y="1067471"/>
          <a:ext cx="7568708" cy="41328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79" tIns="0" rIns="28607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Key</a:t>
          </a:r>
          <a:r>
            <a:rPr lang="en-US" sz="2000" kern="1200" dirty="0"/>
            <a:t> </a:t>
          </a:r>
          <a:r>
            <a:rPr lang="en-US" sz="2000" b="1" kern="1200" dirty="0"/>
            <a:t>attribute</a:t>
          </a:r>
          <a:endParaRPr lang="en-US" sz="2000" kern="1200" dirty="0"/>
        </a:p>
      </dsp:txBody>
      <dsp:txXfrm>
        <a:off x="520704" y="1087646"/>
        <a:ext cx="7528358" cy="372930"/>
      </dsp:txXfrm>
    </dsp:sp>
    <dsp:sp modelId="{4A3E461D-E458-4EA3-9E01-B60292C5158B}">
      <dsp:nvSpPr>
        <dsp:cNvPr id="0" name=""/>
        <dsp:cNvSpPr/>
      </dsp:nvSpPr>
      <dsp:spPr>
        <a:xfrm>
          <a:off x="0" y="2284000"/>
          <a:ext cx="10812440" cy="132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165" tIns="291592" rIns="8391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Any key that </a:t>
          </a:r>
          <a:r>
            <a:rPr lang="en-US" sz="2000" kern="1200" dirty="0">
              <a:solidFill>
                <a:srgbClr val="FFC000"/>
              </a:solidFill>
            </a:rPr>
            <a:t>uniquely identifies each row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b="1" i="0" kern="1200" dirty="0" err="1"/>
            <a:t>Superkey</a:t>
          </a:r>
          <a:r>
            <a:rPr lang="en-US" sz="2000" b="0" i="0" kern="1200" dirty="0"/>
            <a:t> = a </a:t>
          </a:r>
          <a:r>
            <a:rPr lang="en-US" sz="2000" b="1" i="0" kern="1200" dirty="0"/>
            <a:t>set of attributes </a:t>
          </a:r>
          <a:r>
            <a:rPr lang="en-US" sz="2000" b="0" i="0" kern="1200" dirty="0"/>
            <a:t>in a relation </a:t>
          </a:r>
          <a:r>
            <a:rPr lang="en-US" sz="2000" b="1" i="0" kern="1200" dirty="0"/>
            <a:t>R</a:t>
          </a:r>
          <a:r>
            <a:rPr lang="en-US" sz="2000" b="0" i="0" kern="1200" dirty="0"/>
            <a:t> such that </a:t>
          </a:r>
          <a:r>
            <a:rPr lang="en-US" sz="2000" b="1" i="0" kern="1200" dirty="0"/>
            <a:t>no 2 different tuples</a:t>
          </a:r>
          <a:r>
            <a:rPr lang="en-US" sz="2000" b="0" i="0" kern="1200" dirty="0"/>
            <a:t> will have the </a:t>
          </a:r>
          <a:r>
            <a:rPr lang="en-US" sz="2000" b="1" i="0" kern="1200" dirty="0"/>
            <a:t>same values </a:t>
          </a:r>
          <a:r>
            <a:rPr lang="en-US" sz="2000" b="0" i="0" kern="1200" dirty="0"/>
            <a:t>for that set of attributes</a:t>
          </a:r>
          <a:endParaRPr lang="en-US" sz="2000" kern="1200" dirty="0">
            <a:solidFill>
              <a:srgbClr val="FFC000"/>
            </a:solidFill>
          </a:endParaRPr>
        </a:p>
      </dsp:txBody>
      <dsp:txXfrm>
        <a:off x="0" y="2284000"/>
        <a:ext cx="10812440" cy="1323000"/>
      </dsp:txXfrm>
    </dsp:sp>
    <dsp:sp modelId="{B1FA5310-C410-448D-907C-F51B675FA06F}">
      <dsp:nvSpPr>
        <dsp:cNvPr id="0" name=""/>
        <dsp:cNvSpPr/>
      </dsp:nvSpPr>
      <dsp:spPr>
        <a:xfrm>
          <a:off x="540622" y="2077360"/>
          <a:ext cx="7568708" cy="413280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79" tIns="0" rIns="28607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Superkey</a:t>
          </a:r>
          <a:endParaRPr lang="en-US" sz="2000" kern="1200"/>
        </a:p>
      </dsp:txBody>
      <dsp:txXfrm>
        <a:off x="560797" y="2097535"/>
        <a:ext cx="7528358" cy="372930"/>
      </dsp:txXfrm>
    </dsp:sp>
    <dsp:sp modelId="{120DB6B8-E0C4-4386-95E2-973789CA6C65}">
      <dsp:nvSpPr>
        <dsp:cNvPr id="0" name=""/>
        <dsp:cNvSpPr/>
      </dsp:nvSpPr>
      <dsp:spPr>
        <a:xfrm>
          <a:off x="0" y="3889241"/>
          <a:ext cx="10812440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165" tIns="291592" rIns="83916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 </a:t>
          </a:r>
          <a:r>
            <a:rPr lang="en-US" sz="2000" kern="1200" dirty="0" err="1"/>
            <a:t>superkey</a:t>
          </a:r>
          <a:r>
            <a:rPr lang="en-US" sz="2000" kern="1200" dirty="0"/>
            <a:t> without </a:t>
          </a:r>
          <a:r>
            <a:rPr lang="en-US" sz="2000" kern="1200" dirty="0">
              <a:solidFill>
                <a:srgbClr val="FF0000"/>
              </a:solidFill>
            </a:rPr>
            <a:t>unnecessary attributes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000" b="1" i="0" kern="1200" dirty="0"/>
            <a:t>Candidate key</a:t>
          </a:r>
          <a:r>
            <a:rPr lang="en-MY" sz="2000" b="0" i="0" kern="1200" dirty="0"/>
            <a:t> = </a:t>
          </a:r>
          <a:r>
            <a:rPr lang="en-MY" sz="2000" b="1" i="1" kern="1200" dirty="0"/>
            <a:t>any</a:t>
          </a:r>
          <a:r>
            <a:rPr lang="en-MY" sz="2000" b="1" i="0" kern="1200" dirty="0"/>
            <a:t> key</a:t>
          </a:r>
          <a:endParaRPr lang="en-US" sz="2000" kern="1200" dirty="0">
            <a:solidFill>
              <a:srgbClr val="FF0000"/>
            </a:solidFill>
          </a:endParaRPr>
        </a:p>
      </dsp:txBody>
      <dsp:txXfrm>
        <a:off x="0" y="3889241"/>
        <a:ext cx="10812440" cy="1058400"/>
      </dsp:txXfrm>
    </dsp:sp>
    <dsp:sp modelId="{65301CC1-FFA0-4974-A18C-6919C563969A}">
      <dsp:nvSpPr>
        <dsp:cNvPr id="0" name=""/>
        <dsp:cNvSpPr/>
      </dsp:nvSpPr>
      <dsp:spPr>
        <a:xfrm>
          <a:off x="540622" y="3682600"/>
          <a:ext cx="7568708" cy="413280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79" tIns="0" rIns="28607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Candidate</a:t>
          </a:r>
          <a:r>
            <a:rPr lang="en-US" sz="1400" kern="1200"/>
            <a:t> </a:t>
          </a:r>
          <a:r>
            <a:rPr lang="en-US" sz="1400" b="1" kern="1200"/>
            <a:t>key</a:t>
          </a:r>
          <a:r>
            <a:rPr lang="en-US" sz="1400" kern="1200"/>
            <a:t> </a:t>
          </a:r>
        </a:p>
      </dsp:txBody>
      <dsp:txXfrm>
        <a:off x="560797" y="3702775"/>
        <a:ext cx="7528358" cy="3729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5135B-D2F5-46BE-B68E-EFCCD8DB246C}">
      <dsp:nvSpPr>
        <dsp:cNvPr id="0" name=""/>
        <dsp:cNvSpPr/>
      </dsp:nvSpPr>
      <dsp:spPr>
        <a:xfrm>
          <a:off x="3286" y="46727"/>
          <a:ext cx="3203971" cy="982345"/>
        </a:xfrm>
        <a:prstGeom prst="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Foreign</a:t>
          </a:r>
          <a:r>
            <a:rPr lang="en-US" sz="2700" kern="1200"/>
            <a:t> </a:t>
          </a:r>
          <a:r>
            <a:rPr lang="en-US" sz="2700" b="1" kern="1200"/>
            <a:t>key</a:t>
          </a:r>
          <a:r>
            <a:rPr lang="en-US" sz="2700" kern="1200"/>
            <a:t> (</a:t>
          </a:r>
          <a:r>
            <a:rPr lang="en-US" sz="2700" b="1" kern="1200"/>
            <a:t>FK</a:t>
          </a:r>
          <a:r>
            <a:rPr lang="en-US" sz="2700" kern="1200"/>
            <a:t>) </a:t>
          </a:r>
        </a:p>
      </dsp:txBody>
      <dsp:txXfrm>
        <a:off x="3286" y="46727"/>
        <a:ext cx="3203971" cy="982345"/>
      </dsp:txXfrm>
    </dsp:sp>
    <dsp:sp modelId="{CDA20695-408D-4DD3-B686-AEF01B2DE9B4}">
      <dsp:nvSpPr>
        <dsp:cNvPr id="0" name=""/>
        <dsp:cNvSpPr/>
      </dsp:nvSpPr>
      <dsp:spPr>
        <a:xfrm>
          <a:off x="3286" y="1029072"/>
          <a:ext cx="3203971" cy="3085036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An attribute whose </a:t>
          </a:r>
          <a:r>
            <a:rPr lang="en-US" sz="2700" kern="1200" dirty="0">
              <a:solidFill>
                <a:srgbClr val="FF0000"/>
              </a:solidFill>
            </a:rPr>
            <a:t>values match primary key </a:t>
          </a:r>
          <a:r>
            <a:rPr lang="en-US" sz="2700" kern="1200" dirty="0"/>
            <a:t>values </a:t>
          </a:r>
          <a:r>
            <a:rPr lang="en-US" sz="2700" kern="1200" dirty="0">
              <a:solidFill>
                <a:srgbClr val="FF0000"/>
              </a:solidFill>
            </a:rPr>
            <a:t>in the related table</a:t>
          </a:r>
        </a:p>
      </dsp:txBody>
      <dsp:txXfrm>
        <a:off x="3286" y="1029072"/>
        <a:ext cx="3203971" cy="3085036"/>
      </dsp:txXfrm>
    </dsp:sp>
    <dsp:sp modelId="{A42651FC-CC8E-42F2-96F1-CDCC58B20955}">
      <dsp:nvSpPr>
        <dsp:cNvPr id="0" name=""/>
        <dsp:cNvSpPr/>
      </dsp:nvSpPr>
      <dsp:spPr>
        <a:xfrm>
          <a:off x="3655814" y="46727"/>
          <a:ext cx="3203971" cy="982345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accent2">
              <a:hueOff val="-758876"/>
              <a:satOff val="-111"/>
              <a:lumOff val="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Referential</a:t>
          </a:r>
          <a:r>
            <a:rPr lang="en-US" sz="2700" kern="1200"/>
            <a:t> </a:t>
          </a:r>
          <a:r>
            <a:rPr lang="en-US" sz="2700" b="1" kern="1200"/>
            <a:t>integrity</a:t>
          </a:r>
          <a:r>
            <a:rPr lang="en-US" sz="2700" kern="1200"/>
            <a:t> </a:t>
          </a:r>
        </a:p>
      </dsp:txBody>
      <dsp:txXfrm>
        <a:off x="3655814" y="46727"/>
        <a:ext cx="3203971" cy="982345"/>
      </dsp:txXfrm>
    </dsp:sp>
    <dsp:sp modelId="{53A6CC9C-746C-4496-BC09-8AC33DE68679}">
      <dsp:nvSpPr>
        <dsp:cNvPr id="0" name=""/>
        <dsp:cNvSpPr/>
      </dsp:nvSpPr>
      <dsp:spPr>
        <a:xfrm>
          <a:off x="3655814" y="1029072"/>
          <a:ext cx="3203971" cy="3085036"/>
        </a:xfrm>
        <a:prstGeom prst="rect">
          <a:avLst/>
        </a:prstGeom>
        <a:solidFill>
          <a:srgbClr val="E0EED6">
            <a:alpha val="89804"/>
          </a:srgbClr>
        </a:solidFill>
        <a:ln w="12700" cap="flat" cmpd="sng" algn="ctr">
          <a:solidFill>
            <a:schemeClr val="accent2">
              <a:tint val="40000"/>
              <a:alpha val="90000"/>
              <a:hueOff val="-686591"/>
              <a:satOff val="974"/>
              <a:lumOff val="8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>
              <a:solidFill>
                <a:srgbClr val="FF0000"/>
              </a:solidFill>
            </a:rPr>
            <a:t>FK </a:t>
          </a:r>
          <a:r>
            <a:rPr lang="en-US" sz="2700" kern="1200" dirty="0"/>
            <a:t>contains a value that </a:t>
          </a:r>
          <a:r>
            <a:rPr lang="en-US" sz="2700" kern="1200" dirty="0">
              <a:solidFill>
                <a:srgbClr val="FF0000"/>
              </a:solidFill>
            </a:rPr>
            <a:t>refers to an existing valid tuple (row) in another relation</a:t>
          </a:r>
        </a:p>
      </dsp:txBody>
      <dsp:txXfrm>
        <a:off x="3655814" y="1029072"/>
        <a:ext cx="3203971" cy="3085036"/>
      </dsp:txXfrm>
    </dsp:sp>
    <dsp:sp modelId="{4B882A52-87A4-4F2B-B5D1-CDE9A11253E1}">
      <dsp:nvSpPr>
        <dsp:cNvPr id="0" name=""/>
        <dsp:cNvSpPr/>
      </dsp:nvSpPr>
      <dsp:spPr>
        <a:xfrm>
          <a:off x="7308342" y="46727"/>
          <a:ext cx="3203971" cy="98234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accent2">
              <a:hueOff val="-1517753"/>
              <a:satOff val="-223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Secondary</a:t>
          </a:r>
          <a:r>
            <a:rPr lang="en-US" sz="2700" kern="1200" dirty="0"/>
            <a:t> </a:t>
          </a:r>
          <a:r>
            <a:rPr lang="en-US" sz="2700" b="1" kern="1200" dirty="0"/>
            <a:t>key</a:t>
          </a:r>
          <a:r>
            <a:rPr lang="en-US" sz="2700" kern="1200" dirty="0"/>
            <a:t> </a:t>
          </a:r>
        </a:p>
      </dsp:txBody>
      <dsp:txXfrm>
        <a:off x="7308342" y="46727"/>
        <a:ext cx="3203971" cy="982345"/>
      </dsp:txXfrm>
    </dsp:sp>
    <dsp:sp modelId="{268C6F21-CD35-4FBD-8358-37D3F38D1F3A}">
      <dsp:nvSpPr>
        <dsp:cNvPr id="0" name=""/>
        <dsp:cNvSpPr/>
      </dsp:nvSpPr>
      <dsp:spPr>
        <a:xfrm>
          <a:off x="7308342" y="1029072"/>
          <a:ext cx="3203971" cy="3085036"/>
        </a:xfrm>
        <a:prstGeom prst="rect">
          <a:avLst/>
        </a:prstGeom>
        <a:solidFill>
          <a:srgbClr val="F6DAD2">
            <a:alpha val="89804"/>
          </a:srgbClr>
        </a:solidFill>
        <a:ln w="12700" cap="flat" cmpd="sng" algn="ctr">
          <a:solidFill>
            <a:schemeClr val="accent2">
              <a:tint val="40000"/>
              <a:alpha val="90000"/>
              <a:hueOff val="-1373183"/>
              <a:satOff val="1948"/>
              <a:lumOff val="16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Key </a:t>
          </a:r>
          <a:r>
            <a:rPr lang="en-US" sz="2700" kern="1200" dirty="0">
              <a:solidFill>
                <a:srgbClr val="FF0000"/>
              </a:solidFill>
            </a:rPr>
            <a:t>used strictly for data retrieval </a:t>
          </a:r>
          <a:r>
            <a:rPr lang="en-US" sz="2700" kern="1200" dirty="0"/>
            <a:t>purposes</a:t>
          </a:r>
        </a:p>
      </dsp:txBody>
      <dsp:txXfrm>
        <a:off x="7308342" y="1029072"/>
        <a:ext cx="3203971" cy="30850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B4701-D062-40BD-B2D6-277243CAE729}">
      <dsp:nvSpPr>
        <dsp:cNvPr id="0" name=""/>
        <dsp:cNvSpPr/>
      </dsp:nvSpPr>
      <dsp:spPr>
        <a:xfrm>
          <a:off x="0" y="0"/>
          <a:ext cx="10493090" cy="1305966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164786-5789-4311-864C-997A9853BD02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2056D-8347-48A0-8821-D1ED5DEE15BF}">
      <dsp:nvSpPr>
        <dsp:cNvPr id="0" name=""/>
        <dsp:cNvSpPr/>
      </dsp:nvSpPr>
      <dsp:spPr>
        <a:xfrm>
          <a:off x="1508391" y="558"/>
          <a:ext cx="8984699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rgbClr val="7030A0"/>
              </a:solidFill>
              <a:highlight>
                <a:srgbClr val="00FF00"/>
              </a:highlight>
            </a:rPr>
            <a:t>Many RDBMs enforce integrity rules automatically</a:t>
          </a:r>
        </a:p>
      </dsp:txBody>
      <dsp:txXfrm>
        <a:off x="1508391" y="558"/>
        <a:ext cx="8984699" cy="1305966"/>
      </dsp:txXfrm>
    </dsp:sp>
    <dsp:sp modelId="{18894B2E-B8FC-4399-9610-B5C6D384A99E}">
      <dsp:nvSpPr>
        <dsp:cNvPr id="0" name=""/>
        <dsp:cNvSpPr/>
      </dsp:nvSpPr>
      <dsp:spPr>
        <a:xfrm>
          <a:off x="0" y="1633016"/>
          <a:ext cx="10493090" cy="1305966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E4966A-25CC-4C59-AE46-28D901E5B4D4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78AA2-7F30-4BD0-8A4B-F7A014C33DE0}">
      <dsp:nvSpPr>
        <dsp:cNvPr id="0" name=""/>
        <dsp:cNvSpPr/>
      </dsp:nvSpPr>
      <dsp:spPr>
        <a:xfrm>
          <a:off x="1508391" y="1633016"/>
          <a:ext cx="8984699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Safer to ensure that application design conforms to entity and referential integrity rules </a:t>
          </a:r>
        </a:p>
      </dsp:txBody>
      <dsp:txXfrm>
        <a:off x="1508391" y="1633016"/>
        <a:ext cx="8984699" cy="1305966"/>
      </dsp:txXfrm>
    </dsp:sp>
    <dsp:sp modelId="{25AF00CA-6E4A-4D24-9CF6-4016D8B78520}">
      <dsp:nvSpPr>
        <dsp:cNvPr id="0" name=""/>
        <dsp:cNvSpPr/>
      </dsp:nvSpPr>
      <dsp:spPr>
        <a:xfrm>
          <a:off x="0" y="3265475"/>
          <a:ext cx="10493090" cy="13059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C351E0-37DE-4592-B07F-9CABF296D035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23EA3-69C2-4ABE-AF5C-9B1E1BD352E0}">
      <dsp:nvSpPr>
        <dsp:cNvPr id="0" name=""/>
        <dsp:cNvSpPr/>
      </dsp:nvSpPr>
      <dsp:spPr>
        <a:xfrm>
          <a:off x="1508391" y="3265475"/>
          <a:ext cx="4721890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Designers use </a:t>
          </a:r>
          <a:r>
            <a:rPr lang="en-US" sz="2500" b="1" kern="1200" dirty="0">
              <a:solidFill>
                <a:srgbClr val="FF0000"/>
              </a:solidFill>
              <a:highlight>
                <a:srgbClr val="FFFF00"/>
              </a:highlight>
            </a:rPr>
            <a:t>flags</a:t>
          </a:r>
          <a:r>
            <a:rPr lang="en-US" sz="2500" kern="1200" dirty="0">
              <a:solidFill>
                <a:srgbClr val="FF0000"/>
              </a:solidFill>
              <a:highlight>
                <a:srgbClr val="FFFF00"/>
              </a:highlight>
            </a:rPr>
            <a:t> </a:t>
          </a:r>
          <a:r>
            <a:rPr lang="en-US" sz="2500" kern="1200" dirty="0"/>
            <a:t>to avoid nulls</a:t>
          </a:r>
        </a:p>
      </dsp:txBody>
      <dsp:txXfrm>
        <a:off x="1508391" y="3265475"/>
        <a:ext cx="4721890" cy="1305966"/>
      </dsp:txXfrm>
    </dsp:sp>
    <dsp:sp modelId="{592C3F7E-0FD1-4C6D-B766-E28DECA7B243}">
      <dsp:nvSpPr>
        <dsp:cNvPr id="0" name=""/>
        <dsp:cNvSpPr/>
      </dsp:nvSpPr>
      <dsp:spPr>
        <a:xfrm>
          <a:off x="6230282" y="3265475"/>
          <a:ext cx="426280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Flags indicate absence of some value</a:t>
          </a:r>
        </a:p>
      </dsp:txBody>
      <dsp:txXfrm>
        <a:off x="6230282" y="3265475"/>
        <a:ext cx="4262808" cy="13059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C92D4-4283-4D86-BB84-7ED2C7D5F303}">
      <dsp:nvSpPr>
        <dsp:cNvPr id="0" name=""/>
        <dsp:cNvSpPr/>
      </dsp:nvSpPr>
      <dsp:spPr>
        <a:xfrm>
          <a:off x="1967016" y="0"/>
          <a:ext cx="1510523" cy="14535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39833-E7FC-49D9-9A9B-55B2DD63F808}">
      <dsp:nvSpPr>
        <dsp:cNvPr id="0" name=""/>
        <dsp:cNvSpPr/>
      </dsp:nvSpPr>
      <dsp:spPr>
        <a:xfrm>
          <a:off x="564387" y="1625675"/>
          <a:ext cx="4315781" cy="622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/>
            <a:t>Data</a:t>
          </a:r>
          <a:r>
            <a:rPr lang="en-US" sz="3600" kern="1200" dirty="0"/>
            <a:t> </a:t>
          </a:r>
          <a:r>
            <a:rPr lang="en-US" sz="3600" b="1" kern="1200" dirty="0"/>
            <a:t>dictionary</a:t>
          </a:r>
          <a:r>
            <a:rPr lang="en-US" sz="3600" kern="1200" dirty="0"/>
            <a:t> </a:t>
          </a:r>
        </a:p>
      </dsp:txBody>
      <dsp:txXfrm>
        <a:off x="564387" y="1625675"/>
        <a:ext cx="4315781" cy="622933"/>
      </dsp:txXfrm>
    </dsp:sp>
    <dsp:sp modelId="{3B0C5A50-01A5-4C28-B7A6-D35D71BAD3B4}">
      <dsp:nvSpPr>
        <dsp:cNvPr id="0" name=""/>
        <dsp:cNvSpPr/>
      </dsp:nvSpPr>
      <dsp:spPr>
        <a:xfrm>
          <a:off x="564387" y="2328684"/>
          <a:ext cx="4315781" cy="1832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Provides detailed accounting </a:t>
          </a:r>
          <a:r>
            <a:rPr lang="en-US" sz="1700" b="1" kern="1200" dirty="0"/>
            <a:t>of all tables found </a:t>
          </a:r>
          <a:r>
            <a:rPr lang="en-US" sz="1700" kern="1200" dirty="0"/>
            <a:t>within the user/designer-created database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Contains (at least) all the </a:t>
          </a:r>
          <a:r>
            <a:rPr lang="en-US" sz="1700" b="1" kern="1200" dirty="0"/>
            <a:t>attribute names and characteristics </a:t>
          </a:r>
          <a:r>
            <a:rPr lang="en-US" sz="1700" kern="1200" dirty="0"/>
            <a:t>for each table in the system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Contains </a:t>
          </a:r>
          <a:r>
            <a:rPr lang="en-US" sz="1700" b="1" kern="1200" dirty="0"/>
            <a:t>metadata</a:t>
          </a:r>
          <a:r>
            <a:rPr lang="en-US" sz="1700" kern="1200" dirty="0"/>
            <a:t>: data about data</a:t>
          </a:r>
        </a:p>
      </dsp:txBody>
      <dsp:txXfrm>
        <a:off x="564387" y="2328684"/>
        <a:ext cx="4315781" cy="1832152"/>
      </dsp:txXfrm>
    </dsp:sp>
    <dsp:sp modelId="{FAD7FB34-7D5D-4199-875C-C937FE2A8E1A}">
      <dsp:nvSpPr>
        <dsp:cNvPr id="0" name=""/>
        <dsp:cNvSpPr/>
      </dsp:nvSpPr>
      <dsp:spPr>
        <a:xfrm>
          <a:off x="7038059" y="0"/>
          <a:ext cx="1510523" cy="14535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94F5C-1908-41A9-AE2C-C63C8049908B}">
      <dsp:nvSpPr>
        <dsp:cNvPr id="0" name=""/>
        <dsp:cNvSpPr/>
      </dsp:nvSpPr>
      <dsp:spPr>
        <a:xfrm>
          <a:off x="5635430" y="1625675"/>
          <a:ext cx="4315781" cy="622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System</a:t>
          </a:r>
          <a:r>
            <a:rPr lang="en-US" sz="3600" kern="1200"/>
            <a:t> </a:t>
          </a:r>
          <a:r>
            <a:rPr lang="en-US" sz="3600" b="1" kern="1200"/>
            <a:t>catalog</a:t>
          </a:r>
          <a:endParaRPr lang="en-US" sz="3600" kern="1200"/>
        </a:p>
      </dsp:txBody>
      <dsp:txXfrm>
        <a:off x="5635430" y="1625675"/>
        <a:ext cx="4315781" cy="622933"/>
      </dsp:txXfrm>
    </dsp:sp>
    <dsp:sp modelId="{4B2DD9BA-7634-4676-84F3-2C33692D3A00}">
      <dsp:nvSpPr>
        <dsp:cNvPr id="0" name=""/>
        <dsp:cNvSpPr/>
      </dsp:nvSpPr>
      <dsp:spPr>
        <a:xfrm>
          <a:off x="5635430" y="2328684"/>
          <a:ext cx="4315781" cy="1832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Contains </a:t>
          </a:r>
          <a:r>
            <a:rPr lang="en-US" sz="1700" b="0" kern="1200" dirty="0"/>
            <a:t>metadata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Detailed system data </a:t>
          </a:r>
          <a:r>
            <a:rPr lang="en-US" sz="1700" kern="1200" dirty="0"/>
            <a:t>dictionary that describes all objects within the database</a:t>
          </a:r>
        </a:p>
      </dsp:txBody>
      <dsp:txXfrm>
        <a:off x="5635430" y="2328684"/>
        <a:ext cx="4315781" cy="18321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03EF4-CEBE-40ED-A84D-BC1D6EAF602B}">
      <dsp:nvSpPr>
        <dsp:cNvPr id="0" name=""/>
        <dsp:cNvSpPr/>
      </dsp:nvSpPr>
      <dsp:spPr>
        <a:xfrm>
          <a:off x="656244" y="0"/>
          <a:ext cx="5338764" cy="533876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A7E23-3BB2-4F60-A21B-FF16427EF0FE}">
      <dsp:nvSpPr>
        <dsp:cNvPr id="0" name=""/>
        <dsp:cNvSpPr/>
      </dsp:nvSpPr>
      <dsp:spPr>
        <a:xfrm>
          <a:off x="1163427" y="507182"/>
          <a:ext cx="2082117" cy="208211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One entity related to only one other entity, and vice versa</a:t>
          </a:r>
        </a:p>
      </dsp:txBody>
      <dsp:txXfrm>
        <a:off x="1265068" y="608823"/>
        <a:ext cx="1878835" cy="1878835"/>
      </dsp:txXfrm>
    </dsp:sp>
    <dsp:sp modelId="{45F0BF47-8C8E-49D9-B340-B6E66EF06C1F}">
      <dsp:nvSpPr>
        <dsp:cNvPr id="0" name=""/>
        <dsp:cNvSpPr/>
      </dsp:nvSpPr>
      <dsp:spPr>
        <a:xfrm>
          <a:off x="3405707" y="507182"/>
          <a:ext cx="2082117" cy="208211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Sometimes means that entity components were not defined properly</a:t>
          </a:r>
        </a:p>
      </dsp:txBody>
      <dsp:txXfrm>
        <a:off x="3507348" y="608823"/>
        <a:ext cx="1878835" cy="1878835"/>
      </dsp:txXfrm>
    </dsp:sp>
    <dsp:sp modelId="{F2E4631D-3B63-4F1E-8B6B-60B3D8B3F4BD}">
      <dsp:nvSpPr>
        <dsp:cNvPr id="0" name=""/>
        <dsp:cNvSpPr/>
      </dsp:nvSpPr>
      <dsp:spPr>
        <a:xfrm>
          <a:off x="1163427" y="2749463"/>
          <a:ext cx="2082117" cy="208211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Could indicate that two entities actually belong in the same table</a:t>
          </a:r>
        </a:p>
      </dsp:txBody>
      <dsp:txXfrm>
        <a:off x="1265068" y="2851104"/>
        <a:ext cx="1878835" cy="1878835"/>
      </dsp:txXfrm>
    </dsp:sp>
    <dsp:sp modelId="{00B7496A-25EB-4978-ADDA-5F8BA63E2B5F}">
      <dsp:nvSpPr>
        <dsp:cNvPr id="0" name=""/>
        <dsp:cNvSpPr/>
      </dsp:nvSpPr>
      <dsp:spPr>
        <a:xfrm>
          <a:off x="3405707" y="2749463"/>
          <a:ext cx="2082117" cy="208211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Certain conditions absolutely require their use</a:t>
          </a:r>
        </a:p>
      </dsp:txBody>
      <dsp:txXfrm>
        <a:off x="3507348" y="2851104"/>
        <a:ext cx="1878835" cy="18788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9EA5F-2E24-4082-BF75-0222502ADE4D}">
      <dsp:nvSpPr>
        <dsp:cNvPr id="0" name=""/>
        <dsp:cNvSpPr/>
      </dsp:nvSpPr>
      <dsp:spPr>
        <a:xfrm rot="5400000">
          <a:off x="6749964" y="-2862105"/>
          <a:ext cx="801286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Links tables by </a:t>
          </a:r>
          <a:r>
            <a:rPr lang="en-US" sz="2200" b="1" kern="1200" dirty="0"/>
            <a:t>selecting rows with common values</a:t>
          </a:r>
          <a:r>
            <a:rPr lang="en-US" sz="2200" kern="1200" dirty="0"/>
            <a:t> in common attribute(s)</a:t>
          </a:r>
        </a:p>
      </dsp:txBody>
      <dsp:txXfrm rot="-5400000">
        <a:off x="3785615" y="141360"/>
        <a:ext cx="6690868" cy="723054"/>
      </dsp:txXfrm>
    </dsp:sp>
    <dsp:sp modelId="{0CCB144A-9F1E-48E2-827F-8CDAE9C7425C}">
      <dsp:nvSpPr>
        <dsp:cNvPr id="0" name=""/>
        <dsp:cNvSpPr/>
      </dsp:nvSpPr>
      <dsp:spPr>
        <a:xfrm>
          <a:off x="0" y="2082"/>
          <a:ext cx="3785616" cy="1001607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/>
            <a:t>Natural</a:t>
          </a:r>
          <a:r>
            <a:rPr lang="en-US" sz="4500" kern="1200"/>
            <a:t> </a:t>
          </a:r>
          <a:r>
            <a:rPr lang="en-US" sz="4500" b="1" kern="1200"/>
            <a:t>Join</a:t>
          </a:r>
          <a:endParaRPr lang="en-US" sz="4500" kern="1200"/>
        </a:p>
      </dsp:txBody>
      <dsp:txXfrm>
        <a:off x="48894" y="50976"/>
        <a:ext cx="3687828" cy="903819"/>
      </dsp:txXfrm>
    </dsp:sp>
    <dsp:sp modelId="{4030548B-9D3D-4DE6-9074-C26C7E6F89EA}">
      <dsp:nvSpPr>
        <dsp:cNvPr id="0" name=""/>
        <dsp:cNvSpPr/>
      </dsp:nvSpPr>
      <dsp:spPr>
        <a:xfrm rot="5400000">
          <a:off x="6749964" y="-1810417"/>
          <a:ext cx="801286" cy="6729984"/>
        </a:xfrm>
        <a:prstGeom prst="round2SameRect">
          <a:avLst/>
        </a:prstGeom>
        <a:solidFill>
          <a:schemeClr val="accent2">
            <a:tint val="40000"/>
            <a:alpha val="90000"/>
            <a:hueOff val="-457728"/>
            <a:satOff val="649"/>
            <a:lumOff val="55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57728"/>
              <a:satOff val="649"/>
              <a:lumOff val="5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Links tables on the basis of an </a:t>
          </a:r>
          <a:r>
            <a:rPr lang="en-US" sz="2200" b="1" kern="1200" dirty="0"/>
            <a:t>equality condition that compares specified columns</a:t>
          </a:r>
        </a:p>
      </dsp:txBody>
      <dsp:txXfrm rot="-5400000">
        <a:off x="3785615" y="1193048"/>
        <a:ext cx="6690868" cy="723054"/>
      </dsp:txXfrm>
    </dsp:sp>
    <dsp:sp modelId="{703B4D9E-D0BB-4DFC-9ADC-85CF0C0EB767}">
      <dsp:nvSpPr>
        <dsp:cNvPr id="0" name=""/>
        <dsp:cNvSpPr/>
      </dsp:nvSpPr>
      <dsp:spPr>
        <a:xfrm>
          <a:off x="0" y="1053770"/>
          <a:ext cx="3785616" cy="1001607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/>
            <a:t>Equijoin</a:t>
          </a:r>
          <a:endParaRPr lang="en-US" sz="4500" kern="1200" dirty="0"/>
        </a:p>
      </dsp:txBody>
      <dsp:txXfrm>
        <a:off x="48894" y="1102664"/>
        <a:ext cx="3687828" cy="903819"/>
      </dsp:txXfrm>
    </dsp:sp>
    <dsp:sp modelId="{1A7C0401-88C4-4B9E-AFA2-3FE2240DB035}">
      <dsp:nvSpPr>
        <dsp:cNvPr id="0" name=""/>
        <dsp:cNvSpPr/>
      </dsp:nvSpPr>
      <dsp:spPr>
        <a:xfrm rot="5400000">
          <a:off x="6749964" y="-758729"/>
          <a:ext cx="801286" cy="6729984"/>
        </a:xfrm>
        <a:prstGeom prst="round2SameRect">
          <a:avLst/>
        </a:prstGeom>
        <a:solidFill>
          <a:schemeClr val="accent2">
            <a:tint val="40000"/>
            <a:alpha val="90000"/>
            <a:hueOff val="-915455"/>
            <a:satOff val="1299"/>
            <a:lumOff val="111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915455"/>
              <a:satOff val="1299"/>
              <a:lumOff val="11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Any other </a:t>
          </a:r>
          <a:r>
            <a:rPr lang="en-US" sz="2200" b="1" kern="1200" dirty="0"/>
            <a:t>comparison</a:t>
          </a:r>
          <a:r>
            <a:rPr lang="en-US" sz="2200" kern="1200" dirty="0"/>
            <a:t> operator is used</a:t>
          </a:r>
        </a:p>
      </dsp:txBody>
      <dsp:txXfrm rot="-5400000">
        <a:off x="3785615" y="2244736"/>
        <a:ext cx="6690868" cy="723054"/>
      </dsp:txXfrm>
    </dsp:sp>
    <dsp:sp modelId="{E2BD7CDA-F813-425E-9AA5-8B8CF5452559}">
      <dsp:nvSpPr>
        <dsp:cNvPr id="0" name=""/>
        <dsp:cNvSpPr/>
      </dsp:nvSpPr>
      <dsp:spPr>
        <a:xfrm>
          <a:off x="0" y="2105458"/>
          <a:ext cx="3785616" cy="1001607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/>
            <a:t>Theta join</a:t>
          </a:r>
          <a:endParaRPr lang="en-US" sz="4500" kern="1200"/>
        </a:p>
      </dsp:txBody>
      <dsp:txXfrm>
        <a:off x="48894" y="2154352"/>
        <a:ext cx="3687828" cy="903819"/>
      </dsp:txXfrm>
    </dsp:sp>
    <dsp:sp modelId="{050E6C16-A352-4145-AC8E-52E2C383E277}">
      <dsp:nvSpPr>
        <dsp:cNvPr id="0" name=""/>
        <dsp:cNvSpPr/>
      </dsp:nvSpPr>
      <dsp:spPr>
        <a:xfrm rot="5400000">
          <a:off x="6749964" y="292958"/>
          <a:ext cx="801286" cy="6729984"/>
        </a:xfrm>
        <a:prstGeom prst="round2SameRect">
          <a:avLst/>
        </a:prstGeom>
        <a:solidFill>
          <a:schemeClr val="accent2">
            <a:tint val="40000"/>
            <a:alpha val="90000"/>
            <a:hueOff val="-1373183"/>
            <a:satOff val="1948"/>
            <a:lumOff val="166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373183"/>
              <a:satOff val="1948"/>
              <a:lumOff val="16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 dirty="0"/>
            <a:t>Matched pairs are retained</a:t>
          </a:r>
          <a:r>
            <a:rPr lang="en-US" sz="2200" kern="1200" dirty="0"/>
            <a:t>, and any unmatched values in other table are left null</a:t>
          </a:r>
        </a:p>
      </dsp:txBody>
      <dsp:txXfrm rot="-5400000">
        <a:off x="3785615" y="3296423"/>
        <a:ext cx="6690868" cy="723054"/>
      </dsp:txXfrm>
    </dsp:sp>
    <dsp:sp modelId="{1DCA96B2-CDD3-4651-AE00-FDFAEA3A7EB4}">
      <dsp:nvSpPr>
        <dsp:cNvPr id="0" name=""/>
        <dsp:cNvSpPr/>
      </dsp:nvSpPr>
      <dsp:spPr>
        <a:xfrm>
          <a:off x="0" y="3157146"/>
          <a:ext cx="3785616" cy="1001607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/>
            <a:t>Outer</a:t>
          </a:r>
          <a:r>
            <a:rPr lang="en-US" sz="4500" kern="1200"/>
            <a:t> </a:t>
          </a:r>
          <a:r>
            <a:rPr lang="en-US" sz="4500" b="1" kern="1200"/>
            <a:t>join</a:t>
          </a:r>
          <a:endParaRPr lang="en-US" sz="4500" kern="1200"/>
        </a:p>
      </dsp:txBody>
      <dsp:txXfrm>
        <a:off x="48894" y="3206040"/>
        <a:ext cx="3687828" cy="90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28B48-B70B-4885-991D-C9AB8770476D}" type="datetimeFigureOut">
              <a:rPr lang="en-MY" smtClean="0"/>
              <a:t>18/6/2026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22561-B278-46D7-9C93-B8F0DC097F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364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9C7BC599-3B14-3FE2-1D23-A70FFFA16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C6425FB-CD00-4DFA-97A1-DBD6C6A11B81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7E5C813-BDD2-3C5F-9475-5A3EEA031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B1F418AC-035A-BD3A-D108-AD3A83031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>
            <a:extLst>
              <a:ext uri="{FF2B5EF4-FFF2-40B4-BE49-F238E27FC236}">
                <a16:creationId xmlns:a16="http://schemas.microsoft.com/office/drawing/2014/main" id="{380441B8-348A-9A1A-B353-9839B2EEE0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1027">
            <a:extLst>
              <a:ext uri="{FF2B5EF4-FFF2-40B4-BE49-F238E27FC236}">
                <a16:creationId xmlns:a16="http://schemas.microsoft.com/office/drawing/2014/main" id="{0FDCD333-2E5B-CBB4-377F-F3902AFA5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EB1C7EB5-CB3F-290A-C2BC-B11F1A0011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C84E7594-6FA6-1BE9-6075-B7D6F58A4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35C121C6-A77A-5A47-80C6-03CE264B3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18F1218A-4BF4-CCE6-3B21-494A91346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22815FE-7500-C76A-7994-4D010EF992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72560C5-0B76-8670-885C-B0D9DC3B0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25B1A57-298B-5401-F23A-CA44483E64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A143F9F-D51B-6730-659F-A50D7CCC4D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805A673-8A86-40D0-5E9C-85E8BDEAC9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7E28205-00D2-5F68-2F9E-8294E766E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4B80160-5B6E-7571-162F-527A5601FA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E5172FB-12E8-FA94-A81B-92CE78735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Souvenir-Light"/>
              </a:rPr>
              <a:t>The shorthand notation for </a:t>
            </a:r>
            <a:r>
              <a:rPr lang="en-US" sz="1800" b="1" i="0" u="none" strike="noStrike" baseline="0" dirty="0">
                <a:latin typeface="Souvenir-Light"/>
              </a:rPr>
              <a:t>“A determines B” is A </a:t>
            </a:r>
            <a:r>
              <a:rPr lang="en-US" sz="1800" b="1" i="0" u="none" strike="noStrike" baseline="0" dirty="0">
                <a:latin typeface="Symbol" panose="05050102010706020507" pitchFamily="18" charset="2"/>
              </a:rPr>
              <a:t>→ </a:t>
            </a:r>
            <a:r>
              <a:rPr lang="en-US" sz="1800" b="1" i="0" u="none" strike="noStrike" baseline="0" dirty="0">
                <a:latin typeface="Souvenir-Light"/>
              </a:rPr>
              <a:t>B</a:t>
            </a:r>
            <a:r>
              <a:rPr lang="en-US" sz="1800" b="0" i="0" u="none" strike="noStrike" baseline="0" dirty="0">
                <a:latin typeface="Souvenir-Light"/>
              </a:rPr>
              <a:t>. If A determines B, C, and D, you write A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→ </a:t>
            </a:r>
            <a:r>
              <a:rPr lang="en-US" sz="1800" b="0" i="0" u="none" strike="noStrike" baseline="0" dirty="0">
                <a:latin typeface="Souvenir-Light"/>
              </a:rPr>
              <a:t>B, C, D.</a:t>
            </a:r>
          </a:p>
          <a:p>
            <a:pPr algn="l"/>
            <a:r>
              <a:rPr lang="en-US" sz="1200" b="0" i="0" u="none" strike="noStrike" baseline="0" dirty="0">
                <a:latin typeface="Souvenir-Light"/>
              </a:rPr>
              <a:t>Therefore, using the attributes of the STUDENT table in Figure 3.1, you can represent the statement “STU_NUM determines STU_LNAME” by writing:</a:t>
            </a:r>
          </a:p>
          <a:p>
            <a:pPr algn="l"/>
            <a:r>
              <a:rPr lang="en-MY" sz="1200" b="0" i="0" u="none" strike="noStrike" baseline="0" dirty="0">
                <a:latin typeface="Souvenir-Light"/>
              </a:rPr>
              <a:t>STU_NUM </a:t>
            </a:r>
            <a:r>
              <a:rPr lang="en-MY" sz="1200" b="0" i="0" u="none" strike="noStrike" baseline="0" dirty="0">
                <a:latin typeface="Symbol" panose="05050102010706020507" pitchFamily="18" charset="2"/>
              </a:rPr>
              <a:t>→ </a:t>
            </a:r>
            <a:r>
              <a:rPr lang="en-MY" sz="1200" b="0" i="0" u="none" strike="noStrike" baseline="0" dirty="0">
                <a:latin typeface="Souvenir-Light"/>
              </a:rPr>
              <a:t>STU_LNAME</a:t>
            </a:r>
          </a:p>
          <a:p>
            <a:pPr algn="l"/>
            <a:endParaRPr lang="en-MY" sz="1200" b="0" i="0" u="none" strike="noStrike" baseline="0" dirty="0">
              <a:latin typeface="Souvenir-Light"/>
            </a:endParaRPr>
          </a:p>
          <a:p>
            <a:pPr algn="l"/>
            <a:r>
              <a:rPr lang="en-US" sz="1200" b="0" i="0" u="none" strike="noStrike" baseline="0" dirty="0">
                <a:latin typeface="Souvenir-Light"/>
              </a:rPr>
              <a:t>In fact, the STU_NUM value in the STUDENT table determines all of the student’s attribute values. </a:t>
            </a:r>
          </a:p>
          <a:p>
            <a:pPr algn="l"/>
            <a:r>
              <a:rPr lang="en-US" sz="1200" b="0" i="0" u="none" strike="noStrike" baseline="0" dirty="0">
                <a:latin typeface="Souvenir-Light"/>
              </a:rPr>
              <a:t>For example, you </a:t>
            </a:r>
            <a:r>
              <a:rPr lang="en-MY" sz="1200" b="0" i="0" u="none" strike="noStrike" baseline="0" dirty="0">
                <a:latin typeface="Souvenir-Light"/>
              </a:rPr>
              <a:t>can write:</a:t>
            </a:r>
          </a:p>
          <a:p>
            <a:pPr algn="l"/>
            <a:endParaRPr lang="en-MY" sz="1200" b="0" i="0" u="none" strike="noStrike" baseline="0" dirty="0">
              <a:latin typeface="Souvenir-Light"/>
            </a:endParaRPr>
          </a:p>
          <a:p>
            <a:pPr algn="l"/>
            <a:r>
              <a:rPr lang="nl-NL" sz="1200" b="0" i="0" u="none" strike="noStrike" baseline="0" dirty="0">
                <a:latin typeface="Souvenir-Light"/>
              </a:rPr>
              <a:t>STU_NUM </a:t>
            </a:r>
            <a:r>
              <a:rPr lang="nl-NL" sz="1200" b="0" i="0" u="none" strike="noStrike" baseline="0" dirty="0">
                <a:latin typeface="Symbol" panose="05050102010706020507" pitchFamily="18" charset="2"/>
              </a:rPr>
              <a:t>→ </a:t>
            </a:r>
            <a:r>
              <a:rPr lang="nl-NL" sz="1200" b="0" i="0" u="none" strike="noStrike" baseline="0" dirty="0">
                <a:latin typeface="Souvenir-Light"/>
              </a:rPr>
              <a:t>STU_LNAME, STU_FNAME, STU_INIT</a:t>
            </a:r>
          </a:p>
          <a:p>
            <a:pPr algn="l"/>
            <a:r>
              <a:rPr lang="en-MY" sz="1200" b="0" i="0" u="none" strike="noStrike" baseline="0" dirty="0">
                <a:latin typeface="Souvenir-Light"/>
              </a:rPr>
              <a:t>and</a:t>
            </a:r>
          </a:p>
          <a:p>
            <a:pPr algn="l"/>
            <a:r>
              <a:rPr lang="en-MY" sz="1200" b="0" i="0" u="none" strike="noStrike" baseline="0" dirty="0">
                <a:latin typeface="Souvenir-Light"/>
              </a:rPr>
              <a:t>STU_NUM </a:t>
            </a:r>
            <a:r>
              <a:rPr lang="en-MY" sz="1200" b="0" i="0" u="none" strike="noStrike" baseline="0" dirty="0">
                <a:latin typeface="Symbol" panose="05050102010706020507" pitchFamily="18" charset="2"/>
              </a:rPr>
              <a:t>→ </a:t>
            </a:r>
            <a:r>
              <a:rPr lang="en-MY" sz="1200" b="0" i="0" u="none" strike="noStrike" baseline="0" dirty="0">
                <a:latin typeface="Souvenir-Light"/>
              </a:rPr>
              <a:t>STU_LNAME, STU_FNAME, STU_INIT, STU_DOB, STU_TRANSFER</a:t>
            </a:r>
          </a:p>
          <a:p>
            <a:pPr algn="l"/>
            <a:endParaRPr lang="en-MY" sz="1200" b="0" i="0" u="none" strike="noStrike" baseline="0" dirty="0">
              <a:latin typeface="Souvenir-Light"/>
            </a:endParaRPr>
          </a:p>
          <a:p>
            <a:pPr algn="l"/>
            <a:r>
              <a:rPr lang="en-US" sz="1200" b="0" i="0" u="none" strike="noStrike" baseline="0" dirty="0">
                <a:latin typeface="Souvenir-Light"/>
              </a:rPr>
              <a:t>In contrast, </a:t>
            </a:r>
            <a:r>
              <a:rPr lang="en-US" sz="1200" b="1" i="0" u="none" strike="noStrike" baseline="0" dirty="0">
                <a:latin typeface="Souvenir-Light"/>
              </a:rPr>
              <a:t>STU_NUM is not determined by STU_LNAME </a:t>
            </a:r>
            <a:r>
              <a:rPr lang="en-US" sz="1200" b="0" i="0" u="none" strike="noStrike" baseline="0" dirty="0">
                <a:latin typeface="Souvenir-Light"/>
              </a:rPr>
              <a:t>because it is quite possible for </a:t>
            </a:r>
            <a:r>
              <a:rPr lang="en-US" sz="1200" b="1" i="0" u="none" strike="noStrike" baseline="0" dirty="0">
                <a:latin typeface="Souvenir-Light"/>
              </a:rPr>
              <a:t>several students to have the</a:t>
            </a:r>
          </a:p>
          <a:p>
            <a:pPr algn="l"/>
            <a:r>
              <a:rPr lang="en-MY" sz="1200" b="1" i="0" u="none" strike="noStrike" baseline="0" dirty="0">
                <a:latin typeface="Souvenir-Light"/>
              </a:rPr>
              <a:t>last name Smith.</a:t>
            </a:r>
            <a:endParaRPr lang="ms-MY" altLang="en-US" b="1" dirty="0">
              <a:ea typeface="ＭＳ Ｐゴシック" panose="020B0600070205080204" pitchFamily="34" charset="-128"/>
            </a:endParaRPr>
          </a:p>
          <a:p>
            <a:pPr algn="l"/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226E8F0-AAAC-9480-3880-3B3EDF8840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B7CBF83-7348-ED2F-8B2D-C9E13B996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6286D82-28E7-AF90-8CD9-F37D1EC54A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7C77CF9-73F0-12D8-1A46-2EDBBB436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8077A6A-C595-5A09-B9F6-6CF42A317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7E9E454-60F9-5D5E-373B-BB780B752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8FE04E73-D517-2E6B-1FC3-FA61B9BA7D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9F2315D-7063-11D3-C95D-80F06EF8A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5C3573-0753-B4D5-B4E8-9A53666141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01611AD-F941-331D-2A12-C2AF5980B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Souvenir-Light"/>
              </a:rPr>
              <a:t>As you examine Figure 3.2, note that the </a:t>
            </a:r>
            <a:r>
              <a:rPr lang="en-US" sz="1800" b="1" i="0" u="none" strike="noStrike" baseline="0" dirty="0">
                <a:latin typeface="Souvenir-Light"/>
              </a:rPr>
              <a:t>VEND_CODE </a:t>
            </a:r>
            <a:r>
              <a:rPr lang="en-US" sz="1800" b="0" i="0" u="none" strike="noStrike" baseline="0" dirty="0">
                <a:latin typeface="Souvenir-Light"/>
              </a:rPr>
              <a:t>value in one table can be used to point to the corresponding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value in the other table.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For example, the </a:t>
            </a:r>
            <a:r>
              <a:rPr lang="en-US" sz="1800" b="1" i="0" u="none" strike="noStrike" baseline="0" dirty="0">
                <a:latin typeface="Souvenir-Light"/>
              </a:rPr>
              <a:t>VEND_CODE </a:t>
            </a:r>
            <a:r>
              <a:rPr lang="en-US" sz="1800" b="0" i="0" u="none" strike="noStrike" baseline="0" dirty="0">
                <a:latin typeface="Souvenir-Light"/>
              </a:rPr>
              <a:t>value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Souvenir-Light"/>
              </a:rPr>
              <a:t>235</a:t>
            </a:r>
            <a:r>
              <a:rPr lang="en-US" sz="1800" b="0" i="0" u="none" strike="noStrike" baseline="0" dirty="0">
                <a:latin typeface="Souvenir-Light"/>
              </a:rPr>
              <a:t> in the </a:t>
            </a:r>
            <a:r>
              <a:rPr lang="en-US" sz="1800" b="1" i="0" u="none" strike="noStrike" baseline="0" dirty="0">
                <a:latin typeface="Souvenir-Light"/>
              </a:rPr>
              <a:t>PRODUCT</a:t>
            </a:r>
            <a:r>
              <a:rPr lang="en-US" sz="1800" b="0" i="0" u="none" strike="noStrike" baseline="0" dirty="0">
                <a:latin typeface="Souvenir-Light"/>
              </a:rPr>
              <a:t> table points to vendor </a:t>
            </a:r>
            <a:r>
              <a:rPr lang="en-US" sz="1800" b="1" i="0" u="none" strike="noStrike" baseline="0" dirty="0">
                <a:latin typeface="Souvenir-Light"/>
              </a:rPr>
              <a:t>Henry</a:t>
            </a:r>
          </a:p>
          <a:p>
            <a:pPr algn="l"/>
            <a:r>
              <a:rPr lang="en-US" sz="1800" b="1" i="0" u="none" strike="noStrike" baseline="0" dirty="0" err="1">
                <a:latin typeface="Souvenir-Light"/>
              </a:rPr>
              <a:t>Ortozo</a:t>
            </a:r>
            <a:r>
              <a:rPr lang="en-US" sz="1800" b="1" i="0" u="none" strike="noStrike" baseline="0" dirty="0">
                <a:latin typeface="Souvenir-Light"/>
              </a:rPr>
              <a:t> in the VENDOR table</a:t>
            </a:r>
            <a:r>
              <a:rPr lang="en-US" sz="1800" b="0" i="0" u="none" strike="noStrike" baseline="0" dirty="0">
                <a:latin typeface="Souvenir-Light"/>
              </a:rPr>
              <a:t>.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Consequently, you discover that the product </a:t>
            </a:r>
            <a:r>
              <a:rPr lang="en-US" sz="1800" b="1" i="0" u="none" strike="noStrike" baseline="0" dirty="0">
                <a:latin typeface="Souvenir-Light"/>
              </a:rPr>
              <a:t>“</a:t>
            </a:r>
            <a:r>
              <a:rPr lang="en-US" sz="1800" b="1" i="0" u="none" strike="noStrike" baseline="0" dirty="0" err="1">
                <a:latin typeface="Souvenir-Light"/>
              </a:rPr>
              <a:t>Houselite</a:t>
            </a:r>
            <a:r>
              <a:rPr lang="en-US" sz="1800" b="1" i="0" u="none" strike="noStrike" baseline="0" dirty="0">
                <a:latin typeface="Souvenir-Light"/>
              </a:rPr>
              <a:t> chain saw, 16-in. bar</a:t>
            </a:r>
            <a:r>
              <a:rPr lang="en-US" sz="1800" b="0" i="0" u="none" strike="noStrike" baseline="0" dirty="0">
                <a:latin typeface="Souvenir-Light"/>
              </a:rPr>
              <a:t>” is delivered by </a:t>
            </a:r>
          </a:p>
          <a:p>
            <a:pPr algn="l"/>
            <a:r>
              <a:rPr lang="en-US" sz="1800" b="1" i="0" u="none" strike="noStrike" baseline="0" dirty="0">
                <a:latin typeface="Souvenir-Light"/>
              </a:rPr>
              <a:t>Henry </a:t>
            </a:r>
            <a:r>
              <a:rPr lang="en-US" sz="1800" b="1" i="0" u="none" strike="noStrike" baseline="0" dirty="0" err="1">
                <a:latin typeface="Souvenir-Light"/>
              </a:rPr>
              <a:t>Ortozo</a:t>
            </a:r>
            <a:r>
              <a:rPr lang="en-US" sz="1800" b="1" i="0" u="none" strike="noStrike" baseline="0" dirty="0">
                <a:latin typeface="Souvenir-Light"/>
              </a:rPr>
              <a:t> </a:t>
            </a:r>
            <a:r>
              <a:rPr lang="en-US" sz="1800" b="0" i="0" u="none" strike="noStrike" baseline="0" dirty="0">
                <a:latin typeface="Souvenir-Light"/>
              </a:rPr>
              <a:t>and that he can be contacted by calling </a:t>
            </a:r>
            <a:r>
              <a:rPr lang="en-US" sz="1800" b="1" i="0" u="none" strike="noStrike" baseline="0" dirty="0">
                <a:latin typeface="Souvenir-Light"/>
              </a:rPr>
              <a:t>615-899-3425.</a:t>
            </a:r>
            <a:r>
              <a:rPr lang="en-US" sz="1800" b="0" i="0" u="none" strike="noStrike" baseline="0" dirty="0">
                <a:latin typeface="Souvenir-Light"/>
              </a:rPr>
              <a:t>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The same connection can be made for the product </a:t>
            </a:r>
            <a:r>
              <a:rPr lang="en-US" sz="1800" b="1" i="0" u="none" strike="noStrike" baseline="0" dirty="0">
                <a:latin typeface="Souvenir-Light"/>
              </a:rPr>
              <a:t>“Steel tape, 12-ft. length</a:t>
            </a:r>
            <a:r>
              <a:rPr lang="en-US" sz="1800" b="0" i="0" u="none" strike="noStrike" baseline="0" dirty="0">
                <a:latin typeface="Souvenir-Light"/>
              </a:rPr>
              <a:t>” in the PRODUCT table.</a:t>
            </a:r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4D57429-E4A6-8C03-0530-6DDC838E04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39C9AA0-003A-C181-0AD6-B9B333675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Souvenir-Light"/>
              </a:rPr>
              <a:t>This link is created when two tables share an attribute with common values. More specifically, the primary key of one table (VENDOR) appears as the</a:t>
            </a:r>
          </a:p>
          <a:p>
            <a:pPr algn="l"/>
            <a:r>
              <a:rPr lang="en-MY" sz="1800" b="0" i="1" u="none" strike="noStrike" baseline="0" dirty="0">
                <a:latin typeface="Souvenir-LightItalic"/>
              </a:rPr>
              <a:t>foreign key </a:t>
            </a:r>
            <a:r>
              <a:rPr lang="en-MY" sz="1800" b="0" i="0" u="none" strike="noStrike" baseline="0" dirty="0">
                <a:latin typeface="Souvenir-Light"/>
              </a:rPr>
              <a:t>in a </a:t>
            </a:r>
            <a:r>
              <a:rPr lang="en-US" sz="1800" b="0" i="0" u="none" strike="noStrike" baseline="0" dirty="0">
                <a:latin typeface="Souvenir-Light"/>
              </a:rPr>
              <a:t>related table (PRODUCT).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A </a:t>
            </a:r>
            <a:r>
              <a:rPr lang="en-US" sz="1800" b="1" i="0" u="none" strike="noStrike" baseline="0" dirty="0">
                <a:latin typeface="Souvenir-Demi"/>
              </a:rPr>
              <a:t>foreign key </a:t>
            </a:r>
            <a:r>
              <a:rPr lang="en-US" sz="1800" b="0" i="0" u="none" strike="noStrike" baseline="0" dirty="0">
                <a:latin typeface="Souvenir-Light"/>
              </a:rPr>
              <a:t>(</a:t>
            </a:r>
            <a:r>
              <a:rPr lang="en-US" sz="1800" b="1" i="0" u="none" strike="noStrike" baseline="0" dirty="0">
                <a:latin typeface="Souvenir-Demi"/>
              </a:rPr>
              <a:t>FK</a:t>
            </a:r>
            <a:r>
              <a:rPr lang="en-US" sz="1800" b="0" i="0" u="none" strike="noStrike" baseline="0" dirty="0">
                <a:latin typeface="Souvenir-Light"/>
              </a:rPr>
              <a:t>) is an attribute whose values match the primary key values in the related table.</a:t>
            </a:r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85536FC-21F2-9900-44CD-8674E23EBD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585EAF4-E352-DB92-E7D0-01F02885F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FF9A8C0-4AF0-BD18-5309-540691AC98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5623925-7CDC-7A75-E975-F781B5A0F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22561-B278-46D7-9C93-B8F0DC097F10}" type="slidenum">
              <a:rPr lang="en-MY" smtClean="0"/>
              <a:t>20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139872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8EAED"/>
                </a:solidFill>
                <a:effectLst/>
                <a:latin typeface="Google Sans"/>
              </a:rPr>
              <a:t>Integrity constraints are </a:t>
            </a:r>
            <a:r>
              <a:rPr lang="en-US" b="0" i="0" dirty="0">
                <a:solidFill>
                  <a:srgbClr val="E2EEFF"/>
                </a:solidFill>
                <a:effectLst/>
                <a:latin typeface="Google Sans"/>
              </a:rPr>
              <a:t>rules that help to maintain the accuracy and consistency of data in a database</a:t>
            </a:r>
            <a:r>
              <a:rPr lang="en-US" b="0" i="0" dirty="0">
                <a:solidFill>
                  <a:srgbClr val="E8EAED"/>
                </a:solidFill>
                <a:effectLst/>
                <a:latin typeface="Google Sans"/>
              </a:rPr>
              <a:t>. </a:t>
            </a:r>
          </a:p>
          <a:p>
            <a:r>
              <a:rPr lang="en-US" b="0" i="0" dirty="0">
                <a:solidFill>
                  <a:srgbClr val="E8EAED"/>
                </a:solidFill>
                <a:effectLst/>
                <a:latin typeface="Google Sans"/>
              </a:rPr>
              <a:t>They can be used to enforce business rules or to ensure that data is entered correctly. </a:t>
            </a:r>
          </a:p>
          <a:p>
            <a:r>
              <a:rPr lang="en-US" b="0" i="0" dirty="0">
                <a:solidFill>
                  <a:srgbClr val="E8EAED"/>
                </a:solidFill>
                <a:effectLst/>
                <a:latin typeface="Google Sans"/>
              </a:rPr>
              <a:t>For example, a simple integrity constraint in DBMS might state that all customers must have a valid email address.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22561-B278-46D7-9C93-B8F0DC097F10}" type="slidenum">
              <a:rPr lang="en-MY" smtClean="0"/>
              <a:t>21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7867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BCC098F-6000-338B-5A34-D361B52A1B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C74EAE6-B0A8-4D4A-0ED4-38ECFD91F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CF671BB-BEEC-16F8-D394-EF5505F609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15C15B7-327D-76EF-8015-409FD8557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39206016-EF24-67D9-7273-F5F98A39D1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E56CC87-7E7F-FEBB-5E11-2B36FD919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56A3445-3361-BC8A-8AFC-6B2C956003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DA13350B-BBCF-444B-DBA9-D9A457508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Souvenir-Light"/>
              </a:rPr>
              <a:t>As new tables are added to the database, that documentation also allows the RDBMS to check for and </a:t>
            </a:r>
            <a:r>
              <a:rPr lang="en-US" sz="1800" b="1" i="0" u="none" strike="noStrike" baseline="0" dirty="0">
                <a:latin typeface="Souvenir-Light"/>
              </a:rPr>
              <a:t>eliminate homonyms and synonyms</a:t>
            </a:r>
          </a:p>
          <a:p>
            <a:pPr algn="l"/>
            <a:endParaRPr lang="en-US" sz="1800" b="0" i="0" u="none" strike="noStrike" baseline="0" dirty="0">
              <a:latin typeface="Souvenir-Light"/>
            </a:endParaRP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 a database context, the word </a:t>
            </a:r>
            <a:r>
              <a:rPr lang="en-US" sz="1800" b="1" i="1" u="none" strike="noStrike" baseline="0" dirty="0">
                <a:latin typeface="Souvenir-LightItalic"/>
              </a:rPr>
              <a:t>homonym</a:t>
            </a:r>
            <a:r>
              <a:rPr lang="en-US" sz="1800" b="0" i="1" u="none" strike="noStrike" baseline="0" dirty="0">
                <a:latin typeface="Souvenir-LightItalic"/>
              </a:rPr>
              <a:t> </a:t>
            </a:r>
            <a:r>
              <a:rPr lang="en-US" sz="1800" b="0" i="0" u="none" strike="noStrike" baseline="0" dirty="0">
                <a:latin typeface="Souvenir-Light"/>
              </a:rPr>
              <a:t>indicates the </a:t>
            </a:r>
            <a:r>
              <a:rPr lang="en-US" sz="1800" b="1" i="0" u="none" strike="noStrike" baseline="0" dirty="0">
                <a:latin typeface="Souvenir-Light"/>
              </a:rPr>
              <a:t>use of the same attribute name to label different attributes</a:t>
            </a:r>
            <a:r>
              <a:rPr lang="en-US" sz="1800" b="0" i="0" u="none" strike="noStrike" baseline="0" dirty="0">
                <a:latin typeface="Souvenir-Light"/>
              </a:rPr>
              <a:t>.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For example, you might use </a:t>
            </a:r>
            <a:r>
              <a:rPr lang="en-US" sz="1800" b="1" i="0" u="none" strike="noStrike" baseline="0" dirty="0">
                <a:latin typeface="Souvenir-Light"/>
              </a:rPr>
              <a:t>C_NAME </a:t>
            </a:r>
            <a:r>
              <a:rPr lang="en-US" sz="1800" b="0" i="0" u="none" strike="noStrike" baseline="0" dirty="0">
                <a:latin typeface="Souvenir-Light"/>
              </a:rPr>
              <a:t>to label a </a:t>
            </a:r>
            <a:r>
              <a:rPr lang="en-US" sz="1800" b="1" i="0" u="none" strike="noStrike" baseline="0" dirty="0">
                <a:latin typeface="Souvenir-Light"/>
              </a:rPr>
              <a:t>customer name attribute</a:t>
            </a:r>
            <a:r>
              <a:rPr lang="en-US" sz="1800" b="0" i="0" u="none" strike="noStrike" baseline="0" dirty="0">
                <a:latin typeface="Souvenir-Light"/>
              </a:rPr>
              <a:t> in a </a:t>
            </a:r>
            <a:r>
              <a:rPr lang="en-US" sz="1800" b="1" i="0" u="none" strike="noStrike" baseline="0" dirty="0">
                <a:latin typeface="Souvenir-Light"/>
              </a:rPr>
              <a:t>CUSTOMER</a:t>
            </a:r>
            <a:r>
              <a:rPr lang="en-US" sz="1800" b="0" i="0" u="none" strike="noStrike" baseline="0" dirty="0">
                <a:latin typeface="Souvenir-Light"/>
              </a:rPr>
              <a:t> </a:t>
            </a:r>
            <a:r>
              <a:rPr lang="en-US" sz="1800" b="1" i="0" u="none" strike="noStrike" baseline="0" dirty="0">
                <a:latin typeface="Souvenir-Light"/>
              </a:rPr>
              <a:t>table</a:t>
            </a:r>
            <a:r>
              <a:rPr lang="en-US" sz="1800" b="0" i="0" u="none" strike="noStrike" baseline="0" dirty="0">
                <a:latin typeface="Souvenir-Light"/>
              </a:rPr>
              <a:t>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and also use </a:t>
            </a:r>
            <a:r>
              <a:rPr lang="en-US" sz="1800" b="1" i="0" u="none" strike="noStrike" baseline="0" dirty="0">
                <a:latin typeface="Souvenir-Light"/>
              </a:rPr>
              <a:t>C_NAME </a:t>
            </a:r>
            <a:r>
              <a:rPr lang="en-US" sz="1800" b="0" i="0" u="none" strike="noStrike" baseline="0" dirty="0">
                <a:latin typeface="Souvenir-Light"/>
              </a:rPr>
              <a:t>to label a </a:t>
            </a:r>
            <a:r>
              <a:rPr lang="en-US" sz="1800" b="1" i="0" u="none" strike="noStrike" baseline="0" dirty="0">
                <a:latin typeface="Souvenir-Light"/>
              </a:rPr>
              <a:t>consultant name </a:t>
            </a:r>
            <a:r>
              <a:rPr lang="en-US" sz="1800" b="0" i="0" u="none" strike="noStrike" baseline="0" dirty="0">
                <a:latin typeface="Souvenir-Light"/>
              </a:rPr>
              <a:t>attribute in a </a:t>
            </a:r>
            <a:r>
              <a:rPr lang="en-US" sz="1800" b="1" i="0" u="none" strike="noStrike" baseline="0" dirty="0">
                <a:latin typeface="Souvenir-Light"/>
              </a:rPr>
              <a:t>CONSULTANT table</a:t>
            </a:r>
            <a:r>
              <a:rPr lang="en-US" sz="1800" b="0" i="0" u="none" strike="noStrike" baseline="0" dirty="0">
                <a:latin typeface="Souvenir-Light"/>
              </a:rPr>
              <a:t>.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To lessen confusion, you </a:t>
            </a:r>
            <a:r>
              <a:rPr lang="en-US" sz="1800" b="1" i="0" u="none" strike="noStrike" baseline="0" dirty="0">
                <a:latin typeface="Souvenir-Light"/>
              </a:rPr>
              <a:t>should avoid database homonyms</a:t>
            </a:r>
            <a:r>
              <a:rPr lang="en-US" sz="1800" b="0" i="0" u="none" strike="noStrike" baseline="0" dirty="0">
                <a:latin typeface="Souvenir-Light"/>
              </a:rPr>
              <a:t>; the data dictionary is very useful in this regard.</a:t>
            </a:r>
          </a:p>
          <a:p>
            <a:pPr algn="l"/>
            <a:endParaRPr lang="en-US" altLang="en-US" sz="1800" b="0" i="0" u="none" strike="noStrike" baseline="0" dirty="0">
              <a:latin typeface="Souvenir-Light"/>
              <a:ea typeface="ＭＳ Ｐゴシック" panose="020B0600070205080204" pitchFamily="34" charset="-128"/>
            </a:endParaRP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a </a:t>
            </a:r>
            <a:r>
              <a:rPr lang="en-US" sz="1800" b="1" i="0" u="none" strike="noStrike" baseline="0" dirty="0">
                <a:latin typeface="Souvenir-Demi"/>
              </a:rPr>
              <a:t>synonym </a:t>
            </a:r>
            <a:r>
              <a:rPr lang="en-US" sz="1800" b="0" i="0" u="none" strike="noStrike" baseline="0" dirty="0">
                <a:latin typeface="Souvenir-Light"/>
              </a:rPr>
              <a:t>is the </a:t>
            </a:r>
            <a:r>
              <a:rPr lang="en-US" sz="1800" b="1" i="0" u="none" strike="noStrike" baseline="0" dirty="0">
                <a:latin typeface="Souvenir-Light"/>
              </a:rPr>
              <a:t>opposite of a homonym </a:t>
            </a:r>
            <a:r>
              <a:rPr lang="en-US" sz="1800" b="0" i="0" u="none" strike="noStrike" baseline="0" dirty="0">
                <a:latin typeface="Souvenir-Light"/>
              </a:rPr>
              <a:t>and indicates the use of different names to describe </a:t>
            </a:r>
            <a:r>
              <a:rPr lang="en-MY" sz="1800" b="0" i="0" u="none" strike="noStrike" baseline="0" dirty="0">
                <a:latin typeface="Souvenir-Light"/>
              </a:rPr>
              <a:t>the same attribute.</a:t>
            </a:r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0EF41228-FDC8-C6E7-21A7-78366CB0E3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83D8E160-74F6-BBF7-55C1-876628186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A769859F-C7CB-409D-52A4-A332B998E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EBD134D2-BD03-CA85-870E-4569202A3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0EB26D59-52AE-0B55-60FE-45DCBAC11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CC131BB-62C1-2BEC-C3E6-8383CC4F0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B2752C5C-5724-4C38-A001-1404B08C8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644253D1-F526-32DD-D731-E2FBE24827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4D2D1EC3-F720-C0BF-2527-790CF72306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E488709D-0225-5386-8378-D11046BA9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56501477-7672-8C62-0CB2-7920731E83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4FD553FC-C517-862A-3ED7-5274F2337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210FC245-CF41-F825-693B-E3155CAEF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06D70C9-EFB9-AF77-2289-4D3734106B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B372580-4015-6FA5-6075-C51FDCCA0A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8FEEF69-CE52-63B2-5404-8152A9FBC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2C0A165F-1162-0AE7-D164-C1645DEC4A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83ABBAB4-1DBD-09F4-093F-C82D22EEA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F961A426-0E8D-11F6-B53B-5D6169CBB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DE92B409-F5E5-CA82-8A11-C71CE1316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D9130241-F82A-5C96-F1FE-A10C7320E7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C0C04729-D649-39E1-A30C-836E92471F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476C5EF4-5B8F-B083-6FA9-1197AFDAB5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A87F9DD4-92A1-2CF8-E4A9-C7E87640C8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E0BACCB5-AC76-3746-5D12-4F189FDF35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A37E5412-1377-A8E2-EB63-5A70EDAC0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1783B021-0B26-64C7-461A-0C913B77F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1E478B34-18C8-BF4E-DFBD-2A2DC6295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MY" sz="1800" b="0" i="0" u="none" strike="noStrike" baseline="0" dirty="0">
                <a:latin typeface="Souvenir-Light"/>
              </a:rPr>
              <a:t>Figure 3.31, note </a:t>
            </a:r>
            <a:r>
              <a:rPr lang="en-US" sz="1800" b="0" i="0" u="none" strike="noStrike" baseline="0" dirty="0">
                <a:latin typeface="Souvenir-Light"/>
              </a:rPr>
              <a:t>that you can keep track of </a:t>
            </a:r>
            <a:r>
              <a:rPr lang="en-US" sz="1800" b="1" i="0" u="none" strike="noStrike" baseline="0" dirty="0">
                <a:latin typeface="Souvenir-Light"/>
              </a:rPr>
              <a:t>typical sales information</a:t>
            </a:r>
            <a:r>
              <a:rPr lang="en-US" sz="1800" b="0" i="0" u="none" strike="noStrike" baseline="0" dirty="0">
                <a:latin typeface="Souvenir-Light"/>
              </a:rPr>
              <a:t>.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For example, by </a:t>
            </a:r>
            <a:r>
              <a:rPr lang="en-US" sz="1800" b="1" i="0" u="none" strike="noStrike" baseline="0" dirty="0">
                <a:latin typeface="Souvenir-Light"/>
              </a:rPr>
              <a:t>tracing the relationships among the four tables</a:t>
            </a:r>
            <a:r>
              <a:rPr lang="en-US" sz="1800" b="0" i="0" u="none" strike="noStrike" baseline="0" dirty="0">
                <a:latin typeface="Souvenir-Light"/>
              </a:rPr>
              <a:t>, you discover that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customer 10014 (Myron Orlando) bought two items on March 8, 2010, that were written to invoice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number 1001: one </a:t>
            </a:r>
            <a:r>
              <a:rPr lang="en-US" sz="1800" b="0" i="0" u="none" strike="noStrike" baseline="0" dirty="0" err="1">
                <a:latin typeface="Souvenir-Light"/>
              </a:rPr>
              <a:t>Houselite</a:t>
            </a:r>
            <a:r>
              <a:rPr lang="en-US" sz="1800" b="0" i="0" u="none" strike="noStrike" baseline="0" dirty="0">
                <a:latin typeface="Souvenir-Light"/>
              </a:rPr>
              <a:t> chain saw with a 16-inch bar and three rat-tail files. </a:t>
            </a:r>
          </a:p>
          <a:p>
            <a:pPr algn="l"/>
            <a:endParaRPr lang="en-US" sz="1800" b="0" i="0" u="none" strike="noStrike" baseline="0" dirty="0">
              <a:latin typeface="Souvenir-Light"/>
            </a:endParaRP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(</a:t>
            </a:r>
            <a:r>
              <a:rPr lang="en-US" sz="1800" b="0" i="1" u="none" strike="noStrike" baseline="0" dirty="0">
                <a:latin typeface="Souvenir-LightItalic"/>
              </a:rPr>
              <a:t>Note: </a:t>
            </a:r>
            <a:r>
              <a:rPr lang="en-US" sz="1800" b="0" i="0" u="none" strike="noStrike" baseline="0" dirty="0">
                <a:latin typeface="Souvenir-Light"/>
              </a:rPr>
              <a:t>Trace the </a:t>
            </a:r>
            <a:r>
              <a:rPr lang="en-US" sz="1800" b="1" i="0" u="none" strike="noStrike" baseline="0" dirty="0">
                <a:latin typeface="Souvenir-Light"/>
              </a:rPr>
              <a:t>CUS_CODE </a:t>
            </a:r>
            <a:r>
              <a:rPr lang="en-US" sz="1800" b="0" i="0" u="none" strike="noStrike" baseline="0" dirty="0">
                <a:latin typeface="Souvenir-Light"/>
              </a:rPr>
              <a:t>number 10014 in the </a:t>
            </a:r>
            <a:r>
              <a:rPr lang="en-US" sz="1800" b="1" i="0" u="none" strike="noStrike" baseline="0" dirty="0">
                <a:latin typeface="Souvenir-Light"/>
              </a:rPr>
              <a:t>CUSTOMER table </a:t>
            </a:r>
            <a:r>
              <a:rPr lang="en-US" sz="1800" b="0" i="0" u="none" strike="noStrike" baseline="0" dirty="0">
                <a:latin typeface="Souvenir-Light"/>
              </a:rPr>
              <a:t>to the matching </a:t>
            </a:r>
            <a:r>
              <a:rPr lang="en-US" sz="1800" b="1" i="0" u="none" strike="noStrike" baseline="0" dirty="0">
                <a:latin typeface="Souvenir-Light"/>
              </a:rPr>
              <a:t>CUS_CODE </a:t>
            </a:r>
            <a:r>
              <a:rPr lang="en-US" sz="1800" b="0" i="0" u="none" strike="noStrike" baseline="0" dirty="0">
                <a:latin typeface="Souvenir-Light"/>
              </a:rPr>
              <a:t>value in the </a:t>
            </a:r>
            <a:r>
              <a:rPr lang="en-US" sz="1800" b="1" i="0" u="none" strike="noStrike" baseline="0" dirty="0">
                <a:latin typeface="Souvenir-Light"/>
              </a:rPr>
              <a:t>INVOICE table</a:t>
            </a:r>
            <a:r>
              <a:rPr lang="en-US" sz="1800" b="0" i="0" u="none" strike="noStrike" baseline="0" dirty="0">
                <a:latin typeface="Souvenir-Light"/>
              </a:rPr>
              <a:t>. Next, take the</a:t>
            </a:r>
          </a:p>
          <a:p>
            <a:pPr algn="l"/>
            <a:r>
              <a:rPr lang="en-US" sz="1800" b="1" i="0" u="none" strike="noStrike" baseline="0" dirty="0">
                <a:latin typeface="Souvenir-Light"/>
              </a:rPr>
              <a:t>INV_NUMBER </a:t>
            </a:r>
            <a:r>
              <a:rPr lang="en-US" sz="1800" b="0" i="0" u="none" strike="noStrike" baseline="0" dirty="0">
                <a:latin typeface="Souvenir-Light"/>
              </a:rPr>
              <a:t>1001 and trace it to the first two rows in the </a:t>
            </a:r>
            <a:r>
              <a:rPr lang="en-US" sz="1800" b="1" i="0" u="none" strike="noStrike" baseline="0" dirty="0">
                <a:latin typeface="Souvenir-Light"/>
              </a:rPr>
              <a:t>LINE table</a:t>
            </a:r>
            <a:r>
              <a:rPr lang="en-US" sz="1800" b="0" i="0" u="none" strike="noStrike" baseline="0" dirty="0">
                <a:latin typeface="Souvenir-Light"/>
              </a:rPr>
              <a:t>. Finally, match the two </a:t>
            </a:r>
            <a:r>
              <a:rPr lang="en-US" sz="1800" b="1" i="0" u="none" strike="noStrike" baseline="0" dirty="0">
                <a:latin typeface="Souvenir-Light"/>
              </a:rPr>
              <a:t>PROD_CODE </a:t>
            </a:r>
            <a:r>
              <a:rPr lang="en-US" sz="1800" b="0" i="0" u="none" strike="noStrike" baseline="0" dirty="0">
                <a:latin typeface="Souvenir-Light"/>
              </a:rPr>
              <a:t>values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in </a:t>
            </a:r>
            <a:r>
              <a:rPr lang="en-US" sz="1800" b="1" i="0" u="none" strike="noStrike" baseline="0" dirty="0">
                <a:latin typeface="Souvenir-Light"/>
              </a:rPr>
              <a:t>LINE</a:t>
            </a:r>
            <a:r>
              <a:rPr lang="en-US" sz="1800" b="0" i="0" u="none" strike="noStrike" baseline="0" dirty="0">
                <a:latin typeface="Souvenir-Light"/>
              </a:rPr>
              <a:t> with the </a:t>
            </a:r>
            <a:r>
              <a:rPr lang="en-US" sz="1800" b="1" i="0" u="none" strike="noStrike" baseline="0" dirty="0">
                <a:latin typeface="Souvenir-Light"/>
              </a:rPr>
              <a:t>PROD_CODE </a:t>
            </a:r>
            <a:r>
              <a:rPr lang="en-US" sz="1800" b="0" i="0" u="none" strike="noStrike" baseline="0" dirty="0">
                <a:latin typeface="Souvenir-Light"/>
              </a:rPr>
              <a:t>values in </a:t>
            </a:r>
            <a:r>
              <a:rPr lang="en-US" sz="1800" b="1" i="0" u="none" strike="noStrike" baseline="0" dirty="0">
                <a:latin typeface="Souvenir-Light"/>
              </a:rPr>
              <a:t>PRODUCT</a:t>
            </a:r>
            <a:r>
              <a:rPr lang="en-US" sz="1800" b="0" i="0" u="none" strike="noStrike" baseline="0" dirty="0">
                <a:latin typeface="Souvenir-Light"/>
              </a:rPr>
              <a:t>.) </a:t>
            </a:r>
          </a:p>
          <a:p>
            <a:pPr algn="l"/>
            <a:endParaRPr lang="en-US" sz="1800" b="0" i="0" u="none" strike="noStrike" baseline="0" dirty="0">
              <a:latin typeface="Souvenir-Light"/>
            </a:endParaRP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Application software will be used to write the correct bill by multiplying each invoice line item’s LINE_UNITS by its LINE_PRICE, adding the results, applying appropriate taxes,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etc. Later, other application software might use the same technique to write sales reports that track and compare sales by week, month, or year.</a:t>
            </a:r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522A946E-716C-0BF7-1425-80E6A0A78E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C98C004D-1F59-D26C-42B7-14F5B6C25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0EFF40E3-05C2-92C1-09FD-984E82A453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1B3D8764-453F-11D0-9443-D873AF76E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Souvenir-Light"/>
              </a:rPr>
              <a:t>As you examine Figure 3.32, note that the first </a:t>
            </a:r>
            <a:r>
              <a:rPr lang="en-US" sz="1800" b="1" i="0" u="none" strike="noStrike" baseline="0" dirty="0">
                <a:latin typeface="Souvenir-Light"/>
              </a:rPr>
              <a:t>PAINTER_NUM </a:t>
            </a:r>
            <a:r>
              <a:rPr lang="en-US" sz="1800" b="0" i="0" u="none" strike="noStrike" baseline="0" dirty="0">
                <a:latin typeface="Souvenir-Light"/>
              </a:rPr>
              <a:t>index key value (</a:t>
            </a:r>
            <a:r>
              <a:rPr lang="en-US" sz="1800" b="1" i="0" u="none" strike="noStrike" baseline="0" dirty="0">
                <a:latin typeface="Souvenir-Light"/>
              </a:rPr>
              <a:t>123</a:t>
            </a:r>
            <a:r>
              <a:rPr lang="en-US" sz="1800" b="0" i="0" u="none" strike="noStrike" baseline="0" dirty="0">
                <a:latin typeface="Souvenir-Light"/>
              </a:rPr>
              <a:t>) is found in records </a:t>
            </a:r>
            <a:r>
              <a:rPr lang="en-US" sz="1800" b="1" i="0" u="none" strike="noStrike" baseline="0" dirty="0">
                <a:latin typeface="Souvenir-Light"/>
              </a:rPr>
              <a:t>1, 2,</a:t>
            </a:r>
          </a:p>
          <a:p>
            <a:pPr algn="l"/>
            <a:r>
              <a:rPr lang="en-US" sz="1800" b="1" i="0" u="none" strike="noStrike" baseline="0" dirty="0">
                <a:latin typeface="Souvenir-Light"/>
              </a:rPr>
              <a:t>and 4 </a:t>
            </a:r>
            <a:r>
              <a:rPr lang="en-US" sz="1800" b="0" i="0" u="none" strike="noStrike" baseline="0" dirty="0">
                <a:latin typeface="Souvenir-Light"/>
              </a:rPr>
              <a:t>of the PAINTING table. The second </a:t>
            </a:r>
            <a:r>
              <a:rPr lang="en-US" sz="1800" b="1" i="0" u="none" strike="noStrike" baseline="0" dirty="0">
                <a:latin typeface="Souvenir-Light"/>
              </a:rPr>
              <a:t>PAINTER_NUM </a:t>
            </a:r>
            <a:r>
              <a:rPr lang="en-US" sz="1800" b="0" i="0" u="none" strike="noStrike" baseline="0" dirty="0">
                <a:latin typeface="Souvenir-Light"/>
              </a:rPr>
              <a:t>index key value (</a:t>
            </a:r>
            <a:r>
              <a:rPr lang="en-US" sz="1800" b="1" i="0" u="none" strike="noStrike" baseline="0" dirty="0">
                <a:latin typeface="Souvenir-Light"/>
              </a:rPr>
              <a:t>126</a:t>
            </a:r>
            <a:r>
              <a:rPr lang="en-US" sz="1800" b="0" i="0" u="none" strike="noStrike" baseline="0" dirty="0">
                <a:latin typeface="Souvenir-Light"/>
              </a:rPr>
              <a:t>) is found in records </a:t>
            </a:r>
            <a:r>
              <a:rPr lang="en-US" sz="1800" b="1" i="0" u="none" strike="noStrike" baseline="0" dirty="0">
                <a:latin typeface="Souvenir-Light"/>
              </a:rPr>
              <a:t>3 and 5 </a:t>
            </a:r>
            <a:r>
              <a:rPr lang="en-US" sz="1800" b="0" i="0" u="none" strike="noStrike" baseline="0" dirty="0">
                <a:latin typeface="Souvenir-Light"/>
              </a:rPr>
              <a:t>of the</a:t>
            </a:r>
          </a:p>
          <a:p>
            <a:pPr algn="l"/>
            <a:r>
              <a:rPr lang="en-MY" sz="1800" b="0" i="0" u="none" strike="noStrike" baseline="0" dirty="0">
                <a:latin typeface="Souvenir-Light"/>
              </a:rPr>
              <a:t>PAINTING table.</a:t>
            </a:r>
          </a:p>
          <a:p>
            <a:pPr algn="l"/>
            <a:endParaRPr lang="en-MY" altLang="en-US" sz="1800" b="0" i="0" u="none" strike="noStrike" baseline="0" dirty="0">
              <a:latin typeface="Souvenir-Light"/>
              <a:ea typeface="ＭＳ Ｐゴシック" panose="020B0600070205080204" pitchFamily="34" charset="-128"/>
            </a:endParaRP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You just learned that an index can be used to retrieve data more efficiently.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But indexes can also be used by a </a:t>
            </a:r>
            <a:r>
              <a:rPr lang="en-US" sz="1800" b="1" i="0" u="none" strike="noStrike" baseline="0" dirty="0">
                <a:latin typeface="Souvenir-Light"/>
              </a:rPr>
              <a:t>DBMS to retrieve data ordered by a specific attribute or attributes</a:t>
            </a:r>
            <a:endParaRPr lang="ms-MY" altLang="en-US" b="1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B4396B2-AAAB-B449-F0DC-5020492B25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3061174-2E0F-BACA-889F-AFF8084D3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3333A2E-2B8B-FEB2-55EE-2F615B6B37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58E52DC-819D-6FC8-79D2-759AE0228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Souvenir-Light"/>
              </a:rPr>
              <a:t>SELECT, also known as RESTRICT, yields values for all rows found in a table that satisfy a given condition.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SELECT can be used to list all of the row values, or it can yield only those row values that match a specified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criterion. In other words, SELECT yields a horizontal subset of a table. The effect of a SELECT is shown in</a:t>
            </a:r>
          </a:p>
          <a:p>
            <a:pPr algn="l"/>
            <a:r>
              <a:rPr lang="en-MY" sz="1800" b="0" i="0" u="none" strike="noStrike" baseline="0" dirty="0">
                <a:latin typeface="Souvenir-Light"/>
              </a:rPr>
              <a:t>Figure 3.5.</a:t>
            </a:r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32D5914-4444-825C-CB8A-3FF851011A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36AD60B-656F-653E-03DD-E2638913E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Souvenir-Light"/>
              </a:rPr>
              <a:t>PROJECT yields all values for selected attributes. In other words, PROJECT yields a vertical subset of a table.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The effect of a PROJECT is shown in Figure 3.6.</a:t>
            </a:r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326C84E-9DAF-C9CE-FF44-A24112264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45D26C1-BA42-6CD6-99B3-CDACB65CC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1" i="0" u="none" strike="noStrike" baseline="0" dirty="0">
                <a:latin typeface="Souvenir-Light"/>
              </a:rPr>
              <a:t>UNION</a:t>
            </a:r>
            <a:r>
              <a:rPr lang="en-US" sz="1800" b="0" i="0" u="none" strike="noStrike" baseline="0" dirty="0">
                <a:latin typeface="Souvenir-Light"/>
              </a:rPr>
              <a:t> combines all rows from two tables, excluding duplicate rows. The tables must have the same attribute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characteristics (the columns and domains must be compatible) to be used in the UNION. When two or more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tables share the same number of columns, and when their corresponding columns share the same (or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compatible) domains, they are said to be </a:t>
            </a:r>
            <a:r>
              <a:rPr lang="en-US" sz="1800" b="1" i="0" u="none" strike="noStrike" baseline="0" dirty="0">
                <a:latin typeface="Souvenir-Demi"/>
              </a:rPr>
              <a:t>union-compatible</a:t>
            </a:r>
            <a:r>
              <a:rPr lang="en-US" sz="1800" b="0" i="0" u="none" strike="noStrike" baseline="0" dirty="0">
                <a:latin typeface="Souvenir-Light"/>
              </a:rPr>
              <a:t>. The effect of a UNION is shown in Figure 3.7.</a:t>
            </a:r>
          </a:p>
          <a:p>
            <a:pPr algn="l"/>
            <a:endParaRPr lang="en-US" altLang="en-US" sz="1800" b="0" i="0" u="none" strike="noStrike" baseline="0" dirty="0">
              <a:latin typeface="Souvenir-Light"/>
              <a:ea typeface="ＭＳ Ｐゴシック" panose="020B0600070205080204" pitchFamily="34" charset="-128"/>
            </a:endParaRPr>
          </a:p>
          <a:p>
            <a:pPr algn="l"/>
            <a:r>
              <a:rPr lang="en-US" sz="1800" b="1" i="0" u="none" strike="noStrike" baseline="0" dirty="0">
                <a:latin typeface="Souvenir-Light"/>
              </a:rPr>
              <a:t>INTERSECT</a:t>
            </a:r>
            <a:r>
              <a:rPr lang="en-US" sz="1800" b="0" i="0" u="none" strike="noStrike" baseline="0" dirty="0">
                <a:latin typeface="Souvenir-Light"/>
              </a:rPr>
              <a:t> yields only the rows that appear in both tables. As was true in the case of UNION, the tables must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be union-compatible to yield valid results. For example, you cannot use INTERSECT if one of the attributes is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numeric and one is character-based. The effect of an INTERSECT is shown in Figure 3.8</a:t>
            </a:r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E01283B-26DD-B473-1378-5EA4493728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76D17D5-E4A0-A988-9423-5F0AD19F6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sz="1800" b="1" i="0" u="none" strike="noStrike" baseline="0" dirty="0">
                <a:latin typeface="Souvenir-Light"/>
              </a:rPr>
              <a:t>DIFFERENCE</a:t>
            </a:r>
            <a:r>
              <a:rPr lang="en-US" sz="1800" b="0" i="0" u="none" strike="noStrike" baseline="0" dirty="0">
                <a:latin typeface="Souvenir-Light"/>
              </a:rPr>
              <a:t> yields all rows in one table that are not found in the other table; that is, it subtracts one table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from the other. As was true in the case of UNION, the tables must be union-compatible to yield valid results.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The effect of a DIFFERENCE is shown in Figure 3.9. However, note that subtracting the first table from the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second table is not the same as subtracting the second table from the first table.</a:t>
            </a:r>
          </a:p>
          <a:p>
            <a:pPr algn="l"/>
            <a:endParaRPr lang="en-US" altLang="en-US" sz="1800" b="0" i="0" u="none" strike="noStrike" baseline="0" dirty="0">
              <a:latin typeface="Souvenir-Light"/>
              <a:ea typeface="ＭＳ Ｐゴシック" panose="020B0600070205080204" pitchFamily="34" charset="-128"/>
            </a:endParaRPr>
          </a:p>
          <a:p>
            <a:pPr algn="l"/>
            <a:r>
              <a:rPr lang="en-US" sz="1800" b="1" i="0" u="none" strike="noStrike" baseline="0" dirty="0">
                <a:latin typeface="Souvenir-Light"/>
              </a:rPr>
              <a:t>PRODUCT</a:t>
            </a:r>
            <a:r>
              <a:rPr lang="en-US" sz="1800" b="0" i="0" u="none" strike="noStrike" baseline="0" dirty="0">
                <a:latin typeface="Souvenir-Light"/>
              </a:rPr>
              <a:t> yields all possible pairs of rows from two tables—also known as the Cartesian product. </a:t>
            </a:r>
          </a:p>
          <a:p>
            <a:pPr algn="l"/>
            <a:r>
              <a:rPr lang="en-US" sz="1800" b="0" i="0" u="none" strike="noStrike" baseline="0" dirty="0">
                <a:latin typeface="Souvenir-Light"/>
              </a:rPr>
              <a:t>Therefore, if one table has </a:t>
            </a:r>
            <a:r>
              <a:rPr lang="en-US" sz="1800" b="1" i="0" u="none" strike="noStrike" baseline="0" dirty="0">
                <a:latin typeface="Souvenir-Light"/>
              </a:rPr>
              <a:t>six rows and the other table has three rows</a:t>
            </a:r>
            <a:r>
              <a:rPr lang="en-US" sz="1800" b="0" i="0" u="none" strike="noStrike" baseline="0" dirty="0">
                <a:latin typeface="Souvenir-Light"/>
              </a:rPr>
              <a:t>, the PRODUCT yields a </a:t>
            </a:r>
            <a:r>
              <a:rPr lang="en-US" sz="1800" b="1" i="0" u="none" strike="noStrike" baseline="0" dirty="0">
                <a:latin typeface="Souvenir-Light"/>
              </a:rPr>
              <a:t>list composed of 6 × 3</a:t>
            </a:r>
          </a:p>
          <a:p>
            <a:pPr algn="l"/>
            <a:r>
              <a:rPr lang="en-US" sz="1800" b="1" i="0" u="none" strike="noStrike" baseline="0" dirty="0">
                <a:latin typeface="Souvenir-Light"/>
              </a:rPr>
              <a:t>= 18 rows. </a:t>
            </a:r>
            <a:r>
              <a:rPr lang="en-US" sz="1800" b="0" i="0" u="none" strike="noStrike" baseline="0" dirty="0">
                <a:latin typeface="Souvenir-Light"/>
              </a:rPr>
              <a:t>The effect of a PRODUCT is shown in Figure 3.10.</a:t>
            </a:r>
            <a:endParaRPr lang="ms-MY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D7E708B-0B74-A858-7F5D-BEC3DB5D67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8FF7DCF-4D15-2DC4-409C-0CD0661FF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22561-B278-46D7-9C93-B8F0DC097F10}" type="slidenum">
              <a:rPr lang="en-MY" smtClean="0"/>
              <a:t>49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98448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5DFA8870-2334-4D05-A1D8-D337BFC83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52021DA6-20B4-EA10-246F-F61219D93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36500ED-F3EA-1D62-8072-26790A76B7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FD66724-EAD1-9A6F-DACC-D70DB4056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3385EF1E-43FC-1EB4-E99D-B9F433894D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F0747919-E5A4-6C81-065F-EA1B96C3E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738C3BDB-3D01-B9A1-74CC-2FFF608938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5272008-1F73-38B2-9D62-9114D4AB2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5502CCB-0C94-0B55-EAC3-9461E29454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BC0E18E-5271-05E5-A624-ABB347DE9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7EE811C3-C1A4-0E39-BB57-3A85D2E4E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D74ABBBD-68D8-753A-44F5-DA71EE339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FF2400CF-E726-4B09-E271-41811CDB4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84FC88FB-E837-03CC-9065-A79F9E2337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ms-MY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1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30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0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7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8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1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49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6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6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4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12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1200" y="1676400"/>
            <a:ext cx="5283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76400"/>
            <a:ext cx="5283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711200" y="4038600"/>
            <a:ext cx="5283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038600"/>
            <a:ext cx="52832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EEE064B-F0D8-69AD-FADD-FF5E23EE47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Systems, 9th Edition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B7287F-EE7F-832C-88FC-0089406A54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20BB0-5CA1-4426-B36D-868D44F609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5256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764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386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97CE52-B32A-0EA8-78EE-94586323815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Systems, 9th Edition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54147333-4108-F52D-3619-09924ED49C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B3EB3-F6F9-44DA-A4FE-601E65756F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800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4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6" r:id="rId12"/>
    <p:sldLayoutId id="2147483829" r:id="rId13"/>
    <p:sldLayoutId id="214748383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0271" name="Picture 10244" descr="Blue blocks and networks technology background">
            <a:extLst>
              <a:ext uri="{FF2B5EF4-FFF2-40B4-BE49-F238E27FC236}">
                <a16:creationId xmlns:a16="http://schemas.microsoft.com/office/drawing/2014/main" id="{F510314D-B9B6-4181-422C-C132746D92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446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272" name="Rectangle 1025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3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Rectangle 1026">
            <a:extLst>
              <a:ext uri="{FF2B5EF4-FFF2-40B4-BE49-F238E27FC236}">
                <a16:creationId xmlns:a16="http://schemas.microsoft.com/office/drawing/2014/main" id="{29F27641-A388-5F51-9A49-7EBD1601C3D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43466" y="643468"/>
            <a:ext cx="10905059" cy="22617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en-US" sz="3600" b="1" dirty="0">
                <a:solidFill>
                  <a:schemeClr val="bg1"/>
                </a:solidFill>
              </a:rPr>
              <a:t>Database Systems: </a:t>
            </a:r>
            <a:br>
              <a:rPr lang="en-US" altLang="en-US" sz="3600" b="1" dirty="0">
                <a:solidFill>
                  <a:schemeClr val="bg1"/>
                </a:solidFill>
              </a:rPr>
            </a:br>
            <a:r>
              <a:rPr lang="en-US" altLang="en-US" sz="3600" b="1" dirty="0">
                <a:solidFill>
                  <a:schemeClr val="bg1"/>
                </a:solidFill>
              </a:rPr>
              <a:t>Design, Implementation, and Management</a:t>
            </a:r>
            <a:br>
              <a:rPr lang="en-US" altLang="en-US" sz="3600" b="1" dirty="0">
                <a:solidFill>
                  <a:schemeClr val="bg1"/>
                </a:solidFill>
              </a:rPr>
            </a:br>
            <a:r>
              <a:rPr lang="en-US" altLang="en-US" sz="3600" b="1" dirty="0">
                <a:solidFill>
                  <a:schemeClr val="bg1"/>
                </a:solidFill>
              </a:rPr>
              <a:t>Ninth Edition</a:t>
            </a:r>
          </a:p>
        </p:txBody>
      </p:sp>
      <p:sp>
        <p:nvSpPr>
          <p:cNvPr id="10243" name="Rectangle 1027">
            <a:extLst>
              <a:ext uri="{FF2B5EF4-FFF2-40B4-BE49-F238E27FC236}">
                <a16:creationId xmlns:a16="http://schemas.microsoft.com/office/drawing/2014/main" id="{5D51801D-1256-DC08-CC82-A37116C4A27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43466" y="4133135"/>
            <a:ext cx="10902016" cy="1454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altLang="en-US" b="1" i="1" cap="all" dirty="0">
                <a:solidFill>
                  <a:schemeClr val="bg1"/>
                </a:solidFill>
              </a:rPr>
              <a:t>Chapter 2</a:t>
            </a:r>
          </a:p>
          <a:p>
            <a:pPr marL="0" indent="0" algn="ctr">
              <a:buNone/>
            </a:pPr>
            <a:r>
              <a:rPr lang="en-US" altLang="en-US" b="1" i="1" cap="all" dirty="0">
                <a:solidFill>
                  <a:schemeClr val="bg1"/>
                </a:solidFill>
              </a:rPr>
              <a:t>The Relational Database Model</a:t>
            </a:r>
          </a:p>
        </p:txBody>
      </p:sp>
      <p:cxnSp>
        <p:nvCxnSpPr>
          <p:cNvPr id="10273" name="Straight Connector 10252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2" name="Rectangle 12297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3" name="Freeform: Shape 12299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rgbClr val="D18BD1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290" name="Rectangle 1026">
            <a:extLst>
              <a:ext uri="{FF2B5EF4-FFF2-40B4-BE49-F238E27FC236}">
                <a16:creationId xmlns:a16="http://schemas.microsoft.com/office/drawing/2014/main" id="{8F50AD49-1BD9-328F-A59F-73ACA6480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199" y="838199"/>
            <a:ext cx="3816095" cy="5338763"/>
          </a:xfrm>
        </p:spPr>
        <p:txBody>
          <a:bodyPr>
            <a:normAutofit/>
          </a:bodyPr>
          <a:lstStyle/>
          <a:p>
            <a:r>
              <a:rPr lang="en-US" altLang="en-US"/>
              <a:t>Objectives</a:t>
            </a:r>
          </a:p>
        </p:txBody>
      </p:sp>
      <p:sp>
        <p:nvSpPr>
          <p:cNvPr id="12291" name="Rectangle 1027">
            <a:extLst>
              <a:ext uri="{FF2B5EF4-FFF2-40B4-BE49-F238E27FC236}">
                <a16:creationId xmlns:a16="http://schemas.microsoft.com/office/drawing/2014/main" id="{546750AF-E8CA-4119-5400-9A3BE4601F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02332" y="838199"/>
            <a:ext cx="6051468" cy="5338763"/>
          </a:xfrm>
        </p:spPr>
        <p:txBody>
          <a:bodyPr anchor="ctr">
            <a:normAutofit/>
          </a:bodyPr>
          <a:lstStyle/>
          <a:p>
            <a:r>
              <a:rPr lang="en-US" altLang="en-US" sz="2400" b="1" dirty="0"/>
              <a:t>In this chapter, students will learn:</a:t>
            </a:r>
          </a:p>
          <a:p>
            <a:pPr lvl="1"/>
            <a:r>
              <a:rPr lang="en-US" altLang="en-US" b="1" dirty="0"/>
              <a:t>That the relational database model offers a logical view of data</a:t>
            </a:r>
          </a:p>
          <a:p>
            <a:pPr lvl="1"/>
            <a:r>
              <a:rPr lang="en-US" altLang="en-US" b="1" dirty="0"/>
              <a:t>About the relational model’s basic component: relations</a:t>
            </a:r>
          </a:p>
          <a:p>
            <a:pPr lvl="1"/>
            <a:r>
              <a:rPr lang="en-US" altLang="en-US" b="1" dirty="0"/>
              <a:t>That relations are logical constructs composed of rows (tuples) and columns (attributes)</a:t>
            </a:r>
          </a:p>
          <a:p>
            <a:pPr lvl="1"/>
            <a:r>
              <a:rPr lang="en-US" altLang="en-US" b="1" dirty="0"/>
              <a:t>That relations are implemented as tables in a relational DBMS</a:t>
            </a:r>
          </a:p>
        </p:txBody>
      </p:sp>
      <p:sp>
        <p:nvSpPr>
          <p:cNvPr id="12292" name="Footer Placeholder 3">
            <a:extLst>
              <a:ext uri="{FF2B5EF4-FFF2-40B4-BE49-F238E27FC236}">
                <a16:creationId xmlns:a16="http://schemas.microsoft.com/office/drawing/2014/main" id="{037276CA-7978-C96E-8627-7FE84705A5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C0421F2E-539F-1882-3531-AD05D78ED9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5EF1A174-2D5A-4A34-BD0A-414F3A0787DE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804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7" name="Rectangle 14346">
            <a:extLst>
              <a:ext uri="{FF2B5EF4-FFF2-40B4-BE49-F238E27FC236}">
                <a16:creationId xmlns:a16="http://schemas.microsoft.com/office/drawing/2014/main" id="{94C5663A-0CE3-4AEE-B47E-FB68D9EB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8" name="Rectangle 1026">
            <a:extLst>
              <a:ext uri="{FF2B5EF4-FFF2-40B4-BE49-F238E27FC236}">
                <a16:creationId xmlns:a16="http://schemas.microsoft.com/office/drawing/2014/main" id="{379455AD-D205-F72F-651A-7CEE7AD20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1" y="365125"/>
            <a:ext cx="3816095" cy="1807305"/>
          </a:xfrm>
        </p:spPr>
        <p:txBody>
          <a:bodyPr>
            <a:normAutofit/>
          </a:bodyPr>
          <a:lstStyle/>
          <a:p>
            <a:r>
              <a:rPr lang="en-US" altLang="en-US"/>
              <a:t>Objectives (cont’d.)</a:t>
            </a:r>
          </a:p>
        </p:txBody>
      </p:sp>
      <p:sp>
        <p:nvSpPr>
          <p:cNvPr id="14339" name="Rectangle 1027">
            <a:extLst>
              <a:ext uri="{FF2B5EF4-FFF2-40B4-BE49-F238E27FC236}">
                <a16:creationId xmlns:a16="http://schemas.microsoft.com/office/drawing/2014/main" id="{3B606639-2D38-881F-74A8-C7EAD23B82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2333297"/>
            <a:ext cx="3816096" cy="3843666"/>
          </a:xfrm>
        </p:spPr>
        <p:txBody>
          <a:bodyPr>
            <a:normAutofit/>
          </a:bodyPr>
          <a:lstStyle/>
          <a:p>
            <a:pPr lvl="1"/>
            <a:r>
              <a:rPr lang="en-US" altLang="en-US" sz="2000" b="1" dirty="0"/>
              <a:t>About relational database operators, the data dictionary, and the system catalog</a:t>
            </a:r>
          </a:p>
          <a:p>
            <a:pPr lvl="1"/>
            <a:r>
              <a:rPr lang="en-US" altLang="en-US" sz="2000" b="1" dirty="0"/>
              <a:t>How data redundancy is handled in the relational database model</a:t>
            </a:r>
          </a:p>
          <a:p>
            <a:pPr lvl="1"/>
            <a:r>
              <a:rPr lang="en-US" altLang="en-US" sz="2000" b="1" dirty="0"/>
              <a:t>Why indexing is important</a:t>
            </a:r>
          </a:p>
        </p:txBody>
      </p:sp>
      <p:pic>
        <p:nvPicPr>
          <p:cNvPr id="14343" name="Picture 14342" descr="Different coloured organisers">
            <a:extLst>
              <a:ext uri="{FF2B5EF4-FFF2-40B4-BE49-F238E27FC236}">
                <a16:creationId xmlns:a16="http://schemas.microsoft.com/office/drawing/2014/main" id="{5C9B7001-9421-8352-58D2-D8D05375FB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93" r="16987" b="1"/>
          <a:stretch/>
        </p:blipFill>
        <p:spPr>
          <a:xfrm>
            <a:off x="4726728" y="10"/>
            <a:ext cx="7472381" cy="6857990"/>
          </a:xfrm>
          <a:custGeom>
            <a:avLst/>
            <a:gdLst/>
            <a:ahLst/>
            <a:cxnLst/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</p:spPr>
      </p:pic>
      <p:sp>
        <p:nvSpPr>
          <p:cNvPr id="14340" name="Footer Placeholder 3">
            <a:extLst>
              <a:ext uri="{FF2B5EF4-FFF2-40B4-BE49-F238E27FC236}">
                <a16:creationId xmlns:a16="http://schemas.microsoft.com/office/drawing/2014/main" id="{DE56DEFF-D3F1-43A1-5C6C-B625B52F84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8382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D4E8D782-7FBC-2DE9-88AA-8A6E37AD66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938582" y="6356350"/>
            <a:ext cx="1415218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5C72DCD-E94F-438F-885F-3D6EA3BE27C5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852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9" name="Rectangle 16394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00" name="Freeform: Shape 16396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D209DE3F-910D-E44D-A177-08412778C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en-US" altLang="en-US" sz="3600"/>
              <a:t>A Logical View of Data</a:t>
            </a:r>
          </a:p>
        </p:txBody>
      </p:sp>
      <p:sp>
        <p:nvSpPr>
          <p:cNvPr id="16388" name="Footer Placeholder 3">
            <a:extLst>
              <a:ext uri="{FF2B5EF4-FFF2-40B4-BE49-F238E27FC236}">
                <a16:creationId xmlns:a16="http://schemas.microsoft.com/office/drawing/2014/main" id="{11F3C6D9-8967-4551-0ABB-26DD8D6021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16389" name="Slide Number Placeholder 4">
            <a:extLst>
              <a:ext uri="{FF2B5EF4-FFF2-40B4-BE49-F238E27FC236}">
                <a16:creationId xmlns:a16="http://schemas.microsoft.com/office/drawing/2014/main" id="{0FF24392-184D-6BB1-6DA5-9C4038E740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86349DAA-6F8C-48CF-BE01-E96911D56629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4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16401" name="Rectangle 1027">
            <a:extLst>
              <a:ext uri="{FF2B5EF4-FFF2-40B4-BE49-F238E27FC236}">
                <a16:creationId xmlns:a16="http://schemas.microsoft.com/office/drawing/2014/main" id="{AAFC6FC3-74E9-1BD7-2AC8-1D18520F9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433450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188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718A-A0E0-8187-4129-05B879B7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E1AA0-A89B-181A-607D-0A85E9465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36" y="1452121"/>
            <a:ext cx="11062648" cy="4648427"/>
          </a:xfrm>
        </p:spPr>
        <p:txBody>
          <a:bodyPr>
            <a:normAutofit fontScale="92500"/>
          </a:bodyPr>
          <a:lstStyle/>
          <a:p>
            <a:r>
              <a:rPr lang="en-US" dirty="0"/>
              <a:t>A relational database </a:t>
            </a:r>
            <a:r>
              <a:rPr lang="en-US" b="1" dirty="0">
                <a:solidFill>
                  <a:srgbClr val="7030A0"/>
                </a:solidFill>
                <a:highlight>
                  <a:srgbClr val="00FF00"/>
                </a:highlight>
              </a:rPr>
              <a:t>collects different types of data sets </a:t>
            </a:r>
            <a:r>
              <a:rPr lang="en-US" dirty="0"/>
              <a:t>that use </a:t>
            </a:r>
            <a:r>
              <a:rPr lang="en-US" b="1" dirty="0">
                <a:solidFill>
                  <a:srgbClr val="7030A0"/>
                </a:solidFill>
                <a:highlight>
                  <a:srgbClr val="00FF00"/>
                </a:highlight>
              </a:rPr>
              <a:t>tables, records</a:t>
            </a:r>
            <a:r>
              <a:rPr lang="en-US" dirty="0"/>
              <a:t>, and </a:t>
            </a:r>
            <a:r>
              <a:rPr lang="en-US" b="1" dirty="0">
                <a:solidFill>
                  <a:srgbClr val="7030A0"/>
                </a:solidFill>
                <a:highlight>
                  <a:srgbClr val="00FF00"/>
                </a:highlight>
              </a:rPr>
              <a:t>columns. </a:t>
            </a:r>
          </a:p>
          <a:p>
            <a:r>
              <a:rPr lang="en-US" dirty="0"/>
              <a:t>It is used to </a:t>
            </a:r>
            <a:r>
              <a:rPr lang="en-US" b="1" dirty="0">
                <a:solidFill>
                  <a:srgbClr val="7030A0"/>
                </a:solidFill>
              </a:rPr>
              <a:t>create a well-defined relationship between database tables</a:t>
            </a:r>
            <a:r>
              <a:rPr lang="en-US" dirty="0"/>
              <a:t> so that relational databases can be easily stored. </a:t>
            </a:r>
          </a:p>
          <a:p>
            <a:r>
              <a:rPr lang="en-US" dirty="0"/>
              <a:t>For example of relational databases such as </a:t>
            </a:r>
            <a:r>
              <a:rPr lang="en-US" b="1" dirty="0">
                <a:solidFill>
                  <a:srgbClr val="7030A0"/>
                </a:solidFill>
              </a:rPr>
              <a:t>Microsoft SQL Server</a:t>
            </a:r>
            <a:r>
              <a:rPr lang="en-US" dirty="0"/>
              <a:t>, </a:t>
            </a:r>
            <a:r>
              <a:rPr lang="en-US" b="1" dirty="0">
                <a:solidFill>
                  <a:srgbClr val="7030A0"/>
                </a:solidFill>
              </a:rPr>
              <a:t>Oracle Database</a:t>
            </a:r>
            <a:r>
              <a:rPr lang="en-US" dirty="0"/>
              <a:t>, </a:t>
            </a:r>
            <a:r>
              <a:rPr lang="en-US" b="1" dirty="0">
                <a:solidFill>
                  <a:srgbClr val="7030A0"/>
                </a:solidFill>
              </a:rPr>
              <a:t>MYSQL</a:t>
            </a:r>
            <a:r>
              <a:rPr lang="en-US" dirty="0"/>
              <a:t>, etc.</a:t>
            </a:r>
          </a:p>
          <a:p>
            <a:r>
              <a:rPr lang="en-US" dirty="0"/>
              <a:t>There are some important parameters of the relational database: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b="1" dirty="0"/>
              <a:t>It is based on a relational model (Data in tables).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b="1" dirty="0"/>
              <a:t>Each row in the table with a unique id, key.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600" b="1" dirty="0"/>
              <a:t>Columns of the table hold attributes of data.</a:t>
            </a:r>
            <a:endParaRPr lang="en-MY" sz="2600" b="1" dirty="0"/>
          </a:p>
        </p:txBody>
      </p:sp>
    </p:spTree>
    <p:extLst>
      <p:ext uri="{BB962C8B-B14F-4D97-AF65-F5344CB8AC3E}">
        <p14:creationId xmlns:p14="http://schemas.microsoft.com/office/powerpoint/2010/main" val="203223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3" name="Rectangle 18442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5" name="Freeform: Shape 18444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E6ECABF-000D-08E0-A5E7-3A4F2641D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en-US" altLang="en-US" sz="3100"/>
              <a:t>Tables and Their Characteristics</a:t>
            </a:r>
          </a:p>
        </p:txBody>
      </p:sp>
      <p:sp>
        <p:nvSpPr>
          <p:cNvPr id="18436" name="Footer Placeholder 3">
            <a:extLst>
              <a:ext uri="{FF2B5EF4-FFF2-40B4-BE49-F238E27FC236}">
                <a16:creationId xmlns:a16="http://schemas.microsoft.com/office/drawing/2014/main" id="{F1EBAF61-1D68-D408-E623-3F74031FA9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8CD8F140-4391-3E17-A4D3-6D7037C112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5B1A5944-1952-4B39-9CD4-751FC59AB565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6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18439" name="Rectangle 3">
            <a:extLst>
              <a:ext uri="{FF2B5EF4-FFF2-40B4-BE49-F238E27FC236}">
                <a16:creationId xmlns:a16="http://schemas.microsoft.com/office/drawing/2014/main" id="{64DD2AD4-2620-1315-4592-F042C7A81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829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650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4" descr="Tbl03-01.bmp">
            <a:extLst>
              <a:ext uri="{FF2B5EF4-FFF2-40B4-BE49-F238E27FC236}">
                <a16:creationId xmlns:a16="http://schemas.microsoft.com/office/drawing/2014/main" id="{34FDA079-E749-D78B-2B72-D2E4E81A7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085" y="311789"/>
            <a:ext cx="11632819" cy="614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2" name="Footer Placeholder 6">
            <a:extLst>
              <a:ext uri="{FF2B5EF4-FFF2-40B4-BE49-F238E27FC236}">
                <a16:creationId xmlns:a16="http://schemas.microsoft.com/office/drawing/2014/main" id="{D8DCDEB0-9CB2-1393-8334-AD6B7A68109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20491" name="Freeform: Shape 2048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483" name="Slide Number Placeholder 7">
            <a:extLst>
              <a:ext uri="{FF2B5EF4-FFF2-40B4-BE49-F238E27FC236}">
                <a16:creationId xmlns:a16="http://schemas.microsoft.com/office/drawing/2014/main" id="{65650C05-9828-6A8D-33F6-BED4FB1EF95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10856794" y="6356350"/>
            <a:ext cx="78474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DD0A54F-3208-4774-9BD6-4DABCB8DC126}" type="slidenum">
              <a:rPr lang="en-US" altLang="en-US">
                <a:solidFill>
                  <a:srgbClr val="515151"/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7</a:t>
            </a:fld>
            <a:endParaRPr lang="en-US" altLang="en-US">
              <a:solidFill>
                <a:srgbClr val="51515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1446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7" name="Freeform: Shape 22536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2532" name="Picture 4" descr="Fig03-01.bmp">
            <a:extLst>
              <a:ext uri="{FF2B5EF4-FFF2-40B4-BE49-F238E27FC236}">
                <a16:creationId xmlns:a16="http://schemas.microsoft.com/office/drawing/2014/main" id="{5C21DA1A-DEB2-3865-D62C-4AC7E6120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804" y="136525"/>
            <a:ext cx="11382384" cy="647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0" name="Footer Placeholder 4">
            <a:extLst>
              <a:ext uri="{FF2B5EF4-FFF2-40B4-BE49-F238E27FC236}">
                <a16:creationId xmlns:a16="http://schemas.microsoft.com/office/drawing/2014/main" id="{DF885A84-4145-E570-083C-F60E25A7770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87C68B0E-3154-9978-044B-85FDCD148F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1AA6C38F-2F45-473A-A3F7-5E239E26B34F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8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769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87" name="Rectangle 24586">
            <a:extLst>
              <a:ext uri="{FF2B5EF4-FFF2-40B4-BE49-F238E27FC236}">
                <a16:creationId xmlns:a16="http://schemas.microsoft.com/office/drawing/2014/main" id="{DF36526D-0F1F-46DD-8DDC-385EF7FF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89" name="Freeform: Shape 24588">
            <a:extLst>
              <a:ext uri="{FF2B5EF4-FFF2-40B4-BE49-F238E27FC236}">
                <a16:creationId xmlns:a16="http://schemas.microsoft.com/office/drawing/2014/main" id="{C926ABA4-C8CE-4D75-AC96-BAC602AF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482"/>
            <a:ext cx="5463940" cy="6861482"/>
          </a:xfrm>
          <a:custGeom>
            <a:avLst/>
            <a:gdLst>
              <a:gd name="connsiteX0" fmla="*/ 5463940 w 5463940"/>
              <a:gd name="connsiteY0" fmla="*/ 0 h 6861482"/>
              <a:gd name="connsiteX1" fmla="*/ 792388 w 5463940"/>
              <a:gd name="connsiteY1" fmla="*/ 0 h 6861482"/>
              <a:gd name="connsiteX2" fmla="*/ 807288 w 5463940"/>
              <a:gd name="connsiteY2" fmla="*/ 23688 h 6861482"/>
              <a:gd name="connsiteX3" fmla="*/ 847167 w 5463940"/>
              <a:gd name="connsiteY3" fmla="*/ 52392 h 6861482"/>
              <a:gd name="connsiteX4" fmla="*/ 861906 w 5463940"/>
              <a:gd name="connsiteY4" fmla="*/ 104693 h 6861482"/>
              <a:gd name="connsiteX5" fmla="*/ 891809 w 5463940"/>
              <a:gd name="connsiteY5" fmla="*/ 314763 h 6861482"/>
              <a:gd name="connsiteX6" fmla="*/ 883105 w 5463940"/>
              <a:gd name="connsiteY6" fmla="*/ 361124 h 6861482"/>
              <a:gd name="connsiteX7" fmla="*/ 839062 w 5463940"/>
              <a:gd name="connsiteY7" fmla="*/ 423850 h 6861482"/>
              <a:gd name="connsiteX8" fmla="*/ 804620 w 5463940"/>
              <a:gd name="connsiteY8" fmla="*/ 560313 h 6861482"/>
              <a:gd name="connsiteX9" fmla="*/ 736357 w 5463940"/>
              <a:gd name="connsiteY9" fmla="*/ 760897 h 6861482"/>
              <a:gd name="connsiteX10" fmla="*/ 701931 w 5463940"/>
              <a:gd name="connsiteY10" fmla="*/ 821285 h 6861482"/>
              <a:gd name="connsiteX11" fmla="*/ 730099 w 5463940"/>
              <a:gd name="connsiteY11" fmla="*/ 854014 h 6861482"/>
              <a:gd name="connsiteX12" fmla="*/ 828340 w 5463940"/>
              <a:gd name="connsiteY12" fmla="*/ 1080052 h 6861482"/>
              <a:gd name="connsiteX13" fmla="*/ 700490 w 5463940"/>
              <a:gd name="connsiteY13" fmla="*/ 1372761 h 6861482"/>
              <a:gd name="connsiteX14" fmla="*/ 632708 w 5463940"/>
              <a:gd name="connsiteY14" fmla="*/ 1466109 h 6861482"/>
              <a:gd name="connsiteX15" fmla="*/ 768641 w 5463940"/>
              <a:gd name="connsiteY15" fmla="*/ 1459414 h 6861482"/>
              <a:gd name="connsiteX16" fmla="*/ 819196 w 5463940"/>
              <a:gd name="connsiteY16" fmla="*/ 1556554 h 6861482"/>
              <a:gd name="connsiteX17" fmla="*/ 841602 w 5463940"/>
              <a:gd name="connsiteY17" fmla="*/ 1606217 h 6861482"/>
              <a:gd name="connsiteX18" fmla="*/ 979741 w 5463940"/>
              <a:gd name="connsiteY18" fmla="*/ 1914129 h 6861482"/>
              <a:gd name="connsiteX19" fmla="*/ 961586 w 5463940"/>
              <a:gd name="connsiteY19" fmla="*/ 2014028 h 6861482"/>
              <a:gd name="connsiteX20" fmla="*/ 763580 w 5463940"/>
              <a:gd name="connsiteY20" fmla="*/ 2524080 h 6861482"/>
              <a:gd name="connsiteX21" fmla="*/ 993601 w 5463940"/>
              <a:gd name="connsiteY21" fmla="*/ 2596949 h 6861482"/>
              <a:gd name="connsiteX22" fmla="*/ 1013917 w 5463940"/>
              <a:gd name="connsiteY22" fmla="*/ 2810127 h 6861482"/>
              <a:gd name="connsiteX23" fmla="*/ 1136989 w 5463940"/>
              <a:gd name="connsiteY23" fmla="*/ 3024678 h 6861482"/>
              <a:gd name="connsiteX24" fmla="*/ 1259967 w 5463940"/>
              <a:gd name="connsiteY24" fmla="*/ 3181568 h 6861482"/>
              <a:gd name="connsiteX25" fmla="*/ 1265794 w 5463940"/>
              <a:gd name="connsiteY25" fmla="*/ 3198166 h 6861482"/>
              <a:gd name="connsiteX26" fmla="*/ 1265717 w 5463940"/>
              <a:gd name="connsiteY26" fmla="*/ 3204655 h 6861482"/>
              <a:gd name="connsiteX27" fmla="*/ 1288242 w 5463940"/>
              <a:gd name="connsiteY27" fmla="*/ 3274732 h 6861482"/>
              <a:gd name="connsiteX28" fmla="*/ 1291297 w 5463940"/>
              <a:gd name="connsiteY28" fmla="*/ 3279721 h 6861482"/>
              <a:gd name="connsiteX29" fmla="*/ 1314272 w 5463940"/>
              <a:gd name="connsiteY29" fmla="*/ 3363918 h 6861482"/>
              <a:gd name="connsiteX30" fmla="*/ 1319860 w 5463940"/>
              <a:gd name="connsiteY30" fmla="*/ 3393684 h 6861482"/>
              <a:gd name="connsiteX31" fmla="*/ 1316519 w 5463940"/>
              <a:gd name="connsiteY31" fmla="*/ 3405686 h 6861482"/>
              <a:gd name="connsiteX32" fmla="*/ 1288529 w 5463940"/>
              <a:gd name="connsiteY32" fmla="*/ 3445525 h 6861482"/>
              <a:gd name="connsiteX33" fmla="*/ 1242782 w 5463940"/>
              <a:gd name="connsiteY33" fmla="*/ 3705028 h 6861482"/>
              <a:gd name="connsiteX34" fmla="*/ 1286485 w 5463940"/>
              <a:gd name="connsiteY34" fmla="*/ 3747325 h 6861482"/>
              <a:gd name="connsiteX35" fmla="*/ 1292276 w 5463940"/>
              <a:gd name="connsiteY35" fmla="*/ 3757935 h 6861482"/>
              <a:gd name="connsiteX36" fmla="*/ 1295640 w 5463940"/>
              <a:gd name="connsiteY36" fmla="*/ 3771718 h 6861482"/>
              <a:gd name="connsiteX37" fmla="*/ 1297165 w 5463940"/>
              <a:gd name="connsiteY37" fmla="*/ 3800021 h 6861482"/>
              <a:gd name="connsiteX38" fmla="*/ 1175354 w 5463940"/>
              <a:gd name="connsiteY38" fmla="*/ 3860429 h 6861482"/>
              <a:gd name="connsiteX39" fmla="*/ 1307283 w 5463940"/>
              <a:gd name="connsiteY39" fmla="*/ 4017890 h 6861482"/>
              <a:gd name="connsiteX40" fmla="*/ 1296662 w 5463940"/>
              <a:gd name="connsiteY40" fmla="*/ 4042035 h 6861482"/>
              <a:gd name="connsiteX41" fmla="*/ 1272882 w 5463940"/>
              <a:gd name="connsiteY41" fmla="*/ 4153970 h 6861482"/>
              <a:gd name="connsiteX42" fmla="*/ 1262688 w 5463940"/>
              <a:gd name="connsiteY42" fmla="*/ 4216187 h 6861482"/>
              <a:gd name="connsiteX43" fmla="*/ 1264417 w 5463940"/>
              <a:gd name="connsiteY43" fmla="*/ 4216187 h 6861482"/>
              <a:gd name="connsiteX44" fmla="*/ 1262699 w 5463940"/>
              <a:gd name="connsiteY44" fmla="*/ 4228245 h 6861482"/>
              <a:gd name="connsiteX45" fmla="*/ 1261091 w 5463940"/>
              <a:gd name="connsiteY45" fmla="*/ 4239616 h 6861482"/>
              <a:gd name="connsiteX46" fmla="*/ 1260815 w 5463940"/>
              <a:gd name="connsiteY46" fmla="*/ 4241609 h 6861482"/>
              <a:gd name="connsiteX47" fmla="*/ 1260967 w 5463940"/>
              <a:gd name="connsiteY47" fmla="*/ 4240495 h 6861482"/>
              <a:gd name="connsiteX48" fmla="*/ 1261091 w 5463940"/>
              <a:gd name="connsiteY48" fmla="*/ 4239616 h 6861482"/>
              <a:gd name="connsiteX49" fmla="*/ 1261469 w 5463940"/>
              <a:gd name="connsiteY49" fmla="*/ 4236887 h 6861482"/>
              <a:gd name="connsiteX50" fmla="*/ 1256626 w 5463940"/>
              <a:gd name="connsiteY50" fmla="*/ 4265601 h 6861482"/>
              <a:gd name="connsiteX51" fmla="*/ 1248755 w 5463940"/>
              <a:gd name="connsiteY51" fmla="*/ 4319440 h 6861482"/>
              <a:gd name="connsiteX52" fmla="*/ 1247265 w 5463940"/>
              <a:gd name="connsiteY52" fmla="*/ 4327380 h 6861482"/>
              <a:gd name="connsiteX53" fmla="*/ 1237396 w 5463940"/>
              <a:gd name="connsiteY53" fmla="*/ 4327380 h 6861482"/>
              <a:gd name="connsiteX54" fmla="*/ 1217455 w 5463940"/>
              <a:gd name="connsiteY54" fmla="*/ 4371063 h 6861482"/>
              <a:gd name="connsiteX55" fmla="*/ 1141096 w 5463940"/>
              <a:gd name="connsiteY55" fmla="*/ 4440302 h 6861482"/>
              <a:gd name="connsiteX56" fmla="*/ 987553 w 5463940"/>
              <a:gd name="connsiteY56" fmla="*/ 4640688 h 6861482"/>
              <a:gd name="connsiteX57" fmla="*/ 649254 w 5463940"/>
              <a:gd name="connsiteY57" fmla="*/ 5463560 h 6861482"/>
              <a:gd name="connsiteX58" fmla="*/ 542839 w 5463940"/>
              <a:gd name="connsiteY58" fmla="*/ 5729320 h 6861482"/>
              <a:gd name="connsiteX59" fmla="*/ 629662 w 5463940"/>
              <a:gd name="connsiteY59" fmla="*/ 5793573 h 6861482"/>
              <a:gd name="connsiteX60" fmla="*/ 476494 w 5463940"/>
              <a:gd name="connsiteY60" fmla="*/ 6082357 h 6861482"/>
              <a:gd name="connsiteX61" fmla="*/ 295356 w 5463940"/>
              <a:gd name="connsiteY61" fmla="*/ 6405892 h 6861482"/>
              <a:gd name="connsiteX62" fmla="*/ 21866 w 5463940"/>
              <a:gd name="connsiteY62" fmla="*/ 6831011 h 6861482"/>
              <a:gd name="connsiteX63" fmla="*/ 0 w 5463940"/>
              <a:gd name="connsiteY63" fmla="*/ 6861482 h 6861482"/>
              <a:gd name="connsiteX64" fmla="*/ 5463940 w 5463940"/>
              <a:gd name="connsiteY64" fmla="*/ 6861482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463940" h="6861482">
                <a:moveTo>
                  <a:pt x="5463940" y="0"/>
                </a:moveTo>
                <a:lnTo>
                  <a:pt x="792388" y="0"/>
                </a:lnTo>
                <a:lnTo>
                  <a:pt x="807288" y="23688"/>
                </a:lnTo>
                <a:cubicBezTo>
                  <a:pt x="818348" y="36363"/>
                  <a:pt x="831351" y="46345"/>
                  <a:pt x="847167" y="52392"/>
                </a:cubicBezTo>
                <a:cubicBezTo>
                  <a:pt x="862365" y="58007"/>
                  <a:pt x="867376" y="78523"/>
                  <a:pt x="861906" y="104693"/>
                </a:cubicBezTo>
                <a:cubicBezTo>
                  <a:pt x="843817" y="191375"/>
                  <a:pt x="858534" y="258432"/>
                  <a:pt x="891809" y="314763"/>
                </a:cubicBezTo>
                <a:cubicBezTo>
                  <a:pt x="903576" y="334407"/>
                  <a:pt x="899159" y="347903"/>
                  <a:pt x="883105" y="361124"/>
                </a:cubicBezTo>
                <a:cubicBezTo>
                  <a:pt x="864669" y="375704"/>
                  <a:pt x="850327" y="397046"/>
                  <a:pt x="839062" y="423850"/>
                </a:cubicBezTo>
                <a:cubicBezTo>
                  <a:pt x="820568" y="467166"/>
                  <a:pt x="811859" y="513531"/>
                  <a:pt x="804620" y="560313"/>
                </a:cubicBezTo>
                <a:cubicBezTo>
                  <a:pt x="793378" y="633687"/>
                  <a:pt x="780112" y="704450"/>
                  <a:pt x="736357" y="760897"/>
                </a:cubicBezTo>
                <a:cubicBezTo>
                  <a:pt x="723332" y="778040"/>
                  <a:pt x="712885" y="799992"/>
                  <a:pt x="701931" y="821285"/>
                </a:cubicBezTo>
                <a:cubicBezTo>
                  <a:pt x="705425" y="839840"/>
                  <a:pt x="714063" y="852486"/>
                  <a:pt x="730099" y="854014"/>
                </a:cubicBezTo>
                <a:cubicBezTo>
                  <a:pt x="832163" y="864105"/>
                  <a:pt x="827638" y="966113"/>
                  <a:pt x="828340" y="1080052"/>
                </a:cubicBezTo>
                <a:cubicBezTo>
                  <a:pt x="829412" y="1221065"/>
                  <a:pt x="771840" y="1300280"/>
                  <a:pt x="700490" y="1372761"/>
                </a:cubicBezTo>
                <a:cubicBezTo>
                  <a:pt x="676074" y="1397333"/>
                  <a:pt x="640472" y="1405223"/>
                  <a:pt x="632708" y="1466109"/>
                </a:cubicBezTo>
                <a:cubicBezTo>
                  <a:pt x="675330" y="1511622"/>
                  <a:pt x="723920" y="1454776"/>
                  <a:pt x="768641" y="1459414"/>
                </a:cubicBezTo>
                <a:cubicBezTo>
                  <a:pt x="805594" y="1463610"/>
                  <a:pt x="865476" y="1442049"/>
                  <a:pt x="819196" y="1556554"/>
                </a:cubicBezTo>
                <a:cubicBezTo>
                  <a:pt x="805723" y="1590108"/>
                  <a:pt x="823233" y="1607581"/>
                  <a:pt x="841602" y="1606217"/>
                </a:cubicBezTo>
                <a:cubicBezTo>
                  <a:pt x="990393" y="1592503"/>
                  <a:pt x="928704" y="1817105"/>
                  <a:pt x="979741" y="1914129"/>
                </a:cubicBezTo>
                <a:cubicBezTo>
                  <a:pt x="994130" y="1940125"/>
                  <a:pt x="981845" y="1995898"/>
                  <a:pt x="961586" y="2014028"/>
                </a:cubicBezTo>
                <a:cubicBezTo>
                  <a:pt x="833010" y="2130710"/>
                  <a:pt x="821559" y="2335317"/>
                  <a:pt x="763580" y="2524080"/>
                </a:cubicBezTo>
                <a:cubicBezTo>
                  <a:pt x="834503" y="2575904"/>
                  <a:pt x="917665" y="2570407"/>
                  <a:pt x="993601" y="2596949"/>
                </a:cubicBezTo>
                <a:cubicBezTo>
                  <a:pt x="1072474" y="2624324"/>
                  <a:pt x="1073570" y="2658988"/>
                  <a:pt x="1013917" y="2810127"/>
                </a:cubicBezTo>
                <a:cubicBezTo>
                  <a:pt x="1181198" y="2798901"/>
                  <a:pt x="1181198" y="2798901"/>
                  <a:pt x="1136989" y="3024678"/>
                </a:cubicBezTo>
                <a:cubicBezTo>
                  <a:pt x="1180902" y="3020054"/>
                  <a:pt x="1224298" y="3088781"/>
                  <a:pt x="1259967" y="3181568"/>
                </a:cubicBezTo>
                <a:lnTo>
                  <a:pt x="1265794" y="3198166"/>
                </a:lnTo>
                <a:lnTo>
                  <a:pt x="1265717" y="3204655"/>
                </a:lnTo>
                <a:cubicBezTo>
                  <a:pt x="1268733" y="3236251"/>
                  <a:pt x="1277862" y="3256804"/>
                  <a:pt x="1288242" y="3274732"/>
                </a:cubicBezTo>
                <a:lnTo>
                  <a:pt x="1291297" y="3279721"/>
                </a:lnTo>
                <a:lnTo>
                  <a:pt x="1314272" y="3363918"/>
                </a:lnTo>
                <a:lnTo>
                  <a:pt x="1319860" y="3393684"/>
                </a:lnTo>
                <a:lnTo>
                  <a:pt x="1316519" y="3405686"/>
                </a:lnTo>
                <a:cubicBezTo>
                  <a:pt x="1310372" y="3418102"/>
                  <a:pt x="1301211" y="3431228"/>
                  <a:pt x="1288529" y="3445525"/>
                </a:cubicBezTo>
                <a:cubicBezTo>
                  <a:pt x="1161348" y="3588143"/>
                  <a:pt x="1146805" y="3608961"/>
                  <a:pt x="1242782" y="3705028"/>
                </a:cubicBezTo>
                <a:lnTo>
                  <a:pt x="1286485" y="3747325"/>
                </a:lnTo>
                <a:lnTo>
                  <a:pt x="1292276" y="3757935"/>
                </a:lnTo>
                <a:lnTo>
                  <a:pt x="1295640" y="3771718"/>
                </a:lnTo>
                <a:cubicBezTo>
                  <a:pt x="1296144" y="3781009"/>
                  <a:pt x="1296074" y="3791627"/>
                  <a:pt x="1297165" y="3800021"/>
                </a:cubicBezTo>
                <a:cubicBezTo>
                  <a:pt x="1261584" y="3834526"/>
                  <a:pt x="1216509" y="3777846"/>
                  <a:pt x="1175354" y="3860429"/>
                </a:cubicBezTo>
                <a:lnTo>
                  <a:pt x="1307283" y="4017890"/>
                </a:lnTo>
                <a:lnTo>
                  <a:pt x="1296662" y="4042035"/>
                </a:lnTo>
                <a:cubicBezTo>
                  <a:pt x="1285446" y="4076730"/>
                  <a:pt x="1278762" y="4115040"/>
                  <a:pt x="1272882" y="4153970"/>
                </a:cubicBezTo>
                <a:lnTo>
                  <a:pt x="1262688" y="4216187"/>
                </a:lnTo>
                <a:lnTo>
                  <a:pt x="1264417" y="4216187"/>
                </a:lnTo>
                <a:lnTo>
                  <a:pt x="1262699" y="4228245"/>
                </a:lnTo>
                <a:lnTo>
                  <a:pt x="1261091" y="4239616"/>
                </a:lnTo>
                <a:lnTo>
                  <a:pt x="1260815" y="4241609"/>
                </a:lnTo>
                <a:cubicBezTo>
                  <a:pt x="1260689" y="4242505"/>
                  <a:pt x="1260696" y="4242428"/>
                  <a:pt x="1260967" y="4240495"/>
                </a:cubicBezTo>
                <a:lnTo>
                  <a:pt x="1261091" y="4239616"/>
                </a:lnTo>
                <a:lnTo>
                  <a:pt x="1261469" y="4236887"/>
                </a:lnTo>
                <a:cubicBezTo>
                  <a:pt x="1262532" y="4229054"/>
                  <a:pt x="1263675" y="4219786"/>
                  <a:pt x="1256626" y="4265601"/>
                </a:cubicBezTo>
                <a:cubicBezTo>
                  <a:pt x="1256291" y="4267782"/>
                  <a:pt x="1251762" y="4300784"/>
                  <a:pt x="1248755" y="4319440"/>
                </a:cubicBezTo>
                <a:lnTo>
                  <a:pt x="1247265" y="4327380"/>
                </a:lnTo>
                <a:lnTo>
                  <a:pt x="1237396" y="4327380"/>
                </a:lnTo>
                <a:lnTo>
                  <a:pt x="1217455" y="4371063"/>
                </a:lnTo>
                <a:cubicBezTo>
                  <a:pt x="1199891" y="4400506"/>
                  <a:pt x="1175680" y="4424583"/>
                  <a:pt x="1141096" y="4440302"/>
                </a:cubicBezTo>
                <a:cubicBezTo>
                  <a:pt x="1069946" y="4473150"/>
                  <a:pt x="1038303" y="4575550"/>
                  <a:pt x="987553" y="4640688"/>
                </a:cubicBezTo>
                <a:cubicBezTo>
                  <a:pt x="810580" y="4866180"/>
                  <a:pt x="695846" y="5129308"/>
                  <a:pt x="649254" y="5463560"/>
                </a:cubicBezTo>
                <a:cubicBezTo>
                  <a:pt x="636193" y="5556007"/>
                  <a:pt x="578841" y="5642157"/>
                  <a:pt x="542839" y="5729320"/>
                </a:cubicBezTo>
                <a:cubicBezTo>
                  <a:pt x="563420" y="5782527"/>
                  <a:pt x="660486" y="5634705"/>
                  <a:pt x="629662" y="5793573"/>
                </a:cubicBezTo>
                <a:cubicBezTo>
                  <a:pt x="606320" y="5913360"/>
                  <a:pt x="539304" y="6000311"/>
                  <a:pt x="476494" y="6082357"/>
                </a:cubicBezTo>
                <a:cubicBezTo>
                  <a:pt x="404358" y="6175982"/>
                  <a:pt x="324070" y="6256850"/>
                  <a:pt x="295356" y="6405892"/>
                </a:cubicBezTo>
                <a:cubicBezTo>
                  <a:pt x="293791" y="6413841"/>
                  <a:pt x="198424" y="6580901"/>
                  <a:pt x="21866" y="6831011"/>
                </a:cubicBezTo>
                <a:lnTo>
                  <a:pt x="0" y="6861482"/>
                </a:lnTo>
                <a:lnTo>
                  <a:pt x="5463940" y="68614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F91D7D48-A970-AEEB-B866-B413E9BC1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chemeClr val="bg1"/>
                </a:solidFill>
              </a:rPr>
              <a:t>Keys</a:t>
            </a:r>
          </a:p>
        </p:txBody>
      </p:sp>
      <p:sp>
        <p:nvSpPr>
          <p:cNvPr id="24580" name="Footer Placeholder 3">
            <a:extLst>
              <a:ext uri="{FF2B5EF4-FFF2-40B4-BE49-F238E27FC236}">
                <a16:creationId xmlns:a16="http://schemas.microsoft.com/office/drawing/2014/main" id="{D0ACE62E-9F3E-8988-1AC3-AC26D05F26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80F42B25-91FF-8EDB-04E3-34895EB2F7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D0BA1E6B-3DDE-4611-A79E-EE8B11EC93D6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9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24583" name="Rectangle 3">
            <a:extLst>
              <a:ext uri="{FF2B5EF4-FFF2-40B4-BE49-F238E27FC236}">
                <a16:creationId xmlns:a16="http://schemas.microsoft.com/office/drawing/2014/main" id="{47DD2468-6C0F-EE9F-A98C-980893EBA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633597"/>
              </p:ext>
            </p:extLst>
          </p:nvPr>
        </p:nvGraphicFramePr>
        <p:xfrm>
          <a:off x="4876800" y="-1"/>
          <a:ext cx="713323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6484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59DD4F4-28F7-65C2-CF64-923DC6B0F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r>
              <a:rPr lang="en-US" altLang="en-US" dirty="0"/>
              <a:t>Keys (cont’d.)</a:t>
            </a:r>
          </a:p>
        </p:txBody>
      </p:sp>
      <p:graphicFrame>
        <p:nvGraphicFramePr>
          <p:cNvPr id="28679" name="Rectangle 3">
            <a:extLst>
              <a:ext uri="{FF2B5EF4-FFF2-40B4-BE49-F238E27FC236}">
                <a16:creationId xmlns:a16="http://schemas.microsoft.com/office/drawing/2014/main" id="{D3E31AEF-301D-D2AD-5A3F-AA78526EF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952741"/>
              </p:ext>
            </p:extLst>
          </p:nvPr>
        </p:nvGraphicFramePr>
        <p:xfrm>
          <a:off x="842748" y="1351128"/>
          <a:ext cx="10812440" cy="5005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676" name="Footer Placeholder 3">
            <a:extLst>
              <a:ext uri="{FF2B5EF4-FFF2-40B4-BE49-F238E27FC236}">
                <a16:creationId xmlns:a16="http://schemas.microsoft.com/office/drawing/2014/main" id="{84C87AE0-3DA5-E523-838C-7B93D536C5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28677" name="Slide Number Placeholder 4">
            <a:extLst>
              <a:ext uri="{FF2B5EF4-FFF2-40B4-BE49-F238E27FC236}">
                <a16:creationId xmlns:a16="http://schemas.microsoft.com/office/drawing/2014/main" id="{580D2B70-08DA-1128-7665-A99B348120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fld id="{78CDAF95-5472-4D81-991B-182095284A15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387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table with numbers and text&#10;&#10;Description automatically generated">
            <a:extLst>
              <a:ext uri="{FF2B5EF4-FFF2-40B4-BE49-F238E27FC236}">
                <a16:creationId xmlns:a16="http://schemas.microsoft.com/office/drawing/2014/main" id="{B0DB74E8-8567-0D44-4CB6-AED8D806A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7" y="1122744"/>
            <a:ext cx="5069078" cy="3885984"/>
          </a:xfrm>
        </p:spPr>
      </p:pic>
      <p:pic>
        <p:nvPicPr>
          <p:cNvPr id="2050" name="Picture 2" descr="CS457 Syllabus &amp; Progress">
            <a:extLst>
              <a:ext uri="{FF2B5EF4-FFF2-40B4-BE49-F238E27FC236}">
                <a16:creationId xmlns:a16="http://schemas.microsoft.com/office/drawing/2014/main" id="{4BC3A271-DB35-03E0-B44C-E3C72F01D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219" y="508595"/>
            <a:ext cx="7124243" cy="579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557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34" name="Rectangle 30729">
            <a:extLst>
              <a:ext uri="{FF2B5EF4-FFF2-40B4-BE49-F238E27FC236}">
                <a16:creationId xmlns:a16="http://schemas.microsoft.com/office/drawing/2014/main" id="{5DF0A98B-63F0-47BD-9203-AD26B8E33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35" name="Freeform: Shape 30731">
            <a:extLst>
              <a:ext uri="{FF2B5EF4-FFF2-40B4-BE49-F238E27FC236}">
                <a16:creationId xmlns:a16="http://schemas.microsoft.com/office/drawing/2014/main" id="{AD3D6B5C-B8B4-4071-9480-DEE5EC781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31334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rgbClr val="D18B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C550C753-04E7-57E8-16A8-27677B630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0323" y="2242457"/>
            <a:ext cx="3731849" cy="2373086"/>
          </a:xfrm>
        </p:spPr>
        <p:txBody>
          <a:bodyPr>
            <a:normAutofit/>
          </a:bodyPr>
          <a:lstStyle/>
          <a:p>
            <a:r>
              <a:rPr lang="en-US" altLang="en-US"/>
              <a:t>Keys (cont’d.)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D12D767-F227-5313-5BBB-DE7694AC01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6977" y="462487"/>
            <a:ext cx="6175404" cy="543137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en-US" b="1" dirty="0">
                <a:highlight>
                  <a:srgbClr val="00FF00"/>
                </a:highlight>
              </a:rPr>
              <a:t>Nulls</a:t>
            </a:r>
            <a:endParaRPr lang="en-US" altLang="en-US" dirty="0">
              <a:highlight>
                <a:srgbClr val="00FF00"/>
              </a:highlight>
            </a:endParaRPr>
          </a:p>
          <a:p>
            <a:pPr lvl="1"/>
            <a:r>
              <a:rPr lang="en-US" altLang="en-US" sz="2800" dirty="0"/>
              <a:t>No data entry</a:t>
            </a:r>
          </a:p>
          <a:p>
            <a:pPr lvl="1"/>
            <a:r>
              <a:rPr lang="en-US" altLang="en-US" sz="2800" dirty="0"/>
              <a:t>Not permitted in primary key</a:t>
            </a:r>
          </a:p>
          <a:p>
            <a:pPr lvl="1"/>
            <a:r>
              <a:rPr lang="en-US" altLang="en-US" sz="2800" dirty="0"/>
              <a:t>Should be avoided in other attributes</a:t>
            </a:r>
          </a:p>
          <a:p>
            <a:pPr lvl="1"/>
            <a:r>
              <a:rPr lang="en-US" altLang="en-US" sz="2800" b="1" dirty="0">
                <a:solidFill>
                  <a:srgbClr val="7030A0"/>
                </a:solidFill>
              </a:rPr>
              <a:t>Can represent: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800" b="1" dirty="0"/>
              <a:t>An unknown attribute value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800" b="1" dirty="0"/>
              <a:t>A known, but missing, attribute value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en-US" sz="2800" b="1" dirty="0"/>
              <a:t>A “not applicable” condition</a:t>
            </a:r>
          </a:p>
        </p:txBody>
      </p:sp>
      <p:sp>
        <p:nvSpPr>
          <p:cNvPr id="30724" name="Footer Placeholder 3">
            <a:extLst>
              <a:ext uri="{FF2B5EF4-FFF2-40B4-BE49-F238E27FC236}">
                <a16:creationId xmlns:a16="http://schemas.microsoft.com/office/drawing/2014/main" id="{BF51380A-FA48-A4C7-8EEA-381DD5627F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30725" name="Slide Number Placeholder 4">
            <a:extLst>
              <a:ext uri="{FF2B5EF4-FFF2-40B4-BE49-F238E27FC236}">
                <a16:creationId xmlns:a16="http://schemas.microsoft.com/office/drawing/2014/main" id="{596CC55F-2D40-7026-EF34-16D35DB26B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560E08E4-DFA8-45BB-AB2F-22100DF572C6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12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5988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88" name="Rectangle 3277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9" name="Freeform: Shape 3277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rgbClr val="D18BD1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CBF819C4-272F-8301-09F2-AE38FE1C2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en-US" altLang="en-US"/>
              <a:t>Keys (cont’d.)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519FFF0-F23E-9CD1-7FFA-2149D3A9B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04401" y="713313"/>
            <a:ext cx="4549400" cy="5431376"/>
          </a:xfrm>
        </p:spPr>
        <p:txBody>
          <a:bodyPr anchor="ctr">
            <a:normAutofit/>
          </a:bodyPr>
          <a:lstStyle/>
          <a:p>
            <a:r>
              <a:rPr lang="en-US" altLang="en-US" b="1" dirty="0"/>
              <a:t>Nulls</a:t>
            </a:r>
            <a:r>
              <a:rPr lang="en-US" altLang="en-US" dirty="0"/>
              <a:t> (cont’d.)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800" dirty="0"/>
              <a:t>Can create problems when functions such as </a:t>
            </a:r>
            <a:r>
              <a:rPr lang="en-US" altLang="en-US" sz="2800" b="1" dirty="0"/>
              <a:t>COUNT, AVERAGE</a:t>
            </a:r>
            <a:r>
              <a:rPr lang="en-US" altLang="en-US" sz="2800" dirty="0"/>
              <a:t>, and SUM are used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800" dirty="0"/>
              <a:t>Can create logical problems when relational tables are linked</a:t>
            </a:r>
          </a:p>
        </p:txBody>
      </p:sp>
      <p:sp>
        <p:nvSpPr>
          <p:cNvPr id="32772" name="Footer Placeholder 3">
            <a:extLst>
              <a:ext uri="{FF2B5EF4-FFF2-40B4-BE49-F238E27FC236}">
                <a16:creationId xmlns:a16="http://schemas.microsoft.com/office/drawing/2014/main" id="{705362FF-2138-CC4B-919C-88CD9A8C6F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874994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32773" name="Slide Number Placeholder 4">
            <a:extLst>
              <a:ext uri="{FF2B5EF4-FFF2-40B4-BE49-F238E27FC236}">
                <a16:creationId xmlns:a16="http://schemas.microsoft.com/office/drawing/2014/main" id="{96E5D7C0-9888-68A8-96E8-11DE024B4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0368454" y="6356350"/>
            <a:ext cx="98534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8EB9722A-B9E5-4FEA-89EC-37130E8BFF0A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13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9533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829" name="Rectangle 34826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3AC8BD9A-4583-B754-4199-40C770CD1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altLang="en-US"/>
              <a:t>Keys (cont’d.)</a:t>
            </a:r>
          </a:p>
        </p:txBody>
      </p:sp>
      <p:pic>
        <p:nvPicPr>
          <p:cNvPr id="34830" name="Picture 34822" descr="Antique cash register keys">
            <a:extLst>
              <a:ext uri="{FF2B5EF4-FFF2-40B4-BE49-F238E27FC236}">
                <a16:creationId xmlns:a16="http://schemas.microsoft.com/office/drawing/2014/main" id="{231C7FB5-3851-35AE-3346-C7E17134DF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64" r="22026"/>
          <a:stretch/>
        </p:blipFill>
        <p:spPr>
          <a:xfrm>
            <a:off x="2" y="10"/>
            <a:ext cx="611656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4819" name="Rectangle 3">
            <a:extLst>
              <a:ext uri="{FF2B5EF4-FFF2-40B4-BE49-F238E27FC236}">
                <a16:creationId xmlns:a16="http://schemas.microsoft.com/office/drawing/2014/main" id="{A9142C02-8D8A-E608-CBDC-C09495D52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90594" y="1869273"/>
            <a:ext cx="5723901" cy="384366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b="1" dirty="0"/>
              <a:t>Controlled redundancy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Makes the relational database work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Tables within the database </a:t>
            </a:r>
            <a:r>
              <a:rPr lang="en-US" altLang="en-US" dirty="0">
                <a:solidFill>
                  <a:srgbClr val="FF0000"/>
                </a:solidFill>
              </a:rPr>
              <a:t>share common attributes 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Enables tables to be linked together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Multiple occurrences of values not redundant when required to make the relationship work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7030A0"/>
                </a:solidFill>
                <a:highlight>
                  <a:srgbClr val="00FF00"/>
                </a:highlight>
              </a:rPr>
              <a:t>Redundancy exists only when there is unnecessary duplication of attribute values</a:t>
            </a:r>
          </a:p>
        </p:txBody>
      </p:sp>
      <p:sp>
        <p:nvSpPr>
          <p:cNvPr id="34820" name="Footer Placeholder 3">
            <a:extLst>
              <a:ext uri="{FF2B5EF4-FFF2-40B4-BE49-F238E27FC236}">
                <a16:creationId xmlns:a16="http://schemas.microsoft.com/office/drawing/2014/main" id="{49F8FE0C-77BE-7F16-EC3D-DAC4573825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34821" name="Slide Number Placeholder 4">
            <a:extLst>
              <a:ext uri="{FF2B5EF4-FFF2-40B4-BE49-F238E27FC236}">
                <a16:creationId xmlns:a16="http://schemas.microsoft.com/office/drawing/2014/main" id="{8EA1D728-3437-0ECB-065E-CE11A182FC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86430541-53C4-489A-A893-F3E414C25378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14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4538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 descr="Fig03-02.bmp">
            <a:extLst>
              <a:ext uri="{FF2B5EF4-FFF2-40B4-BE49-F238E27FC236}">
                <a16:creationId xmlns:a16="http://schemas.microsoft.com/office/drawing/2014/main" id="{6EC17125-76F7-16EB-B950-ED88E01CE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9569" y="411522"/>
            <a:ext cx="11202789" cy="580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6" name="Footer Placeholder 4">
            <a:extLst>
              <a:ext uri="{FF2B5EF4-FFF2-40B4-BE49-F238E27FC236}">
                <a16:creationId xmlns:a16="http://schemas.microsoft.com/office/drawing/2014/main" id="{9E2B4AA4-C203-E633-155C-56FBB1943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36873" name="Freeform: Shape 36872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1E61C775-17E3-0359-D1B3-68C7FBA50D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9133B73A-C764-43EB-B71D-2186FA12DD41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15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4666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1" name="Freeform: Shape 3892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8916" name="Picture 4" descr="Fig03-03.bmp">
            <a:extLst>
              <a:ext uri="{FF2B5EF4-FFF2-40B4-BE49-F238E27FC236}">
                <a16:creationId xmlns:a16="http://schemas.microsoft.com/office/drawing/2014/main" id="{C2266494-2246-F00B-230A-425B70755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141" y="316093"/>
            <a:ext cx="10849513" cy="548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4" name="Footer Placeholder 4">
            <a:extLst>
              <a:ext uri="{FF2B5EF4-FFF2-40B4-BE49-F238E27FC236}">
                <a16:creationId xmlns:a16="http://schemas.microsoft.com/office/drawing/2014/main" id="{1F1DBD81-DF54-B5D6-CCA4-8AC7B86DC0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DA0B3D73-2054-54DB-F0DC-771F35064A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EC627812-42D6-403E-B532-017B5E50E685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16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02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971" name="Rectangle 40970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73" name="Freeform: Shape 40972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rgbClr val="D18B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673A5B04-4D74-0873-FA01-5D9CD77F4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/>
              <a:t>Keys (cont’d.)</a:t>
            </a:r>
          </a:p>
        </p:txBody>
      </p:sp>
      <p:sp>
        <p:nvSpPr>
          <p:cNvPr id="40964" name="Footer Placeholder 3">
            <a:extLst>
              <a:ext uri="{FF2B5EF4-FFF2-40B4-BE49-F238E27FC236}">
                <a16:creationId xmlns:a16="http://schemas.microsoft.com/office/drawing/2014/main" id="{65169708-5621-7F4D-F709-A55E7F56C0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40965" name="Slide Number Placeholder 4">
            <a:extLst>
              <a:ext uri="{FF2B5EF4-FFF2-40B4-BE49-F238E27FC236}">
                <a16:creationId xmlns:a16="http://schemas.microsoft.com/office/drawing/2014/main" id="{926573AF-17FE-2677-88CD-9D4A297216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865A3EE5-E887-4E4A-A3F4-E658A19ACC04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17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40967" name="Rectangle 3">
            <a:extLst>
              <a:ext uri="{FF2B5EF4-FFF2-40B4-BE49-F238E27FC236}">
                <a16:creationId xmlns:a16="http://schemas.microsoft.com/office/drawing/2014/main" id="{54D0C864-043C-7B5F-A450-7143B7144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532325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3725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4" descr="Tbl03-03.bmp">
            <a:extLst>
              <a:ext uri="{FF2B5EF4-FFF2-40B4-BE49-F238E27FC236}">
                <a16:creationId xmlns:a16="http://schemas.microsoft.com/office/drawing/2014/main" id="{B823CD35-FAAD-E7A0-813D-998709FD0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370" y="490799"/>
            <a:ext cx="11307170" cy="552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0" name="Footer Placeholder 4">
            <a:extLst>
              <a:ext uri="{FF2B5EF4-FFF2-40B4-BE49-F238E27FC236}">
                <a16:creationId xmlns:a16="http://schemas.microsoft.com/office/drawing/2014/main" id="{DCB7596F-FE92-A034-AA32-8E6CAE0C9BD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43017" name="Freeform: Shape 43016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BB2C20E2-804E-4BA8-08DA-2F5AB6A96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10856794" y="6356350"/>
            <a:ext cx="78474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3294F546-B4BE-4C6F-9C5B-3839550E6B3D}" type="slidenum">
              <a:rPr lang="en-US" altLang="en-US">
                <a:solidFill>
                  <a:srgbClr val="515151"/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18</a:t>
            </a:fld>
            <a:endParaRPr lang="en-US" altLang="en-US">
              <a:solidFill>
                <a:srgbClr val="51515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99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72F7-9E47-4F24-D95C-2F5ED1AA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174895"/>
            <a:ext cx="10769600" cy="1143000"/>
          </a:xfrm>
        </p:spPr>
        <p:txBody>
          <a:bodyPr/>
          <a:lstStyle/>
          <a:p>
            <a:r>
              <a:rPr lang="en-US" dirty="0"/>
              <a:t>QUICK TUTORIAL 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D1A06-F3B0-170C-D74C-E3B3FC9D72D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393588" y="5624936"/>
            <a:ext cx="10520907" cy="569089"/>
          </a:xfrm>
        </p:spPr>
        <p:txBody>
          <a:bodyPr>
            <a:noAutofit/>
          </a:bodyPr>
          <a:lstStyle/>
          <a:p>
            <a:r>
              <a:rPr lang="en-US" sz="2400" b="1" dirty="0"/>
              <a:t>Simplify the table below to a relational schema</a:t>
            </a:r>
          </a:p>
          <a:p>
            <a:r>
              <a:rPr lang="en-US" sz="2400" b="1" dirty="0"/>
              <a:t>Underline the Primary key and Foreign key</a:t>
            </a:r>
            <a:endParaRPr lang="en-MY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C0E405-D9C7-CCFD-8789-28D4AEC33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92054"/>
            <a:ext cx="9574556" cy="453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252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DD42E-58E4-8984-E872-76D3C6DB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28" y="178475"/>
            <a:ext cx="10769600" cy="1143000"/>
          </a:xfrm>
        </p:spPr>
        <p:txBody>
          <a:bodyPr/>
          <a:lstStyle/>
          <a:p>
            <a:r>
              <a:rPr lang="en-US" dirty="0"/>
              <a:t>Sample solutions- Relational Schema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370FF-6723-08A3-8D25-B9BAB5A4F654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F699B-9FC1-4A39-5D6D-3AAEBB5EE2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015488-6ADF-3ACA-6AF2-C3AF76002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8" y="1321475"/>
            <a:ext cx="11299544" cy="5129450"/>
          </a:xfrm>
          <a:prstGeom prst="rect">
            <a:avLst/>
          </a:prstGeom>
          <a:gradFill>
            <a:gsLst>
              <a:gs pos="21000">
                <a:schemeClr val="accent2">
                  <a:lumMod val="75000"/>
                  <a:alpha val="41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222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300607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31417C2-0603-82AF-14DB-28DE80B34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4578" y="136525"/>
            <a:ext cx="8153400" cy="990600"/>
          </a:xfrm>
        </p:spPr>
        <p:txBody>
          <a:bodyPr/>
          <a:lstStyle/>
          <a:p>
            <a:r>
              <a:rPr lang="en-US" altLang="en-US" dirty="0"/>
              <a:t>Integrity Rules</a:t>
            </a:r>
          </a:p>
        </p:txBody>
      </p:sp>
      <p:graphicFrame>
        <p:nvGraphicFramePr>
          <p:cNvPr id="45075" name="Rectangle 3">
            <a:extLst>
              <a:ext uri="{FF2B5EF4-FFF2-40B4-BE49-F238E27FC236}">
                <a16:creationId xmlns:a16="http://schemas.microsoft.com/office/drawing/2014/main" id="{EB9BF2C2-F193-FFB3-E619-E1CF2882D9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676109"/>
              </p:ext>
            </p:extLst>
          </p:nvPr>
        </p:nvGraphicFramePr>
        <p:xfrm>
          <a:off x="670777" y="1455737"/>
          <a:ext cx="10493091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5060" name="Footer Placeholder 3">
            <a:extLst>
              <a:ext uri="{FF2B5EF4-FFF2-40B4-BE49-F238E27FC236}">
                <a16:creationId xmlns:a16="http://schemas.microsoft.com/office/drawing/2014/main" id="{17755D5E-3A5F-A364-CD8A-F8E311D070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57E05460-28F2-E42B-735C-8B6889E017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fld id="{C2CD9C66-9F99-4FF8-AD47-0AF3B09E7F1D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0878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0" name="Rectangle 46089">
            <a:extLst>
              <a:ext uri="{FF2B5EF4-FFF2-40B4-BE49-F238E27FC236}">
                <a16:creationId xmlns:a16="http://schemas.microsoft.com/office/drawing/2014/main" id="{46DBF67A-C9D2-41F7-8FB6-E04EA678B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"/>
            <a:ext cx="12192000" cy="6857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092" name="Freeform: Shape 46091">
            <a:extLst>
              <a:ext uri="{FF2B5EF4-FFF2-40B4-BE49-F238E27FC236}">
                <a16:creationId xmlns:a16="http://schemas.microsoft.com/office/drawing/2014/main" id="{B13EE312-26E5-47F2-9A6D-FD4F2EDE0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"/>
            <a:ext cx="12192000" cy="6857975"/>
          </a:xfrm>
          <a:custGeom>
            <a:avLst/>
            <a:gdLst>
              <a:gd name="connsiteX0" fmla="*/ 9543909 w 12192000"/>
              <a:gd name="connsiteY0" fmla="*/ 0 h 6857975"/>
              <a:gd name="connsiteX1" fmla="*/ 12192000 w 12192000"/>
              <a:gd name="connsiteY1" fmla="*/ 0 h 6857975"/>
              <a:gd name="connsiteX2" fmla="*/ 12192000 w 12192000"/>
              <a:gd name="connsiteY2" fmla="*/ 6857975 h 6857975"/>
              <a:gd name="connsiteX3" fmla="*/ 11921023 w 12192000"/>
              <a:gd name="connsiteY3" fmla="*/ 6857975 h 6857975"/>
              <a:gd name="connsiteX4" fmla="*/ 11907444 w 12192000"/>
              <a:gd name="connsiteY4" fmla="*/ 6526692 h 6857975"/>
              <a:gd name="connsiteX5" fmla="*/ 11772035 w 12192000"/>
              <a:gd name="connsiteY5" fmla="*/ 2351909 h 6857975"/>
              <a:gd name="connsiteX6" fmla="*/ 11496210 w 12192000"/>
              <a:gd name="connsiteY6" fmla="*/ 1001648 h 6857975"/>
              <a:gd name="connsiteX7" fmla="*/ 11400922 w 12192000"/>
              <a:gd name="connsiteY7" fmla="*/ 1382842 h 6857975"/>
              <a:gd name="connsiteX8" fmla="*/ 11195308 w 12192000"/>
              <a:gd name="connsiteY8" fmla="*/ 2053380 h 6857975"/>
              <a:gd name="connsiteX9" fmla="*/ 11064917 w 12192000"/>
              <a:gd name="connsiteY9" fmla="*/ 2126863 h 6857975"/>
              <a:gd name="connsiteX10" fmla="*/ 10999718 w 12192000"/>
              <a:gd name="connsiteY10" fmla="*/ 2025823 h 6857975"/>
              <a:gd name="connsiteX11" fmla="*/ 10879357 w 12192000"/>
              <a:gd name="connsiteY11" fmla="*/ 1736484 h 6857975"/>
              <a:gd name="connsiteX12" fmla="*/ 10703833 w 12192000"/>
              <a:gd name="connsiteY12" fmla="*/ 2806586 h 6857975"/>
              <a:gd name="connsiteX13" fmla="*/ 10593502 w 12192000"/>
              <a:gd name="connsiteY13" fmla="*/ 2425392 h 6857975"/>
              <a:gd name="connsiteX14" fmla="*/ 10513262 w 12192000"/>
              <a:gd name="connsiteY14" fmla="*/ 2035009 h 6857975"/>
              <a:gd name="connsiteX15" fmla="*/ 10458094 w 12192000"/>
              <a:gd name="connsiteY15" fmla="*/ 1607888 h 6857975"/>
              <a:gd name="connsiteX16" fmla="*/ 10342750 w 12192000"/>
              <a:gd name="connsiteY16" fmla="*/ 1217504 h 6857975"/>
              <a:gd name="connsiteX17" fmla="*/ 10292600 w 12192000"/>
              <a:gd name="connsiteY17" fmla="*/ 2232498 h 6857975"/>
              <a:gd name="connsiteX18" fmla="*/ 10187281 w 12192000"/>
              <a:gd name="connsiteY18" fmla="*/ 1704333 h 6857975"/>
              <a:gd name="connsiteX19" fmla="*/ 10051878 w 12192000"/>
              <a:gd name="connsiteY19" fmla="*/ 1272617 h 6857975"/>
              <a:gd name="connsiteX20" fmla="*/ 9986680 w 12192000"/>
              <a:gd name="connsiteY20" fmla="*/ 969497 h 6857975"/>
              <a:gd name="connsiteX21" fmla="*/ 9966619 w 12192000"/>
              <a:gd name="connsiteY21" fmla="*/ 643416 h 6857975"/>
              <a:gd name="connsiteX22" fmla="*/ 9866319 w 12192000"/>
              <a:gd name="connsiteY22" fmla="*/ 565337 h 6857975"/>
              <a:gd name="connsiteX23" fmla="*/ 9761005 w 12192000"/>
              <a:gd name="connsiteY23" fmla="*/ 661787 h 6857975"/>
              <a:gd name="connsiteX24" fmla="*/ 9750975 w 12192000"/>
              <a:gd name="connsiteY24" fmla="*/ 813344 h 6857975"/>
              <a:gd name="connsiteX25" fmla="*/ 9725897 w 12192000"/>
              <a:gd name="connsiteY25" fmla="*/ 1718113 h 6857975"/>
              <a:gd name="connsiteX26" fmla="*/ 9548179 w 12192000"/>
              <a:gd name="connsiteY26" fmla="*/ 96377 h 6857975"/>
              <a:gd name="connsiteX27" fmla="*/ 6594391 w 12192000"/>
              <a:gd name="connsiteY27" fmla="*/ 0 h 6857975"/>
              <a:gd name="connsiteX28" fmla="*/ 9103180 w 12192000"/>
              <a:gd name="connsiteY28" fmla="*/ 0 h 6857975"/>
              <a:gd name="connsiteX29" fmla="*/ 9069679 w 12192000"/>
              <a:gd name="connsiteY29" fmla="*/ 17598 h 6857975"/>
              <a:gd name="connsiteX30" fmla="*/ 8557395 w 12192000"/>
              <a:gd name="connsiteY30" fmla="*/ 863867 h 6857975"/>
              <a:gd name="connsiteX31" fmla="*/ 8366823 w 12192000"/>
              <a:gd name="connsiteY31" fmla="*/ 969497 h 6857975"/>
              <a:gd name="connsiteX32" fmla="*/ 8156191 w 12192000"/>
              <a:gd name="connsiteY32" fmla="*/ 1061351 h 6857975"/>
              <a:gd name="connsiteX33" fmla="*/ 8020783 w 12192000"/>
              <a:gd name="connsiteY33" fmla="*/ 1249656 h 6857975"/>
              <a:gd name="connsiteX34" fmla="*/ 8050873 w 12192000"/>
              <a:gd name="connsiteY34" fmla="*/ 188734 h 6857975"/>
              <a:gd name="connsiteX35" fmla="*/ 7609549 w 12192000"/>
              <a:gd name="connsiteY35" fmla="*/ 1437955 h 6857975"/>
              <a:gd name="connsiteX36" fmla="*/ 7439037 w 12192000"/>
              <a:gd name="connsiteY36" fmla="*/ 1290988 h 6857975"/>
              <a:gd name="connsiteX37" fmla="*/ 7198315 w 12192000"/>
              <a:gd name="connsiteY37" fmla="*/ 2200347 h 6857975"/>
              <a:gd name="connsiteX38" fmla="*/ 7173243 w 12192000"/>
              <a:gd name="connsiteY38" fmla="*/ 1713518 h 6857975"/>
              <a:gd name="connsiteX39" fmla="*/ 6185277 w 12192000"/>
              <a:gd name="connsiteY39" fmla="*/ 4551821 h 6857975"/>
              <a:gd name="connsiteX40" fmla="*/ 5792449 w 12192000"/>
              <a:gd name="connsiteY40" fmla="*/ 6696050 h 6857975"/>
              <a:gd name="connsiteX41" fmla="*/ 5764218 w 12192000"/>
              <a:gd name="connsiteY41" fmla="*/ 6857975 h 6857975"/>
              <a:gd name="connsiteX42" fmla="*/ 3328734 w 12192000"/>
              <a:gd name="connsiteY42" fmla="*/ 6857975 h 6857975"/>
              <a:gd name="connsiteX43" fmla="*/ 3373704 w 12192000"/>
              <a:gd name="connsiteY43" fmla="*/ 6810721 h 6857975"/>
              <a:gd name="connsiteX44" fmla="*/ 3791013 w 12192000"/>
              <a:gd name="connsiteY44" fmla="*/ 6052613 h 6857975"/>
              <a:gd name="connsiteX45" fmla="*/ 3981585 w 12192000"/>
              <a:gd name="connsiteY45" fmla="*/ 5946983 h 6857975"/>
              <a:gd name="connsiteX46" fmla="*/ 4192217 w 12192000"/>
              <a:gd name="connsiteY46" fmla="*/ 5855128 h 6857975"/>
              <a:gd name="connsiteX47" fmla="*/ 4327625 w 12192000"/>
              <a:gd name="connsiteY47" fmla="*/ 5666824 h 6857975"/>
              <a:gd name="connsiteX48" fmla="*/ 4297535 w 12192000"/>
              <a:gd name="connsiteY48" fmla="*/ 6727746 h 6857975"/>
              <a:gd name="connsiteX49" fmla="*/ 4738861 w 12192000"/>
              <a:gd name="connsiteY49" fmla="*/ 5478525 h 6857975"/>
              <a:gd name="connsiteX50" fmla="*/ 4909372 w 12192000"/>
              <a:gd name="connsiteY50" fmla="*/ 5625492 h 6857975"/>
              <a:gd name="connsiteX51" fmla="*/ 5150093 w 12192000"/>
              <a:gd name="connsiteY51" fmla="*/ 4716133 h 6857975"/>
              <a:gd name="connsiteX52" fmla="*/ 5175165 w 12192000"/>
              <a:gd name="connsiteY52" fmla="*/ 5202961 h 6857975"/>
              <a:gd name="connsiteX53" fmla="*/ 6163131 w 12192000"/>
              <a:gd name="connsiteY53" fmla="*/ 2364658 h 6857975"/>
              <a:gd name="connsiteX54" fmla="*/ 6555959 w 12192000"/>
              <a:gd name="connsiteY54" fmla="*/ 220429 h 6857975"/>
              <a:gd name="connsiteX55" fmla="*/ 0 w 12192000"/>
              <a:gd name="connsiteY55" fmla="*/ 0 h 6857975"/>
              <a:gd name="connsiteX56" fmla="*/ 425207 w 12192000"/>
              <a:gd name="connsiteY56" fmla="*/ 0 h 6857975"/>
              <a:gd name="connsiteX57" fmla="*/ 425292 w 12192000"/>
              <a:gd name="connsiteY57" fmla="*/ 7442 h 6857975"/>
              <a:gd name="connsiteX58" fmla="*/ 440964 w 12192000"/>
              <a:gd name="connsiteY58" fmla="*/ 389787 h 6857975"/>
              <a:gd name="connsiteX59" fmla="*/ 576373 w 12192000"/>
              <a:gd name="connsiteY59" fmla="*/ 4564570 h 6857975"/>
              <a:gd name="connsiteX60" fmla="*/ 852198 w 12192000"/>
              <a:gd name="connsiteY60" fmla="*/ 5914831 h 6857975"/>
              <a:gd name="connsiteX61" fmla="*/ 947486 w 12192000"/>
              <a:gd name="connsiteY61" fmla="*/ 5533637 h 6857975"/>
              <a:gd name="connsiteX62" fmla="*/ 1153101 w 12192000"/>
              <a:gd name="connsiteY62" fmla="*/ 4863100 h 6857975"/>
              <a:gd name="connsiteX63" fmla="*/ 1283492 w 12192000"/>
              <a:gd name="connsiteY63" fmla="*/ 4789616 h 6857975"/>
              <a:gd name="connsiteX64" fmla="*/ 1348690 w 12192000"/>
              <a:gd name="connsiteY64" fmla="*/ 4890656 h 6857975"/>
              <a:gd name="connsiteX65" fmla="*/ 1469051 w 12192000"/>
              <a:gd name="connsiteY65" fmla="*/ 5179995 h 6857975"/>
              <a:gd name="connsiteX66" fmla="*/ 1644575 w 12192000"/>
              <a:gd name="connsiteY66" fmla="*/ 4109893 h 6857975"/>
              <a:gd name="connsiteX67" fmla="*/ 1754906 w 12192000"/>
              <a:gd name="connsiteY67" fmla="*/ 4491087 h 6857975"/>
              <a:gd name="connsiteX68" fmla="*/ 1835146 w 12192000"/>
              <a:gd name="connsiteY68" fmla="*/ 4881471 h 6857975"/>
              <a:gd name="connsiteX69" fmla="*/ 1890315 w 12192000"/>
              <a:gd name="connsiteY69" fmla="*/ 5308592 h 6857975"/>
              <a:gd name="connsiteX70" fmla="*/ 2005658 w 12192000"/>
              <a:gd name="connsiteY70" fmla="*/ 5698975 h 6857975"/>
              <a:gd name="connsiteX71" fmla="*/ 2055808 w 12192000"/>
              <a:gd name="connsiteY71" fmla="*/ 4683981 h 6857975"/>
              <a:gd name="connsiteX72" fmla="*/ 2161127 w 12192000"/>
              <a:gd name="connsiteY72" fmla="*/ 5212147 h 6857975"/>
              <a:gd name="connsiteX73" fmla="*/ 2296530 w 12192000"/>
              <a:gd name="connsiteY73" fmla="*/ 5643863 h 6857975"/>
              <a:gd name="connsiteX74" fmla="*/ 2361729 w 12192000"/>
              <a:gd name="connsiteY74" fmla="*/ 5946983 h 6857975"/>
              <a:gd name="connsiteX75" fmla="*/ 2381789 w 12192000"/>
              <a:gd name="connsiteY75" fmla="*/ 6273063 h 6857975"/>
              <a:gd name="connsiteX76" fmla="*/ 2482090 w 12192000"/>
              <a:gd name="connsiteY76" fmla="*/ 6351142 h 6857975"/>
              <a:gd name="connsiteX77" fmla="*/ 2587403 w 12192000"/>
              <a:gd name="connsiteY77" fmla="*/ 6254693 h 6857975"/>
              <a:gd name="connsiteX78" fmla="*/ 2597433 w 12192000"/>
              <a:gd name="connsiteY78" fmla="*/ 6103135 h 6857975"/>
              <a:gd name="connsiteX79" fmla="*/ 2622511 w 12192000"/>
              <a:gd name="connsiteY79" fmla="*/ 5198366 h 6857975"/>
              <a:gd name="connsiteX80" fmla="*/ 2800230 w 12192000"/>
              <a:gd name="connsiteY80" fmla="*/ 6820103 h 6857975"/>
              <a:gd name="connsiteX81" fmla="*/ 2801908 w 12192000"/>
              <a:gd name="connsiteY81" fmla="*/ 6857975 h 6857975"/>
              <a:gd name="connsiteX82" fmla="*/ 0 w 12192000"/>
              <a:gd name="connsiteY82" fmla="*/ 6857975 h 685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6857975">
                <a:moveTo>
                  <a:pt x="9543909" y="0"/>
                </a:moveTo>
                <a:lnTo>
                  <a:pt x="12192000" y="0"/>
                </a:lnTo>
                <a:lnTo>
                  <a:pt x="12192000" y="6857975"/>
                </a:lnTo>
                <a:lnTo>
                  <a:pt x="11921023" y="6857975"/>
                </a:lnTo>
                <a:lnTo>
                  <a:pt x="11907444" y="6526692"/>
                </a:lnTo>
                <a:cubicBezTo>
                  <a:pt x="11867323" y="5897491"/>
                  <a:pt x="11736932" y="3114301"/>
                  <a:pt x="11772035" y="2351909"/>
                </a:cubicBezTo>
                <a:cubicBezTo>
                  <a:pt x="11792095" y="1883451"/>
                  <a:pt x="11862306" y="1419584"/>
                  <a:pt x="11496210" y="1001648"/>
                </a:cubicBezTo>
                <a:cubicBezTo>
                  <a:pt x="11410952" y="1116464"/>
                  <a:pt x="11426000" y="1254246"/>
                  <a:pt x="11400922" y="1382842"/>
                </a:cubicBezTo>
                <a:cubicBezTo>
                  <a:pt x="11350771" y="1612478"/>
                  <a:pt x="11295609" y="1837524"/>
                  <a:pt x="11195308" y="2053380"/>
                </a:cubicBezTo>
                <a:cubicBezTo>
                  <a:pt x="11175248" y="2099306"/>
                  <a:pt x="11135127" y="2140644"/>
                  <a:pt x="11064917" y="2126863"/>
                </a:cubicBezTo>
                <a:cubicBezTo>
                  <a:pt x="11014766" y="2113088"/>
                  <a:pt x="11014766" y="2067160"/>
                  <a:pt x="10999718" y="2025823"/>
                </a:cubicBezTo>
                <a:cubicBezTo>
                  <a:pt x="10969628" y="1938564"/>
                  <a:pt x="10989688" y="1832929"/>
                  <a:pt x="10879357" y="1736484"/>
                </a:cubicBezTo>
                <a:cubicBezTo>
                  <a:pt x="10824194" y="2113088"/>
                  <a:pt x="10929508" y="2480505"/>
                  <a:pt x="10703833" y="2806586"/>
                </a:cubicBezTo>
                <a:cubicBezTo>
                  <a:pt x="10588485" y="2687175"/>
                  <a:pt x="10618575" y="2553989"/>
                  <a:pt x="10593502" y="2425392"/>
                </a:cubicBezTo>
                <a:cubicBezTo>
                  <a:pt x="10568425" y="2292201"/>
                  <a:pt x="10533322" y="2163605"/>
                  <a:pt x="10513262" y="2035009"/>
                </a:cubicBezTo>
                <a:cubicBezTo>
                  <a:pt x="10488184" y="1892637"/>
                  <a:pt x="10478154" y="1750260"/>
                  <a:pt x="10458094" y="1607888"/>
                </a:cubicBezTo>
                <a:cubicBezTo>
                  <a:pt x="10438034" y="1493067"/>
                  <a:pt x="10473142" y="1359881"/>
                  <a:pt x="10342750" y="1217504"/>
                </a:cubicBezTo>
                <a:cubicBezTo>
                  <a:pt x="10247462" y="1566551"/>
                  <a:pt x="10392901" y="1883451"/>
                  <a:pt x="10292600" y="2232498"/>
                </a:cubicBezTo>
                <a:cubicBezTo>
                  <a:pt x="10207342" y="2030419"/>
                  <a:pt x="10237432" y="1860485"/>
                  <a:pt x="10187281" y="1704333"/>
                </a:cubicBezTo>
                <a:cubicBezTo>
                  <a:pt x="10142149" y="1561961"/>
                  <a:pt x="10192299" y="1392028"/>
                  <a:pt x="10051878" y="1272617"/>
                </a:cubicBezTo>
                <a:cubicBezTo>
                  <a:pt x="9941547" y="1180762"/>
                  <a:pt x="9926499" y="1088908"/>
                  <a:pt x="9986680" y="969497"/>
                </a:cubicBezTo>
                <a:cubicBezTo>
                  <a:pt x="10041848" y="863867"/>
                  <a:pt x="10026800" y="753641"/>
                  <a:pt x="9966619" y="643416"/>
                </a:cubicBezTo>
                <a:cubicBezTo>
                  <a:pt x="9946559" y="606674"/>
                  <a:pt x="9921487" y="569932"/>
                  <a:pt x="9866319" y="565337"/>
                </a:cubicBezTo>
                <a:cubicBezTo>
                  <a:pt x="9796108" y="565337"/>
                  <a:pt x="9771036" y="611265"/>
                  <a:pt x="9761005" y="661787"/>
                </a:cubicBezTo>
                <a:cubicBezTo>
                  <a:pt x="9750975" y="712304"/>
                  <a:pt x="9740945" y="762827"/>
                  <a:pt x="9750975" y="813344"/>
                </a:cubicBezTo>
                <a:cubicBezTo>
                  <a:pt x="9811156" y="1116464"/>
                  <a:pt x="9715867" y="1414994"/>
                  <a:pt x="9725897" y="1718113"/>
                </a:cubicBezTo>
                <a:cubicBezTo>
                  <a:pt x="9567924" y="1005091"/>
                  <a:pt x="9570746" y="645997"/>
                  <a:pt x="9548179" y="96377"/>
                </a:cubicBezTo>
                <a:close/>
                <a:moveTo>
                  <a:pt x="6594391" y="0"/>
                </a:moveTo>
                <a:lnTo>
                  <a:pt x="9103180" y="0"/>
                </a:lnTo>
                <a:lnTo>
                  <a:pt x="9069679" y="17598"/>
                </a:lnTo>
                <a:cubicBezTo>
                  <a:pt x="8864017" y="155797"/>
                  <a:pt x="8651111" y="673554"/>
                  <a:pt x="8557395" y="863867"/>
                </a:cubicBezTo>
                <a:cubicBezTo>
                  <a:pt x="8512257" y="951126"/>
                  <a:pt x="8482166" y="1015424"/>
                  <a:pt x="8366823" y="969497"/>
                </a:cubicBezTo>
                <a:cubicBezTo>
                  <a:pt x="8246462" y="923570"/>
                  <a:pt x="8206342" y="983278"/>
                  <a:pt x="8156191" y="1061351"/>
                </a:cubicBezTo>
                <a:cubicBezTo>
                  <a:pt x="8116071" y="1121059"/>
                  <a:pt x="8131113" y="1203728"/>
                  <a:pt x="8020783" y="1249656"/>
                </a:cubicBezTo>
                <a:cubicBezTo>
                  <a:pt x="8045860" y="749046"/>
                  <a:pt x="8136131" y="680158"/>
                  <a:pt x="8050873" y="188734"/>
                </a:cubicBezTo>
                <a:cubicBezTo>
                  <a:pt x="7840241" y="730675"/>
                  <a:pt x="7850271" y="905199"/>
                  <a:pt x="7609549" y="1437955"/>
                </a:cubicBezTo>
                <a:cubicBezTo>
                  <a:pt x="7529308" y="1414994"/>
                  <a:pt x="7559398" y="1295583"/>
                  <a:pt x="7439037" y="1290988"/>
                </a:cubicBezTo>
                <a:cubicBezTo>
                  <a:pt x="7308646" y="1571146"/>
                  <a:pt x="7393905" y="1911008"/>
                  <a:pt x="7198315" y="2200347"/>
                </a:cubicBezTo>
                <a:cubicBezTo>
                  <a:pt x="7108044" y="2030419"/>
                  <a:pt x="7258496" y="1869671"/>
                  <a:pt x="7173243" y="1713518"/>
                </a:cubicBezTo>
                <a:cubicBezTo>
                  <a:pt x="7047864" y="1764041"/>
                  <a:pt x="6270535" y="4129290"/>
                  <a:pt x="6185277" y="4551821"/>
                </a:cubicBezTo>
                <a:cubicBezTo>
                  <a:pt x="6097513" y="4993870"/>
                  <a:pt x="5939226" y="5861107"/>
                  <a:pt x="5792449" y="6696050"/>
                </a:cubicBezTo>
                <a:lnTo>
                  <a:pt x="5764218" y="6857975"/>
                </a:lnTo>
                <a:lnTo>
                  <a:pt x="3328734" y="6857975"/>
                </a:lnTo>
                <a:lnTo>
                  <a:pt x="3373704" y="6810721"/>
                </a:lnTo>
                <a:cubicBezTo>
                  <a:pt x="3547080" y="6609123"/>
                  <a:pt x="3711715" y="6213647"/>
                  <a:pt x="3791013" y="6052613"/>
                </a:cubicBezTo>
                <a:cubicBezTo>
                  <a:pt x="3836151" y="5965353"/>
                  <a:pt x="3866242" y="5901055"/>
                  <a:pt x="3981585" y="5946983"/>
                </a:cubicBezTo>
                <a:cubicBezTo>
                  <a:pt x="4101948" y="5992910"/>
                  <a:pt x="4142068" y="5933202"/>
                  <a:pt x="4192217" y="5855128"/>
                </a:cubicBezTo>
                <a:cubicBezTo>
                  <a:pt x="4232338" y="5795420"/>
                  <a:pt x="4217296" y="5712751"/>
                  <a:pt x="4327625" y="5666824"/>
                </a:cubicBezTo>
                <a:cubicBezTo>
                  <a:pt x="4302549" y="6167433"/>
                  <a:pt x="4212279" y="6236322"/>
                  <a:pt x="4297535" y="6727746"/>
                </a:cubicBezTo>
                <a:cubicBezTo>
                  <a:pt x="4508169" y="6185804"/>
                  <a:pt x="4498137" y="6011281"/>
                  <a:pt x="4738861" y="5478525"/>
                </a:cubicBezTo>
                <a:cubicBezTo>
                  <a:pt x="4819100" y="5501486"/>
                  <a:pt x="4789010" y="5620897"/>
                  <a:pt x="4909372" y="5625492"/>
                </a:cubicBezTo>
                <a:cubicBezTo>
                  <a:pt x="5039763" y="5345333"/>
                  <a:pt x="4954503" y="5005472"/>
                  <a:pt x="5150093" y="4716133"/>
                </a:cubicBezTo>
                <a:cubicBezTo>
                  <a:pt x="5240366" y="4886061"/>
                  <a:pt x="5089912" y="5046809"/>
                  <a:pt x="5175165" y="5202961"/>
                </a:cubicBezTo>
                <a:cubicBezTo>
                  <a:pt x="5300546" y="5152439"/>
                  <a:pt x="6077873" y="2787189"/>
                  <a:pt x="6163131" y="2364658"/>
                </a:cubicBezTo>
                <a:cubicBezTo>
                  <a:pt x="6250895" y="1922608"/>
                  <a:pt x="6409182" y="1055372"/>
                  <a:pt x="6555959" y="220429"/>
                </a:cubicBezTo>
                <a:close/>
                <a:moveTo>
                  <a:pt x="0" y="0"/>
                </a:moveTo>
                <a:lnTo>
                  <a:pt x="425207" y="0"/>
                </a:lnTo>
                <a:lnTo>
                  <a:pt x="425292" y="7442"/>
                </a:lnTo>
                <a:cubicBezTo>
                  <a:pt x="428427" y="134890"/>
                  <a:pt x="433442" y="262338"/>
                  <a:pt x="440964" y="389787"/>
                </a:cubicBezTo>
                <a:cubicBezTo>
                  <a:pt x="481085" y="1018988"/>
                  <a:pt x="611476" y="3802178"/>
                  <a:pt x="576373" y="4564570"/>
                </a:cubicBezTo>
                <a:cubicBezTo>
                  <a:pt x="556313" y="5033028"/>
                  <a:pt x="486102" y="5496896"/>
                  <a:pt x="852198" y="5914831"/>
                </a:cubicBezTo>
                <a:cubicBezTo>
                  <a:pt x="937456" y="5800015"/>
                  <a:pt x="922409" y="5662234"/>
                  <a:pt x="947486" y="5533637"/>
                </a:cubicBezTo>
                <a:cubicBezTo>
                  <a:pt x="997637" y="5304001"/>
                  <a:pt x="1052800" y="5078955"/>
                  <a:pt x="1153101" y="4863100"/>
                </a:cubicBezTo>
                <a:cubicBezTo>
                  <a:pt x="1173161" y="4817173"/>
                  <a:pt x="1213281" y="4775836"/>
                  <a:pt x="1283492" y="4789616"/>
                </a:cubicBezTo>
                <a:cubicBezTo>
                  <a:pt x="1333642" y="4803392"/>
                  <a:pt x="1333642" y="4849319"/>
                  <a:pt x="1348690" y="4890656"/>
                </a:cubicBezTo>
                <a:cubicBezTo>
                  <a:pt x="1378780" y="4977915"/>
                  <a:pt x="1358720" y="5083550"/>
                  <a:pt x="1469051" y="5179995"/>
                </a:cubicBezTo>
                <a:cubicBezTo>
                  <a:pt x="1524214" y="4803392"/>
                  <a:pt x="1418901" y="4435974"/>
                  <a:pt x="1644575" y="4109893"/>
                </a:cubicBezTo>
                <a:cubicBezTo>
                  <a:pt x="1759924" y="4229304"/>
                  <a:pt x="1729833" y="4362490"/>
                  <a:pt x="1754906" y="4491087"/>
                </a:cubicBezTo>
                <a:cubicBezTo>
                  <a:pt x="1779984" y="4624278"/>
                  <a:pt x="1815086" y="4752874"/>
                  <a:pt x="1835146" y="4881471"/>
                </a:cubicBezTo>
                <a:cubicBezTo>
                  <a:pt x="1860224" y="5023843"/>
                  <a:pt x="1870254" y="5166220"/>
                  <a:pt x="1890315" y="5308592"/>
                </a:cubicBezTo>
                <a:cubicBezTo>
                  <a:pt x="1910375" y="5423412"/>
                  <a:pt x="1875267" y="5556599"/>
                  <a:pt x="2005658" y="5698975"/>
                </a:cubicBezTo>
                <a:cubicBezTo>
                  <a:pt x="2100946" y="5349928"/>
                  <a:pt x="1955508" y="5033028"/>
                  <a:pt x="2055808" y="4683981"/>
                </a:cubicBezTo>
                <a:cubicBezTo>
                  <a:pt x="2141067" y="4886061"/>
                  <a:pt x="2110977" y="5055994"/>
                  <a:pt x="2161127" y="5212147"/>
                </a:cubicBezTo>
                <a:cubicBezTo>
                  <a:pt x="2206260" y="5354519"/>
                  <a:pt x="2156109" y="5524452"/>
                  <a:pt x="2296530" y="5643863"/>
                </a:cubicBezTo>
                <a:cubicBezTo>
                  <a:pt x="2406861" y="5735717"/>
                  <a:pt x="2421909" y="5827572"/>
                  <a:pt x="2361729" y="5946983"/>
                </a:cubicBezTo>
                <a:cubicBezTo>
                  <a:pt x="2306561" y="6052613"/>
                  <a:pt x="2321608" y="6162838"/>
                  <a:pt x="2381789" y="6273063"/>
                </a:cubicBezTo>
                <a:cubicBezTo>
                  <a:pt x="2401849" y="6309805"/>
                  <a:pt x="2426922" y="6346547"/>
                  <a:pt x="2482090" y="6351142"/>
                </a:cubicBezTo>
                <a:cubicBezTo>
                  <a:pt x="2552300" y="6351142"/>
                  <a:pt x="2577373" y="6305215"/>
                  <a:pt x="2587403" y="6254693"/>
                </a:cubicBezTo>
                <a:cubicBezTo>
                  <a:pt x="2597433" y="6204175"/>
                  <a:pt x="2607463" y="6153653"/>
                  <a:pt x="2597433" y="6103135"/>
                </a:cubicBezTo>
                <a:cubicBezTo>
                  <a:pt x="2537253" y="5800015"/>
                  <a:pt x="2632541" y="5501486"/>
                  <a:pt x="2622511" y="5198366"/>
                </a:cubicBezTo>
                <a:cubicBezTo>
                  <a:pt x="2780485" y="5911388"/>
                  <a:pt x="2777663" y="6270482"/>
                  <a:pt x="2800230" y="6820103"/>
                </a:cubicBezTo>
                <a:lnTo>
                  <a:pt x="2801908" y="6857975"/>
                </a:lnTo>
                <a:lnTo>
                  <a:pt x="0" y="68579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6084" name="Picture 4" descr="Tbl03-04.bmp">
            <a:extLst>
              <a:ext uri="{FF2B5EF4-FFF2-40B4-BE49-F238E27FC236}">
                <a16:creationId xmlns:a16="http://schemas.microsoft.com/office/drawing/2014/main" id="{DAF3BB51-B9CE-215E-F61D-F4E43599B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1797" y="167506"/>
            <a:ext cx="9804149" cy="427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6" descr="Tbl03-05.bmp">
            <a:extLst>
              <a:ext uri="{FF2B5EF4-FFF2-40B4-BE49-F238E27FC236}">
                <a16:creationId xmlns:a16="http://schemas.microsoft.com/office/drawing/2014/main" id="{372E57FE-1057-FA8C-9634-0921DE973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319" y="4608279"/>
            <a:ext cx="11258698" cy="138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2" name="Footer Placeholder 4">
            <a:extLst>
              <a:ext uri="{FF2B5EF4-FFF2-40B4-BE49-F238E27FC236}">
                <a16:creationId xmlns:a16="http://schemas.microsoft.com/office/drawing/2014/main" id="{71138E0D-E742-A7C4-8934-629804961A9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85816" y="6356350"/>
            <a:ext cx="3936848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F0F3BECF-6829-F8C7-6158-80B4B01F32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10655224" y="6356350"/>
            <a:ext cx="69857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0294BFCE-3750-4450-9E96-038972CED55E}" type="slidenum">
              <a:rPr lang="en-US" altLang="en-US">
                <a:solidFill>
                  <a:srgbClr val="7F7F7F"/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22</a:t>
            </a:fld>
            <a:endParaRPr lang="en-US" altLang="en-US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2525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2" name="Picture 4" descr="Fig03-04.bmp">
            <a:extLst>
              <a:ext uri="{FF2B5EF4-FFF2-40B4-BE49-F238E27FC236}">
                <a16:creationId xmlns:a16="http://schemas.microsoft.com/office/drawing/2014/main" id="{D51320F8-30A8-0634-86AC-8E281D0CB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005" y="388249"/>
            <a:ext cx="10142828" cy="583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0" name="Footer Placeholder 4">
            <a:extLst>
              <a:ext uri="{FF2B5EF4-FFF2-40B4-BE49-F238E27FC236}">
                <a16:creationId xmlns:a16="http://schemas.microsoft.com/office/drawing/2014/main" id="{6744846C-B32C-B0D7-0149-A856C7802EB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48137" name="Freeform: Shape 48136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131" name="Slide Number Placeholder 5">
            <a:extLst>
              <a:ext uri="{FF2B5EF4-FFF2-40B4-BE49-F238E27FC236}">
                <a16:creationId xmlns:a16="http://schemas.microsoft.com/office/drawing/2014/main" id="{1A99204C-F53C-F754-4ACB-3CCEF0CE84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36392A01-B436-4555-A3DD-6DAC19D12669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23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7493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715" name="Rectangle 72714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17" name="Freeform: Shape 72716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rgbClr val="D18B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13000EEC-A561-982A-CEE6-4BF8821FD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/>
          <a:p>
            <a:pPr defTabSz="914391" fontAlgn="auto">
              <a:spcAft>
                <a:spcPts val="0"/>
              </a:spcAft>
              <a:defRPr/>
            </a:pPr>
            <a:r>
              <a:rPr lang="en-US"/>
              <a:t>The Data Dictionary </a:t>
            </a:r>
            <a:br>
              <a:rPr lang="en-US"/>
            </a:br>
            <a:r>
              <a:rPr lang="en-US"/>
              <a:t>and System Catalog</a:t>
            </a:r>
          </a:p>
        </p:txBody>
      </p:sp>
      <p:sp>
        <p:nvSpPr>
          <p:cNvPr id="72708" name="Footer Placeholder 3">
            <a:extLst>
              <a:ext uri="{FF2B5EF4-FFF2-40B4-BE49-F238E27FC236}">
                <a16:creationId xmlns:a16="http://schemas.microsoft.com/office/drawing/2014/main" id="{FFA4A442-436A-D0AC-DBD5-0B8674E6A2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72709" name="Slide Number Placeholder 4">
            <a:extLst>
              <a:ext uri="{FF2B5EF4-FFF2-40B4-BE49-F238E27FC236}">
                <a16:creationId xmlns:a16="http://schemas.microsoft.com/office/drawing/2014/main" id="{51BF3CAB-3A7E-8EA0-9A91-B048DD117E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9883F513-1A4C-404E-BFFB-941A2FE720D2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24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72711" name="Rectangle 3">
            <a:extLst>
              <a:ext uri="{FF2B5EF4-FFF2-40B4-BE49-F238E27FC236}">
                <a16:creationId xmlns:a16="http://schemas.microsoft.com/office/drawing/2014/main" id="{064FEF65-14D1-99CB-DCFB-DD63E8C9B1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646871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1963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1" name="Freeform: Shape 7476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4756" name="Picture 4" descr="Tbl03-06.bmp">
            <a:extLst>
              <a:ext uri="{FF2B5EF4-FFF2-40B4-BE49-F238E27FC236}">
                <a16:creationId xmlns:a16="http://schemas.microsoft.com/office/drawing/2014/main" id="{A95A58EA-E808-FB3F-231A-17A43860E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9743" y="416682"/>
            <a:ext cx="9173823" cy="536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4" name="Footer Placeholder 4">
            <a:extLst>
              <a:ext uri="{FF2B5EF4-FFF2-40B4-BE49-F238E27FC236}">
                <a16:creationId xmlns:a16="http://schemas.microsoft.com/office/drawing/2014/main" id="{51EE23FF-B5C2-05B5-12D0-FFB541CE202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74755" name="Slide Number Placeholder 5">
            <a:extLst>
              <a:ext uri="{FF2B5EF4-FFF2-40B4-BE49-F238E27FC236}">
                <a16:creationId xmlns:a16="http://schemas.microsoft.com/office/drawing/2014/main" id="{B4E237CC-FD6F-2FF6-BC0F-F7AC0EA1DB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888E4254-85B3-45F6-BE46-89733610DF1C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25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5637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811" name="Rectangle 768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809DFBE7-B8BB-13C6-187F-8A96D8835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rtlCol="0">
            <a:normAutofit/>
          </a:bodyPr>
          <a:lstStyle/>
          <a:p>
            <a:pPr defTabSz="914391" fontAlgn="auto">
              <a:spcAft>
                <a:spcPts val="0"/>
              </a:spcAft>
              <a:defRPr/>
            </a:pPr>
            <a:r>
              <a:rPr lang="en-US" sz="3700"/>
              <a:t>Relationships within the Relational Database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D578EC1-4048-BC48-51C4-BA04E1A2BA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2333297"/>
            <a:ext cx="6545239" cy="3843666"/>
          </a:xfrm>
        </p:spPr>
        <p:txBody>
          <a:bodyPr>
            <a:noAutofit/>
          </a:bodyPr>
          <a:lstStyle/>
          <a:p>
            <a:r>
              <a:rPr lang="en-US" altLang="en-US" b="1" dirty="0"/>
              <a:t>1:M relationship </a:t>
            </a:r>
          </a:p>
          <a:p>
            <a:pPr lvl="1"/>
            <a:r>
              <a:rPr lang="en-US" altLang="en-US" sz="2800" dirty="0"/>
              <a:t>Relational modeling ideal</a:t>
            </a:r>
          </a:p>
          <a:p>
            <a:pPr lvl="1"/>
            <a:r>
              <a:rPr lang="en-US" altLang="en-US" sz="2800" dirty="0"/>
              <a:t>Should be the norm in any relational database design</a:t>
            </a:r>
          </a:p>
          <a:p>
            <a:r>
              <a:rPr lang="en-US" altLang="en-US" b="1" dirty="0"/>
              <a:t>1:1 relationship</a:t>
            </a:r>
            <a:r>
              <a:rPr lang="en-US" altLang="en-US" dirty="0"/>
              <a:t>	</a:t>
            </a:r>
          </a:p>
          <a:p>
            <a:pPr lvl="1"/>
            <a:r>
              <a:rPr lang="en-US" altLang="en-US" sz="2800" dirty="0"/>
              <a:t>Should be rare in any relational database design</a:t>
            </a:r>
          </a:p>
        </p:txBody>
      </p:sp>
      <p:sp>
        <p:nvSpPr>
          <p:cNvPr id="76804" name="Footer Placeholder 3">
            <a:extLst>
              <a:ext uri="{FF2B5EF4-FFF2-40B4-BE49-F238E27FC236}">
                <a16:creationId xmlns:a16="http://schemas.microsoft.com/office/drawing/2014/main" id="{9804890B-48C6-009D-C005-0511B4E59F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838200" y="6356350"/>
            <a:ext cx="534188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pic>
        <p:nvPicPr>
          <p:cNvPr id="76807" name="Picture 76806">
            <a:extLst>
              <a:ext uri="{FF2B5EF4-FFF2-40B4-BE49-F238E27FC236}">
                <a16:creationId xmlns:a16="http://schemas.microsoft.com/office/drawing/2014/main" id="{1000EF03-AEFF-E760-9869-B507D09590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09" r="17176" b="-1"/>
          <a:stretch/>
        </p:blipFill>
        <p:spPr>
          <a:xfrm>
            <a:off x="7683690" y="10"/>
            <a:ext cx="450831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6805" name="Slide Number Placeholder 4">
            <a:extLst>
              <a:ext uri="{FF2B5EF4-FFF2-40B4-BE49-F238E27FC236}">
                <a16:creationId xmlns:a16="http://schemas.microsoft.com/office/drawing/2014/main" id="{5E7DC120-C74F-6120-A2F1-C501E2AD37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0340796" y="6356350"/>
            <a:ext cx="101300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D172FBE8-7477-4816-B66A-836496769FF5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26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7987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>
            <a:extLst>
              <a:ext uri="{FF2B5EF4-FFF2-40B4-BE49-F238E27FC236}">
                <a16:creationId xmlns:a16="http://schemas.microsoft.com/office/drawing/2014/main" id="{A3F0E26C-762E-4EFC-EDF8-9898A0A9E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0229" y="298886"/>
            <a:ext cx="5137931" cy="2953512"/>
          </a:xfrm>
        </p:spPr>
        <p:txBody>
          <a:bodyPr wrap="square" rtlCol="0" anchor="b">
            <a:normAutofit/>
          </a:bodyPr>
          <a:lstStyle/>
          <a:p>
            <a:pPr defTabSz="914391" fontAlgn="auto">
              <a:spcAft>
                <a:spcPts val="0"/>
              </a:spcAft>
              <a:defRPr/>
            </a:pPr>
            <a:r>
              <a:rPr lang="en-US" dirty="0"/>
              <a:t>Relationships within the Relational Database (cont’d.)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E1DAD12-BAE4-A659-8C0E-1C78271B03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r>
              <a:rPr lang="en-US" altLang="en-US" b="1" dirty="0"/>
              <a:t>M:N relationships </a:t>
            </a:r>
          </a:p>
          <a:p>
            <a:pPr lvl="1"/>
            <a:r>
              <a:rPr lang="en-US" altLang="en-US" sz="3200" dirty="0"/>
              <a:t>Cannot be implemented as such in the relational model</a:t>
            </a:r>
          </a:p>
          <a:p>
            <a:pPr lvl="1"/>
            <a:r>
              <a:rPr lang="en-US" altLang="en-US" sz="3200" dirty="0"/>
              <a:t>M:N relationships can be changed into 1:M relationships</a:t>
            </a:r>
          </a:p>
        </p:txBody>
      </p:sp>
      <p:sp>
        <p:nvSpPr>
          <p:cNvPr id="78852" name="Footer Placeholder 3">
            <a:extLst>
              <a:ext uri="{FF2B5EF4-FFF2-40B4-BE49-F238E27FC236}">
                <a16:creationId xmlns:a16="http://schemas.microsoft.com/office/drawing/2014/main" id="{89970C3F-CCA2-3095-9346-5AFE3387FB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solidFill>
                  <a:schemeClr val="tx1">
                    <a:tint val="75000"/>
                  </a:schemeClr>
                </a:solidFill>
              </a:rPr>
              <a:t>Database Systems, 9th Edition</a:t>
            </a:r>
          </a:p>
        </p:txBody>
      </p:sp>
      <p:sp>
        <p:nvSpPr>
          <p:cNvPr id="78853" name="Slide Number Placeholder 4">
            <a:extLst>
              <a:ext uri="{FF2B5EF4-FFF2-40B4-BE49-F238E27FC236}">
                <a16:creationId xmlns:a16="http://schemas.microsoft.com/office/drawing/2014/main" id="{759EEFDC-45BE-EAB5-F716-0B151124EA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A654FA7C-C788-44CE-8BEB-1492369946E8}" type="slidenum">
              <a:rPr lang="en-US" altLang="en-US" smtClean="0">
                <a:solidFill>
                  <a:schemeClr val="tx1">
                    <a:tint val="75000"/>
                  </a:schemeClr>
                </a:solidFill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27</a:t>
            </a:fld>
            <a:endParaRPr lang="en-US" alt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38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AE88D62-CCAE-4D63-C012-CCC53F3E1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9796" y="179388"/>
            <a:ext cx="8153400" cy="990600"/>
          </a:xfrm>
        </p:spPr>
        <p:txBody>
          <a:bodyPr/>
          <a:lstStyle/>
          <a:p>
            <a:r>
              <a:rPr lang="en-US" altLang="en-US" dirty="0"/>
              <a:t>The 1:M Relationship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287C040-9184-9C87-22FC-68D8BF1F6B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95330" y="1400175"/>
            <a:ext cx="8153400" cy="4495800"/>
          </a:xfrm>
        </p:spPr>
        <p:txBody>
          <a:bodyPr/>
          <a:lstStyle/>
          <a:p>
            <a:r>
              <a:rPr lang="en-US" altLang="en-US" dirty="0"/>
              <a:t>Relational database norm</a:t>
            </a:r>
          </a:p>
          <a:p>
            <a:r>
              <a:rPr lang="en-US" altLang="en-US" dirty="0"/>
              <a:t>Found in any database environment </a:t>
            </a:r>
          </a:p>
        </p:txBody>
      </p:sp>
      <p:sp>
        <p:nvSpPr>
          <p:cNvPr id="80900" name="Footer Placeholder 3">
            <a:extLst>
              <a:ext uri="{FF2B5EF4-FFF2-40B4-BE49-F238E27FC236}">
                <a16:creationId xmlns:a16="http://schemas.microsoft.com/office/drawing/2014/main" id="{66BFCBEF-8551-1054-9BC9-28A681461F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80901" name="Slide Number Placeholder 4">
            <a:extLst>
              <a:ext uri="{FF2B5EF4-FFF2-40B4-BE49-F238E27FC236}">
                <a16:creationId xmlns:a16="http://schemas.microsoft.com/office/drawing/2014/main" id="{CCF2A325-EA50-F5A3-4C30-6515C4AB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fld id="{4228EEED-184A-4647-8FFF-8F9752F557FE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80902" name="Picture 6" descr="Fig03-18.bmp">
            <a:extLst>
              <a:ext uri="{FF2B5EF4-FFF2-40B4-BE49-F238E27FC236}">
                <a16:creationId xmlns:a16="http://schemas.microsoft.com/office/drawing/2014/main" id="{DE630368-327F-6A05-D8B5-0CA6076E4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971800"/>
            <a:ext cx="57150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7082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8" name="Picture 4" descr="Fig03-19.bmp">
            <a:extLst>
              <a:ext uri="{FF2B5EF4-FFF2-40B4-BE49-F238E27FC236}">
                <a16:creationId xmlns:a16="http://schemas.microsoft.com/office/drawing/2014/main" id="{2C735E42-96DF-0E69-DF74-131A9897F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171" y="596095"/>
            <a:ext cx="10097321" cy="511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6" name="Footer Placeholder 4">
            <a:extLst>
              <a:ext uri="{FF2B5EF4-FFF2-40B4-BE49-F238E27FC236}">
                <a16:creationId xmlns:a16="http://schemas.microsoft.com/office/drawing/2014/main" id="{E662B5D5-F347-165B-B7E6-B09C310C17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82955" name="Freeform: Shape 82952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2947" name="Slide Number Placeholder 5">
            <a:extLst>
              <a:ext uri="{FF2B5EF4-FFF2-40B4-BE49-F238E27FC236}">
                <a16:creationId xmlns:a16="http://schemas.microsoft.com/office/drawing/2014/main" id="{58717313-98C0-D356-ACA6-617FBE38B8D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660CDA9-2FA8-47EB-901B-187C337DC657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29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0440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003" name="Rectangle 85002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05" name="Freeform: Shape 85004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780058"/>
            <a:ext cx="3781618" cy="289914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rgbClr val="D18B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5F194516-3CCF-6CF1-F3C5-16C1663AE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0941" y="2620477"/>
            <a:ext cx="3010737" cy="1497475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The 1:1 Relationship</a:t>
            </a:r>
          </a:p>
        </p:txBody>
      </p:sp>
      <p:sp>
        <p:nvSpPr>
          <p:cNvPr id="84996" name="Footer Placeholder 3">
            <a:extLst>
              <a:ext uri="{FF2B5EF4-FFF2-40B4-BE49-F238E27FC236}">
                <a16:creationId xmlns:a16="http://schemas.microsoft.com/office/drawing/2014/main" id="{15FAC03C-6511-3F94-B7DF-4CB63DEA47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84997" name="Slide Number Placeholder 4">
            <a:extLst>
              <a:ext uri="{FF2B5EF4-FFF2-40B4-BE49-F238E27FC236}">
                <a16:creationId xmlns:a16="http://schemas.microsoft.com/office/drawing/2014/main" id="{28F01487-7E08-150D-983A-C3E0F2195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F8C10F3E-EF24-494D-8F99-265FBD898BAF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30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84999" name="Rectangle 3">
            <a:extLst>
              <a:ext uri="{FF2B5EF4-FFF2-40B4-BE49-F238E27FC236}">
                <a16:creationId xmlns:a16="http://schemas.microsoft.com/office/drawing/2014/main" id="{24576440-7998-99FB-2BF9-B315F1CD52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623290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5410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9" name="Freeform: Shape 8704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7044" name="Picture 4" descr="Fig03-22.bmp">
            <a:extLst>
              <a:ext uri="{FF2B5EF4-FFF2-40B4-BE49-F238E27FC236}">
                <a16:creationId xmlns:a16="http://schemas.microsoft.com/office/drawing/2014/main" id="{BFB7A561-80BB-D1F6-21A9-F0AFB31A3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09088" y="713469"/>
            <a:ext cx="9173823" cy="469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Footer Placeholder 4">
            <a:extLst>
              <a:ext uri="{FF2B5EF4-FFF2-40B4-BE49-F238E27FC236}">
                <a16:creationId xmlns:a16="http://schemas.microsoft.com/office/drawing/2014/main" id="{B0E70F02-49EF-9EA0-F40C-E0D3712066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87043" name="Slide Number Placeholder 5">
            <a:extLst>
              <a:ext uri="{FF2B5EF4-FFF2-40B4-BE49-F238E27FC236}">
                <a16:creationId xmlns:a16="http://schemas.microsoft.com/office/drawing/2014/main" id="{51B09B2A-301C-5545-40C1-CA7D33B056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AB21DBEF-FEFA-4407-8A32-B28E66729C8C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31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7302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099" name="Rectangle 8909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3EE66ADE-97F0-4378-D6D4-F7ECCB979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26682" y="136525"/>
            <a:ext cx="6356051" cy="1807305"/>
          </a:xfrm>
        </p:spPr>
        <p:txBody>
          <a:bodyPr>
            <a:normAutofit/>
          </a:bodyPr>
          <a:lstStyle/>
          <a:p>
            <a:r>
              <a:rPr lang="en-US" altLang="en-US"/>
              <a:t>The M:N Relationship</a:t>
            </a:r>
          </a:p>
        </p:txBody>
      </p:sp>
      <p:pic>
        <p:nvPicPr>
          <p:cNvPr id="89095" name="Picture 89094" descr="Multi-coloured push pins connected by a black wire">
            <a:extLst>
              <a:ext uri="{FF2B5EF4-FFF2-40B4-BE49-F238E27FC236}">
                <a16:creationId xmlns:a16="http://schemas.microsoft.com/office/drawing/2014/main" id="{FDC7BACD-E4CA-7E64-821A-6123E09ADC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466" b="-1"/>
          <a:stretch/>
        </p:blipFill>
        <p:spPr>
          <a:xfrm>
            <a:off x="2" y="10"/>
            <a:ext cx="611656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89091" name="Rectangle 3">
            <a:extLst>
              <a:ext uri="{FF2B5EF4-FFF2-40B4-BE49-F238E27FC236}">
                <a16:creationId xmlns:a16="http://schemas.microsoft.com/office/drawing/2014/main" id="{B9863C59-7D48-1498-339E-CD786DC44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34925" y="1637261"/>
            <a:ext cx="5708326" cy="3843666"/>
          </a:xfrm>
        </p:spPr>
        <p:txBody>
          <a:bodyPr>
            <a:noAutofit/>
          </a:bodyPr>
          <a:lstStyle/>
          <a:p>
            <a:r>
              <a:rPr lang="en-US" altLang="en-US" dirty="0"/>
              <a:t>Implemented by breaking it up to produce a set of 1:M relationships</a:t>
            </a:r>
          </a:p>
          <a:p>
            <a:r>
              <a:rPr lang="en-US" altLang="en-US" dirty="0"/>
              <a:t>Avoid problems inherent to M:N relationship by creating a </a:t>
            </a:r>
            <a:r>
              <a:rPr lang="en-US" altLang="en-US" b="1" dirty="0"/>
              <a:t>composite</a:t>
            </a:r>
            <a:r>
              <a:rPr lang="en-US" altLang="en-US" dirty="0"/>
              <a:t> </a:t>
            </a:r>
            <a:r>
              <a:rPr lang="en-US" altLang="en-US" b="1" dirty="0"/>
              <a:t>entity</a:t>
            </a:r>
            <a:endParaRPr lang="en-US" altLang="en-US" dirty="0"/>
          </a:p>
          <a:p>
            <a:pPr lvl="1"/>
            <a:r>
              <a:rPr lang="en-US" altLang="en-US" sz="2800" dirty="0"/>
              <a:t>Includes as foreign keys the primary keys of tables to be linked</a:t>
            </a:r>
          </a:p>
        </p:txBody>
      </p:sp>
      <p:sp>
        <p:nvSpPr>
          <p:cNvPr id="89092" name="Footer Placeholder 3">
            <a:extLst>
              <a:ext uri="{FF2B5EF4-FFF2-40B4-BE49-F238E27FC236}">
                <a16:creationId xmlns:a16="http://schemas.microsoft.com/office/drawing/2014/main" id="{AA4CC8B0-17BC-4B93-C74E-9FBB450954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89093" name="Slide Number Placeholder 4">
            <a:extLst>
              <a:ext uri="{FF2B5EF4-FFF2-40B4-BE49-F238E27FC236}">
                <a16:creationId xmlns:a16="http://schemas.microsoft.com/office/drawing/2014/main" id="{24F9EDED-AC86-58D5-4D10-12FE994DD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DA641199-B46B-4024-8941-FF57AAB424CF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32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602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5" name="Freeform: Shape 91144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1140" name="Picture 4" descr="Fig03-24.bmp">
            <a:extLst>
              <a:ext uri="{FF2B5EF4-FFF2-40B4-BE49-F238E27FC236}">
                <a16:creationId xmlns:a16="http://schemas.microsoft.com/office/drawing/2014/main" id="{8E72CA11-AF86-7223-FCE5-272A031E4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74710" y="814032"/>
            <a:ext cx="9173823" cy="522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38" name="Footer Placeholder 4">
            <a:extLst>
              <a:ext uri="{FF2B5EF4-FFF2-40B4-BE49-F238E27FC236}">
                <a16:creationId xmlns:a16="http://schemas.microsoft.com/office/drawing/2014/main" id="{D328EC03-2022-A6AF-4AA1-BD16141B1E5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91139" name="Slide Number Placeholder 5">
            <a:extLst>
              <a:ext uri="{FF2B5EF4-FFF2-40B4-BE49-F238E27FC236}">
                <a16:creationId xmlns:a16="http://schemas.microsoft.com/office/drawing/2014/main" id="{EB13078F-9661-CABA-DEE7-6404CF607C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75408A4D-B9D6-42C4-9119-13F9B1CC2B96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33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7802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8" name="Picture 4" descr="Fig03-26.bmp">
            <a:extLst>
              <a:ext uri="{FF2B5EF4-FFF2-40B4-BE49-F238E27FC236}">
                <a16:creationId xmlns:a16="http://schemas.microsoft.com/office/drawing/2014/main" id="{410F4126-C7A1-45FC-1626-881CC13E1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843" y="643467"/>
            <a:ext cx="9755951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6" name="Footer Placeholder 4">
            <a:extLst>
              <a:ext uri="{FF2B5EF4-FFF2-40B4-BE49-F238E27FC236}">
                <a16:creationId xmlns:a16="http://schemas.microsoft.com/office/drawing/2014/main" id="{A39E1AE3-34D8-852C-A6BC-4DA035A447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93193" name="Freeform: Shape 93192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3187" name="Slide Number Placeholder 5">
            <a:extLst>
              <a:ext uri="{FF2B5EF4-FFF2-40B4-BE49-F238E27FC236}">
                <a16:creationId xmlns:a16="http://schemas.microsoft.com/office/drawing/2014/main" id="{3F188254-2E40-25BA-5D09-A0DC33D7A0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0856794" y="6356350"/>
            <a:ext cx="78474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6DDD59C0-5AFF-4821-BBDE-BFB3F280DE63}" type="slidenum">
              <a:rPr lang="en-US" altLang="en-US">
                <a:solidFill>
                  <a:srgbClr val="515151"/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34</a:t>
            </a:fld>
            <a:endParaRPr lang="en-US" altLang="en-US">
              <a:solidFill>
                <a:srgbClr val="51515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3045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41" name="Freeform: Shape 9524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5236" name="Picture 4" descr="Fig03-27.bmp">
            <a:extLst>
              <a:ext uri="{FF2B5EF4-FFF2-40B4-BE49-F238E27FC236}">
                <a16:creationId xmlns:a16="http://schemas.microsoft.com/office/drawing/2014/main" id="{16B54884-6B73-A578-1037-046C74FB3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07586" y="643468"/>
            <a:ext cx="830807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4" name="Footer Placeholder 4">
            <a:extLst>
              <a:ext uri="{FF2B5EF4-FFF2-40B4-BE49-F238E27FC236}">
                <a16:creationId xmlns:a16="http://schemas.microsoft.com/office/drawing/2014/main" id="{436CAA79-CF61-9557-F0CD-6B5743C33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95235" name="Slide Number Placeholder 5">
            <a:extLst>
              <a:ext uri="{FF2B5EF4-FFF2-40B4-BE49-F238E27FC236}">
                <a16:creationId xmlns:a16="http://schemas.microsoft.com/office/drawing/2014/main" id="{B09375A6-722D-D9D2-B8E0-E7E688B4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833BD60-63B2-4682-9EFB-E6DBA71F0B6E}" type="slidenum">
              <a:rPr lang="en-US" altLang="en-US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35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7557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4">
            <a:extLst>
              <a:ext uri="{FF2B5EF4-FFF2-40B4-BE49-F238E27FC236}">
                <a16:creationId xmlns:a16="http://schemas.microsoft.com/office/drawing/2014/main" id="{CC0C2AD5-F8C0-1AFC-5B0A-81EFAFC7D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97283" name="Slide Number Placeholder 5">
            <a:extLst>
              <a:ext uri="{FF2B5EF4-FFF2-40B4-BE49-F238E27FC236}">
                <a16:creationId xmlns:a16="http://schemas.microsoft.com/office/drawing/2014/main" id="{2BC4B422-6657-86E6-BCD7-DCEB505C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2B87451-8A9B-4B27-91C0-690D799069E5}" type="slidenum">
              <a:rPr lang="en-US" altLang="en-US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97284" name="Picture 4" descr="Fig03-28.bmp">
            <a:extLst>
              <a:ext uri="{FF2B5EF4-FFF2-40B4-BE49-F238E27FC236}">
                <a16:creationId xmlns:a16="http://schemas.microsoft.com/office/drawing/2014/main" id="{850DBEF1-DC98-B10E-24DC-592710407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838200"/>
            <a:ext cx="6705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786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2" name="Picture 4" descr="Fig03-29.bmp">
            <a:extLst>
              <a:ext uri="{FF2B5EF4-FFF2-40B4-BE49-F238E27FC236}">
                <a16:creationId xmlns:a16="http://schemas.microsoft.com/office/drawing/2014/main" id="{63737187-68F5-821F-A246-5C6003C0F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1916" y="1436998"/>
            <a:ext cx="9173823" cy="398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0" name="Footer Placeholder 4">
            <a:extLst>
              <a:ext uri="{FF2B5EF4-FFF2-40B4-BE49-F238E27FC236}">
                <a16:creationId xmlns:a16="http://schemas.microsoft.com/office/drawing/2014/main" id="{8B722C6E-0DA1-BD77-09A4-5DCA3A93E8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99337" name="Freeform: Shape 99336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9331" name="Slide Number Placeholder 5">
            <a:extLst>
              <a:ext uri="{FF2B5EF4-FFF2-40B4-BE49-F238E27FC236}">
                <a16:creationId xmlns:a16="http://schemas.microsoft.com/office/drawing/2014/main" id="{C98F2591-3927-0A2D-DE11-CEAE2A1D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856794" y="6356350"/>
            <a:ext cx="78474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E16D6BB1-08E8-4C22-BDF3-677239D3A60E}" type="slidenum">
              <a:rPr lang="en-US" altLang="en-US">
                <a:solidFill>
                  <a:srgbClr val="515151"/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37</a:t>
            </a:fld>
            <a:endParaRPr lang="en-US" altLang="en-US">
              <a:solidFill>
                <a:srgbClr val="51515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77022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387" name="Rectangle 101386">
            <a:extLst>
              <a:ext uri="{FF2B5EF4-FFF2-40B4-BE49-F238E27FC236}">
                <a16:creationId xmlns:a16="http://schemas.microsoft.com/office/drawing/2014/main" id="{94C5663A-0CE3-4AEE-B47E-FB68D9EB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257A8C76-A86D-04FE-8637-49CC787DD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887" y="228600"/>
            <a:ext cx="6845489" cy="1287135"/>
          </a:xfrm>
        </p:spPr>
        <p:txBody>
          <a:bodyPr>
            <a:normAutofit/>
          </a:bodyPr>
          <a:lstStyle/>
          <a:p>
            <a:r>
              <a:rPr lang="en-US" altLang="en-US" dirty="0"/>
              <a:t>Data Redundancy Revisited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25A81D56-B0E9-54F3-3EFF-03E254580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6284" y="1608691"/>
            <a:ext cx="7289041" cy="384366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7030A0"/>
                </a:solidFill>
                <a:highlight>
                  <a:srgbClr val="00FF00"/>
                </a:highlight>
              </a:rPr>
              <a:t>Data redundancy leads to data anomalies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Can destroy the effectiveness of the database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7030A0"/>
                </a:solidFill>
                <a:highlight>
                  <a:srgbClr val="00FF00"/>
                </a:highlight>
              </a:rPr>
              <a:t>Foreign keys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Control data redundancies by using common attributes shared by tables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Crucial to exercising data redundancy control</a:t>
            </a:r>
          </a:p>
        </p:txBody>
      </p:sp>
      <p:pic>
        <p:nvPicPr>
          <p:cNvPr id="101383" name="Picture 101382" descr="Top view of cubes connected with black lines">
            <a:extLst>
              <a:ext uri="{FF2B5EF4-FFF2-40B4-BE49-F238E27FC236}">
                <a16:creationId xmlns:a16="http://schemas.microsoft.com/office/drawing/2014/main" id="{5841C130-F3BA-6740-AD81-D785E49F27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01" r="4180"/>
          <a:stretch/>
        </p:blipFill>
        <p:spPr>
          <a:xfrm>
            <a:off x="7465325" y="10"/>
            <a:ext cx="4733784" cy="6857990"/>
          </a:xfrm>
          <a:custGeom>
            <a:avLst/>
            <a:gdLst/>
            <a:ahLst/>
            <a:cxnLst/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</p:spPr>
      </p:pic>
      <p:sp>
        <p:nvSpPr>
          <p:cNvPr id="101380" name="Footer Placeholder 3">
            <a:extLst>
              <a:ext uri="{FF2B5EF4-FFF2-40B4-BE49-F238E27FC236}">
                <a16:creationId xmlns:a16="http://schemas.microsoft.com/office/drawing/2014/main" id="{A71333DD-C758-AA8A-9E89-E3424FAB4D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8382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101381" name="Slide Number Placeholder 4">
            <a:extLst>
              <a:ext uri="{FF2B5EF4-FFF2-40B4-BE49-F238E27FC236}">
                <a16:creationId xmlns:a16="http://schemas.microsoft.com/office/drawing/2014/main" id="{F65C583D-FA40-3B29-4CE2-69C530F0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938582" y="6356350"/>
            <a:ext cx="1415218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923FFF45-4730-4E15-9DDE-14C672C6ECE5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38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2064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3" name="Freeform: Shape 103432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428" name="Picture 4" descr="Fig03-31.bmp">
            <a:extLst>
              <a:ext uri="{FF2B5EF4-FFF2-40B4-BE49-F238E27FC236}">
                <a16:creationId xmlns:a16="http://schemas.microsoft.com/office/drawing/2014/main" id="{1A71F644-F85E-8BAB-C551-F69F9A372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8377" y="847726"/>
            <a:ext cx="9173823" cy="372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6" name="Footer Placeholder 4">
            <a:extLst>
              <a:ext uri="{FF2B5EF4-FFF2-40B4-BE49-F238E27FC236}">
                <a16:creationId xmlns:a16="http://schemas.microsoft.com/office/drawing/2014/main" id="{E5ADB975-FF44-0065-EA5F-5390727346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103427" name="Slide Number Placeholder 5">
            <a:extLst>
              <a:ext uri="{FF2B5EF4-FFF2-40B4-BE49-F238E27FC236}">
                <a16:creationId xmlns:a16="http://schemas.microsoft.com/office/drawing/2014/main" id="{65A3A5AA-85D8-3D08-9DDD-72B8778F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E18F1819-725C-48B8-AF91-B05EE18A9CCF}" type="slidenum">
              <a:rPr lang="en-US" altLang="en-US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39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2658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485" name="Rectangle 105482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9672D517-83EB-4D2B-0D4B-2284D8BF9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47352" y="262996"/>
            <a:ext cx="4840010" cy="1807305"/>
          </a:xfrm>
        </p:spPr>
        <p:txBody>
          <a:bodyPr>
            <a:normAutofit/>
          </a:bodyPr>
          <a:lstStyle/>
          <a:p>
            <a:r>
              <a:rPr lang="en-US" altLang="en-US" dirty="0"/>
              <a:t>Indexes</a:t>
            </a:r>
          </a:p>
        </p:txBody>
      </p:sp>
      <p:pic>
        <p:nvPicPr>
          <p:cNvPr id="105486" name="Picture 105478" descr="Different coloured organisers">
            <a:extLst>
              <a:ext uri="{FF2B5EF4-FFF2-40B4-BE49-F238E27FC236}">
                <a16:creationId xmlns:a16="http://schemas.microsoft.com/office/drawing/2014/main" id="{44C55000-8A45-27A8-2A15-A2024405D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74" r="22967" b="1"/>
          <a:stretch/>
        </p:blipFill>
        <p:spPr>
          <a:xfrm>
            <a:off x="2" y="10"/>
            <a:ext cx="611656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105475" name="Rectangle 3">
            <a:extLst>
              <a:ext uri="{FF2B5EF4-FFF2-40B4-BE49-F238E27FC236}">
                <a16:creationId xmlns:a16="http://schemas.microsoft.com/office/drawing/2014/main" id="{3AD98F48-6870-02C5-4FA3-0F0A05F702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47352" y="1882921"/>
            <a:ext cx="5939848" cy="384366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Orderly arrangement to logically access rows in a table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Index</a:t>
            </a:r>
            <a:r>
              <a:rPr lang="en-US" altLang="en-US" sz="2400" dirty="0"/>
              <a:t> </a:t>
            </a:r>
            <a:r>
              <a:rPr lang="en-US" altLang="en-US" sz="2400" b="1" dirty="0"/>
              <a:t>key</a:t>
            </a:r>
            <a:r>
              <a:rPr lang="en-US" altLang="en-US" sz="24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Index’s reference point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Points to data location identified by the key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Unique</a:t>
            </a:r>
            <a:r>
              <a:rPr lang="en-US" altLang="en-US" sz="2400" dirty="0"/>
              <a:t> </a:t>
            </a:r>
            <a:r>
              <a:rPr lang="en-US" altLang="en-US" sz="2400" b="1" dirty="0"/>
              <a:t>index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Index in which the index key can have only one pointer value (row) associated with it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Each index is associated with only one table</a:t>
            </a:r>
          </a:p>
        </p:txBody>
      </p:sp>
      <p:sp>
        <p:nvSpPr>
          <p:cNvPr id="105476" name="Footer Placeholder 3">
            <a:extLst>
              <a:ext uri="{FF2B5EF4-FFF2-40B4-BE49-F238E27FC236}">
                <a16:creationId xmlns:a16="http://schemas.microsoft.com/office/drawing/2014/main" id="{9AC2DFE5-B197-C004-1B24-A9675E8E3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105477" name="Slide Number Placeholder 4">
            <a:extLst>
              <a:ext uri="{FF2B5EF4-FFF2-40B4-BE49-F238E27FC236}">
                <a16:creationId xmlns:a16="http://schemas.microsoft.com/office/drawing/2014/main" id="{CBABAD74-6385-90C4-2721-0E26B14A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FEB54B23-F056-4236-A42D-FFBDFA67B6F5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40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0289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9" name="Freeform: Shape 10752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7524" name="Picture 4" descr="Fig03-32.bmp">
            <a:extLst>
              <a:ext uri="{FF2B5EF4-FFF2-40B4-BE49-F238E27FC236}">
                <a16:creationId xmlns:a16="http://schemas.microsoft.com/office/drawing/2014/main" id="{B79AB2E9-8095-EC02-A9C0-4AA26ACEC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1378" y="412982"/>
            <a:ext cx="9976515" cy="538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2" name="Footer Placeholder 4">
            <a:extLst>
              <a:ext uri="{FF2B5EF4-FFF2-40B4-BE49-F238E27FC236}">
                <a16:creationId xmlns:a16="http://schemas.microsoft.com/office/drawing/2014/main" id="{7A014FC6-6B9C-FEE2-E8FF-D8791FCECFC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107523" name="Slide Number Placeholder 5">
            <a:extLst>
              <a:ext uri="{FF2B5EF4-FFF2-40B4-BE49-F238E27FC236}">
                <a16:creationId xmlns:a16="http://schemas.microsoft.com/office/drawing/2014/main" id="{1FCEF9D2-6CFC-DE59-39AD-D0DAC1E574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600459AA-12B0-448C-880E-FF48D58DEA6A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41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7150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D1F4E71-D716-7555-6C46-D2070FA5A9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903" y="189766"/>
            <a:ext cx="6791706" cy="1800526"/>
          </a:xfrm>
        </p:spPr>
        <p:txBody>
          <a:bodyPr>
            <a:normAutofit/>
          </a:bodyPr>
          <a:lstStyle/>
          <a:p>
            <a:r>
              <a:rPr lang="en-US" altLang="en-US" dirty="0"/>
              <a:t>Relational Set Operators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7944326-27DC-29BF-8E31-6FD628BB16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903" y="1873672"/>
            <a:ext cx="6245796" cy="3553581"/>
          </a:xfrm>
        </p:spPr>
        <p:txBody>
          <a:bodyPr>
            <a:noAutofit/>
          </a:bodyPr>
          <a:lstStyle/>
          <a:p>
            <a:pPr>
              <a:spcBef>
                <a:spcPct val="40000"/>
              </a:spcBef>
            </a:pPr>
            <a:r>
              <a:rPr lang="en-US" altLang="en-US" b="1" dirty="0"/>
              <a:t>Relational algebra </a:t>
            </a:r>
          </a:p>
          <a:p>
            <a:pPr lvl="1">
              <a:spcBef>
                <a:spcPct val="40000"/>
              </a:spcBef>
            </a:pPr>
            <a:r>
              <a:rPr lang="en-US" altLang="en-US" sz="2800" b="1" dirty="0">
                <a:solidFill>
                  <a:srgbClr val="7030A0"/>
                </a:solidFill>
                <a:highlight>
                  <a:srgbClr val="00FF00"/>
                </a:highlight>
              </a:rPr>
              <a:t>Defines theoretical way of manipulating table contents using relational operators</a:t>
            </a:r>
          </a:p>
          <a:p>
            <a:pPr lvl="1">
              <a:spcBef>
                <a:spcPct val="40000"/>
              </a:spcBef>
            </a:pPr>
            <a:r>
              <a:rPr lang="en-US" altLang="en-US" sz="2800" dirty="0"/>
              <a:t>Use of relational algebra operators on existing relations produces new relations:</a:t>
            </a:r>
          </a:p>
          <a:p>
            <a:pPr lvl="1">
              <a:spcBef>
                <a:spcPct val="40000"/>
              </a:spcBef>
            </a:pPr>
            <a:endParaRPr lang="en-US" altLang="en-US" sz="2800" dirty="0"/>
          </a:p>
        </p:txBody>
      </p:sp>
      <p:sp>
        <p:nvSpPr>
          <p:cNvPr id="50180" name="Footer Placeholder 3">
            <a:extLst>
              <a:ext uri="{FF2B5EF4-FFF2-40B4-BE49-F238E27FC236}">
                <a16:creationId xmlns:a16="http://schemas.microsoft.com/office/drawing/2014/main" id="{CC9158A9-C8C7-B2A2-CAB6-EDA0B80C3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246824" y="6356350"/>
            <a:ext cx="407714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50181" name="Slide Number Placeholder 4">
            <a:extLst>
              <a:ext uri="{FF2B5EF4-FFF2-40B4-BE49-F238E27FC236}">
                <a16:creationId xmlns:a16="http://schemas.microsoft.com/office/drawing/2014/main" id="{8C531D15-2802-4AE4-9BA1-826ED4191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C0A6FD5E-EAE9-4209-8971-FBB1F2F00BF9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42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D35F5A-D817-2011-8DDD-DB0479339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589484"/>
              </p:ext>
            </p:extLst>
          </p:nvPr>
        </p:nvGraphicFramePr>
        <p:xfrm>
          <a:off x="7058766" y="2433217"/>
          <a:ext cx="4491789" cy="24344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4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ea typeface="ＭＳ Ｐゴシック" charset="-128"/>
                        </a:rPr>
                        <a:t> SELECT</a:t>
                      </a:r>
                    </a:p>
                  </a:txBody>
                  <a:tcPr marL="103911" marR="148445" marT="29689" marB="22266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ea typeface="ＭＳ Ｐゴシック" charset="-128"/>
                        </a:rPr>
                        <a:t> DIFFERENCE</a:t>
                      </a:r>
                    </a:p>
                  </a:txBody>
                  <a:tcPr marL="103911" marR="148445" marT="29689" marB="222667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000" b="1" i="0" u="none" strike="noStrike" cap="none" spc="0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ea typeface="ＭＳ Ｐゴシック" charset="-128"/>
                        </a:rPr>
                        <a:t> PROJECT</a:t>
                      </a:r>
                    </a:p>
                  </a:txBody>
                  <a:tcPr marL="103911" marR="148445" marT="29689" marB="22266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ea typeface="ＭＳ Ｐゴシック" charset="-128"/>
                        </a:rPr>
                        <a:t> JOIN</a:t>
                      </a:r>
                    </a:p>
                  </a:txBody>
                  <a:tcPr marL="103911" marR="148445" marT="29689" marB="222667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ea typeface="ＭＳ Ｐゴシック" charset="-128"/>
                        </a:rPr>
                        <a:t> UNION</a:t>
                      </a:r>
                    </a:p>
                  </a:txBody>
                  <a:tcPr marL="103911" marR="148445" marT="29689" marB="22266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ea typeface="ＭＳ Ｐゴシック" charset="-128"/>
                        </a:rPr>
                        <a:t> PRODUCT</a:t>
                      </a:r>
                    </a:p>
                  </a:txBody>
                  <a:tcPr marL="103911" marR="148445" marT="29689" marB="222667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ea typeface="ＭＳ Ｐゴシック" charset="-128"/>
                        </a:rPr>
                        <a:t> INTERSECT</a:t>
                      </a:r>
                    </a:p>
                  </a:txBody>
                  <a:tcPr marL="103911" marR="148445" marT="29689" marB="222667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  <a:ea typeface="ＭＳ Ｐゴシック" charset="-128"/>
                        </a:rPr>
                        <a:t> DIVIDE</a:t>
                      </a:r>
                    </a:p>
                  </a:txBody>
                  <a:tcPr marL="103911" marR="148445" marT="29689" marB="222667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2323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8" name="Picture 5" descr="Fig03-05.bmp">
            <a:extLst>
              <a:ext uri="{FF2B5EF4-FFF2-40B4-BE49-F238E27FC236}">
                <a16:creationId xmlns:a16="http://schemas.microsoft.com/office/drawing/2014/main" id="{38277445-C025-3CCA-FB6F-BB9CFFD80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708" y="241416"/>
            <a:ext cx="11542583" cy="527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6" name="Footer Placeholder 4">
            <a:extLst>
              <a:ext uri="{FF2B5EF4-FFF2-40B4-BE49-F238E27FC236}">
                <a16:creationId xmlns:a16="http://schemas.microsoft.com/office/drawing/2014/main" id="{05578253-07BC-CAD9-8717-C95EA8FB1B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52227" name="Slide Number Placeholder 5">
            <a:extLst>
              <a:ext uri="{FF2B5EF4-FFF2-40B4-BE49-F238E27FC236}">
                <a16:creationId xmlns:a16="http://schemas.microsoft.com/office/drawing/2014/main" id="{4F1A04E2-1DA6-9A81-77EF-95FFC1953A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10856794" y="6356350"/>
            <a:ext cx="78474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63996684-586A-4164-BE4D-0BC1D7F203BD}" type="slidenum">
              <a:rPr lang="en-US" altLang="en-US">
                <a:solidFill>
                  <a:srgbClr val="515151"/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43</a:t>
            </a:fld>
            <a:endParaRPr lang="en-US" altLang="en-US">
              <a:solidFill>
                <a:srgbClr val="51515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70A90-8CD3-2E6F-18BD-3463A0656FF3}"/>
              </a:ext>
            </a:extLst>
          </p:cNvPr>
          <p:cNvSpPr txBox="1"/>
          <p:nvPr/>
        </p:nvSpPr>
        <p:spPr>
          <a:xfrm>
            <a:off x="324707" y="5615582"/>
            <a:ext cx="115425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00FF00"/>
                </a:highlight>
                <a:latin typeface="Google Sans"/>
              </a:rPr>
              <a:t>The SELECT statement is used to select data from a database. The data returned is stored in a result table, called the result-set.</a:t>
            </a:r>
            <a:endParaRPr lang="en-MY" sz="2400" b="1" dirty="0">
              <a:solidFill>
                <a:srgbClr val="7030A0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37516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6" name="Picture 5" descr="Fig03-06.bmp">
            <a:extLst>
              <a:ext uri="{FF2B5EF4-FFF2-40B4-BE49-F238E27FC236}">
                <a16:creationId xmlns:a16="http://schemas.microsoft.com/office/drawing/2014/main" id="{E580715C-5EEC-4945-3B85-C7BC4D483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469" y="136525"/>
            <a:ext cx="1143025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" name="Footer Placeholder 4">
            <a:extLst>
              <a:ext uri="{FF2B5EF4-FFF2-40B4-BE49-F238E27FC236}">
                <a16:creationId xmlns:a16="http://schemas.microsoft.com/office/drawing/2014/main" id="{A367BD99-58EB-7461-F28D-E15F84649E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54275" name="Slide Number Placeholder 5">
            <a:extLst>
              <a:ext uri="{FF2B5EF4-FFF2-40B4-BE49-F238E27FC236}">
                <a16:creationId xmlns:a16="http://schemas.microsoft.com/office/drawing/2014/main" id="{9A0BF247-7CC8-CA5E-BD52-C08D5E1B96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834AB3C0-71C0-48AB-A380-909D77BD46E6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44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3FCE98-AAF4-AFE1-051F-D50E3829A48A}"/>
              </a:ext>
            </a:extLst>
          </p:cNvPr>
          <p:cNvSpPr txBox="1"/>
          <p:nvPr/>
        </p:nvSpPr>
        <p:spPr>
          <a:xfrm>
            <a:off x="320468" y="5831026"/>
            <a:ext cx="114302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7030A0"/>
                </a:solidFill>
                <a:effectLst/>
                <a:highlight>
                  <a:srgbClr val="00FF00"/>
                </a:highlight>
                <a:latin typeface="-apple-system"/>
              </a:rPr>
              <a:t>selecting the values of a few attributes, rather than selection all attributes of the Table (Relation),</a:t>
            </a:r>
            <a:endParaRPr lang="en-MY" sz="2000" b="1" dirty="0">
              <a:solidFill>
                <a:srgbClr val="7030A0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44123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4">
            <a:extLst>
              <a:ext uri="{FF2B5EF4-FFF2-40B4-BE49-F238E27FC236}">
                <a16:creationId xmlns:a16="http://schemas.microsoft.com/office/drawing/2014/main" id="{C31451E4-E723-EC1F-34DC-1AF7222A0D3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56323" name="Slide Number Placeholder 5">
            <a:extLst>
              <a:ext uri="{FF2B5EF4-FFF2-40B4-BE49-F238E27FC236}">
                <a16:creationId xmlns:a16="http://schemas.microsoft.com/office/drawing/2014/main" id="{02873B5D-F746-C7F2-222F-CC4041541E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fld id="{6B7592F3-7BD2-4F5D-8894-4E0628D50314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56324" name="Picture 4" descr="Fig03-07.bmp">
            <a:extLst>
              <a:ext uri="{FF2B5EF4-FFF2-40B4-BE49-F238E27FC236}">
                <a16:creationId xmlns:a16="http://schemas.microsoft.com/office/drawing/2014/main" id="{7ACD5BC9-1904-54A0-6F66-A3D9B7FFD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617" y="590550"/>
            <a:ext cx="76962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Picture 5" descr="Fig03-08.bmp">
            <a:extLst>
              <a:ext uri="{FF2B5EF4-FFF2-40B4-BE49-F238E27FC236}">
                <a16:creationId xmlns:a16="http://schemas.microsoft.com/office/drawing/2014/main" id="{55689621-7475-4BF9-B3EB-76A1BB046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591" y="2994025"/>
            <a:ext cx="7696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1E6C0F-F6DE-BD65-C7A5-EBB9BC5186B6}"/>
              </a:ext>
            </a:extLst>
          </p:cNvPr>
          <p:cNvSpPr txBox="1"/>
          <p:nvPr/>
        </p:nvSpPr>
        <p:spPr>
          <a:xfrm>
            <a:off x="129209" y="3145783"/>
            <a:ext cx="42373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00FF00"/>
                </a:highlight>
                <a:latin typeface="Google Sans"/>
              </a:rPr>
              <a:t>UNION</a:t>
            </a:r>
            <a:r>
              <a:rPr lang="en-US" sz="2400" b="0" i="0" dirty="0">
                <a:effectLst/>
                <a:latin typeface="Google Sans"/>
              </a:rPr>
              <a:t> : Combine all results from two table into a single result, omitting any duplicates.</a:t>
            </a:r>
          </a:p>
          <a:p>
            <a:endParaRPr lang="en-US" sz="2400" b="0" i="0" dirty="0">
              <a:effectLst/>
              <a:latin typeface="Google Sans"/>
            </a:endParaRPr>
          </a:p>
          <a:p>
            <a:r>
              <a:rPr lang="en-US" sz="2400" b="0" i="0" dirty="0">
                <a:effectLst/>
                <a:latin typeface="Google Sans"/>
              </a:rPr>
              <a:t> 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00FF00"/>
                </a:highlight>
                <a:latin typeface="Google Sans"/>
              </a:rPr>
              <a:t>INTERSECT</a:t>
            </a:r>
            <a:r>
              <a:rPr lang="en-US" sz="2400" b="0" i="0" dirty="0">
                <a:effectLst/>
                <a:latin typeface="Google Sans"/>
              </a:rPr>
              <a:t> : Combine only those rows which the results of two table have in common, omitting any duplicates.</a:t>
            </a:r>
            <a:endParaRPr lang="en-MY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665281-4E85-B390-17AA-EABA875ECFE2}"/>
              </a:ext>
            </a:extLst>
          </p:cNvPr>
          <p:cNvSpPr/>
          <p:nvPr/>
        </p:nvSpPr>
        <p:spPr>
          <a:xfrm>
            <a:off x="4366591" y="4594302"/>
            <a:ext cx="2123419" cy="1696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5CF48-1628-3C11-DCF4-14C84585EF13}"/>
              </a:ext>
            </a:extLst>
          </p:cNvPr>
          <p:cNvSpPr/>
          <p:nvPr/>
        </p:nvSpPr>
        <p:spPr>
          <a:xfrm>
            <a:off x="7091690" y="4424693"/>
            <a:ext cx="2123419" cy="1696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397413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4">
            <a:extLst>
              <a:ext uri="{FF2B5EF4-FFF2-40B4-BE49-F238E27FC236}">
                <a16:creationId xmlns:a16="http://schemas.microsoft.com/office/drawing/2014/main" id="{96B72ED0-6BF7-06BD-1C47-CD591E07DE2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58371" name="Slide Number Placeholder 5">
            <a:extLst>
              <a:ext uri="{FF2B5EF4-FFF2-40B4-BE49-F238E27FC236}">
                <a16:creationId xmlns:a16="http://schemas.microsoft.com/office/drawing/2014/main" id="{46007BCB-5016-A03B-9D7F-BACA98EC2B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fld id="{6279F7CA-1AD6-4F27-87D9-F3B62D7A6CF2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58372" name="Picture 4" descr="Fig03-09.bmp">
            <a:extLst>
              <a:ext uri="{FF2B5EF4-FFF2-40B4-BE49-F238E27FC236}">
                <a16:creationId xmlns:a16="http://schemas.microsoft.com/office/drawing/2014/main" id="{DBD3A453-3332-0257-75DB-B36538521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7452"/>
            <a:ext cx="7620000" cy="2606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5" descr="Fig03-10.bmp">
            <a:extLst>
              <a:ext uri="{FF2B5EF4-FFF2-40B4-BE49-F238E27FC236}">
                <a16:creationId xmlns:a16="http://schemas.microsoft.com/office/drawing/2014/main" id="{699DF625-B2B0-A6D4-96BB-31862DF13D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963951"/>
            <a:ext cx="7620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8053DE-9B41-8037-ACA1-2C5D5CAE1FAF}"/>
              </a:ext>
            </a:extLst>
          </p:cNvPr>
          <p:cNvSpPr txBox="1"/>
          <p:nvPr/>
        </p:nvSpPr>
        <p:spPr>
          <a:xfrm>
            <a:off x="7711280" y="309558"/>
            <a:ext cx="44591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latin typeface="Souvenir-Light"/>
              </a:rPr>
              <a:t>DIFFERENCE</a:t>
            </a:r>
            <a:r>
              <a:rPr lang="en-US" sz="2800" b="0" i="0" u="none" strike="noStrike" baseline="0" dirty="0">
                <a:latin typeface="Souvenir-Light"/>
              </a:rPr>
              <a:t> yields all rows in one table that are not found in the other table; </a:t>
            </a:r>
            <a:endParaRPr lang="en-MY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B5BB1-322E-CE9E-D5C0-D60B3699570F}"/>
              </a:ext>
            </a:extLst>
          </p:cNvPr>
          <p:cNvSpPr txBox="1"/>
          <p:nvPr/>
        </p:nvSpPr>
        <p:spPr>
          <a:xfrm>
            <a:off x="101600" y="3036628"/>
            <a:ext cx="3937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latin typeface="Souvenir-Light"/>
              </a:rPr>
              <a:t>PRODUCT</a:t>
            </a:r>
            <a:r>
              <a:rPr lang="en-US" sz="2800" b="0" i="0" u="none" strike="noStrike" baseline="0" dirty="0">
                <a:latin typeface="Souvenir-Light"/>
              </a:rPr>
              <a:t> yields all possible pairs of rows from two tables—also known as the Cartesian product. 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34896358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26">
            <a:extLst>
              <a:ext uri="{FF2B5EF4-FFF2-40B4-BE49-F238E27FC236}">
                <a16:creationId xmlns:a16="http://schemas.microsoft.com/office/drawing/2014/main" id="{A356D534-E6A9-4B79-AC36-9A188488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85318"/>
            <a:ext cx="10515600" cy="687910"/>
          </a:xfrm>
        </p:spPr>
        <p:txBody>
          <a:bodyPr rtlCol="0">
            <a:normAutofit/>
          </a:bodyPr>
          <a:lstStyle/>
          <a:p>
            <a:pPr defTabSz="914391" fontAlgn="auto">
              <a:spcAft>
                <a:spcPts val="0"/>
              </a:spcAft>
              <a:defRPr/>
            </a:pPr>
            <a:r>
              <a:rPr lang="en-US" altLang="en-US" dirty="0"/>
              <a:t>Relational Set Operators (cont’d.)</a:t>
            </a:r>
          </a:p>
        </p:txBody>
      </p:sp>
      <p:sp>
        <p:nvSpPr>
          <p:cNvPr id="60420" name="Footer Placeholder 3">
            <a:extLst>
              <a:ext uri="{FF2B5EF4-FFF2-40B4-BE49-F238E27FC236}">
                <a16:creationId xmlns:a16="http://schemas.microsoft.com/office/drawing/2014/main" id="{360FB0ED-A24F-F90E-128E-7E5BAA9860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325CA25C-CAB9-7C2D-35F5-2390F778FB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7B0162B8-54C2-4942-9324-D35745AF5CF7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47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63492" name="Rectangle 1027">
            <a:extLst>
              <a:ext uri="{FF2B5EF4-FFF2-40B4-BE49-F238E27FC236}">
                <a16:creationId xmlns:a16="http://schemas.microsoft.com/office/drawing/2014/main" id="{1CEDB3EA-6C85-D682-9202-8C8D11C8B1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783" y="685007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098" name="Picture 2" descr="What is the difference between natural join and equijoin in database? | by  Hitesh Dsouza | Medium">
            <a:extLst>
              <a:ext uri="{FF2B5EF4-FFF2-40B4-BE49-F238E27FC236}">
                <a16:creationId xmlns:a16="http://schemas.microsoft.com/office/drawing/2014/main" id="{4A1FFD0B-822C-84DE-1192-2BA3C4837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83" y="5019675"/>
            <a:ext cx="314325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689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SQL Join types overview and tutorial">
            <a:extLst>
              <a:ext uri="{FF2B5EF4-FFF2-40B4-BE49-F238E27FC236}">
                <a16:creationId xmlns:a16="http://schemas.microsoft.com/office/drawing/2014/main" id="{5C5549C0-F7EE-D319-7FFA-E19564E43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93" y="371774"/>
            <a:ext cx="11204811" cy="6114452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8071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the difference between natural join and equijoin in database? | by  Hitesh Dsouza | Medium">
            <a:extLst>
              <a:ext uri="{FF2B5EF4-FFF2-40B4-BE49-F238E27FC236}">
                <a16:creationId xmlns:a16="http://schemas.microsoft.com/office/drawing/2014/main" id="{B7B54D92-1061-5D9F-4748-81E5C15BD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21" y="0"/>
            <a:ext cx="118371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6746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8" name="Picture 4" descr="Fig03-11.bmp">
            <a:extLst>
              <a:ext uri="{FF2B5EF4-FFF2-40B4-BE49-F238E27FC236}">
                <a16:creationId xmlns:a16="http://schemas.microsoft.com/office/drawing/2014/main" id="{BEA75847-D35F-72B9-8830-7A2727A04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2015305"/>
            <a:ext cx="9240039" cy="28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Footer Placeholder 4">
            <a:extLst>
              <a:ext uri="{FF2B5EF4-FFF2-40B4-BE49-F238E27FC236}">
                <a16:creationId xmlns:a16="http://schemas.microsoft.com/office/drawing/2014/main" id="{9196E2E0-2234-B0DF-111E-F1FF7F4BE2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62467" name="Slide Number Placeholder 5">
            <a:extLst>
              <a:ext uri="{FF2B5EF4-FFF2-40B4-BE49-F238E27FC236}">
                <a16:creationId xmlns:a16="http://schemas.microsoft.com/office/drawing/2014/main" id="{03F1118E-E7D8-159B-CFCF-E0FDCB718F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F64F7B00-812A-451A-8BA9-8DE14C3B7EF1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50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8745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6" name="Picture 4" descr="Fig03-12.bmp">
            <a:extLst>
              <a:ext uri="{FF2B5EF4-FFF2-40B4-BE49-F238E27FC236}">
                <a16:creationId xmlns:a16="http://schemas.microsoft.com/office/drawing/2014/main" id="{997B3DD1-FB06-8C5A-E582-DCE635F3C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4943" y="411456"/>
            <a:ext cx="893437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4" name="Footer Placeholder 4">
            <a:extLst>
              <a:ext uri="{FF2B5EF4-FFF2-40B4-BE49-F238E27FC236}">
                <a16:creationId xmlns:a16="http://schemas.microsoft.com/office/drawing/2014/main" id="{E574BAA5-A65A-BEF5-B735-13E00B2DB3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64515" name="Slide Number Placeholder 5">
            <a:extLst>
              <a:ext uri="{FF2B5EF4-FFF2-40B4-BE49-F238E27FC236}">
                <a16:creationId xmlns:a16="http://schemas.microsoft.com/office/drawing/2014/main" id="{CB7C7478-9193-C0E7-F72D-36783C5DBA7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046D642B-9BFD-4FE5-983E-1280B1CCF030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51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38702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4">
            <a:extLst>
              <a:ext uri="{FF2B5EF4-FFF2-40B4-BE49-F238E27FC236}">
                <a16:creationId xmlns:a16="http://schemas.microsoft.com/office/drawing/2014/main" id="{1F53F664-2B75-0765-F2CE-57ED6B68AAA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66563" name="Slide Number Placeholder 5">
            <a:extLst>
              <a:ext uri="{FF2B5EF4-FFF2-40B4-BE49-F238E27FC236}">
                <a16:creationId xmlns:a16="http://schemas.microsoft.com/office/drawing/2014/main" id="{4B50DEB6-BECF-FCD1-38DE-FA0CD920ED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fld id="{65577BE7-2920-420E-8234-61F40095384F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66564" name="Picture 4" descr="Fig03-13.bmp">
            <a:extLst>
              <a:ext uri="{FF2B5EF4-FFF2-40B4-BE49-F238E27FC236}">
                <a16:creationId xmlns:a16="http://schemas.microsoft.com/office/drawing/2014/main" id="{1935109C-415E-2220-D018-F575CA68A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762000"/>
            <a:ext cx="81819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Picture 5" descr="Fig03-14.bmp">
            <a:extLst>
              <a:ext uri="{FF2B5EF4-FFF2-40B4-BE49-F238E27FC236}">
                <a16:creationId xmlns:a16="http://schemas.microsoft.com/office/drawing/2014/main" id="{D3C653E9-08A4-A61C-28F4-D7927D726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478213"/>
            <a:ext cx="4419600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70864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2" name="Picture 4" descr="Fig03-15.bmp">
            <a:extLst>
              <a:ext uri="{FF2B5EF4-FFF2-40B4-BE49-F238E27FC236}">
                <a16:creationId xmlns:a16="http://schemas.microsoft.com/office/drawing/2014/main" id="{6B878873-465E-671C-E824-7A924998A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832" y="300214"/>
            <a:ext cx="5875536" cy="2854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 descr="Fig03-16.bmp">
            <a:extLst>
              <a:ext uri="{FF2B5EF4-FFF2-40B4-BE49-F238E27FC236}">
                <a16:creationId xmlns:a16="http://schemas.microsoft.com/office/drawing/2014/main" id="{B497F3B9-474A-3402-0244-274F2F086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74080" y="3154680"/>
            <a:ext cx="5875538" cy="282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0" name="Footer Placeholder 4">
            <a:extLst>
              <a:ext uri="{FF2B5EF4-FFF2-40B4-BE49-F238E27FC236}">
                <a16:creationId xmlns:a16="http://schemas.microsoft.com/office/drawing/2014/main" id="{2166E41D-F485-93F0-3F42-CB3BD69A9DE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68611" name="Slide Number Placeholder 5">
            <a:extLst>
              <a:ext uri="{FF2B5EF4-FFF2-40B4-BE49-F238E27FC236}">
                <a16:creationId xmlns:a16="http://schemas.microsoft.com/office/drawing/2014/main" id="{0213547E-8401-A650-1F29-9D6F087D69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922C78FA-051A-408A-A98C-9B9F5A94BDBC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53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48631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0" name="Picture 4" descr="Fig03-17.bmp">
            <a:extLst>
              <a:ext uri="{FF2B5EF4-FFF2-40B4-BE49-F238E27FC236}">
                <a16:creationId xmlns:a16="http://schemas.microsoft.com/office/drawing/2014/main" id="{D19B8813-B8AC-582E-E4FA-70469EFBC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74710" y="1933793"/>
            <a:ext cx="9173823" cy="2990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Footer Placeholder 4">
            <a:extLst>
              <a:ext uri="{FF2B5EF4-FFF2-40B4-BE49-F238E27FC236}">
                <a16:creationId xmlns:a16="http://schemas.microsoft.com/office/drawing/2014/main" id="{B3936731-4826-E7AA-9581-211F4233019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Database Systems, 9th Edition</a:t>
            </a:r>
          </a:p>
        </p:txBody>
      </p:sp>
      <p:sp>
        <p:nvSpPr>
          <p:cNvPr id="70659" name="Slide Number Placeholder 5">
            <a:extLst>
              <a:ext uri="{FF2B5EF4-FFF2-40B4-BE49-F238E27FC236}">
                <a16:creationId xmlns:a16="http://schemas.microsoft.com/office/drawing/2014/main" id="{CA0F9A1B-7E85-7DD7-BD59-DE963D5656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88B53595-ED05-451C-90E2-DB0D5D4DF253}" type="slidenum">
              <a:rPr lang="en-US" alt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54</a:t>
            </a:fld>
            <a:endParaRPr lang="en-US" alt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9358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627" name="Rectangle 111626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36836EA8-9F05-9BE3-5EFD-DE2C100D3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altLang="en-US"/>
              <a:t>Summary</a:t>
            </a:r>
          </a:p>
        </p:txBody>
      </p:sp>
      <p:pic>
        <p:nvPicPr>
          <p:cNvPr id="111623" name="Picture 111622" descr="Close up of colourful toy blocks">
            <a:extLst>
              <a:ext uri="{FF2B5EF4-FFF2-40B4-BE49-F238E27FC236}">
                <a16:creationId xmlns:a16="http://schemas.microsoft.com/office/drawing/2014/main" id="{5316AAB4-DE48-4A35-03D9-3C74D5BF82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30" r="27636" b="-1"/>
          <a:stretch/>
        </p:blipFill>
        <p:spPr>
          <a:xfrm>
            <a:off x="2" y="10"/>
            <a:ext cx="611656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111619" name="Rectangle 3">
            <a:extLst>
              <a:ext uri="{FF2B5EF4-FFF2-40B4-BE49-F238E27FC236}">
                <a16:creationId xmlns:a16="http://schemas.microsoft.com/office/drawing/2014/main" id="{47B74C29-CC0E-F6C5-3687-3FC9ABFC9B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13788" y="1760091"/>
            <a:ext cx="5400708" cy="384366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Tables are basic building blocks of a relational database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Keys are central to the use of relational tables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Keys define functional dependencies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solidFill>
                  <a:srgbClr val="7030A0"/>
                </a:solidFill>
              </a:rPr>
              <a:t>Superkey</a:t>
            </a:r>
            <a:endParaRPr lang="en-US" altLang="en-US" b="1" dirty="0">
              <a:solidFill>
                <a:srgbClr val="7030A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7030A0"/>
                </a:solidFill>
              </a:rPr>
              <a:t>Candidate key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7030A0"/>
                </a:solidFill>
              </a:rPr>
              <a:t>Primary key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7030A0"/>
                </a:solidFill>
              </a:rPr>
              <a:t>Secondary key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7030A0"/>
                </a:solidFill>
              </a:rPr>
              <a:t>Foreign key</a:t>
            </a:r>
          </a:p>
        </p:txBody>
      </p:sp>
      <p:sp>
        <p:nvSpPr>
          <p:cNvPr id="111620" name="Footer Placeholder 3">
            <a:extLst>
              <a:ext uri="{FF2B5EF4-FFF2-40B4-BE49-F238E27FC236}">
                <a16:creationId xmlns:a16="http://schemas.microsoft.com/office/drawing/2014/main" id="{6224B27A-E8DA-96E3-29A7-62E4630FD9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sp>
        <p:nvSpPr>
          <p:cNvPr id="111621" name="Slide Number Placeholder 4">
            <a:extLst>
              <a:ext uri="{FF2B5EF4-FFF2-40B4-BE49-F238E27FC236}">
                <a16:creationId xmlns:a16="http://schemas.microsoft.com/office/drawing/2014/main" id="{7C0A4230-4A83-75AE-1ECB-DB64909E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8A6D3B20-9023-48F7-86E2-B232DB535772}" type="slidenum">
              <a:rPr lang="en-US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55</a:t>
            </a:fld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8741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675" name="Rectangle 11367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F821BD08-0101-E695-4FD3-5DC2D84E6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altLang="en-US"/>
              <a:t>Summary (cont’d.)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4BF76168-28A7-E2B2-F1B0-DE0B221B0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Each table row must have a primary key that uniquely identifies all attributes 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Tables are linked by common attributes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Good design begins by identifying entities, attributes, and relationships</a:t>
            </a:r>
          </a:p>
          <a:p>
            <a:pPr lvl="1">
              <a:lnSpc>
                <a:spcPct val="90000"/>
              </a:lnSpc>
            </a:pPr>
            <a:r>
              <a:rPr lang="en-US" altLang="en-US" sz="1700" b="1" dirty="0"/>
              <a:t>1:1, 1:M, M:N</a:t>
            </a:r>
          </a:p>
          <a:p>
            <a:pPr lvl="1">
              <a:lnSpc>
                <a:spcPct val="90000"/>
              </a:lnSpc>
            </a:pP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/>
              <a:t>The relational model supports relational algebra functions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SELECT, PROJECT, JOIN, INTERSECT UNION, DIFFERENCE, PRODUCT, DIVIDE</a:t>
            </a:r>
          </a:p>
          <a:p>
            <a:pPr lvl="1">
              <a:lnSpc>
                <a:spcPct val="90000"/>
              </a:lnSpc>
            </a:pPr>
            <a:endParaRPr lang="en-US" altLang="en-US" sz="1700" dirty="0"/>
          </a:p>
        </p:txBody>
      </p:sp>
      <p:sp>
        <p:nvSpPr>
          <p:cNvPr id="113668" name="Footer Placeholder 3">
            <a:extLst>
              <a:ext uri="{FF2B5EF4-FFF2-40B4-BE49-F238E27FC236}">
                <a16:creationId xmlns:a16="http://schemas.microsoft.com/office/drawing/2014/main" id="{BC6949EF-04DB-5D72-C6B6-05C8A6D1F7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838200" y="6356350"/>
            <a:ext cx="534188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Database Systems, 9th Edition</a:t>
            </a:r>
          </a:p>
        </p:txBody>
      </p:sp>
      <p:pic>
        <p:nvPicPr>
          <p:cNvPr id="113671" name="Picture 113670" descr="Multi-coloured chairs">
            <a:extLst>
              <a:ext uri="{FF2B5EF4-FFF2-40B4-BE49-F238E27FC236}">
                <a16:creationId xmlns:a16="http://schemas.microsoft.com/office/drawing/2014/main" id="{4C2018FF-2B37-1BFD-0206-39AB86FE05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87" r="12627" b="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113669" name="Slide Number Placeholder 4">
            <a:extLst>
              <a:ext uri="{FF2B5EF4-FFF2-40B4-BE49-F238E27FC236}">
                <a16:creationId xmlns:a16="http://schemas.microsoft.com/office/drawing/2014/main" id="{1A5A2A9E-56A3-68DD-5807-D4EE6D51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0340796" y="6356350"/>
            <a:ext cx="1013003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75574BA9-60FC-4A94-8A09-359ABFFB3A65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56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0226492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LightSeedLeftStep">
      <a:dk1>
        <a:srgbClr val="000000"/>
      </a:dk1>
      <a:lt1>
        <a:srgbClr val="FFFFFF"/>
      </a:lt1>
      <a:dk2>
        <a:srgbClr val="242B41"/>
      </a:dk2>
      <a:lt2>
        <a:srgbClr val="E2E8E2"/>
      </a:lt2>
      <a:accent1>
        <a:srgbClr val="D18BD1"/>
      </a:accent1>
      <a:accent2>
        <a:srgbClr val="A471C7"/>
      </a:accent2>
      <a:accent3>
        <a:srgbClr val="978BD1"/>
      </a:accent3>
      <a:accent4>
        <a:srgbClr val="7186C7"/>
      </a:accent4>
      <a:accent5>
        <a:srgbClr val="71AAC7"/>
      </a:accent5>
      <a:accent6>
        <a:srgbClr val="65B1AB"/>
      </a:accent6>
      <a:hlink>
        <a:srgbClr val="568F57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036894-6408-47e4-9cb8-7de311549943" xsi:nil="true"/>
    <lcf76f155ced4ddcb4097134ff3c332f xmlns="803862c7-1eae-4f8e-8242-7b27091f6bd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185C164F64BB46A8B18BE32DBDF960" ma:contentTypeVersion="18" ma:contentTypeDescription="Create a new document." ma:contentTypeScope="" ma:versionID="3c37d65e65d0a45ccfd59d668198d938">
  <xsd:schema xmlns:xsd="http://www.w3.org/2001/XMLSchema" xmlns:xs="http://www.w3.org/2001/XMLSchema" xmlns:p="http://schemas.microsoft.com/office/2006/metadata/properties" xmlns:ns2="803862c7-1eae-4f8e-8242-7b27091f6bde" xmlns:ns3="d9036894-6408-47e4-9cb8-7de311549943" targetNamespace="http://schemas.microsoft.com/office/2006/metadata/properties" ma:root="true" ma:fieldsID="d3d07d16e7037e17408b0294e8e24863" ns2:_="" ns3:_="">
    <xsd:import namespace="803862c7-1eae-4f8e-8242-7b27091f6bde"/>
    <xsd:import namespace="d9036894-6408-47e4-9cb8-7de3115499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3862c7-1eae-4f8e-8242-7b27091f6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3fe1682-0ef7-448a-b71c-dd5d0e964d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36894-6408-47e4-9cb8-7de31154994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2c0f83b-e60e-41ba-8486-d9666fc05d41}" ma:internalName="TaxCatchAll" ma:showField="CatchAllData" ma:web="d9036894-6408-47e4-9cb8-7de3115499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B2BDAE-DEA2-4644-B648-AF4309D53B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7A1100-7C32-4AF8-8F40-E5F413131FCE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74068242-0ddf-4ddd-80fa-7cd427afec07"/>
    <ds:schemaRef ds:uri="http://www.w3.org/XML/1998/namespace"/>
    <ds:schemaRef ds:uri="d9036894-6408-47e4-9cb8-7de311549943"/>
    <ds:schemaRef ds:uri="803862c7-1eae-4f8e-8242-7b27091f6bde"/>
  </ds:schemaRefs>
</ds:datastoreItem>
</file>

<file path=customXml/itemProps3.xml><?xml version="1.0" encoding="utf-8"?>
<ds:datastoreItem xmlns:ds="http://schemas.openxmlformats.org/officeDocument/2006/customXml" ds:itemID="{2135E178-09E7-461E-840A-DE40127E1B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3862c7-1eae-4f8e-8242-7b27091f6bde"/>
    <ds:schemaRef ds:uri="d9036894-6408-47e4-9cb8-7de3115499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1029</TotalTime>
  <Words>2741</Words>
  <Application>Microsoft Office PowerPoint</Application>
  <PresentationFormat>Widescreen</PresentationFormat>
  <Paragraphs>352</Paragraphs>
  <Slides>56</Slides>
  <Notes>52</Notes>
  <HiddenSlides>3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70" baseType="lpstr">
      <vt:lpstr>ＭＳ Ｐゴシック</vt:lpstr>
      <vt:lpstr>-apple-system</vt:lpstr>
      <vt:lpstr>Arial</vt:lpstr>
      <vt:lpstr>Calibri</vt:lpstr>
      <vt:lpstr>Century Gothic</vt:lpstr>
      <vt:lpstr>Elephant</vt:lpstr>
      <vt:lpstr>Google Sans</vt:lpstr>
      <vt:lpstr>Souvenir-Demi</vt:lpstr>
      <vt:lpstr>Souvenir-Light</vt:lpstr>
      <vt:lpstr>Souvenir-LightItalic</vt:lpstr>
      <vt:lpstr>Symbol</vt:lpstr>
      <vt:lpstr>Times New Roman</vt:lpstr>
      <vt:lpstr>Wingdings</vt:lpstr>
      <vt:lpstr>BrushVTI</vt:lpstr>
      <vt:lpstr>Database Systems:  Design, Implementation, and Management Ninth Edition</vt:lpstr>
      <vt:lpstr>Objectives</vt:lpstr>
      <vt:lpstr>Objectives (cont’d.)</vt:lpstr>
      <vt:lpstr>A Logical View of Data</vt:lpstr>
      <vt:lpstr>Relational Model </vt:lpstr>
      <vt:lpstr>Tables and Their Characteristics</vt:lpstr>
      <vt:lpstr>PowerPoint Presentation</vt:lpstr>
      <vt:lpstr>PowerPoint Presentation</vt:lpstr>
      <vt:lpstr>Keys</vt:lpstr>
      <vt:lpstr>Keys (cont’d.)</vt:lpstr>
      <vt:lpstr>PowerPoint Presentation</vt:lpstr>
      <vt:lpstr>Keys (cont’d.)</vt:lpstr>
      <vt:lpstr>Keys (cont’d.)</vt:lpstr>
      <vt:lpstr>Keys (cont’d.)</vt:lpstr>
      <vt:lpstr>PowerPoint Presentation</vt:lpstr>
      <vt:lpstr>PowerPoint Presentation</vt:lpstr>
      <vt:lpstr>Keys (cont’d.)</vt:lpstr>
      <vt:lpstr>PowerPoint Presentation</vt:lpstr>
      <vt:lpstr>QUICK TUTORIAL </vt:lpstr>
      <vt:lpstr>Sample solutions- Relational Schema</vt:lpstr>
      <vt:lpstr>Integrity Rules</vt:lpstr>
      <vt:lpstr>PowerPoint Presentation</vt:lpstr>
      <vt:lpstr>PowerPoint Presentation</vt:lpstr>
      <vt:lpstr>The Data Dictionary  and System Catalog</vt:lpstr>
      <vt:lpstr>PowerPoint Presentation</vt:lpstr>
      <vt:lpstr>Relationships within the Relational Database</vt:lpstr>
      <vt:lpstr>Relationships within the Relational Database (cont’d.)</vt:lpstr>
      <vt:lpstr>The 1:M Relationship</vt:lpstr>
      <vt:lpstr>PowerPoint Presentation</vt:lpstr>
      <vt:lpstr>The 1:1 Relationship</vt:lpstr>
      <vt:lpstr>PowerPoint Presentation</vt:lpstr>
      <vt:lpstr>The M:N Relationship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Redundancy Revisited</vt:lpstr>
      <vt:lpstr>PowerPoint Presentation</vt:lpstr>
      <vt:lpstr>Indexes</vt:lpstr>
      <vt:lpstr>PowerPoint Presentation</vt:lpstr>
      <vt:lpstr>Relational Set Operators</vt:lpstr>
      <vt:lpstr>PowerPoint Presentation</vt:lpstr>
      <vt:lpstr>PowerPoint Presentation</vt:lpstr>
      <vt:lpstr>PowerPoint Presentation</vt:lpstr>
      <vt:lpstr>PowerPoint Presentation</vt:lpstr>
      <vt:lpstr>Relational Set Operators (cont’d.)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Summary (cont’d.)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Miekalazya</dc:creator>
  <cp:lastModifiedBy>Dr. Yogeswari A/P Suppiah</cp:lastModifiedBy>
  <cp:revision>22</cp:revision>
  <dcterms:created xsi:type="dcterms:W3CDTF">2023-01-19T07:08:34Z</dcterms:created>
  <dcterms:modified xsi:type="dcterms:W3CDTF">2026-06-18T07:07:19Z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0x010100CF185C164F64BB46A8B18BE32DBDF960</vt:lpwstr>
  </property>
</Properties>
</file>