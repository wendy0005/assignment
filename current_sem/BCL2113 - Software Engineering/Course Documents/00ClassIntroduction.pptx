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1" r:id="rId5"/>
    <p:sldId id="262" r:id="rId6"/>
    <p:sldId id="263" r:id="rId7"/>
    <p:sldId id="273" r:id="rId8"/>
    <p:sldId id="260" r:id="rId9"/>
    <p:sldId id="264" r:id="rId10"/>
    <p:sldId id="274" r:id="rId11"/>
    <p:sldId id="275" r:id="rId12"/>
    <p:sldId id="276" r:id="rId13"/>
    <p:sldId id="277" r:id="rId14"/>
    <p:sldId id="278" r:id="rId15"/>
    <p:sldId id="266" r:id="rId16"/>
    <p:sldId id="268" r:id="rId17"/>
    <p:sldId id="270" r:id="rId18"/>
    <p:sldId id="279" r:id="rId19"/>
  </p:sldIdLst>
  <p:sldSz cx="18288000" cy="10287000"/>
  <p:notesSz cx="6858000" cy="9144000"/>
  <p:embeddedFontLst>
    <p:embeddedFont>
      <p:font typeface="Fira Sans" panose="020B0503050000020004" pitchFamily="34" charset="0"/>
      <p:regular r:id="rId20"/>
      <p:bold r:id="rId21"/>
      <p:italic r:id="rId22"/>
      <p:boldItalic r:id="rId23"/>
    </p:embeddedFont>
    <p:embeddedFont>
      <p:font typeface="Fira Sans Bold" panose="020B0803050000020004" pitchFamily="34" charset="0"/>
      <p:regular r:id="rId24"/>
      <p:bold r:id="rId25"/>
    </p:embeddedFont>
    <p:embeddedFont>
      <p:font typeface="Fira Sans Light" panose="020F0302020204030204" pitchFamily="34" charset="0"/>
      <p:regular r:id="rId26"/>
    </p:embeddedFont>
    <p:embeddedFont>
      <p:font typeface="Fira Sans Medium" panose="020F0502020204030204" pitchFamily="34" charset="0"/>
      <p:regular r:id="rId27"/>
      <p:italic r:id="rId28"/>
    </p:embeddedFont>
    <p:embeddedFont>
      <p:font typeface="Lucida Sans Unicode" panose="020B0602030504020204" pitchFamily="3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453F65-934E-A546-9F24-2D954E9C5731}" v="2" dt="2025-05-21T01:02:47.582"/>
  </p1510:revLst>
</p1510:revInfo>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45" autoAdjust="0"/>
    <p:restoredTop sz="94610" autoAdjust="0"/>
  </p:normalViewPr>
  <p:slideViewPr>
    <p:cSldViewPr>
      <p:cViewPr varScale="1">
        <p:scale>
          <a:sx n="57" d="100"/>
          <a:sy n="57" d="100"/>
        </p:scale>
        <p:origin x="824"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zlina binti Haron" userId="00a9b89f-eaec-49ca-9fc2-e7a3c9ffdcf7" providerId="ADAL" clId="{B9453F65-934E-A546-9F24-2D954E9C5731}"/>
    <pc:docChg chg="undo redo custSel delSld modSld">
      <pc:chgData name="Hazlina binti Haron" userId="00a9b89f-eaec-49ca-9fc2-e7a3c9ffdcf7" providerId="ADAL" clId="{B9453F65-934E-A546-9F24-2D954E9C5731}" dt="2025-05-21T01:17:33.472" v="780" actId="478"/>
      <pc:docMkLst>
        <pc:docMk/>
      </pc:docMkLst>
      <pc:sldChg chg="modSp mod">
        <pc:chgData name="Hazlina binti Haron" userId="00a9b89f-eaec-49ca-9fc2-e7a3c9ffdcf7" providerId="ADAL" clId="{B9453F65-934E-A546-9F24-2D954E9C5731}" dt="2025-05-21T00:36:41.208" v="23" actId="20577"/>
        <pc:sldMkLst>
          <pc:docMk/>
          <pc:sldMk cId="0" sldId="256"/>
        </pc:sldMkLst>
        <pc:spChg chg="mod">
          <ac:chgData name="Hazlina binti Haron" userId="00a9b89f-eaec-49ca-9fc2-e7a3c9ffdcf7" providerId="ADAL" clId="{B9453F65-934E-A546-9F24-2D954E9C5731}" dt="2025-05-21T00:36:41.208" v="23" actId="20577"/>
          <ac:spMkLst>
            <pc:docMk/>
            <pc:sldMk cId="0" sldId="256"/>
            <ac:spMk id="14" creationId="{00000000-0000-0000-0000-000000000000}"/>
          </ac:spMkLst>
        </pc:spChg>
      </pc:sldChg>
      <pc:sldChg chg="addSp delSp modSp mod">
        <pc:chgData name="Hazlina binti Haron" userId="00a9b89f-eaec-49ca-9fc2-e7a3c9ffdcf7" providerId="ADAL" clId="{B9453F65-934E-A546-9F24-2D954E9C5731}" dt="2025-05-21T00:37:54.840" v="40" actId="207"/>
        <pc:sldMkLst>
          <pc:docMk/>
          <pc:sldMk cId="0" sldId="257"/>
        </pc:sldMkLst>
        <pc:spChg chg="add del mod">
          <ac:chgData name="Hazlina binti Haron" userId="00a9b89f-eaec-49ca-9fc2-e7a3c9ffdcf7" providerId="ADAL" clId="{B9453F65-934E-A546-9F24-2D954E9C5731}" dt="2025-05-21T00:37:14.050" v="28"/>
          <ac:spMkLst>
            <pc:docMk/>
            <pc:sldMk cId="0" sldId="257"/>
            <ac:spMk id="7" creationId="{25878927-4863-1231-EB30-343BE7B30EB6}"/>
          </ac:spMkLst>
        </pc:spChg>
        <pc:spChg chg="mod">
          <ac:chgData name="Hazlina binti Haron" userId="00a9b89f-eaec-49ca-9fc2-e7a3c9ffdcf7" providerId="ADAL" clId="{B9453F65-934E-A546-9F24-2D954E9C5731}" dt="2025-05-21T00:37:17.251" v="29" actId="207"/>
          <ac:spMkLst>
            <pc:docMk/>
            <pc:sldMk cId="0" sldId="257"/>
            <ac:spMk id="10" creationId="{00000000-0000-0000-0000-000000000000}"/>
          </ac:spMkLst>
        </pc:spChg>
        <pc:spChg chg="mod">
          <ac:chgData name="Hazlina binti Haron" userId="00a9b89f-eaec-49ca-9fc2-e7a3c9ffdcf7" providerId="ADAL" clId="{B9453F65-934E-A546-9F24-2D954E9C5731}" dt="2025-05-21T00:37:21.016" v="30" actId="207"/>
          <ac:spMkLst>
            <pc:docMk/>
            <pc:sldMk cId="0" sldId="257"/>
            <ac:spMk id="11" creationId="{00000000-0000-0000-0000-000000000000}"/>
          </ac:spMkLst>
        </pc:spChg>
        <pc:spChg chg="mod">
          <ac:chgData name="Hazlina binti Haron" userId="00a9b89f-eaec-49ca-9fc2-e7a3c9ffdcf7" providerId="ADAL" clId="{B9453F65-934E-A546-9F24-2D954E9C5731}" dt="2025-05-21T00:37:24.494" v="31" actId="207"/>
          <ac:spMkLst>
            <pc:docMk/>
            <pc:sldMk cId="0" sldId="257"/>
            <ac:spMk id="12" creationId="{00000000-0000-0000-0000-000000000000}"/>
          </ac:spMkLst>
        </pc:spChg>
        <pc:spChg chg="mod">
          <ac:chgData name="Hazlina binti Haron" userId="00a9b89f-eaec-49ca-9fc2-e7a3c9ffdcf7" providerId="ADAL" clId="{B9453F65-934E-A546-9F24-2D954E9C5731}" dt="2025-05-21T00:37:27.225" v="32" actId="207"/>
          <ac:spMkLst>
            <pc:docMk/>
            <pc:sldMk cId="0" sldId="257"/>
            <ac:spMk id="13" creationId="{00000000-0000-0000-0000-000000000000}"/>
          </ac:spMkLst>
        </pc:spChg>
        <pc:spChg chg="mod">
          <ac:chgData name="Hazlina binti Haron" userId="00a9b89f-eaec-49ca-9fc2-e7a3c9ffdcf7" providerId="ADAL" clId="{B9453F65-934E-A546-9F24-2D954E9C5731}" dt="2025-05-21T00:37:30.673" v="33" actId="207"/>
          <ac:spMkLst>
            <pc:docMk/>
            <pc:sldMk cId="0" sldId="257"/>
            <ac:spMk id="14" creationId="{00000000-0000-0000-0000-000000000000}"/>
          </ac:spMkLst>
        </pc:spChg>
        <pc:spChg chg="mod">
          <ac:chgData name="Hazlina binti Haron" userId="00a9b89f-eaec-49ca-9fc2-e7a3c9ffdcf7" providerId="ADAL" clId="{B9453F65-934E-A546-9F24-2D954E9C5731}" dt="2025-05-21T00:37:33.711" v="34" actId="207"/>
          <ac:spMkLst>
            <pc:docMk/>
            <pc:sldMk cId="0" sldId="257"/>
            <ac:spMk id="15" creationId="{00000000-0000-0000-0000-000000000000}"/>
          </ac:spMkLst>
        </pc:spChg>
        <pc:spChg chg="mod">
          <ac:chgData name="Hazlina binti Haron" userId="00a9b89f-eaec-49ca-9fc2-e7a3c9ffdcf7" providerId="ADAL" clId="{B9453F65-934E-A546-9F24-2D954E9C5731}" dt="2025-05-21T00:37:37.581" v="35" actId="207"/>
          <ac:spMkLst>
            <pc:docMk/>
            <pc:sldMk cId="0" sldId="257"/>
            <ac:spMk id="16" creationId="{00000000-0000-0000-0000-000000000000}"/>
          </ac:spMkLst>
        </pc:spChg>
        <pc:spChg chg="mod">
          <ac:chgData name="Hazlina binti Haron" userId="00a9b89f-eaec-49ca-9fc2-e7a3c9ffdcf7" providerId="ADAL" clId="{B9453F65-934E-A546-9F24-2D954E9C5731}" dt="2025-05-21T00:37:40.692" v="36" actId="207"/>
          <ac:spMkLst>
            <pc:docMk/>
            <pc:sldMk cId="0" sldId="257"/>
            <ac:spMk id="17" creationId="{00000000-0000-0000-0000-000000000000}"/>
          </ac:spMkLst>
        </pc:spChg>
        <pc:spChg chg="mod">
          <ac:chgData name="Hazlina binti Haron" userId="00a9b89f-eaec-49ca-9fc2-e7a3c9ffdcf7" providerId="ADAL" clId="{B9453F65-934E-A546-9F24-2D954E9C5731}" dt="2025-05-21T00:37:43.510" v="37" actId="207"/>
          <ac:spMkLst>
            <pc:docMk/>
            <pc:sldMk cId="0" sldId="257"/>
            <ac:spMk id="18" creationId="{00000000-0000-0000-0000-000000000000}"/>
          </ac:spMkLst>
        </pc:spChg>
        <pc:spChg chg="mod">
          <ac:chgData name="Hazlina binti Haron" userId="00a9b89f-eaec-49ca-9fc2-e7a3c9ffdcf7" providerId="ADAL" clId="{B9453F65-934E-A546-9F24-2D954E9C5731}" dt="2025-05-21T00:37:54.840" v="40" actId="207"/>
          <ac:spMkLst>
            <pc:docMk/>
            <pc:sldMk cId="0" sldId="257"/>
            <ac:spMk id="19" creationId="{00000000-0000-0000-0000-000000000000}"/>
          </ac:spMkLst>
        </pc:spChg>
        <pc:spChg chg="mod">
          <ac:chgData name="Hazlina binti Haron" userId="00a9b89f-eaec-49ca-9fc2-e7a3c9ffdcf7" providerId="ADAL" clId="{B9453F65-934E-A546-9F24-2D954E9C5731}" dt="2025-05-21T00:37:46.080" v="38" actId="207"/>
          <ac:spMkLst>
            <pc:docMk/>
            <pc:sldMk cId="0" sldId="257"/>
            <ac:spMk id="21" creationId="{00000000-0000-0000-0000-000000000000}"/>
          </ac:spMkLst>
        </pc:spChg>
      </pc:sldChg>
      <pc:sldChg chg="delSp modSp mod">
        <pc:chgData name="Hazlina binti Haron" userId="00a9b89f-eaec-49ca-9fc2-e7a3c9ffdcf7" providerId="ADAL" clId="{B9453F65-934E-A546-9F24-2D954E9C5731}" dt="2025-05-21T00:38:54.328" v="53"/>
        <pc:sldMkLst>
          <pc:docMk/>
          <pc:sldMk cId="0" sldId="258"/>
        </pc:sldMkLst>
        <pc:spChg chg="mod">
          <ac:chgData name="Hazlina binti Haron" userId="00a9b89f-eaec-49ca-9fc2-e7a3c9ffdcf7" providerId="ADAL" clId="{B9453F65-934E-A546-9F24-2D954E9C5731}" dt="2025-05-21T00:38:50.972" v="51" actId="20577"/>
          <ac:spMkLst>
            <pc:docMk/>
            <pc:sldMk cId="0" sldId="258"/>
            <ac:spMk id="10" creationId="{00000000-0000-0000-0000-000000000000}"/>
          </ac:spMkLst>
        </pc:spChg>
        <pc:spChg chg="del mod">
          <ac:chgData name="Hazlina binti Haron" userId="00a9b89f-eaec-49ca-9fc2-e7a3c9ffdcf7" providerId="ADAL" clId="{B9453F65-934E-A546-9F24-2D954E9C5731}" dt="2025-05-21T00:38:54.328" v="53"/>
          <ac:spMkLst>
            <pc:docMk/>
            <pc:sldMk cId="0" sldId="258"/>
            <ac:spMk id="11" creationId="{00000000-0000-0000-0000-000000000000}"/>
          </ac:spMkLst>
        </pc:spChg>
      </pc:sldChg>
      <pc:sldChg chg="delSp modSp del mod">
        <pc:chgData name="Hazlina binti Haron" userId="00a9b89f-eaec-49ca-9fc2-e7a3c9ffdcf7" providerId="ADAL" clId="{B9453F65-934E-A546-9F24-2D954E9C5731}" dt="2025-05-21T01:03:01.425" v="72" actId="2696"/>
        <pc:sldMkLst>
          <pc:docMk/>
          <pc:sldMk cId="0" sldId="259"/>
        </pc:sldMkLst>
        <pc:spChg chg="del mod">
          <ac:chgData name="Hazlina binti Haron" userId="00a9b89f-eaec-49ca-9fc2-e7a3c9ffdcf7" providerId="ADAL" clId="{B9453F65-934E-A546-9F24-2D954E9C5731}" dt="2025-05-21T00:54:28.636" v="55" actId="478"/>
          <ac:spMkLst>
            <pc:docMk/>
            <pc:sldMk cId="0" sldId="259"/>
            <ac:spMk id="32" creationId="{394784EB-9B35-46F1-901A-CD9A0E3E9688}"/>
          </ac:spMkLst>
        </pc:spChg>
      </pc:sldChg>
      <pc:sldChg chg="addSp modSp mod">
        <pc:chgData name="Hazlina binti Haron" userId="00a9b89f-eaec-49ca-9fc2-e7a3c9ffdcf7" providerId="ADAL" clId="{B9453F65-934E-A546-9F24-2D954E9C5731}" dt="2025-05-21T01:02:55.094" v="71" actId="1076"/>
        <pc:sldMkLst>
          <pc:docMk/>
          <pc:sldMk cId="0" sldId="261"/>
        </pc:sldMkLst>
        <pc:spChg chg="add mod">
          <ac:chgData name="Hazlina binti Haron" userId="00a9b89f-eaec-49ca-9fc2-e7a3c9ffdcf7" providerId="ADAL" clId="{B9453F65-934E-A546-9F24-2D954E9C5731}" dt="2025-05-21T01:02:51.006" v="70" actId="1076"/>
          <ac:spMkLst>
            <pc:docMk/>
            <pc:sldMk cId="0" sldId="261"/>
            <ac:spMk id="11" creationId="{A14E3DF0-79E4-727D-D368-D2C0880D0F93}"/>
          </ac:spMkLst>
        </pc:spChg>
        <pc:spChg chg="mod">
          <ac:chgData name="Hazlina binti Haron" userId="00a9b89f-eaec-49ca-9fc2-e7a3c9ffdcf7" providerId="ADAL" clId="{B9453F65-934E-A546-9F24-2D954E9C5731}" dt="2025-05-21T01:01:40.930" v="59" actId="404"/>
          <ac:spMkLst>
            <pc:docMk/>
            <pc:sldMk cId="0" sldId="261"/>
            <ac:spMk id="12" creationId="{00000000-0000-0000-0000-000000000000}"/>
          </ac:spMkLst>
        </pc:spChg>
        <pc:spChg chg="mod">
          <ac:chgData name="Hazlina binti Haron" userId="00a9b89f-eaec-49ca-9fc2-e7a3c9ffdcf7" providerId="ADAL" clId="{B9453F65-934E-A546-9F24-2D954E9C5731}" dt="2025-05-21T01:02:10.505" v="64" actId="1076"/>
          <ac:spMkLst>
            <pc:docMk/>
            <pc:sldMk cId="0" sldId="261"/>
            <ac:spMk id="15" creationId="{00000000-0000-0000-0000-000000000000}"/>
          </ac:spMkLst>
        </pc:spChg>
        <pc:spChg chg="mod">
          <ac:chgData name="Hazlina binti Haron" userId="00a9b89f-eaec-49ca-9fc2-e7a3c9ffdcf7" providerId="ADAL" clId="{B9453F65-934E-A546-9F24-2D954E9C5731}" dt="2025-05-21T01:02:43.472" v="68" actId="255"/>
          <ac:spMkLst>
            <pc:docMk/>
            <pc:sldMk cId="0" sldId="261"/>
            <ac:spMk id="18" creationId="{00000000-0000-0000-0000-000000000000}"/>
          </ac:spMkLst>
        </pc:spChg>
        <pc:spChg chg="mod">
          <ac:chgData name="Hazlina binti Haron" userId="00a9b89f-eaec-49ca-9fc2-e7a3c9ffdcf7" providerId="ADAL" clId="{B9453F65-934E-A546-9F24-2D954E9C5731}" dt="2025-05-21T01:02:55.094" v="71" actId="1076"/>
          <ac:spMkLst>
            <pc:docMk/>
            <pc:sldMk cId="0" sldId="261"/>
            <ac:spMk id="21" creationId="{00000000-0000-0000-0000-000000000000}"/>
          </ac:spMkLst>
        </pc:spChg>
      </pc:sldChg>
      <pc:sldChg chg="modSp mod">
        <pc:chgData name="Hazlina binti Haron" userId="00a9b89f-eaec-49ca-9fc2-e7a3c9ffdcf7" providerId="ADAL" clId="{B9453F65-934E-A546-9F24-2D954E9C5731}" dt="2025-05-21T01:07:36.868" v="320" actId="20577"/>
        <pc:sldMkLst>
          <pc:docMk/>
          <pc:sldMk cId="0" sldId="262"/>
        </pc:sldMkLst>
        <pc:spChg chg="mod">
          <ac:chgData name="Hazlina binti Haron" userId="00a9b89f-eaec-49ca-9fc2-e7a3c9ffdcf7" providerId="ADAL" clId="{B9453F65-934E-A546-9F24-2D954E9C5731}" dt="2025-05-21T01:05:58.516" v="155" actId="14100"/>
          <ac:spMkLst>
            <pc:docMk/>
            <pc:sldMk cId="0" sldId="262"/>
            <ac:spMk id="17" creationId="{C7499593-8C41-A717-3EF9-178A94B28711}"/>
          </ac:spMkLst>
        </pc:spChg>
        <pc:spChg chg="mod">
          <ac:chgData name="Hazlina binti Haron" userId="00a9b89f-eaec-49ca-9fc2-e7a3c9ffdcf7" providerId="ADAL" clId="{B9453F65-934E-A546-9F24-2D954E9C5731}" dt="2025-05-21T01:06:02.228" v="156" actId="1076"/>
          <ac:spMkLst>
            <pc:docMk/>
            <pc:sldMk cId="0" sldId="262"/>
            <ac:spMk id="18" creationId="{77C6DCCA-16B5-B323-B47E-0CCAEAD26BAB}"/>
          </ac:spMkLst>
        </pc:spChg>
        <pc:spChg chg="mod">
          <ac:chgData name="Hazlina binti Haron" userId="00a9b89f-eaec-49ca-9fc2-e7a3c9ffdcf7" providerId="ADAL" clId="{B9453F65-934E-A546-9F24-2D954E9C5731}" dt="2025-05-21T01:05:42.848" v="151" actId="1076"/>
          <ac:spMkLst>
            <pc:docMk/>
            <pc:sldMk cId="0" sldId="262"/>
            <ac:spMk id="19" creationId="{19699853-1AAF-5D54-B38D-5604E3F4DD50}"/>
          </ac:spMkLst>
        </pc:spChg>
        <pc:spChg chg="mod">
          <ac:chgData name="Hazlina binti Haron" userId="00a9b89f-eaec-49ca-9fc2-e7a3c9ffdcf7" providerId="ADAL" clId="{B9453F65-934E-A546-9F24-2D954E9C5731}" dt="2025-05-21T01:06:12.099" v="157" actId="1076"/>
          <ac:spMkLst>
            <pc:docMk/>
            <pc:sldMk cId="0" sldId="262"/>
            <ac:spMk id="20" creationId="{EB6292E5-F8D5-A277-A4A7-CAFC32E48C97}"/>
          </ac:spMkLst>
        </pc:spChg>
        <pc:spChg chg="mod">
          <ac:chgData name="Hazlina binti Haron" userId="00a9b89f-eaec-49ca-9fc2-e7a3c9ffdcf7" providerId="ADAL" clId="{B9453F65-934E-A546-9F24-2D954E9C5731}" dt="2025-05-21T01:06:17.310" v="158" actId="1076"/>
          <ac:spMkLst>
            <pc:docMk/>
            <pc:sldMk cId="0" sldId="262"/>
            <ac:spMk id="21" creationId="{BDBD01DF-AAFC-ED2B-71F0-7AAE1D649692}"/>
          </ac:spMkLst>
        </pc:spChg>
        <pc:graphicFrameChg chg="modGraphic">
          <ac:chgData name="Hazlina binti Haron" userId="00a9b89f-eaec-49ca-9fc2-e7a3c9ffdcf7" providerId="ADAL" clId="{B9453F65-934E-A546-9F24-2D954E9C5731}" dt="2025-05-21T01:07:36.868" v="320" actId="20577"/>
          <ac:graphicFrameMkLst>
            <pc:docMk/>
            <pc:sldMk cId="0" sldId="262"/>
            <ac:graphicFrameMk id="16" creationId="{06C12E1F-61AD-FFFA-938C-18DE8AD89D7F}"/>
          </ac:graphicFrameMkLst>
        </pc:graphicFrameChg>
      </pc:sldChg>
      <pc:sldChg chg="modSp mod">
        <pc:chgData name="Hazlina binti Haron" userId="00a9b89f-eaec-49ca-9fc2-e7a3c9ffdcf7" providerId="ADAL" clId="{B9453F65-934E-A546-9F24-2D954E9C5731}" dt="2025-05-21T01:11:35.541" v="537" actId="20577"/>
        <pc:sldMkLst>
          <pc:docMk/>
          <pc:sldMk cId="0" sldId="263"/>
        </pc:sldMkLst>
        <pc:spChg chg="mod">
          <ac:chgData name="Hazlina binti Haron" userId="00a9b89f-eaec-49ca-9fc2-e7a3c9ffdcf7" providerId="ADAL" clId="{B9453F65-934E-A546-9F24-2D954E9C5731}" dt="2025-05-21T01:11:35.541" v="537" actId="20577"/>
          <ac:spMkLst>
            <pc:docMk/>
            <pc:sldMk cId="0" sldId="263"/>
            <ac:spMk id="63" creationId="{EC6B3E72-9DCB-AFA9-6CE6-79006D3CB670}"/>
          </ac:spMkLst>
        </pc:spChg>
      </pc:sldChg>
      <pc:sldChg chg="delSp modSp mod">
        <pc:chgData name="Hazlina binti Haron" userId="00a9b89f-eaec-49ca-9fc2-e7a3c9ffdcf7" providerId="ADAL" clId="{B9453F65-934E-A546-9F24-2D954E9C5731}" dt="2025-05-21T01:12:54.450" v="651" actId="478"/>
        <pc:sldMkLst>
          <pc:docMk/>
          <pc:sldMk cId="0" sldId="264"/>
        </pc:sldMkLst>
        <pc:spChg chg="mod">
          <ac:chgData name="Hazlina binti Haron" userId="00a9b89f-eaec-49ca-9fc2-e7a3c9ffdcf7" providerId="ADAL" clId="{B9453F65-934E-A546-9F24-2D954E9C5731}" dt="2025-05-21T01:12:48.305" v="649" actId="14100"/>
          <ac:spMkLst>
            <pc:docMk/>
            <pc:sldMk cId="0" sldId="264"/>
            <ac:spMk id="9" creationId="{00000000-0000-0000-0000-000000000000}"/>
          </ac:spMkLst>
        </pc:spChg>
        <pc:spChg chg="del mod">
          <ac:chgData name="Hazlina binti Haron" userId="00a9b89f-eaec-49ca-9fc2-e7a3c9ffdcf7" providerId="ADAL" clId="{B9453F65-934E-A546-9F24-2D954E9C5731}" dt="2025-05-21T01:12:54.450" v="651" actId="478"/>
          <ac:spMkLst>
            <pc:docMk/>
            <pc:sldMk cId="0" sldId="264"/>
            <ac:spMk id="10" creationId="{00000000-0000-0000-0000-000000000000}"/>
          </ac:spMkLst>
        </pc:spChg>
      </pc:sldChg>
      <pc:sldChg chg="delSp modSp mod">
        <pc:chgData name="Hazlina binti Haron" userId="00a9b89f-eaec-49ca-9fc2-e7a3c9ffdcf7" providerId="ADAL" clId="{B9453F65-934E-A546-9F24-2D954E9C5731}" dt="2025-05-21T01:15:36.176" v="672" actId="478"/>
        <pc:sldMkLst>
          <pc:docMk/>
          <pc:sldMk cId="0" sldId="266"/>
        </pc:sldMkLst>
        <pc:spChg chg="del mod">
          <ac:chgData name="Hazlina binti Haron" userId="00a9b89f-eaec-49ca-9fc2-e7a3c9ffdcf7" providerId="ADAL" clId="{B9453F65-934E-A546-9F24-2D954E9C5731}" dt="2025-05-21T01:13:51.029" v="661" actId="478"/>
          <ac:spMkLst>
            <pc:docMk/>
            <pc:sldMk cId="0" sldId="266"/>
            <ac:spMk id="7" creationId="{00000000-0000-0000-0000-000000000000}"/>
          </ac:spMkLst>
        </pc:spChg>
        <pc:spChg chg="mod">
          <ac:chgData name="Hazlina binti Haron" userId="00a9b89f-eaec-49ca-9fc2-e7a3c9ffdcf7" providerId="ADAL" clId="{B9453F65-934E-A546-9F24-2D954E9C5731}" dt="2025-05-21T01:15:23.727" v="668" actId="1076"/>
          <ac:spMkLst>
            <pc:docMk/>
            <pc:sldMk cId="0" sldId="266"/>
            <ac:spMk id="13" creationId="{00000000-0000-0000-0000-000000000000}"/>
          </ac:spMkLst>
        </pc:spChg>
        <pc:spChg chg="del">
          <ac:chgData name="Hazlina binti Haron" userId="00a9b89f-eaec-49ca-9fc2-e7a3c9ffdcf7" providerId="ADAL" clId="{B9453F65-934E-A546-9F24-2D954E9C5731}" dt="2025-05-21T01:15:05.101" v="662" actId="478"/>
          <ac:spMkLst>
            <pc:docMk/>
            <pc:sldMk cId="0" sldId="266"/>
            <ac:spMk id="17" creationId="{00000000-0000-0000-0000-000000000000}"/>
          </ac:spMkLst>
        </pc:spChg>
        <pc:spChg chg="mod">
          <ac:chgData name="Hazlina binti Haron" userId="00a9b89f-eaec-49ca-9fc2-e7a3c9ffdcf7" providerId="ADAL" clId="{B9453F65-934E-A546-9F24-2D954E9C5731}" dt="2025-05-21T01:15:31.698" v="670" actId="20577"/>
          <ac:spMkLst>
            <pc:docMk/>
            <pc:sldMk cId="0" sldId="266"/>
            <ac:spMk id="20" creationId="{00000000-0000-0000-0000-000000000000}"/>
          </ac:spMkLst>
        </pc:spChg>
        <pc:spChg chg="del mod">
          <ac:chgData name="Hazlina binti Haron" userId="00a9b89f-eaec-49ca-9fc2-e7a3c9ffdcf7" providerId="ADAL" clId="{B9453F65-934E-A546-9F24-2D954E9C5731}" dt="2025-05-21T01:15:36.176" v="672" actId="478"/>
          <ac:spMkLst>
            <pc:docMk/>
            <pc:sldMk cId="0" sldId="266"/>
            <ac:spMk id="27" creationId="{00000000-0000-0000-0000-000000000000}"/>
          </ac:spMkLst>
        </pc:spChg>
        <pc:spChg chg="del">
          <ac:chgData name="Hazlina binti Haron" userId="00a9b89f-eaec-49ca-9fc2-e7a3c9ffdcf7" providerId="ADAL" clId="{B9453F65-934E-A546-9F24-2D954E9C5731}" dt="2025-05-21T01:15:15.107" v="664" actId="478"/>
          <ac:spMkLst>
            <pc:docMk/>
            <pc:sldMk cId="0" sldId="266"/>
            <ac:spMk id="28" creationId="{B7A28F17-ECAC-AB14-0AC4-584D41DD0880}"/>
          </ac:spMkLst>
        </pc:spChg>
        <pc:spChg chg="del mod">
          <ac:chgData name="Hazlina binti Haron" userId="00a9b89f-eaec-49ca-9fc2-e7a3c9ffdcf7" providerId="ADAL" clId="{B9453F65-934E-A546-9F24-2D954E9C5731}" dt="2025-05-21T01:15:18.953" v="667" actId="478"/>
          <ac:spMkLst>
            <pc:docMk/>
            <pc:sldMk cId="0" sldId="266"/>
            <ac:spMk id="29" creationId="{90C7AFF6-3E0B-0204-E77D-AEF07F4D9D39}"/>
          </ac:spMkLst>
        </pc:spChg>
        <pc:spChg chg="mod">
          <ac:chgData name="Hazlina binti Haron" userId="00a9b89f-eaec-49ca-9fc2-e7a3c9ffdcf7" providerId="ADAL" clId="{B9453F65-934E-A546-9F24-2D954E9C5731}" dt="2025-05-21T01:15:28.408" v="669" actId="1076"/>
          <ac:spMkLst>
            <pc:docMk/>
            <pc:sldMk cId="0" sldId="266"/>
            <ac:spMk id="30" creationId="{785C9E62-24F5-3A36-BE98-567C58F120F8}"/>
          </ac:spMkLst>
        </pc:spChg>
        <pc:spChg chg="del">
          <ac:chgData name="Hazlina binti Haron" userId="00a9b89f-eaec-49ca-9fc2-e7a3c9ffdcf7" providerId="ADAL" clId="{B9453F65-934E-A546-9F24-2D954E9C5731}" dt="2025-05-21T01:15:07.629" v="663" actId="478"/>
          <ac:spMkLst>
            <pc:docMk/>
            <pc:sldMk cId="0" sldId="266"/>
            <ac:spMk id="31" creationId="{7B0A605E-D65D-C1E0-5ED7-CF7F0A878D7F}"/>
          </ac:spMkLst>
        </pc:spChg>
        <pc:spChg chg="del">
          <ac:chgData name="Hazlina binti Haron" userId="00a9b89f-eaec-49ca-9fc2-e7a3c9ffdcf7" providerId="ADAL" clId="{B9453F65-934E-A546-9F24-2D954E9C5731}" dt="2025-05-21T01:15:17.043" v="665" actId="478"/>
          <ac:spMkLst>
            <pc:docMk/>
            <pc:sldMk cId="0" sldId="266"/>
            <ac:spMk id="33" creationId="{4D5FDD65-E1B6-BEA9-E018-E2F8C1E0D6D0}"/>
          </ac:spMkLst>
        </pc:spChg>
      </pc:sldChg>
      <pc:sldChg chg="delSp modSp mod">
        <pc:chgData name="Hazlina binti Haron" userId="00a9b89f-eaec-49ca-9fc2-e7a3c9ffdcf7" providerId="ADAL" clId="{B9453F65-934E-A546-9F24-2D954E9C5731}" dt="2025-05-21T01:17:33.472" v="780" actId="478"/>
        <pc:sldMkLst>
          <pc:docMk/>
          <pc:sldMk cId="0" sldId="268"/>
        </pc:sldMkLst>
        <pc:spChg chg="del">
          <ac:chgData name="Hazlina binti Haron" userId="00a9b89f-eaec-49ca-9fc2-e7a3c9ffdcf7" providerId="ADAL" clId="{B9453F65-934E-A546-9F24-2D954E9C5731}" dt="2025-05-21T01:17:33.472" v="780" actId="478"/>
          <ac:spMkLst>
            <pc:docMk/>
            <pc:sldMk cId="0" sldId="268"/>
            <ac:spMk id="29" creationId="{00000000-0000-0000-0000-000000000000}"/>
          </ac:spMkLst>
        </pc:spChg>
        <pc:spChg chg="mod">
          <ac:chgData name="Hazlina binti Haron" userId="00a9b89f-eaec-49ca-9fc2-e7a3c9ffdcf7" providerId="ADAL" clId="{B9453F65-934E-A546-9F24-2D954E9C5731}" dt="2025-05-21T01:17:29.143" v="779" actId="20577"/>
          <ac:spMkLst>
            <pc:docMk/>
            <pc:sldMk cId="0" sldId="268"/>
            <ac:spMk id="32" creationId="{7E8C733D-0037-E7E9-0B25-2CC7D03D5DFE}"/>
          </ac:spMkLst>
        </pc:spChg>
      </pc:sldChg>
      <pc:sldChg chg="modSp mod">
        <pc:chgData name="Hazlina binti Haron" userId="00a9b89f-eaec-49ca-9fc2-e7a3c9ffdcf7" providerId="ADAL" clId="{B9453F65-934E-A546-9F24-2D954E9C5731}" dt="2025-05-21T01:12:40.413" v="648" actId="20577"/>
        <pc:sldMkLst>
          <pc:docMk/>
          <pc:sldMk cId="1270406497" sldId="273"/>
        </pc:sldMkLst>
        <pc:spChg chg="mod">
          <ac:chgData name="Hazlina binti Haron" userId="00a9b89f-eaec-49ca-9fc2-e7a3c9ffdcf7" providerId="ADAL" clId="{B9453F65-934E-A546-9F24-2D954E9C5731}" dt="2025-05-21T01:12:40.413" v="648" actId="20577"/>
          <ac:spMkLst>
            <pc:docMk/>
            <pc:sldMk cId="1270406497" sldId="273"/>
            <ac:spMk id="63" creationId="{69107C00-5D5D-226E-136D-8A586E5A10C3}"/>
          </ac:spMkLst>
        </pc:spChg>
      </pc:sldChg>
      <pc:sldChg chg="delSp modSp mod">
        <pc:chgData name="Hazlina binti Haron" userId="00a9b89f-eaec-49ca-9fc2-e7a3c9ffdcf7" providerId="ADAL" clId="{B9453F65-934E-A546-9F24-2D954E9C5731}" dt="2025-05-21T01:13:03.192" v="653" actId="478"/>
        <pc:sldMkLst>
          <pc:docMk/>
          <pc:sldMk cId="1512030677" sldId="274"/>
        </pc:sldMkLst>
        <pc:spChg chg="mod">
          <ac:chgData name="Hazlina binti Haron" userId="00a9b89f-eaec-49ca-9fc2-e7a3c9ffdcf7" providerId="ADAL" clId="{B9453F65-934E-A546-9F24-2D954E9C5731}" dt="2025-05-21T01:13:00.910" v="652" actId="14100"/>
          <ac:spMkLst>
            <pc:docMk/>
            <pc:sldMk cId="1512030677" sldId="274"/>
            <ac:spMk id="9" creationId="{5D869401-2D59-A820-6BC6-420D4D196C4D}"/>
          </ac:spMkLst>
        </pc:spChg>
        <pc:spChg chg="del">
          <ac:chgData name="Hazlina binti Haron" userId="00a9b89f-eaec-49ca-9fc2-e7a3c9ffdcf7" providerId="ADAL" clId="{B9453F65-934E-A546-9F24-2D954E9C5731}" dt="2025-05-21T01:13:03.192" v="653" actId="478"/>
          <ac:spMkLst>
            <pc:docMk/>
            <pc:sldMk cId="1512030677" sldId="274"/>
            <ac:spMk id="10" creationId="{71059099-6F12-EA95-397E-A4050AD79EE7}"/>
          </ac:spMkLst>
        </pc:spChg>
      </pc:sldChg>
      <pc:sldChg chg="delSp mod">
        <pc:chgData name="Hazlina binti Haron" userId="00a9b89f-eaec-49ca-9fc2-e7a3c9ffdcf7" providerId="ADAL" clId="{B9453F65-934E-A546-9F24-2D954E9C5731}" dt="2025-05-21T01:13:06.519" v="654" actId="478"/>
        <pc:sldMkLst>
          <pc:docMk/>
          <pc:sldMk cId="1377310399" sldId="275"/>
        </pc:sldMkLst>
        <pc:spChg chg="del">
          <ac:chgData name="Hazlina binti Haron" userId="00a9b89f-eaec-49ca-9fc2-e7a3c9ffdcf7" providerId="ADAL" clId="{B9453F65-934E-A546-9F24-2D954E9C5731}" dt="2025-05-21T01:13:06.519" v="654" actId="478"/>
          <ac:spMkLst>
            <pc:docMk/>
            <pc:sldMk cId="1377310399" sldId="275"/>
            <ac:spMk id="10" creationId="{403B7AF2-384B-68D4-D61A-993359262829}"/>
          </ac:spMkLst>
        </pc:spChg>
      </pc:sldChg>
      <pc:sldChg chg="delSp mod">
        <pc:chgData name="Hazlina binti Haron" userId="00a9b89f-eaec-49ca-9fc2-e7a3c9ffdcf7" providerId="ADAL" clId="{B9453F65-934E-A546-9F24-2D954E9C5731}" dt="2025-05-21T01:13:10.554" v="655" actId="478"/>
        <pc:sldMkLst>
          <pc:docMk/>
          <pc:sldMk cId="4132152271" sldId="276"/>
        </pc:sldMkLst>
        <pc:spChg chg="del">
          <ac:chgData name="Hazlina binti Haron" userId="00a9b89f-eaec-49ca-9fc2-e7a3c9ffdcf7" providerId="ADAL" clId="{B9453F65-934E-A546-9F24-2D954E9C5731}" dt="2025-05-21T01:13:10.554" v="655" actId="478"/>
          <ac:spMkLst>
            <pc:docMk/>
            <pc:sldMk cId="4132152271" sldId="276"/>
            <ac:spMk id="10" creationId="{66E958D6-5DEE-1122-5C76-101C03C63F90}"/>
          </ac:spMkLst>
        </pc:spChg>
      </pc:sldChg>
      <pc:sldChg chg="modSp mod">
        <pc:chgData name="Hazlina binti Haron" userId="00a9b89f-eaec-49ca-9fc2-e7a3c9ffdcf7" providerId="ADAL" clId="{B9453F65-934E-A546-9F24-2D954E9C5731}" dt="2025-05-21T01:16:00.590" v="697" actId="1076"/>
        <pc:sldMkLst>
          <pc:docMk/>
          <pc:sldMk cId="812143039" sldId="279"/>
        </pc:sldMkLst>
        <pc:spChg chg="mod">
          <ac:chgData name="Hazlina binti Haron" userId="00a9b89f-eaec-49ca-9fc2-e7a3c9ffdcf7" providerId="ADAL" clId="{B9453F65-934E-A546-9F24-2D954E9C5731}" dt="2025-05-21T01:16:00.590" v="697" actId="1076"/>
          <ac:spMkLst>
            <pc:docMk/>
            <pc:sldMk cId="812143039" sldId="279"/>
            <ac:spMk id="2" creationId="{0135CB33-D2C3-99B3-3C6C-E4654CE9E846}"/>
          </ac:spMkLst>
        </pc:spChg>
        <pc:spChg chg="mod">
          <ac:chgData name="Hazlina binti Haron" userId="00a9b89f-eaec-49ca-9fc2-e7a3c9ffdcf7" providerId="ADAL" clId="{B9453F65-934E-A546-9F24-2D954E9C5731}" dt="2025-05-21T01:15:56.196" v="695" actId="1076"/>
          <ac:spMkLst>
            <pc:docMk/>
            <pc:sldMk cId="812143039" sldId="279"/>
            <ac:spMk id="33" creationId="{EC9ED18B-E4CD-9166-31DA-C69BC63DDB9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5/21/25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slide" Target="slide11.xml"/><Relationship Id="rId3" Type="http://schemas.openxmlformats.org/officeDocument/2006/relationships/slide" Target="slide4.xml"/><Relationship Id="rId7" Type="http://schemas.openxmlformats.org/officeDocument/2006/relationships/slide" Target="slide9.xml"/><Relationship Id="rId12" Type="http://schemas.openxmlformats.org/officeDocument/2006/relationships/slide" Target="slide16.xml"/><Relationship Id="rId2" Type="http://schemas.openxmlformats.org/officeDocument/2006/relationships/slide" Target="slide3.xml"/><Relationship Id="rId1" Type="http://schemas.openxmlformats.org/officeDocument/2006/relationships/slideLayout" Target="../slideLayouts/slideLayout7.xml"/><Relationship Id="rId6" Type="http://schemas.openxmlformats.org/officeDocument/2006/relationships/slide" Target="slide6.xml"/><Relationship Id="rId11" Type="http://schemas.openxmlformats.org/officeDocument/2006/relationships/slide" Target="slide15.xml"/><Relationship Id="rId5" Type="http://schemas.openxmlformats.org/officeDocument/2006/relationships/slide" Target="slide5.xml"/><Relationship Id="rId10" Type="http://schemas.openxmlformats.org/officeDocument/2006/relationships/slide" Target="slide14.xml"/><Relationship Id="rId4" Type="http://schemas.openxmlformats.org/officeDocument/2006/relationships/slide" Target="slide8.xml"/><Relationship Id="rId9" Type="http://schemas.openxmlformats.org/officeDocument/2006/relationships/slide" Target="slide13.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4328902" y="2317173"/>
            <a:ext cx="7321033" cy="6340049"/>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p:cNvGrpSpPr/>
          <p:nvPr/>
        </p:nvGrpSpPr>
        <p:grpSpPr>
          <a:xfrm>
            <a:off x="12122944" y="7035126"/>
            <a:ext cx="4970154" cy="4304177"/>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6" name="Group 6"/>
          <p:cNvGrpSpPr/>
          <p:nvPr/>
        </p:nvGrpSpPr>
        <p:grpSpPr>
          <a:xfrm>
            <a:off x="12336342" y="5954842"/>
            <a:ext cx="2271679" cy="1967285"/>
            <a:chOff x="0" y="0"/>
            <a:chExt cx="3619627" cy="3134614"/>
          </a:xfrm>
        </p:grpSpPr>
        <p:sp>
          <p:nvSpPr>
            <p:cNvPr id="7" name="Freeform 7"/>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8" name="Group 8"/>
          <p:cNvGrpSpPr/>
          <p:nvPr/>
        </p:nvGrpSpPr>
        <p:grpSpPr>
          <a:xfrm>
            <a:off x="13737770" y="373605"/>
            <a:ext cx="3799619" cy="3290488"/>
            <a:chOff x="0" y="0"/>
            <a:chExt cx="3619627" cy="3134614"/>
          </a:xfrm>
        </p:grpSpPr>
        <p:sp>
          <p:nvSpPr>
            <p:cNvPr id="9" name="Freeform 9"/>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sp>
        <p:nvSpPr>
          <p:cNvPr id="10" name="Freeform 10"/>
          <p:cNvSpPr/>
          <p:nvPr/>
        </p:nvSpPr>
        <p:spPr>
          <a:xfrm>
            <a:off x="389032" y="156013"/>
            <a:ext cx="2680071" cy="875874"/>
          </a:xfrm>
          <a:custGeom>
            <a:avLst/>
            <a:gdLst/>
            <a:ahLst/>
            <a:cxnLst/>
            <a:rect l="l" t="t" r="r" b="b"/>
            <a:pathLst>
              <a:path w="2680071" h="875874">
                <a:moveTo>
                  <a:pt x="0" y="0"/>
                </a:moveTo>
                <a:lnTo>
                  <a:pt x="2680071" y="0"/>
                </a:lnTo>
                <a:lnTo>
                  <a:pt x="2680071" y="875874"/>
                </a:lnTo>
                <a:lnTo>
                  <a:pt x="0" y="875874"/>
                </a:lnTo>
                <a:lnTo>
                  <a:pt x="0" y="0"/>
                </a:lnTo>
                <a:close/>
              </a:path>
            </a:pathLst>
          </a:custGeom>
          <a:blipFill>
            <a:blip r:embed="rId2">
              <a:alphaModFix amt="29000"/>
            </a:blip>
            <a:stretch>
              <a:fillRect/>
            </a:stretch>
          </a:blipFill>
        </p:spPr>
        <p:txBody>
          <a:bodyPr/>
          <a:lstStyle/>
          <a:p>
            <a:endParaRPr lang="en-US"/>
          </a:p>
        </p:txBody>
      </p:sp>
      <p:grpSp>
        <p:nvGrpSpPr>
          <p:cNvPr id="11" name="Group 11"/>
          <p:cNvGrpSpPr/>
          <p:nvPr/>
        </p:nvGrpSpPr>
        <p:grpSpPr>
          <a:xfrm>
            <a:off x="2133737" y="2503669"/>
            <a:ext cx="10202605" cy="4368140"/>
            <a:chOff x="0" y="0"/>
            <a:chExt cx="13603473" cy="5824186"/>
          </a:xfrm>
        </p:grpSpPr>
        <p:sp>
          <p:nvSpPr>
            <p:cNvPr id="12" name="TextBox 12"/>
            <p:cNvSpPr txBox="1"/>
            <p:nvPr/>
          </p:nvSpPr>
          <p:spPr>
            <a:xfrm>
              <a:off x="0" y="-9525"/>
              <a:ext cx="13603473" cy="4708525"/>
            </a:xfrm>
            <a:prstGeom prst="rect">
              <a:avLst/>
            </a:prstGeom>
          </p:spPr>
          <p:txBody>
            <a:bodyPr lIns="0" tIns="0" rIns="0" bIns="0" rtlCol="0" anchor="t">
              <a:spAutoFit/>
            </a:bodyPr>
            <a:lstStyle/>
            <a:p>
              <a:pPr algn="l">
                <a:lnSpc>
                  <a:spcPts val="13920"/>
                </a:lnSpc>
              </a:pPr>
              <a:r>
                <a:rPr lang="en-US" sz="11600" b="1">
                  <a:solidFill>
                    <a:srgbClr val="000000"/>
                  </a:solidFill>
                  <a:latin typeface="Fira Sans Bold"/>
                  <a:ea typeface="Fira Sans Bold"/>
                  <a:cs typeface="Fira Sans Bold"/>
                  <a:sym typeface="Fira Sans Bold"/>
                </a:rPr>
                <a:t>CLASS INTRODUCTION</a:t>
              </a:r>
            </a:p>
          </p:txBody>
        </p:sp>
        <p:sp>
          <p:nvSpPr>
            <p:cNvPr id="13" name="TextBox 13"/>
            <p:cNvSpPr txBox="1"/>
            <p:nvPr/>
          </p:nvSpPr>
          <p:spPr>
            <a:xfrm>
              <a:off x="0" y="5019006"/>
              <a:ext cx="13603473" cy="805180"/>
            </a:xfrm>
            <a:prstGeom prst="rect">
              <a:avLst/>
            </a:prstGeom>
          </p:spPr>
          <p:txBody>
            <a:bodyPr lIns="0" tIns="0" rIns="0" bIns="0" rtlCol="0" anchor="t">
              <a:spAutoFit/>
            </a:bodyPr>
            <a:lstStyle/>
            <a:p>
              <a:pPr algn="l">
                <a:lnSpc>
                  <a:spcPts val="5039"/>
                </a:lnSpc>
              </a:pPr>
              <a:endParaRPr/>
            </a:p>
          </p:txBody>
        </p:sp>
      </p:grpSp>
      <p:sp>
        <p:nvSpPr>
          <p:cNvPr id="14" name="TextBox 14"/>
          <p:cNvSpPr txBox="1"/>
          <p:nvPr/>
        </p:nvSpPr>
        <p:spPr>
          <a:xfrm>
            <a:off x="11634068" y="316455"/>
            <a:ext cx="6509247" cy="497840"/>
          </a:xfrm>
          <a:prstGeom prst="rect">
            <a:avLst/>
          </a:prstGeom>
        </p:spPr>
        <p:txBody>
          <a:bodyPr lIns="0" tIns="0" rIns="0" bIns="0" rtlCol="0" anchor="t">
            <a:spAutoFit/>
          </a:bodyPr>
          <a:lstStyle/>
          <a:p>
            <a:pPr algn="l">
              <a:lnSpc>
                <a:spcPts val="4060"/>
              </a:lnSpc>
            </a:pPr>
            <a:r>
              <a:rPr lang="en-US" sz="2900" b="1" dirty="0">
                <a:solidFill>
                  <a:srgbClr val="000000"/>
                </a:solidFill>
                <a:latin typeface="Fira Sans Bold"/>
                <a:ea typeface="Fira Sans Bold"/>
                <a:cs typeface="Fira Sans Bold"/>
                <a:sym typeface="Fira Sans Bold"/>
              </a:rPr>
              <a:t>BCC2113 Software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4651"/>
        </a:solidFill>
        <a:effectLst/>
      </p:bgPr>
    </p:bg>
    <p:spTree>
      <p:nvGrpSpPr>
        <p:cNvPr id="1" name=""/>
        <p:cNvGrpSpPr/>
        <p:nvPr/>
      </p:nvGrpSpPr>
      <p:grpSpPr>
        <a:xfrm>
          <a:off x="0" y="0"/>
          <a:ext cx="0" cy="0"/>
          <a:chOff x="0" y="0"/>
          <a:chExt cx="0" cy="0"/>
        </a:xfrm>
      </p:grpSpPr>
      <p:grpSp>
        <p:nvGrpSpPr>
          <p:cNvPr id="2" name="Group 2"/>
          <p:cNvGrpSpPr/>
          <p:nvPr/>
        </p:nvGrpSpPr>
        <p:grpSpPr>
          <a:xfrm>
            <a:off x="-2527743" y="-89986"/>
            <a:ext cx="10138115" cy="8779655"/>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4" name="Group 4"/>
          <p:cNvGrpSpPr/>
          <p:nvPr/>
        </p:nvGrpSpPr>
        <p:grpSpPr>
          <a:xfrm>
            <a:off x="2505679" y="5832746"/>
            <a:ext cx="5966980" cy="5167433"/>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sp>
        <p:nvSpPr>
          <p:cNvPr id="6" name="TextBox 6"/>
          <p:cNvSpPr txBox="1"/>
          <p:nvPr/>
        </p:nvSpPr>
        <p:spPr>
          <a:xfrm>
            <a:off x="1028700" y="4081194"/>
            <a:ext cx="4460469" cy="1285875"/>
          </a:xfrm>
          <a:prstGeom prst="rect">
            <a:avLst/>
          </a:prstGeom>
        </p:spPr>
        <p:txBody>
          <a:bodyPr lIns="0" tIns="0" rIns="0" bIns="0" rtlCol="0" anchor="t">
            <a:spAutoFit/>
          </a:bodyPr>
          <a:lstStyle/>
          <a:p>
            <a:pPr marL="0" lvl="0" indent="0" algn="l">
              <a:lnSpc>
                <a:spcPts val="10199"/>
              </a:lnSpc>
              <a:spcBef>
                <a:spcPct val="0"/>
              </a:spcBef>
            </a:pPr>
            <a:r>
              <a:rPr lang="en-US" sz="8499" b="1" spc="-84" dirty="0">
                <a:solidFill>
                  <a:srgbClr val="F4F4F4"/>
                </a:solidFill>
                <a:latin typeface="Fira Sans Medium"/>
                <a:ea typeface="Fira Sans Medium"/>
                <a:cs typeface="Fira Sans Medium"/>
                <a:sym typeface="Fira Sans Medium"/>
              </a:rPr>
              <a:t>Outline</a:t>
            </a:r>
          </a:p>
        </p:txBody>
      </p:sp>
      <p:sp>
        <p:nvSpPr>
          <p:cNvPr id="10" name="TextBox 10"/>
          <p:cNvSpPr txBox="1"/>
          <p:nvPr/>
        </p:nvSpPr>
        <p:spPr>
          <a:xfrm>
            <a:off x="10100540" y="775942"/>
            <a:ext cx="6109328" cy="481330"/>
          </a:xfrm>
          <a:prstGeom prst="rect">
            <a:avLst/>
          </a:prstGeom>
        </p:spPr>
        <p:txBody>
          <a:bodyPr lIns="0" tIns="0" rIns="0" bIns="0" rtlCol="0" anchor="t">
            <a:spAutoFit/>
          </a:bodyPr>
          <a:lstStyle/>
          <a:p>
            <a:pPr marL="604519" lvl="1" indent="-302260" algn="l">
              <a:lnSpc>
                <a:spcPts val="3919"/>
              </a:lnSpc>
              <a:buFont typeface="Arial"/>
              <a:buChar char="•"/>
            </a:pPr>
            <a:r>
              <a:rPr lang="en-US" sz="2799" u="sng" dirty="0">
                <a:solidFill>
                  <a:schemeClr val="bg1"/>
                </a:solidFill>
                <a:latin typeface="Fira Sans Light"/>
                <a:ea typeface="Fira Sans Light"/>
                <a:cs typeface="Fira Sans Light"/>
                <a:sym typeface="Fira Sans Light"/>
                <a:hlinkClick r:id="rId2" action="ppaction://hlinksldjump">
                  <a:extLst>
                    <a:ext uri="{A12FA001-AC4F-418D-AE19-62706E023703}">
                      <ahyp:hlinkClr xmlns:ahyp="http://schemas.microsoft.com/office/drawing/2018/hyperlinkcolor" val="tx"/>
                    </a:ext>
                  </a:extLst>
                </a:hlinkClick>
              </a:rPr>
              <a:t>Course Synopsis</a:t>
            </a:r>
          </a:p>
        </p:txBody>
      </p:sp>
      <p:sp>
        <p:nvSpPr>
          <p:cNvPr id="11" name="TextBox 11"/>
          <p:cNvSpPr txBox="1"/>
          <p:nvPr/>
        </p:nvSpPr>
        <p:spPr>
          <a:xfrm>
            <a:off x="10100540" y="1490173"/>
            <a:ext cx="6109328" cy="481330"/>
          </a:xfrm>
          <a:prstGeom prst="rect">
            <a:avLst/>
          </a:prstGeom>
        </p:spPr>
        <p:txBody>
          <a:bodyPr lIns="0" tIns="0" rIns="0" bIns="0" rtlCol="0" anchor="t">
            <a:spAutoFit/>
          </a:bodyPr>
          <a:lstStyle/>
          <a:p>
            <a:pPr marL="604519" lvl="1" indent="-302260" algn="l">
              <a:lnSpc>
                <a:spcPts val="3919"/>
              </a:lnSpc>
              <a:buFont typeface="Arial"/>
              <a:buChar char="•"/>
            </a:pPr>
            <a:r>
              <a:rPr lang="en-US" sz="2799" u="sng" dirty="0">
                <a:solidFill>
                  <a:schemeClr val="bg1"/>
                </a:solidFill>
                <a:latin typeface="Fira Sans Light"/>
                <a:ea typeface="Fira Sans Light"/>
                <a:cs typeface="Fira Sans Light"/>
                <a:sym typeface="Fira Sans Light"/>
                <a:hlinkClick r:id="rId3" action="ppaction://hlinksldjump">
                  <a:extLst>
                    <a:ext uri="{A12FA001-AC4F-418D-AE19-62706E023703}">
                      <ahyp:hlinkClr xmlns:ahyp="http://schemas.microsoft.com/office/drawing/2018/hyperlinkcolor" val="tx"/>
                    </a:ext>
                  </a:extLst>
                </a:hlinkClick>
              </a:rPr>
              <a:t>Course Description</a:t>
            </a:r>
          </a:p>
        </p:txBody>
      </p:sp>
      <p:sp>
        <p:nvSpPr>
          <p:cNvPr id="12" name="TextBox 12"/>
          <p:cNvSpPr txBox="1"/>
          <p:nvPr/>
        </p:nvSpPr>
        <p:spPr>
          <a:xfrm>
            <a:off x="10100540" y="2204404"/>
            <a:ext cx="6109328" cy="481330"/>
          </a:xfrm>
          <a:prstGeom prst="rect">
            <a:avLst/>
          </a:prstGeom>
        </p:spPr>
        <p:txBody>
          <a:bodyPr lIns="0" tIns="0" rIns="0" bIns="0" rtlCol="0" anchor="t">
            <a:spAutoFit/>
          </a:bodyPr>
          <a:lstStyle/>
          <a:p>
            <a:pPr marL="604519" lvl="1" indent="-302260" algn="l">
              <a:lnSpc>
                <a:spcPts val="3919"/>
              </a:lnSpc>
              <a:buFont typeface="Arial"/>
              <a:buChar char="•"/>
            </a:pPr>
            <a:r>
              <a:rPr lang="en-US" sz="2799" u="sng" dirty="0">
                <a:solidFill>
                  <a:schemeClr val="bg1"/>
                </a:solidFill>
                <a:latin typeface="Fira Sans Light"/>
                <a:ea typeface="Fira Sans Light"/>
                <a:cs typeface="Fira Sans Light"/>
                <a:sym typeface="Fira Sans Light"/>
                <a:hlinkClick r:id="rId3" action="ppaction://hlinksldjump">
                  <a:extLst>
                    <a:ext uri="{A12FA001-AC4F-418D-AE19-62706E023703}">
                      <ahyp:hlinkClr xmlns:ahyp="http://schemas.microsoft.com/office/drawing/2018/hyperlinkcolor" val="tx"/>
                    </a:ext>
                  </a:extLst>
                </a:hlinkClick>
              </a:rPr>
              <a:t>Learning Outcomes</a:t>
            </a:r>
            <a:endParaRPr lang="en-US" sz="2799" u="sng" dirty="0">
              <a:solidFill>
                <a:schemeClr val="bg1"/>
              </a:solidFill>
              <a:latin typeface="Fira Sans Light"/>
              <a:ea typeface="Fira Sans Light"/>
              <a:cs typeface="Fira Sans Light"/>
              <a:sym typeface="Fira Sans Light"/>
              <a:hlinkClick r:id="rId4" action="ppaction://hlinksldjump">
                <a:extLst>
                  <a:ext uri="{A12FA001-AC4F-418D-AE19-62706E023703}">
                    <ahyp:hlinkClr xmlns:ahyp="http://schemas.microsoft.com/office/drawing/2018/hyperlinkcolor" val="tx"/>
                  </a:ext>
                </a:extLst>
              </a:hlinkClick>
            </a:endParaRPr>
          </a:p>
        </p:txBody>
      </p:sp>
      <p:sp>
        <p:nvSpPr>
          <p:cNvPr id="13" name="TextBox 13"/>
          <p:cNvSpPr txBox="1"/>
          <p:nvPr/>
        </p:nvSpPr>
        <p:spPr>
          <a:xfrm>
            <a:off x="10100540" y="2918635"/>
            <a:ext cx="6109328" cy="481330"/>
          </a:xfrm>
          <a:prstGeom prst="rect">
            <a:avLst/>
          </a:prstGeom>
        </p:spPr>
        <p:txBody>
          <a:bodyPr lIns="0" tIns="0" rIns="0" bIns="0" rtlCol="0" anchor="t">
            <a:spAutoFit/>
          </a:bodyPr>
          <a:lstStyle/>
          <a:p>
            <a:pPr marL="604519" lvl="1" indent="-302260" algn="l">
              <a:lnSpc>
                <a:spcPts val="3919"/>
              </a:lnSpc>
              <a:buFont typeface="Arial"/>
              <a:buChar char="•"/>
            </a:pPr>
            <a:r>
              <a:rPr lang="en-US" sz="2799" u="sng" dirty="0">
                <a:solidFill>
                  <a:schemeClr val="bg1"/>
                </a:solidFill>
                <a:latin typeface="Fira Sans Light"/>
                <a:ea typeface="Fira Sans Light"/>
                <a:cs typeface="Fira Sans Light"/>
                <a:sym typeface="Fira Sans Light"/>
                <a:hlinkClick r:id="rId5" action="ppaction://hlinksldjump">
                  <a:extLst>
                    <a:ext uri="{A12FA001-AC4F-418D-AE19-62706E023703}">
                      <ahyp:hlinkClr xmlns:ahyp="http://schemas.microsoft.com/office/drawing/2018/hyperlinkcolor" val="tx"/>
                    </a:ext>
                  </a:extLst>
                </a:hlinkClick>
              </a:rPr>
              <a:t>Assessment Breakdown</a:t>
            </a:r>
            <a:endParaRPr lang="en-US" sz="2799" u="sng" dirty="0">
              <a:solidFill>
                <a:schemeClr val="bg1"/>
              </a:solidFill>
              <a:latin typeface="Fira Sans Light"/>
              <a:ea typeface="Fira Sans Light"/>
              <a:cs typeface="Fira Sans Light"/>
              <a:sym typeface="Fira Sans Light"/>
              <a:hlinkClick r:id="rId3" action="ppaction://hlinksldjump">
                <a:extLst>
                  <a:ext uri="{A12FA001-AC4F-418D-AE19-62706E023703}">
                    <ahyp:hlinkClr xmlns:ahyp="http://schemas.microsoft.com/office/drawing/2018/hyperlinkcolor" val="tx"/>
                  </a:ext>
                </a:extLst>
              </a:hlinkClick>
            </a:endParaRPr>
          </a:p>
        </p:txBody>
      </p:sp>
      <p:sp>
        <p:nvSpPr>
          <p:cNvPr id="14" name="TextBox 14"/>
          <p:cNvSpPr txBox="1"/>
          <p:nvPr/>
        </p:nvSpPr>
        <p:spPr>
          <a:xfrm>
            <a:off x="10100540" y="3632866"/>
            <a:ext cx="6109328" cy="481330"/>
          </a:xfrm>
          <a:prstGeom prst="rect">
            <a:avLst/>
          </a:prstGeom>
        </p:spPr>
        <p:txBody>
          <a:bodyPr lIns="0" tIns="0" rIns="0" bIns="0" rtlCol="0" anchor="t">
            <a:spAutoFit/>
          </a:bodyPr>
          <a:lstStyle/>
          <a:p>
            <a:pPr marL="604519" lvl="1" indent="-302260" algn="l">
              <a:lnSpc>
                <a:spcPts val="3919"/>
              </a:lnSpc>
              <a:buFont typeface="Arial"/>
              <a:buChar char="•"/>
            </a:pPr>
            <a:r>
              <a:rPr lang="en-US" sz="2799" u="sng" dirty="0">
                <a:solidFill>
                  <a:schemeClr val="bg1"/>
                </a:solidFill>
                <a:latin typeface="Fira Sans Light"/>
                <a:ea typeface="Fira Sans Light"/>
                <a:cs typeface="Fira Sans Light"/>
                <a:sym typeface="Fira Sans Light"/>
                <a:hlinkClick r:id="rId6" action="ppaction://hlinksldjump">
                  <a:extLst>
                    <a:ext uri="{A12FA001-AC4F-418D-AE19-62706E023703}">
                      <ahyp:hlinkClr xmlns:ahyp="http://schemas.microsoft.com/office/drawing/2018/hyperlinkcolor" val="tx"/>
                    </a:ext>
                  </a:extLst>
                </a:hlinkClick>
              </a:rPr>
              <a:t>Topics</a:t>
            </a:r>
            <a:endParaRPr lang="en-US" sz="2799" u="sng" dirty="0">
              <a:solidFill>
                <a:schemeClr val="bg1"/>
              </a:solidFill>
              <a:latin typeface="Fira Sans Light"/>
              <a:ea typeface="Fira Sans Light"/>
              <a:cs typeface="Fira Sans Light"/>
              <a:sym typeface="Fira Sans Light"/>
              <a:hlinkClick r:id="rId5" action="ppaction://hlinksldjump">
                <a:extLst>
                  <a:ext uri="{A12FA001-AC4F-418D-AE19-62706E023703}">
                    <ahyp:hlinkClr xmlns:ahyp="http://schemas.microsoft.com/office/drawing/2018/hyperlinkcolor" val="tx"/>
                  </a:ext>
                </a:extLst>
              </a:hlinkClick>
            </a:endParaRPr>
          </a:p>
        </p:txBody>
      </p:sp>
      <p:sp>
        <p:nvSpPr>
          <p:cNvPr id="15" name="TextBox 15"/>
          <p:cNvSpPr txBox="1"/>
          <p:nvPr/>
        </p:nvSpPr>
        <p:spPr>
          <a:xfrm>
            <a:off x="10100540" y="4347097"/>
            <a:ext cx="6109328" cy="481330"/>
          </a:xfrm>
          <a:prstGeom prst="rect">
            <a:avLst/>
          </a:prstGeom>
        </p:spPr>
        <p:txBody>
          <a:bodyPr lIns="0" tIns="0" rIns="0" bIns="0" rtlCol="0" anchor="t">
            <a:spAutoFit/>
          </a:bodyPr>
          <a:lstStyle/>
          <a:p>
            <a:pPr marL="604519" lvl="1" indent="-302260" algn="l">
              <a:lnSpc>
                <a:spcPts val="3919"/>
              </a:lnSpc>
              <a:buFont typeface="Arial"/>
              <a:buChar char="•"/>
            </a:pPr>
            <a:r>
              <a:rPr lang="en-US" sz="2799" u="sng" dirty="0">
                <a:solidFill>
                  <a:schemeClr val="bg1"/>
                </a:solidFill>
                <a:latin typeface="Fira Sans Light"/>
                <a:ea typeface="Fira Sans Light"/>
                <a:cs typeface="Fira Sans Light"/>
                <a:sym typeface="Fira Sans Light"/>
                <a:hlinkClick r:id="rId7" action="ppaction://hlinksldjump">
                  <a:extLst>
                    <a:ext uri="{A12FA001-AC4F-418D-AE19-62706E023703}">
                      <ahyp:hlinkClr xmlns:ahyp="http://schemas.microsoft.com/office/drawing/2018/hyperlinkcolor" val="tx"/>
                    </a:ext>
                  </a:extLst>
                </a:hlinkClick>
              </a:rPr>
              <a:t>Course Completion</a:t>
            </a:r>
            <a:endParaRPr lang="en-US" sz="2799" u="sng" dirty="0">
              <a:solidFill>
                <a:schemeClr val="bg1"/>
              </a:solidFill>
              <a:latin typeface="Fira Sans Light"/>
              <a:ea typeface="Fira Sans Light"/>
              <a:cs typeface="Fira Sans Light"/>
              <a:sym typeface="Fira Sans Light"/>
              <a:hlinkClick r:id="rId6" action="ppaction://hlinksldjump">
                <a:extLst>
                  <a:ext uri="{A12FA001-AC4F-418D-AE19-62706E023703}">
                    <ahyp:hlinkClr xmlns:ahyp="http://schemas.microsoft.com/office/drawing/2018/hyperlinkcolor" val="tx"/>
                  </a:ext>
                </a:extLst>
              </a:hlinkClick>
            </a:endParaRPr>
          </a:p>
        </p:txBody>
      </p:sp>
      <p:sp>
        <p:nvSpPr>
          <p:cNvPr id="16" name="TextBox 16"/>
          <p:cNvSpPr txBox="1"/>
          <p:nvPr/>
        </p:nvSpPr>
        <p:spPr>
          <a:xfrm>
            <a:off x="10100540" y="5061328"/>
            <a:ext cx="6109328" cy="481330"/>
          </a:xfrm>
          <a:prstGeom prst="rect">
            <a:avLst/>
          </a:prstGeom>
        </p:spPr>
        <p:txBody>
          <a:bodyPr lIns="0" tIns="0" rIns="0" bIns="0" rtlCol="0" anchor="t">
            <a:spAutoFit/>
          </a:bodyPr>
          <a:lstStyle/>
          <a:p>
            <a:pPr marL="604519" lvl="1" indent="-302260" algn="l">
              <a:lnSpc>
                <a:spcPts val="3919"/>
              </a:lnSpc>
              <a:buFont typeface="Arial"/>
              <a:buChar char="•"/>
            </a:pPr>
            <a:r>
              <a:rPr lang="en-US" sz="2799" u="sng" dirty="0">
                <a:solidFill>
                  <a:schemeClr val="bg1"/>
                </a:solidFill>
                <a:latin typeface="Fira Sans Light"/>
                <a:ea typeface="Fira Sans Light"/>
                <a:cs typeface="Fira Sans Light"/>
                <a:sym typeface="Fira Sans Light"/>
                <a:hlinkClick r:id="rId8" action="ppaction://hlinksldjump">
                  <a:extLst>
                    <a:ext uri="{A12FA001-AC4F-418D-AE19-62706E023703}">
                      <ahyp:hlinkClr xmlns:ahyp="http://schemas.microsoft.com/office/drawing/2018/hyperlinkcolor" val="tx"/>
                    </a:ext>
                  </a:extLst>
                </a:hlinkClick>
              </a:rPr>
              <a:t>Attendance</a:t>
            </a:r>
            <a:endParaRPr lang="en-US" sz="2799" u="sng" dirty="0">
              <a:solidFill>
                <a:schemeClr val="bg1"/>
              </a:solidFill>
              <a:latin typeface="Fira Sans Light"/>
              <a:ea typeface="Fira Sans Light"/>
              <a:cs typeface="Fira Sans Light"/>
              <a:sym typeface="Fira Sans Light"/>
              <a:hlinkClick r:id="rId7" action="ppaction://hlinksldjump">
                <a:extLst>
                  <a:ext uri="{A12FA001-AC4F-418D-AE19-62706E023703}">
                    <ahyp:hlinkClr xmlns:ahyp="http://schemas.microsoft.com/office/drawing/2018/hyperlinkcolor" val="tx"/>
                  </a:ext>
                </a:extLst>
              </a:hlinkClick>
            </a:endParaRPr>
          </a:p>
        </p:txBody>
      </p:sp>
      <p:sp>
        <p:nvSpPr>
          <p:cNvPr id="17" name="TextBox 17"/>
          <p:cNvSpPr txBox="1"/>
          <p:nvPr/>
        </p:nvSpPr>
        <p:spPr>
          <a:xfrm>
            <a:off x="10100540" y="5775559"/>
            <a:ext cx="6109328" cy="481330"/>
          </a:xfrm>
          <a:prstGeom prst="rect">
            <a:avLst/>
          </a:prstGeom>
        </p:spPr>
        <p:txBody>
          <a:bodyPr lIns="0" tIns="0" rIns="0" bIns="0" rtlCol="0" anchor="t">
            <a:spAutoFit/>
          </a:bodyPr>
          <a:lstStyle/>
          <a:p>
            <a:pPr marL="604519" lvl="1" indent="-302260" algn="l">
              <a:lnSpc>
                <a:spcPts val="3919"/>
              </a:lnSpc>
              <a:buFont typeface="Arial"/>
              <a:buChar char="•"/>
            </a:pPr>
            <a:r>
              <a:rPr lang="en-US" sz="2799" u="sng" dirty="0">
                <a:solidFill>
                  <a:schemeClr val="bg1"/>
                </a:solidFill>
                <a:latin typeface="Fira Sans Light"/>
                <a:ea typeface="Fira Sans Light"/>
                <a:cs typeface="Fira Sans Light"/>
                <a:sym typeface="Fira Sans Light"/>
                <a:hlinkClick r:id="rId9" action="ppaction://hlinksldjump">
                  <a:extLst>
                    <a:ext uri="{A12FA001-AC4F-418D-AE19-62706E023703}">
                      <ahyp:hlinkClr xmlns:ahyp="http://schemas.microsoft.com/office/drawing/2018/hyperlinkcolor" val="tx"/>
                    </a:ext>
                  </a:extLst>
                </a:hlinkClick>
              </a:rPr>
              <a:t>Deadlines and Extensions </a:t>
            </a:r>
            <a:endParaRPr lang="en-US" sz="2799" u="sng" dirty="0">
              <a:solidFill>
                <a:schemeClr val="bg1"/>
              </a:solidFill>
              <a:latin typeface="Fira Sans Light"/>
              <a:ea typeface="Fira Sans Light"/>
              <a:cs typeface="Fira Sans Light"/>
              <a:sym typeface="Fira Sans Light"/>
              <a:hlinkClick r:id="rId7" action="ppaction://hlinksldjump">
                <a:extLst>
                  <a:ext uri="{A12FA001-AC4F-418D-AE19-62706E023703}">
                    <ahyp:hlinkClr xmlns:ahyp="http://schemas.microsoft.com/office/drawing/2018/hyperlinkcolor" val="tx"/>
                  </a:ext>
                </a:extLst>
              </a:hlinkClick>
            </a:endParaRPr>
          </a:p>
        </p:txBody>
      </p:sp>
      <p:sp>
        <p:nvSpPr>
          <p:cNvPr id="18" name="TextBox 18"/>
          <p:cNvSpPr txBox="1"/>
          <p:nvPr/>
        </p:nvSpPr>
        <p:spPr>
          <a:xfrm>
            <a:off x="10100540" y="6489789"/>
            <a:ext cx="6109328" cy="481330"/>
          </a:xfrm>
          <a:prstGeom prst="rect">
            <a:avLst/>
          </a:prstGeom>
        </p:spPr>
        <p:txBody>
          <a:bodyPr lIns="0" tIns="0" rIns="0" bIns="0" rtlCol="0" anchor="t">
            <a:spAutoFit/>
          </a:bodyPr>
          <a:lstStyle/>
          <a:p>
            <a:pPr marL="604519" lvl="1" indent="-302260" algn="l">
              <a:lnSpc>
                <a:spcPts val="3919"/>
              </a:lnSpc>
              <a:buFont typeface="Arial"/>
              <a:buChar char="•"/>
            </a:pPr>
            <a:r>
              <a:rPr lang="en-US" sz="2799" u="sng" dirty="0">
                <a:solidFill>
                  <a:schemeClr val="bg1"/>
                </a:solidFill>
                <a:latin typeface="Fira Sans Light"/>
                <a:ea typeface="Fira Sans Light"/>
                <a:cs typeface="Fira Sans Light"/>
                <a:sym typeface="Fira Sans Light"/>
                <a:hlinkClick r:id="rId10" action="ppaction://hlinksldjump">
                  <a:extLst>
                    <a:ext uri="{A12FA001-AC4F-418D-AE19-62706E023703}">
                      <ahyp:hlinkClr xmlns:ahyp="http://schemas.microsoft.com/office/drawing/2018/hyperlinkcolor" val="tx"/>
                    </a:ext>
                  </a:extLst>
                </a:hlinkClick>
              </a:rPr>
              <a:t>Conduct of Code</a:t>
            </a:r>
            <a:endParaRPr lang="en-US" sz="2799" u="sng" dirty="0">
              <a:solidFill>
                <a:schemeClr val="bg1"/>
              </a:solidFill>
              <a:latin typeface="Fira Sans Light"/>
              <a:ea typeface="Fira Sans Light"/>
              <a:cs typeface="Fira Sans Light"/>
              <a:sym typeface="Fira Sans Light"/>
              <a:hlinkClick r:id="rId11" action="ppaction://hlinksldjump">
                <a:extLst>
                  <a:ext uri="{A12FA001-AC4F-418D-AE19-62706E023703}">
                    <ahyp:hlinkClr xmlns:ahyp="http://schemas.microsoft.com/office/drawing/2018/hyperlinkcolor" val="tx"/>
                  </a:ext>
                </a:extLst>
              </a:hlinkClick>
            </a:endParaRPr>
          </a:p>
        </p:txBody>
      </p:sp>
      <p:sp>
        <p:nvSpPr>
          <p:cNvPr id="19" name="TextBox 19"/>
          <p:cNvSpPr txBox="1"/>
          <p:nvPr/>
        </p:nvSpPr>
        <p:spPr>
          <a:xfrm>
            <a:off x="10100540" y="7918251"/>
            <a:ext cx="6109328" cy="481330"/>
          </a:xfrm>
          <a:prstGeom prst="rect">
            <a:avLst/>
          </a:prstGeom>
        </p:spPr>
        <p:txBody>
          <a:bodyPr lIns="0" tIns="0" rIns="0" bIns="0" rtlCol="0" anchor="t">
            <a:spAutoFit/>
          </a:bodyPr>
          <a:lstStyle/>
          <a:p>
            <a:pPr marL="604519" lvl="1" indent="-302260" algn="l">
              <a:lnSpc>
                <a:spcPts val="3919"/>
              </a:lnSpc>
              <a:buFont typeface="Arial"/>
              <a:buChar char="•"/>
            </a:pPr>
            <a:r>
              <a:rPr lang="en-US" sz="2799" u="sng" dirty="0">
                <a:solidFill>
                  <a:schemeClr val="bg1"/>
                </a:solidFill>
                <a:latin typeface="Fira Sans Light"/>
                <a:ea typeface="Fira Sans Light"/>
                <a:cs typeface="Fira Sans Light"/>
                <a:sym typeface="Fira Sans Light"/>
                <a:hlinkClick r:id="rId12" action="ppaction://hlinksldjump">
                  <a:extLst>
                    <a:ext uri="{A12FA001-AC4F-418D-AE19-62706E023703}">
                      <ahyp:hlinkClr xmlns:ahyp="http://schemas.microsoft.com/office/drawing/2018/hyperlinkcolor" val="tx"/>
                    </a:ext>
                  </a:extLst>
                </a:hlinkClick>
              </a:rPr>
              <a:t>Lecturer Information</a:t>
            </a:r>
          </a:p>
        </p:txBody>
      </p:sp>
      <p:sp>
        <p:nvSpPr>
          <p:cNvPr id="21" name="TextBox 21"/>
          <p:cNvSpPr txBox="1"/>
          <p:nvPr/>
        </p:nvSpPr>
        <p:spPr>
          <a:xfrm>
            <a:off x="10100540" y="7204020"/>
            <a:ext cx="6109328" cy="481330"/>
          </a:xfrm>
          <a:prstGeom prst="rect">
            <a:avLst/>
          </a:prstGeom>
        </p:spPr>
        <p:txBody>
          <a:bodyPr lIns="0" tIns="0" rIns="0" bIns="0" rtlCol="0" anchor="t">
            <a:spAutoFit/>
          </a:bodyPr>
          <a:lstStyle/>
          <a:p>
            <a:pPr marL="604519" lvl="1" indent="-302260" algn="l">
              <a:lnSpc>
                <a:spcPts val="3919"/>
              </a:lnSpc>
              <a:buFont typeface="Arial"/>
              <a:buChar char="•"/>
            </a:pPr>
            <a:r>
              <a:rPr lang="en-US" sz="2799" u="sng" dirty="0">
                <a:solidFill>
                  <a:schemeClr val="bg1"/>
                </a:solidFill>
                <a:latin typeface="Fira Sans Light"/>
                <a:ea typeface="Fira Sans Light"/>
                <a:cs typeface="Fira Sans Light"/>
                <a:sym typeface="Fira Sans Light"/>
                <a:hlinkClick r:id="rId11" action="ppaction://hlinksldjump">
                  <a:extLst>
                    <a:ext uri="{A12FA001-AC4F-418D-AE19-62706E023703}">
                      <ahyp:hlinkClr xmlns:ahyp="http://schemas.microsoft.com/office/drawing/2018/hyperlinkcolor" val="tx"/>
                    </a:ext>
                  </a:extLst>
                </a:hlinkClick>
              </a:rPr>
              <a:t>Recommendation Textbooks</a:t>
            </a:r>
            <a:endParaRPr lang="en-US" sz="2799" u="sng" dirty="0">
              <a:solidFill>
                <a:schemeClr val="bg1"/>
              </a:solidFill>
              <a:latin typeface="Fira Sans Light"/>
              <a:ea typeface="Fira Sans Light"/>
              <a:cs typeface="Fira Sans Light"/>
              <a:sym typeface="Fira Sans Light"/>
              <a:hlinkClick r:id="rId8" action="ppaction://hlinksldjump">
                <a:extLst>
                  <a:ext uri="{A12FA001-AC4F-418D-AE19-62706E023703}">
                    <ahyp:hlinkClr xmlns:ahyp="http://schemas.microsoft.com/office/drawing/2018/hyperlinkcolor" val="tx"/>
                  </a:ext>
                </a:extLst>
              </a:hlinkClick>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4151770" y="4201140"/>
            <a:ext cx="7027514" cy="6085860"/>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p:cNvGrpSpPr/>
          <p:nvPr/>
        </p:nvGrpSpPr>
        <p:grpSpPr>
          <a:xfrm>
            <a:off x="9859850" y="563974"/>
            <a:ext cx="4961246" cy="4296462"/>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6" name="Group 6"/>
          <p:cNvGrpSpPr/>
          <p:nvPr/>
        </p:nvGrpSpPr>
        <p:grpSpPr>
          <a:xfrm>
            <a:off x="10345997" y="2120110"/>
            <a:ext cx="7611546" cy="6591255"/>
            <a:chOff x="0" y="0"/>
            <a:chExt cx="4282440" cy="3708400"/>
          </a:xfrm>
        </p:grpSpPr>
        <p:sp>
          <p:nvSpPr>
            <p:cNvPr id="7" name="Freeform 7"/>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2"/>
              <a:stretch>
                <a:fillRect l="-13794" r="-15936"/>
              </a:stretch>
            </a:blipFill>
          </p:spPr>
          <p:txBody>
            <a:bodyPr/>
            <a:lstStyle/>
            <a:p>
              <a:endParaRPr lang="en-US"/>
            </a:p>
          </p:txBody>
        </p:sp>
      </p:grpSp>
      <p:grpSp>
        <p:nvGrpSpPr>
          <p:cNvPr id="8" name="Group 8"/>
          <p:cNvGrpSpPr/>
          <p:nvPr/>
        </p:nvGrpSpPr>
        <p:grpSpPr>
          <a:xfrm>
            <a:off x="967909" y="800100"/>
            <a:ext cx="9319091" cy="8646795"/>
            <a:chOff x="-81055" y="3175"/>
            <a:chExt cx="12425455" cy="11529060"/>
          </a:xfrm>
        </p:grpSpPr>
        <p:sp>
          <p:nvSpPr>
            <p:cNvPr id="9" name="TextBox 9"/>
            <p:cNvSpPr txBox="1"/>
            <p:nvPr/>
          </p:nvSpPr>
          <p:spPr>
            <a:xfrm>
              <a:off x="0" y="3175"/>
              <a:ext cx="10379585" cy="1726968"/>
            </a:xfrm>
            <a:prstGeom prst="rect">
              <a:avLst/>
            </a:prstGeom>
          </p:spPr>
          <p:txBody>
            <a:bodyPr lIns="0" tIns="0" rIns="0" bIns="0" rtlCol="0" anchor="t">
              <a:spAutoFit/>
            </a:bodyPr>
            <a:lstStyle/>
            <a:p>
              <a:pPr algn="l">
                <a:lnSpc>
                  <a:spcPts val="10109"/>
                </a:lnSpc>
                <a:spcBef>
                  <a:spcPct val="0"/>
                </a:spcBef>
              </a:pPr>
              <a:r>
                <a:rPr lang="en-US" sz="8424" b="1" spc="-84" dirty="0">
                  <a:solidFill>
                    <a:srgbClr val="000000"/>
                  </a:solidFill>
                  <a:latin typeface="Fira Sans Medium"/>
                  <a:ea typeface="Fira Sans Medium"/>
                  <a:cs typeface="Fira Sans Medium"/>
                  <a:sym typeface="Fira Sans Medium"/>
                </a:rPr>
                <a:t>Synopsis</a:t>
              </a:r>
            </a:p>
          </p:txBody>
        </p:sp>
        <p:sp>
          <p:nvSpPr>
            <p:cNvPr id="10" name="TextBox 10"/>
            <p:cNvSpPr txBox="1"/>
            <p:nvPr/>
          </p:nvSpPr>
          <p:spPr>
            <a:xfrm>
              <a:off x="-81055" y="2339975"/>
              <a:ext cx="12425455" cy="9192260"/>
            </a:xfrm>
            <a:prstGeom prst="rect">
              <a:avLst/>
            </a:prstGeom>
          </p:spPr>
          <p:txBody>
            <a:bodyPr wrap="square" lIns="0" tIns="0" rIns="0" bIns="0" rtlCol="0" anchor="t">
              <a:spAutoFit/>
            </a:bodyPr>
            <a:lstStyle/>
            <a:p>
              <a:pPr>
                <a:buNone/>
              </a:pPr>
              <a:r>
                <a:rPr lang="en-MY" sz="2800" dirty="0"/>
                <a:t>This course provides a comprehensive introduction to the principles, methods, and tools used in the engineering of software systems. It covers the entire software development life cycle (SDLC), including requirements analysis, software design, implementation, testing, deployment, and maintenance. Emphasis is placed on software engineering as a disciplined, team-oriented process that ensures the production of high-quality and reliable software. Students will also be introduced to both traditional (Waterfall) and modern (Agile) development methodologies.</a:t>
              </a:r>
            </a:p>
            <a:p>
              <a:pPr>
                <a:buNone/>
              </a:pPr>
              <a:endParaRPr lang="en-MY" sz="2800" dirty="0"/>
            </a:p>
            <a:p>
              <a:r>
                <a:rPr lang="en-MY" sz="2800" dirty="0"/>
                <a:t>The course integrates theoretical knowledge with practical application through team-based mini-projects, case studies, and real-world examples. It aims to equip students with the foundational skills needed for developing medium to large-scale software systems in a professional setting.</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1066800" y="660047"/>
            <a:ext cx="5512745" cy="3885936"/>
          </a:xfrm>
          <a:prstGeom prst="rect">
            <a:avLst/>
          </a:prstGeom>
        </p:spPr>
        <p:txBody>
          <a:bodyPr wrap="square" lIns="0" tIns="0" rIns="0" bIns="0" rtlCol="0" anchor="t">
            <a:spAutoFit/>
          </a:bodyPr>
          <a:lstStyle/>
          <a:p>
            <a:pPr algn="l">
              <a:lnSpc>
                <a:spcPts val="10199"/>
              </a:lnSpc>
              <a:spcBef>
                <a:spcPct val="0"/>
              </a:spcBef>
            </a:pPr>
            <a:r>
              <a:rPr lang="en-US" sz="8499" b="1" spc="-84" dirty="0">
                <a:solidFill>
                  <a:srgbClr val="000000"/>
                </a:solidFill>
                <a:latin typeface="Fira Sans Medium"/>
                <a:ea typeface="Fira Sans Medium"/>
                <a:cs typeface="Fira Sans Medium"/>
                <a:sym typeface="Fira Sans Medium"/>
              </a:rPr>
              <a:t>Course Learning Outcomes</a:t>
            </a:r>
          </a:p>
        </p:txBody>
      </p:sp>
      <p:grpSp>
        <p:nvGrpSpPr>
          <p:cNvPr id="3" name="Group 3"/>
          <p:cNvGrpSpPr/>
          <p:nvPr/>
        </p:nvGrpSpPr>
        <p:grpSpPr>
          <a:xfrm rot="-10800000">
            <a:off x="-1306086" y="4784384"/>
            <a:ext cx="4985461" cy="4317433"/>
            <a:chOff x="0" y="0"/>
            <a:chExt cx="3619627" cy="3134614"/>
          </a:xfrm>
        </p:grpSpPr>
        <p:sp>
          <p:nvSpPr>
            <p:cNvPr id="4" name="Freeform 4"/>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5" name="Group 5"/>
          <p:cNvGrpSpPr/>
          <p:nvPr/>
        </p:nvGrpSpPr>
        <p:grpSpPr>
          <a:xfrm rot="-10800000">
            <a:off x="3061137" y="7468788"/>
            <a:ext cx="3480308" cy="3013963"/>
            <a:chOff x="0" y="0"/>
            <a:chExt cx="3619627" cy="3134614"/>
          </a:xfrm>
        </p:grpSpPr>
        <p:sp>
          <p:nvSpPr>
            <p:cNvPr id="6" name="Freeform 6"/>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grpSp>
        <p:nvGrpSpPr>
          <p:cNvPr id="7" name="Group 7"/>
          <p:cNvGrpSpPr/>
          <p:nvPr/>
        </p:nvGrpSpPr>
        <p:grpSpPr>
          <a:xfrm rot="-10800000">
            <a:off x="3630410" y="5070664"/>
            <a:ext cx="1798578" cy="1557577"/>
            <a:chOff x="0" y="0"/>
            <a:chExt cx="3619627" cy="3134614"/>
          </a:xfrm>
        </p:grpSpPr>
        <p:sp>
          <p:nvSpPr>
            <p:cNvPr id="8" name="Freeform 8"/>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9" name="Group 9"/>
          <p:cNvGrpSpPr/>
          <p:nvPr/>
        </p:nvGrpSpPr>
        <p:grpSpPr>
          <a:xfrm rot="-10800000">
            <a:off x="300983" y="7795449"/>
            <a:ext cx="3378391" cy="2925703"/>
            <a:chOff x="0" y="0"/>
            <a:chExt cx="3619627" cy="3134614"/>
          </a:xfrm>
        </p:grpSpPr>
        <p:sp>
          <p:nvSpPr>
            <p:cNvPr id="10" name="Freeform 10"/>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sp>
        <p:nvSpPr>
          <p:cNvPr id="12" name="TextBox 12"/>
          <p:cNvSpPr txBox="1"/>
          <p:nvPr/>
        </p:nvSpPr>
        <p:spPr>
          <a:xfrm>
            <a:off x="7162800" y="1094187"/>
            <a:ext cx="10896600" cy="1625188"/>
          </a:xfrm>
          <a:prstGeom prst="rect">
            <a:avLst/>
          </a:prstGeom>
        </p:spPr>
        <p:txBody>
          <a:bodyPr wrap="square" lIns="0" tIns="0" rIns="0" bIns="0" rtlCol="0" anchor="t">
            <a:spAutoFit/>
          </a:bodyPr>
          <a:lstStyle/>
          <a:p>
            <a:pPr algn="l">
              <a:lnSpc>
                <a:spcPts val="4320"/>
              </a:lnSpc>
              <a:spcBef>
                <a:spcPct val="0"/>
              </a:spcBef>
            </a:pPr>
            <a:r>
              <a:rPr lang="en-US" sz="2800" b="1" dirty="0">
                <a:solidFill>
                  <a:srgbClr val="000000"/>
                </a:solidFill>
                <a:latin typeface="Fira Sans Medium"/>
                <a:ea typeface="Fira Sans Medium"/>
                <a:cs typeface="Fira Sans Medium"/>
                <a:sym typeface="Fira Sans Medium"/>
              </a:rPr>
              <a:t>Explain core principles and practices of software engineering, including software development life cycles, methodologies, and modern engineering tools.</a:t>
            </a:r>
          </a:p>
        </p:txBody>
      </p:sp>
      <p:sp>
        <p:nvSpPr>
          <p:cNvPr id="15" name="TextBox 15"/>
          <p:cNvSpPr txBox="1"/>
          <p:nvPr/>
        </p:nvSpPr>
        <p:spPr>
          <a:xfrm>
            <a:off x="7315200" y="4118762"/>
            <a:ext cx="9944100" cy="1060162"/>
          </a:xfrm>
          <a:prstGeom prst="rect">
            <a:avLst/>
          </a:prstGeom>
        </p:spPr>
        <p:txBody>
          <a:bodyPr wrap="square" lIns="0" tIns="0" rIns="0" bIns="0" rtlCol="0" anchor="t">
            <a:spAutoFit/>
          </a:bodyPr>
          <a:lstStyle/>
          <a:p>
            <a:pPr algn="l">
              <a:lnSpc>
                <a:spcPts val="4320"/>
              </a:lnSpc>
              <a:spcBef>
                <a:spcPct val="0"/>
              </a:spcBef>
            </a:pPr>
            <a:r>
              <a:rPr lang="en-US" sz="3000" b="1" dirty="0">
                <a:solidFill>
                  <a:srgbClr val="000000"/>
                </a:solidFill>
                <a:latin typeface="Fira Sans Medium"/>
                <a:ea typeface="Fira Sans Medium"/>
                <a:cs typeface="Fira Sans Medium"/>
                <a:sym typeface="Fira Sans Medium"/>
              </a:rPr>
              <a:t>Apply design patterns and development techniques to create robust and maintainable software systems. </a:t>
            </a:r>
          </a:p>
        </p:txBody>
      </p:sp>
      <p:sp>
        <p:nvSpPr>
          <p:cNvPr id="18" name="TextBox 18"/>
          <p:cNvSpPr txBox="1"/>
          <p:nvPr/>
        </p:nvSpPr>
        <p:spPr>
          <a:xfrm>
            <a:off x="7315200" y="5912752"/>
            <a:ext cx="9944100" cy="1066959"/>
          </a:xfrm>
          <a:prstGeom prst="rect">
            <a:avLst/>
          </a:prstGeom>
        </p:spPr>
        <p:txBody>
          <a:bodyPr wrap="square" lIns="0" tIns="0" rIns="0" bIns="0" rtlCol="0" anchor="t">
            <a:spAutoFit/>
          </a:bodyPr>
          <a:lstStyle/>
          <a:p>
            <a:pPr algn="l">
              <a:lnSpc>
                <a:spcPts val="4320"/>
              </a:lnSpc>
              <a:spcBef>
                <a:spcPct val="0"/>
              </a:spcBef>
            </a:pPr>
            <a:r>
              <a:rPr lang="en-US" sz="3000" b="1" dirty="0">
                <a:solidFill>
                  <a:srgbClr val="000000"/>
                </a:solidFill>
                <a:latin typeface="Fira Sans Medium"/>
                <a:ea typeface="Fira Sans Medium"/>
                <a:cs typeface="Fira Sans Medium"/>
                <a:sym typeface="Fira Sans Medium"/>
              </a:rPr>
              <a:t>Evaluate software projects for quality, efficiency, and alignment with user requirements.</a:t>
            </a:r>
          </a:p>
        </p:txBody>
      </p:sp>
      <p:sp>
        <p:nvSpPr>
          <p:cNvPr id="20" name="TextBox 20"/>
          <p:cNvSpPr txBox="1"/>
          <p:nvPr/>
        </p:nvSpPr>
        <p:spPr>
          <a:xfrm>
            <a:off x="1029067" y="8937669"/>
            <a:ext cx="5231327" cy="290194"/>
          </a:xfrm>
          <a:prstGeom prst="rect">
            <a:avLst/>
          </a:prstGeom>
        </p:spPr>
        <p:txBody>
          <a:bodyPr lIns="0" tIns="0" rIns="0" bIns="0" rtlCol="0" anchor="t">
            <a:spAutoFit/>
          </a:bodyPr>
          <a:lstStyle/>
          <a:p>
            <a:pPr algn="l">
              <a:lnSpc>
                <a:spcPts val="2380"/>
              </a:lnSpc>
              <a:spcBef>
                <a:spcPct val="0"/>
              </a:spcBef>
            </a:pPr>
            <a:r>
              <a:rPr lang="en-US" sz="1700" u="sng" dirty="0">
                <a:solidFill>
                  <a:srgbClr val="F4F4F4"/>
                </a:solidFill>
                <a:latin typeface="Fira Sans"/>
                <a:ea typeface="Fira Sans"/>
                <a:cs typeface="Fira Sans"/>
                <a:sym typeface="Fira Sans"/>
                <a:hlinkClick r:id="rId2" action="ppaction://hlinksldjump"/>
              </a:rPr>
              <a:t>Back to Homepage</a:t>
            </a:r>
          </a:p>
        </p:txBody>
      </p:sp>
      <p:sp>
        <p:nvSpPr>
          <p:cNvPr id="21" name="AutoShape 21"/>
          <p:cNvSpPr/>
          <p:nvPr/>
        </p:nvSpPr>
        <p:spPr>
          <a:xfrm>
            <a:off x="7162800" y="3029850"/>
            <a:ext cx="9944100" cy="1"/>
          </a:xfrm>
          <a:prstGeom prst="line">
            <a:avLst/>
          </a:prstGeom>
          <a:ln w="9525" cap="flat">
            <a:solidFill>
              <a:srgbClr val="000000"/>
            </a:solidFill>
            <a:prstDash val="solid"/>
            <a:headEnd type="none" w="sm" len="sm"/>
            <a:tailEnd type="none" w="sm" len="sm"/>
          </a:ln>
        </p:spPr>
        <p:txBody>
          <a:bodyPr/>
          <a:lstStyle/>
          <a:p>
            <a:endParaRPr lang="en-US"/>
          </a:p>
        </p:txBody>
      </p:sp>
      <p:sp>
        <p:nvSpPr>
          <p:cNvPr id="22" name="AutoShape 22"/>
          <p:cNvSpPr/>
          <p:nvPr/>
        </p:nvSpPr>
        <p:spPr>
          <a:xfrm>
            <a:off x="7315200" y="5280797"/>
            <a:ext cx="9944100" cy="1"/>
          </a:xfrm>
          <a:prstGeom prst="line">
            <a:avLst/>
          </a:prstGeom>
          <a:ln w="9525" cap="flat">
            <a:solidFill>
              <a:srgbClr val="000000"/>
            </a:solidFill>
            <a:prstDash val="solid"/>
            <a:headEnd type="none" w="sm" len="sm"/>
            <a:tailEnd type="none" w="sm" len="sm"/>
          </a:ln>
        </p:spPr>
        <p:txBody>
          <a:bodyPr/>
          <a:lstStyle/>
          <a:p>
            <a:endParaRPr lang="en-US"/>
          </a:p>
        </p:txBody>
      </p:sp>
      <p:sp>
        <p:nvSpPr>
          <p:cNvPr id="11" name="AutoShape 22">
            <a:extLst>
              <a:ext uri="{FF2B5EF4-FFF2-40B4-BE49-F238E27FC236}">
                <a16:creationId xmlns:a16="http://schemas.microsoft.com/office/drawing/2014/main" id="{A14E3DF0-79E4-727D-D368-D2C0880D0F93}"/>
              </a:ext>
            </a:extLst>
          </p:cNvPr>
          <p:cNvSpPr/>
          <p:nvPr/>
        </p:nvSpPr>
        <p:spPr>
          <a:xfrm>
            <a:off x="7318917" y="6986216"/>
            <a:ext cx="9944100" cy="1"/>
          </a:xfrm>
          <a:prstGeom prst="line">
            <a:avLst/>
          </a:prstGeom>
          <a:ln w="9525" cap="flat">
            <a:solidFill>
              <a:srgbClr val="000000"/>
            </a:solidFill>
            <a:prstDash val="solid"/>
            <a:headEnd type="none" w="sm" len="sm"/>
            <a:tailEnd type="none" w="sm" len="sm"/>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4651"/>
        </a:solidFill>
        <a:effectLst/>
      </p:bgPr>
    </p:bg>
    <p:spTree>
      <p:nvGrpSpPr>
        <p:cNvPr id="1" name=""/>
        <p:cNvGrpSpPr/>
        <p:nvPr/>
      </p:nvGrpSpPr>
      <p:grpSpPr>
        <a:xfrm>
          <a:off x="0" y="0"/>
          <a:ext cx="0" cy="0"/>
          <a:chOff x="0" y="0"/>
          <a:chExt cx="0" cy="0"/>
        </a:xfrm>
      </p:grpSpPr>
      <p:grpSp>
        <p:nvGrpSpPr>
          <p:cNvPr id="5" name="Group 5"/>
          <p:cNvGrpSpPr/>
          <p:nvPr/>
        </p:nvGrpSpPr>
        <p:grpSpPr>
          <a:xfrm rot="-10800000">
            <a:off x="-2915828" y="-3678236"/>
            <a:ext cx="12804984" cy="6226137"/>
            <a:chOff x="0" y="0"/>
            <a:chExt cx="11048529" cy="5372100"/>
          </a:xfrm>
        </p:grpSpPr>
        <p:sp>
          <p:nvSpPr>
            <p:cNvPr id="6" name="Freeform 6"/>
            <p:cNvSpPr/>
            <p:nvPr/>
          </p:nvSpPr>
          <p:spPr>
            <a:xfrm>
              <a:off x="0" y="0"/>
              <a:ext cx="11048529" cy="5372100"/>
            </a:xfrm>
            <a:custGeom>
              <a:avLst/>
              <a:gdLst/>
              <a:ahLst/>
              <a:cxnLst/>
              <a:rect l="l" t="t" r="r" b="b"/>
              <a:pathLst>
                <a:path w="11048529" h="5372100">
                  <a:moveTo>
                    <a:pt x="9497859" y="0"/>
                  </a:moveTo>
                  <a:lnTo>
                    <a:pt x="1550670" y="0"/>
                  </a:lnTo>
                  <a:lnTo>
                    <a:pt x="0" y="2686050"/>
                  </a:lnTo>
                  <a:lnTo>
                    <a:pt x="1550670" y="5372100"/>
                  </a:lnTo>
                  <a:lnTo>
                    <a:pt x="9497859" y="5372100"/>
                  </a:lnTo>
                  <a:lnTo>
                    <a:pt x="11048529" y="2686050"/>
                  </a:lnTo>
                  <a:lnTo>
                    <a:pt x="9497859" y="0"/>
                  </a:lnTo>
                  <a:close/>
                </a:path>
              </a:pathLst>
            </a:custGeom>
            <a:solidFill>
              <a:srgbClr val="A4E473"/>
            </a:solidFill>
          </p:spPr>
          <p:txBody>
            <a:bodyPr/>
            <a:lstStyle/>
            <a:p>
              <a:endParaRPr lang="en-US"/>
            </a:p>
          </p:txBody>
        </p:sp>
      </p:grpSp>
      <p:grpSp>
        <p:nvGrpSpPr>
          <p:cNvPr id="7" name="Group 7"/>
          <p:cNvGrpSpPr/>
          <p:nvPr/>
        </p:nvGrpSpPr>
        <p:grpSpPr>
          <a:xfrm>
            <a:off x="8611724" y="-865713"/>
            <a:ext cx="2695438" cy="2334501"/>
            <a:chOff x="0" y="0"/>
            <a:chExt cx="6202680" cy="5372100"/>
          </a:xfrm>
        </p:grpSpPr>
        <p:sp>
          <p:nvSpPr>
            <p:cNvPr id="8" name="Freeform 8"/>
            <p:cNvSpPr/>
            <p:nvPr/>
          </p:nvSpPr>
          <p:spPr>
            <a:xfrm>
              <a:off x="0" y="0"/>
              <a:ext cx="6202680" cy="5372100"/>
            </a:xfrm>
            <a:custGeom>
              <a:avLst/>
              <a:gdLst/>
              <a:ahLst/>
              <a:cxnLst/>
              <a:rect l="l" t="t" r="r" b="b"/>
              <a:pathLst>
                <a:path w="6202680" h="5372100">
                  <a:moveTo>
                    <a:pt x="4652010" y="0"/>
                  </a:moveTo>
                  <a:lnTo>
                    <a:pt x="1550670" y="0"/>
                  </a:lnTo>
                  <a:lnTo>
                    <a:pt x="0" y="2686050"/>
                  </a:lnTo>
                  <a:lnTo>
                    <a:pt x="1550670" y="5372100"/>
                  </a:lnTo>
                  <a:lnTo>
                    <a:pt x="4652010" y="5372100"/>
                  </a:lnTo>
                  <a:lnTo>
                    <a:pt x="6202680" y="2686050"/>
                  </a:lnTo>
                  <a:lnTo>
                    <a:pt x="4652010" y="0"/>
                  </a:lnTo>
                  <a:close/>
                </a:path>
              </a:pathLst>
            </a:custGeom>
            <a:solidFill>
              <a:srgbClr val="00A181"/>
            </a:solidFill>
          </p:spPr>
          <p:txBody>
            <a:bodyPr/>
            <a:lstStyle/>
            <a:p>
              <a:endParaRPr lang="en-US"/>
            </a:p>
          </p:txBody>
        </p:sp>
      </p:grpSp>
      <p:sp>
        <p:nvSpPr>
          <p:cNvPr id="9" name="TextBox 9"/>
          <p:cNvSpPr txBox="1"/>
          <p:nvPr/>
        </p:nvSpPr>
        <p:spPr>
          <a:xfrm>
            <a:off x="974436" y="1026245"/>
            <a:ext cx="7621124" cy="820289"/>
          </a:xfrm>
          <a:prstGeom prst="rect">
            <a:avLst/>
          </a:prstGeom>
        </p:spPr>
        <p:txBody>
          <a:bodyPr wrap="square" lIns="0" tIns="0" rIns="0" bIns="0" rtlCol="0" anchor="t">
            <a:spAutoFit/>
          </a:bodyPr>
          <a:lstStyle/>
          <a:p>
            <a:pPr marL="0" lvl="0" indent="0" algn="l">
              <a:lnSpc>
                <a:spcPts val="6727"/>
              </a:lnSpc>
              <a:spcBef>
                <a:spcPct val="0"/>
              </a:spcBef>
            </a:pPr>
            <a:r>
              <a:rPr lang="en-US" sz="5175" b="1" spc="-51" dirty="0">
                <a:solidFill>
                  <a:srgbClr val="000000"/>
                </a:solidFill>
                <a:latin typeface="Fira Sans Medium"/>
                <a:ea typeface="Fira Sans Medium"/>
                <a:cs typeface="Fira Sans Medium"/>
                <a:sym typeface="Fira Sans Medium"/>
              </a:rPr>
              <a:t>Assessment Breakdown</a:t>
            </a:r>
          </a:p>
        </p:txBody>
      </p:sp>
      <p:sp>
        <p:nvSpPr>
          <p:cNvPr id="15" name="TextBox 15"/>
          <p:cNvSpPr txBox="1"/>
          <p:nvPr/>
        </p:nvSpPr>
        <p:spPr>
          <a:xfrm>
            <a:off x="14610072" y="1146232"/>
            <a:ext cx="2799829" cy="290158"/>
          </a:xfrm>
          <a:prstGeom prst="rect">
            <a:avLst/>
          </a:prstGeom>
        </p:spPr>
        <p:txBody>
          <a:bodyPr lIns="0" tIns="0" rIns="0" bIns="0" rtlCol="0" anchor="t">
            <a:spAutoFit/>
          </a:bodyPr>
          <a:lstStyle/>
          <a:p>
            <a:pPr algn="r">
              <a:lnSpc>
                <a:spcPts val="2380"/>
              </a:lnSpc>
              <a:spcBef>
                <a:spcPct val="0"/>
              </a:spcBef>
            </a:pPr>
            <a:r>
              <a:rPr lang="en-US" sz="1700" u="sng" dirty="0">
                <a:solidFill>
                  <a:srgbClr val="F4F4F4"/>
                </a:solidFill>
                <a:latin typeface="Fira Sans"/>
                <a:ea typeface="Fira Sans"/>
                <a:cs typeface="Fira Sans"/>
                <a:sym typeface="Fira Sans"/>
                <a:hlinkClick r:id="rId2" action="ppaction://hlinksldjump"/>
              </a:rPr>
              <a:t>Back to Homepage</a:t>
            </a:r>
          </a:p>
        </p:txBody>
      </p:sp>
      <p:graphicFrame>
        <p:nvGraphicFramePr>
          <p:cNvPr id="16" name="Table 15">
            <a:extLst>
              <a:ext uri="{FF2B5EF4-FFF2-40B4-BE49-F238E27FC236}">
                <a16:creationId xmlns:a16="http://schemas.microsoft.com/office/drawing/2014/main" id="{06C12E1F-61AD-FFFA-938C-18DE8AD89D7F}"/>
              </a:ext>
            </a:extLst>
          </p:cNvPr>
          <p:cNvGraphicFramePr>
            <a:graphicFrameLocks noGrp="1"/>
          </p:cNvGraphicFramePr>
          <p:nvPr>
            <p:extLst>
              <p:ext uri="{D42A27DB-BD31-4B8C-83A1-F6EECF244321}">
                <p14:modId xmlns:p14="http://schemas.microsoft.com/office/powerpoint/2010/main" val="3388552135"/>
              </p:ext>
            </p:extLst>
          </p:nvPr>
        </p:nvGraphicFramePr>
        <p:xfrm>
          <a:off x="2743200" y="3348746"/>
          <a:ext cx="13411200" cy="2499360"/>
        </p:xfrm>
        <a:graphic>
          <a:graphicData uri="http://schemas.openxmlformats.org/drawingml/2006/table">
            <a:tbl>
              <a:tblPr>
                <a:tableStyleId>{3C2FFA5D-87B4-456A-9821-1D502468CF0F}</a:tableStyleId>
              </a:tblPr>
              <a:tblGrid>
                <a:gridCol w="4819650">
                  <a:extLst>
                    <a:ext uri="{9D8B030D-6E8A-4147-A177-3AD203B41FA5}">
                      <a16:colId xmlns:a16="http://schemas.microsoft.com/office/drawing/2014/main" val="2836804339"/>
                    </a:ext>
                  </a:extLst>
                </a:gridCol>
                <a:gridCol w="6286500">
                  <a:extLst>
                    <a:ext uri="{9D8B030D-6E8A-4147-A177-3AD203B41FA5}">
                      <a16:colId xmlns:a16="http://schemas.microsoft.com/office/drawing/2014/main" val="1017022257"/>
                    </a:ext>
                  </a:extLst>
                </a:gridCol>
                <a:gridCol w="2305050">
                  <a:extLst>
                    <a:ext uri="{9D8B030D-6E8A-4147-A177-3AD203B41FA5}">
                      <a16:colId xmlns:a16="http://schemas.microsoft.com/office/drawing/2014/main" val="3957023218"/>
                    </a:ext>
                  </a:extLst>
                </a:gridCol>
              </a:tblGrid>
              <a:tr h="495669">
                <a:tc>
                  <a:txBody>
                    <a:bodyPr/>
                    <a:lstStyle/>
                    <a:p>
                      <a:r>
                        <a:rPr lang="en-MY" sz="2800" b="1" dirty="0"/>
                        <a:t>Assessment</a:t>
                      </a:r>
                    </a:p>
                  </a:txBody>
                  <a:tcPr anchor="ctr"/>
                </a:tc>
                <a:tc>
                  <a:txBody>
                    <a:bodyPr/>
                    <a:lstStyle/>
                    <a:p>
                      <a:r>
                        <a:rPr lang="en-MY" sz="2800" b="1"/>
                        <a:t>Description</a:t>
                      </a:r>
                    </a:p>
                  </a:txBody>
                  <a:tcPr anchor="ctr"/>
                </a:tc>
                <a:tc>
                  <a:txBody>
                    <a:bodyPr/>
                    <a:lstStyle/>
                    <a:p>
                      <a:r>
                        <a:rPr lang="en-MY" sz="2800" b="1" dirty="0"/>
                        <a:t>Weight</a:t>
                      </a:r>
                    </a:p>
                  </a:txBody>
                  <a:tcPr anchor="ctr"/>
                </a:tc>
                <a:extLst>
                  <a:ext uri="{0D108BD9-81ED-4DB2-BD59-A6C34878D82A}">
                    <a16:rowId xmlns:a16="http://schemas.microsoft.com/office/drawing/2014/main" val="128146754"/>
                  </a:ext>
                </a:extLst>
              </a:tr>
              <a:tr h="867420">
                <a:tc>
                  <a:txBody>
                    <a:bodyPr/>
                    <a:lstStyle/>
                    <a:p>
                      <a:r>
                        <a:rPr lang="en-MY" sz="2800" dirty="0"/>
                        <a:t>Assignment 1</a:t>
                      </a:r>
                    </a:p>
                  </a:txBody>
                  <a:tcPr anchor="ctr">
                    <a:solidFill>
                      <a:schemeClr val="accent6">
                        <a:lumMod val="60000"/>
                        <a:lumOff val="40000"/>
                      </a:schemeClr>
                    </a:solidFill>
                  </a:tcPr>
                </a:tc>
                <a:tc>
                  <a:txBody>
                    <a:bodyPr/>
                    <a:lstStyle/>
                    <a:p>
                      <a:r>
                        <a:rPr lang="en-US" sz="2800" dirty="0"/>
                        <a:t>Related with selection of SDLC methodologies and UML diagrams</a:t>
                      </a:r>
                    </a:p>
                  </a:txBody>
                  <a:tcPr anchor="ctr">
                    <a:solidFill>
                      <a:schemeClr val="accent6">
                        <a:lumMod val="60000"/>
                        <a:lumOff val="40000"/>
                      </a:schemeClr>
                    </a:solidFill>
                  </a:tcPr>
                </a:tc>
                <a:tc>
                  <a:txBody>
                    <a:bodyPr/>
                    <a:lstStyle/>
                    <a:p>
                      <a:r>
                        <a:rPr lang="en-MY" sz="2800" dirty="0"/>
                        <a:t>40%</a:t>
                      </a:r>
                    </a:p>
                  </a:txBody>
                  <a:tcPr anchor="ctr">
                    <a:solidFill>
                      <a:schemeClr val="accent6">
                        <a:lumMod val="60000"/>
                        <a:lumOff val="40000"/>
                      </a:schemeClr>
                    </a:solidFill>
                  </a:tcPr>
                </a:tc>
                <a:extLst>
                  <a:ext uri="{0D108BD9-81ED-4DB2-BD59-A6C34878D82A}">
                    <a16:rowId xmlns:a16="http://schemas.microsoft.com/office/drawing/2014/main" val="2754908166"/>
                  </a:ext>
                </a:extLst>
              </a:tr>
              <a:tr h="495669">
                <a:tc>
                  <a:txBody>
                    <a:bodyPr/>
                    <a:lstStyle/>
                    <a:p>
                      <a:r>
                        <a:rPr lang="en-MY" sz="2800" dirty="0"/>
                        <a:t>Case Study</a:t>
                      </a:r>
                    </a:p>
                  </a:txBody>
                  <a:tcPr anchor="ctr">
                    <a:solidFill>
                      <a:schemeClr val="accent6">
                        <a:lumMod val="60000"/>
                        <a:lumOff val="40000"/>
                      </a:schemeClr>
                    </a:solidFill>
                  </a:tcPr>
                </a:tc>
                <a:tc>
                  <a:txBody>
                    <a:bodyPr/>
                    <a:lstStyle/>
                    <a:p>
                      <a:r>
                        <a:rPr lang="en-MY" sz="2800" dirty="0"/>
                        <a:t>2 case study to be critically evaluated</a:t>
                      </a:r>
                    </a:p>
                  </a:txBody>
                  <a:tcPr anchor="ctr">
                    <a:solidFill>
                      <a:schemeClr val="accent6">
                        <a:lumMod val="60000"/>
                        <a:lumOff val="40000"/>
                      </a:schemeClr>
                    </a:solidFill>
                  </a:tcPr>
                </a:tc>
                <a:tc>
                  <a:txBody>
                    <a:bodyPr/>
                    <a:lstStyle/>
                    <a:p>
                      <a:r>
                        <a:rPr lang="en-MY" sz="2800" dirty="0"/>
                        <a:t>20%</a:t>
                      </a:r>
                    </a:p>
                  </a:txBody>
                  <a:tcPr anchor="ctr">
                    <a:solidFill>
                      <a:schemeClr val="accent6">
                        <a:lumMod val="60000"/>
                        <a:lumOff val="40000"/>
                      </a:schemeClr>
                    </a:solidFill>
                  </a:tcPr>
                </a:tc>
                <a:extLst>
                  <a:ext uri="{0D108BD9-81ED-4DB2-BD59-A6C34878D82A}">
                    <a16:rowId xmlns:a16="http://schemas.microsoft.com/office/drawing/2014/main" val="3051242805"/>
                  </a:ext>
                </a:extLst>
              </a:tr>
              <a:tr h="495669">
                <a:tc>
                  <a:txBody>
                    <a:bodyPr/>
                    <a:lstStyle/>
                    <a:p>
                      <a:r>
                        <a:rPr lang="en-MY" sz="2800" dirty="0"/>
                        <a:t>Project &amp; Report</a:t>
                      </a:r>
                    </a:p>
                  </a:txBody>
                  <a:tcPr anchor="ctr"/>
                </a:tc>
                <a:tc>
                  <a:txBody>
                    <a:bodyPr/>
                    <a:lstStyle/>
                    <a:p>
                      <a:r>
                        <a:rPr lang="en-MY" sz="2800" dirty="0"/>
                        <a:t>Documentation, presentation &amp; Q&amp;A</a:t>
                      </a:r>
                    </a:p>
                  </a:txBody>
                  <a:tcPr anchor="ctr"/>
                </a:tc>
                <a:tc>
                  <a:txBody>
                    <a:bodyPr/>
                    <a:lstStyle/>
                    <a:p>
                      <a:r>
                        <a:rPr lang="en-MY" sz="2800" dirty="0"/>
                        <a:t>40%</a:t>
                      </a:r>
                    </a:p>
                  </a:txBody>
                  <a:tcPr anchor="ctr"/>
                </a:tc>
                <a:extLst>
                  <a:ext uri="{0D108BD9-81ED-4DB2-BD59-A6C34878D82A}">
                    <a16:rowId xmlns:a16="http://schemas.microsoft.com/office/drawing/2014/main" val="2228442804"/>
                  </a:ext>
                </a:extLst>
              </a:tr>
            </a:tbl>
          </a:graphicData>
        </a:graphic>
      </p:graphicFrame>
      <p:sp>
        <p:nvSpPr>
          <p:cNvPr id="17" name="Right Brace 16">
            <a:extLst>
              <a:ext uri="{FF2B5EF4-FFF2-40B4-BE49-F238E27FC236}">
                <a16:creationId xmlns:a16="http://schemas.microsoft.com/office/drawing/2014/main" id="{C7499593-8C41-A717-3EF9-178A94B28711}"/>
              </a:ext>
            </a:extLst>
          </p:cNvPr>
          <p:cNvSpPr/>
          <p:nvPr/>
        </p:nvSpPr>
        <p:spPr>
          <a:xfrm>
            <a:off x="1676400" y="3900435"/>
            <a:ext cx="1066800" cy="830997"/>
          </a:xfrm>
          <a:prstGeom prst="rightBrace">
            <a:avLst/>
          </a:prstGeom>
          <a:ln w="57150"/>
        </p:spPr>
        <p:style>
          <a:lnRef idx="1">
            <a:schemeClr val="accent2"/>
          </a:lnRef>
          <a:fillRef idx="0">
            <a:schemeClr val="accent2"/>
          </a:fillRef>
          <a:effectRef idx="0">
            <a:schemeClr val="accent2"/>
          </a:effectRef>
          <a:fontRef idx="minor">
            <a:schemeClr val="tx1"/>
          </a:fontRef>
        </p:style>
        <p:txBody>
          <a:bodyPr rtlCol="0" anchor="ctr"/>
          <a:lstStyle/>
          <a:p>
            <a:pPr algn="ctr"/>
            <a:endParaRPr lang="en-MY"/>
          </a:p>
        </p:txBody>
      </p:sp>
      <p:sp>
        <p:nvSpPr>
          <p:cNvPr id="18" name="TextBox 17">
            <a:extLst>
              <a:ext uri="{FF2B5EF4-FFF2-40B4-BE49-F238E27FC236}">
                <a16:creationId xmlns:a16="http://schemas.microsoft.com/office/drawing/2014/main" id="{77C6DCCA-16B5-B323-B47E-0CCAEAD26BAB}"/>
              </a:ext>
            </a:extLst>
          </p:cNvPr>
          <p:cNvSpPr txBox="1"/>
          <p:nvPr/>
        </p:nvSpPr>
        <p:spPr>
          <a:xfrm>
            <a:off x="243468" y="3900434"/>
            <a:ext cx="2514600" cy="830997"/>
          </a:xfrm>
          <a:prstGeom prst="rect">
            <a:avLst/>
          </a:prstGeom>
          <a:noFill/>
        </p:spPr>
        <p:txBody>
          <a:bodyPr wrap="square" rtlCol="0">
            <a:spAutoFit/>
          </a:bodyPr>
          <a:lstStyle/>
          <a:p>
            <a:r>
              <a:rPr lang="en-MY" sz="2400" dirty="0">
                <a:highlight>
                  <a:srgbClr val="FFFF00"/>
                </a:highlight>
              </a:rPr>
              <a:t>Continuous Assessment </a:t>
            </a:r>
          </a:p>
        </p:txBody>
      </p:sp>
      <p:sp>
        <p:nvSpPr>
          <p:cNvPr id="19" name="Right Brace 18">
            <a:extLst>
              <a:ext uri="{FF2B5EF4-FFF2-40B4-BE49-F238E27FC236}">
                <a16:creationId xmlns:a16="http://schemas.microsoft.com/office/drawing/2014/main" id="{19699853-1AAF-5D54-B38D-5604E3F4DD50}"/>
              </a:ext>
            </a:extLst>
          </p:cNvPr>
          <p:cNvSpPr/>
          <p:nvPr/>
        </p:nvSpPr>
        <p:spPr>
          <a:xfrm>
            <a:off x="1790700" y="5084693"/>
            <a:ext cx="838200" cy="899330"/>
          </a:xfrm>
          <a:prstGeom prst="rightBrace">
            <a:avLst/>
          </a:prstGeom>
          <a:ln w="57150"/>
        </p:spPr>
        <p:style>
          <a:lnRef idx="1">
            <a:schemeClr val="accent2"/>
          </a:lnRef>
          <a:fillRef idx="0">
            <a:schemeClr val="accent2"/>
          </a:fillRef>
          <a:effectRef idx="0">
            <a:schemeClr val="accent2"/>
          </a:effectRef>
          <a:fontRef idx="minor">
            <a:schemeClr val="tx1"/>
          </a:fontRef>
        </p:style>
        <p:txBody>
          <a:bodyPr rtlCol="0" anchor="ctr"/>
          <a:lstStyle/>
          <a:p>
            <a:pPr algn="ctr"/>
            <a:endParaRPr lang="en-MY"/>
          </a:p>
        </p:txBody>
      </p:sp>
      <p:sp>
        <p:nvSpPr>
          <p:cNvPr id="20" name="TextBox 19">
            <a:extLst>
              <a:ext uri="{FF2B5EF4-FFF2-40B4-BE49-F238E27FC236}">
                <a16:creationId xmlns:a16="http://schemas.microsoft.com/office/drawing/2014/main" id="{EB6292E5-F8D5-A277-A4A7-CAFC32E48C97}"/>
              </a:ext>
            </a:extLst>
          </p:cNvPr>
          <p:cNvSpPr txBox="1"/>
          <p:nvPr/>
        </p:nvSpPr>
        <p:spPr>
          <a:xfrm>
            <a:off x="250762" y="5035341"/>
            <a:ext cx="2209800" cy="830997"/>
          </a:xfrm>
          <a:prstGeom prst="rect">
            <a:avLst/>
          </a:prstGeom>
          <a:noFill/>
        </p:spPr>
        <p:txBody>
          <a:bodyPr wrap="square" rtlCol="0">
            <a:spAutoFit/>
          </a:bodyPr>
          <a:lstStyle/>
          <a:p>
            <a:r>
              <a:rPr lang="en-MY" sz="2400" dirty="0">
                <a:highlight>
                  <a:srgbClr val="FFFF00"/>
                </a:highlight>
              </a:rPr>
              <a:t>Final Assessment </a:t>
            </a:r>
          </a:p>
        </p:txBody>
      </p:sp>
      <p:sp>
        <p:nvSpPr>
          <p:cNvPr id="21" name="object 10">
            <a:extLst>
              <a:ext uri="{FF2B5EF4-FFF2-40B4-BE49-F238E27FC236}">
                <a16:creationId xmlns:a16="http://schemas.microsoft.com/office/drawing/2014/main" id="{BDBD01DF-AAFC-ED2B-71F0-7AAE1D649692}"/>
              </a:ext>
            </a:extLst>
          </p:cNvPr>
          <p:cNvSpPr txBox="1"/>
          <p:nvPr/>
        </p:nvSpPr>
        <p:spPr>
          <a:xfrm>
            <a:off x="2486891" y="6551016"/>
            <a:ext cx="13923818" cy="1197764"/>
          </a:xfrm>
          <a:prstGeom prst="rect">
            <a:avLst/>
          </a:prstGeom>
        </p:spPr>
        <p:txBody>
          <a:bodyPr vert="horz" wrap="square" lIns="0" tIns="88900" rIns="0" bIns="0" rtlCol="0">
            <a:spAutoFit/>
          </a:bodyPr>
          <a:lstStyle/>
          <a:p>
            <a:pPr marL="12065" algn="ctr">
              <a:lnSpc>
                <a:spcPct val="100000"/>
              </a:lnSpc>
              <a:spcBef>
                <a:spcPts val="700"/>
              </a:spcBef>
              <a:tabLst>
                <a:tab pos="372745" algn="l"/>
              </a:tabLst>
            </a:pPr>
            <a:r>
              <a:rPr lang="en-US" sz="3600" dirty="0">
                <a:solidFill>
                  <a:srgbClr val="FF0000"/>
                </a:solidFill>
                <a:highlight>
                  <a:srgbClr val="FFFF00"/>
                </a:highlight>
              </a:rPr>
              <a:t>PLEASE NOTE: To pass this module, it is required to pass both assessment components. Only then will the final grade be considered as PASS.</a:t>
            </a:r>
            <a:endParaRPr sz="3600" dirty="0">
              <a:solidFill>
                <a:srgbClr val="FF0000"/>
              </a:solidFill>
              <a:highlight>
                <a:srgbClr val="FFFF00"/>
              </a:highlight>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18" name="Group 18"/>
          <p:cNvGrpSpPr/>
          <p:nvPr/>
        </p:nvGrpSpPr>
        <p:grpSpPr>
          <a:xfrm>
            <a:off x="685800" y="2400300"/>
            <a:ext cx="16002000" cy="6557364"/>
            <a:chOff x="0" y="0"/>
            <a:chExt cx="371119" cy="176731"/>
          </a:xfrm>
        </p:grpSpPr>
        <p:sp>
          <p:nvSpPr>
            <p:cNvPr id="19" name="Freeform 19"/>
            <p:cNvSpPr/>
            <p:nvPr/>
          </p:nvSpPr>
          <p:spPr>
            <a:xfrm>
              <a:off x="0" y="0"/>
              <a:ext cx="371119" cy="176731"/>
            </a:xfrm>
            <a:custGeom>
              <a:avLst/>
              <a:gdLst/>
              <a:ahLst/>
              <a:cxnLst/>
              <a:rect l="l" t="t" r="r" b="b"/>
              <a:pathLst>
                <a:path w="371119" h="176731">
                  <a:moveTo>
                    <a:pt x="0" y="0"/>
                  </a:moveTo>
                  <a:lnTo>
                    <a:pt x="371119" y="0"/>
                  </a:lnTo>
                  <a:lnTo>
                    <a:pt x="371119" y="176731"/>
                  </a:lnTo>
                  <a:lnTo>
                    <a:pt x="0" y="176731"/>
                  </a:lnTo>
                  <a:close/>
                </a:path>
              </a:pathLst>
            </a:custGeom>
            <a:solidFill>
              <a:srgbClr val="00A181"/>
            </a:solidFill>
          </p:spPr>
          <p:txBody>
            <a:bodyPr/>
            <a:lstStyle/>
            <a:p>
              <a:endParaRPr lang="en-US"/>
            </a:p>
          </p:txBody>
        </p:sp>
        <p:sp>
          <p:nvSpPr>
            <p:cNvPr id="20" name="TextBox 20"/>
            <p:cNvSpPr txBox="1"/>
            <p:nvPr/>
          </p:nvSpPr>
          <p:spPr>
            <a:xfrm>
              <a:off x="0" y="-19050"/>
              <a:ext cx="371119" cy="195781"/>
            </a:xfrm>
            <a:prstGeom prst="rect">
              <a:avLst/>
            </a:prstGeom>
          </p:spPr>
          <p:txBody>
            <a:bodyPr lIns="254000" tIns="254000" rIns="254000" bIns="254000" rtlCol="0" anchor="ctr"/>
            <a:lstStyle/>
            <a:p>
              <a:pPr algn="ctr">
                <a:lnSpc>
                  <a:spcPts val="1950"/>
                </a:lnSpc>
              </a:pPr>
              <a:endParaRPr lang="en-US" sz="1500" b="1" spc="75" dirty="0">
                <a:solidFill>
                  <a:srgbClr val="F4F4F4"/>
                </a:solidFill>
                <a:latin typeface="Fira Sans Medium"/>
                <a:ea typeface="Fira Sans Medium"/>
                <a:cs typeface="Fira Sans Medium"/>
                <a:sym typeface="Fira Sans Medium"/>
              </a:endParaRPr>
            </a:p>
          </p:txBody>
        </p:sp>
      </p:grpSp>
      <p:sp>
        <p:nvSpPr>
          <p:cNvPr id="57" name="TextBox 57"/>
          <p:cNvSpPr txBox="1"/>
          <p:nvPr/>
        </p:nvSpPr>
        <p:spPr>
          <a:xfrm>
            <a:off x="1028700" y="962025"/>
            <a:ext cx="7241307" cy="980926"/>
          </a:xfrm>
          <a:prstGeom prst="rect">
            <a:avLst/>
          </a:prstGeom>
        </p:spPr>
        <p:txBody>
          <a:bodyPr lIns="0" tIns="0" rIns="0" bIns="0" rtlCol="0" anchor="t">
            <a:spAutoFit/>
          </a:bodyPr>
          <a:lstStyle/>
          <a:p>
            <a:pPr algn="l">
              <a:lnSpc>
                <a:spcPts val="7800"/>
              </a:lnSpc>
              <a:spcBef>
                <a:spcPct val="0"/>
              </a:spcBef>
            </a:pPr>
            <a:r>
              <a:rPr lang="en-US" sz="6000" b="1" spc="-60" dirty="0">
                <a:solidFill>
                  <a:srgbClr val="000000"/>
                </a:solidFill>
                <a:latin typeface="Fira Sans Medium"/>
                <a:ea typeface="Fira Sans Medium"/>
                <a:cs typeface="Fira Sans Medium"/>
                <a:sym typeface="Fira Sans Medium"/>
              </a:rPr>
              <a:t>Topics</a:t>
            </a:r>
          </a:p>
        </p:txBody>
      </p:sp>
      <p:grpSp>
        <p:nvGrpSpPr>
          <p:cNvPr id="58" name="Group 58"/>
          <p:cNvGrpSpPr/>
          <p:nvPr/>
        </p:nvGrpSpPr>
        <p:grpSpPr>
          <a:xfrm rot="-10800000">
            <a:off x="10542559" y="-4150923"/>
            <a:ext cx="9822161" cy="6226137"/>
            <a:chOff x="0" y="0"/>
            <a:chExt cx="8474859" cy="5372100"/>
          </a:xfrm>
        </p:grpSpPr>
        <p:sp>
          <p:nvSpPr>
            <p:cNvPr id="59" name="Freeform 59"/>
            <p:cNvSpPr/>
            <p:nvPr/>
          </p:nvSpPr>
          <p:spPr>
            <a:xfrm>
              <a:off x="0" y="0"/>
              <a:ext cx="8474859" cy="5372100"/>
            </a:xfrm>
            <a:custGeom>
              <a:avLst/>
              <a:gdLst/>
              <a:ahLst/>
              <a:cxnLst/>
              <a:rect l="l" t="t" r="r" b="b"/>
              <a:pathLst>
                <a:path w="8474859" h="5372100">
                  <a:moveTo>
                    <a:pt x="6924189" y="0"/>
                  </a:moveTo>
                  <a:lnTo>
                    <a:pt x="1550670" y="0"/>
                  </a:lnTo>
                  <a:lnTo>
                    <a:pt x="0" y="2686050"/>
                  </a:lnTo>
                  <a:lnTo>
                    <a:pt x="1550670" y="5372100"/>
                  </a:lnTo>
                  <a:lnTo>
                    <a:pt x="6924189" y="5372100"/>
                  </a:lnTo>
                  <a:lnTo>
                    <a:pt x="8474859" y="2686050"/>
                  </a:lnTo>
                  <a:lnTo>
                    <a:pt x="6924189" y="0"/>
                  </a:lnTo>
                  <a:close/>
                </a:path>
              </a:pathLst>
            </a:custGeom>
            <a:solidFill>
              <a:srgbClr val="004651"/>
            </a:solidFill>
          </p:spPr>
          <p:txBody>
            <a:bodyPr/>
            <a:lstStyle/>
            <a:p>
              <a:endParaRPr lang="en-US"/>
            </a:p>
          </p:txBody>
        </p:sp>
      </p:grpSp>
      <p:grpSp>
        <p:nvGrpSpPr>
          <p:cNvPr id="60" name="Group 60"/>
          <p:cNvGrpSpPr/>
          <p:nvPr/>
        </p:nvGrpSpPr>
        <p:grpSpPr>
          <a:xfrm>
            <a:off x="9959443" y="-865713"/>
            <a:ext cx="2695438" cy="2334501"/>
            <a:chOff x="0" y="0"/>
            <a:chExt cx="6202680" cy="5372100"/>
          </a:xfrm>
        </p:grpSpPr>
        <p:sp>
          <p:nvSpPr>
            <p:cNvPr id="61" name="Freeform 61"/>
            <p:cNvSpPr/>
            <p:nvPr/>
          </p:nvSpPr>
          <p:spPr>
            <a:xfrm>
              <a:off x="0" y="0"/>
              <a:ext cx="6202680" cy="5372100"/>
            </a:xfrm>
            <a:custGeom>
              <a:avLst/>
              <a:gdLst/>
              <a:ahLst/>
              <a:cxnLst/>
              <a:rect l="l" t="t" r="r" b="b"/>
              <a:pathLst>
                <a:path w="6202680" h="5372100">
                  <a:moveTo>
                    <a:pt x="4652010" y="0"/>
                  </a:moveTo>
                  <a:lnTo>
                    <a:pt x="1550670" y="0"/>
                  </a:lnTo>
                  <a:lnTo>
                    <a:pt x="0" y="2686050"/>
                  </a:lnTo>
                  <a:lnTo>
                    <a:pt x="1550670" y="5372100"/>
                  </a:lnTo>
                  <a:lnTo>
                    <a:pt x="4652010" y="5372100"/>
                  </a:lnTo>
                  <a:lnTo>
                    <a:pt x="6202680" y="2686050"/>
                  </a:lnTo>
                  <a:lnTo>
                    <a:pt x="4652010" y="0"/>
                  </a:lnTo>
                  <a:close/>
                </a:path>
              </a:pathLst>
            </a:custGeom>
            <a:solidFill>
              <a:srgbClr val="00A181"/>
            </a:solidFill>
          </p:spPr>
          <p:txBody>
            <a:bodyPr/>
            <a:lstStyle/>
            <a:p>
              <a:endParaRPr lang="en-US"/>
            </a:p>
          </p:txBody>
        </p:sp>
      </p:grpSp>
      <p:sp>
        <p:nvSpPr>
          <p:cNvPr id="62" name="TextBox 62"/>
          <p:cNvSpPr txBox="1"/>
          <p:nvPr/>
        </p:nvSpPr>
        <p:spPr>
          <a:xfrm>
            <a:off x="14610072" y="1146232"/>
            <a:ext cx="2799829" cy="290158"/>
          </a:xfrm>
          <a:prstGeom prst="rect">
            <a:avLst/>
          </a:prstGeom>
        </p:spPr>
        <p:txBody>
          <a:bodyPr lIns="0" tIns="0" rIns="0" bIns="0" rtlCol="0" anchor="t">
            <a:spAutoFit/>
          </a:bodyPr>
          <a:lstStyle/>
          <a:p>
            <a:pPr algn="r">
              <a:lnSpc>
                <a:spcPts val="2380"/>
              </a:lnSpc>
              <a:spcBef>
                <a:spcPct val="0"/>
              </a:spcBef>
            </a:pPr>
            <a:r>
              <a:rPr lang="en-US" sz="1700" u="sng" dirty="0">
                <a:solidFill>
                  <a:srgbClr val="F4F4F4"/>
                </a:solidFill>
                <a:latin typeface="Fira Sans"/>
                <a:ea typeface="Fira Sans"/>
                <a:cs typeface="Fira Sans"/>
                <a:sym typeface="Fira Sans"/>
                <a:hlinkClick r:id="rId2" action="ppaction://hlinksldjump"/>
              </a:rPr>
              <a:t>Back to Homepage</a:t>
            </a:r>
          </a:p>
        </p:txBody>
      </p:sp>
      <p:sp>
        <p:nvSpPr>
          <p:cNvPr id="63" name="TextBox 62">
            <a:extLst>
              <a:ext uri="{FF2B5EF4-FFF2-40B4-BE49-F238E27FC236}">
                <a16:creationId xmlns:a16="http://schemas.microsoft.com/office/drawing/2014/main" id="{EC6B3E72-9DCB-AFA9-6CE6-79006D3CB670}"/>
              </a:ext>
            </a:extLst>
          </p:cNvPr>
          <p:cNvSpPr txBox="1"/>
          <p:nvPr/>
        </p:nvSpPr>
        <p:spPr>
          <a:xfrm>
            <a:off x="889986" y="2713883"/>
            <a:ext cx="15188214" cy="6195992"/>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MY" sz="5400" dirty="0"/>
              <a:t>Introduction to Software Engineering</a:t>
            </a:r>
          </a:p>
          <a:p>
            <a:pPr marL="285750" indent="-285750" algn="just">
              <a:lnSpc>
                <a:spcPct val="150000"/>
              </a:lnSpc>
              <a:buFont typeface="Arial" panose="020B0604020202020204" pitchFamily="34" charset="0"/>
              <a:buChar char="•"/>
            </a:pPr>
            <a:r>
              <a:rPr lang="en-MY" sz="5400" dirty="0"/>
              <a:t>SDLC</a:t>
            </a:r>
          </a:p>
          <a:p>
            <a:pPr marL="285750" indent="-285750" algn="just">
              <a:lnSpc>
                <a:spcPct val="150000"/>
              </a:lnSpc>
              <a:buFont typeface="Arial" panose="020B0604020202020204" pitchFamily="34" charset="0"/>
              <a:buChar char="•"/>
            </a:pPr>
            <a:r>
              <a:rPr lang="en-MY" sz="5400" dirty="0"/>
              <a:t>Requirement Engineering </a:t>
            </a:r>
          </a:p>
          <a:p>
            <a:pPr marL="285750" indent="-285750" algn="just">
              <a:lnSpc>
                <a:spcPct val="150000"/>
              </a:lnSpc>
              <a:buFont typeface="Arial" panose="020B0604020202020204" pitchFamily="34" charset="0"/>
              <a:buChar char="•"/>
            </a:pPr>
            <a:r>
              <a:rPr lang="en-MY" sz="5400" dirty="0"/>
              <a:t>Software Design</a:t>
            </a:r>
          </a:p>
          <a:p>
            <a:pPr marL="285750" indent="-285750" algn="just">
              <a:lnSpc>
                <a:spcPct val="150000"/>
              </a:lnSpc>
              <a:buFont typeface="Arial" panose="020B0604020202020204" pitchFamily="34" charset="0"/>
              <a:buChar char="•"/>
            </a:pPr>
            <a:r>
              <a:rPr lang="en-MY" sz="5400" dirty="0"/>
              <a:t>Agile &amp; DevOps Practices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395251B7-49D3-A57A-7D43-AA7895BCAACB}"/>
            </a:ext>
          </a:extLst>
        </p:cNvPr>
        <p:cNvGrpSpPr/>
        <p:nvPr/>
      </p:nvGrpSpPr>
      <p:grpSpPr>
        <a:xfrm>
          <a:off x="0" y="0"/>
          <a:ext cx="0" cy="0"/>
          <a:chOff x="0" y="0"/>
          <a:chExt cx="0" cy="0"/>
        </a:xfrm>
      </p:grpSpPr>
      <p:grpSp>
        <p:nvGrpSpPr>
          <p:cNvPr id="18" name="Group 18">
            <a:extLst>
              <a:ext uri="{FF2B5EF4-FFF2-40B4-BE49-F238E27FC236}">
                <a16:creationId xmlns:a16="http://schemas.microsoft.com/office/drawing/2014/main" id="{57A7ADC8-8D25-DFEA-D6ED-EB819BE8FE1D}"/>
              </a:ext>
            </a:extLst>
          </p:cNvPr>
          <p:cNvGrpSpPr/>
          <p:nvPr/>
        </p:nvGrpSpPr>
        <p:grpSpPr>
          <a:xfrm>
            <a:off x="685800" y="2400300"/>
            <a:ext cx="16002000" cy="5943600"/>
            <a:chOff x="0" y="0"/>
            <a:chExt cx="371119" cy="176731"/>
          </a:xfrm>
        </p:grpSpPr>
        <p:sp>
          <p:nvSpPr>
            <p:cNvPr id="19" name="Freeform 19">
              <a:extLst>
                <a:ext uri="{FF2B5EF4-FFF2-40B4-BE49-F238E27FC236}">
                  <a16:creationId xmlns:a16="http://schemas.microsoft.com/office/drawing/2014/main" id="{9D94EC13-C5AE-79F0-BAF6-DCCBAAAE0F95}"/>
                </a:ext>
              </a:extLst>
            </p:cNvPr>
            <p:cNvSpPr/>
            <p:nvPr/>
          </p:nvSpPr>
          <p:spPr>
            <a:xfrm>
              <a:off x="0" y="0"/>
              <a:ext cx="371119" cy="176731"/>
            </a:xfrm>
            <a:custGeom>
              <a:avLst/>
              <a:gdLst/>
              <a:ahLst/>
              <a:cxnLst/>
              <a:rect l="l" t="t" r="r" b="b"/>
              <a:pathLst>
                <a:path w="371119" h="176731">
                  <a:moveTo>
                    <a:pt x="0" y="0"/>
                  </a:moveTo>
                  <a:lnTo>
                    <a:pt x="371119" y="0"/>
                  </a:lnTo>
                  <a:lnTo>
                    <a:pt x="371119" y="176731"/>
                  </a:lnTo>
                  <a:lnTo>
                    <a:pt x="0" y="176731"/>
                  </a:lnTo>
                  <a:close/>
                </a:path>
              </a:pathLst>
            </a:custGeom>
            <a:solidFill>
              <a:srgbClr val="00A181"/>
            </a:solidFill>
          </p:spPr>
          <p:txBody>
            <a:bodyPr/>
            <a:lstStyle/>
            <a:p>
              <a:endParaRPr lang="en-US"/>
            </a:p>
          </p:txBody>
        </p:sp>
        <p:sp>
          <p:nvSpPr>
            <p:cNvPr id="20" name="TextBox 20">
              <a:extLst>
                <a:ext uri="{FF2B5EF4-FFF2-40B4-BE49-F238E27FC236}">
                  <a16:creationId xmlns:a16="http://schemas.microsoft.com/office/drawing/2014/main" id="{B0C75B65-879E-B2D4-820C-891A9CE6C8DE}"/>
                </a:ext>
              </a:extLst>
            </p:cNvPr>
            <p:cNvSpPr txBox="1"/>
            <p:nvPr/>
          </p:nvSpPr>
          <p:spPr>
            <a:xfrm>
              <a:off x="0" y="-19050"/>
              <a:ext cx="371119" cy="195781"/>
            </a:xfrm>
            <a:prstGeom prst="rect">
              <a:avLst/>
            </a:prstGeom>
          </p:spPr>
          <p:txBody>
            <a:bodyPr lIns="254000" tIns="254000" rIns="254000" bIns="254000" rtlCol="0" anchor="ctr"/>
            <a:lstStyle/>
            <a:p>
              <a:pPr algn="ctr">
                <a:lnSpc>
                  <a:spcPts val="1950"/>
                </a:lnSpc>
              </a:pPr>
              <a:endParaRPr lang="en-US" sz="1500" b="1" spc="75" dirty="0">
                <a:solidFill>
                  <a:srgbClr val="F4F4F4"/>
                </a:solidFill>
                <a:latin typeface="Fira Sans Medium"/>
                <a:ea typeface="Fira Sans Medium"/>
                <a:cs typeface="Fira Sans Medium"/>
                <a:sym typeface="Fira Sans Medium"/>
              </a:endParaRPr>
            </a:p>
          </p:txBody>
        </p:sp>
      </p:grpSp>
      <p:sp>
        <p:nvSpPr>
          <p:cNvPr id="57" name="TextBox 57">
            <a:extLst>
              <a:ext uri="{FF2B5EF4-FFF2-40B4-BE49-F238E27FC236}">
                <a16:creationId xmlns:a16="http://schemas.microsoft.com/office/drawing/2014/main" id="{ACD26A8D-B964-0562-B832-47196745D2AF}"/>
              </a:ext>
            </a:extLst>
          </p:cNvPr>
          <p:cNvSpPr txBox="1"/>
          <p:nvPr/>
        </p:nvSpPr>
        <p:spPr>
          <a:xfrm>
            <a:off x="1028700" y="962025"/>
            <a:ext cx="7241307" cy="980926"/>
          </a:xfrm>
          <a:prstGeom prst="rect">
            <a:avLst/>
          </a:prstGeom>
        </p:spPr>
        <p:txBody>
          <a:bodyPr lIns="0" tIns="0" rIns="0" bIns="0" rtlCol="0" anchor="t">
            <a:spAutoFit/>
          </a:bodyPr>
          <a:lstStyle/>
          <a:p>
            <a:pPr algn="l">
              <a:lnSpc>
                <a:spcPts val="7800"/>
              </a:lnSpc>
              <a:spcBef>
                <a:spcPct val="0"/>
              </a:spcBef>
            </a:pPr>
            <a:r>
              <a:rPr lang="en-US" sz="6000" b="1" spc="-60" dirty="0">
                <a:solidFill>
                  <a:srgbClr val="000000"/>
                </a:solidFill>
                <a:latin typeface="Fira Sans Medium"/>
                <a:ea typeface="Fira Sans Medium"/>
                <a:cs typeface="Fira Sans Medium"/>
                <a:sym typeface="Fira Sans Medium"/>
              </a:rPr>
              <a:t>Topics</a:t>
            </a:r>
          </a:p>
        </p:txBody>
      </p:sp>
      <p:grpSp>
        <p:nvGrpSpPr>
          <p:cNvPr id="58" name="Group 58">
            <a:extLst>
              <a:ext uri="{FF2B5EF4-FFF2-40B4-BE49-F238E27FC236}">
                <a16:creationId xmlns:a16="http://schemas.microsoft.com/office/drawing/2014/main" id="{2146D242-2008-04A8-5C5A-0F58CD54B171}"/>
              </a:ext>
            </a:extLst>
          </p:cNvPr>
          <p:cNvGrpSpPr/>
          <p:nvPr/>
        </p:nvGrpSpPr>
        <p:grpSpPr>
          <a:xfrm rot="-10800000">
            <a:off x="10542559" y="-4150923"/>
            <a:ext cx="9822161" cy="6226137"/>
            <a:chOff x="0" y="0"/>
            <a:chExt cx="8474859" cy="5372100"/>
          </a:xfrm>
        </p:grpSpPr>
        <p:sp>
          <p:nvSpPr>
            <p:cNvPr id="59" name="Freeform 59">
              <a:extLst>
                <a:ext uri="{FF2B5EF4-FFF2-40B4-BE49-F238E27FC236}">
                  <a16:creationId xmlns:a16="http://schemas.microsoft.com/office/drawing/2014/main" id="{DD96C71F-C769-2020-8414-7204997DEFAB}"/>
                </a:ext>
              </a:extLst>
            </p:cNvPr>
            <p:cNvSpPr/>
            <p:nvPr/>
          </p:nvSpPr>
          <p:spPr>
            <a:xfrm>
              <a:off x="0" y="0"/>
              <a:ext cx="8474859" cy="5372100"/>
            </a:xfrm>
            <a:custGeom>
              <a:avLst/>
              <a:gdLst/>
              <a:ahLst/>
              <a:cxnLst/>
              <a:rect l="l" t="t" r="r" b="b"/>
              <a:pathLst>
                <a:path w="8474859" h="5372100">
                  <a:moveTo>
                    <a:pt x="6924189" y="0"/>
                  </a:moveTo>
                  <a:lnTo>
                    <a:pt x="1550670" y="0"/>
                  </a:lnTo>
                  <a:lnTo>
                    <a:pt x="0" y="2686050"/>
                  </a:lnTo>
                  <a:lnTo>
                    <a:pt x="1550670" y="5372100"/>
                  </a:lnTo>
                  <a:lnTo>
                    <a:pt x="6924189" y="5372100"/>
                  </a:lnTo>
                  <a:lnTo>
                    <a:pt x="8474859" y="2686050"/>
                  </a:lnTo>
                  <a:lnTo>
                    <a:pt x="6924189" y="0"/>
                  </a:lnTo>
                  <a:close/>
                </a:path>
              </a:pathLst>
            </a:custGeom>
            <a:solidFill>
              <a:srgbClr val="004651"/>
            </a:solidFill>
          </p:spPr>
          <p:txBody>
            <a:bodyPr/>
            <a:lstStyle/>
            <a:p>
              <a:endParaRPr lang="en-US"/>
            </a:p>
          </p:txBody>
        </p:sp>
      </p:grpSp>
      <p:grpSp>
        <p:nvGrpSpPr>
          <p:cNvPr id="60" name="Group 60">
            <a:extLst>
              <a:ext uri="{FF2B5EF4-FFF2-40B4-BE49-F238E27FC236}">
                <a16:creationId xmlns:a16="http://schemas.microsoft.com/office/drawing/2014/main" id="{CE880C97-1A1C-384A-AE50-3C65DA588F64}"/>
              </a:ext>
            </a:extLst>
          </p:cNvPr>
          <p:cNvGrpSpPr/>
          <p:nvPr/>
        </p:nvGrpSpPr>
        <p:grpSpPr>
          <a:xfrm>
            <a:off x="9959443" y="-865713"/>
            <a:ext cx="2695438" cy="2334501"/>
            <a:chOff x="0" y="0"/>
            <a:chExt cx="6202680" cy="5372100"/>
          </a:xfrm>
        </p:grpSpPr>
        <p:sp>
          <p:nvSpPr>
            <p:cNvPr id="61" name="Freeform 61">
              <a:extLst>
                <a:ext uri="{FF2B5EF4-FFF2-40B4-BE49-F238E27FC236}">
                  <a16:creationId xmlns:a16="http://schemas.microsoft.com/office/drawing/2014/main" id="{63EACE1C-51EF-5705-593F-76CFD24314E0}"/>
                </a:ext>
              </a:extLst>
            </p:cNvPr>
            <p:cNvSpPr/>
            <p:nvPr/>
          </p:nvSpPr>
          <p:spPr>
            <a:xfrm>
              <a:off x="0" y="0"/>
              <a:ext cx="6202680" cy="5372100"/>
            </a:xfrm>
            <a:custGeom>
              <a:avLst/>
              <a:gdLst/>
              <a:ahLst/>
              <a:cxnLst/>
              <a:rect l="l" t="t" r="r" b="b"/>
              <a:pathLst>
                <a:path w="6202680" h="5372100">
                  <a:moveTo>
                    <a:pt x="4652010" y="0"/>
                  </a:moveTo>
                  <a:lnTo>
                    <a:pt x="1550670" y="0"/>
                  </a:lnTo>
                  <a:lnTo>
                    <a:pt x="0" y="2686050"/>
                  </a:lnTo>
                  <a:lnTo>
                    <a:pt x="1550670" y="5372100"/>
                  </a:lnTo>
                  <a:lnTo>
                    <a:pt x="4652010" y="5372100"/>
                  </a:lnTo>
                  <a:lnTo>
                    <a:pt x="6202680" y="2686050"/>
                  </a:lnTo>
                  <a:lnTo>
                    <a:pt x="4652010" y="0"/>
                  </a:lnTo>
                  <a:close/>
                </a:path>
              </a:pathLst>
            </a:custGeom>
            <a:solidFill>
              <a:srgbClr val="00A181"/>
            </a:solidFill>
          </p:spPr>
          <p:txBody>
            <a:bodyPr/>
            <a:lstStyle/>
            <a:p>
              <a:endParaRPr lang="en-US"/>
            </a:p>
          </p:txBody>
        </p:sp>
      </p:grpSp>
      <p:sp>
        <p:nvSpPr>
          <p:cNvPr id="62" name="TextBox 62">
            <a:extLst>
              <a:ext uri="{FF2B5EF4-FFF2-40B4-BE49-F238E27FC236}">
                <a16:creationId xmlns:a16="http://schemas.microsoft.com/office/drawing/2014/main" id="{7AF0E049-4F4C-DCBA-2E8F-2C9E2F957E83}"/>
              </a:ext>
            </a:extLst>
          </p:cNvPr>
          <p:cNvSpPr txBox="1"/>
          <p:nvPr/>
        </p:nvSpPr>
        <p:spPr>
          <a:xfrm>
            <a:off x="14610072" y="1146232"/>
            <a:ext cx="2799829" cy="290158"/>
          </a:xfrm>
          <a:prstGeom prst="rect">
            <a:avLst/>
          </a:prstGeom>
        </p:spPr>
        <p:txBody>
          <a:bodyPr lIns="0" tIns="0" rIns="0" bIns="0" rtlCol="0" anchor="t">
            <a:spAutoFit/>
          </a:bodyPr>
          <a:lstStyle/>
          <a:p>
            <a:pPr algn="r">
              <a:lnSpc>
                <a:spcPts val="2380"/>
              </a:lnSpc>
              <a:spcBef>
                <a:spcPct val="0"/>
              </a:spcBef>
            </a:pPr>
            <a:r>
              <a:rPr lang="en-US" sz="1700" u="sng" dirty="0">
                <a:solidFill>
                  <a:srgbClr val="F4F4F4"/>
                </a:solidFill>
                <a:latin typeface="Fira Sans"/>
                <a:ea typeface="Fira Sans"/>
                <a:cs typeface="Fira Sans"/>
                <a:sym typeface="Fira Sans"/>
                <a:hlinkClick r:id="rId2" action="ppaction://hlinksldjump"/>
              </a:rPr>
              <a:t>Back to Homepage</a:t>
            </a:r>
          </a:p>
        </p:txBody>
      </p:sp>
      <p:sp>
        <p:nvSpPr>
          <p:cNvPr id="63" name="TextBox 62">
            <a:extLst>
              <a:ext uri="{FF2B5EF4-FFF2-40B4-BE49-F238E27FC236}">
                <a16:creationId xmlns:a16="http://schemas.microsoft.com/office/drawing/2014/main" id="{69107C00-5D5D-226E-136D-8A586E5A10C3}"/>
              </a:ext>
            </a:extLst>
          </p:cNvPr>
          <p:cNvSpPr txBox="1"/>
          <p:nvPr/>
        </p:nvSpPr>
        <p:spPr>
          <a:xfrm>
            <a:off x="889986" y="2713883"/>
            <a:ext cx="15188214" cy="4949496"/>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MY" sz="5400" dirty="0"/>
              <a:t>Software Architecture</a:t>
            </a:r>
          </a:p>
          <a:p>
            <a:pPr marL="285750" indent="-285750" algn="just">
              <a:lnSpc>
                <a:spcPct val="150000"/>
              </a:lnSpc>
              <a:buFont typeface="Arial" panose="020B0604020202020204" pitchFamily="34" charset="0"/>
              <a:buChar char="•"/>
            </a:pPr>
            <a:r>
              <a:rPr lang="en-MY" sz="5400" dirty="0"/>
              <a:t>Software Project Management</a:t>
            </a:r>
          </a:p>
          <a:p>
            <a:pPr marL="285750" indent="-285750" algn="just">
              <a:lnSpc>
                <a:spcPct val="150000"/>
              </a:lnSpc>
              <a:buFont typeface="Arial" panose="020B0604020202020204" pitchFamily="34" charset="0"/>
              <a:buChar char="•"/>
            </a:pPr>
            <a:r>
              <a:rPr lang="en-MY" sz="5400" dirty="0"/>
              <a:t>Quality Assurance &amp; Software Testing</a:t>
            </a:r>
          </a:p>
          <a:p>
            <a:pPr marL="285750" indent="-285750" algn="just">
              <a:lnSpc>
                <a:spcPct val="150000"/>
              </a:lnSpc>
              <a:buFont typeface="Arial" panose="020B0604020202020204" pitchFamily="34" charset="0"/>
              <a:buChar char="•"/>
            </a:pPr>
            <a:r>
              <a:rPr lang="en-MY" sz="5400" dirty="0"/>
              <a:t>Software Maintenance &amp; Security</a:t>
            </a:r>
          </a:p>
        </p:txBody>
      </p:sp>
    </p:spTree>
    <p:extLst>
      <p:ext uri="{BB962C8B-B14F-4D97-AF65-F5344CB8AC3E}">
        <p14:creationId xmlns:p14="http://schemas.microsoft.com/office/powerpoint/2010/main" val="1270406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4651"/>
        </a:solidFill>
        <a:effectLst/>
      </p:bgPr>
    </p:bg>
    <p:spTree>
      <p:nvGrpSpPr>
        <p:cNvPr id="1" name=""/>
        <p:cNvGrpSpPr/>
        <p:nvPr/>
      </p:nvGrpSpPr>
      <p:grpSpPr>
        <a:xfrm>
          <a:off x="0" y="0"/>
          <a:ext cx="0" cy="0"/>
          <a:chOff x="0" y="0"/>
          <a:chExt cx="0" cy="0"/>
        </a:xfrm>
      </p:grpSpPr>
      <p:sp>
        <p:nvSpPr>
          <p:cNvPr id="4" name="TextBox 4"/>
          <p:cNvSpPr txBox="1"/>
          <p:nvPr/>
        </p:nvSpPr>
        <p:spPr>
          <a:xfrm>
            <a:off x="3188930" y="3282508"/>
            <a:ext cx="14766361" cy="1461939"/>
          </a:xfrm>
          <a:prstGeom prst="rect">
            <a:avLst/>
          </a:prstGeom>
        </p:spPr>
        <p:txBody>
          <a:bodyPr lIns="0" tIns="0" rIns="0" bIns="0" rtlCol="0" anchor="t">
            <a:spAutoFit/>
          </a:bodyPr>
          <a:lstStyle/>
          <a:p>
            <a:pPr algn="l">
              <a:lnSpc>
                <a:spcPts val="11400"/>
              </a:lnSpc>
            </a:pPr>
            <a:r>
              <a:rPr lang="en-US" sz="9500" b="1" dirty="0">
                <a:solidFill>
                  <a:srgbClr val="A4E473"/>
                </a:solidFill>
                <a:latin typeface="Fira Sans Medium"/>
                <a:ea typeface="Fira Sans Medium"/>
                <a:cs typeface="Fira Sans Medium"/>
                <a:sym typeface="Fira Sans Medium"/>
              </a:rPr>
              <a:t>Rules and Regulations</a:t>
            </a:r>
          </a:p>
        </p:txBody>
      </p:sp>
      <p:sp>
        <p:nvSpPr>
          <p:cNvPr id="5" name="TextBox 5"/>
          <p:cNvSpPr txBox="1"/>
          <p:nvPr/>
        </p:nvSpPr>
        <p:spPr>
          <a:xfrm>
            <a:off x="12027973" y="8968143"/>
            <a:ext cx="5231327" cy="290157"/>
          </a:xfrm>
          <a:prstGeom prst="rect">
            <a:avLst/>
          </a:prstGeom>
        </p:spPr>
        <p:txBody>
          <a:bodyPr lIns="0" tIns="0" rIns="0" bIns="0" rtlCol="0" anchor="t">
            <a:spAutoFit/>
          </a:bodyPr>
          <a:lstStyle/>
          <a:p>
            <a:pPr algn="r">
              <a:lnSpc>
                <a:spcPts val="2380"/>
              </a:lnSpc>
              <a:spcBef>
                <a:spcPct val="0"/>
              </a:spcBef>
            </a:pPr>
            <a:r>
              <a:rPr lang="en-US" sz="1700" u="sng" dirty="0">
                <a:solidFill>
                  <a:srgbClr val="F4F4F4"/>
                </a:solidFill>
                <a:latin typeface="Fira Sans"/>
                <a:ea typeface="Fira Sans"/>
                <a:cs typeface="Fira Sans"/>
                <a:sym typeface="Fira Sans"/>
                <a:hlinkClick r:id="rId2" action="ppaction://hlinksldjump"/>
              </a:rPr>
              <a:t>Back to Homepage</a:t>
            </a:r>
          </a:p>
        </p:txBody>
      </p:sp>
      <p:grpSp>
        <p:nvGrpSpPr>
          <p:cNvPr id="6" name="Group 6"/>
          <p:cNvGrpSpPr/>
          <p:nvPr/>
        </p:nvGrpSpPr>
        <p:grpSpPr>
          <a:xfrm>
            <a:off x="-3563094" y="6077994"/>
            <a:ext cx="6383425" cy="5528076"/>
            <a:chOff x="0" y="0"/>
            <a:chExt cx="3619627" cy="3134614"/>
          </a:xfrm>
        </p:grpSpPr>
        <p:sp>
          <p:nvSpPr>
            <p:cNvPr id="7" name="Freeform 7"/>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8" name="Group 8"/>
          <p:cNvGrpSpPr/>
          <p:nvPr/>
        </p:nvGrpSpPr>
        <p:grpSpPr>
          <a:xfrm>
            <a:off x="1671665" y="7004492"/>
            <a:ext cx="3034530" cy="2627917"/>
            <a:chOff x="0" y="0"/>
            <a:chExt cx="3619627" cy="3134614"/>
          </a:xfrm>
        </p:grpSpPr>
        <p:sp>
          <p:nvSpPr>
            <p:cNvPr id="9" name="Freeform 9"/>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F4F4F4"/>
            </a:solidFill>
          </p:spPr>
          <p:txBody>
            <a:bodyPr/>
            <a:lstStyle/>
            <a:p>
              <a:endParaRPr lang="en-US"/>
            </a:p>
          </p:txBody>
        </p:sp>
      </p:grpSp>
      <p:grpSp>
        <p:nvGrpSpPr>
          <p:cNvPr id="10" name="Group 10"/>
          <p:cNvGrpSpPr/>
          <p:nvPr/>
        </p:nvGrpSpPr>
        <p:grpSpPr>
          <a:xfrm>
            <a:off x="4053492" y="8956750"/>
            <a:ext cx="2141618" cy="1854652"/>
            <a:chOff x="0" y="0"/>
            <a:chExt cx="3619627" cy="3134614"/>
          </a:xfrm>
        </p:grpSpPr>
        <p:sp>
          <p:nvSpPr>
            <p:cNvPr id="11" name="Freeform 11"/>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11798163" y="5803579"/>
            <a:ext cx="7388722" cy="6398668"/>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p:cNvGrpSpPr/>
          <p:nvPr/>
        </p:nvGrpSpPr>
        <p:grpSpPr>
          <a:xfrm rot="-10800000">
            <a:off x="14388041" y="430705"/>
            <a:ext cx="5276948" cy="4569862"/>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6" name="Group 6"/>
          <p:cNvGrpSpPr/>
          <p:nvPr/>
        </p:nvGrpSpPr>
        <p:grpSpPr>
          <a:xfrm>
            <a:off x="8839887" y="1698135"/>
            <a:ext cx="7957376" cy="6890729"/>
            <a:chOff x="0" y="0"/>
            <a:chExt cx="4282440" cy="3708400"/>
          </a:xfrm>
        </p:grpSpPr>
        <p:sp>
          <p:nvSpPr>
            <p:cNvPr id="7" name="Freeform 7"/>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2"/>
              <a:stretch>
                <a:fillRect l="-2208" r="-27523"/>
              </a:stretch>
            </a:blipFill>
          </p:spPr>
          <p:txBody>
            <a:bodyPr/>
            <a:lstStyle/>
            <a:p>
              <a:endParaRPr lang="en-US"/>
            </a:p>
          </p:txBody>
        </p:sp>
      </p:grpSp>
      <p:sp>
        <p:nvSpPr>
          <p:cNvPr id="9" name="TextBox 9"/>
          <p:cNvSpPr txBox="1"/>
          <p:nvPr/>
        </p:nvSpPr>
        <p:spPr>
          <a:xfrm>
            <a:off x="1028700" y="989049"/>
            <a:ext cx="11544300" cy="1269835"/>
          </a:xfrm>
          <a:prstGeom prst="rect">
            <a:avLst/>
          </a:prstGeom>
        </p:spPr>
        <p:txBody>
          <a:bodyPr wrap="square" lIns="0" tIns="0" rIns="0" bIns="0" rtlCol="0" anchor="t">
            <a:spAutoFit/>
          </a:bodyPr>
          <a:lstStyle/>
          <a:p>
            <a:pPr marL="0" lvl="0" indent="0" algn="l">
              <a:lnSpc>
                <a:spcPts val="10199"/>
              </a:lnSpc>
              <a:spcBef>
                <a:spcPct val="0"/>
              </a:spcBef>
            </a:pPr>
            <a:r>
              <a:rPr lang="en-US" sz="8499" b="1" spc="-84" dirty="0">
                <a:solidFill>
                  <a:srgbClr val="000000"/>
                </a:solidFill>
                <a:latin typeface="Fira Sans Medium"/>
                <a:ea typeface="Fira Sans Medium"/>
                <a:cs typeface="Fira Sans Medium"/>
                <a:sym typeface="Fira Sans Medium"/>
              </a:rPr>
              <a:t>Course Completion</a:t>
            </a:r>
          </a:p>
        </p:txBody>
      </p:sp>
      <p:grpSp>
        <p:nvGrpSpPr>
          <p:cNvPr id="11" name="Group 11"/>
          <p:cNvGrpSpPr/>
          <p:nvPr/>
        </p:nvGrpSpPr>
        <p:grpSpPr>
          <a:xfrm rot="-10800000">
            <a:off x="6647119" y="7356773"/>
            <a:ext cx="3801687" cy="3292279"/>
            <a:chOff x="0" y="0"/>
            <a:chExt cx="3619627" cy="3134614"/>
          </a:xfrm>
        </p:grpSpPr>
        <p:sp>
          <p:nvSpPr>
            <p:cNvPr id="12" name="Freeform 12"/>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sp>
        <p:nvSpPr>
          <p:cNvPr id="8" name="TextBox 8"/>
          <p:cNvSpPr txBox="1"/>
          <p:nvPr/>
        </p:nvSpPr>
        <p:spPr>
          <a:xfrm>
            <a:off x="914400" y="2892867"/>
            <a:ext cx="7988329" cy="5731569"/>
          </a:xfrm>
          <a:prstGeom prst="rect">
            <a:avLst/>
          </a:prstGeom>
        </p:spPr>
        <p:txBody>
          <a:bodyPr wrap="square" lIns="0" tIns="0" rIns="0" bIns="0" rtlCol="0" anchor="t">
            <a:spAutoFit/>
          </a:bodyPr>
          <a:lstStyle/>
          <a:p>
            <a:pPr marL="442594" lvl="1" indent="-221297" algn="just">
              <a:lnSpc>
                <a:spcPct val="150000"/>
              </a:lnSpc>
              <a:buFont typeface="Arial"/>
              <a:buChar char="•"/>
            </a:pPr>
            <a:r>
              <a:rPr lang="en-US" sz="3600" b="1" dirty="0">
                <a:solidFill>
                  <a:srgbClr val="000000"/>
                </a:solidFill>
                <a:highlight>
                  <a:srgbClr val="FFFF00"/>
                </a:highlight>
                <a:latin typeface="Fira Sans Light"/>
                <a:ea typeface="Fira Sans Light"/>
                <a:cs typeface="Fira Sans Light"/>
                <a:sym typeface="Fira Sans Light"/>
              </a:rPr>
              <a:t>Mandatory	Completion:</a:t>
            </a:r>
            <a:r>
              <a:rPr lang="en-US" sz="3600" dirty="0">
                <a:solidFill>
                  <a:srgbClr val="000000"/>
                </a:solidFill>
                <a:latin typeface="Fira Sans Light"/>
                <a:ea typeface="Fira Sans Light"/>
                <a:cs typeface="Fira Sans Light"/>
                <a:sym typeface="Fira Sans Light"/>
              </a:rPr>
              <a:t>	All student must complete all learning activities and assessment by the end of the semester.</a:t>
            </a:r>
          </a:p>
          <a:p>
            <a:pPr marL="899794" lvl="2" indent="-221297">
              <a:lnSpc>
                <a:spcPct val="150000"/>
              </a:lnSpc>
              <a:buFont typeface="Arial"/>
              <a:buChar char="•"/>
            </a:pPr>
            <a:r>
              <a:rPr lang="en-US" sz="3600" dirty="0">
                <a:solidFill>
                  <a:srgbClr val="000000"/>
                </a:solidFill>
                <a:latin typeface="Fira Sans Light"/>
                <a:ea typeface="Fira Sans Light"/>
                <a:cs typeface="Fira Sans Light"/>
                <a:sym typeface="Fira Sans Light"/>
              </a:rPr>
              <a:t>This includes </a:t>
            </a:r>
            <a:r>
              <a:rPr lang="en-US" sz="3600" dirty="0">
                <a:solidFill>
                  <a:srgbClr val="000000"/>
                </a:solidFill>
                <a:highlight>
                  <a:srgbClr val="FFFF00"/>
                </a:highlight>
                <a:latin typeface="Fira Sans Light"/>
                <a:ea typeface="Fira Sans Light"/>
                <a:cs typeface="Fira Sans Light"/>
                <a:sym typeface="Fira Sans Light"/>
              </a:rPr>
              <a:t>participating in  class, discussions, and completing all assessments.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B3860EB4-FE05-32F8-22FE-7F895BE0FAF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D7DB86B-BF80-4D55-0369-ECFF045905A4}"/>
              </a:ext>
            </a:extLst>
          </p:cNvPr>
          <p:cNvGrpSpPr/>
          <p:nvPr/>
        </p:nvGrpSpPr>
        <p:grpSpPr>
          <a:xfrm rot="-10800000">
            <a:off x="14249399" y="4838699"/>
            <a:ext cx="5471691" cy="5687147"/>
            <a:chOff x="0" y="0"/>
            <a:chExt cx="3619627" cy="3134614"/>
          </a:xfrm>
        </p:grpSpPr>
        <p:sp>
          <p:nvSpPr>
            <p:cNvPr id="3" name="Freeform 3">
              <a:extLst>
                <a:ext uri="{FF2B5EF4-FFF2-40B4-BE49-F238E27FC236}">
                  <a16:creationId xmlns:a16="http://schemas.microsoft.com/office/drawing/2014/main" id="{3E9BE672-C184-89F6-C1B9-452BA4642524}"/>
                </a:ext>
              </a:extLst>
            </p:cNvPr>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a:extLst>
              <a:ext uri="{FF2B5EF4-FFF2-40B4-BE49-F238E27FC236}">
                <a16:creationId xmlns:a16="http://schemas.microsoft.com/office/drawing/2014/main" id="{50CE6BD9-B4CB-D407-8110-74C0C8467653}"/>
              </a:ext>
            </a:extLst>
          </p:cNvPr>
          <p:cNvGrpSpPr/>
          <p:nvPr/>
        </p:nvGrpSpPr>
        <p:grpSpPr>
          <a:xfrm rot="-10800000">
            <a:off x="14388041" y="430705"/>
            <a:ext cx="5276948" cy="4569862"/>
            <a:chOff x="0" y="0"/>
            <a:chExt cx="3619627" cy="3134614"/>
          </a:xfrm>
        </p:grpSpPr>
        <p:sp>
          <p:nvSpPr>
            <p:cNvPr id="5" name="Freeform 5">
              <a:extLst>
                <a:ext uri="{FF2B5EF4-FFF2-40B4-BE49-F238E27FC236}">
                  <a16:creationId xmlns:a16="http://schemas.microsoft.com/office/drawing/2014/main" id="{E85BF757-39E5-EF90-4E2C-31D7563CA9B9}"/>
                </a:ext>
              </a:extLst>
            </p:cNvPr>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sp>
        <p:nvSpPr>
          <p:cNvPr id="9" name="TextBox 9">
            <a:extLst>
              <a:ext uri="{FF2B5EF4-FFF2-40B4-BE49-F238E27FC236}">
                <a16:creationId xmlns:a16="http://schemas.microsoft.com/office/drawing/2014/main" id="{5D869401-2D59-A820-6BC6-420D4D196C4D}"/>
              </a:ext>
            </a:extLst>
          </p:cNvPr>
          <p:cNvSpPr txBox="1"/>
          <p:nvPr/>
        </p:nvSpPr>
        <p:spPr>
          <a:xfrm>
            <a:off x="1028700" y="989049"/>
            <a:ext cx="12230100" cy="1269835"/>
          </a:xfrm>
          <a:prstGeom prst="rect">
            <a:avLst/>
          </a:prstGeom>
        </p:spPr>
        <p:txBody>
          <a:bodyPr wrap="square" lIns="0" tIns="0" rIns="0" bIns="0" rtlCol="0" anchor="t">
            <a:spAutoFit/>
          </a:bodyPr>
          <a:lstStyle/>
          <a:p>
            <a:pPr marL="0" lvl="0" indent="0" algn="l">
              <a:lnSpc>
                <a:spcPts val="10199"/>
              </a:lnSpc>
              <a:spcBef>
                <a:spcPct val="0"/>
              </a:spcBef>
            </a:pPr>
            <a:r>
              <a:rPr lang="en-US" sz="8499" b="1" spc="-84" dirty="0">
                <a:solidFill>
                  <a:srgbClr val="000000"/>
                </a:solidFill>
                <a:latin typeface="Fira Sans Medium"/>
                <a:ea typeface="Fira Sans Medium"/>
                <a:cs typeface="Fira Sans Medium"/>
                <a:sym typeface="Fira Sans Medium"/>
              </a:rPr>
              <a:t>Course Completion</a:t>
            </a:r>
          </a:p>
        </p:txBody>
      </p:sp>
      <p:grpSp>
        <p:nvGrpSpPr>
          <p:cNvPr id="11" name="Group 11">
            <a:extLst>
              <a:ext uri="{FF2B5EF4-FFF2-40B4-BE49-F238E27FC236}">
                <a16:creationId xmlns:a16="http://schemas.microsoft.com/office/drawing/2014/main" id="{044510E6-6434-AB1B-7453-E3DCE6B2F33D}"/>
              </a:ext>
            </a:extLst>
          </p:cNvPr>
          <p:cNvGrpSpPr/>
          <p:nvPr/>
        </p:nvGrpSpPr>
        <p:grpSpPr>
          <a:xfrm rot="-10800000">
            <a:off x="11125198" y="6465115"/>
            <a:ext cx="4419601" cy="3821883"/>
            <a:chOff x="0" y="0"/>
            <a:chExt cx="3619627" cy="3134614"/>
          </a:xfrm>
        </p:grpSpPr>
        <p:sp>
          <p:nvSpPr>
            <p:cNvPr id="12" name="Freeform 12">
              <a:extLst>
                <a:ext uri="{FF2B5EF4-FFF2-40B4-BE49-F238E27FC236}">
                  <a16:creationId xmlns:a16="http://schemas.microsoft.com/office/drawing/2014/main" id="{A71E86D8-7D81-C6A2-CA99-AA9BECDD52CC}"/>
                </a:ext>
              </a:extLst>
            </p:cNvPr>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sp>
        <p:nvSpPr>
          <p:cNvPr id="8" name="TextBox 8">
            <a:extLst>
              <a:ext uri="{FF2B5EF4-FFF2-40B4-BE49-F238E27FC236}">
                <a16:creationId xmlns:a16="http://schemas.microsoft.com/office/drawing/2014/main" id="{DACD57BE-0E22-00E6-FF1C-A928B526805D}"/>
              </a:ext>
            </a:extLst>
          </p:cNvPr>
          <p:cNvSpPr txBox="1"/>
          <p:nvPr/>
        </p:nvSpPr>
        <p:spPr>
          <a:xfrm>
            <a:off x="914400" y="2892867"/>
            <a:ext cx="13639800" cy="4900572"/>
          </a:xfrm>
          <a:prstGeom prst="rect">
            <a:avLst/>
          </a:prstGeom>
        </p:spPr>
        <p:txBody>
          <a:bodyPr wrap="square" lIns="0" tIns="0" rIns="0" bIns="0" rtlCol="0" anchor="t">
            <a:spAutoFit/>
          </a:bodyPr>
          <a:lstStyle/>
          <a:p>
            <a:pPr marL="442594" lvl="1" indent="-221297" algn="just">
              <a:lnSpc>
                <a:spcPct val="150000"/>
              </a:lnSpc>
              <a:buFont typeface="Arial"/>
              <a:buChar char="•"/>
            </a:pPr>
            <a:r>
              <a:rPr lang="en-US" sz="3600" b="1" dirty="0">
                <a:solidFill>
                  <a:srgbClr val="000000"/>
                </a:solidFill>
                <a:highlight>
                  <a:srgbClr val="FFFF00"/>
                </a:highlight>
                <a:latin typeface="Fira Sans Light"/>
                <a:ea typeface="Fira Sans Light"/>
                <a:cs typeface="Fira Sans Light"/>
                <a:sym typeface="Fira Sans Light"/>
              </a:rPr>
              <a:t>Completion</a:t>
            </a:r>
            <a:r>
              <a:rPr lang="en-US" sz="3600" b="1" dirty="0">
                <a:solidFill>
                  <a:srgbClr val="000000"/>
                </a:solidFill>
                <a:latin typeface="Fira Sans Light"/>
                <a:ea typeface="Fira Sans Light"/>
                <a:cs typeface="Fira Sans Light"/>
                <a:sym typeface="Fira Sans Light"/>
              </a:rPr>
              <a:t>: All assessments (e.g., assignments, test)  must be completed and submitted by the specified  deadlines.</a:t>
            </a:r>
          </a:p>
          <a:p>
            <a:pPr marL="442594" lvl="1" indent="-221297" algn="just">
              <a:lnSpc>
                <a:spcPct val="150000"/>
              </a:lnSpc>
              <a:buFont typeface="Arial"/>
              <a:buChar char="•"/>
            </a:pPr>
            <a:r>
              <a:rPr lang="en-US" sz="3600" b="1" dirty="0">
                <a:solidFill>
                  <a:srgbClr val="000000"/>
                </a:solidFill>
                <a:highlight>
                  <a:srgbClr val="FFFF00"/>
                </a:highlight>
                <a:latin typeface="Fira Sans Light"/>
                <a:ea typeface="Fira Sans Light"/>
                <a:cs typeface="Fira Sans Light"/>
                <a:sym typeface="Fira Sans Light"/>
              </a:rPr>
              <a:t>Originality</a:t>
            </a:r>
            <a:r>
              <a:rPr lang="en-US" sz="3600" b="1" dirty="0">
                <a:solidFill>
                  <a:srgbClr val="000000"/>
                </a:solidFill>
                <a:latin typeface="Fira Sans Light"/>
                <a:ea typeface="Fira Sans Light"/>
                <a:cs typeface="Fira Sans Light"/>
                <a:sym typeface="Fira Sans Light"/>
              </a:rPr>
              <a:t>: All submissions must be the student's own work.  Plagiarism will result in disciplinary action.</a:t>
            </a:r>
          </a:p>
          <a:p>
            <a:pPr marL="442594" lvl="1" indent="-221297" algn="just">
              <a:lnSpc>
                <a:spcPct val="150000"/>
              </a:lnSpc>
              <a:buFont typeface="Arial"/>
              <a:buChar char="•"/>
            </a:pPr>
            <a:r>
              <a:rPr lang="en-US" sz="3600" b="1" dirty="0">
                <a:solidFill>
                  <a:srgbClr val="000000"/>
                </a:solidFill>
                <a:highlight>
                  <a:srgbClr val="FFFF00"/>
                </a:highlight>
                <a:latin typeface="Fira Sans Light"/>
                <a:ea typeface="Fira Sans Light"/>
                <a:cs typeface="Fira Sans Light"/>
                <a:sym typeface="Fira Sans Light"/>
              </a:rPr>
              <a:t>Format</a:t>
            </a:r>
            <a:r>
              <a:rPr lang="en-US" sz="3600" b="1" dirty="0">
                <a:solidFill>
                  <a:srgbClr val="000000"/>
                </a:solidFill>
                <a:latin typeface="Fira Sans Light"/>
                <a:ea typeface="Fira Sans Light"/>
                <a:cs typeface="Fira Sans Light"/>
                <a:sym typeface="Fira Sans Light"/>
              </a:rPr>
              <a:t>: Assessments must be submitted in the required  format as specified in the course guidelines.</a:t>
            </a:r>
          </a:p>
        </p:txBody>
      </p:sp>
    </p:spTree>
    <p:extLst>
      <p:ext uri="{BB962C8B-B14F-4D97-AF65-F5344CB8AC3E}">
        <p14:creationId xmlns:p14="http://schemas.microsoft.com/office/powerpoint/2010/main" val="1512030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B438CABC-B7D0-F807-1769-8D7305BD66A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FBF09ED-4186-29B7-321F-F7F979E9E338}"/>
              </a:ext>
            </a:extLst>
          </p:cNvPr>
          <p:cNvGrpSpPr/>
          <p:nvPr/>
        </p:nvGrpSpPr>
        <p:grpSpPr>
          <a:xfrm rot="-10800000">
            <a:off x="14249399" y="4838699"/>
            <a:ext cx="5471691" cy="5687147"/>
            <a:chOff x="0" y="0"/>
            <a:chExt cx="3619627" cy="3134614"/>
          </a:xfrm>
        </p:grpSpPr>
        <p:sp>
          <p:nvSpPr>
            <p:cNvPr id="3" name="Freeform 3">
              <a:extLst>
                <a:ext uri="{FF2B5EF4-FFF2-40B4-BE49-F238E27FC236}">
                  <a16:creationId xmlns:a16="http://schemas.microsoft.com/office/drawing/2014/main" id="{3EE81FA3-755B-D64A-0B0D-FB2089DD8269}"/>
                </a:ext>
              </a:extLst>
            </p:cNvPr>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a:extLst>
              <a:ext uri="{FF2B5EF4-FFF2-40B4-BE49-F238E27FC236}">
                <a16:creationId xmlns:a16="http://schemas.microsoft.com/office/drawing/2014/main" id="{321227C5-7654-A832-97F1-35C3A97AD901}"/>
              </a:ext>
            </a:extLst>
          </p:cNvPr>
          <p:cNvGrpSpPr/>
          <p:nvPr/>
        </p:nvGrpSpPr>
        <p:grpSpPr>
          <a:xfrm rot="-10800000">
            <a:off x="14388041" y="430705"/>
            <a:ext cx="5276948" cy="4569862"/>
            <a:chOff x="0" y="0"/>
            <a:chExt cx="3619627" cy="3134614"/>
          </a:xfrm>
        </p:grpSpPr>
        <p:sp>
          <p:nvSpPr>
            <p:cNvPr id="5" name="Freeform 5">
              <a:extLst>
                <a:ext uri="{FF2B5EF4-FFF2-40B4-BE49-F238E27FC236}">
                  <a16:creationId xmlns:a16="http://schemas.microsoft.com/office/drawing/2014/main" id="{AD78ED12-7ACB-815C-1C30-7268BA689CB7}"/>
                </a:ext>
              </a:extLst>
            </p:cNvPr>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sp>
        <p:nvSpPr>
          <p:cNvPr id="9" name="TextBox 9">
            <a:extLst>
              <a:ext uri="{FF2B5EF4-FFF2-40B4-BE49-F238E27FC236}">
                <a16:creationId xmlns:a16="http://schemas.microsoft.com/office/drawing/2014/main" id="{15C22414-953C-A8FB-1BB6-1E6E7BE0115A}"/>
              </a:ext>
            </a:extLst>
          </p:cNvPr>
          <p:cNvSpPr txBox="1"/>
          <p:nvPr/>
        </p:nvSpPr>
        <p:spPr>
          <a:xfrm>
            <a:off x="1028700" y="989049"/>
            <a:ext cx="9486900" cy="1269835"/>
          </a:xfrm>
          <a:prstGeom prst="rect">
            <a:avLst/>
          </a:prstGeom>
        </p:spPr>
        <p:txBody>
          <a:bodyPr wrap="square" lIns="0" tIns="0" rIns="0" bIns="0" rtlCol="0" anchor="t">
            <a:spAutoFit/>
          </a:bodyPr>
          <a:lstStyle/>
          <a:p>
            <a:pPr marL="0" lvl="0" indent="0" algn="l">
              <a:lnSpc>
                <a:spcPts val="10199"/>
              </a:lnSpc>
              <a:spcBef>
                <a:spcPct val="0"/>
              </a:spcBef>
            </a:pPr>
            <a:r>
              <a:rPr lang="en-US" sz="8499" b="1" spc="-84" dirty="0">
                <a:solidFill>
                  <a:srgbClr val="000000"/>
                </a:solidFill>
                <a:latin typeface="Fira Sans Medium"/>
                <a:ea typeface="Fira Sans Medium"/>
                <a:cs typeface="Fira Sans Medium"/>
                <a:sym typeface="Fira Sans Medium"/>
              </a:rPr>
              <a:t>Attendance</a:t>
            </a:r>
          </a:p>
        </p:txBody>
      </p:sp>
      <p:grpSp>
        <p:nvGrpSpPr>
          <p:cNvPr id="11" name="Group 11">
            <a:extLst>
              <a:ext uri="{FF2B5EF4-FFF2-40B4-BE49-F238E27FC236}">
                <a16:creationId xmlns:a16="http://schemas.microsoft.com/office/drawing/2014/main" id="{AD66E6A6-959E-0459-2685-3AF5DB0318FB}"/>
              </a:ext>
            </a:extLst>
          </p:cNvPr>
          <p:cNvGrpSpPr/>
          <p:nvPr/>
        </p:nvGrpSpPr>
        <p:grpSpPr>
          <a:xfrm rot="-10800000">
            <a:off x="11125198" y="6465115"/>
            <a:ext cx="4419601" cy="3821883"/>
            <a:chOff x="0" y="0"/>
            <a:chExt cx="3619627" cy="3134614"/>
          </a:xfrm>
        </p:grpSpPr>
        <p:sp>
          <p:nvSpPr>
            <p:cNvPr id="12" name="Freeform 12">
              <a:extLst>
                <a:ext uri="{FF2B5EF4-FFF2-40B4-BE49-F238E27FC236}">
                  <a16:creationId xmlns:a16="http://schemas.microsoft.com/office/drawing/2014/main" id="{A1E29E6D-9BA6-DC56-A8CC-636F0B3FA323}"/>
                </a:ext>
              </a:extLst>
            </p:cNvPr>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sp>
        <p:nvSpPr>
          <p:cNvPr id="6" name="object 7">
            <a:extLst>
              <a:ext uri="{FF2B5EF4-FFF2-40B4-BE49-F238E27FC236}">
                <a16:creationId xmlns:a16="http://schemas.microsoft.com/office/drawing/2014/main" id="{45C8BEF0-E62D-AA1C-3086-82B50B5DC8D0}"/>
              </a:ext>
            </a:extLst>
          </p:cNvPr>
          <p:cNvSpPr txBox="1"/>
          <p:nvPr/>
        </p:nvSpPr>
        <p:spPr>
          <a:xfrm>
            <a:off x="762000" y="2400300"/>
            <a:ext cx="14020799" cy="6527428"/>
          </a:xfrm>
          <a:prstGeom prst="rect">
            <a:avLst/>
          </a:prstGeom>
        </p:spPr>
        <p:txBody>
          <a:bodyPr vert="horz" wrap="square" lIns="0" tIns="12700" rIns="0" bIns="0" rtlCol="0">
            <a:spAutoFit/>
          </a:bodyPr>
          <a:lstStyle/>
          <a:p>
            <a:pPr marL="372110" marR="5080" indent="-360045" algn="just">
              <a:lnSpc>
                <a:spcPct val="150000"/>
              </a:lnSpc>
              <a:spcBef>
                <a:spcPts val="100"/>
              </a:spcBef>
              <a:buFont typeface="Arial MT"/>
              <a:buChar char="•"/>
              <a:tabLst>
                <a:tab pos="372745" algn="l"/>
              </a:tabLst>
            </a:pPr>
            <a:r>
              <a:rPr sz="4000" b="1" spc="90" dirty="0">
                <a:latin typeface="Arial"/>
                <a:cs typeface="Arial"/>
              </a:rPr>
              <a:t>Attendance</a:t>
            </a:r>
            <a:r>
              <a:rPr lang="en-MY" sz="4000" b="1" spc="90" dirty="0">
                <a:latin typeface="Arial"/>
                <a:cs typeface="Arial"/>
              </a:rPr>
              <a:t> Requirements</a:t>
            </a:r>
            <a:r>
              <a:rPr sz="4000" b="1" spc="90" dirty="0">
                <a:latin typeface="Arial"/>
                <a:cs typeface="Arial"/>
              </a:rPr>
              <a:t>:</a:t>
            </a:r>
            <a:endParaRPr lang="en-MY" sz="4000" b="1" spc="90" dirty="0">
              <a:latin typeface="Arial"/>
              <a:cs typeface="Arial"/>
            </a:endParaRPr>
          </a:p>
          <a:p>
            <a:pPr marL="829310" marR="5080" lvl="1" indent="-360045" algn="just">
              <a:lnSpc>
                <a:spcPct val="150000"/>
              </a:lnSpc>
              <a:spcBef>
                <a:spcPts val="100"/>
              </a:spcBef>
              <a:buFont typeface="Arial MT"/>
              <a:buChar char="•"/>
              <a:tabLst>
                <a:tab pos="372745" algn="l"/>
              </a:tabLst>
            </a:pPr>
            <a:r>
              <a:rPr lang="en-US" sz="4000" dirty="0">
                <a:latin typeface="Lucida Sans Unicode"/>
                <a:cs typeface="Lucida Sans Unicode"/>
              </a:rPr>
              <a:t>Minimum Attendance:</a:t>
            </a:r>
          </a:p>
          <a:p>
            <a:pPr marL="1286510" marR="5080" lvl="2" indent="-360045" algn="just">
              <a:lnSpc>
                <a:spcPct val="150000"/>
              </a:lnSpc>
              <a:spcBef>
                <a:spcPts val="100"/>
              </a:spcBef>
              <a:buFont typeface="Arial MT"/>
              <a:buChar char="•"/>
              <a:tabLst>
                <a:tab pos="372745" algn="l"/>
              </a:tabLst>
            </a:pPr>
            <a:r>
              <a:rPr lang="en-US" sz="4000" dirty="0">
                <a:latin typeface="Lucida Sans Unicode"/>
                <a:cs typeface="Lucida Sans Unicode"/>
              </a:rPr>
              <a:t>Students are required to </a:t>
            </a:r>
            <a:r>
              <a:rPr lang="en-US" sz="4000" dirty="0">
                <a:highlight>
                  <a:srgbClr val="FFFF00"/>
                </a:highlight>
                <a:latin typeface="Lucida Sans Unicode"/>
                <a:cs typeface="Lucida Sans Unicode"/>
              </a:rPr>
              <a:t>attend at least 80% </a:t>
            </a:r>
            <a:r>
              <a:rPr lang="en-US" sz="4000" dirty="0">
                <a:latin typeface="Lucida Sans Unicode"/>
                <a:cs typeface="Lucida Sans Unicode"/>
              </a:rPr>
              <a:t>of their classes to be eligible to sit for the final exam.</a:t>
            </a:r>
          </a:p>
          <a:p>
            <a:pPr marL="829310" marR="5080" lvl="1" indent="-360045" algn="just">
              <a:lnSpc>
                <a:spcPct val="150000"/>
              </a:lnSpc>
              <a:spcBef>
                <a:spcPts val="100"/>
              </a:spcBef>
              <a:buFont typeface="Arial MT"/>
              <a:buChar char="•"/>
              <a:tabLst>
                <a:tab pos="372745" algn="l"/>
              </a:tabLst>
            </a:pPr>
            <a:r>
              <a:rPr lang="en-US" sz="4000" dirty="0">
                <a:latin typeface="Lucida Sans Unicode"/>
                <a:cs typeface="Lucida Sans Unicode"/>
              </a:rPr>
              <a:t>First Warning: </a:t>
            </a:r>
          </a:p>
          <a:p>
            <a:pPr marL="1286510" marR="5080" lvl="2" indent="-360045">
              <a:spcBef>
                <a:spcPts val="100"/>
              </a:spcBef>
              <a:buFont typeface="Arial MT"/>
              <a:buChar char="•"/>
              <a:tabLst>
                <a:tab pos="372745" algn="l"/>
              </a:tabLst>
            </a:pPr>
            <a:r>
              <a:rPr lang="en-US" sz="4000" dirty="0">
                <a:latin typeface="Lucida Sans Unicode"/>
                <a:cs typeface="Lucida Sans Unicode"/>
              </a:rPr>
              <a:t>If a student </a:t>
            </a:r>
            <a:r>
              <a:rPr lang="en-US" sz="4000" dirty="0">
                <a:highlight>
                  <a:srgbClr val="FFFF00"/>
                </a:highlight>
                <a:latin typeface="Lucida Sans Unicode"/>
                <a:cs typeface="Lucida Sans Unicode"/>
              </a:rPr>
              <a:t>misses 3 consecutive classes </a:t>
            </a:r>
            <a:r>
              <a:rPr lang="en-US" sz="4000" dirty="0">
                <a:latin typeface="Lucida Sans Unicode"/>
                <a:cs typeface="Lucida Sans Unicode"/>
              </a:rPr>
              <a:t>without proper justification, a </a:t>
            </a:r>
            <a:r>
              <a:rPr lang="en-US" sz="4000" dirty="0">
                <a:highlight>
                  <a:srgbClr val="FFFF00"/>
                </a:highlight>
                <a:latin typeface="Lucida Sans Unicode"/>
                <a:cs typeface="Lucida Sans Unicode"/>
              </a:rPr>
              <a:t>first warning letter </a:t>
            </a:r>
            <a:r>
              <a:rPr lang="en-US" sz="4000" dirty="0">
                <a:latin typeface="Lucida Sans Unicode"/>
                <a:cs typeface="Lucida Sans Unicode"/>
              </a:rPr>
              <a:t>will be issued.</a:t>
            </a:r>
            <a:endParaRPr sz="4000" dirty="0">
              <a:latin typeface="Lucida Sans Unicode"/>
              <a:cs typeface="Lucida Sans Unicode"/>
            </a:endParaRPr>
          </a:p>
        </p:txBody>
      </p:sp>
    </p:spTree>
    <p:extLst>
      <p:ext uri="{BB962C8B-B14F-4D97-AF65-F5344CB8AC3E}">
        <p14:creationId xmlns:p14="http://schemas.microsoft.com/office/powerpoint/2010/main" val="1377310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A019553B-8264-B1F9-232D-B40DA9F2942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E2A9386-5ED6-8347-FDFA-7E100BDCAEC8}"/>
              </a:ext>
            </a:extLst>
          </p:cNvPr>
          <p:cNvGrpSpPr/>
          <p:nvPr/>
        </p:nvGrpSpPr>
        <p:grpSpPr>
          <a:xfrm rot="-10800000">
            <a:off x="14249399" y="4838699"/>
            <a:ext cx="5471691" cy="5687147"/>
            <a:chOff x="0" y="0"/>
            <a:chExt cx="3619627" cy="3134614"/>
          </a:xfrm>
        </p:grpSpPr>
        <p:sp>
          <p:nvSpPr>
            <p:cNvPr id="3" name="Freeform 3">
              <a:extLst>
                <a:ext uri="{FF2B5EF4-FFF2-40B4-BE49-F238E27FC236}">
                  <a16:creationId xmlns:a16="http://schemas.microsoft.com/office/drawing/2014/main" id="{31B54B12-4268-1184-B0BD-84D2BF101C6C}"/>
                </a:ext>
              </a:extLst>
            </p:cNvPr>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a:extLst>
              <a:ext uri="{FF2B5EF4-FFF2-40B4-BE49-F238E27FC236}">
                <a16:creationId xmlns:a16="http://schemas.microsoft.com/office/drawing/2014/main" id="{FDCB6B16-1892-A6A9-83FE-5B9D550B4ADA}"/>
              </a:ext>
            </a:extLst>
          </p:cNvPr>
          <p:cNvGrpSpPr/>
          <p:nvPr/>
        </p:nvGrpSpPr>
        <p:grpSpPr>
          <a:xfrm rot="-10800000">
            <a:off x="14388041" y="430705"/>
            <a:ext cx="5276948" cy="4569862"/>
            <a:chOff x="0" y="0"/>
            <a:chExt cx="3619627" cy="3134614"/>
          </a:xfrm>
        </p:grpSpPr>
        <p:sp>
          <p:nvSpPr>
            <p:cNvPr id="5" name="Freeform 5">
              <a:extLst>
                <a:ext uri="{FF2B5EF4-FFF2-40B4-BE49-F238E27FC236}">
                  <a16:creationId xmlns:a16="http://schemas.microsoft.com/office/drawing/2014/main" id="{071D1787-6F35-D360-F328-DC5D99AF6A0D}"/>
                </a:ext>
              </a:extLst>
            </p:cNvPr>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sp>
        <p:nvSpPr>
          <p:cNvPr id="9" name="TextBox 9">
            <a:extLst>
              <a:ext uri="{FF2B5EF4-FFF2-40B4-BE49-F238E27FC236}">
                <a16:creationId xmlns:a16="http://schemas.microsoft.com/office/drawing/2014/main" id="{DC42B7F5-672F-869E-34C8-E2FD1E55438E}"/>
              </a:ext>
            </a:extLst>
          </p:cNvPr>
          <p:cNvSpPr txBox="1"/>
          <p:nvPr/>
        </p:nvSpPr>
        <p:spPr>
          <a:xfrm>
            <a:off x="1028700" y="989049"/>
            <a:ext cx="9486900" cy="1269835"/>
          </a:xfrm>
          <a:prstGeom prst="rect">
            <a:avLst/>
          </a:prstGeom>
        </p:spPr>
        <p:txBody>
          <a:bodyPr wrap="square" lIns="0" tIns="0" rIns="0" bIns="0" rtlCol="0" anchor="t">
            <a:spAutoFit/>
          </a:bodyPr>
          <a:lstStyle/>
          <a:p>
            <a:pPr marL="0" lvl="0" indent="0" algn="l">
              <a:lnSpc>
                <a:spcPts val="10199"/>
              </a:lnSpc>
              <a:spcBef>
                <a:spcPct val="0"/>
              </a:spcBef>
            </a:pPr>
            <a:r>
              <a:rPr lang="en-US" sz="8499" b="1" spc="-84" dirty="0">
                <a:solidFill>
                  <a:srgbClr val="000000"/>
                </a:solidFill>
                <a:latin typeface="Fira Sans Medium"/>
                <a:ea typeface="Fira Sans Medium"/>
                <a:cs typeface="Fira Sans Medium"/>
                <a:sym typeface="Fira Sans Medium"/>
              </a:rPr>
              <a:t>Attendance</a:t>
            </a:r>
          </a:p>
        </p:txBody>
      </p:sp>
      <p:grpSp>
        <p:nvGrpSpPr>
          <p:cNvPr id="11" name="Group 11">
            <a:extLst>
              <a:ext uri="{FF2B5EF4-FFF2-40B4-BE49-F238E27FC236}">
                <a16:creationId xmlns:a16="http://schemas.microsoft.com/office/drawing/2014/main" id="{21673451-05EB-577F-2626-5723EAF3C534}"/>
              </a:ext>
            </a:extLst>
          </p:cNvPr>
          <p:cNvGrpSpPr/>
          <p:nvPr/>
        </p:nvGrpSpPr>
        <p:grpSpPr>
          <a:xfrm rot="-10800000">
            <a:off x="11125198" y="6465115"/>
            <a:ext cx="4419601" cy="3821883"/>
            <a:chOff x="0" y="0"/>
            <a:chExt cx="3619627" cy="3134614"/>
          </a:xfrm>
        </p:grpSpPr>
        <p:sp>
          <p:nvSpPr>
            <p:cNvPr id="12" name="Freeform 12">
              <a:extLst>
                <a:ext uri="{FF2B5EF4-FFF2-40B4-BE49-F238E27FC236}">
                  <a16:creationId xmlns:a16="http://schemas.microsoft.com/office/drawing/2014/main" id="{8148FBF8-B99D-30A2-1DF3-03050D5C4A0D}"/>
                </a:ext>
              </a:extLst>
            </p:cNvPr>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sp>
        <p:nvSpPr>
          <p:cNvPr id="7" name="object 7">
            <a:extLst>
              <a:ext uri="{FF2B5EF4-FFF2-40B4-BE49-F238E27FC236}">
                <a16:creationId xmlns:a16="http://schemas.microsoft.com/office/drawing/2014/main" id="{38359B7D-2CC1-4BD2-E809-5919D00DAB18}"/>
              </a:ext>
            </a:extLst>
          </p:cNvPr>
          <p:cNvSpPr txBox="1"/>
          <p:nvPr/>
        </p:nvSpPr>
        <p:spPr>
          <a:xfrm>
            <a:off x="959916" y="2720492"/>
            <a:ext cx="13213284" cy="5514330"/>
          </a:xfrm>
          <a:prstGeom prst="rect">
            <a:avLst/>
          </a:prstGeom>
        </p:spPr>
        <p:txBody>
          <a:bodyPr vert="horz" wrap="square" lIns="0" tIns="12700" rIns="0" bIns="0" rtlCol="0">
            <a:spAutoFit/>
          </a:bodyPr>
          <a:lstStyle/>
          <a:p>
            <a:pPr marL="372110" marR="5080" indent="-360045" algn="just">
              <a:lnSpc>
                <a:spcPct val="150000"/>
              </a:lnSpc>
              <a:spcBef>
                <a:spcPts val="100"/>
              </a:spcBef>
              <a:buFont typeface="Arial MT"/>
              <a:buChar char="•"/>
              <a:tabLst>
                <a:tab pos="372745" algn="l"/>
              </a:tabLst>
            </a:pPr>
            <a:r>
              <a:rPr sz="4000" b="1" spc="90" dirty="0">
                <a:latin typeface="Arial"/>
                <a:cs typeface="Arial"/>
              </a:rPr>
              <a:t>Attendance</a:t>
            </a:r>
            <a:r>
              <a:rPr lang="en-MY" sz="4000" b="1" spc="90" dirty="0">
                <a:latin typeface="Arial"/>
                <a:cs typeface="Arial"/>
              </a:rPr>
              <a:t> Requirements</a:t>
            </a:r>
            <a:r>
              <a:rPr sz="4000" b="1" spc="90" dirty="0">
                <a:latin typeface="Arial"/>
                <a:cs typeface="Arial"/>
              </a:rPr>
              <a:t>:</a:t>
            </a:r>
            <a:endParaRPr lang="en-MY" sz="4000" b="1" spc="90" dirty="0">
              <a:latin typeface="Arial"/>
              <a:cs typeface="Arial"/>
            </a:endParaRPr>
          </a:p>
          <a:p>
            <a:pPr marL="829310" marR="5080" lvl="1" indent="-360045" algn="just">
              <a:lnSpc>
                <a:spcPct val="150000"/>
              </a:lnSpc>
              <a:spcBef>
                <a:spcPts val="100"/>
              </a:spcBef>
              <a:buFont typeface="Arial MT"/>
              <a:buChar char="•"/>
              <a:tabLst>
                <a:tab pos="372745" algn="l"/>
              </a:tabLst>
            </a:pPr>
            <a:r>
              <a:rPr lang="en-US" sz="4000" dirty="0">
                <a:latin typeface="Lucida Sans Unicode"/>
                <a:cs typeface="Lucida Sans Unicode"/>
              </a:rPr>
              <a:t>Second Warning:</a:t>
            </a:r>
          </a:p>
          <a:p>
            <a:pPr marL="1286510" marR="5080" lvl="2" indent="-360045" algn="just">
              <a:lnSpc>
                <a:spcPct val="150000"/>
              </a:lnSpc>
              <a:spcBef>
                <a:spcPts val="100"/>
              </a:spcBef>
              <a:buFont typeface="Arial MT"/>
              <a:buChar char="•"/>
              <a:tabLst>
                <a:tab pos="372745" algn="l"/>
              </a:tabLst>
            </a:pPr>
            <a:r>
              <a:rPr lang="en-US" sz="4000" dirty="0">
                <a:latin typeface="Lucida Sans Unicode"/>
                <a:cs typeface="Lucida Sans Unicode"/>
              </a:rPr>
              <a:t>If a student </a:t>
            </a:r>
            <a:r>
              <a:rPr lang="en-US" sz="4000" dirty="0">
                <a:highlight>
                  <a:srgbClr val="FFFF00"/>
                </a:highlight>
                <a:latin typeface="Lucida Sans Unicode"/>
                <a:cs typeface="Lucida Sans Unicode"/>
              </a:rPr>
              <a:t>misses 6 classes</a:t>
            </a:r>
            <a:r>
              <a:rPr lang="en-US" sz="4000" dirty="0">
                <a:latin typeface="Lucida Sans Unicode"/>
                <a:cs typeface="Lucida Sans Unicode"/>
              </a:rPr>
              <a:t> without a valid excuse, a </a:t>
            </a:r>
            <a:r>
              <a:rPr lang="en-US" sz="4000" dirty="0">
                <a:highlight>
                  <a:srgbClr val="FFFF00"/>
                </a:highlight>
                <a:latin typeface="Lucida Sans Unicode"/>
                <a:cs typeface="Lucida Sans Unicode"/>
              </a:rPr>
              <a:t>second warning </a:t>
            </a:r>
            <a:r>
              <a:rPr lang="en-US" sz="4000" dirty="0">
                <a:latin typeface="Lucida Sans Unicode"/>
                <a:cs typeface="Lucida Sans Unicode"/>
              </a:rPr>
              <a:t>letter will be issued.</a:t>
            </a:r>
          </a:p>
          <a:p>
            <a:pPr marL="1286510" marR="5080" lvl="2" indent="-360045" algn="just">
              <a:lnSpc>
                <a:spcPct val="150000"/>
              </a:lnSpc>
              <a:spcBef>
                <a:spcPts val="100"/>
              </a:spcBef>
              <a:buFont typeface="Arial MT"/>
              <a:buChar char="•"/>
              <a:tabLst>
                <a:tab pos="372745" algn="l"/>
              </a:tabLst>
            </a:pPr>
            <a:r>
              <a:rPr lang="en-US" sz="4000" dirty="0">
                <a:latin typeface="Lucida Sans Unicode"/>
                <a:cs typeface="Lucida Sans Unicode"/>
              </a:rPr>
              <a:t>The student will </a:t>
            </a:r>
            <a:r>
              <a:rPr lang="en-US" sz="4000" dirty="0">
                <a:highlight>
                  <a:srgbClr val="FFFF00"/>
                </a:highlight>
                <a:latin typeface="Lucida Sans Unicode"/>
                <a:cs typeface="Lucida Sans Unicode"/>
              </a:rPr>
              <a:t>also be barred from </a:t>
            </a:r>
            <a:r>
              <a:rPr lang="en-US" sz="4000" dirty="0">
                <a:solidFill>
                  <a:srgbClr val="FF0000"/>
                </a:solidFill>
                <a:highlight>
                  <a:srgbClr val="FFFF00"/>
                </a:highlight>
                <a:latin typeface="Lucida Sans Unicode"/>
                <a:cs typeface="Lucida Sans Unicode"/>
              </a:rPr>
              <a:t>submitting Final Assessment</a:t>
            </a:r>
            <a:endParaRPr sz="4000" dirty="0">
              <a:solidFill>
                <a:srgbClr val="FF0000"/>
              </a:solidFill>
              <a:highlight>
                <a:srgbClr val="FFFF00"/>
              </a:highlight>
              <a:latin typeface="Lucida Sans Unicode"/>
              <a:cs typeface="Lucida Sans Unicode"/>
            </a:endParaRPr>
          </a:p>
        </p:txBody>
      </p:sp>
    </p:spTree>
    <p:extLst>
      <p:ext uri="{BB962C8B-B14F-4D97-AF65-F5344CB8AC3E}">
        <p14:creationId xmlns:p14="http://schemas.microsoft.com/office/powerpoint/2010/main" val="41321522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A6164D1E-DA0D-A55A-E625-DDED4ACB14B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FEEA425-5FDD-A0E3-894A-3D4EB0D9658D}"/>
              </a:ext>
            </a:extLst>
          </p:cNvPr>
          <p:cNvGrpSpPr/>
          <p:nvPr/>
        </p:nvGrpSpPr>
        <p:grpSpPr>
          <a:xfrm rot="-10800000">
            <a:off x="14249399" y="4838699"/>
            <a:ext cx="5471691" cy="5687147"/>
            <a:chOff x="0" y="0"/>
            <a:chExt cx="3619627" cy="3134614"/>
          </a:xfrm>
        </p:grpSpPr>
        <p:sp>
          <p:nvSpPr>
            <p:cNvPr id="3" name="Freeform 3">
              <a:extLst>
                <a:ext uri="{FF2B5EF4-FFF2-40B4-BE49-F238E27FC236}">
                  <a16:creationId xmlns:a16="http://schemas.microsoft.com/office/drawing/2014/main" id="{4AA39FD8-31C2-BF4E-F400-371F1AAD6961}"/>
                </a:ext>
              </a:extLst>
            </p:cNvPr>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a:extLst>
              <a:ext uri="{FF2B5EF4-FFF2-40B4-BE49-F238E27FC236}">
                <a16:creationId xmlns:a16="http://schemas.microsoft.com/office/drawing/2014/main" id="{66CB9811-C931-9D59-FCE2-F1F361BE6E54}"/>
              </a:ext>
            </a:extLst>
          </p:cNvPr>
          <p:cNvGrpSpPr/>
          <p:nvPr/>
        </p:nvGrpSpPr>
        <p:grpSpPr>
          <a:xfrm rot="-10800000">
            <a:off x="14388041" y="430705"/>
            <a:ext cx="5276948" cy="4569862"/>
            <a:chOff x="0" y="0"/>
            <a:chExt cx="3619627" cy="3134614"/>
          </a:xfrm>
        </p:grpSpPr>
        <p:sp>
          <p:nvSpPr>
            <p:cNvPr id="5" name="Freeform 5">
              <a:extLst>
                <a:ext uri="{FF2B5EF4-FFF2-40B4-BE49-F238E27FC236}">
                  <a16:creationId xmlns:a16="http://schemas.microsoft.com/office/drawing/2014/main" id="{6BB7B072-B533-CB8E-BCE9-595C069AFC6B}"/>
                </a:ext>
              </a:extLst>
            </p:cNvPr>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sp>
        <p:nvSpPr>
          <p:cNvPr id="9" name="TextBox 9">
            <a:extLst>
              <a:ext uri="{FF2B5EF4-FFF2-40B4-BE49-F238E27FC236}">
                <a16:creationId xmlns:a16="http://schemas.microsoft.com/office/drawing/2014/main" id="{15B6FFEF-08E3-FA63-C0F2-ECA8D7F7E8BC}"/>
              </a:ext>
            </a:extLst>
          </p:cNvPr>
          <p:cNvSpPr txBox="1"/>
          <p:nvPr/>
        </p:nvSpPr>
        <p:spPr>
          <a:xfrm>
            <a:off x="1028700" y="989049"/>
            <a:ext cx="12992100" cy="1269835"/>
          </a:xfrm>
          <a:prstGeom prst="rect">
            <a:avLst/>
          </a:prstGeom>
        </p:spPr>
        <p:txBody>
          <a:bodyPr wrap="square" lIns="0" tIns="0" rIns="0" bIns="0" rtlCol="0" anchor="t">
            <a:spAutoFit/>
          </a:bodyPr>
          <a:lstStyle/>
          <a:p>
            <a:pPr marL="0" lvl="0" indent="0" algn="l">
              <a:lnSpc>
                <a:spcPts val="10199"/>
              </a:lnSpc>
              <a:spcBef>
                <a:spcPct val="0"/>
              </a:spcBef>
            </a:pPr>
            <a:r>
              <a:rPr lang="en-US" sz="8499" b="1" spc="-84" dirty="0">
                <a:solidFill>
                  <a:srgbClr val="000000"/>
                </a:solidFill>
                <a:latin typeface="Fira Sans Medium"/>
                <a:ea typeface="Fira Sans Medium"/>
                <a:cs typeface="Fira Sans Medium"/>
                <a:sym typeface="Fira Sans Medium"/>
              </a:rPr>
              <a:t>Deadline and Extensions</a:t>
            </a:r>
          </a:p>
        </p:txBody>
      </p:sp>
      <p:grpSp>
        <p:nvGrpSpPr>
          <p:cNvPr id="11" name="Group 11">
            <a:extLst>
              <a:ext uri="{FF2B5EF4-FFF2-40B4-BE49-F238E27FC236}">
                <a16:creationId xmlns:a16="http://schemas.microsoft.com/office/drawing/2014/main" id="{18D35DF6-A3FD-369F-50DA-F3FF9E5CF3F8}"/>
              </a:ext>
            </a:extLst>
          </p:cNvPr>
          <p:cNvGrpSpPr/>
          <p:nvPr/>
        </p:nvGrpSpPr>
        <p:grpSpPr>
          <a:xfrm rot="-10800000">
            <a:off x="11125198" y="6465115"/>
            <a:ext cx="4419601" cy="3821883"/>
            <a:chOff x="0" y="0"/>
            <a:chExt cx="3619627" cy="3134614"/>
          </a:xfrm>
        </p:grpSpPr>
        <p:sp>
          <p:nvSpPr>
            <p:cNvPr id="12" name="Freeform 12">
              <a:extLst>
                <a:ext uri="{FF2B5EF4-FFF2-40B4-BE49-F238E27FC236}">
                  <a16:creationId xmlns:a16="http://schemas.microsoft.com/office/drawing/2014/main" id="{D46D1252-D566-4E6B-B7C2-42EB3F55006E}"/>
                </a:ext>
              </a:extLst>
            </p:cNvPr>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sp>
        <p:nvSpPr>
          <p:cNvPr id="10" name="TextBox 10">
            <a:extLst>
              <a:ext uri="{FF2B5EF4-FFF2-40B4-BE49-F238E27FC236}">
                <a16:creationId xmlns:a16="http://schemas.microsoft.com/office/drawing/2014/main" id="{C724B0FD-F5EF-2FFC-5ADD-3BE69B30F676}"/>
              </a:ext>
            </a:extLst>
          </p:cNvPr>
          <p:cNvSpPr txBox="1"/>
          <p:nvPr/>
        </p:nvSpPr>
        <p:spPr>
          <a:xfrm>
            <a:off x="1013164" y="9297951"/>
            <a:ext cx="5231327" cy="290157"/>
          </a:xfrm>
          <a:prstGeom prst="rect">
            <a:avLst/>
          </a:prstGeom>
        </p:spPr>
        <p:txBody>
          <a:bodyPr lIns="0" tIns="0" rIns="0" bIns="0" rtlCol="0" anchor="t">
            <a:spAutoFit/>
          </a:bodyPr>
          <a:lstStyle/>
          <a:p>
            <a:pPr algn="l">
              <a:lnSpc>
                <a:spcPts val="2380"/>
              </a:lnSpc>
              <a:spcBef>
                <a:spcPct val="0"/>
              </a:spcBef>
            </a:pPr>
            <a:r>
              <a:rPr lang="en-US" sz="1700" u="sng" dirty="0">
                <a:solidFill>
                  <a:srgbClr val="000000"/>
                </a:solidFill>
                <a:latin typeface="Fira Sans"/>
                <a:ea typeface="Fira Sans"/>
                <a:cs typeface="Fira Sans"/>
                <a:sym typeface="Fira Sans"/>
                <a:hlinkClick r:id="rId2" action="ppaction://hlinksldjump"/>
              </a:rPr>
              <a:t>Back to Homepage</a:t>
            </a:r>
          </a:p>
        </p:txBody>
      </p:sp>
      <p:sp>
        <p:nvSpPr>
          <p:cNvPr id="6" name="object 7">
            <a:extLst>
              <a:ext uri="{FF2B5EF4-FFF2-40B4-BE49-F238E27FC236}">
                <a16:creationId xmlns:a16="http://schemas.microsoft.com/office/drawing/2014/main" id="{6BB2C4B4-F3A8-3D51-C323-D71FC18B2B84}"/>
              </a:ext>
            </a:extLst>
          </p:cNvPr>
          <p:cNvSpPr txBox="1"/>
          <p:nvPr/>
        </p:nvSpPr>
        <p:spPr>
          <a:xfrm>
            <a:off x="977595" y="2816993"/>
            <a:ext cx="12586005" cy="5588635"/>
          </a:xfrm>
          <a:prstGeom prst="rect">
            <a:avLst/>
          </a:prstGeom>
        </p:spPr>
        <p:txBody>
          <a:bodyPr vert="horz" wrap="square" lIns="0" tIns="12065" rIns="0" bIns="0" rtlCol="0">
            <a:spAutoFit/>
          </a:bodyPr>
          <a:lstStyle/>
          <a:p>
            <a:pPr marL="372110" marR="5080" indent="-360045" algn="just">
              <a:lnSpc>
                <a:spcPct val="150000"/>
              </a:lnSpc>
              <a:spcBef>
                <a:spcPts val="95"/>
              </a:spcBef>
              <a:buFont typeface="Arial MT"/>
              <a:buChar char="•"/>
              <a:tabLst>
                <a:tab pos="372745" algn="l"/>
              </a:tabLst>
            </a:pPr>
            <a:r>
              <a:rPr sz="4000" b="1" spc="95" dirty="0">
                <a:latin typeface="Arial"/>
                <a:cs typeface="Arial"/>
              </a:rPr>
              <a:t>Strict </a:t>
            </a:r>
            <a:r>
              <a:rPr sz="4000" b="1" spc="-10" dirty="0">
                <a:latin typeface="Arial"/>
                <a:cs typeface="Arial"/>
              </a:rPr>
              <a:t>Deadlines: </a:t>
            </a:r>
            <a:r>
              <a:rPr sz="4000" spc="-215" dirty="0">
                <a:latin typeface="Lucida Sans Unicode"/>
                <a:cs typeface="Lucida Sans Unicode"/>
              </a:rPr>
              <a:t>All</a:t>
            </a:r>
            <a:r>
              <a:rPr sz="4000" spc="-210" dirty="0">
                <a:latin typeface="Lucida Sans Unicode"/>
                <a:cs typeface="Lucida Sans Unicode"/>
              </a:rPr>
              <a:t> </a:t>
            </a:r>
            <a:r>
              <a:rPr sz="4000" spc="-80" dirty="0">
                <a:latin typeface="Lucida Sans Unicode"/>
                <a:cs typeface="Lucida Sans Unicode"/>
              </a:rPr>
              <a:t>deadlines </a:t>
            </a:r>
            <a:r>
              <a:rPr sz="4000" spc="-65" dirty="0">
                <a:latin typeface="Lucida Sans Unicode"/>
                <a:cs typeface="Lucida Sans Unicode"/>
              </a:rPr>
              <a:t>are </a:t>
            </a:r>
            <a:r>
              <a:rPr sz="4000" spc="-225" dirty="0">
                <a:latin typeface="Lucida Sans Unicode"/>
                <a:cs typeface="Lucida Sans Unicode"/>
              </a:rPr>
              <a:t>final.</a:t>
            </a:r>
            <a:r>
              <a:rPr sz="4000" spc="-220" dirty="0">
                <a:latin typeface="Lucida Sans Unicode"/>
                <a:cs typeface="Lucida Sans Unicode"/>
              </a:rPr>
              <a:t> </a:t>
            </a:r>
            <a:r>
              <a:rPr sz="4000" spc="-105" dirty="0">
                <a:latin typeface="Lucida Sans Unicode"/>
                <a:cs typeface="Lucida Sans Unicode"/>
              </a:rPr>
              <a:t>Extensions </a:t>
            </a:r>
            <a:r>
              <a:rPr sz="4000" spc="-204" dirty="0">
                <a:latin typeface="Lucida Sans Unicode"/>
                <a:cs typeface="Lucida Sans Unicode"/>
              </a:rPr>
              <a:t>will</a:t>
            </a:r>
            <a:r>
              <a:rPr sz="4000" spc="855" dirty="0">
                <a:latin typeface="Lucida Sans Unicode"/>
                <a:cs typeface="Lucida Sans Unicode"/>
              </a:rPr>
              <a:t> </a:t>
            </a:r>
            <a:r>
              <a:rPr sz="4000" spc="-110" dirty="0">
                <a:latin typeface="Lucida Sans Unicode"/>
                <a:cs typeface="Lucida Sans Unicode"/>
              </a:rPr>
              <a:t>only </a:t>
            </a:r>
            <a:r>
              <a:rPr sz="4000" spc="-105" dirty="0">
                <a:latin typeface="Lucida Sans Unicode"/>
                <a:cs typeface="Lucida Sans Unicode"/>
              </a:rPr>
              <a:t> </a:t>
            </a:r>
            <a:r>
              <a:rPr sz="4000" spc="15" dirty="0">
                <a:latin typeface="Lucida Sans Unicode"/>
                <a:cs typeface="Lucida Sans Unicode"/>
              </a:rPr>
              <a:t>be</a:t>
            </a:r>
            <a:r>
              <a:rPr sz="4000" spc="20" dirty="0">
                <a:latin typeface="Lucida Sans Unicode"/>
                <a:cs typeface="Lucida Sans Unicode"/>
              </a:rPr>
              <a:t> </a:t>
            </a:r>
            <a:r>
              <a:rPr sz="4000" spc="-90" dirty="0">
                <a:latin typeface="Lucida Sans Unicode"/>
                <a:cs typeface="Lucida Sans Unicode"/>
              </a:rPr>
              <a:t>granted</a:t>
            </a:r>
            <a:r>
              <a:rPr sz="4000" spc="-85" dirty="0">
                <a:latin typeface="Lucida Sans Unicode"/>
                <a:cs typeface="Lucida Sans Unicode"/>
              </a:rPr>
              <a:t> </a:t>
            </a:r>
            <a:r>
              <a:rPr sz="4000" spc="-200" dirty="0">
                <a:latin typeface="Lucida Sans Unicode"/>
                <a:cs typeface="Lucida Sans Unicode"/>
              </a:rPr>
              <a:t>in</a:t>
            </a:r>
            <a:r>
              <a:rPr sz="4000" spc="-195" dirty="0">
                <a:latin typeface="Lucida Sans Unicode"/>
                <a:cs typeface="Lucida Sans Unicode"/>
              </a:rPr>
              <a:t> </a:t>
            </a:r>
            <a:r>
              <a:rPr sz="4000" spc="-85" dirty="0">
                <a:latin typeface="Lucida Sans Unicode"/>
                <a:cs typeface="Lucida Sans Unicode"/>
              </a:rPr>
              <a:t>exceptional</a:t>
            </a:r>
            <a:r>
              <a:rPr sz="4000" spc="-80" dirty="0">
                <a:latin typeface="Lucida Sans Unicode"/>
                <a:cs typeface="Lucida Sans Unicode"/>
              </a:rPr>
              <a:t> </a:t>
            </a:r>
            <a:r>
              <a:rPr sz="4000" spc="-25" dirty="0">
                <a:latin typeface="Lucida Sans Unicode"/>
                <a:cs typeface="Lucida Sans Unicode"/>
              </a:rPr>
              <a:t>conditions</a:t>
            </a:r>
            <a:r>
              <a:rPr sz="4000" spc="-20" dirty="0">
                <a:latin typeface="Lucida Sans Unicode"/>
                <a:cs typeface="Lucida Sans Unicode"/>
              </a:rPr>
              <a:t> </a:t>
            </a:r>
            <a:r>
              <a:rPr sz="4000" spc="-85" dirty="0">
                <a:latin typeface="Lucida Sans Unicode"/>
                <a:cs typeface="Lucida Sans Unicode"/>
              </a:rPr>
              <a:t>and</a:t>
            </a:r>
            <a:r>
              <a:rPr sz="4000" spc="-80" dirty="0">
                <a:latin typeface="Lucida Sans Unicode"/>
                <a:cs typeface="Lucida Sans Unicode"/>
              </a:rPr>
              <a:t> </a:t>
            </a:r>
            <a:r>
              <a:rPr sz="4000" spc="-85" dirty="0">
                <a:latin typeface="Lucida Sans Unicode"/>
                <a:cs typeface="Lucida Sans Unicode"/>
              </a:rPr>
              <a:t>must</a:t>
            </a:r>
            <a:r>
              <a:rPr sz="4000" spc="-80" dirty="0">
                <a:latin typeface="Lucida Sans Unicode"/>
                <a:cs typeface="Lucida Sans Unicode"/>
              </a:rPr>
              <a:t> </a:t>
            </a:r>
            <a:r>
              <a:rPr sz="4000" spc="40" dirty="0">
                <a:latin typeface="Lucida Sans Unicode"/>
                <a:cs typeface="Lucida Sans Unicode"/>
              </a:rPr>
              <a:t>be </a:t>
            </a:r>
            <a:r>
              <a:rPr sz="4000" spc="45" dirty="0">
                <a:latin typeface="Lucida Sans Unicode"/>
                <a:cs typeface="Lucida Sans Unicode"/>
              </a:rPr>
              <a:t> </a:t>
            </a:r>
            <a:r>
              <a:rPr sz="4000" spc="-60" dirty="0">
                <a:latin typeface="Lucida Sans Unicode"/>
                <a:cs typeface="Lucida Sans Unicode"/>
              </a:rPr>
              <a:t>requ</a:t>
            </a:r>
            <a:r>
              <a:rPr sz="4000" spc="-85" dirty="0">
                <a:latin typeface="Lucida Sans Unicode"/>
                <a:cs typeface="Lucida Sans Unicode"/>
              </a:rPr>
              <a:t>e</a:t>
            </a:r>
            <a:r>
              <a:rPr sz="4000" spc="10" dirty="0">
                <a:latin typeface="Lucida Sans Unicode"/>
                <a:cs typeface="Lucida Sans Unicode"/>
              </a:rPr>
              <a:t>sted</a:t>
            </a:r>
            <a:r>
              <a:rPr sz="4000" spc="-175" dirty="0">
                <a:latin typeface="Lucida Sans Unicode"/>
                <a:cs typeface="Lucida Sans Unicode"/>
              </a:rPr>
              <a:t> </a:t>
            </a:r>
            <a:r>
              <a:rPr sz="4000" spc="-125" dirty="0">
                <a:latin typeface="Lucida Sans Unicode"/>
                <a:cs typeface="Lucida Sans Unicode"/>
              </a:rPr>
              <a:t>i</a:t>
            </a:r>
            <a:r>
              <a:rPr sz="4000" spc="-275" dirty="0">
                <a:latin typeface="Lucida Sans Unicode"/>
                <a:cs typeface="Lucida Sans Unicode"/>
              </a:rPr>
              <a:t>n</a:t>
            </a:r>
            <a:r>
              <a:rPr sz="4000" spc="-204" dirty="0">
                <a:latin typeface="Lucida Sans Unicode"/>
                <a:cs typeface="Lucida Sans Unicode"/>
              </a:rPr>
              <a:t> </a:t>
            </a:r>
            <a:r>
              <a:rPr sz="4000" spc="-5" dirty="0">
                <a:latin typeface="Lucida Sans Unicode"/>
                <a:cs typeface="Lucida Sans Unicode"/>
              </a:rPr>
              <a:t>advanc</a:t>
            </a:r>
            <a:r>
              <a:rPr sz="4000" spc="-15" dirty="0">
                <a:latin typeface="Lucida Sans Unicode"/>
                <a:cs typeface="Lucida Sans Unicode"/>
              </a:rPr>
              <a:t>e</a:t>
            </a:r>
            <a:r>
              <a:rPr sz="4000" spc="-490" dirty="0">
                <a:latin typeface="Lucida Sans Unicode"/>
                <a:cs typeface="Lucida Sans Unicode"/>
              </a:rPr>
              <a:t>.</a:t>
            </a:r>
            <a:endParaRPr sz="4000" dirty="0">
              <a:latin typeface="Lucida Sans Unicode"/>
              <a:cs typeface="Lucida Sans Unicode"/>
            </a:endParaRPr>
          </a:p>
          <a:p>
            <a:pPr marL="372110" marR="8890" indent="-360045" algn="just">
              <a:lnSpc>
                <a:spcPct val="150000"/>
              </a:lnSpc>
              <a:spcBef>
                <a:spcPts val="600"/>
              </a:spcBef>
              <a:buFont typeface="Arial MT"/>
              <a:buChar char="•"/>
              <a:tabLst>
                <a:tab pos="372745" algn="l"/>
              </a:tabLst>
            </a:pPr>
            <a:r>
              <a:rPr sz="4000" b="1" spc="60" dirty="0">
                <a:latin typeface="Arial"/>
                <a:cs typeface="Arial"/>
              </a:rPr>
              <a:t>Penalty </a:t>
            </a:r>
            <a:r>
              <a:rPr sz="4000" b="1" spc="35" dirty="0">
                <a:latin typeface="Arial"/>
                <a:cs typeface="Arial"/>
              </a:rPr>
              <a:t>for </a:t>
            </a:r>
            <a:r>
              <a:rPr sz="4000" b="1" spc="90" dirty="0">
                <a:latin typeface="Arial"/>
                <a:cs typeface="Arial"/>
              </a:rPr>
              <a:t>Late </a:t>
            </a:r>
            <a:r>
              <a:rPr sz="4000" b="1" spc="-65" dirty="0">
                <a:latin typeface="Arial"/>
                <a:cs typeface="Arial"/>
              </a:rPr>
              <a:t>Submission: </a:t>
            </a:r>
            <a:r>
              <a:rPr sz="4000" dirty="0">
                <a:latin typeface="Lucida Sans Unicode"/>
                <a:cs typeface="Lucida Sans Unicode"/>
              </a:rPr>
              <a:t>Late </a:t>
            </a:r>
            <a:r>
              <a:rPr sz="4000" spc="-110" dirty="0">
                <a:latin typeface="Lucida Sans Unicode"/>
                <a:cs typeface="Lucida Sans Unicode"/>
              </a:rPr>
              <a:t>submissions </a:t>
            </a:r>
            <a:r>
              <a:rPr sz="4000" spc="-204" dirty="0">
                <a:latin typeface="Lucida Sans Unicode"/>
                <a:cs typeface="Lucida Sans Unicode"/>
              </a:rPr>
              <a:t>will </a:t>
            </a:r>
            <a:r>
              <a:rPr sz="4000" spc="-114" dirty="0">
                <a:latin typeface="Lucida Sans Unicode"/>
                <a:cs typeface="Lucida Sans Unicode"/>
              </a:rPr>
              <a:t>earn </a:t>
            </a:r>
            <a:r>
              <a:rPr sz="4000" spc="-50" dirty="0">
                <a:latin typeface="Lucida Sans Unicode"/>
                <a:cs typeface="Lucida Sans Unicode"/>
              </a:rPr>
              <a:t>a </a:t>
            </a:r>
            <a:r>
              <a:rPr sz="4000" spc="-45" dirty="0">
                <a:latin typeface="Lucida Sans Unicode"/>
                <a:cs typeface="Lucida Sans Unicode"/>
              </a:rPr>
              <a:t> penalty</a:t>
            </a:r>
            <a:r>
              <a:rPr sz="4000" spc="-160" dirty="0">
                <a:latin typeface="Lucida Sans Unicode"/>
                <a:cs typeface="Lucida Sans Unicode"/>
              </a:rPr>
              <a:t> </a:t>
            </a:r>
            <a:r>
              <a:rPr sz="4000" spc="25" dirty="0">
                <a:latin typeface="Lucida Sans Unicode"/>
                <a:cs typeface="Lucida Sans Unicode"/>
              </a:rPr>
              <a:t>(</a:t>
            </a:r>
            <a:r>
              <a:rPr sz="4000" spc="25" dirty="0">
                <a:solidFill>
                  <a:srgbClr val="FF0000"/>
                </a:solidFill>
                <a:highlight>
                  <a:srgbClr val="FFFF00"/>
                </a:highlight>
                <a:latin typeface="Lucida Sans Unicode"/>
                <a:cs typeface="Lucida Sans Unicode"/>
              </a:rPr>
              <a:t>specify</a:t>
            </a:r>
            <a:r>
              <a:rPr sz="4000" spc="-160" dirty="0">
                <a:solidFill>
                  <a:srgbClr val="FF0000"/>
                </a:solidFill>
                <a:highlight>
                  <a:srgbClr val="FFFF00"/>
                </a:highlight>
                <a:latin typeface="Lucida Sans Unicode"/>
                <a:cs typeface="Lucida Sans Unicode"/>
              </a:rPr>
              <a:t> </a:t>
            </a:r>
            <a:r>
              <a:rPr sz="4000" spc="-35" dirty="0">
                <a:solidFill>
                  <a:srgbClr val="FF0000"/>
                </a:solidFill>
                <a:highlight>
                  <a:srgbClr val="FFFF00"/>
                </a:highlight>
                <a:latin typeface="Lucida Sans Unicode"/>
                <a:cs typeface="Lucida Sans Unicode"/>
              </a:rPr>
              <a:t>the</a:t>
            </a:r>
            <a:r>
              <a:rPr sz="4000" spc="-180" dirty="0">
                <a:solidFill>
                  <a:srgbClr val="FF0000"/>
                </a:solidFill>
                <a:highlight>
                  <a:srgbClr val="FFFF00"/>
                </a:highlight>
                <a:latin typeface="Lucida Sans Unicode"/>
                <a:cs typeface="Lucida Sans Unicode"/>
              </a:rPr>
              <a:t> </a:t>
            </a:r>
            <a:r>
              <a:rPr sz="4000" spc="-110" dirty="0">
                <a:solidFill>
                  <a:srgbClr val="FF0000"/>
                </a:solidFill>
                <a:highlight>
                  <a:srgbClr val="FFFF00"/>
                </a:highlight>
                <a:latin typeface="Lucida Sans Unicode"/>
                <a:cs typeface="Lucida Sans Unicode"/>
              </a:rPr>
              <a:t>penalty,</a:t>
            </a:r>
            <a:r>
              <a:rPr sz="4000" spc="-150" dirty="0">
                <a:solidFill>
                  <a:srgbClr val="FF0000"/>
                </a:solidFill>
                <a:highlight>
                  <a:srgbClr val="FFFF00"/>
                </a:highlight>
                <a:latin typeface="Lucida Sans Unicode"/>
                <a:cs typeface="Lucida Sans Unicode"/>
              </a:rPr>
              <a:t> </a:t>
            </a:r>
            <a:r>
              <a:rPr sz="4000" spc="-360" dirty="0">
                <a:solidFill>
                  <a:srgbClr val="FF0000"/>
                </a:solidFill>
                <a:highlight>
                  <a:srgbClr val="FFFF00"/>
                </a:highlight>
                <a:latin typeface="Lucida Sans Unicode"/>
                <a:cs typeface="Lucida Sans Unicode"/>
              </a:rPr>
              <a:t>e.g.,</a:t>
            </a:r>
            <a:r>
              <a:rPr sz="4000" spc="-175" dirty="0">
                <a:solidFill>
                  <a:srgbClr val="FF0000"/>
                </a:solidFill>
                <a:highlight>
                  <a:srgbClr val="FFFF00"/>
                </a:highlight>
                <a:latin typeface="Lucida Sans Unicode"/>
                <a:cs typeface="Lucida Sans Unicode"/>
              </a:rPr>
              <a:t> </a:t>
            </a:r>
            <a:r>
              <a:rPr sz="4000" spc="-50" dirty="0">
                <a:solidFill>
                  <a:srgbClr val="FF0000"/>
                </a:solidFill>
                <a:highlight>
                  <a:srgbClr val="FFFF00"/>
                </a:highlight>
                <a:latin typeface="Lucida Sans Unicode"/>
                <a:cs typeface="Lucida Sans Unicode"/>
              </a:rPr>
              <a:t>a</a:t>
            </a:r>
            <a:r>
              <a:rPr sz="4000" spc="-170" dirty="0">
                <a:solidFill>
                  <a:srgbClr val="FF0000"/>
                </a:solidFill>
                <a:highlight>
                  <a:srgbClr val="FFFF00"/>
                </a:highlight>
                <a:latin typeface="Lucida Sans Unicode"/>
                <a:cs typeface="Lucida Sans Unicode"/>
              </a:rPr>
              <a:t> </a:t>
            </a:r>
            <a:r>
              <a:rPr sz="4000" spc="-220" dirty="0">
                <a:solidFill>
                  <a:srgbClr val="FF0000"/>
                </a:solidFill>
                <a:highlight>
                  <a:srgbClr val="FFFF00"/>
                </a:highlight>
                <a:latin typeface="Lucida Sans Unicode"/>
                <a:cs typeface="Lucida Sans Unicode"/>
              </a:rPr>
              <a:t>10%</a:t>
            </a:r>
            <a:r>
              <a:rPr sz="4000" spc="-175" dirty="0">
                <a:solidFill>
                  <a:srgbClr val="FF0000"/>
                </a:solidFill>
                <a:highlight>
                  <a:srgbClr val="FFFF00"/>
                </a:highlight>
                <a:latin typeface="Lucida Sans Unicode"/>
                <a:cs typeface="Lucida Sans Unicode"/>
              </a:rPr>
              <a:t> </a:t>
            </a:r>
            <a:r>
              <a:rPr sz="4000" spc="-65" dirty="0">
                <a:solidFill>
                  <a:srgbClr val="FF0000"/>
                </a:solidFill>
                <a:highlight>
                  <a:srgbClr val="FFFF00"/>
                </a:highlight>
                <a:latin typeface="Lucida Sans Unicode"/>
                <a:cs typeface="Lucida Sans Unicode"/>
              </a:rPr>
              <a:t>reduction</a:t>
            </a:r>
            <a:r>
              <a:rPr sz="4000" spc="-165" dirty="0">
                <a:solidFill>
                  <a:srgbClr val="FF0000"/>
                </a:solidFill>
                <a:highlight>
                  <a:srgbClr val="FFFF00"/>
                </a:highlight>
                <a:latin typeface="Lucida Sans Unicode"/>
                <a:cs typeface="Lucida Sans Unicode"/>
              </a:rPr>
              <a:t> </a:t>
            </a:r>
            <a:r>
              <a:rPr sz="4000" spc="-200" dirty="0">
                <a:solidFill>
                  <a:srgbClr val="FF0000"/>
                </a:solidFill>
                <a:highlight>
                  <a:srgbClr val="FFFF00"/>
                </a:highlight>
                <a:latin typeface="Lucida Sans Unicode"/>
                <a:cs typeface="Lucida Sans Unicode"/>
              </a:rPr>
              <a:t>in</a:t>
            </a:r>
            <a:r>
              <a:rPr sz="4000" spc="-175" dirty="0">
                <a:solidFill>
                  <a:srgbClr val="FF0000"/>
                </a:solidFill>
                <a:highlight>
                  <a:srgbClr val="FFFF00"/>
                </a:highlight>
                <a:latin typeface="Lucida Sans Unicode"/>
                <a:cs typeface="Lucida Sans Unicode"/>
              </a:rPr>
              <a:t> </a:t>
            </a:r>
            <a:r>
              <a:rPr sz="4000" spc="-100" dirty="0">
                <a:solidFill>
                  <a:srgbClr val="FF0000"/>
                </a:solidFill>
                <a:highlight>
                  <a:srgbClr val="FFFF00"/>
                </a:highlight>
                <a:latin typeface="Lucida Sans Unicode"/>
                <a:cs typeface="Lucida Sans Unicode"/>
              </a:rPr>
              <a:t>grade</a:t>
            </a:r>
            <a:r>
              <a:rPr sz="4000" spc="-170" dirty="0">
                <a:solidFill>
                  <a:srgbClr val="FF0000"/>
                </a:solidFill>
                <a:highlight>
                  <a:srgbClr val="FFFF00"/>
                </a:highlight>
                <a:latin typeface="Lucida Sans Unicode"/>
                <a:cs typeface="Lucida Sans Unicode"/>
              </a:rPr>
              <a:t> </a:t>
            </a:r>
            <a:r>
              <a:rPr sz="4000" spc="-50" dirty="0">
                <a:solidFill>
                  <a:srgbClr val="FF0000"/>
                </a:solidFill>
                <a:highlight>
                  <a:srgbClr val="FFFF00"/>
                </a:highlight>
                <a:latin typeface="Lucida Sans Unicode"/>
                <a:cs typeface="Lucida Sans Unicode"/>
              </a:rPr>
              <a:t>per </a:t>
            </a:r>
            <a:r>
              <a:rPr sz="4000" spc="-1255" dirty="0">
                <a:solidFill>
                  <a:srgbClr val="FF0000"/>
                </a:solidFill>
                <a:highlight>
                  <a:srgbClr val="FFFF00"/>
                </a:highlight>
                <a:latin typeface="Lucida Sans Unicode"/>
                <a:cs typeface="Lucida Sans Unicode"/>
              </a:rPr>
              <a:t> </a:t>
            </a:r>
            <a:r>
              <a:rPr sz="4000" spc="20" dirty="0">
                <a:solidFill>
                  <a:srgbClr val="FF0000"/>
                </a:solidFill>
                <a:highlight>
                  <a:srgbClr val="FFFF00"/>
                </a:highlight>
                <a:latin typeface="Lucida Sans Unicode"/>
                <a:cs typeface="Lucida Sans Unicode"/>
              </a:rPr>
              <a:t>day</a:t>
            </a:r>
            <a:r>
              <a:rPr sz="4000" spc="-195" dirty="0">
                <a:solidFill>
                  <a:srgbClr val="FF0000"/>
                </a:solidFill>
                <a:highlight>
                  <a:srgbClr val="FFFF00"/>
                </a:highlight>
                <a:latin typeface="Lucida Sans Unicode"/>
                <a:cs typeface="Lucida Sans Unicode"/>
              </a:rPr>
              <a:t> </a:t>
            </a:r>
            <a:r>
              <a:rPr sz="4000" spc="-90" dirty="0">
                <a:solidFill>
                  <a:srgbClr val="FF0000"/>
                </a:solidFill>
                <a:highlight>
                  <a:srgbClr val="FFFF00"/>
                </a:highlight>
                <a:latin typeface="Lucida Sans Unicode"/>
                <a:cs typeface="Lucida Sans Unicode"/>
              </a:rPr>
              <a:t>late).</a:t>
            </a:r>
            <a:endParaRPr sz="4000" dirty="0">
              <a:solidFill>
                <a:srgbClr val="FF0000"/>
              </a:solidFill>
              <a:highlight>
                <a:srgbClr val="FFFF00"/>
              </a:highlight>
              <a:latin typeface="Lucida Sans Unicode"/>
              <a:cs typeface="Lucida Sans Unicode"/>
            </a:endParaRPr>
          </a:p>
        </p:txBody>
      </p:sp>
    </p:spTree>
    <p:extLst>
      <p:ext uri="{BB962C8B-B14F-4D97-AF65-F5344CB8AC3E}">
        <p14:creationId xmlns:p14="http://schemas.microsoft.com/office/powerpoint/2010/main" val="4086752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B49121E9-15F5-5885-DAA0-8B8513FB3C9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30657B3-D713-7970-DAD3-38C957B7417A}"/>
              </a:ext>
            </a:extLst>
          </p:cNvPr>
          <p:cNvGrpSpPr/>
          <p:nvPr/>
        </p:nvGrpSpPr>
        <p:grpSpPr>
          <a:xfrm rot="-10800000">
            <a:off x="14249399" y="4838699"/>
            <a:ext cx="5471691" cy="5687147"/>
            <a:chOff x="0" y="0"/>
            <a:chExt cx="3619627" cy="3134614"/>
          </a:xfrm>
        </p:grpSpPr>
        <p:sp>
          <p:nvSpPr>
            <p:cNvPr id="3" name="Freeform 3">
              <a:extLst>
                <a:ext uri="{FF2B5EF4-FFF2-40B4-BE49-F238E27FC236}">
                  <a16:creationId xmlns:a16="http://schemas.microsoft.com/office/drawing/2014/main" id="{9902E18F-FDCF-1243-4EE0-552848765C03}"/>
                </a:ext>
              </a:extLst>
            </p:cNvPr>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a:extLst>
              <a:ext uri="{FF2B5EF4-FFF2-40B4-BE49-F238E27FC236}">
                <a16:creationId xmlns:a16="http://schemas.microsoft.com/office/drawing/2014/main" id="{FA5F70B0-7B59-7240-24A2-6B3086C824DE}"/>
              </a:ext>
            </a:extLst>
          </p:cNvPr>
          <p:cNvGrpSpPr/>
          <p:nvPr/>
        </p:nvGrpSpPr>
        <p:grpSpPr>
          <a:xfrm rot="-10800000">
            <a:off x="14388041" y="430705"/>
            <a:ext cx="5276948" cy="4569862"/>
            <a:chOff x="0" y="0"/>
            <a:chExt cx="3619627" cy="3134614"/>
          </a:xfrm>
        </p:grpSpPr>
        <p:sp>
          <p:nvSpPr>
            <p:cNvPr id="5" name="Freeform 5">
              <a:extLst>
                <a:ext uri="{FF2B5EF4-FFF2-40B4-BE49-F238E27FC236}">
                  <a16:creationId xmlns:a16="http://schemas.microsoft.com/office/drawing/2014/main" id="{6B8FE35F-1246-4A4E-F3C8-4922FFE48718}"/>
                </a:ext>
              </a:extLst>
            </p:cNvPr>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sp>
        <p:nvSpPr>
          <p:cNvPr id="9" name="TextBox 9">
            <a:extLst>
              <a:ext uri="{FF2B5EF4-FFF2-40B4-BE49-F238E27FC236}">
                <a16:creationId xmlns:a16="http://schemas.microsoft.com/office/drawing/2014/main" id="{C5424A3E-7426-CB33-2934-37948C7201B0}"/>
              </a:ext>
            </a:extLst>
          </p:cNvPr>
          <p:cNvSpPr txBox="1"/>
          <p:nvPr/>
        </p:nvSpPr>
        <p:spPr>
          <a:xfrm>
            <a:off x="1028700" y="989049"/>
            <a:ext cx="12992100" cy="1269835"/>
          </a:xfrm>
          <a:prstGeom prst="rect">
            <a:avLst/>
          </a:prstGeom>
        </p:spPr>
        <p:txBody>
          <a:bodyPr wrap="square" lIns="0" tIns="0" rIns="0" bIns="0" rtlCol="0" anchor="t">
            <a:spAutoFit/>
          </a:bodyPr>
          <a:lstStyle/>
          <a:p>
            <a:pPr marL="0" lvl="0" indent="0" algn="l">
              <a:lnSpc>
                <a:spcPts val="10199"/>
              </a:lnSpc>
              <a:spcBef>
                <a:spcPct val="0"/>
              </a:spcBef>
            </a:pPr>
            <a:r>
              <a:rPr lang="en-US" sz="8499" b="1" spc="-84" dirty="0">
                <a:solidFill>
                  <a:srgbClr val="000000"/>
                </a:solidFill>
                <a:latin typeface="Fira Sans Medium"/>
                <a:ea typeface="Fira Sans Medium"/>
                <a:cs typeface="Fira Sans Medium"/>
                <a:sym typeface="Fira Sans Medium"/>
              </a:rPr>
              <a:t>Conduct of Code</a:t>
            </a:r>
          </a:p>
        </p:txBody>
      </p:sp>
      <p:grpSp>
        <p:nvGrpSpPr>
          <p:cNvPr id="11" name="Group 11">
            <a:extLst>
              <a:ext uri="{FF2B5EF4-FFF2-40B4-BE49-F238E27FC236}">
                <a16:creationId xmlns:a16="http://schemas.microsoft.com/office/drawing/2014/main" id="{10BFDCD1-B92A-BEA0-6CD3-025463B2BC4E}"/>
              </a:ext>
            </a:extLst>
          </p:cNvPr>
          <p:cNvGrpSpPr/>
          <p:nvPr/>
        </p:nvGrpSpPr>
        <p:grpSpPr>
          <a:xfrm rot="-10800000">
            <a:off x="11125198" y="6465115"/>
            <a:ext cx="4419601" cy="3821883"/>
            <a:chOff x="0" y="0"/>
            <a:chExt cx="3619627" cy="3134614"/>
          </a:xfrm>
        </p:grpSpPr>
        <p:sp>
          <p:nvSpPr>
            <p:cNvPr id="12" name="Freeform 12">
              <a:extLst>
                <a:ext uri="{FF2B5EF4-FFF2-40B4-BE49-F238E27FC236}">
                  <a16:creationId xmlns:a16="http://schemas.microsoft.com/office/drawing/2014/main" id="{BBEADE94-BD5E-7E79-EEAD-D37FD80728D7}"/>
                </a:ext>
              </a:extLst>
            </p:cNvPr>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sp>
        <p:nvSpPr>
          <p:cNvPr id="10" name="TextBox 10">
            <a:extLst>
              <a:ext uri="{FF2B5EF4-FFF2-40B4-BE49-F238E27FC236}">
                <a16:creationId xmlns:a16="http://schemas.microsoft.com/office/drawing/2014/main" id="{CE4BBD6D-BFB5-7D1C-A650-DB954112994E}"/>
              </a:ext>
            </a:extLst>
          </p:cNvPr>
          <p:cNvSpPr txBox="1"/>
          <p:nvPr/>
        </p:nvSpPr>
        <p:spPr>
          <a:xfrm>
            <a:off x="1013164" y="9297951"/>
            <a:ext cx="5231327" cy="290157"/>
          </a:xfrm>
          <a:prstGeom prst="rect">
            <a:avLst/>
          </a:prstGeom>
        </p:spPr>
        <p:txBody>
          <a:bodyPr lIns="0" tIns="0" rIns="0" bIns="0" rtlCol="0" anchor="t">
            <a:spAutoFit/>
          </a:bodyPr>
          <a:lstStyle/>
          <a:p>
            <a:pPr algn="l">
              <a:lnSpc>
                <a:spcPts val="2380"/>
              </a:lnSpc>
              <a:spcBef>
                <a:spcPct val="0"/>
              </a:spcBef>
            </a:pPr>
            <a:r>
              <a:rPr lang="en-US" sz="1700" u="sng" dirty="0">
                <a:solidFill>
                  <a:srgbClr val="000000"/>
                </a:solidFill>
                <a:latin typeface="Fira Sans"/>
                <a:ea typeface="Fira Sans"/>
                <a:cs typeface="Fira Sans"/>
                <a:sym typeface="Fira Sans"/>
                <a:hlinkClick r:id="rId2" action="ppaction://hlinksldjump"/>
              </a:rPr>
              <a:t>Back to Homepage</a:t>
            </a:r>
          </a:p>
        </p:txBody>
      </p:sp>
      <p:sp>
        <p:nvSpPr>
          <p:cNvPr id="7" name="object 7">
            <a:extLst>
              <a:ext uri="{FF2B5EF4-FFF2-40B4-BE49-F238E27FC236}">
                <a16:creationId xmlns:a16="http://schemas.microsoft.com/office/drawing/2014/main" id="{79520BAA-DEC2-0D7F-DF6E-D6B9C7BF8335}"/>
              </a:ext>
            </a:extLst>
          </p:cNvPr>
          <p:cNvSpPr txBox="1"/>
          <p:nvPr/>
        </p:nvSpPr>
        <p:spPr>
          <a:xfrm>
            <a:off x="1028700" y="2277009"/>
            <a:ext cx="13525500" cy="6476132"/>
          </a:xfrm>
          <a:prstGeom prst="rect">
            <a:avLst/>
          </a:prstGeom>
        </p:spPr>
        <p:txBody>
          <a:bodyPr vert="horz" wrap="square" lIns="0" tIns="12700" rIns="0" bIns="0" rtlCol="0">
            <a:spAutoFit/>
          </a:bodyPr>
          <a:lstStyle/>
          <a:p>
            <a:pPr marL="372110" marR="5080" indent="-360045" algn="just">
              <a:lnSpc>
                <a:spcPct val="150000"/>
              </a:lnSpc>
              <a:spcBef>
                <a:spcPts val="100"/>
              </a:spcBef>
              <a:buFont typeface="Arial MT"/>
              <a:buChar char="•"/>
              <a:tabLst>
                <a:tab pos="372745" algn="l"/>
              </a:tabLst>
            </a:pPr>
            <a:r>
              <a:rPr sz="4000" b="1" spc="50" dirty="0">
                <a:latin typeface="Arial"/>
                <a:cs typeface="Arial"/>
              </a:rPr>
              <a:t>Respectful </a:t>
            </a:r>
            <a:r>
              <a:rPr sz="4000" b="1" spc="35" dirty="0">
                <a:latin typeface="Arial"/>
                <a:cs typeface="Arial"/>
              </a:rPr>
              <a:t>Communication:</a:t>
            </a:r>
            <a:r>
              <a:rPr sz="4000" b="1" spc="40" dirty="0">
                <a:latin typeface="Arial"/>
                <a:cs typeface="Arial"/>
              </a:rPr>
              <a:t> </a:t>
            </a:r>
            <a:r>
              <a:rPr sz="4000" spc="-215" dirty="0">
                <a:latin typeface="Lucida Sans Unicode"/>
                <a:cs typeface="Lucida Sans Unicode"/>
              </a:rPr>
              <a:t>All</a:t>
            </a:r>
            <a:r>
              <a:rPr sz="4000" spc="-210" dirty="0">
                <a:latin typeface="Lucida Sans Unicode"/>
                <a:cs typeface="Lucida Sans Unicode"/>
              </a:rPr>
              <a:t> </a:t>
            </a:r>
            <a:r>
              <a:rPr sz="4000" spc="-85" dirty="0">
                <a:latin typeface="Lucida Sans Unicode"/>
                <a:cs typeface="Lucida Sans Unicode"/>
              </a:rPr>
              <a:t>communication </a:t>
            </a:r>
            <a:r>
              <a:rPr sz="4000" spc="-135" dirty="0">
                <a:latin typeface="Lucida Sans Unicode"/>
                <a:cs typeface="Lucida Sans Unicode"/>
              </a:rPr>
              <a:t>within</a:t>
            </a:r>
            <a:r>
              <a:rPr sz="4000" spc="-130" dirty="0">
                <a:latin typeface="Lucida Sans Unicode"/>
                <a:cs typeface="Lucida Sans Unicode"/>
              </a:rPr>
              <a:t> </a:t>
            </a:r>
            <a:r>
              <a:rPr sz="4000" spc="-35" dirty="0">
                <a:latin typeface="Lucida Sans Unicode"/>
                <a:cs typeface="Lucida Sans Unicode"/>
              </a:rPr>
              <a:t>the </a:t>
            </a:r>
            <a:r>
              <a:rPr sz="4000" spc="-30" dirty="0">
                <a:latin typeface="Lucida Sans Unicode"/>
                <a:cs typeface="Lucida Sans Unicode"/>
              </a:rPr>
              <a:t> </a:t>
            </a:r>
            <a:r>
              <a:rPr sz="4000" spc="-65" dirty="0">
                <a:latin typeface="Lucida Sans Unicode"/>
                <a:cs typeface="Lucida Sans Unicode"/>
              </a:rPr>
              <a:t>Blackboard</a:t>
            </a:r>
            <a:r>
              <a:rPr sz="4000" spc="-204" dirty="0">
                <a:latin typeface="Lucida Sans Unicode"/>
                <a:cs typeface="Lucida Sans Unicode"/>
              </a:rPr>
              <a:t> </a:t>
            </a:r>
            <a:r>
              <a:rPr sz="4000" spc="-100" dirty="0">
                <a:latin typeface="Lucida Sans Unicode"/>
                <a:cs typeface="Lucida Sans Unicode"/>
              </a:rPr>
              <a:t>environment</a:t>
            </a:r>
            <a:r>
              <a:rPr sz="4000" spc="-190" dirty="0">
                <a:latin typeface="Lucida Sans Unicode"/>
                <a:cs typeface="Lucida Sans Unicode"/>
              </a:rPr>
              <a:t> </a:t>
            </a:r>
            <a:r>
              <a:rPr sz="4000" spc="-90" dirty="0">
                <a:latin typeface="Lucida Sans Unicode"/>
                <a:cs typeface="Lucida Sans Unicode"/>
              </a:rPr>
              <a:t>must</a:t>
            </a:r>
            <a:r>
              <a:rPr sz="4000" spc="-200" dirty="0">
                <a:latin typeface="Lucida Sans Unicode"/>
                <a:cs typeface="Lucida Sans Unicode"/>
              </a:rPr>
              <a:t> </a:t>
            </a:r>
            <a:r>
              <a:rPr sz="4000" spc="15" dirty="0">
                <a:latin typeface="Lucida Sans Unicode"/>
                <a:cs typeface="Lucida Sans Unicode"/>
              </a:rPr>
              <a:t>be</a:t>
            </a:r>
            <a:r>
              <a:rPr sz="4000" spc="-204" dirty="0">
                <a:latin typeface="Lucida Sans Unicode"/>
                <a:cs typeface="Lucida Sans Unicode"/>
              </a:rPr>
              <a:t> </a:t>
            </a:r>
            <a:r>
              <a:rPr sz="4000" spc="-50" dirty="0">
                <a:latin typeface="Lucida Sans Unicode"/>
                <a:cs typeface="Lucida Sans Unicode"/>
              </a:rPr>
              <a:t>respectful</a:t>
            </a:r>
            <a:r>
              <a:rPr sz="4000" spc="-195" dirty="0">
                <a:latin typeface="Lucida Sans Unicode"/>
                <a:cs typeface="Lucida Sans Unicode"/>
              </a:rPr>
              <a:t> </a:t>
            </a:r>
            <a:r>
              <a:rPr sz="4000" spc="-85" dirty="0">
                <a:latin typeface="Lucida Sans Unicode"/>
                <a:cs typeface="Lucida Sans Unicode"/>
              </a:rPr>
              <a:t>and</a:t>
            </a:r>
            <a:r>
              <a:rPr sz="4000" spc="-200" dirty="0">
                <a:latin typeface="Lucida Sans Unicode"/>
                <a:cs typeface="Lucida Sans Unicode"/>
              </a:rPr>
              <a:t> </a:t>
            </a:r>
            <a:r>
              <a:rPr sz="4000" spc="-135" dirty="0">
                <a:latin typeface="Lucida Sans Unicode"/>
                <a:cs typeface="Lucida Sans Unicode"/>
              </a:rPr>
              <a:t>professional.</a:t>
            </a:r>
            <a:endParaRPr sz="4000" dirty="0">
              <a:latin typeface="Lucida Sans Unicode"/>
              <a:cs typeface="Lucida Sans Unicode"/>
            </a:endParaRPr>
          </a:p>
          <a:p>
            <a:pPr marL="372110" marR="5080" indent="-360045" algn="just">
              <a:lnSpc>
                <a:spcPct val="150000"/>
              </a:lnSpc>
              <a:spcBef>
                <a:spcPts val="600"/>
              </a:spcBef>
              <a:buFont typeface="Arial MT"/>
              <a:buChar char="•"/>
              <a:tabLst>
                <a:tab pos="372745" algn="l"/>
              </a:tabLst>
            </a:pPr>
            <a:r>
              <a:rPr sz="4000" b="1" spc="100" dirty="0">
                <a:latin typeface="Arial"/>
                <a:cs typeface="Arial"/>
              </a:rPr>
              <a:t>Academic </a:t>
            </a:r>
            <a:r>
              <a:rPr sz="4000" b="1" spc="40" dirty="0">
                <a:latin typeface="Arial"/>
                <a:cs typeface="Arial"/>
              </a:rPr>
              <a:t>Integrity: </a:t>
            </a:r>
            <a:r>
              <a:rPr sz="4000" spc="-20" dirty="0">
                <a:latin typeface="Lucida Sans Unicode"/>
                <a:cs typeface="Lucida Sans Unicode"/>
              </a:rPr>
              <a:t>Students </a:t>
            </a:r>
            <a:r>
              <a:rPr sz="4000" spc="-85" dirty="0">
                <a:latin typeface="Lucida Sans Unicode"/>
                <a:cs typeface="Lucida Sans Unicode"/>
              </a:rPr>
              <a:t>must </a:t>
            </a:r>
            <a:r>
              <a:rPr sz="4000" spc="-60" dirty="0">
                <a:latin typeface="Lucida Sans Unicode"/>
                <a:cs typeface="Lucida Sans Unicode"/>
              </a:rPr>
              <a:t>adhere </a:t>
            </a:r>
            <a:r>
              <a:rPr sz="4000" spc="-20" dirty="0">
                <a:latin typeface="Lucida Sans Unicode"/>
                <a:cs typeface="Lucida Sans Unicode"/>
              </a:rPr>
              <a:t>to </a:t>
            </a:r>
            <a:r>
              <a:rPr sz="4000" spc="-35" dirty="0">
                <a:latin typeface="Lucida Sans Unicode"/>
                <a:cs typeface="Lucida Sans Unicode"/>
              </a:rPr>
              <a:t>the </a:t>
            </a:r>
            <a:r>
              <a:rPr sz="4000" spc="-120" dirty="0">
                <a:latin typeface="Lucida Sans Unicode"/>
                <a:cs typeface="Lucida Sans Unicode"/>
              </a:rPr>
              <a:t>highest </a:t>
            </a:r>
            <a:r>
              <a:rPr sz="4000" spc="-114" dirty="0">
                <a:latin typeface="Lucida Sans Unicode"/>
                <a:cs typeface="Lucida Sans Unicode"/>
              </a:rPr>
              <a:t> </a:t>
            </a:r>
            <a:r>
              <a:rPr sz="4000" spc="-60" dirty="0">
                <a:latin typeface="Lucida Sans Unicode"/>
                <a:cs typeface="Lucida Sans Unicode"/>
              </a:rPr>
              <a:t>standards</a:t>
            </a:r>
            <a:r>
              <a:rPr sz="4000" spc="-55" dirty="0">
                <a:latin typeface="Lucida Sans Unicode"/>
                <a:cs typeface="Lucida Sans Unicode"/>
              </a:rPr>
              <a:t> </a:t>
            </a:r>
            <a:r>
              <a:rPr sz="4000" spc="-120" dirty="0">
                <a:latin typeface="Lucida Sans Unicode"/>
                <a:cs typeface="Lucida Sans Unicode"/>
              </a:rPr>
              <a:t>of</a:t>
            </a:r>
            <a:r>
              <a:rPr sz="4000" spc="-114" dirty="0">
                <a:latin typeface="Lucida Sans Unicode"/>
                <a:cs typeface="Lucida Sans Unicode"/>
              </a:rPr>
              <a:t> </a:t>
            </a:r>
            <a:r>
              <a:rPr sz="4000" spc="5" dirty="0">
                <a:latin typeface="Lucida Sans Unicode"/>
                <a:cs typeface="Lucida Sans Unicode"/>
              </a:rPr>
              <a:t>academic </a:t>
            </a:r>
            <a:r>
              <a:rPr sz="4000" spc="-130" dirty="0">
                <a:latin typeface="Lucida Sans Unicode"/>
                <a:cs typeface="Lucida Sans Unicode"/>
              </a:rPr>
              <a:t>integrity.</a:t>
            </a:r>
            <a:r>
              <a:rPr sz="4000" spc="-125" dirty="0">
                <a:latin typeface="Lucida Sans Unicode"/>
                <a:cs typeface="Lucida Sans Unicode"/>
              </a:rPr>
              <a:t> </a:t>
            </a:r>
            <a:r>
              <a:rPr sz="4000" spc="-145" dirty="0">
                <a:latin typeface="Lucida Sans Unicode"/>
                <a:cs typeface="Lucida Sans Unicode"/>
              </a:rPr>
              <a:t>Cheating,</a:t>
            </a:r>
            <a:r>
              <a:rPr sz="4000" spc="-140" dirty="0">
                <a:latin typeface="Lucida Sans Unicode"/>
                <a:cs typeface="Lucida Sans Unicode"/>
              </a:rPr>
              <a:t> </a:t>
            </a:r>
            <a:r>
              <a:rPr sz="4000" spc="-185" dirty="0">
                <a:latin typeface="Lucida Sans Unicode"/>
                <a:cs typeface="Lucida Sans Unicode"/>
              </a:rPr>
              <a:t>plagiarism,</a:t>
            </a:r>
            <a:r>
              <a:rPr sz="4000" spc="894" dirty="0">
                <a:latin typeface="Lucida Sans Unicode"/>
                <a:cs typeface="Lucida Sans Unicode"/>
              </a:rPr>
              <a:t> </a:t>
            </a:r>
            <a:r>
              <a:rPr sz="4000" spc="-85" dirty="0">
                <a:latin typeface="Lucida Sans Unicode"/>
                <a:cs typeface="Lucida Sans Unicode"/>
              </a:rPr>
              <a:t>and </a:t>
            </a:r>
            <a:r>
              <a:rPr sz="4000" spc="-80" dirty="0">
                <a:latin typeface="Lucida Sans Unicode"/>
                <a:cs typeface="Lucida Sans Unicode"/>
              </a:rPr>
              <a:t> </a:t>
            </a:r>
            <a:r>
              <a:rPr sz="4000" spc="-40" dirty="0">
                <a:latin typeface="Lucida Sans Unicode"/>
                <a:cs typeface="Lucida Sans Unicode"/>
              </a:rPr>
              <a:t>any</a:t>
            </a:r>
            <a:r>
              <a:rPr sz="4000" spc="-200" dirty="0">
                <a:latin typeface="Lucida Sans Unicode"/>
                <a:cs typeface="Lucida Sans Unicode"/>
              </a:rPr>
              <a:t> </a:t>
            </a:r>
            <a:r>
              <a:rPr sz="4000" spc="-145" dirty="0">
                <a:latin typeface="Lucida Sans Unicode"/>
                <a:cs typeface="Lucida Sans Unicode"/>
              </a:rPr>
              <a:t>form</a:t>
            </a:r>
            <a:r>
              <a:rPr sz="4000" spc="-215" dirty="0">
                <a:latin typeface="Lucida Sans Unicode"/>
                <a:cs typeface="Lucida Sans Unicode"/>
              </a:rPr>
              <a:t> </a:t>
            </a:r>
            <a:r>
              <a:rPr sz="4000" spc="-120" dirty="0">
                <a:latin typeface="Lucida Sans Unicode"/>
                <a:cs typeface="Lucida Sans Unicode"/>
              </a:rPr>
              <a:t>of</a:t>
            </a:r>
            <a:r>
              <a:rPr sz="4000" spc="-195" dirty="0">
                <a:latin typeface="Lucida Sans Unicode"/>
                <a:cs typeface="Lucida Sans Unicode"/>
              </a:rPr>
              <a:t> </a:t>
            </a:r>
            <a:r>
              <a:rPr sz="4000" spc="-60" dirty="0">
                <a:latin typeface="Lucida Sans Unicode"/>
                <a:cs typeface="Lucida Sans Unicode"/>
              </a:rPr>
              <a:t>dishonesty</a:t>
            </a:r>
            <a:r>
              <a:rPr sz="4000" spc="-185" dirty="0">
                <a:latin typeface="Lucida Sans Unicode"/>
                <a:cs typeface="Lucida Sans Unicode"/>
              </a:rPr>
              <a:t> </a:t>
            </a:r>
            <a:r>
              <a:rPr sz="4000" spc="-204" dirty="0">
                <a:latin typeface="Lucida Sans Unicode"/>
                <a:cs typeface="Lucida Sans Unicode"/>
              </a:rPr>
              <a:t>will</a:t>
            </a:r>
            <a:r>
              <a:rPr sz="4000" spc="-210" dirty="0">
                <a:latin typeface="Lucida Sans Unicode"/>
                <a:cs typeface="Lucida Sans Unicode"/>
              </a:rPr>
              <a:t> </a:t>
            </a:r>
            <a:r>
              <a:rPr sz="4000" spc="-100" dirty="0">
                <a:latin typeface="Lucida Sans Unicode"/>
                <a:cs typeface="Lucida Sans Unicode"/>
              </a:rPr>
              <a:t>result</a:t>
            </a:r>
            <a:r>
              <a:rPr sz="4000" spc="-200" dirty="0">
                <a:latin typeface="Lucida Sans Unicode"/>
                <a:cs typeface="Lucida Sans Unicode"/>
              </a:rPr>
              <a:t> in</a:t>
            </a:r>
            <a:r>
              <a:rPr sz="4000" spc="-220" dirty="0">
                <a:latin typeface="Lucida Sans Unicode"/>
                <a:cs typeface="Lucida Sans Unicode"/>
              </a:rPr>
              <a:t> </a:t>
            </a:r>
            <a:r>
              <a:rPr sz="4000" spc="-15" dirty="0">
                <a:latin typeface="Lucida Sans Unicode"/>
                <a:cs typeface="Lucida Sans Unicode"/>
              </a:rPr>
              <a:t>severe</a:t>
            </a:r>
            <a:r>
              <a:rPr sz="4000" spc="-195" dirty="0">
                <a:latin typeface="Lucida Sans Unicode"/>
                <a:cs typeface="Lucida Sans Unicode"/>
              </a:rPr>
              <a:t> </a:t>
            </a:r>
            <a:r>
              <a:rPr sz="4000" spc="-114" dirty="0">
                <a:latin typeface="Lucida Sans Unicode"/>
                <a:cs typeface="Lucida Sans Unicode"/>
              </a:rPr>
              <a:t>penalties.</a:t>
            </a:r>
            <a:endParaRPr sz="4000" dirty="0">
              <a:latin typeface="Lucida Sans Unicode"/>
              <a:cs typeface="Lucida Sans Unicode"/>
            </a:endParaRPr>
          </a:p>
        </p:txBody>
      </p:sp>
    </p:spTree>
    <p:extLst>
      <p:ext uri="{BB962C8B-B14F-4D97-AF65-F5344CB8AC3E}">
        <p14:creationId xmlns:p14="http://schemas.microsoft.com/office/powerpoint/2010/main" val="683644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3110578" y="-783398"/>
            <a:ext cx="13031070" cy="11284968"/>
            <a:chOff x="0" y="0"/>
            <a:chExt cx="3619627" cy="3134614"/>
          </a:xfrm>
        </p:grpSpPr>
        <p:sp>
          <p:nvSpPr>
            <p:cNvPr id="3" name="Freeform 3"/>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4" name="Group 4"/>
          <p:cNvGrpSpPr/>
          <p:nvPr/>
        </p:nvGrpSpPr>
        <p:grpSpPr>
          <a:xfrm rot="-10800000">
            <a:off x="6786776" y="-286119"/>
            <a:ext cx="5276948" cy="4569862"/>
            <a:chOff x="0" y="0"/>
            <a:chExt cx="3619627" cy="3134614"/>
          </a:xfrm>
        </p:grpSpPr>
        <p:sp>
          <p:nvSpPr>
            <p:cNvPr id="5" name="Freeform 5"/>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sp>
        <p:nvSpPr>
          <p:cNvPr id="13" name="TextBox 13"/>
          <p:cNvSpPr txBox="1"/>
          <p:nvPr/>
        </p:nvSpPr>
        <p:spPr>
          <a:xfrm>
            <a:off x="11559688" y="4887275"/>
            <a:ext cx="5791200" cy="1432700"/>
          </a:xfrm>
          <a:prstGeom prst="rect">
            <a:avLst/>
          </a:prstGeom>
        </p:spPr>
        <p:txBody>
          <a:bodyPr wrap="square" lIns="0" tIns="0" rIns="0" bIns="0" rtlCol="0" anchor="t">
            <a:spAutoFit/>
          </a:bodyPr>
          <a:lstStyle/>
          <a:p>
            <a:pPr marL="0" lvl="0" indent="0" algn="l">
              <a:lnSpc>
                <a:spcPts val="3814"/>
              </a:lnSpc>
            </a:pPr>
            <a:r>
              <a:rPr lang="en-US" sz="2724" u="none" dirty="0">
                <a:solidFill>
                  <a:srgbClr val="000000"/>
                </a:solidFill>
                <a:latin typeface="Fira Sans Light"/>
                <a:ea typeface="Fira Sans Light"/>
                <a:cs typeface="Fira Sans Light"/>
                <a:sym typeface="Fira Sans Light"/>
              </a:rPr>
              <a:t>Smith, J. A. (2023). Modern Approaches in Software Engineering. Cambridge University Press.</a:t>
            </a:r>
          </a:p>
        </p:txBody>
      </p:sp>
      <p:sp>
        <p:nvSpPr>
          <p:cNvPr id="20" name="TextBox 20"/>
          <p:cNvSpPr txBox="1"/>
          <p:nvPr/>
        </p:nvSpPr>
        <p:spPr>
          <a:xfrm>
            <a:off x="1424217" y="4466336"/>
            <a:ext cx="6896100" cy="1772793"/>
          </a:xfrm>
          <a:prstGeom prst="rect">
            <a:avLst/>
          </a:prstGeom>
        </p:spPr>
        <p:txBody>
          <a:bodyPr wrap="square" lIns="0" tIns="0" rIns="0" bIns="0" rtlCol="0" anchor="t">
            <a:spAutoFit/>
          </a:bodyPr>
          <a:lstStyle/>
          <a:p>
            <a:pPr algn="l">
              <a:lnSpc>
                <a:spcPts val="6930"/>
              </a:lnSpc>
              <a:spcBef>
                <a:spcPct val="0"/>
              </a:spcBef>
            </a:pPr>
            <a:r>
              <a:rPr lang="en-US" sz="6600" b="1" spc="-42" dirty="0">
                <a:solidFill>
                  <a:srgbClr val="F4F4F4"/>
                </a:solidFill>
                <a:latin typeface="Fira Sans Medium"/>
                <a:ea typeface="Fira Sans Medium"/>
                <a:cs typeface="Fira Sans Medium"/>
                <a:sym typeface="Fira Sans Medium"/>
              </a:rPr>
              <a:t>Recommendation Textbook</a:t>
            </a:r>
          </a:p>
        </p:txBody>
      </p:sp>
      <p:sp>
        <p:nvSpPr>
          <p:cNvPr id="30" name="Freeform 11">
            <a:extLst>
              <a:ext uri="{FF2B5EF4-FFF2-40B4-BE49-F238E27FC236}">
                <a16:creationId xmlns:a16="http://schemas.microsoft.com/office/drawing/2014/main" id="{785C9E62-24F5-3A36-BE98-567C58F120F8}"/>
              </a:ext>
            </a:extLst>
          </p:cNvPr>
          <p:cNvSpPr/>
          <p:nvPr/>
        </p:nvSpPr>
        <p:spPr>
          <a:xfrm>
            <a:off x="10578872" y="4739557"/>
            <a:ext cx="807886" cy="807886"/>
          </a:xfrm>
          <a:custGeom>
            <a:avLst/>
            <a:gdLst/>
            <a:ahLst/>
            <a:cxnLst/>
            <a:rect l="l" t="t" r="r" b="b"/>
            <a:pathLst>
              <a:path w="807886" h="807886">
                <a:moveTo>
                  <a:pt x="0" y="0"/>
                </a:moveTo>
                <a:lnTo>
                  <a:pt x="807886" y="0"/>
                </a:lnTo>
                <a:lnTo>
                  <a:pt x="807886" y="807886"/>
                </a:lnTo>
                <a:lnTo>
                  <a:pt x="0" y="8078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4651"/>
        </a:solidFill>
        <a:effectLst/>
      </p:bgPr>
    </p:bg>
    <p:spTree>
      <p:nvGrpSpPr>
        <p:cNvPr id="1" name=""/>
        <p:cNvGrpSpPr/>
        <p:nvPr/>
      </p:nvGrpSpPr>
      <p:grpSpPr>
        <a:xfrm>
          <a:off x="0" y="0"/>
          <a:ext cx="0" cy="0"/>
          <a:chOff x="0" y="0"/>
          <a:chExt cx="0" cy="0"/>
        </a:xfrm>
      </p:grpSpPr>
      <p:sp>
        <p:nvSpPr>
          <p:cNvPr id="3" name="TextBox 3"/>
          <p:cNvSpPr txBox="1"/>
          <p:nvPr/>
        </p:nvSpPr>
        <p:spPr>
          <a:xfrm>
            <a:off x="1028700" y="1019175"/>
            <a:ext cx="9113560" cy="1142851"/>
          </a:xfrm>
          <a:prstGeom prst="rect">
            <a:avLst/>
          </a:prstGeom>
        </p:spPr>
        <p:txBody>
          <a:bodyPr lIns="0" tIns="0" rIns="0" bIns="0" rtlCol="0" anchor="t">
            <a:spAutoFit/>
          </a:bodyPr>
          <a:lstStyle/>
          <a:p>
            <a:pPr algn="l">
              <a:lnSpc>
                <a:spcPts val="8939"/>
              </a:lnSpc>
              <a:spcBef>
                <a:spcPct val="0"/>
              </a:spcBef>
            </a:pPr>
            <a:r>
              <a:rPr lang="en-US" sz="7449" b="1" spc="-74" dirty="0">
                <a:solidFill>
                  <a:srgbClr val="F4F4F4"/>
                </a:solidFill>
                <a:latin typeface="Fira Sans Medium"/>
                <a:ea typeface="Fira Sans Medium"/>
                <a:cs typeface="Fira Sans Medium"/>
                <a:sym typeface="Fira Sans Medium"/>
              </a:rPr>
              <a:t>Lecturer Information</a:t>
            </a:r>
          </a:p>
        </p:txBody>
      </p:sp>
      <p:grpSp>
        <p:nvGrpSpPr>
          <p:cNvPr id="30" name="Group 29">
            <a:extLst>
              <a:ext uri="{FF2B5EF4-FFF2-40B4-BE49-F238E27FC236}">
                <a16:creationId xmlns:a16="http://schemas.microsoft.com/office/drawing/2014/main" id="{071BE6FC-D2AF-2868-9B92-FB17D1B7E948}"/>
              </a:ext>
            </a:extLst>
          </p:cNvPr>
          <p:cNvGrpSpPr/>
          <p:nvPr/>
        </p:nvGrpSpPr>
        <p:grpSpPr>
          <a:xfrm>
            <a:off x="838200" y="2400300"/>
            <a:ext cx="16764000" cy="6116047"/>
            <a:chOff x="838200" y="2400300"/>
            <a:chExt cx="16764000" cy="7122485"/>
          </a:xfrm>
        </p:grpSpPr>
        <p:sp>
          <p:nvSpPr>
            <p:cNvPr id="31" name="Rectangle 30">
              <a:extLst>
                <a:ext uri="{FF2B5EF4-FFF2-40B4-BE49-F238E27FC236}">
                  <a16:creationId xmlns:a16="http://schemas.microsoft.com/office/drawing/2014/main" id="{A3026C64-C626-6074-C402-C4C26C6F3C82}"/>
                </a:ext>
              </a:extLst>
            </p:cNvPr>
            <p:cNvSpPr/>
            <p:nvPr/>
          </p:nvSpPr>
          <p:spPr>
            <a:xfrm>
              <a:off x="838200" y="2400300"/>
              <a:ext cx="16764000" cy="70104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32" name="object 10">
              <a:extLst>
                <a:ext uri="{FF2B5EF4-FFF2-40B4-BE49-F238E27FC236}">
                  <a16:creationId xmlns:a16="http://schemas.microsoft.com/office/drawing/2014/main" id="{7E8C733D-0037-E7E9-0B25-2CC7D03D5DFE}"/>
                </a:ext>
              </a:extLst>
            </p:cNvPr>
            <p:cNvSpPr txBox="1"/>
            <p:nvPr/>
          </p:nvSpPr>
          <p:spPr>
            <a:xfrm>
              <a:off x="1524000" y="3086099"/>
              <a:ext cx="14942819" cy="6436686"/>
            </a:xfrm>
            <a:prstGeom prst="rect">
              <a:avLst/>
            </a:prstGeom>
          </p:spPr>
          <p:txBody>
            <a:bodyPr vert="horz" wrap="square" lIns="0" tIns="12700" rIns="0" bIns="0" rtlCol="0">
              <a:spAutoFit/>
            </a:bodyPr>
            <a:lstStyle/>
            <a:p>
              <a:pPr marL="372110" marR="5080" indent="-360045">
                <a:lnSpc>
                  <a:spcPct val="150000"/>
                </a:lnSpc>
                <a:spcBef>
                  <a:spcPts val="100"/>
                </a:spcBef>
                <a:buFont typeface="Arial MT"/>
                <a:buChar char="•"/>
                <a:tabLst>
                  <a:tab pos="372745" algn="l"/>
                  <a:tab pos="1920239" algn="l"/>
                  <a:tab pos="3685540" algn="l"/>
                  <a:tab pos="6348095" algn="l"/>
                  <a:tab pos="8634095" algn="l"/>
                  <a:tab pos="9432925" algn="l"/>
                  <a:tab pos="11897360" algn="l"/>
                  <a:tab pos="14153515" algn="l"/>
                </a:tabLst>
              </a:pPr>
              <a:r>
                <a:rPr lang="en-MY" sz="4000" b="1" spc="45" dirty="0">
                  <a:latin typeface="Arial"/>
                  <a:cs typeface="Arial"/>
                </a:rPr>
                <a:t>Name: Hazlina Haron</a:t>
              </a:r>
              <a:endParaRPr lang="en-MY" sz="4000" spc="45" dirty="0">
                <a:latin typeface="Arial"/>
                <a:cs typeface="Arial"/>
              </a:endParaRPr>
            </a:p>
            <a:p>
              <a:pPr marL="372110" marR="5080" indent="-360045">
                <a:lnSpc>
                  <a:spcPct val="150000"/>
                </a:lnSpc>
                <a:spcBef>
                  <a:spcPts val="100"/>
                </a:spcBef>
                <a:buFont typeface="Arial MT"/>
                <a:buChar char="•"/>
                <a:tabLst>
                  <a:tab pos="372745" algn="l"/>
                  <a:tab pos="1920239" algn="l"/>
                  <a:tab pos="3685540" algn="l"/>
                  <a:tab pos="6348095" algn="l"/>
                  <a:tab pos="8634095" algn="l"/>
                  <a:tab pos="9432925" algn="l"/>
                  <a:tab pos="11897360" algn="l"/>
                  <a:tab pos="14153515" algn="l"/>
                </a:tabLst>
              </a:pPr>
              <a:r>
                <a:rPr lang="en-MY" sz="4000" b="1" spc="45" dirty="0">
                  <a:latin typeface="Arial"/>
                  <a:cs typeface="Arial"/>
                </a:rPr>
                <a:t>Office Venue: </a:t>
              </a:r>
              <a:r>
                <a:rPr lang="en-MY" sz="4000" spc="45" dirty="0">
                  <a:latin typeface="Arial"/>
                  <a:cs typeface="Arial"/>
                </a:rPr>
                <a:t>Level 2 (Ring Wing), </a:t>
              </a:r>
              <a:r>
                <a:rPr lang="en-MY" sz="4000" spc="45" dirty="0" err="1">
                  <a:latin typeface="Arial"/>
                  <a:cs typeface="Arial"/>
                </a:rPr>
                <a:t>SEGi</a:t>
              </a:r>
              <a:r>
                <a:rPr lang="en-MY" sz="4000" spc="45" dirty="0">
                  <a:latin typeface="Arial"/>
                  <a:cs typeface="Arial"/>
                </a:rPr>
                <a:t> University</a:t>
              </a:r>
            </a:p>
            <a:p>
              <a:pPr marL="372110" marR="5080" indent="-360045">
                <a:lnSpc>
                  <a:spcPct val="150000"/>
                </a:lnSpc>
                <a:spcBef>
                  <a:spcPts val="100"/>
                </a:spcBef>
                <a:buFont typeface="Arial MT"/>
                <a:buChar char="•"/>
                <a:tabLst>
                  <a:tab pos="372745" algn="l"/>
                  <a:tab pos="1920239" algn="l"/>
                  <a:tab pos="3685540" algn="l"/>
                  <a:tab pos="6348095" algn="l"/>
                  <a:tab pos="8634095" algn="l"/>
                  <a:tab pos="9432925" algn="l"/>
                  <a:tab pos="11897360" algn="l"/>
                  <a:tab pos="14153515" algn="l"/>
                </a:tabLst>
              </a:pPr>
              <a:r>
                <a:rPr lang="en-MY" sz="4000" b="1" spc="45" dirty="0">
                  <a:latin typeface="Arial"/>
                  <a:cs typeface="Arial"/>
                </a:rPr>
                <a:t>Ext: </a:t>
              </a:r>
              <a:r>
                <a:rPr lang="en-MY" sz="4000" spc="45" dirty="0">
                  <a:latin typeface="Arial"/>
                  <a:cs typeface="Arial"/>
                </a:rPr>
                <a:t>3039/3180</a:t>
              </a:r>
            </a:p>
            <a:p>
              <a:pPr marL="372110" marR="5080" indent="-360045">
                <a:lnSpc>
                  <a:spcPct val="150000"/>
                </a:lnSpc>
                <a:spcBef>
                  <a:spcPts val="100"/>
                </a:spcBef>
                <a:buFont typeface="Arial MT"/>
                <a:buChar char="•"/>
                <a:tabLst>
                  <a:tab pos="372745" algn="l"/>
                  <a:tab pos="1920239" algn="l"/>
                  <a:tab pos="3685540" algn="l"/>
                  <a:tab pos="6348095" algn="l"/>
                  <a:tab pos="8634095" algn="l"/>
                  <a:tab pos="9432925" algn="l"/>
                  <a:tab pos="11897360" algn="l"/>
                  <a:tab pos="14153515" algn="l"/>
                </a:tabLst>
              </a:pPr>
              <a:r>
                <a:rPr lang="en-MY" sz="4000" b="1" spc="45" dirty="0">
                  <a:latin typeface="Arial"/>
                  <a:cs typeface="Arial"/>
                </a:rPr>
                <a:t>Consultation Hours: </a:t>
              </a:r>
              <a:r>
                <a:rPr lang="en-MY" sz="4000" spc="45" dirty="0">
                  <a:latin typeface="Arial"/>
                  <a:cs typeface="Arial"/>
                </a:rPr>
                <a:t>Wednesday (9.30 AM – 12.00 PM), Friday (9.30 AM – 12.00 PM)</a:t>
              </a:r>
            </a:p>
            <a:p>
              <a:pPr marL="372110" marR="5080" indent="-360045">
                <a:lnSpc>
                  <a:spcPct val="150000"/>
                </a:lnSpc>
                <a:spcBef>
                  <a:spcPts val="100"/>
                </a:spcBef>
                <a:buFont typeface="Arial MT"/>
                <a:buChar char="•"/>
                <a:tabLst>
                  <a:tab pos="372745" algn="l"/>
                  <a:tab pos="1920239" algn="l"/>
                  <a:tab pos="3685540" algn="l"/>
                  <a:tab pos="6348095" algn="l"/>
                  <a:tab pos="8634095" algn="l"/>
                  <a:tab pos="9432925" algn="l"/>
                  <a:tab pos="11897360" algn="l"/>
                  <a:tab pos="14153515" algn="l"/>
                </a:tabLst>
              </a:pPr>
              <a:r>
                <a:rPr lang="en-MY" sz="4000" spc="45" dirty="0">
                  <a:latin typeface="Arial"/>
                  <a:cs typeface="Arial"/>
                </a:rPr>
                <a:t>Email: </a:t>
              </a:r>
              <a:r>
                <a:rPr lang="en-MY" sz="4000" spc="45" dirty="0" err="1">
                  <a:latin typeface="Arial"/>
                  <a:cs typeface="Arial"/>
                </a:rPr>
                <a:t>hazlinaharon@segi.edu.my</a:t>
              </a:r>
              <a:endParaRPr sz="4000" dirty="0">
                <a:latin typeface="Lucida Sans Unicode"/>
                <a:cs typeface="Lucida Sans Unicode"/>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1981198" y="3008699"/>
            <a:ext cx="10972800" cy="2485296"/>
          </a:xfrm>
          <a:prstGeom prst="rect">
            <a:avLst/>
          </a:prstGeom>
        </p:spPr>
        <p:txBody>
          <a:bodyPr wrap="square" lIns="0" tIns="0" rIns="0" bIns="0" rtlCol="0" anchor="t">
            <a:spAutoFit/>
          </a:bodyPr>
          <a:lstStyle/>
          <a:p>
            <a:pPr algn="ctr">
              <a:lnSpc>
                <a:spcPct val="150000"/>
              </a:lnSpc>
              <a:spcBef>
                <a:spcPct val="0"/>
              </a:spcBef>
            </a:pPr>
            <a:r>
              <a:rPr lang="en-US" sz="12000" b="1" spc="-60" dirty="0">
                <a:solidFill>
                  <a:srgbClr val="000000"/>
                </a:solidFill>
                <a:latin typeface="Fira Sans Medium"/>
                <a:ea typeface="Fira Sans Medium"/>
                <a:cs typeface="Fira Sans Medium"/>
                <a:sym typeface="Fira Sans Medium"/>
              </a:rPr>
              <a:t>Q&amp;A Session</a:t>
            </a:r>
          </a:p>
        </p:txBody>
      </p:sp>
      <p:sp>
        <p:nvSpPr>
          <p:cNvPr id="32" name="Freeform 15">
            <a:extLst>
              <a:ext uri="{FF2B5EF4-FFF2-40B4-BE49-F238E27FC236}">
                <a16:creationId xmlns:a16="http://schemas.microsoft.com/office/drawing/2014/main" id="{DF67B7AE-4D3A-D1AF-342D-C63E446153A5}"/>
              </a:ext>
            </a:extLst>
          </p:cNvPr>
          <p:cNvSpPr/>
          <p:nvPr/>
        </p:nvSpPr>
        <p:spPr>
          <a:xfrm>
            <a:off x="12221334" y="4739557"/>
            <a:ext cx="807886" cy="807886"/>
          </a:xfrm>
          <a:custGeom>
            <a:avLst/>
            <a:gdLst/>
            <a:ahLst/>
            <a:cxnLst/>
            <a:rect l="l" t="t" r="r" b="b"/>
            <a:pathLst>
              <a:path w="807886" h="807886">
                <a:moveTo>
                  <a:pt x="0" y="0"/>
                </a:moveTo>
                <a:lnTo>
                  <a:pt x="807886" y="0"/>
                </a:lnTo>
                <a:lnTo>
                  <a:pt x="807886" y="807886"/>
                </a:lnTo>
                <a:lnTo>
                  <a:pt x="0" y="8078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3" name="Freeform 16">
            <a:extLst>
              <a:ext uri="{FF2B5EF4-FFF2-40B4-BE49-F238E27FC236}">
                <a16:creationId xmlns:a16="http://schemas.microsoft.com/office/drawing/2014/main" id="{548823A5-423A-6C6F-C9DC-B78E347B86D2}"/>
              </a:ext>
            </a:extLst>
          </p:cNvPr>
          <p:cNvSpPr/>
          <p:nvPr/>
        </p:nvSpPr>
        <p:spPr>
          <a:xfrm>
            <a:off x="2286000" y="2937126"/>
            <a:ext cx="807886" cy="807886"/>
          </a:xfrm>
          <a:custGeom>
            <a:avLst/>
            <a:gdLst/>
            <a:ahLst/>
            <a:cxnLst/>
            <a:rect l="l" t="t" r="r" b="b"/>
            <a:pathLst>
              <a:path w="807886" h="807886">
                <a:moveTo>
                  <a:pt x="0" y="0"/>
                </a:moveTo>
                <a:lnTo>
                  <a:pt x="807886" y="0"/>
                </a:lnTo>
                <a:lnTo>
                  <a:pt x="807886" y="807886"/>
                </a:lnTo>
                <a:lnTo>
                  <a:pt x="0" y="8078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34" name="Group 2">
            <a:extLst>
              <a:ext uri="{FF2B5EF4-FFF2-40B4-BE49-F238E27FC236}">
                <a16:creationId xmlns:a16="http://schemas.microsoft.com/office/drawing/2014/main" id="{CC31BFAE-9DC4-17ED-C76A-D9097E98C9E0}"/>
              </a:ext>
            </a:extLst>
          </p:cNvPr>
          <p:cNvGrpSpPr/>
          <p:nvPr/>
        </p:nvGrpSpPr>
        <p:grpSpPr>
          <a:xfrm rot="-10800000">
            <a:off x="13868400" y="4599853"/>
            <a:ext cx="5471691" cy="5687147"/>
            <a:chOff x="0" y="0"/>
            <a:chExt cx="3619627" cy="3134614"/>
          </a:xfrm>
        </p:grpSpPr>
        <p:sp>
          <p:nvSpPr>
            <p:cNvPr id="35" name="Freeform 3">
              <a:extLst>
                <a:ext uri="{FF2B5EF4-FFF2-40B4-BE49-F238E27FC236}">
                  <a16:creationId xmlns:a16="http://schemas.microsoft.com/office/drawing/2014/main" id="{A67FCDF5-BD95-B9C4-A1B6-58F31228F7A3}"/>
                </a:ext>
              </a:extLst>
            </p:cNvPr>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36" name="Group 4">
            <a:extLst>
              <a:ext uri="{FF2B5EF4-FFF2-40B4-BE49-F238E27FC236}">
                <a16:creationId xmlns:a16="http://schemas.microsoft.com/office/drawing/2014/main" id="{7C3A277D-89B7-0F5A-828A-85FC261FF2B5}"/>
              </a:ext>
            </a:extLst>
          </p:cNvPr>
          <p:cNvGrpSpPr/>
          <p:nvPr/>
        </p:nvGrpSpPr>
        <p:grpSpPr>
          <a:xfrm rot="-10800000">
            <a:off x="14007042" y="191859"/>
            <a:ext cx="5276948" cy="4569862"/>
            <a:chOff x="0" y="0"/>
            <a:chExt cx="3619627" cy="3134614"/>
          </a:xfrm>
        </p:grpSpPr>
        <p:sp>
          <p:nvSpPr>
            <p:cNvPr id="37" name="Freeform 5">
              <a:extLst>
                <a:ext uri="{FF2B5EF4-FFF2-40B4-BE49-F238E27FC236}">
                  <a16:creationId xmlns:a16="http://schemas.microsoft.com/office/drawing/2014/main" id="{030EDC20-8606-DB1A-A35D-880FC4A3727D}"/>
                </a:ext>
              </a:extLst>
            </p:cNvPr>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38" name="Group 11">
            <a:extLst>
              <a:ext uri="{FF2B5EF4-FFF2-40B4-BE49-F238E27FC236}">
                <a16:creationId xmlns:a16="http://schemas.microsoft.com/office/drawing/2014/main" id="{D05DC89B-174F-4A0A-8234-88FEA888A05D}"/>
              </a:ext>
            </a:extLst>
          </p:cNvPr>
          <p:cNvGrpSpPr/>
          <p:nvPr/>
        </p:nvGrpSpPr>
        <p:grpSpPr>
          <a:xfrm rot="-10800000">
            <a:off x="10744198" y="6226268"/>
            <a:ext cx="4419601" cy="4060731"/>
            <a:chOff x="0" y="0"/>
            <a:chExt cx="3619627" cy="3134614"/>
          </a:xfrm>
        </p:grpSpPr>
        <p:sp>
          <p:nvSpPr>
            <p:cNvPr id="39" name="Freeform 12">
              <a:extLst>
                <a:ext uri="{FF2B5EF4-FFF2-40B4-BE49-F238E27FC236}">
                  <a16:creationId xmlns:a16="http://schemas.microsoft.com/office/drawing/2014/main" id="{09F0603E-44A3-AE86-BC88-1D9BC9B85546}"/>
                </a:ext>
              </a:extLst>
            </p:cNvPr>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a:extLst>
            <a:ext uri="{FF2B5EF4-FFF2-40B4-BE49-F238E27FC236}">
              <a16:creationId xmlns:a16="http://schemas.microsoft.com/office/drawing/2014/main" id="{737D13EF-08F7-9672-D9B7-FBFB317720EC}"/>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0135CB33-D2C3-99B3-3C6C-E4654CE9E846}"/>
              </a:ext>
            </a:extLst>
          </p:cNvPr>
          <p:cNvSpPr txBox="1"/>
          <p:nvPr/>
        </p:nvSpPr>
        <p:spPr>
          <a:xfrm>
            <a:off x="4229980" y="1707498"/>
            <a:ext cx="11810625" cy="6155531"/>
          </a:xfrm>
          <a:prstGeom prst="rect">
            <a:avLst/>
          </a:prstGeom>
        </p:spPr>
        <p:txBody>
          <a:bodyPr wrap="square" lIns="0" tIns="0" rIns="0" bIns="0" rtlCol="0" anchor="t">
            <a:spAutoFit/>
          </a:bodyPr>
          <a:lstStyle/>
          <a:p>
            <a:pPr algn="ctr">
              <a:spcBef>
                <a:spcPct val="0"/>
              </a:spcBef>
            </a:pPr>
            <a:r>
              <a:rPr lang="en-US" sz="10000" b="1" spc="-60" dirty="0">
                <a:solidFill>
                  <a:srgbClr val="000000"/>
                </a:solidFill>
                <a:latin typeface="Fira Sans Medium"/>
                <a:ea typeface="Fira Sans Medium"/>
                <a:cs typeface="Fira Sans Medium"/>
                <a:sym typeface="Fira Sans Medium"/>
              </a:rPr>
              <a:t>Next Session</a:t>
            </a:r>
          </a:p>
          <a:p>
            <a:pPr algn="ctr">
              <a:spcBef>
                <a:spcPct val="0"/>
              </a:spcBef>
            </a:pPr>
            <a:r>
              <a:rPr lang="en-US" sz="10000" b="1" spc="-60" dirty="0">
                <a:solidFill>
                  <a:srgbClr val="000000"/>
                </a:solidFill>
                <a:latin typeface="Fira Sans Medium"/>
                <a:ea typeface="Fira Sans Medium"/>
                <a:cs typeface="Fira Sans Medium"/>
                <a:sym typeface="Fira Sans Medium"/>
              </a:rPr>
              <a:t>Introduction to Software Engineering</a:t>
            </a:r>
          </a:p>
        </p:txBody>
      </p:sp>
      <p:sp>
        <p:nvSpPr>
          <p:cNvPr id="33" name="Freeform 16">
            <a:extLst>
              <a:ext uri="{FF2B5EF4-FFF2-40B4-BE49-F238E27FC236}">
                <a16:creationId xmlns:a16="http://schemas.microsoft.com/office/drawing/2014/main" id="{EC9ED18B-E4CD-9166-31DA-C69BC63DDB94}"/>
              </a:ext>
            </a:extLst>
          </p:cNvPr>
          <p:cNvSpPr/>
          <p:nvPr/>
        </p:nvSpPr>
        <p:spPr>
          <a:xfrm>
            <a:off x="14657170" y="5143500"/>
            <a:ext cx="2057400" cy="1828800"/>
          </a:xfrm>
          <a:custGeom>
            <a:avLst/>
            <a:gdLst/>
            <a:ahLst/>
            <a:cxnLst/>
            <a:rect l="l" t="t" r="r" b="b"/>
            <a:pathLst>
              <a:path w="807886" h="807886">
                <a:moveTo>
                  <a:pt x="0" y="0"/>
                </a:moveTo>
                <a:lnTo>
                  <a:pt x="807886" y="0"/>
                </a:lnTo>
                <a:lnTo>
                  <a:pt x="807886" y="807886"/>
                </a:lnTo>
                <a:lnTo>
                  <a:pt x="0" y="8078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25">
            <a:extLst>
              <a:ext uri="{FF2B5EF4-FFF2-40B4-BE49-F238E27FC236}">
                <a16:creationId xmlns:a16="http://schemas.microsoft.com/office/drawing/2014/main" id="{98F1ACEB-DD12-7B38-AC87-A503FC8433E0}"/>
              </a:ext>
            </a:extLst>
          </p:cNvPr>
          <p:cNvGrpSpPr/>
          <p:nvPr/>
        </p:nvGrpSpPr>
        <p:grpSpPr>
          <a:xfrm>
            <a:off x="3581775" y="6591300"/>
            <a:ext cx="2977778" cy="2578770"/>
            <a:chOff x="0" y="0"/>
            <a:chExt cx="3619627" cy="3134614"/>
          </a:xfrm>
        </p:grpSpPr>
        <p:sp>
          <p:nvSpPr>
            <p:cNvPr id="4" name="Freeform 26">
              <a:extLst>
                <a:ext uri="{FF2B5EF4-FFF2-40B4-BE49-F238E27FC236}">
                  <a16:creationId xmlns:a16="http://schemas.microsoft.com/office/drawing/2014/main" id="{C1A0EC63-0256-FA56-6425-7390D4001854}"/>
                </a:ext>
              </a:extLst>
            </p:cNvPr>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4651"/>
            </a:solidFill>
          </p:spPr>
          <p:txBody>
            <a:bodyPr/>
            <a:lstStyle/>
            <a:p>
              <a:endParaRPr lang="en-US"/>
            </a:p>
          </p:txBody>
        </p:sp>
      </p:grpSp>
      <p:grpSp>
        <p:nvGrpSpPr>
          <p:cNvPr id="5" name="Group 27">
            <a:extLst>
              <a:ext uri="{FF2B5EF4-FFF2-40B4-BE49-F238E27FC236}">
                <a16:creationId xmlns:a16="http://schemas.microsoft.com/office/drawing/2014/main" id="{5CC69668-A08D-0983-9ACC-0870A5289F76}"/>
              </a:ext>
            </a:extLst>
          </p:cNvPr>
          <p:cNvGrpSpPr/>
          <p:nvPr/>
        </p:nvGrpSpPr>
        <p:grpSpPr>
          <a:xfrm>
            <a:off x="762000" y="6580573"/>
            <a:ext cx="4201515" cy="3638531"/>
            <a:chOff x="0" y="0"/>
            <a:chExt cx="3619627" cy="3134614"/>
          </a:xfrm>
        </p:grpSpPr>
        <p:sp>
          <p:nvSpPr>
            <p:cNvPr id="6" name="Freeform 28">
              <a:extLst>
                <a:ext uri="{FF2B5EF4-FFF2-40B4-BE49-F238E27FC236}">
                  <a16:creationId xmlns:a16="http://schemas.microsoft.com/office/drawing/2014/main" id="{59274A98-88E3-7BAD-9CCE-870395F2EFE8}"/>
                </a:ext>
              </a:extLst>
            </p:cNvPr>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00A181"/>
            </a:solidFill>
          </p:spPr>
          <p:txBody>
            <a:bodyPr/>
            <a:lstStyle/>
            <a:p>
              <a:endParaRPr lang="en-US"/>
            </a:p>
          </p:txBody>
        </p:sp>
      </p:grpSp>
      <p:grpSp>
        <p:nvGrpSpPr>
          <p:cNvPr id="7" name="Group 29">
            <a:extLst>
              <a:ext uri="{FF2B5EF4-FFF2-40B4-BE49-F238E27FC236}">
                <a16:creationId xmlns:a16="http://schemas.microsoft.com/office/drawing/2014/main" id="{A1F14F84-D5AE-A46F-E43C-1B13B9027EC0}"/>
              </a:ext>
            </a:extLst>
          </p:cNvPr>
          <p:cNvGrpSpPr/>
          <p:nvPr/>
        </p:nvGrpSpPr>
        <p:grpSpPr>
          <a:xfrm>
            <a:off x="267810" y="6904578"/>
            <a:ext cx="2481390" cy="2148895"/>
            <a:chOff x="0" y="0"/>
            <a:chExt cx="3619627" cy="3134614"/>
          </a:xfrm>
        </p:grpSpPr>
        <p:sp>
          <p:nvSpPr>
            <p:cNvPr id="8" name="Freeform 30">
              <a:extLst>
                <a:ext uri="{FF2B5EF4-FFF2-40B4-BE49-F238E27FC236}">
                  <a16:creationId xmlns:a16="http://schemas.microsoft.com/office/drawing/2014/main" id="{CD3FA027-CBED-2545-48D3-EF8780C12938}"/>
                </a:ext>
              </a:extLst>
            </p:cNvPr>
            <p:cNvSpPr/>
            <p:nvPr/>
          </p:nvSpPr>
          <p:spPr>
            <a:xfrm>
              <a:off x="0" y="0"/>
              <a:ext cx="3619627" cy="3134614"/>
            </a:xfrm>
            <a:custGeom>
              <a:avLst/>
              <a:gdLst/>
              <a:ahLst/>
              <a:cxnLst/>
              <a:rect l="l" t="t" r="r" b="b"/>
              <a:pathLst>
                <a:path w="3619627" h="3134614">
                  <a:moveTo>
                    <a:pt x="3619627" y="1567307"/>
                  </a:moveTo>
                  <a:lnTo>
                    <a:pt x="2714752" y="3134614"/>
                  </a:lnTo>
                  <a:lnTo>
                    <a:pt x="904875" y="3134614"/>
                  </a:lnTo>
                  <a:lnTo>
                    <a:pt x="0" y="1567307"/>
                  </a:lnTo>
                  <a:lnTo>
                    <a:pt x="904875" y="0"/>
                  </a:lnTo>
                  <a:lnTo>
                    <a:pt x="2714625" y="0"/>
                  </a:lnTo>
                  <a:lnTo>
                    <a:pt x="3619627" y="1567307"/>
                  </a:lnTo>
                  <a:close/>
                </a:path>
              </a:pathLst>
            </a:custGeom>
            <a:solidFill>
              <a:srgbClr val="A4E473"/>
            </a:solidFill>
          </p:spPr>
          <p:txBody>
            <a:bodyPr/>
            <a:lstStyle/>
            <a:p>
              <a:endParaRPr lang="en-US"/>
            </a:p>
          </p:txBody>
        </p:sp>
      </p:grpSp>
      <p:sp>
        <p:nvSpPr>
          <p:cNvPr id="9" name="Freeform 17">
            <a:extLst>
              <a:ext uri="{FF2B5EF4-FFF2-40B4-BE49-F238E27FC236}">
                <a16:creationId xmlns:a16="http://schemas.microsoft.com/office/drawing/2014/main" id="{BC6E5C71-A7BC-D5ED-3F4A-90CE05B95433}"/>
              </a:ext>
            </a:extLst>
          </p:cNvPr>
          <p:cNvSpPr/>
          <p:nvPr/>
        </p:nvSpPr>
        <p:spPr>
          <a:xfrm>
            <a:off x="2438400" y="2198328"/>
            <a:ext cx="990600" cy="1165943"/>
          </a:xfrm>
          <a:custGeom>
            <a:avLst/>
            <a:gdLst/>
            <a:ahLst/>
            <a:cxnLst/>
            <a:rect l="l" t="t" r="r" b="b"/>
            <a:pathLst>
              <a:path w="800541" h="807886">
                <a:moveTo>
                  <a:pt x="0" y="0"/>
                </a:moveTo>
                <a:lnTo>
                  <a:pt x="800541" y="0"/>
                </a:lnTo>
                <a:lnTo>
                  <a:pt x="800541" y="807886"/>
                </a:lnTo>
                <a:lnTo>
                  <a:pt x="0" y="8078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extLst>
      <p:ext uri="{BB962C8B-B14F-4D97-AF65-F5344CB8AC3E}">
        <p14:creationId xmlns:p14="http://schemas.microsoft.com/office/powerpoint/2010/main" val="8121430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113</TotalTime>
  <Words>704</Words>
  <Application>Microsoft Macintosh PowerPoint</Application>
  <PresentationFormat>Custom</PresentationFormat>
  <Paragraphs>92</Paragraphs>
  <Slides>18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Fira Sans Bold</vt:lpstr>
      <vt:lpstr>Arial MT</vt:lpstr>
      <vt:lpstr>Fira Sans Light</vt:lpstr>
      <vt:lpstr>Lucida Sans Unicode</vt:lpstr>
      <vt:lpstr>Fira Sans Medium</vt:lpstr>
      <vt:lpstr>Calibri</vt:lpstr>
      <vt:lpstr>Fira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template</dc:title>
  <dc:creator>Noranis</dc:creator>
  <cp:lastModifiedBy>Hazlina Haron</cp:lastModifiedBy>
  <cp:revision>4</cp:revision>
  <dcterms:created xsi:type="dcterms:W3CDTF">2006-08-16T00:00:00Z</dcterms:created>
  <dcterms:modified xsi:type="dcterms:W3CDTF">2025-05-21T01:17:49Z</dcterms:modified>
  <dc:identifier>DAGn8Xznza0</dc:identifier>
</cp:coreProperties>
</file>