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90" r:id="rId1"/>
  </p:sldMasterIdLst>
  <p:sldIdLst>
    <p:sldId id="256" r:id="rId2"/>
    <p:sldId id="370" r:id="rId3"/>
    <p:sldId id="376" r:id="rId4"/>
    <p:sldId id="257" r:id="rId5"/>
    <p:sldId id="374" r:id="rId6"/>
    <p:sldId id="375" r:id="rId7"/>
    <p:sldId id="258" r:id="rId8"/>
    <p:sldId id="259" r:id="rId9"/>
    <p:sldId id="261" r:id="rId10"/>
    <p:sldId id="262" r:id="rId11"/>
    <p:sldId id="263" r:id="rId12"/>
    <p:sldId id="264" r:id="rId13"/>
    <p:sldId id="265" r:id="rId14"/>
    <p:sldId id="266" r:id="rId15"/>
    <p:sldId id="267" r:id="rId16"/>
    <p:sldId id="268" r:id="rId17"/>
    <p:sldId id="373" r:id="rId18"/>
    <p:sldId id="269" r:id="rId19"/>
    <p:sldId id="270"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471"/>
    <p:restoredTop sz="94888"/>
  </p:normalViewPr>
  <p:slideViewPr>
    <p:cSldViewPr snapToGrid="0" snapToObjects="1">
      <p:cViewPr varScale="1">
        <p:scale>
          <a:sx n="87" d="100"/>
          <a:sy n="87" d="100"/>
        </p:scale>
        <p:origin x="1368"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zlina binti Haron" userId="00a9b89f-eaec-49ca-9fc2-e7a3c9ffdcf7" providerId="ADAL" clId="{433EF9FD-E85D-7F4B-B1C1-CA63D861F0E4}"/>
    <pc:docChg chg="undo custSel addSld delSld modSld">
      <pc:chgData name="Hazlina binti Haron" userId="00a9b89f-eaec-49ca-9fc2-e7a3c9ffdcf7" providerId="ADAL" clId="{433EF9FD-E85D-7F4B-B1C1-CA63D861F0E4}" dt="2025-05-27T05:06:36.829" v="218" actId="27636"/>
      <pc:docMkLst>
        <pc:docMk/>
      </pc:docMkLst>
      <pc:sldChg chg="modSp mod">
        <pc:chgData name="Hazlina binti Haron" userId="00a9b89f-eaec-49ca-9fc2-e7a3c9ffdcf7" providerId="ADAL" clId="{433EF9FD-E85D-7F4B-B1C1-CA63D861F0E4}" dt="2025-05-21T01:23:20.845" v="10" actId="207"/>
        <pc:sldMkLst>
          <pc:docMk/>
          <pc:sldMk cId="0" sldId="256"/>
        </pc:sldMkLst>
      </pc:sldChg>
      <pc:sldChg chg="addSp modSp mod">
        <pc:chgData name="Hazlina binti Haron" userId="00a9b89f-eaec-49ca-9fc2-e7a3c9ffdcf7" providerId="ADAL" clId="{433EF9FD-E85D-7F4B-B1C1-CA63D861F0E4}" dt="2025-05-21T01:22:55.294" v="8" actId="13822"/>
        <pc:sldMkLst>
          <pc:docMk/>
          <pc:sldMk cId="0" sldId="259"/>
        </pc:sldMkLst>
      </pc:sldChg>
      <pc:sldChg chg="del">
        <pc:chgData name="Hazlina binti Haron" userId="00a9b89f-eaec-49ca-9fc2-e7a3c9ffdcf7" providerId="ADAL" clId="{433EF9FD-E85D-7F4B-B1C1-CA63D861F0E4}" dt="2025-05-21T01:22:59.884" v="9" actId="2696"/>
        <pc:sldMkLst>
          <pc:docMk/>
          <pc:sldMk cId="0" sldId="260"/>
        </pc:sldMkLst>
      </pc:sldChg>
      <pc:sldChg chg="modSp mod">
        <pc:chgData name="Hazlina binti Haron" userId="00a9b89f-eaec-49ca-9fc2-e7a3c9ffdcf7" providerId="ADAL" clId="{433EF9FD-E85D-7F4B-B1C1-CA63D861F0E4}" dt="2025-05-21T01:27:51.732" v="92" actId="20577"/>
        <pc:sldMkLst>
          <pc:docMk/>
          <pc:sldMk cId="0" sldId="261"/>
        </pc:sldMkLst>
      </pc:sldChg>
      <pc:sldChg chg="modSp">
        <pc:chgData name="Hazlina binti Haron" userId="00a9b89f-eaec-49ca-9fc2-e7a3c9ffdcf7" providerId="ADAL" clId="{433EF9FD-E85D-7F4B-B1C1-CA63D861F0E4}" dt="2025-05-21T01:27:58.119" v="96" actId="20577"/>
        <pc:sldMkLst>
          <pc:docMk/>
          <pc:sldMk cId="0" sldId="262"/>
        </pc:sldMkLst>
      </pc:sldChg>
      <pc:sldChg chg="modSp mod">
        <pc:chgData name="Hazlina binti Haron" userId="00a9b89f-eaec-49ca-9fc2-e7a3c9ffdcf7" providerId="ADAL" clId="{433EF9FD-E85D-7F4B-B1C1-CA63D861F0E4}" dt="2025-05-27T05:06:36.829" v="218" actId="27636"/>
        <pc:sldMkLst>
          <pc:docMk/>
          <pc:sldMk cId="0" sldId="263"/>
        </pc:sldMkLst>
      </pc:sldChg>
      <pc:sldChg chg="modSp mod">
        <pc:chgData name="Hazlina binti Haron" userId="00a9b89f-eaec-49ca-9fc2-e7a3c9ffdcf7" providerId="ADAL" clId="{433EF9FD-E85D-7F4B-B1C1-CA63D861F0E4}" dt="2025-05-21T01:28:30.284" v="117" actId="403"/>
        <pc:sldMkLst>
          <pc:docMk/>
          <pc:sldMk cId="0" sldId="264"/>
        </pc:sldMkLst>
      </pc:sldChg>
      <pc:sldChg chg="modSp mod">
        <pc:chgData name="Hazlina binti Haron" userId="00a9b89f-eaec-49ca-9fc2-e7a3c9ffdcf7" providerId="ADAL" clId="{433EF9FD-E85D-7F4B-B1C1-CA63D861F0E4}" dt="2025-05-21T01:28:56.261" v="136" actId="404"/>
        <pc:sldMkLst>
          <pc:docMk/>
          <pc:sldMk cId="0" sldId="265"/>
        </pc:sldMkLst>
      </pc:sldChg>
      <pc:sldChg chg="modSp mod">
        <pc:chgData name="Hazlina binti Haron" userId="00a9b89f-eaec-49ca-9fc2-e7a3c9ffdcf7" providerId="ADAL" clId="{433EF9FD-E85D-7F4B-B1C1-CA63D861F0E4}" dt="2025-05-21T01:29:12.626" v="145" actId="1076"/>
        <pc:sldMkLst>
          <pc:docMk/>
          <pc:sldMk cId="0" sldId="266"/>
        </pc:sldMkLst>
      </pc:sldChg>
      <pc:sldChg chg="modSp">
        <pc:chgData name="Hazlina binti Haron" userId="00a9b89f-eaec-49ca-9fc2-e7a3c9ffdcf7" providerId="ADAL" clId="{433EF9FD-E85D-7F4B-B1C1-CA63D861F0E4}" dt="2025-05-21T01:29:23.142" v="151" actId="20577"/>
        <pc:sldMkLst>
          <pc:docMk/>
          <pc:sldMk cId="0" sldId="267"/>
        </pc:sldMkLst>
      </pc:sldChg>
      <pc:sldChg chg="modSp mod">
        <pc:chgData name="Hazlina binti Haron" userId="00a9b89f-eaec-49ca-9fc2-e7a3c9ffdcf7" providerId="ADAL" clId="{433EF9FD-E85D-7F4B-B1C1-CA63D861F0E4}" dt="2025-05-21T01:29:41.697" v="157" actId="20577"/>
        <pc:sldMkLst>
          <pc:docMk/>
          <pc:sldMk cId="0" sldId="268"/>
        </pc:sldMkLst>
      </pc:sldChg>
      <pc:sldChg chg="modSp mod">
        <pc:chgData name="Hazlina binti Haron" userId="00a9b89f-eaec-49ca-9fc2-e7a3c9ffdcf7" providerId="ADAL" clId="{433EF9FD-E85D-7F4B-B1C1-CA63D861F0E4}" dt="2025-05-21T01:30:02.056" v="167" actId="20577"/>
        <pc:sldMkLst>
          <pc:docMk/>
          <pc:sldMk cId="0" sldId="269"/>
        </pc:sldMkLst>
      </pc:sldChg>
      <pc:sldChg chg="modSp">
        <pc:chgData name="Hazlina binti Haron" userId="00a9b89f-eaec-49ca-9fc2-e7a3c9ffdcf7" providerId="ADAL" clId="{433EF9FD-E85D-7F4B-B1C1-CA63D861F0E4}" dt="2025-05-21T01:30:14.067" v="173" actId="20577"/>
        <pc:sldMkLst>
          <pc:docMk/>
          <pc:sldMk cId="0" sldId="270"/>
        </pc:sldMkLst>
      </pc:sldChg>
      <pc:sldChg chg="del">
        <pc:chgData name="Hazlina binti Haron" userId="00a9b89f-eaec-49ca-9fc2-e7a3c9ffdcf7" providerId="ADAL" clId="{433EF9FD-E85D-7F4B-B1C1-CA63D861F0E4}" dt="2025-05-21T01:21:16.499" v="0" actId="2696"/>
        <pc:sldMkLst>
          <pc:docMk/>
          <pc:sldMk cId="3516149616" sldId="369"/>
        </pc:sldMkLst>
      </pc:sldChg>
      <pc:sldChg chg="modSp mod">
        <pc:chgData name="Hazlina binti Haron" userId="00a9b89f-eaec-49ca-9fc2-e7a3c9ffdcf7" providerId="ADAL" clId="{433EF9FD-E85D-7F4B-B1C1-CA63D861F0E4}" dt="2025-05-21T01:25:18.960" v="41" actId="1076"/>
        <pc:sldMkLst>
          <pc:docMk/>
          <pc:sldMk cId="2860608023" sldId="370"/>
        </pc:sldMkLst>
      </pc:sldChg>
      <pc:sldChg chg="modSp mod">
        <pc:chgData name="Hazlina binti Haron" userId="00a9b89f-eaec-49ca-9fc2-e7a3c9ffdcf7" providerId="ADAL" clId="{433EF9FD-E85D-7F4B-B1C1-CA63D861F0E4}" dt="2025-05-21T01:26:35.873" v="63"/>
        <pc:sldMkLst>
          <pc:docMk/>
          <pc:sldMk cId="2913256184" sldId="374"/>
        </pc:sldMkLst>
      </pc:sldChg>
      <pc:sldChg chg="modSp">
        <pc:chgData name="Hazlina binti Haron" userId="00a9b89f-eaec-49ca-9fc2-e7a3c9ffdcf7" providerId="ADAL" clId="{433EF9FD-E85D-7F4B-B1C1-CA63D861F0E4}" dt="2025-05-21T01:27:27.601" v="82" actId="20577"/>
        <pc:sldMkLst>
          <pc:docMk/>
          <pc:sldMk cId="3973307429" sldId="375"/>
        </pc:sldMkLst>
      </pc:sldChg>
      <pc:sldChg chg="modSp add mod">
        <pc:chgData name="Hazlina binti Haron" userId="00a9b89f-eaec-49ca-9fc2-e7a3c9ffdcf7" providerId="ADAL" clId="{433EF9FD-E85D-7F4B-B1C1-CA63D861F0E4}" dt="2025-05-21T01:25:06.511" v="38" actId="120"/>
        <pc:sldMkLst>
          <pc:docMk/>
          <pc:sldMk cId="1313513136" sldId="376"/>
        </pc:sldMkLst>
      </pc:sldChg>
    </pc:docChg>
  </pc:docChgLst>
  <pc:docChgLst>
    <pc:chgData name="Hazlina binti Haron" userId="00a9b89f-eaec-49ca-9fc2-e7a3c9ffdcf7" providerId="ADAL" clId="{779AFF34-B550-5125-AC3D-689BD0EBE757}"/>
    <pc:docChg chg="undo custSel modSld">
      <pc:chgData name="Hazlina binti Haron" userId="00a9b89f-eaec-49ca-9fc2-e7a3c9ffdcf7" providerId="ADAL" clId="{779AFF34-B550-5125-AC3D-689BD0EBE757}" dt="2025-09-12T05:35:52.906" v="308" actId="207"/>
      <pc:docMkLst>
        <pc:docMk/>
      </pc:docMkLst>
      <pc:sldChg chg="modSp mod">
        <pc:chgData name="Hazlina binti Haron" userId="00a9b89f-eaec-49ca-9fc2-e7a3c9ffdcf7" providerId="ADAL" clId="{779AFF34-B550-5125-AC3D-689BD0EBE757}" dt="2025-09-12T05:35:52.906" v="308" actId="207"/>
        <pc:sldMkLst>
          <pc:docMk/>
          <pc:sldMk cId="0" sldId="265"/>
        </pc:sldMkLst>
        <pc:spChg chg="mod">
          <ac:chgData name="Hazlina binti Haron" userId="00a9b89f-eaec-49ca-9fc2-e7a3c9ffdcf7" providerId="ADAL" clId="{779AFF34-B550-5125-AC3D-689BD0EBE757}" dt="2025-09-12T05:35:52.906" v="308" actId="207"/>
          <ac:spMkLst>
            <pc:docMk/>
            <pc:sldMk cId="0" sldId="265"/>
            <ac:spMk id="3" creationId="{00000000-0000-0000-0000-000000000000}"/>
          </ac:spMkLst>
        </pc:spChg>
      </pc:sldChg>
      <pc:sldChg chg="modSp mod">
        <pc:chgData name="Hazlina binti Haron" userId="00a9b89f-eaec-49ca-9fc2-e7a3c9ffdcf7" providerId="ADAL" clId="{779AFF34-B550-5125-AC3D-689BD0EBE757}" dt="2025-09-12T05:28:32.425" v="5" actId="207"/>
        <pc:sldMkLst>
          <pc:docMk/>
          <pc:sldMk cId="2860608023" sldId="370"/>
        </pc:sldMkLst>
        <pc:graphicFrameChg chg="modGraphic">
          <ac:chgData name="Hazlina binti Haron" userId="00a9b89f-eaec-49ca-9fc2-e7a3c9ffdcf7" providerId="ADAL" clId="{779AFF34-B550-5125-AC3D-689BD0EBE757}" dt="2025-09-12T05:28:32.425" v="5" actId="207"/>
          <ac:graphicFrameMkLst>
            <pc:docMk/>
            <pc:sldMk cId="2860608023" sldId="370"/>
            <ac:graphicFrameMk id="5" creationId="{00000000-0000-0000-0000-000000000000}"/>
          </ac:graphicFrameMkLst>
        </pc:graphicFrameChg>
      </pc:sldChg>
      <pc:sldChg chg="modSp mod">
        <pc:chgData name="Hazlina binti Haron" userId="00a9b89f-eaec-49ca-9fc2-e7a3c9ffdcf7" providerId="ADAL" clId="{779AFF34-B550-5125-AC3D-689BD0EBE757}" dt="2025-09-12T05:29:07.455" v="6" actId="207"/>
        <pc:sldMkLst>
          <pc:docMk/>
          <pc:sldMk cId="1313513136" sldId="376"/>
        </pc:sldMkLst>
        <pc:graphicFrameChg chg="modGraphic">
          <ac:chgData name="Hazlina binti Haron" userId="00a9b89f-eaec-49ca-9fc2-e7a3c9ffdcf7" providerId="ADAL" clId="{779AFF34-B550-5125-AC3D-689BD0EBE757}" dt="2025-09-12T05:29:07.455" v="6" actId="207"/>
          <ac:graphicFrameMkLst>
            <pc:docMk/>
            <pc:sldMk cId="1313513136" sldId="376"/>
            <ac:graphicFrameMk id="5" creationId="{BE359D4E-A3BF-A469-F63B-E9F08DF095F2}"/>
          </ac:graphicFrameMkLst>
        </pc:graphicFrame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ata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ata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4" Type="http://schemas.openxmlformats.org/officeDocument/2006/relationships/image" Target="../media/image19.svg"/></Relationships>
</file>

<file path=ppt/diagrams/_rels/data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svg"/><Relationship Id="rId1" Type="http://schemas.openxmlformats.org/officeDocument/2006/relationships/image" Target="../media/image23.png"/><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diagrams/_rels/data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s>
</file>

<file path=ppt/diagrams/_rels/data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svg"/><Relationship Id="rId1" Type="http://schemas.openxmlformats.org/officeDocument/2006/relationships/image" Target="../media/image35.png"/><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3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rawing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4" Type="http://schemas.openxmlformats.org/officeDocument/2006/relationships/image" Target="../media/image19.svg"/></Relationships>
</file>

<file path=ppt/diagrams/_rels/drawing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svg"/><Relationship Id="rId1" Type="http://schemas.openxmlformats.org/officeDocument/2006/relationships/image" Target="../media/image23.png"/><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diagrams/_rels/drawing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s>
</file>

<file path=ppt/diagrams/_rels/drawing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svg"/><Relationship Id="rId1" Type="http://schemas.openxmlformats.org/officeDocument/2006/relationships/image" Target="../media/image35.png"/><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38.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CDDB5E1-7B48-4C6A-884D-9DE67DD5ABFF}"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B5006A15-1662-4F2D-B67C-460DAE285041}">
      <dgm:prSet/>
      <dgm:spPr/>
      <dgm:t>
        <a:bodyPr/>
        <a:lstStyle/>
        <a:p>
          <a:pPr>
            <a:defRPr cap="all"/>
          </a:pPr>
          <a:r>
            <a:rPr lang="en-US"/>
            <a:t>Engineering principles for software</a:t>
          </a:r>
        </a:p>
      </dgm:t>
    </dgm:pt>
    <dgm:pt modelId="{61E2A5DA-59F1-44BB-B9AD-B50312A9906D}" type="parTrans" cxnId="{133A58E1-6282-4E55-99C6-7F8C7E9D55E0}">
      <dgm:prSet/>
      <dgm:spPr/>
      <dgm:t>
        <a:bodyPr/>
        <a:lstStyle/>
        <a:p>
          <a:endParaRPr lang="en-US"/>
        </a:p>
      </dgm:t>
    </dgm:pt>
    <dgm:pt modelId="{BD74756D-48C9-41A5-9EC6-3EBB82F384AC}" type="sibTrans" cxnId="{133A58E1-6282-4E55-99C6-7F8C7E9D55E0}">
      <dgm:prSet/>
      <dgm:spPr/>
      <dgm:t>
        <a:bodyPr/>
        <a:lstStyle/>
        <a:p>
          <a:endParaRPr lang="en-US"/>
        </a:p>
      </dgm:t>
    </dgm:pt>
    <dgm:pt modelId="{9818380D-732B-4DDE-BC4B-6BBAF77043B9}">
      <dgm:prSet/>
      <dgm:spPr/>
      <dgm:t>
        <a:bodyPr/>
        <a:lstStyle/>
        <a:p>
          <a:pPr>
            <a:defRPr cap="all"/>
          </a:pPr>
          <a:r>
            <a:rPr lang="en-US" dirty="0"/>
            <a:t>Systematic and measurable approach</a:t>
          </a:r>
        </a:p>
      </dgm:t>
    </dgm:pt>
    <dgm:pt modelId="{F741EB85-099F-4D00-B806-9532CD6517B0}" type="parTrans" cxnId="{814A7F59-EF52-4ABE-BE88-C33B37A7C88E}">
      <dgm:prSet/>
      <dgm:spPr/>
      <dgm:t>
        <a:bodyPr/>
        <a:lstStyle/>
        <a:p>
          <a:endParaRPr lang="en-US"/>
        </a:p>
      </dgm:t>
    </dgm:pt>
    <dgm:pt modelId="{FDA90017-A23A-4B87-91D3-20A8C20E9D6E}" type="sibTrans" cxnId="{814A7F59-EF52-4ABE-BE88-C33B37A7C88E}">
      <dgm:prSet/>
      <dgm:spPr/>
      <dgm:t>
        <a:bodyPr/>
        <a:lstStyle/>
        <a:p>
          <a:endParaRPr lang="en-US"/>
        </a:p>
      </dgm:t>
    </dgm:pt>
    <dgm:pt modelId="{78BFFE0B-D953-4103-87E9-24A1C19B23CD}">
      <dgm:prSet/>
      <dgm:spPr/>
      <dgm:t>
        <a:bodyPr/>
        <a:lstStyle/>
        <a:p>
          <a:pPr>
            <a:defRPr cap="all"/>
          </a:pPr>
          <a:r>
            <a:rPr lang="en-US" dirty="0"/>
            <a:t>Involves design, development, testing, and maintenance</a:t>
          </a:r>
        </a:p>
      </dgm:t>
    </dgm:pt>
    <dgm:pt modelId="{B1B19B49-E61E-454E-8A19-D41D833694F4}" type="parTrans" cxnId="{0C5144AC-EB01-4076-9184-BE01CE35D603}">
      <dgm:prSet/>
      <dgm:spPr/>
      <dgm:t>
        <a:bodyPr/>
        <a:lstStyle/>
        <a:p>
          <a:endParaRPr lang="en-US"/>
        </a:p>
      </dgm:t>
    </dgm:pt>
    <dgm:pt modelId="{9B3E6136-5A2C-4D84-9012-DD4EB11170FE}" type="sibTrans" cxnId="{0C5144AC-EB01-4076-9184-BE01CE35D603}">
      <dgm:prSet/>
      <dgm:spPr/>
      <dgm:t>
        <a:bodyPr/>
        <a:lstStyle/>
        <a:p>
          <a:endParaRPr lang="en-US"/>
        </a:p>
      </dgm:t>
    </dgm:pt>
    <dgm:pt modelId="{CBE6D519-B8E7-400C-9710-C2346F8E816A}" type="pres">
      <dgm:prSet presAssocID="{3CDDB5E1-7B48-4C6A-884D-9DE67DD5ABFF}" presName="root" presStyleCnt="0">
        <dgm:presLayoutVars>
          <dgm:dir/>
          <dgm:resizeHandles val="exact"/>
        </dgm:presLayoutVars>
      </dgm:prSet>
      <dgm:spPr/>
    </dgm:pt>
    <dgm:pt modelId="{CB5399A4-946E-44A0-A17E-C9D166AE6E53}" type="pres">
      <dgm:prSet presAssocID="{B5006A15-1662-4F2D-B67C-460DAE285041}" presName="compNode" presStyleCnt="0"/>
      <dgm:spPr/>
    </dgm:pt>
    <dgm:pt modelId="{AE47834C-E1A8-4B9B-9674-1EED4189CE1A}" type="pres">
      <dgm:prSet presAssocID="{B5006A15-1662-4F2D-B67C-460DAE285041}" presName="iconBgRect" presStyleLbl="bgShp" presStyleIdx="0" presStyleCnt="3"/>
      <dgm:spPr>
        <a:prstGeom prst="round2DiagRect">
          <a:avLst>
            <a:gd name="adj1" fmla="val 29727"/>
            <a:gd name="adj2" fmla="val 0"/>
          </a:avLst>
        </a:prstGeom>
      </dgm:spPr>
    </dgm:pt>
    <dgm:pt modelId="{295F952F-B1F1-4663-8CB1-ADBF147D659C}" type="pres">
      <dgm:prSet presAssocID="{B5006A15-1662-4F2D-B67C-460DAE285041}"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ears"/>
        </a:ext>
      </dgm:extLst>
    </dgm:pt>
    <dgm:pt modelId="{7DE32370-4759-4DBF-BEA0-09C46D2CE584}" type="pres">
      <dgm:prSet presAssocID="{B5006A15-1662-4F2D-B67C-460DAE285041}" presName="spaceRect" presStyleCnt="0"/>
      <dgm:spPr/>
    </dgm:pt>
    <dgm:pt modelId="{053825D9-65CC-4C21-9512-2868B2652D0C}" type="pres">
      <dgm:prSet presAssocID="{B5006A15-1662-4F2D-B67C-460DAE285041}" presName="textRect" presStyleLbl="revTx" presStyleIdx="0" presStyleCnt="3">
        <dgm:presLayoutVars>
          <dgm:chMax val="1"/>
          <dgm:chPref val="1"/>
        </dgm:presLayoutVars>
      </dgm:prSet>
      <dgm:spPr/>
    </dgm:pt>
    <dgm:pt modelId="{4DBC0BF1-22F0-48F7-B7E3-ECE8776C5136}" type="pres">
      <dgm:prSet presAssocID="{BD74756D-48C9-41A5-9EC6-3EBB82F384AC}" presName="sibTrans" presStyleCnt="0"/>
      <dgm:spPr/>
    </dgm:pt>
    <dgm:pt modelId="{649F71FC-A6F0-4EE6-B11D-9E4DE046DC8E}" type="pres">
      <dgm:prSet presAssocID="{9818380D-732B-4DDE-BC4B-6BBAF77043B9}" presName="compNode" presStyleCnt="0"/>
      <dgm:spPr/>
    </dgm:pt>
    <dgm:pt modelId="{23FB6412-C52F-4112-9040-DB582D13D27A}" type="pres">
      <dgm:prSet presAssocID="{9818380D-732B-4DDE-BC4B-6BBAF77043B9}" presName="iconBgRect" presStyleLbl="bgShp" presStyleIdx="1" presStyleCnt="3"/>
      <dgm:spPr>
        <a:prstGeom prst="round2DiagRect">
          <a:avLst>
            <a:gd name="adj1" fmla="val 29727"/>
            <a:gd name="adj2" fmla="val 0"/>
          </a:avLst>
        </a:prstGeom>
      </dgm:spPr>
    </dgm:pt>
    <dgm:pt modelId="{A2B9F685-3CA4-4A32-8332-3D535E069DEC}" type="pres">
      <dgm:prSet presAssocID="{9818380D-732B-4DDE-BC4B-6BBAF77043B9}"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ullseye"/>
        </a:ext>
      </dgm:extLst>
    </dgm:pt>
    <dgm:pt modelId="{86722982-4556-4465-BF86-A2DBBC8935DB}" type="pres">
      <dgm:prSet presAssocID="{9818380D-732B-4DDE-BC4B-6BBAF77043B9}" presName="spaceRect" presStyleCnt="0"/>
      <dgm:spPr/>
    </dgm:pt>
    <dgm:pt modelId="{EB3D9BDC-19FD-49A1-B036-3E202F3A8B25}" type="pres">
      <dgm:prSet presAssocID="{9818380D-732B-4DDE-BC4B-6BBAF77043B9}" presName="textRect" presStyleLbl="revTx" presStyleIdx="1" presStyleCnt="3">
        <dgm:presLayoutVars>
          <dgm:chMax val="1"/>
          <dgm:chPref val="1"/>
        </dgm:presLayoutVars>
      </dgm:prSet>
      <dgm:spPr/>
    </dgm:pt>
    <dgm:pt modelId="{DF71C6F3-35CF-4E5F-BA32-64B4F04A7DA3}" type="pres">
      <dgm:prSet presAssocID="{FDA90017-A23A-4B87-91D3-20A8C20E9D6E}" presName="sibTrans" presStyleCnt="0"/>
      <dgm:spPr/>
    </dgm:pt>
    <dgm:pt modelId="{34B6075C-B434-4047-968B-5AEC84DEBE2F}" type="pres">
      <dgm:prSet presAssocID="{78BFFE0B-D953-4103-87E9-24A1C19B23CD}" presName="compNode" presStyleCnt="0"/>
      <dgm:spPr/>
    </dgm:pt>
    <dgm:pt modelId="{C1F8FD64-3A18-4637-B1B0-FECDAB1AB4C9}" type="pres">
      <dgm:prSet presAssocID="{78BFFE0B-D953-4103-87E9-24A1C19B23CD}" presName="iconBgRect" presStyleLbl="bgShp" presStyleIdx="2" presStyleCnt="3"/>
      <dgm:spPr>
        <a:prstGeom prst="round2DiagRect">
          <a:avLst>
            <a:gd name="adj1" fmla="val 29727"/>
            <a:gd name="adj2" fmla="val 0"/>
          </a:avLst>
        </a:prstGeom>
      </dgm:spPr>
    </dgm:pt>
    <dgm:pt modelId="{FA31F02D-797A-4C42-AE9E-40BD9DDDEEB2}" type="pres">
      <dgm:prSet presAssocID="{78BFFE0B-D953-4103-87E9-24A1C19B23CD}"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ight Bulb and Gear"/>
        </a:ext>
      </dgm:extLst>
    </dgm:pt>
    <dgm:pt modelId="{B00AC948-B752-41FD-B5D2-8901D043B4C0}" type="pres">
      <dgm:prSet presAssocID="{78BFFE0B-D953-4103-87E9-24A1C19B23CD}" presName="spaceRect" presStyleCnt="0"/>
      <dgm:spPr/>
    </dgm:pt>
    <dgm:pt modelId="{913B7AF0-C37D-463B-A840-29528F818F69}" type="pres">
      <dgm:prSet presAssocID="{78BFFE0B-D953-4103-87E9-24A1C19B23CD}" presName="textRect" presStyleLbl="revTx" presStyleIdx="2" presStyleCnt="3">
        <dgm:presLayoutVars>
          <dgm:chMax val="1"/>
          <dgm:chPref val="1"/>
        </dgm:presLayoutVars>
      </dgm:prSet>
      <dgm:spPr/>
    </dgm:pt>
  </dgm:ptLst>
  <dgm:cxnLst>
    <dgm:cxn modelId="{D186B725-947A-4138-B243-1BA5BDD6C0B2}" type="presOf" srcId="{3CDDB5E1-7B48-4C6A-884D-9DE67DD5ABFF}" destId="{CBE6D519-B8E7-400C-9710-C2346F8E816A}" srcOrd="0" destOrd="0" presId="urn:microsoft.com/office/officeart/2018/5/layout/IconLeafLabelList"/>
    <dgm:cxn modelId="{7C2C8E4F-5720-4776-A729-122D15223F35}" type="presOf" srcId="{9818380D-732B-4DDE-BC4B-6BBAF77043B9}" destId="{EB3D9BDC-19FD-49A1-B036-3E202F3A8B25}" srcOrd="0" destOrd="0" presId="urn:microsoft.com/office/officeart/2018/5/layout/IconLeafLabelList"/>
    <dgm:cxn modelId="{814A7F59-EF52-4ABE-BE88-C33B37A7C88E}" srcId="{3CDDB5E1-7B48-4C6A-884D-9DE67DD5ABFF}" destId="{9818380D-732B-4DDE-BC4B-6BBAF77043B9}" srcOrd="1" destOrd="0" parTransId="{F741EB85-099F-4D00-B806-9532CD6517B0}" sibTransId="{FDA90017-A23A-4B87-91D3-20A8C20E9D6E}"/>
    <dgm:cxn modelId="{BBE3EF9A-A25D-40A9-BA8B-AFEA9615F1BE}" type="presOf" srcId="{78BFFE0B-D953-4103-87E9-24A1C19B23CD}" destId="{913B7AF0-C37D-463B-A840-29528F818F69}" srcOrd="0" destOrd="0" presId="urn:microsoft.com/office/officeart/2018/5/layout/IconLeafLabelList"/>
    <dgm:cxn modelId="{0C5144AC-EB01-4076-9184-BE01CE35D603}" srcId="{3CDDB5E1-7B48-4C6A-884D-9DE67DD5ABFF}" destId="{78BFFE0B-D953-4103-87E9-24A1C19B23CD}" srcOrd="2" destOrd="0" parTransId="{B1B19B49-E61E-454E-8A19-D41D833694F4}" sibTransId="{9B3E6136-5A2C-4D84-9012-DD4EB11170FE}"/>
    <dgm:cxn modelId="{B61D61D6-19CE-4501-BBC0-C7D5D63D00E1}" type="presOf" srcId="{B5006A15-1662-4F2D-B67C-460DAE285041}" destId="{053825D9-65CC-4C21-9512-2868B2652D0C}" srcOrd="0" destOrd="0" presId="urn:microsoft.com/office/officeart/2018/5/layout/IconLeafLabelList"/>
    <dgm:cxn modelId="{133A58E1-6282-4E55-99C6-7F8C7E9D55E0}" srcId="{3CDDB5E1-7B48-4C6A-884D-9DE67DD5ABFF}" destId="{B5006A15-1662-4F2D-B67C-460DAE285041}" srcOrd="0" destOrd="0" parTransId="{61E2A5DA-59F1-44BB-B9AD-B50312A9906D}" sibTransId="{BD74756D-48C9-41A5-9EC6-3EBB82F384AC}"/>
    <dgm:cxn modelId="{FBE80447-8022-4BC9-A281-07272B574403}" type="presParOf" srcId="{CBE6D519-B8E7-400C-9710-C2346F8E816A}" destId="{CB5399A4-946E-44A0-A17E-C9D166AE6E53}" srcOrd="0" destOrd="0" presId="urn:microsoft.com/office/officeart/2018/5/layout/IconLeafLabelList"/>
    <dgm:cxn modelId="{D6303418-42D3-46FD-883E-C5BB2412D34F}" type="presParOf" srcId="{CB5399A4-946E-44A0-A17E-C9D166AE6E53}" destId="{AE47834C-E1A8-4B9B-9674-1EED4189CE1A}" srcOrd="0" destOrd="0" presId="urn:microsoft.com/office/officeart/2018/5/layout/IconLeafLabelList"/>
    <dgm:cxn modelId="{83C84721-905C-4D2E-BECF-54BC7CB4BBBF}" type="presParOf" srcId="{CB5399A4-946E-44A0-A17E-C9D166AE6E53}" destId="{295F952F-B1F1-4663-8CB1-ADBF147D659C}" srcOrd="1" destOrd="0" presId="urn:microsoft.com/office/officeart/2018/5/layout/IconLeafLabelList"/>
    <dgm:cxn modelId="{24195987-B111-41DC-ADD2-A40650DCA83F}" type="presParOf" srcId="{CB5399A4-946E-44A0-A17E-C9D166AE6E53}" destId="{7DE32370-4759-4DBF-BEA0-09C46D2CE584}" srcOrd="2" destOrd="0" presId="urn:microsoft.com/office/officeart/2018/5/layout/IconLeafLabelList"/>
    <dgm:cxn modelId="{536805BB-314B-49DF-9AE7-5ED73171CC8A}" type="presParOf" srcId="{CB5399A4-946E-44A0-A17E-C9D166AE6E53}" destId="{053825D9-65CC-4C21-9512-2868B2652D0C}" srcOrd="3" destOrd="0" presId="urn:microsoft.com/office/officeart/2018/5/layout/IconLeafLabelList"/>
    <dgm:cxn modelId="{DDA2378C-5E6D-4561-8B4A-344C7B01C8AF}" type="presParOf" srcId="{CBE6D519-B8E7-400C-9710-C2346F8E816A}" destId="{4DBC0BF1-22F0-48F7-B7E3-ECE8776C5136}" srcOrd="1" destOrd="0" presId="urn:microsoft.com/office/officeart/2018/5/layout/IconLeafLabelList"/>
    <dgm:cxn modelId="{9B5BE75A-726B-45F1-B5ED-F77FA46AA83D}" type="presParOf" srcId="{CBE6D519-B8E7-400C-9710-C2346F8E816A}" destId="{649F71FC-A6F0-4EE6-B11D-9E4DE046DC8E}" srcOrd="2" destOrd="0" presId="urn:microsoft.com/office/officeart/2018/5/layout/IconLeafLabelList"/>
    <dgm:cxn modelId="{23F1059E-B730-4638-8569-991922E46B87}" type="presParOf" srcId="{649F71FC-A6F0-4EE6-B11D-9E4DE046DC8E}" destId="{23FB6412-C52F-4112-9040-DB582D13D27A}" srcOrd="0" destOrd="0" presId="urn:microsoft.com/office/officeart/2018/5/layout/IconLeafLabelList"/>
    <dgm:cxn modelId="{C1AAAD97-48F5-4EA1-B825-F6A198C767B1}" type="presParOf" srcId="{649F71FC-A6F0-4EE6-B11D-9E4DE046DC8E}" destId="{A2B9F685-3CA4-4A32-8332-3D535E069DEC}" srcOrd="1" destOrd="0" presId="urn:microsoft.com/office/officeart/2018/5/layout/IconLeafLabelList"/>
    <dgm:cxn modelId="{AB1347AB-1BC7-49C8-A806-2740DEB095C3}" type="presParOf" srcId="{649F71FC-A6F0-4EE6-B11D-9E4DE046DC8E}" destId="{86722982-4556-4465-BF86-A2DBBC8935DB}" srcOrd="2" destOrd="0" presId="urn:microsoft.com/office/officeart/2018/5/layout/IconLeafLabelList"/>
    <dgm:cxn modelId="{DC83B15F-8DD1-458E-A9A3-47AD8DDCBA46}" type="presParOf" srcId="{649F71FC-A6F0-4EE6-B11D-9E4DE046DC8E}" destId="{EB3D9BDC-19FD-49A1-B036-3E202F3A8B25}" srcOrd="3" destOrd="0" presId="urn:microsoft.com/office/officeart/2018/5/layout/IconLeafLabelList"/>
    <dgm:cxn modelId="{D564C9FA-CFE2-4AE2-A65E-27DC6AB53916}" type="presParOf" srcId="{CBE6D519-B8E7-400C-9710-C2346F8E816A}" destId="{DF71C6F3-35CF-4E5F-BA32-64B4F04A7DA3}" srcOrd="3" destOrd="0" presId="urn:microsoft.com/office/officeart/2018/5/layout/IconLeafLabelList"/>
    <dgm:cxn modelId="{CE757636-8423-49F2-BC63-724BBD5991B4}" type="presParOf" srcId="{CBE6D519-B8E7-400C-9710-C2346F8E816A}" destId="{34B6075C-B434-4047-968B-5AEC84DEBE2F}" srcOrd="4" destOrd="0" presId="urn:microsoft.com/office/officeart/2018/5/layout/IconLeafLabelList"/>
    <dgm:cxn modelId="{B06DFD11-931B-43A9-A32E-93B77F32B39B}" type="presParOf" srcId="{34B6075C-B434-4047-968B-5AEC84DEBE2F}" destId="{C1F8FD64-3A18-4637-B1B0-FECDAB1AB4C9}" srcOrd="0" destOrd="0" presId="urn:microsoft.com/office/officeart/2018/5/layout/IconLeafLabelList"/>
    <dgm:cxn modelId="{37EE9742-2725-4D7C-ADAF-6BD5C1DEFC61}" type="presParOf" srcId="{34B6075C-B434-4047-968B-5AEC84DEBE2F}" destId="{FA31F02D-797A-4C42-AE9E-40BD9DDDEEB2}" srcOrd="1" destOrd="0" presId="urn:microsoft.com/office/officeart/2018/5/layout/IconLeafLabelList"/>
    <dgm:cxn modelId="{24736C74-9A21-4BEE-8625-271485D1C11C}" type="presParOf" srcId="{34B6075C-B434-4047-968B-5AEC84DEBE2F}" destId="{B00AC948-B752-41FD-B5D2-8901D043B4C0}" srcOrd="2" destOrd="0" presId="urn:microsoft.com/office/officeart/2018/5/layout/IconLeafLabelList"/>
    <dgm:cxn modelId="{871735EA-F03C-429D-AC60-AB298E9AC569}" type="presParOf" srcId="{34B6075C-B434-4047-968B-5AEC84DEBE2F}" destId="{913B7AF0-C37D-463B-A840-29528F818F69}"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166AFA2-0E24-45CD-8CAB-0341FB50B315}"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E0C69820-A195-44C3-88EE-4D697643FD09}">
      <dgm:prSet/>
      <dgm:spPr/>
      <dgm:t>
        <a:bodyPr/>
        <a:lstStyle/>
        <a:p>
          <a:r>
            <a:rPr lang="en-US"/>
            <a:t>engineering discipline that is concerned with all aspects of software production from the early stages of system specification through to maintaining the system after it has gone into use.</a:t>
          </a:r>
        </a:p>
      </dgm:t>
    </dgm:pt>
    <dgm:pt modelId="{A5FDB6E5-BC46-44CD-89FF-4DBF2A4CA7E1}" type="parTrans" cxnId="{8DA63083-42EE-499B-8C5C-4A64FA6C483E}">
      <dgm:prSet/>
      <dgm:spPr/>
      <dgm:t>
        <a:bodyPr/>
        <a:lstStyle/>
        <a:p>
          <a:endParaRPr lang="en-US"/>
        </a:p>
      </dgm:t>
    </dgm:pt>
    <dgm:pt modelId="{09EFB3E5-571B-4425-866D-FDE56033C810}" type="sibTrans" cxnId="{8DA63083-42EE-499B-8C5C-4A64FA6C483E}">
      <dgm:prSet/>
      <dgm:spPr/>
      <dgm:t>
        <a:bodyPr/>
        <a:lstStyle/>
        <a:p>
          <a:endParaRPr lang="en-US"/>
        </a:p>
      </dgm:t>
    </dgm:pt>
    <dgm:pt modelId="{6A075B5F-F286-4DD7-B592-5820562EA8E6}">
      <dgm:prSet/>
      <dgm:spPr/>
      <dgm:t>
        <a:bodyPr/>
        <a:lstStyle/>
        <a:p>
          <a:r>
            <a:rPr lang="en-US"/>
            <a:t>Engineering discipline</a:t>
          </a:r>
        </a:p>
      </dgm:t>
    </dgm:pt>
    <dgm:pt modelId="{25B169DD-AD24-4DD0-AE00-871DEAA88683}" type="parTrans" cxnId="{40418531-7E9F-482D-9FDE-5AF9F80586C4}">
      <dgm:prSet/>
      <dgm:spPr/>
      <dgm:t>
        <a:bodyPr/>
        <a:lstStyle/>
        <a:p>
          <a:endParaRPr lang="en-US"/>
        </a:p>
      </dgm:t>
    </dgm:pt>
    <dgm:pt modelId="{8B08896A-D2B3-4E1C-AAD9-DD7BE65AEDF9}" type="sibTrans" cxnId="{40418531-7E9F-482D-9FDE-5AF9F80586C4}">
      <dgm:prSet/>
      <dgm:spPr/>
      <dgm:t>
        <a:bodyPr/>
        <a:lstStyle/>
        <a:p>
          <a:endParaRPr lang="en-US"/>
        </a:p>
      </dgm:t>
    </dgm:pt>
    <dgm:pt modelId="{F0B162DC-9139-41EB-A337-AA15FC7BCDC3}">
      <dgm:prSet custT="1"/>
      <dgm:spPr/>
      <dgm:t>
        <a:bodyPr/>
        <a:lstStyle/>
        <a:p>
          <a:r>
            <a:rPr lang="en-US" sz="1600" dirty="0"/>
            <a:t>appropriate theories and methods to solve problems bearing in mind organizational and financial constraints.</a:t>
          </a:r>
        </a:p>
      </dgm:t>
    </dgm:pt>
    <dgm:pt modelId="{EE4341EE-6C32-47C3-886F-C089D1A4449C}" type="parTrans" cxnId="{13239778-4C83-4C7C-A993-58949AA8551B}">
      <dgm:prSet/>
      <dgm:spPr/>
      <dgm:t>
        <a:bodyPr/>
        <a:lstStyle/>
        <a:p>
          <a:endParaRPr lang="en-US"/>
        </a:p>
      </dgm:t>
    </dgm:pt>
    <dgm:pt modelId="{284F4C65-48C4-4B2A-842E-1AFE36094191}" type="sibTrans" cxnId="{13239778-4C83-4C7C-A993-58949AA8551B}">
      <dgm:prSet/>
      <dgm:spPr/>
      <dgm:t>
        <a:bodyPr/>
        <a:lstStyle/>
        <a:p>
          <a:endParaRPr lang="en-US"/>
        </a:p>
      </dgm:t>
    </dgm:pt>
    <dgm:pt modelId="{C90B0AD8-C0A5-4DC2-B529-9706BC6B40B2}">
      <dgm:prSet/>
      <dgm:spPr/>
      <dgm:t>
        <a:bodyPr/>
        <a:lstStyle/>
        <a:p>
          <a:r>
            <a:rPr lang="en-US" dirty="0"/>
            <a:t>All aspects of software </a:t>
          </a:r>
        </a:p>
        <a:p>
          <a:r>
            <a:rPr lang="en-US" dirty="0"/>
            <a:t>production</a:t>
          </a:r>
        </a:p>
      </dgm:t>
    </dgm:pt>
    <dgm:pt modelId="{07F30DC7-707A-4B09-91B2-64EC7343DC11}" type="parTrans" cxnId="{785E924E-5D60-40D1-A503-75DE7C2AD2CE}">
      <dgm:prSet/>
      <dgm:spPr/>
      <dgm:t>
        <a:bodyPr/>
        <a:lstStyle/>
        <a:p>
          <a:endParaRPr lang="en-US"/>
        </a:p>
      </dgm:t>
    </dgm:pt>
    <dgm:pt modelId="{9B27CE52-ED01-4D93-846F-67F0B7668281}" type="sibTrans" cxnId="{785E924E-5D60-40D1-A503-75DE7C2AD2CE}">
      <dgm:prSet/>
      <dgm:spPr/>
      <dgm:t>
        <a:bodyPr/>
        <a:lstStyle/>
        <a:p>
          <a:endParaRPr lang="en-US"/>
        </a:p>
      </dgm:t>
    </dgm:pt>
    <dgm:pt modelId="{2F3B0AA4-A061-4A72-9177-C755A7A53647}">
      <dgm:prSet custT="1"/>
      <dgm:spPr/>
      <dgm:t>
        <a:bodyPr/>
        <a:lstStyle/>
        <a:p>
          <a:r>
            <a:rPr lang="en-US" sz="1400" dirty="0"/>
            <a:t>Not just technical process of development. Also project management and the development of tools, methods etc. to support software production.</a:t>
          </a:r>
        </a:p>
      </dgm:t>
    </dgm:pt>
    <dgm:pt modelId="{C04E886D-FBAB-49FC-A1BB-EE8CF44F926C}" type="parTrans" cxnId="{C643EA30-67F0-4F83-87DF-FAD7BAD13C6C}">
      <dgm:prSet/>
      <dgm:spPr/>
      <dgm:t>
        <a:bodyPr/>
        <a:lstStyle/>
        <a:p>
          <a:endParaRPr lang="en-US"/>
        </a:p>
      </dgm:t>
    </dgm:pt>
    <dgm:pt modelId="{E7BB8E4C-7C78-4839-A06D-8BE8CF1CED9A}" type="sibTrans" cxnId="{C643EA30-67F0-4F83-87DF-FAD7BAD13C6C}">
      <dgm:prSet/>
      <dgm:spPr/>
      <dgm:t>
        <a:bodyPr/>
        <a:lstStyle/>
        <a:p>
          <a:endParaRPr lang="en-US"/>
        </a:p>
      </dgm:t>
    </dgm:pt>
    <dgm:pt modelId="{2B84FA04-3DD0-422A-A07E-BDC10CEB5E76}" type="pres">
      <dgm:prSet presAssocID="{9166AFA2-0E24-45CD-8CAB-0341FB50B315}" presName="root" presStyleCnt="0">
        <dgm:presLayoutVars>
          <dgm:dir/>
          <dgm:resizeHandles val="exact"/>
        </dgm:presLayoutVars>
      </dgm:prSet>
      <dgm:spPr/>
    </dgm:pt>
    <dgm:pt modelId="{C1AD37E7-4CEC-4200-B442-23E50220068F}" type="pres">
      <dgm:prSet presAssocID="{E0C69820-A195-44C3-88EE-4D697643FD09}" presName="compNode" presStyleCnt="0"/>
      <dgm:spPr/>
    </dgm:pt>
    <dgm:pt modelId="{5430D2BD-5086-48DD-8B68-D7A2271226C2}" type="pres">
      <dgm:prSet presAssocID="{E0C69820-A195-44C3-88EE-4D697643FD09}" presName="bgRect" presStyleLbl="bgShp" presStyleIdx="0" presStyleCnt="3"/>
      <dgm:spPr/>
    </dgm:pt>
    <dgm:pt modelId="{98257222-071F-44A5-9446-C1CC2F9117B0}" type="pres">
      <dgm:prSet presAssocID="{E0C69820-A195-44C3-88EE-4D697643FD09}"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ears"/>
        </a:ext>
      </dgm:extLst>
    </dgm:pt>
    <dgm:pt modelId="{B1D3995F-AD52-4807-844A-16B32BAC8C32}" type="pres">
      <dgm:prSet presAssocID="{E0C69820-A195-44C3-88EE-4D697643FD09}" presName="spaceRect" presStyleCnt="0"/>
      <dgm:spPr/>
    </dgm:pt>
    <dgm:pt modelId="{0E9C2785-7620-484D-8578-6AA252F11A6C}" type="pres">
      <dgm:prSet presAssocID="{E0C69820-A195-44C3-88EE-4D697643FD09}" presName="parTx" presStyleLbl="revTx" presStyleIdx="0" presStyleCnt="5">
        <dgm:presLayoutVars>
          <dgm:chMax val="0"/>
          <dgm:chPref val="0"/>
        </dgm:presLayoutVars>
      </dgm:prSet>
      <dgm:spPr/>
    </dgm:pt>
    <dgm:pt modelId="{A67B1099-FE48-45FB-9CF2-8B9B217A2F55}" type="pres">
      <dgm:prSet presAssocID="{09EFB3E5-571B-4425-866D-FDE56033C810}" presName="sibTrans" presStyleCnt="0"/>
      <dgm:spPr/>
    </dgm:pt>
    <dgm:pt modelId="{6D395084-6017-4E1E-B390-D5D3D17459CD}" type="pres">
      <dgm:prSet presAssocID="{6A075B5F-F286-4DD7-B592-5820562EA8E6}" presName="compNode" presStyleCnt="0"/>
      <dgm:spPr/>
    </dgm:pt>
    <dgm:pt modelId="{620488D7-4D50-4967-905C-5EF65C89A1FE}" type="pres">
      <dgm:prSet presAssocID="{6A075B5F-F286-4DD7-B592-5820562EA8E6}" presName="bgRect" presStyleLbl="bgShp" presStyleIdx="1" presStyleCnt="3"/>
      <dgm:spPr/>
    </dgm:pt>
    <dgm:pt modelId="{1488311B-5C4D-43A9-87A5-C344775008A4}" type="pres">
      <dgm:prSet presAssocID="{6A075B5F-F286-4DD7-B592-5820562EA8E6}"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33AF8575-7F2A-4DD0-8286-0CA7A7F961B4}" type="pres">
      <dgm:prSet presAssocID="{6A075B5F-F286-4DD7-B592-5820562EA8E6}" presName="spaceRect" presStyleCnt="0"/>
      <dgm:spPr/>
    </dgm:pt>
    <dgm:pt modelId="{7DEFF98C-E86B-489A-82A5-A5F817318A27}" type="pres">
      <dgm:prSet presAssocID="{6A075B5F-F286-4DD7-B592-5820562EA8E6}" presName="parTx" presStyleLbl="revTx" presStyleIdx="1" presStyleCnt="5">
        <dgm:presLayoutVars>
          <dgm:chMax val="0"/>
          <dgm:chPref val="0"/>
        </dgm:presLayoutVars>
      </dgm:prSet>
      <dgm:spPr/>
    </dgm:pt>
    <dgm:pt modelId="{358D72A3-27F5-437F-BA18-E78AB93A17FE}" type="pres">
      <dgm:prSet presAssocID="{6A075B5F-F286-4DD7-B592-5820562EA8E6}" presName="desTx" presStyleLbl="revTx" presStyleIdx="2" presStyleCnt="5" custScaleX="138526" custLinFactNeighborX="-17716" custLinFactNeighborY="-5777">
        <dgm:presLayoutVars/>
      </dgm:prSet>
      <dgm:spPr/>
    </dgm:pt>
    <dgm:pt modelId="{30438A60-0270-434B-989A-5AC49F1B66A4}" type="pres">
      <dgm:prSet presAssocID="{8B08896A-D2B3-4E1C-AAD9-DD7BE65AEDF9}" presName="sibTrans" presStyleCnt="0"/>
      <dgm:spPr/>
    </dgm:pt>
    <dgm:pt modelId="{3F922654-DA7E-4339-8172-7D32E67AF296}" type="pres">
      <dgm:prSet presAssocID="{C90B0AD8-C0A5-4DC2-B529-9706BC6B40B2}" presName="compNode" presStyleCnt="0"/>
      <dgm:spPr/>
    </dgm:pt>
    <dgm:pt modelId="{ED8AAFA3-784F-4A23-AB90-B9CB718C3833}" type="pres">
      <dgm:prSet presAssocID="{C90B0AD8-C0A5-4DC2-B529-9706BC6B40B2}" presName="bgRect" presStyleLbl="bgShp" presStyleIdx="2" presStyleCnt="3"/>
      <dgm:spPr/>
    </dgm:pt>
    <dgm:pt modelId="{FDFAB0BD-773D-4B85-B8A8-19DB4081DB36}" type="pres">
      <dgm:prSet presAssocID="{C90B0AD8-C0A5-4DC2-B529-9706BC6B40B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ingle gear"/>
        </a:ext>
      </dgm:extLst>
    </dgm:pt>
    <dgm:pt modelId="{491A569C-2560-4FD0-83FB-CD0F9CC676B4}" type="pres">
      <dgm:prSet presAssocID="{C90B0AD8-C0A5-4DC2-B529-9706BC6B40B2}" presName="spaceRect" presStyleCnt="0"/>
      <dgm:spPr/>
    </dgm:pt>
    <dgm:pt modelId="{70694722-C096-40C6-B539-ED579A40F8B6}" type="pres">
      <dgm:prSet presAssocID="{C90B0AD8-C0A5-4DC2-B529-9706BC6B40B2}" presName="parTx" presStyleLbl="revTx" presStyleIdx="3" presStyleCnt="5">
        <dgm:presLayoutVars>
          <dgm:chMax val="0"/>
          <dgm:chPref val="0"/>
        </dgm:presLayoutVars>
      </dgm:prSet>
      <dgm:spPr/>
    </dgm:pt>
    <dgm:pt modelId="{7EC7F58D-EA30-4886-A36E-B92C6B7A2D85}" type="pres">
      <dgm:prSet presAssocID="{C90B0AD8-C0A5-4DC2-B529-9706BC6B40B2}" presName="desTx" presStyleLbl="revTx" presStyleIdx="4" presStyleCnt="5" custScaleX="148295" custLinFactNeighborX="-15899" custLinFactNeighborY="2025">
        <dgm:presLayoutVars/>
      </dgm:prSet>
      <dgm:spPr/>
    </dgm:pt>
  </dgm:ptLst>
  <dgm:cxnLst>
    <dgm:cxn modelId="{796B1B14-9B6E-4824-94D1-8AECE418420C}" type="presOf" srcId="{2F3B0AA4-A061-4A72-9177-C755A7A53647}" destId="{7EC7F58D-EA30-4886-A36E-B92C6B7A2D85}" srcOrd="0" destOrd="0" presId="urn:microsoft.com/office/officeart/2018/2/layout/IconVerticalSolidList"/>
    <dgm:cxn modelId="{C643EA30-67F0-4F83-87DF-FAD7BAD13C6C}" srcId="{C90B0AD8-C0A5-4DC2-B529-9706BC6B40B2}" destId="{2F3B0AA4-A061-4A72-9177-C755A7A53647}" srcOrd="0" destOrd="0" parTransId="{C04E886D-FBAB-49FC-A1BB-EE8CF44F926C}" sibTransId="{E7BB8E4C-7C78-4839-A06D-8BE8CF1CED9A}"/>
    <dgm:cxn modelId="{40418531-7E9F-482D-9FDE-5AF9F80586C4}" srcId="{9166AFA2-0E24-45CD-8CAB-0341FB50B315}" destId="{6A075B5F-F286-4DD7-B592-5820562EA8E6}" srcOrd="1" destOrd="0" parTransId="{25B169DD-AD24-4DD0-AE00-871DEAA88683}" sibTransId="{8B08896A-D2B3-4E1C-AAD9-DD7BE65AEDF9}"/>
    <dgm:cxn modelId="{5F189A31-3635-4BFA-9F27-0000D6026F93}" type="presOf" srcId="{C90B0AD8-C0A5-4DC2-B529-9706BC6B40B2}" destId="{70694722-C096-40C6-B539-ED579A40F8B6}" srcOrd="0" destOrd="0" presId="urn:microsoft.com/office/officeart/2018/2/layout/IconVerticalSolidList"/>
    <dgm:cxn modelId="{785E924E-5D60-40D1-A503-75DE7C2AD2CE}" srcId="{9166AFA2-0E24-45CD-8CAB-0341FB50B315}" destId="{C90B0AD8-C0A5-4DC2-B529-9706BC6B40B2}" srcOrd="2" destOrd="0" parTransId="{07F30DC7-707A-4B09-91B2-64EC7343DC11}" sibTransId="{9B27CE52-ED01-4D93-846F-67F0B7668281}"/>
    <dgm:cxn modelId="{2D6C824F-6EF8-4C14-B0EF-05823536C9F6}" type="presOf" srcId="{E0C69820-A195-44C3-88EE-4D697643FD09}" destId="{0E9C2785-7620-484D-8578-6AA252F11A6C}" srcOrd="0" destOrd="0" presId="urn:microsoft.com/office/officeart/2018/2/layout/IconVerticalSolidList"/>
    <dgm:cxn modelId="{13239778-4C83-4C7C-A993-58949AA8551B}" srcId="{6A075B5F-F286-4DD7-B592-5820562EA8E6}" destId="{F0B162DC-9139-41EB-A337-AA15FC7BCDC3}" srcOrd="0" destOrd="0" parTransId="{EE4341EE-6C32-47C3-886F-C089D1A4449C}" sibTransId="{284F4C65-48C4-4B2A-842E-1AFE36094191}"/>
    <dgm:cxn modelId="{8DA63083-42EE-499B-8C5C-4A64FA6C483E}" srcId="{9166AFA2-0E24-45CD-8CAB-0341FB50B315}" destId="{E0C69820-A195-44C3-88EE-4D697643FD09}" srcOrd="0" destOrd="0" parTransId="{A5FDB6E5-BC46-44CD-89FF-4DBF2A4CA7E1}" sibTransId="{09EFB3E5-571B-4425-866D-FDE56033C810}"/>
    <dgm:cxn modelId="{C568EE97-082F-4B00-AB16-F507C59E1308}" type="presOf" srcId="{6A075B5F-F286-4DD7-B592-5820562EA8E6}" destId="{7DEFF98C-E86B-489A-82A5-A5F817318A27}" srcOrd="0" destOrd="0" presId="urn:microsoft.com/office/officeart/2018/2/layout/IconVerticalSolidList"/>
    <dgm:cxn modelId="{04164199-B93B-49E5-9550-A1030F5DDA0F}" type="presOf" srcId="{9166AFA2-0E24-45CD-8CAB-0341FB50B315}" destId="{2B84FA04-3DD0-422A-A07E-BDC10CEB5E76}" srcOrd="0" destOrd="0" presId="urn:microsoft.com/office/officeart/2018/2/layout/IconVerticalSolidList"/>
    <dgm:cxn modelId="{B381A7FF-AE50-4F87-AB38-0D75F4ECB30C}" type="presOf" srcId="{F0B162DC-9139-41EB-A337-AA15FC7BCDC3}" destId="{358D72A3-27F5-437F-BA18-E78AB93A17FE}" srcOrd="0" destOrd="0" presId="urn:microsoft.com/office/officeart/2018/2/layout/IconVerticalSolidList"/>
    <dgm:cxn modelId="{809621A8-A522-49E0-8FD9-FC904A987F51}" type="presParOf" srcId="{2B84FA04-3DD0-422A-A07E-BDC10CEB5E76}" destId="{C1AD37E7-4CEC-4200-B442-23E50220068F}" srcOrd="0" destOrd="0" presId="urn:microsoft.com/office/officeart/2018/2/layout/IconVerticalSolidList"/>
    <dgm:cxn modelId="{F52D8C56-21B0-43D2-A7A6-AA0F0DA9C487}" type="presParOf" srcId="{C1AD37E7-4CEC-4200-B442-23E50220068F}" destId="{5430D2BD-5086-48DD-8B68-D7A2271226C2}" srcOrd="0" destOrd="0" presId="urn:microsoft.com/office/officeart/2018/2/layout/IconVerticalSolidList"/>
    <dgm:cxn modelId="{AAC053DE-152B-490A-B109-480128BA2EB3}" type="presParOf" srcId="{C1AD37E7-4CEC-4200-B442-23E50220068F}" destId="{98257222-071F-44A5-9446-C1CC2F9117B0}" srcOrd="1" destOrd="0" presId="urn:microsoft.com/office/officeart/2018/2/layout/IconVerticalSolidList"/>
    <dgm:cxn modelId="{EB72AA86-B130-4B69-B9E3-55F7DC105822}" type="presParOf" srcId="{C1AD37E7-4CEC-4200-B442-23E50220068F}" destId="{B1D3995F-AD52-4807-844A-16B32BAC8C32}" srcOrd="2" destOrd="0" presId="urn:microsoft.com/office/officeart/2018/2/layout/IconVerticalSolidList"/>
    <dgm:cxn modelId="{B6D09110-C6D0-4579-93A6-548929457C06}" type="presParOf" srcId="{C1AD37E7-4CEC-4200-B442-23E50220068F}" destId="{0E9C2785-7620-484D-8578-6AA252F11A6C}" srcOrd="3" destOrd="0" presId="urn:microsoft.com/office/officeart/2018/2/layout/IconVerticalSolidList"/>
    <dgm:cxn modelId="{06331B63-C1F3-4DB3-9E06-C8702D093695}" type="presParOf" srcId="{2B84FA04-3DD0-422A-A07E-BDC10CEB5E76}" destId="{A67B1099-FE48-45FB-9CF2-8B9B217A2F55}" srcOrd="1" destOrd="0" presId="urn:microsoft.com/office/officeart/2018/2/layout/IconVerticalSolidList"/>
    <dgm:cxn modelId="{029A1939-F1F9-4E16-A9F4-B29B88DBA0DB}" type="presParOf" srcId="{2B84FA04-3DD0-422A-A07E-BDC10CEB5E76}" destId="{6D395084-6017-4E1E-B390-D5D3D17459CD}" srcOrd="2" destOrd="0" presId="urn:microsoft.com/office/officeart/2018/2/layout/IconVerticalSolidList"/>
    <dgm:cxn modelId="{0405A8A6-0C1B-48B0-B713-6474179E9FAD}" type="presParOf" srcId="{6D395084-6017-4E1E-B390-D5D3D17459CD}" destId="{620488D7-4D50-4967-905C-5EF65C89A1FE}" srcOrd="0" destOrd="0" presId="urn:microsoft.com/office/officeart/2018/2/layout/IconVerticalSolidList"/>
    <dgm:cxn modelId="{CA860168-E3D6-4D76-A80A-E36BEAF53C2C}" type="presParOf" srcId="{6D395084-6017-4E1E-B390-D5D3D17459CD}" destId="{1488311B-5C4D-43A9-87A5-C344775008A4}" srcOrd="1" destOrd="0" presId="urn:microsoft.com/office/officeart/2018/2/layout/IconVerticalSolidList"/>
    <dgm:cxn modelId="{1490D139-7878-42BA-8A3C-09C5F4E9FB98}" type="presParOf" srcId="{6D395084-6017-4E1E-B390-D5D3D17459CD}" destId="{33AF8575-7F2A-4DD0-8286-0CA7A7F961B4}" srcOrd="2" destOrd="0" presId="urn:microsoft.com/office/officeart/2018/2/layout/IconVerticalSolidList"/>
    <dgm:cxn modelId="{515243DD-7734-454C-BB0A-9222604C906C}" type="presParOf" srcId="{6D395084-6017-4E1E-B390-D5D3D17459CD}" destId="{7DEFF98C-E86B-489A-82A5-A5F817318A27}" srcOrd="3" destOrd="0" presId="urn:microsoft.com/office/officeart/2018/2/layout/IconVerticalSolidList"/>
    <dgm:cxn modelId="{049EF479-A7E7-4EAA-AE3E-C1348B5EE3BF}" type="presParOf" srcId="{6D395084-6017-4E1E-B390-D5D3D17459CD}" destId="{358D72A3-27F5-437F-BA18-E78AB93A17FE}" srcOrd="4" destOrd="0" presId="urn:microsoft.com/office/officeart/2018/2/layout/IconVerticalSolidList"/>
    <dgm:cxn modelId="{7AD23230-2572-4776-925F-42D4E005BB88}" type="presParOf" srcId="{2B84FA04-3DD0-422A-A07E-BDC10CEB5E76}" destId="{30438A60-0270-434B-989A-5AC49F1B66A4}" srcOrd="3" destOrd="0" presId="urn:microsoft.com/office/officeart/2018/2/layout/IconVerticalSolidList"/>
    <dgm:cxn modelId="{750E773E-2DD8-44AF-BE43-90377297D823}" type="presParOf" srcId="{2B84FA04-3DD0-422A-A07E-BDC10CEB5E76}" destId="{3F922654-DA7E-4339-8172-7D32E67AF296}" srcOrd="4" destOrd="0" presId="urn:microsoft.com/office/officeart/2018/2/layout/IconVerticalSolidList"/>
    <dgm:cxn modelId="{6EC1A827-2FA5-42AE-8EDB-16DEF74EE266}" type="presParOf" srcId="{3F922654-DA7E-4339-8172-7D32E67AF296}" destId="{ED8AAFA3-784F-4A23-AB90-B9CB718C3833}" srcOrd="0" destOrd="0" presId="urn:microsoft.com/office/officeart/2018/2/layout/IconVerticalSolidList"/>
    <dgm:cxn modelId="{BA752F60-A405-4E16-B0CF-7F8D8B910600}" type="presParOf" srcId="{3F922654-DA7E-4339-8172-7D32E67AF296}" destId="{FDFAB0BD-773D-4B85-B8A8-19DB4081DB36}" srcOrd="1" destOrd="0" presId="urn:microsoft.com/office/officeart/2018/2/layout/IconVerticalSolidList"/>
    <dgm:cxn modelId="{7901B3C9-9082-4B7D-9D9F-4DD731C67DBA}" type="presParOf" srcId="{3F922654-DA7E-4339-8172-7D32E67AF296}" destId="{491A569C-2560-4FD0-83FB-CD0F9CC676B4}" srcOrd="2" destOrd="0" presId="urn:microsoft.com/office/officeart/2018/2/layout/IconVerticalSolidList"/>
    <dgm:cxn modelId="{5BA48606-DAE5-405A-81B5-F0CDB031131E}" type="presParOf" srcId="{3F922654-DA7E-4339-8172-7D32E67AF296}" destId="{70694722-C096-40C6-B539-ED579A40F8B6}" srcOrd="3" destOrd="0" presId="urn:microsoft.com/office/officeart/2018/2/layout/IconVerticalSolidList"/>
    <dgm:cxn modelId="{0BCCE29A-9855-4F48-8E6E-A9FD9052EF01}" type="presParOf" srcId="{3F922654-DA7E-4339-8172-7D32E67AF296}" destId="{7EC7F58D-EA30-4886-A36E-B92C6B7A2D85}"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815B053-B398-4E40-8361-678FF51F3F09}" type="doc">
      <dgm:prSet loTypeId="urn:microsoft.com/office/officeart/2005/8/layout/hierarchy1" loCatId="hierarchy" qsTypeId="urn:microsoft.com/office/officeart/2005/8/quickstyle/simple4" qsCatId="simple" csTypeId="urn:microsoft.com/office/officeart/2005/8/colors/colorful2" csCatId="colorful" phldr="1"/>
      <dgm:spPr/>
      <dgm:t>
        <a:bodyPr/>
        <a:lstStyle/>
        <a:p>
          <a:endParaRPr lang="en-US"/>
        </a:p>
      </dgm:t>
    </dgm:pt>
    <dgm:pt modelId="{EC7EAF89-958E-4045-92E5-499E02F2BD2B}">
      <dgm:prSet/>
      <dgm:spPr/>
      <dgm:t>
        <a:bodyPr/>
        <a:lstStyle/>
        <a:p>
          <a:pPr algn="l"/>
          <a:r>
            <a:rPr lang="en-GB" dirty="0"/>
            <a:t>- Rely on advanced software systems. </a:t>
          </a:r>
        </a:p>
        <a:p>
          <a:pPr algn="l"/>
          <a:r>
            <a:rPr lang="en-GB" dirty="0"/>
            <a:t>- We need to be able to produce reliable and trustworthy systems economically and quickly.</a:t>
          </a:r>
          <a:endParaRPr lang="en-US" dirty="0"/>
        </a:p>
      </dgm:t>
    </dgm:pt>
    <dgm:pt modelId="{13C3CB2C-B037-4423-97FD-9E9E85BD6E61}" type="parTrans" cxnId="{7C995ADE-B382-49AA-BB9D-DA6807E4F4D6}">
      <dgm:prSet/>
      <dgm:spPr/>
      <dgm:t>
        <a:bodyPr/>
        <a:lstStyle/>
        <a:p>
          <a:endParaRPr lang="en-US"/>
        </a:p>
      </dgm:t>
    </dgm:pt>
    <dgm:pt modelId="{66DB4E22-9F82-4E2F-94BF-9259BD6801A4}" type="sibTrans" cxnId="{7C995ADE-B382-49AA-BB9D-DA6807E4F4D6}">
      <dgm:prSet/>
      <dgm:spPr/>
      <dgm:t>
        <a:bodyPr/>
        <a:lstStyle/>
        <a:p>
          <a:endParaRPr lang="en-US"/>
        </a:p>
      </dgm:t>
    </dgm:pt>
    <dgm:pt modelId="{5052ADD6-8554-4311-A1C7-15C6C2087948}">
      <dgm:prSet/>
      <dgm:spPr/>
      <dgm:t>
        <a:bodyPr/>
        <a:lstStyle/>
        <a:p>
          <a:pPr algn="l"/>
          <a:r>
            <a:rPr lang="en-GB" dirty="0"/>
            <a:t>- Cheaper, in the long run, to use software engineering methods and techniques for software systems rather than just write the programs</a:t>
          </a:r>
          <a:endParaRPr lang="en-US" dirty="0"/>
        </a:p>
      </dgm:t>
    </dgm:pt>
    <dgm:pt modelId="{91666F85-9EDC-4C75-A398-8D5E57BD669B}" type="parTrans" cxnId="{050DAE22-8023-4C15-A404-85B355951F68}">
      <dgm:prSet/>
      <dgm:spPr/>
      <dgm:t>
        <a:bodyPr/>
        <a:lstStyle/>
        <a:p>
          <a:endParaRPr lang="en-US"/>
        </a:p>
      </dgm:t>
    </dgm:pt>
    <dgm:pt modelId="{CB466D2F-CE84-44D6-9B27-E362FBBE938A}" type="sibTrans" cxnId="{050DAE22-8023-4C15-A404-85B355951F68}">
      <dgm:prSet/>
      <dgm:spPr/>
      <dgm:t>
        <a:bodyPr/>
        <a:lstStyle/>
        <a:p>
          <a:endParaRPr lang="en-US"/>
        </a:p>
      </dgm:t>
    </dgm:pt>
    <dgm:pt modelId="{4F9F3726-E342-F644-8346-AD9D1296F347}" type="pres">
      <dgm:prSet presAssocID="{1815B053-B398-4E40-8361-678FF51F3F09}" presName="hierChild1" presStyleCnt="0">
        <dgm:presLayoutVars>
          <dgm:chPref val="1"/>
          <dgm:dir/>
          <dgm:animOne val="branch"/>
          <dgm:animLvl val="lvl"/>
          <dgm:resizeHandles/>
        </dgm:presLayoutVars>
      </dgm:prSet>
      <dgm:spPr/>
    </dgm:pt>
    <dgm:pt modelId="{2E940A76-E1CC-CE42-AA5C-394D0B92B039}" type="pres">
      <dgm:prSet presAssocID="{EC7EAF89-958E-4045-92E5-499E02F2BD2B}" presName="hierRoot1" presStyleCnt="0"/>
      <dgm:spPr/>
    </dgm:pt>
    <dgm:pt modelId="{CB417E5F-E966-0F48-A7F6-E462324CAECF}" type="pres">
      <dgm:prSet presAssocID="{EC7EAF89-958E-4045-92E5-499E02F2BD2B}" presName="composite" presStyleCnt="0"/>
      <dgm:spPr/>
    </dgm:pt>
    <dgm:pt modelId="{5C885860-1CFC-5C4A-8470-EDF6F18515C0}" type="pres">
      <dgm:prSet presAssocID="{EC7EAF89-958E-4045-92E5-499E02F2BD2B}" presName="background" presStyleLbl="node0" presStyleIdx="0" presStyleCnt="2"/>
      <dgm:spPr/>
    </dgm:pt>
    <dgm:pt modelId="{0657B6AD-92E6-854B-90AB-D45347FD2DBD}" type="pres">
      <dgm:prSet presAssocID="{EC7EAF89-958E-4045-92E5-499E02F2BD2B}" presName="text" presStyleLbl="fgAcc0" presStyleIdx="0" presStyleCnt="2">
        <dgm:presLayoutVars>
          <dgm:chPref val="3"/>
        </dgm:presLayoutVars>
      </dgm:prSet>
      <dgm:spPr/>
    </dgm:pt>
    <dgm:pt modelId="{65D0FF75-3792-2B42-BF16-3440625C36D0}" type="pres">
      <dgm:prSet presAssocID="{EC7EAF89-958E-4045-92E5-499E02F2BD2B}" presName="hierChild2" presStyleCnt="0"/>
      <dgm:spPr/>
    </dgm:pt>
    <dgm:pt modelId="{2A6528F8-4986-5D49-BE39-273B8A088255}" type="pres">
      <dgm:prSet presAssocID="{5052ADD6-8554-4311-A1C7-15C6C2087948}" presName="hierRoot1" presStyleCnt="0"/>
      <dgm:spPr/>
    </dgm:pt>
    <dgm:pt modelId="{B8B4EC4D-2AC5-6D4D-A43A-21065FECC7A5}" type="pres">
      <dgm:prSet presAssocID="{5052ADD6-8554-4311-A1C7-15C6C2087948}" presName="composite" presStyleCnt="0"/>
      <dgm:spPr/>
    </dgm:pt>
    <dgm:pt modelId="{071D2CAA-8C39-954E-86D7-46239FF19A32}" type="pres">
      <dgm:prSet presAssocID="{5052ADD6-8554-4311-A1C7-15C6C2087948}" presName="background" presStyleLbl="node0" presStyleIdx="1" presStyleCnt="2"/>
      <dgm:spPr/>
    </dgm:pt>
    <dgm:pt modelId="{56822E26-3802-024B-9C8D-ED711B00B14D}" type="pres">
      <dgm:prSet presAssocID="{5052ADD6-8554-4311-A1C7-15C6C2087948}" presName="text" presStyleLbl="fgAcc0" presStyleIdx="1" presStyleCnt="2">
        <dgm:presLayoutVars>
          <dgm:chPref val="3"/>
        </dgm:presLayoutVars>
      </dgm:prSet>
      <dgm:spPr/>
    </dgm:pt>
    <dgm:pt modelId="{929698BF-DB9C-B44F-AA32-B7804A31566A}" type="pres">
      <dgm:prSet presAssocID="{5052ADD6-8554-4311-A1C7-15C6C2087948}" presName="hierChild2" presStyleCnt="0"/>
      <dgm:spPr/>
    </dgm:pt>
  </dgm:ptLst>
  <dgm:cxnLst>
    <dgm:cxn modelId="{3CFED107-E100-E747-AE9F-C7307A7F3924}" type="presOf" srcId="{EC7EAF89-958E-4045-92E5-499E02F2BD2B}" destId="{0657B6AD-92E6-854B-90AB-D45347FD2DBD}" srcOrd="0" destOrd="0" presId="urn:microsoft.com/office/officeart/2005/8/layout/hierarchy1"/>
    <dgm:cxn modelId="{050DAE22-8023-4C15-A404-85B355951F68}" srcId="{1815B053-B398-4E40-8361-678FF51F3F09}" destId="{5052ADD6-8554-4311-A1C7-15C6C2087948}" srcOrd="1" destOrd="0" parTransId="{91666F85-9EDC-4C75-A398-8D5E57BD669B}" sibTransId="{CB466D2F-CE84-44D6-9B27-E362FBBE938A}"/>
    <dgm:cxn modelId="{2A818E3B-B410-D84E-BD0A-7EEDFED0598C}" type="presOf" srcId="{1815B053-B398-4E40-8361-678FF51F3F09}" destId="{4F9F3726-E342-F644-8346-AD9D1296F347}" srcOrd="0" destOrd="0" presId="urn:microsoft.com/office/officeart/2005/8/layout/hierarchy1"/>
    <dgm:cxn modelId="{D1D55C44-21C0-5F4C-9394-4DAFED127EB2}" type="presOf" srcId="{5052ADD6-8554-4311-A1C7-15C6C2087948}" destId="{56822E26-3802-024B-9C8D-ED711B00B14D}" srcOrd="0" destOrd="0" presId="urn:microsoft.com/office/officeart/2005/8/layout/hierarchy1"/>
    <dgm:cxn modelId="{7C995ADE-B382-49AA-BB9D-DA6807E4F4D6}" srcId="{1815B053-B398-4E40-8361-678FF51F3F09}" destId="{EC7EAF89-958E-4045-92E5-499E02F2BD2B}" srcOrd="0" destOrd="0" parTransId="{13C3CB2C-B037-4423-97FD-9E9E85BD6E61}" sibTransId="{66DB4E22-9F82-4E2F-94BF-9259BD6801A4}"/>
    <dgm:cxn modelId="{9DC0FF51-6830-6147-AD26-FAA43E9B6ACA}" type="presParOf" srcId="{4F9F3726-E342-F644-8346-AD9D1296F347}" destId="{2E940A76-E1CC-CE42-AA5C-394D0B92B039}" srcOrd="0" destOrd="0" presId="urn:microsoft.com/office/officeart/2005/8/layout/hierarchy1"/>
    <dgm:cxn modelId="{8CB7D20F-4FDF-F045-8D40-CC0F066C3AAC}" type="presParOf" srcId="{2E940A76-E1CC-CE42-AA5C-394D0B92B039}" destId="{CB417E5F-E966-0F48-A7F6-E462324CAECF}" srcOrd="0" destOrd="0" presId="urn:microsoft.com/office/officeart/2005/8/layout/hierarchy1"/>
    <dgm:cxn modelId="{4399D704-154B-CC48-9C26-55D885C83171}" type="presParOf" srcId="{CB417E5F-E966-0F48-A7F6-E462324CAECF}" destId="{5C885860-1CFC-5C4A-8470-EDF6F18515C0}" srcOrd="0" destOrd="0" presId="urn:microsoft.com/office/officeart/2005/8/layout/hierarchy1"/>
    <dgm:cxn modelId="{068AAFE6-E69B-9C48-B520-F414EEB188BE}" type="presParOf" srcId="{CB417E5F-E966-0F48-A7F6-E462324CAECF}" destId="{0657B6AD-92E6-854B-90AB-D45347FD2DBD}" srcOrd="1" destOrd="0" presId="urn:microsoft.com/office/officeart/2005/8/layout/hierarchy1"/>
    <dgm:cxn modelId="{E3CF9B5F-EC92-0A47-8BA4-D411F8659CBC}" type="presParOf" srcId="{2E940A76-E1CC-CE42-AA5C-394D0B92B039}" destId="{65D0FF75-3792-2B42-BF16-3440625C36D0}" srcOrd="1" destOrd="0" presId="urn:microsoft.com/office/officeart/2005/8/layout/hierarchy1"/>
    <dgm:cxn modelId="{90F9F8D1-CBE0-8B47-8BC7-FD43317618FD}" type="presParOf" srcId="{4F9F3726-E342-F644-8346-AD9D1296F347}" destId="{2A6528F8-4986-5D49-BE39-273B8A088255}" srcOrd="1" destOrd="0" presId="urn:microsoft.com/office/officeart/2005/8/layout/hierarchy1"/>
    <dgm:cxn modelId="{F5D75935-349A-9E43-9536-612F0B9A179B}" type="presParOf" srcId="{2A6528F8-4986-5D49-BE39-273B8A088255}" destId="{B8B4EC4D-2AC5-6D4D-A43A-21065FECC7A5}" srcOrd="0" destOrd="0" presId="urn:microsoft.com/office/officeart/2005/8/layout/hierarchy1"/>
    <dgm:cxn modelId="{D13A0D10-8A97-9C46-91A0-23500C51BED7}" type="presParOf" srcId="{B8B4EC4D-2AC5-6D4D-A43A-21065FECC7A5}" destId="{071D2CAA-8C39-954E-86D7-46239FF19A32}" srcOrd="0" destOrd="0" presId="urn:microsoft.com/office/officeart/2005/8/layout/hierarchy1"/>
    <dgm:cxn modelId="{FC7CF846-7D1E-354F-89D0-B7F19D8E77AC}" type="presParOf" srcId="{B8B4EC4D-2AC5-6D4D-A43A-21065FECC7A5}" destId="{56822E26-3802-024B-9C8D-ED711B00B14D}" srcOrd="1" destOrd="0" presId="urn:microsoft.com/office/officeart/2005/8/layout/hierarchy1"/>
    <dgm:cxn modelId="{7E71B63E-8337-7D4F-A295-E08D50FC35B9}" type="presParOf" srcId="{2A6528F8-4986-5D49-BE39-273B8A088255}" destId="{929698BF-DB9C-B44F-AA32-B7804A31566A}"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B96AA80-B110-487F-815C-1CD46108C0A5}"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458E5F11-67AB-4F21-8BB1-2E57843BC8E3}">
      <dgm:prSet/>
      <dgm:spPr/>
      <dgm:t>
        <a:bodyPr/>
        <a:lstStyle/>
        <a:p>
          <a:r>
            <a:rPr lang="en-US"/>
            <a:t>Manages software complexity</a:t>
          </a:r>
        </a:p>
      </dgm:t>
    </dgm:pt>
    <dgm:pt modelId="{6252F0AB-546F-4267-BEED-5FE7F1F67965}" type="parTrans" cxnId="{FD521B98-4C11-4CCB-8C2C-C7C7399D5FFC}">
      <dgm:prSet/>
      <dgm:spPr/>
      <dgm:t>
        <a:bodyPr/>
        <a:lstStyle/>
        <a:p>
          <a:endParaRPr lang="en-US"/>
        </a:p>
      </dgm:t>
    </dgm:pt>
    <dgm:pt modelId="{231A68E5-AFCF-4BBC-9D55-196F625262CB}" type="sibTrans" cxnId="{FD521B98-4C11-4CCB-8C2C-C7C7399D5FFC}">
      <dgm:prSet/>
      <dgm:spPr/>
      <dgm:t>
        <a:bodyPr/>
        <a:lstStyle/>
        <a:p>
          <a:endParaRPr lang="en-US"/>
        </a:p>
      </dgm:t>
    </dgm:pt>
    <dgm:pt modelId="{5DA103A9-FB86-4410-B57C-7D8414B316B7}">
      <dgm:prSet/>
      <dgm:spPr/>
      <dgm:t>
        <a:bodyPr/>
        <a:lstStyle/>
        <a:p>
          <a:r>
            <a:rPr lang="en-US"/>
            <a:t>Enhances quality and maintainability</a:t>
          </a:r>
        </a:p>
      </dgm:t>
    </dgm:pt>
    <dgm:pt modelId="{1A5942E0-5E86-462C-BC1C-AE04D35CFB0B}" type="parTrans" cxnId="{B28B4EBD-EE9F-407B-B0FF-5F4A141CE6CA}">
      <dgm:prSet/>
      <dgm:spPr/>
      <dgm:t>
        <a:bodyPr/>
        <a:lstStyle/>
        <a:p>
          <a:endParaRPr lang="en-US"/>
        </a:p>
      </dgm:t>
    </dgm:pt>
    <dgm:pt modelId="{A4EAA189-1F96-4890-89E2-E88CC8118099}" type="sibTrans" cxnId="{B28B4EBD-EE9F-407B-B0FF-5F4A141CE6CA}">
      <dgm:prSet/>
      <dgm:spPr/>
      <dgm:t>
        <a:bodyPr/>
        <a:lstStyle/>
        <a:p>
          <a:endParaRPr lang="en-US"/>
        </a:p>
      </dgm:t>
    </dgm:pt>
    <dgm:pt modelId="{47B43811-4FCC-4393-86F6-A102AF6C6CCB}">
      <dgm:prSet/>
      <dgm:spPr/>
      <dgm:t>
        <a:bodyPr/>
        <a:lstStyle/>
        <a:p>
          <a:r>
            <a:rPr lang="en-US"/>
            <a:t>Enables large-scale system development</a:t>
          </a:r>
        </a:p>
      </dgm:t>
    </dgm:pt>
    <dgm:pt modelId="{3F7FB5B5-4D47-493A-86BE-62C44B1F79E3}" type="parTrans" cxnId="{E8421FF7-AC5F-4D5D-93E9-9CBCA78ECB8F}">
      <dgm:prSet/>
      <dgm:spPr/>
      <dgm:t>
        <a:bodyPr/>
        <a:lstStyle/>
        <a:p>
          <a:endParaRPr lang="en-US"/>
        </a:p>
      </dgm:t>
    </dgm:pt>
    <dgm:pt modelId="{EFDB2CAD-74A9-42EF-88E7-A9B0DA0652AB}" type="sibTrans" cxnId="{E8421FF7-AC5F-4D5D-93E9-9CBCA78ECB8F}">
      <dgm:prSet/>
      <dgm:spPr/>
      <dgm:t>
        <a:bodyPr/>
        <a:lstStyle/>
        <a:p>
          <a:endParaRPr lang="en-US"/>
        </a:p>
      </dgm:t>
    </dgm:pt>
    <dgm:pt modelId="{813DF3D4-A0FF-B848-B0B3-1882BAAC7266}" type="pres">
      <dgm:prSet presAssocID="{6B96AA80-B110-487F-815C-1CD46108C0A5}" presName="outerComposite" presStyleCnt="0">
        <dgm:presLayoutVars>
          <dgm:chMax val="5"/>
          <dgm:dir/>
          <dgm:resizeHandles val="exact"/>
        </dgm:presLayoutVars>
      </dgm:prSet>
      <dgm:spPr/>
    </dgm:pt>
    <dgm:pt modelId="{034A32C3-8276-4440-BAE9-F28A9BCB78CD}" type="pres">
      <dgm:prSet presAssocID="{6B96AA80-B110-487F-815C-1CD46108C0A5}" presName="dummyMaxCanvas" presStyleCnt="0">
        <dgm:presLayoutVars/>
      </dgm:prSet>
      <dgm:spPr/>
    </dgm:pt>
    <dgm:pt modelId="{DFD4AFCA-C9A2-8841-83FC-3E0C306E7A4C}" type="pres">
      <dgm:prSet presAssocID="{6B96AA80-B110-487F-815C-1CD46108C0A5}" presName="ThreeNodes_1" presStyleLbl="node1" presStyleIdx="0" presStyleCnt="3">
        <dgm:presLayoutVars>
          <dgm:bulletEnabled val="1"/>
        </dgm:presLayoutVars>
      </dgm:prSet>
      <dgm:spPr/>
    </dgm:pt>
    <dgm:pt modelId="{C1C64451-3F0D-E94C-AE1F-D37199727263}" type="pres">
      <dgm:prSet presAssocID="{6B96AA80-B110-487F-815C-1CD46108C0A5}" presName="ThreeNodes_2" presStyleLbl="node1" presStyleIdx="1" presStyleCnt="3">
        <dgm:presLayoutVars>
          <dgm:bulletEnabled val="1"/>
        </dgm:presLayoutVars>
      </dgm:prSet>
      <dgm:spPr/>
    </dgm:pt>
    <dgm:pt modelId="{389CBEB4-CD33-094C-BD0F-FE2FF97F5F5B}" type="pres">
      <dgm:prSet presAssocID="{6B96AA80-B110-487F-815C-1CD46108C0A5}" presName="ThreeNodes_3" presStyleLbl="node1" presStyleIdx="2" presStyleCnt="3">
        <dgm:presLayoutVars>
          <dgm:bulletEnabled val="1"/>
        </dgm:presLayoutVars>
      </dgm:prSet>
      <dgm:spPr/>
    </dgm:pt>
    <dgm:pt modelId="{F680AF95-CAF5-3849-A0BC-2EE1D95642D7}" type="pres">
      <dgm:prSet presAssocID="{6B96AA80-B110-487F-815C-1CD46108C0A5}" presName="ThreeConn_1-2" presStyleLbl="fgAccFollowNode1" presStyleIdx="0" presStyleCnt="2">
        <dgm:presLayoutVars>
          <dgm:bulletEnabled val="1"/>
        </dgm:presLayoutVars>
      </dgm:prSet>
      <dgm:spPr/>
    </dgm:pt>
    <dgm:pt modelId="{99B07B2A-4B16-694D-A576-49C739C1016D}" type="pres">
      <dgm:prSet presAssocID="{6B96AA80-B110-487F-815C-1CD46108C0A5}" presName="ThreeConn_2-3" presStyleLbl="fgAccFollowNode1" presStyleIdx="1" presStyleCnt="2">
        <dgm:presLayoutVars>
          <dgm:bulletEnabled val="1"/>
        </dgm:presLayoutVars>
      </dgm:prSet>
      <dgm:spPr/>
    </dgm:pt>
    <dgm:pt modelId="{63CB4BF9-7814-2749-B742-53FB3263C7AD}" type="pres">
      <dgm:prSet presAssocID="{6B96AA80-B110-487F-815C-1CD46108C0A5}" presName="ThreeNodes_1_text" presStyleLbl="node1" presStyleIdx="2" presStyleCnt="3">
        <dgm:presLayoutVars>
          <dgm:bulletEnabled val="1"/>
        </dgm:presLayoutVars>
      </dgm:prSet>
      <dgm:spPr/>
    </dgm:pt>
    <dgm:pt modelId="{44D02E19-214D-0042-B084-6158DD15AC62}" type="pres">
      <dgm:prSet presAssocID="{6B96AA80-B110-487F-815C-1CD46108C0A5}" presName="ThreeNodes_2_text" presStyleLbl="node1" presStyleIdx="2" presStyleCnt="3">
        <dgm:presLayoutVars>
          <dgm:bulletEnabled val="1"/>
        </dgm:presLayoutVars>
      </dgm:prSet>
      <dgm:spPr/>
    </dgm:pt>
    <dgm:pt modelId="{B23392C9-C98C-9A45-80A3-12236AD816E4}" type="pres">
      <dgm:prSet presAssocID="{6B96AA80-B110-487F-815C-1CD46108C0A5}" presName="ThreeNodes_3_text" presStyleLbl="node1" presStyleIdx="2" presStyleCnt="3">
        <dgm:presLayoutVars>
          <dgm:bulletEnabled val="1"/>
        </dgm:presLayoutVars>
      </dgm:prSet>
      <dgm:spPr/>
    </dgm:pt>
  </dgm:ptLst>
  <dgm:cxnLst>
    <dgm:cxn modelId="{A7BB6B4D-4ADA-244D-98BE-3D4F106CD52E}" type="presOf" srcId="{A4EAA189-1F96-4890-89E2-E88CC8118099}" destId="{99B07B2A-4B16-694D-A576-49C739C1016D}" srcOrd="0" destOrd="0" presId="urn:microsoft.com/office/officeart/2005/8/layout/vProcess5"/>
    <dgm:cxn modelId="{CFC39956-6816-6B49-8103-A474DB13E40A}" type="presOf" srcId="{5DA103A9-FB86-4410-B57C-7D8414B316B7}" destId="{44D02E19-214D-0042-B084-6158DD15AC62}" srcOrd="1" destOrd="0" presId="urn:microsoft.com/office/officeart/2005/8/layout/vProcess5"/>
    <dgm:cxn modelId="{E03A047A-BB3A-6D42-9F7B-B9539A9535FD}" type="presOf" srcId="{47B43811-4FCC-4393-86F6-A102AF6C6CCB}" destId="{B23392C9-C98C-9A45-80A3-12236AD816E4}" srcOrd="1" destOrd="0" presId="urn:microsoft.com/office/officeart/2005/8/layout/vProcess5"/>
    <dgm:cxn modelId="{5F54CF7F-AAD1-C34F-BED5-51B3B63F0DC3}" type="presOf" srcId="{5DA103A9-FB86-4410-B57C-7D8414B316B7}" destId="{C1C64451-3F0D-E94C-AE1F-D37199727263}" srcOrd="0" destOrd="0" presId="urn:microsoft.com/office/officeart/2005/8/layout/vProcess5"/>
    <dgm:cxn modelId="{119A2F89-7A3D-D045-9D33-0BB572B538D7}" type="presOf" srcId="{47B43811-4FCC-4393-86F6-A102AF6C6CCB}" destId="{389CBEB4-CD33-094C-BD0F-FE2FF97F5F5B}" srcOrd="0" destOrd="0" presId="urn:microsoft.com/office/officeart/2005/8/layout/vProcess5"/>
    <dgm:cxn modelId="{BDFE7091-4E10-4E4A-97FE-36967273D0C0}" type="presOf" srcId="{458E5F11-67AB-4F21-8BB1-2E57843BC8E3}" destId="{63CB4BF9-7814-2749-B742-53FB3263C7AD}" srcOrd="1" destOrd="0" presId="urn:microsoft.com/office/officeart/2005/8/layout/vProcess5"/>
    <dgm:cxn modelId="{FD521B98-4C11-4CCB-8C2C-C7C7399D5FFC}" srcId="{6B96AA80-B110-487F-815C-1CD46108C0A5}" destId="{458E5F11-67AB-4F21-8BB1-2E57843BC8E3}" srcOrd="0" destOrd="0" parTransId="{6252F0AB-546F-4267-BEED-5FE7F1F67965}" sibTransId="{231A68E5-AFCF-4BBC-9D55-196F625262CB}"/>
    <dgm:cxn modelId="{B28B4EBD-EE9F-407B-B0FF-5F4A141CE6CA}" srcId="{6B96AA80-B110-487F-815C-1CD46108C0A5}" destId="{5DA103A9-FB86-4410-B57C-7D8414B316B7}" srcOrd="1" destOrd="0" parTransId="{1A5942E0-5E86-462C-BC1C-AE04D35CFB0B}" sibTransId="{A4EAA189-1F96-4890-89E2-E88CC8118099}"/>
    <dgm:cxn modelId="{3277CEC7-426E-6244-863F-E82CECF963D9}" type="presOf" srcId="{231A68E5-AFCF-4BBC-9D55-196F625262CB}" destId="{F680AF95-CAF5-3849-A0BC-2EE1D95642D7}" srcOrd="0" destOrd="0" presId="urn:microsoft.com/office/officeart/2005/8/layout/vProcess5"/>
    <dgm:cxn modelId="{8B220CCD-6B1F-A347-860D-116395D8D038}" type="presOf" srcId="{458E5F11-67AB-4F21-8BB1-2E57843BC8E3}" destId="{DFD4AFCA-C9A2-8841-83FC-3E0C306E7A4C}" srcOrd="0" destOrd="0" presId="urn:microsoft.com/office/officeart/2005/8/layout/vProcess5"/>
    <dgm:cxn modelId="{E8421FF7-AC5F-4D5D-93E9-9CBCA78ECB8F}" srcId="{6B96AA80-B110-487F-815C-1CD46108C0A5}" destId="{47B43811-4FCC-4393-86F6-A102AF6C6CCB}" srcOrd="2" destOrd="0" parTransId="{3F7FB5B5-4D47-493A-86BE-62C44B1F79E3}" sibTransId="{EFDB2CAD-74A9-42EF-88E7-A9B0DA0652AB}"/>
    <dgm:cxn modelId="{A0F00DF8-1808-5B47-BF3D-7F1AF8B698CB}" type="presOf" srcId="{6B96AA80-B110-487F-815C-1CD46108C0A5}" destId="{813DF3D4-A0FF-B848-B0B3-1882BAAC7266}" srcOrd="0" destOrd="0" presId="urn:microsoft.com/office/officeart/2005/8/layout/vProcess5"/>
    <dgm:cxn modelId="{B1D8AB91-1C54-684A-9D94-3F2D49C453F0}" type="presParOf" srcId="{813DF3D4-A0FF-B848-B0B3-1882BAAC7266}" destId="{034A32C3-8276-4440-BAE9-F28A9BCB78CD}" srcOrd="0" destOrd="0" presId="urn:microsoft.com/office/officeart/2005/8/layout/vProcess5"/>
    <dgm:cxn modelId="{2DC58870-0FED-DB41-AE1F-A3F03C961432}" type="presParOf" srcId="{813DF3D4-A0FF-B848-B0B3-1882BAAC7266}" destId="{DFD4AFCA-C9A2-8841-83FC-3E0C306E7A4C}" srcOrd="1" destOrd="0" presId="urn:microsoft.com/office/officeart/2005/8/layout/vProcess5"/>
    <dgm:cxn modelId="{1E839A00-A14D-124F-BA99-B55272EDA2D4}" type="presParOf" srcId="{813DF3D4-A0FF-B848-B0B3-1882BAAC7266}" destId="{C1C64451-3F0D-E94C-AE1F-D37199727263}" srcOrd="2" destOrd="0" presId="urn:microsoft.com/office/officeart/2005/8/layout/vProcess5"/>
    <dgm:cxn modelId="{E1B5A8FE-C0AB-4047-9E89-A01BAFED4F28}" type="presParOf" srcId="{813DF3D4-A0FF-B848-B0B3-1882BAAC7266}" destId="{389CBEB4-CD33-094C-BD0F-FE2FF97F5F5B}" srcOrd="3" destOrd="0" presId="urn:microsoft.com/office/officeart/2005/8/layout/vProcess5"/>
    <dgm:cxn modelId="{D60E20EA-9718-B44C-B874-E746B14B3038}" type="presParOf" srcId="{813DF3D4-A0FF-B848-B0B3-1882BAAC7266}" destId="{F680AF95-CAF5-3849-A0BC-2EE1D95642D7}" srcOrd="4" destOrd="0" presId="urn:microsoft.com/office/officeart/2005/8/layout/vProcess5"/>
    <dgm:cxn modelId="{44DEEA29-37DB-4742-8255-520EE5E98054}" type="presParOf" srcId="{813DF3D4-A0FF-B848-B0B3-1882BAAC7266}" destId="{99B07B2A-4B16-694D-A576-49C739C1016D}" srcOrd="5" destOrd="0" presId="urn:microsoft.com/office/officeart/2005/8/layout/vProcess5"/>
    <dgm:cxn modelId="{B626B910-5174-DD48-BAB2-DC797CB928DB}" type="presParOf" srcId="{813DF3D4-A0FF-B848-B0B3-1882BAAC7266}" destId="{63CB4BF9-7814-2749-B742-53FB3263C7AD}" srcOrd="6" destOrd="0" presId="urn:microsoft.com/office/officeart/2005/8/layout/vProcess5"/>
    <dgm:cxn modelId="{BD3FE5AC-4F6A-B84A-8921-7D075A594546}" type="presParOf" srcId="{813DF3D4-A0FF-B848-B0B3-1882BAAC7266}" destId="{44D02E19-214D-0042-B084-6158DD15AC62}" srcOrd="7" destOrd="0" presId="urn:microsoft.com/office/officeart/2005/8/layout/vProcess5"/>
    <dgm:cxn modelId="{5144F51A-C001-1D4A-8378-C7017B67DC1F}" type="presParOf" srcId="{813DF3D4-A0FF-B848-B0B3-1882BAAC7266}" destId="{B23392C9-C98C-9A45-80A3-12236AD816E4}"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33AB72A-9C65-4ECA-B8A4-6CFDE50B09FB}"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EB06BD06-E089-41E4-8EDA-432416295A7F}">
      <dgm:prSet/>
      <dgm:spPr/>
      <dgm:t>
        <a:bodyPr/>
        <a:lstStyle/>
        <a:p>
          <a:r>
            <a:rPr lang="en-US"/>
            <a:t>- Software: intangible, changeable</a:t>
          </a:r>
        </a:p>
      </dgm:t>
    </dgm:pt>
    <dgm:pt modelId="{77779054-11CD-422C-B035-476A0054353E}" type="parTrans" cxnId="{7F9C0F3F-96B3-4899-AAC6-BC72CE87A319}">
      <dgm:prSet/>
      <dgm:spPr/>
      <dgm:t>
        <a:bodyPr/>
        <a:lstStyle/>
        <a:p>
          <a:endParaRPr lang="en-US"/>
        </a:p>
      </dgm:t>
    </dgm:pt>
    <dgm:pt modelId="{7E6A03A7-17AC-4E19-8157-AF89A7C95F21}" type="sibTrans" cxnId="{7F9C0F3F-96B3-4899-AAC6-BC72CE87A319}">
      <dgm:prSet/>
      <dgm:spPr/>
      <dgm:t>
        <a:bodyPr/>
        <a:lstStyle/>
        <a:p>
          <a:endParaRPr lang="en-US"/>
        </a:p>
      </dgm:t>
    </dgm:pt>
    <dgm:pt modelId="{C2C9DC56-4206-4B2F-8F24-63791CBB5F96}">
      <dgm:prSet/>
      <dgm:spPr/>
      <dgm:t>
        <a:bodyPr/>
        <a:lstStyle/>
        <a:p>
          <a:r>
            <a:rPr lang="en-US"/>
            <a:t>- Hardware: tangible, static</a:t>
          </a:r>
        </a:p>
      </dgm:t>
    </dgm:pt>
    <dgm:pt modelId="{85F07695-A33F-4156-A86D-0575FA7B6170}" type="parTrans" cxnId="{B1646123-015E-401F-98A4-17CAB81417F5}">
      <dgm:prSet/>
      <dgm:spPr/>
      <dgm:t>
        <a:bodyPr/>
        <a:lstStyle/>
        <a:p>
          <a:endParaRPr lang="en-US"/>
        </a:p>
      </dgm:t>
    </dgm:pt>
    <dgm:pt modelId="{EA3DE879-13BC-4D76-AE7E-D0DA78FD839F}" type="sibTrans" cxnId="{B1646123-015E-401F-98A4-17CAB81417F5}">
      <dgm:prSet/>
      <dgm:spPr/>
      <dgm:t>
        <a:bodyPr/>
        <a:lstStyle/>
        <a:p>
          <a:endParaRPr lang="en-US"/>
        </a:p>
      </dgm:t>
    </dgm:pt>
    <dgm:pt modelId="{4816541C-311C-4B87-8F8B-3670EBAAAF2E}">
      <dgm:prSet/>
      <dgm:spPr/>
      <dgm:t>
        <a:bodyPr/>
        <a:lstStyle/>
        <a:p>
          <a:r>
            <a:rPr lang="en-US"/>
            <a:t>- Different lifecycle and maintenance</a:t>
          </a:r>
        </a:p>
      </dgm:t>
    </dgm:pt>
    <dgm:pt modelId="{F1692286-F74D-4600-9EEC-75C7FCC09738}" type="parTrans" cxnId="{D6050762-EC75-4735-9049-0E418F700EBE}">
      <dgm:prSet/>
      <dgm:spPr/>
      <dgm:t>
        <a:bodyPr/>
        <a:lstStyle/>
        <a:p>
          <a:endParaRPr lang="en-US"/>
        </a:p>
      </dgm:t>
    </dgm:pt>
    <dgm:pt modelId="{A6E8E06E-3D90-4799-BB57-785E860E90BC}" type="sibTrans" cxnId="{D6050762-EC75-4735-9049-0E418F700EBE}">
      <dgm:prSet/>
      <dgm:spPr/>
      <dgm:t>
        <a:bodyPr/>
        <a:lstStyle/>
        <a:p>
          <a:endParaRPr lang="en-US"/>
        </a:p>
      </dgm:t>
    </dgm:pt>
    <dgm:pt modelId="{12F48556-E5CA-4E4B-A624-1DD1A1FAB880}" type="pres">
      <dgm:prSet presAssocID="{733AB72A-9C65-4ECA-B8A4-6CFDE50B09FB}" presName="hierChild1" presStyleCnt="0">
        <dgm:presLayoutVars>
          <dgm:chPref val="1"/>
          <dgm:dir/>
          <dgm:animOne val="branch"/>
          <dgm:animLvl val="lvl"/>
          <dgm:resizeHandles/>
        </dgm:presLayoutVars>
      </dgm:prSet>
      <dgm:spPr/>
    </dgm:pt>
    <dgm:pt modelId="{C5651C72-E1D1-7F49-8C1A-15EF6922B704}" type="pres">
      <dgm:prSet presAssocID="{EB06BD06-E089-41E4-8EDA-432416295A7F}" presName="hierRoot1" presStyleCnt="0"/>
      <dgm:spPr/>
    </dgm:pt>
    <dgm:pt modelId="{8E1BCD09-2338-C742-8781-E571910B8400}" type="pres">
      <dgm:prSet presAssocID="{EB06BD06-E089-41E4-8EDA-432416295A7F}" presName="composite" presStyleCnt="0"/>
      <dgm:spPr/>
    </dgm:pt>
    <dgm:pt modelId="{D85DE435-747F-784D-B4DC-9F4A9C7F3E06}" type="pres">
      <dgm:prSet presAssocID="{EB06BD06-E089-41E4-8EDA-432416295A7F}" presName="background" presStyleLbl="node0" presStyleIdx="0" presStyleCnt="3"/>
      <dgm:spPr/>
    </dgm:pt>
    <dgm:pt modelId="{2A46DC67-1699-A543-8B6B-79C4811623EA}" type="pres">
      <dgm:prSet presAssocID="{EB06BD06-E089-41E4-8EDA-432416295A7F}" presName="text" presStyleLbl="fgAcc0" presStyleIdx="0" presStyleCnt="3">
        <dgm:presLayoutVars>
          <dgm:chPref val="3"/>
        </dgm:presLayoutVars>
      </dgm:prSet>
      <dgm:spPr/>
    </dgm:pt>
    <dgm:pt modelId="{8B0E91F2-EFC8-B240-8635-78CB95D06B76}" type="pres">
      <dgm:prSet presAssocID="{EB06BD06-E089-41E4-8EDA-432416295A7F}" presName="hierChild2" presStyleCnt="0"/>
      <dgm:spPr/>
    </dgm:pt>
    <dgm:pt modelId="{8A784207-A46B-EE4D-B7C8-144FCB22CF30}" type="pres">
      <dgm:prSet presAssocID="{C2C9DC56-4206-4B2F-8F24-63791CBB5F96}" presName="hierRoot1" presStyleCnt="0"/>
      <dgm:spPr/>
    </dgm:pt>
    <dgm:pt modelId="{3ED0C026-28B2-CA4A-8EC1-8DF1ACEF2E86}" type="pres">
      <dgm:prSet presAssocID="{C2C9DC56-4206-4B2F-8F24-63791CBB5F96}" presName="composite" presStyleCnt="0"/>
      <dgm:spPr/>
    </dgm:pt>
    <dgm:pt modelId="{944D00DA-3360-5D4D-A70C-D3D89CB276B1}" type="pres">
      <dgm:prSet presAssocID="{C2C9DC56-4206-4B2F-8F24-63791CBB5F96}" presName="background" presStyleLbl="node0" presStyleIdx="1" presStyleCnt="3"/>
      <dgm:spPr/>
    </dgm:pt>
    <dgm:pt modelId="{8107A899-15A3-3442-95F4-686FE02EC414}" type="pres">
      <dgm:prSet presAssocID="{C2C9DC56-4206-4B2F-8F24-63791CBB5F96}" presName="text" presStyleLbl="fgAcc0" presStyleIdx="1" presStyleCnt="3">
        <dgm:presLayoutVars>
          <dgm:chPref val="3"/>
        </dgm:presLayoutVars>
      </dgm:prSet>
      <dgm:spPr/>
    </dgm:pt>
    <dgm:pt modelId="{3D008409-3607-B34B-AD69-31340D7E40F8}" type="pres">
      <dgm:prSet presAssocID="{C2C9DC56-4206-4B2F-8F24-63791CBB5F96}" presName="hierChild2" presStyleCnt="0"/>
      <dgm:spPr/>
    </dgm:pt>
    <dgm:pt modelId="{3E237FDC-9BC3-0843-A300-74D37221FE7D}" type="pres">
      <dgm:prSet presAssocID="{4816541C-311C-4B87-8F8B-3670EBAAAF2E}" presName="hierRoot1" presStyleCnt="0"/>
      <dgm:spPr/>
    </dgm:pt>
    <dgm:pt modelId="{0DF40D9F-71F1-6C4E-A28B-330944495156}" type="pres">
      <dgm:prSet presAssocID="{4816541C-311C-4B87-8F8B-3670EBAAAF2E}" presName="composite" presStyleCnt="0"/>
      <dgm:spPr/>
    </dgm:pt>
    <dgm:pt modelId="{0AF358D4-A82F-F74F-B431-84AE04D962D6}" type="pres">
      <dgm:prSet presAssocID="{4816541C-311C-4B87-8F8B-3670EBAAAF2E}" presName="background" presStyleLbl="node0" presStyleIdx="2" presStyleCnt="3"/>
      <dgm:spPr/>
    </dgm:pt>
    <dgm:pt modelId="{70BC225B-7F05-0E4B-B5CB-E28F3ECB4009}" type="pres">
      <dgm:prSet presAssocID="{4816541C-311C-4B87-8F8B-3670EBAAAF2E}" presName="text" presStyleLbl="fgAcc0" presStyleIdx="2" presStyleCnt="3">
        <dgm:presLayoutVars>
          <dgm:chPref val="3"/>
        </dgm:presLayoutVars>
      </dgm:prSet>
      <dgm:spPr/>
    </dgm:pt>
    <dgm:pt modelId="{802AEFB3-FF5F-2545-B333-2B7E35A4EF25}" type="pres">
      <dgm:prSet presAssocID="{4816541C-311C-4B87-8F8B-3670EBAAAF2E}" presName="hierChild2" presStyleCnt="0"/>
      <dgm:spPr/>
    </dgm:pt>
  </dgm:ptLst>
  <dgm:cxnLst>
    <dgm:cxn modelId="{B1646123-015E-401F-98A4-17CAB81417F5}" srcId="{733AB72A-9C65-4ECA-B8A4-6CFDE50B09FB}" destId="{C2C9DC56-4206-4B2F-8F24-63791CBB5F96}" srcOrd="1" destOrd="0" parTransId="{85F07695-A33F-4156-A86D-0575FA7B6170}" sibTransId="{EA3DE879-13BC-4D76-AE7E-D0DA78FD839F}"/>
    <dgm:cxn modelId="{7F9C0F3F-96B3-4899-AAC6-BC72CE87A319}" srcId="{733AB72A-9C65-4ECA-B8A4-6CFDE50B09FB}" destId="{EB06BD06-E089-41E4-8EDA-432416295A7F}" srcOrd="0" destOrd="0" parTransId="{77779054-11CD-422C-B035-476A0054353E}" sibTransId="{7E6A03A7-17AC-4E19-8157-AF89A7C95F21}"/>
    <dgm:cxn modelId="{D6050762-EC75-4735-9049-0E418F700EBE}" srcId="{733AB72A-9C65-4ECA-B8A4-6CFDE50B09FB}" destId="{4816541C-311C-4B87-8F8B-3670EBAAAF2E}" srcOrd="2" destOrd="0" parTransId="{F1692286-F74D-4600-9EEC-75C7FCC09738}" sibTransId="{A6E8E06E-3D90-4799-BB57-785E860E90BC}"/>
    <dgm:cxn modelId="{FBCC509C-30B3-6749-8DA8-B4CB4728CB73}" type="presOf" srcId="{4816541C-311C-4B87-8F8B-3670EBAAAF2E}" destId="{70BC225B-7F05-0E4B-B5CB-E28F3ECB4009}" srcOrd="0" destOrd="0" presId="urn:microsoft.com/office/officeart/2005/8/layout/hierarchy1"/>
    <dgm:cxn modelId="{930039AB-3072-A54F-95BE-382E769126B1}" type="presOf" srcId="{733AB72A-9C65-4ECA-B8A4-6CFDE50B09FB}" destId="{12F48556-E5CA-4E4B-A624-1DD1A1FAB880}" srcOrd="0" destOrd="0" presId="urn:microsoft.com/office/officeart/2005/8/layout/hierarchy1"/>
    <dgm:cxn modelId="{E58438DF-E5D3-3C42-ABC1-18F216952ABC}" type="presOf" srcId="{EB06BD06-E089-41E4-8EDA-432416295A7F}" destId="{2A46DC67-1699-A543-8B6B-79C4811623EA}" srcOrd="0" destOrd="0" presId="urn:microsoft.com/office/officeart/2005/8/layout/hierarchy1"/>
    <dgm:cxn modelId="{64B6D5F8-A5CC-4B49-896F-B312B40C4FDB}" type="presOf" srcId="{C2C9DC56-4206-4B2F-8F24-63791CBB5F96}" destId="{8107A899-15A3-3442-95F4-686FE02EC414}" srcOrd="0" destOrd="0" presId="urn:microsoft.com/office/officeart/2005/8/layout/hierarchy1"/>
    <dgm:cxn modelId="{0E033C07-16B2-994D-82DE-A6426709C0BD}" type="presParOf" srcId="{12F48556-E5CA-4E4B-A624-1DD1A1FAB880}" destId="{C5651C72-E1D1-7F49-8C1A-15EF6922B704}" srcOrd="0" destOrd="0" presId="urn:microsoft.com/office/officeart/2005/8/layout/hierarchy1"/>
    <dgm:cxn modelId="{8359C3C7-ABC8-1F40-9FF1-D74598CD6A0B}" type="presParOf" srcId="{C5651C72-E1D1-7F49-8C1A-15EF6922B704}" destId="{8E1BCD09-2338-C742-8781-E571910B8400}" srcOrd="0" destOrd="0" presId="urn:microsoft.com/office/officeart/2005/8/layout/hierarchy1"/>
    <dgm:cxn modelId="{2E272BE5-C4A1-E244-A8B8-AC7A094F441C}" type="presParOf" srcId="{8E1BCD09-2338-C742-8781-E571910B8400}" destId="{D85DE435-747F-784D-B4DC-9F4A9C7F3E06}" srcOrd="0" destOrd="0" presId="urn:microsoft.com/office/officeart/2005/8/layout/hierarchy1"/>
    <dgm:cxn modelId="{D8FF4E22-73D6-E843-9A47-FF42C947FA5F}" type="presParOf" srcId="{8E1BCD09-2338-C742-8781-E571910B8400}" destId="{2A46DC67-1699-A543-8B6B-79C4811623EA}" srcOrd="1" destOrd="0" presId="urn:microsoft.com/office/officeart/2005/8/layout/hierarchy1"/>
    <dgm:cxn modelId="{C82677B5-CA19-1D49-B15D-8FB0039D6D76}" type="presParOf" srcId="{C5651C72-E1D1-7F49-8C1A-15EF6922B704}" destId="{8B0E91F2-EFC8-B240-8635-78CB95D06B76}" srcOrd="1" destOrd="0" presId="urn:microsoft.com/office/officeart/2005/8/layout/hierarchy1"/>
    <dgm:cxn modelId="{6D429C40-5E7E-E748-80B6-C57F1A99BA7E}" type="presParOf" srcId="{12F48556-E5CA-4E4B-A624-1DD1A1FAB880}" destId="{8A784207-A46B-EE4D-B7C8-144FCB22CF30}" srcOrd="1" destOrd="0" presId="urn:microsoft.com/office/officeart/2005/8/layout/hierarchy1"/>
    <dgm:cxn modelId="{F335F281-76CC-2047-817A-C2BF94392094}" type="presParOf" srcId="{8A784207-A46B-EE4D-B7C8-144FCB22CF30}" destId="{3ED0C026-28B2-CA4A-8EC1-8DF1ACEF2E86}" srcOrd="0" destOrd="0" presId="urn:microsoft.com/office/officeart/2005/8/layout/hierarchy1"/>
    <dgm:cxn modelId="{ABDCD988-836D-CC41-8746-E580B4CAA149}" type="presParOf" srcId="{3ED0C026-28B2-CA4A-8EC1-8DF1ACEF2E86}" destId="{944D00DA-3360-5D4D-A70C-D3D89CB276B1}" srcOrd="0" destOrd="0" presId="urn:microsoft.com/office/officeart/2005/8/layout/hierarchy1"/>
    <dgm:cxn modelId="{B91BDF49-468F-4D48-A2C7-A0EA1E82D678}" type="presParOf" srcId="{3ED0C026-28B2-CA4A-8EC1-8DF1ACEF2E86}" destId="{8107A899-15A3-3442-95F4-686FE02EC414}" srcOrd="1" destOrd="0" presId="urn:microsoft.com/office/officeart/2005/8/layout/hierarchy1"/>
    <dgm:cxn modelId="{68BCDF74-42BC-8242-B2B8-85CA428BFCE4}" type="presParOf" srcId="{8A784207-A46B-EE4D-B7C8-144FCB22CF30}" destId="{3D008409-3607-B34B-AD69-31340D7E40F8}" srcOrd="1" destOrd="0" presId="urn:microsoft.com/office/officeart/2005/8/layout/hierarchy1"/>
    <dgm:cxn modelId="{5B7381CE-075E-8B48-9731-C309F7B5DF1F}" type="presParOf" srcId="{12F48556-E5CA-4E4B-A624-1DD1A1FAB880}" destId="{3E237FDC-9BC3-0843-A300-74D37221FE7D}" srcOrd="2" destOrd="0" presId="urn:microsoft.com/office/officeart/2005/8/layout/hierarchy1"/>
    <dgm:cxn modelId="{A9470211-4832-3B4C-B777-F523B1E4F592}" type="presParOf" srcId="{3E237FDC-9BC3-0843-A300-74D37221FE7D}" destId="{0DF40D9F-71F1-6C4E-A28B-330944495156}" srcOrd="0" destOrd="0" presId="urn:microsoft.com/office/officeart/2005/8/layout/hierarchy1"/>
    <dgm:cxn modelId="{58D32350-BEDF-EC48-AC5E-37BF5A8F32E6}" type="presParOf" srcId="{0DF40D9F-71F1-6C4E-A28B-330944495156}" destId="{0AF358D4-A82F-F74F-B431-84AE04D962D6}" srcOrd="0" destOrd="0" presId="urn:microsoft.com/office/officeart/2005/8/layout/hierarchy1"/>
    <dgm:cxn modelId="{62583C61-BF78-FC4C-9A0F-DDAF80E4BE3D}" type="presParOf" srcId="{0DF40D9F-71F1-6C4E-A28B-330944495156}" destId="{70BC225B-7F05-0E4B-B5CB-E28F3ECB4009}" srcOrd="1" destOrd="0" presId="urn:microsoft.com/office/officeart/2005/8/layout/hierarchy1"/>
    <dgm:cxn modelId="{356BB5D7-08A4-F549-9297-965275371745}" type="presParOf" srcId="{3E237FDC-9BC3-0843-A300-74D37221FE7D}" destId="{802AEFB3-FF5F-2545-B333-2B7E35A4EF25}"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7FF72DA-2EE6-4319-8271-266802E709C9}"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6E5515FA-C933-406C-99FB-DE906C50ACD2}">
      <dgm:prSet/>
      <dgm:spPr/>
      <dgm:t>
        <a:bodyPr/>
        <a:lstStyle/>
        <a:p>
          <a:r>
            <a:rPr lang="en-US" dirty="0"/>
            <a:t>Phases: Requirements, Design, Implementation, Testing, Deployment, Maintenance</a:t>
          </a:r>
        </a:p>
      </dgm:t>
    </dgm:pt>
    <dgm:pt modelId="{5A591A7E-F68B-46F0-B84E-F38967F22193}" type="parTrans" cxnId="{791290EB-4E94-4671-A3E0-C9FD9B83151C}">
      <dgm:prSet/>
      <dgm:spPr/>
      <dgm:t>
        <a:bodyPr/>
        <a:lstStyle/>
        <a:p>
          <a:endParaRPr lang="en-US"/>
        </a:p>
      </dgm:t>
    </dgm:pt>
    <dgm:pt modelId="{D6B6EA8D-B00D-4A9F-8AE8-5FBDBBC0E8FA}" type="sibTrans" cxnId="{791290EB-4E94-4671-A3E0-C9FD9B83151C}">
      <dgm:prSet/>
      <dgm:spPr/>
      <dgm:t>
        <a:bodyPr/>
        <a:lstStyle/>
        <a:p>
          <a:endParaRPr lang="en-US"/>
        </a:p>
      </dgm:t>
    </dgm:pt>
    <dgm:pt modelId="{3163EBC2-C539-46B1-9DF2-C4A17BB6493C}">
      <dgm:prSet/>
      <dgm:spPr/>
      <dgm:t>
        <a:bodyPr/>
        <a:lstStyle/>
        <a:p>
          <a:r>
            <a:rPr lang="en-US" dirty="0"/>
            <a:t>Iterative feedback loops</a:t>
          </a:r>
        </a:p>
      </dgm:t>
    </dgm:pt>
    <dgm:pt modelId="{4002C033-6EE6-4C72-9E76-8E8A15B10CD5}" type="parTrans" cxnId="{3D626220-9155-4497-990C-1593EA5A8790}">
      <dgm:prSet/>
      <dgm:spPr/>
      <dgm:t>
        <a:bodyPr/>
        <a:lstStyle/>
        <a:p>
          <a:endParaRPr lang="en-US"/>
        </a:p>
      </dgm:t>
    </dgm:pt>
    <dgm:pt modelId="{63F72345-03BA-4876-AD0E-9F9D5C81CADD}" type="sibTrans" cxnId="{3D626220-9155-4497-990C-1593EA5A8790}">
      <dgm:prSet/>
      <dgm:spPr/>
      <dgm:t>
        <a:bodyPr/>
        <a:lstStyle/>
        <a:p>
          <a:endParaRPr lang="en-US"/>
        </a:p>
      </dgm:t>
    </dgm:pt>
    <dgm:pt modelId="{13EFACCE-3D33-46A8-8F86-04722A04362E}" type="pres">
      <dgm:prSet presAssocID="{F7FF72DA-2EE6-4319-8271-266802E709C9}" presName="root" presStyleCnt="0">
        <dgm:presLayoutVars>
          <dgm:dir/>
          <dgm:resizeHandles val="exact"/>
        </dgm:presLayoutVars>
      </dgm:prSet>
      <dgm:spPr/>
    </dgm:pt>
    <dgm:pt modelId="{09A5A87B-5225-465D-8FA8-A99F58C10976}" type="pres">
      <dgm:prSet presAssocID="{6E5515FA-C933-406C-99FB-DE906C50ACD2}" presName="compNode" presStyleCnt="0"/>
      <dgm:spPr/>
    </dgm:pt>
    <dgm:pt modelId="{9DCA9D31-3D8D-4798-9159-4126062E6990}" type="pres">
      <dgm:prSet presAssocID="{6E5515FA-C933-406C-99FB-DE906C50ACD2}" presName="bgRect" presStyleLbl="bgShp" presStyleIdx="0" presStyleCnt="2"/>
      <dgm:spPr/>
    </dgm:pt>
    <dgm:pt modelId="{7E89ED27-6C35-4AB1-A74C-DF09149742B2}" type="pres">
      <dgm:prSet presAssocID="{6E5515FA-C933-406C-99FB-DE906C50ACD2}"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99888908-6EE0-4D27-AAF8-2BD955B31A3A}" type="pres">
      <dgm:prSet presAssocID="{6E5515FA-C933-406C-99FB-DE906C50ACD2}" presName="spaceRect" presStyleCnt="0"/>
      <dgm:spPr/>
    </dgm:pt>
    <dgm:pt modelId="{83D2DF07-7B5A-4319-B9D9-9BD4BA00268A}" type="pres">
      <dgm:prSet presAssocID="{6E5515FA-C933-406C-99FB-DE906C50ACD2}" presName="parTx" presStyleLbl="revTx" presStyleIdx="0" presStyleCnt="2">
        <dgm:presLayoutVars>
          <dgm:chMax val="0"/>
          <dgm:chPref val="0"/>
        </dgm:presLayoutVars>
      </dgm:prSet>
      <dgm:spPr/>
    </dgm:pt>
    <dgm:pt modelId="{60781C7E-8373-4B0E-9850-13395796FCF0}" type="pres">
      <dgm:prSet presAssocID="{D6B6EA8D-B00D-4A9F-8AE8-5FBDBBC0E8FA}" presName="sibTrans" presStyleCnt="0"/>
      <dgm:spPr/>
    </dgm:pt>
    <dgm:pt modelId="{173732F1-3CF2-47E6-8578-FB5DC9B3E0F6}" type="pres">
      <dgm:prSet presAssocID="{3163EBC2-C539-46B1-9DF2-C4A17BB6493C}" presName="compNode" presStyleCnt="0"/>
      <dgm:spPr/>
    </dgm:pt>
    <dgm:pt modelId="{C4530C78-688B-4EAE-821E-5B55815A16D5}" type="pres">
      <dgm:prSet presAssocID="{3163EBC2-C539-46B1-9DF2-C4A17BB6493C}" presName="bgRect" presStyleLbl="bgShp" presStyleIdx="1" presStyleCnt="2"/>
      <dgm:spPr/>
    </dgm:pt>
    <dgm:pt modelId="{B4CB65F2-1E54-4BF5-966A-3857FDFB1156}" type="pres">
      <dgm:prSet presAssocID="{3163EBC2-C539-46B1-9DF2-C4A17BB6493C}"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epeat"/>
        </a:ext>
      </dgm:extLst>
    </dgm:pt>
    <dgm:pt modelId="{5A2F27CD-F068-49DB-AB25-4F43A4E0A0FB}" type="pres">
      <dgm:prSet presAssocID="{3163EBC2-C539-46B1-9DF2-C4A17BB6493C}" presName="spaceRect" presStyleCnt="0"/>
      <dgm:spPr/>
    </dgm:pt>
    <dgm:pt modelId="{5DE5C931-3041-4FDB-AFC3-35ECE44A243D}" type="pres">
      <dgm:prSet presAssocID="{3163EBC2-C539-46B1-9DF2-C4A17BB6493C}" presName="parTx" presStyleLbl="revTx" presStyleIdx="1" presStyleCnt="2">
        <dgm:presLayoutVars>
          <dgm:chMax val="0"/>
          <dgm:chPref val="0"/>
        </dgm:presLayoutVars>
      </dgm:prSet>
      <dgm:spPr/>
    </dgm:pt>
  </dgm:ptLst>
  <dgm:cxnLst>
    <dgm:cxn modelId="{3D626220-9155-4497-990C-1593EA5A8790}" srcId="{F7FF72DA-2EE6-4319-8271-266802E709C9}" destId="{3163EBC2-C539-46B1-9DF2-C4A17BB6493C}" srcOrd="1" destOrd="0" parTransId="{4002C033-6EE6-4C72-9E76-8E8A15B10CD5}" sibTransId="{63F72345-03BA-4876-AD0E-9F9D5C81CADD}"/>
    <dgm:cxn modelId="{D1DFE954-45BC-41CD-B91A-30C3D2320E83}" type="presOf" srcId="{3163EBC2-C539-46B1-9DF2-C4A17BB6493C}" destId="{5DE5C931-3041-4FDB-AFC3-35ECE44A243D}" srcOrd="0" destOrd="0" presId="urn:microsoft.com/office/officeart/2018/2/layout/IconVerticalSolidList"/>
    <dgm:cxn modelId="{0068DE82-7EC8-4E9C-925F-9D680B8CCA8F}" type="presOf" srcId="{6E5515FA-C933-406C-99FB-DE906C50ACD2}" destId="{83D2DF07-7B5A-4319-B9D9-9BD4BA00268A}" srcOrd="0" destOrd="0" presId="urn:microsoft.com/office/officeart/2018/2/layout/IconVerticalSolidList"/>
    <dgm:cxn modelId="{791290EB-4E94-4671-A3E0-C9FD9B83151C}" srcId="{F7FF72DA-2EE6-4319-8271-266802E709C9}" destId="{6E5515FA-C933-406C-99FB-DE906C50ACD2}" srcOrd="0" destOrd="0" parTransId="{5A591A7E-F68B-46F0-B84E-F38967F22193}" sibTransId="{D6B6EA8D-B00D-4A9F-8AE8-5FBDBBC0E8FA}"/>
    <dgm:cxn modelId="{552178FD-7C0A-452A-A863-A39C0675D1D4}" type="presOf" srcId="{F7FF72DA-2EE6-4319-8271-266802E709C9}" destId="{13EFACCE-3D33-46A8-8F86-04722A04362E}" srcOrd="0" destOrd="0" presId="urn:microsoft.com/office/officeart/2018/2/layout/IconVerticalSolidList"/>
    <dgm:cxn modelId="{3204E1F7-284D-4F7B-8083-61A4CCEAA87B}" type="presParOf" srcId="{13EFACCE-3D33-46A8-8F86-04722A04362E}" destId="{09A5A87B-5225-465D-8FA8-A99F58C10976}" srcOrd="0" destOrd="0" presId="urn:microsoft.com/office/officeart/2018/2/layout/IconVerticalSolidList"/>
    <dgm:cxn modelId="{A9BC3EBD-8456-4262-9207-D0249560BC49}" type="presParOf" srcId="{09A5A87B-5225-465D-8FA8-A99F58C10976}" destId="{9DCA9D31-3D8D-4798-9159-4126062E6990}" srcOrd="0" destOrd="0" presId="urn:microsoft.com/office/officeart/2018/2/layout/IconVerticalSolidList"/>
    <dgm:cxn modelId="{F884CB2B-F0BF-4028-AD0B-1F4F6A7CDF43}" type="presParOf" srcId="{09A5A87B-5225-465D-8FA8-A99F58C10976}" destId="{7E89ED27-6C35-4AB1-A74C-DF09149742B2}" srcOrd="1" destOrd="0" presId="urn:microsoft.com/office/officeart/2018/2/layout/IconVerticalSolidList"/>
    <dgm:cxn modelId="{60790069-1827-4F84-A920-646F58919E3E}" type="presParOf" srcId="{09A5A87B-5225-465D-8FA8-A99F58C10976}" destId="{99888908-6EE0-4D27-AAF8-2BD955B31A3A}" srcOrd="2" destOrd="0" presId="urn:microsoft.com/office/officeart/2018/2/layout/IconVerticalSolidList"/>
    <dgm:cxn modelId="{DC5A70A8-2E7E-4AB3-B2E0-A892EC46A770}" type="presParOf" srcId="{09A5A87B-5225-465D-8FA8-A99F58C10976}" destId="{83D2DF07-7B5A-4319-B9D9-9BD4BA00268A}" srcOrd="3" destOrd="0" presId="urn:microsoft.com/office/officeart/2018/2/layout/IconVerticalSolidList"/>
    <dgm:cxn modelId="{81692029-BE9D-455A-B95F-5B78D358FE09}" type="presParOf" srcId="{13EFACCE-3D33-46A8-8F86-04722A04362E}" destId="{60781C7E-8373-4B0E-9850-13395796FCF0}" srcOrd="1" destOrd="0" presId="urn:microsoft.com/office/officeart/2018/2/layout/IconVerticalSolidList"/>
    <dgm:cxn modelId="{583D228B-21AA-4B4B-83CB-0AA963902DA2}" type="presParOf" srcId="{13EFACCE-3D33-46A8-8F86-04722A04362E}" destId="{173732F1-3CF2-47E6-8578-FB5DC9B3E0F6}" srcOrd="2" destOrd="0" presId="urn:microsoft.com/office/officeart/2018/2/layout/IconVerticalSolidList"/>
    <dgm:cxn modelId="{B8C79703-9C7E-4FFC-AD9B-F7BAE2E7FC3C}" type="presParOf" srcId="{173732F1-3CF2-47E6-8578-FB5DC9B3E0F6}" destId="{C4530C78-688B-4EAE-821E-5B55815A16D5}" srcOrd="0" destOrd="0" presId="urn:microsoft.com/office/officeart/2018/2/layout/IconVerticalSolidList"/>
    <dgm:cxn modelId="{B58D2C75-4E4E-4518-8AE3-68894948036A}" type="presParOf" srcId="{173732F1-3CF2-47E6-8578-FB5DC9B3E0F6}" destId="{B4CB65F2-1E54-4BF5-966A-3857FDFB1156}" srcOrd="1" destOrd="0" presId="urn:microsoft.com/office/officeart/2018/2/layout/IconVerticalSolidList"/>
    <dgm:cxn modelId="{12BB6ABC-B840-42EF-B9AD-3400321BB300}" type="presParOf" srcId="{173732F1-3CF2-47E6-8578-FB5DC9B3E0F6}" destId="{5A2F27CD-F068-49DB-AB25-4F43A4E0A0FB}" srcOrd="2" destOrd="0" presId="urn:microsoft.com/office/officeart/2018/2/layout/IconVerticalSolidList"/>
    <dgm:cxn modelId="{39A63130-52C0-4278-9245-3E36F0449D0E}" type="presParOf" srcId="{173732F1-3CF2-47E6-8578-FB5DC9B3E0F6}" destId="{5DE5C931-3041-4FDB-AFC3-35ECE44A243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9D1272F-20B0-4DAA-9052-5A6B7994C3B3}"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462966A2-6418-4AF3-AF90-828583D7315B}">
      <dgm:prSet/>
      <dgm:spPr/>
      <dgm:t>
        <a:bodyPr/>
        <a:lstStyle/>
        <a:p>
          <a:r>
            <a:rPr lang="en-US" dirty="0"/>
            <a:t>Unit, Integration, System, Acceptance</a:t>
          </a:r>
        </a:p>
      </dgm:t>
    </dgm:pt>
    <dgm:pt modelId="{6D1960D1-D097-480A-935E-E64D10FD0EC4}" type="parTrans" cxnId="{BE380565-745E-4BF5-85BA-7DCAC90694B8}">
      <dgm:prSet/>
      <dgm:spPr/>
      <dgm:t>
        <a:bodyPr/>
        <a:lstStyle/>
        <a:p>
          <a:endParaRPr lang="en-US"/>
        </a:p>
      </dgm:t>
    </dgm:pt>
    <dgm:pt modelId="{A3D2DDA9-7DE7-4FA1-9F24-93F5075C18F0}" type="sibTrans" cxnId="{BE380565-745E-4BF5-85BA-7DCAC90694B8}">
      <dgm:prSet/>
      <dgm:spPr/>
      <dgm:t>
        <a:bodyPr/>
        <a:lstStyle/>
        <a:p>
          <a:endParaRPr lang="en-US"/>
        </a:p>
      </dgm:t>
    </dgm:pt>
    <dgm:pt modelId="{0EB847E0-097B-4656-A36D-A52B7E5D5612}">
      <dgm:prSet/>
      <dgm:spPr/>
      <dgm:t>
        <a:bodyPr/>
        <a:lstStyle/>
        <a:p>
          <a:r>
            <a:rPr lang="en-US" dirty="0"/>
            <a:t>Manual vs. Automated</a:t>
          </a:r>
        </a:p>
      </dgm:t>
    </dgm:pt>
    <dgm:pt modelId="{91DD0E06-39DB-4B12-9321-12CA82183C68}" type="parTrans" cxnId="{F6A2FDD5-1231-4890-89BD-5A6E6ECDE4EC}">
      <dgm:prSet/>
      <dgm:spPr/>
      <dgm:t>
        <a:bodyPr/>
        <a:lstStyle/>
        <a:p>
          <a:endParaRPr lang="en-US"/>
        </a:p>
      </dgm:t>
    </dgm:pt>
    <dgm:pt modelId="{9F087552-12B3-43F4-9C1A-8B91204EC4AD}" type="sibTrans" cxnId="{F6A2FDD5-1231-4890-89BD-5A6E6ECDE4EC}">
      <dgm:prSet/>
      <dgm:spPr/>
      <dgm:t>
        <a:bodyPr/>
        <a:lstStyle/>
        <a:p>
          <a:endParaRPr lang="en-US"/>
        </a:p>
      </dgm:t>
    </dgm:pt>
    <dgm:pt modelId="{E1FCFF0A-52D3-46B1-8F18-B975B2A6AF39}">
      <dgm:prSet/>
      <dgm:spPr/>
      <dgm:t>
        <a:bodyPr/>
        <a:lstStyle/>
        <a:p>
          <a:r>
            <a:rPr lang="en-US" dirty="0"/>
            <a:t>Debugging and validation</a:t>
          </a:r>
        </a:p>
      </dgm:t>
    </dgm:pt>
    <dgm:pt modelId="{002CA8D6-5DAD-4B5B-BA96-57BD13790F35}" type="parTrans" cxnId="{FB0F00B0-D55A-4B16-AF8B-52B391D5BE4B}">
      <dgm:prSet/>
      <dgm:spPr/>
      <dgm:t>
        <a:bodyPr/>
        <a:lstStyle/>
        <a:p>
          <a:endParaRPr lang="en-US"/>
        </a:p>
      </dgm:t>
    </dgm:pt>
    <dgm:pt modelId="{FA1701FA-8B37-4401-AED6-86CB0F859515}" type="sibTrans" cxnId="{FB0F00B0-D55A-4B16-AF8B-52B391D5BE4B}">
      <dgm:prSet/>
      <dgm:spPr/>
      <dgm:t>
        <a:bodyPr/>
        <a:lstStyle/>
        <a:p>
          <a:endParaRPr lang="en-US"/>
        </a:p>
      </dgm:t>
    </dgm:pt>
    <dgm:pt modelId="{DB3E863F-6F8A-4BA7-B14F-310AE4ADF204}" type="pres">
      <dgm:prSet presAssocID="{E9D1272F-20B0-4DAA-9052-5A6B7994C3B3}" presName="root" presStyleCnt="0">
        <dgm:presLayoutVars>
          <dgm:dir/>
          <dgm:resizeHandles val="exact"/>
        </dgm:presLayoutVars>
      </dgm:prSet>
      <dgm:spPr/>
    </dgm:pt>
    <dgm:pt modelId="{0C025CA3-31EE-47EA-87E4-9A7DED2970DE}" type="pres">
      <dgm:prSet presAssocID="{462966A2-6418-4AF3-AF90-828583D7315B}" presName="compNode" presStyleCnt="0"/>
      <dgm:spPr/>
    </dgm:pt>
    <dgm:pt modelId="{AD414A72-300D-49B5-B46F-FBCA91045F09}" type="pres">
      <dgm:prSet presAssocID="{462966A2-6418-4AF3-AF90-828583D7315B}" presName="bgRect" presStyleLbl="bgShp" presStyleIdx="0" presStyleCnt="3"/>
      <dgm:spPr/>
    </dgm:pt>
    <dgm:pt modelId="{BA212AB5-F42A-4FDC-B521-B5695848CE75}" type="pres">
      <dgm:prSet presAssocID="{462966A2-6418-4AF3-AF90-828583D7315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ircles with Lines"/>
        </a:ext>
      </dgm:extLst>
    </dgm:pt>
    <dgm:pt modelId="{4D63AB97-5982-49B4-BDCC-8093EAEDCF0B}" type="pres">
      <dgm:prSet presAssocID="{462966A2-6418-4AF3-AF90-828583D7315B}" presName="spaceRect" presStyleCnt="0"/>
      <dgm:spPr/>
    </dgm:pt>
    <dgm:pt modelId="{CBED6B4D-5CFA-407F-A83D-A6D476D3E5F6}" type="pres">
      <dgm:prSet presAssocID="{462966A2-6418-4AF3-AF90-828583D7315B}" presName="parTx" presStyleLbl="revTx" presStyleIdx="0" presStyleCnt="3">
        <dgm:presLayoutVars>
          <dgm:chMax val="0"/>
          <dgm:chPref val="0"/>
        </dgm:presLayoutVars>
      </dgm:prSet>
      <dgm:spPr/>
    </dgm:pt>
    <dgm:pt modelId="{8C3E2CA8-647A-4094-8457-0E39C8F85B6A}" type="pres">
      <dgm:prSet presAssocID="{A3D2DDA9-7DE7-4FA1-9F24-93F5075C18F0}" presName="sibTrans" presStyleCnt="0"/>
      <dgm:spPr/>
    </dgm:pt>
    <dgm:pt modelId="{13293B7F-F6A7-4AEB-8B2A-8B8E7C622DC6}" type="pres">
      <dgm:prSet presAssocID="{0EB847E0-097B-4656-A36D-A52B7E5D5612}" presName="compNode" presStyleCnt="0"/>
      <dgm:spPr/>
    </dgm:pt>
    <dgm:pt modelId="{776A438E-07A6-4A29-888E-96777691ADF5}" type="pres">
      <dgm:prSet presAssocID="{0EB847E0-097B-4656-A36D-A52B7E5D5612}" presName="bgRect" presStyleLbl="bgShp" presStyleIdx="1" presStyleCnt="3"/>
      <dgm:spPr/>
    </dgm:pt>
    <dgm:pt modelId="{9A4737EA-711E-4AE6-B117-0479C1BC4CE8}" type="pres">
      <dgm:prSet presAssocID="{0EB847E0-097B-4656-A36D-A52B7E5D561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ears"/>
        </a:ext>
      </dgm:extLst>
    </dgm:pt>
    <dgm:pt modelId="{A0B11E68-C45B-4B8A-9D82-73FAD256CB6F}" type="pres">
      <dgm:prSet presAssocID="{0EB847E0-097B-4656-A36D-A52B7E5D5612}" presName="spaceRect" presStyleCnt="0"/>
      <dgm:spPr/>
    </dgm:pt>
    <dgm:pt modelId="{9CBAB66B-7287-464D-822D-6F8047FA38D6}" type="pres">
      <dgm:prSet presAssocID="{0EB847E0-097B-4656-A36D-A52B7E5D5612}" presName="parTx" presStyleLbl="revTx" presStyleIdx="1" presStyleCnt="3">
        <dgm:presLayoutVars>
          <dgm:chMax val="0"/>
          <dgm:chPref val="0"/>
        </dgm:presLayoutVars>
      </dgm:prSet>
      <dgm:spPr/>
    </dgm:pt>
    <dgm:pt modelId="{B555AB80-DB28-4FE7-9B47-AF09AEC97D25}" type="pres">
      <dgm:prSet presAssocID="{9F087552-12B3-43F4-9C1A-8B91204EC4AD}" presName="sibTrans" presStyleCnt="0"/>
      <dgm:spPr/>
    </dgm:pt>
    <dgm:pt modelId="{B13CAFE7-33B9-40DF-AF6D-18B40315ADBC}" type="pres">
      <dgm:prSet presAssocID="{E1FCFF0A-52D3-46B1-8F18-B975B2A6AF39}" presName="compNode" presStyleCnt="0"/>
      <dgm:spPr/>
    </dgm:pt>
    <dgm:pt modelId="{0A4A2318-1ADF-4640-A03D-E7E089E215A8}" type="pres">
      <dgm:prSet presAssocID="{E1FCFF0A-52D3-46B1-8F18-B975B2A6AF39}" presName="bgRect" presStyleLbl="bgShp" presStyleIdx="2" presStyleCnt="3"/>
      <dgm:spPr/>
    </dgm:pt>
    <dgm:pt modelId="{6D43E907-D574-4EB8-A02F-E4BB2BD74E82}" type="pres">
      <dgm:prSet presAssocID="{E1FCFF0A-52D3-46B1-8F18-B975B2A6AF39}"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lowchart"/>
        </a:ext>
      </dgm:extLst>
    </dgm:pt>
    <dgm:pt modelId="{B1C37547-6F42-45ED-9655-043BFA4D5783}" type="pres">
      <dgm:prSet presAssocID="{E1FCFF0A-52D3-46B1-8F18-B975B2A6AF39}" presName="spaceRect" presStyleCnt="0"/>
      <dgm:spPr/>
    </dgm:pt>
    <dgm:pt modelId="{583E5222-FD9F-4C1A-905B-A7F9AD540220}" type="pres">
      <dgm:prSet presAssocID="{E1FCFF0A-52D3-46B1-8F18-B975B2A6AF39}" presName="parTx" presStyleLbl="revTx" presStyleIdx="2" presStyleCnt="3">
        <dgm:presLayoutVars>
          <dgm:chMax val="0"/>
          <dgm:chPref val="0"/>
        </dgm:presLayoutVars>
      </dgm:prSet>
      <dgm:spPr/>
    </dgm:pt>
  </dgm:ptLst>
  <dgm:cxnLst>
    <dgm:cxn modelId="{B34DAE5D-5AEB-4E6C-979D-15E82D6EBC8C}" type="presOf" srcId="{E1FCFF0A-52D3-46B1-8F18-B975B2A6AF39}" destId="{583E5222-FD9F-4C1A-905B-A7F9AD540220}" srcOrd="0" destOrd="0" presId="urn:microsoft.com/office/officeart/2018/2/layout/IconVerticalSolidList"/>
    <dgm:cxn modelId="{BE380565-745E-4BF5-85BA-7DCAC90694B8}" srcId="{E9D1272F-20B0-4DAA-9052-5A6B7994C3B3}" destId="{462966A2-6418-4AF3-AF90-828583D7315B}" srcOrd="0" destOrd="0" parTransId="{6D1960D1-D097-480A-935E-E64D10FD0EC4}" sibTransId="{A3D2DDA9-7DE7-4FA1-9F24-93F5075C18F0}"/>
    <dgm:cxn modelId="{985AD97D-7F1D-4593-B73E-BD5CD75FB4A1}" type="presOf" srcId="{462966A2-6418-4AF3-AF90-828583D7315B}" destId="{CBED6B4D-5CFA-407F-A83D-A6D476D3E5F6}" srcOrd="0" destOrd="0" presId="urn:microsoft.com/office/officeart/2018/2/layout/IconVerticalSolidList"/>
    <dgm:cxn modelId="{AF6309AF-9152-43E7-9C75-AA66DCC306AA}" type="presOf" srcId="{0EB847E0-097B-4656-A36D-A52B7E5D5612}" destId="{9CBAB66B-7287-464D-822D-6F8047FA38D6}" srcOrd="0" destOrd="0" presId="urn:microsoft.com/office/officeart/2018/2/layout/IconVerticalSolidList"/>
    <dgm:cxn modelId="{FB0F00B0-D55A-4B16-AF8B-52B391D5BE4B}" srcId="{E9D1272F-20B0-4DAA-9052-5A6B7994C3B3}" destId="{E1FCFF0A-52D3-46B1-8F18-B975B2A6AF39}" srcOrd="2" destOrd="0" parTransId="{002CA8D6-5DAD-4B5B-BA96-57BD13790F35}" sibTransId="{FA1701FA-8B37-4401-AED6-86CB0F859515}"/>
    <dgm:cxn modelId="{974153B9-5401-412D-BF26-89F433207A1E}" type="presOf" srcId="{E9D1272F-20B0-4DAA-9052-5A6B7994C3B3}" destId="{DB3E863F-6F8A-4BA7-B14F-310AE4ADF204}" srcOrd="0" destOrd="0" presId="urn:microsoft.com/office/officeart/2018/2/layout/IconVerticalSolidList"/>
    <dgm:cxn modelId="{F6A2FDD5-1231-4890-89BD-5A6E6ECDE4EC}" srcId="{E9D1272F-20B0-4DAA-9052-5A6B7994C3B3}" destId="{0EB847E0-097B-4656-A36D-A52B7E5D5612}" srcOrd="1" destOrd="0" parTransId="{91DD0E06-39DB-4B12-9321-12CA82183C68}" sibTransId="{9F087552-12B3-43F4-9C1A-8B91204EC4AD}"/>
    <dgm:cxn modelId="{A0A6FB13-92CC-4086-9CE3-4E3CF33900F2}" type="presParOf" srcId="{DB3E863F-6F8A-4BA7-B14F-310AE4ADF204}" destId="{0C025CA3-31EE-47EA-87E4-9A7DED2970DE}" srcOrd="0" destOrd="0" presId="urn:microsoft.com/office/officeart/2018/2/layout/IconVerticalSolidList"/>
    <dgm:cxn modelId="{9A640B03-80AE-48A1-9893-618679486E2E}" type="presParOf" srcId="{0C025CA3-31EE-47EA-87E4-9A7DED2970DE}" destId="{AD414A72-300D-49B5-B46F-FBCA91045F09}" srcOrd="0" destOrd="0" presId="urn:microsoft.com/office/officeart/2018/2/layout/IconVerticalSolidList"/>
    <dgm:cxn modelId="{BB3E67D7-23A1-4E94-900C-39B213670CA9}" type="presParOf" srcId="{0C025CA3-31EE-47EA-87E4-9A7DED2970DE}" destId="{BA212AB5-F42A-4FDC-B521-B5695848CE75}" srcOrd="1" destOrd="0" presId="urn:microsoft.com/office/officeart/2018/2/layout/IconVerticalSolidList"/>
    <dgm:cxn modelId="{FD02ADB4-0835-4F90-94CF-B752AF528B03}" type="presParOf" srcId="{0C025CA3-31EE-47EA-87E4-9A7DED2970DE}" destId="{4D63AB97-5982-49B4-BDCC-8093EAEDCF0B}" srcOrd="2" destOrd="0" presId="urn:microsoft.com/office/officeart/2018/2/layout/IconVerticalSolidList"/>
    <dgm:cxn modelId="{757A2CAA-6000-44BB-9C59-373E9910DD3D}" type="presParOf" srcId="{0C025CA3-31EE-47EA-87E4-9A7DED2970DE}" destId="{CBED6B4D-5CFA-407F-A83D-A6D476D3E5F6}" srcOrd="3" destOrd="0" presId="urn:microsoft.com/office/officeart/2018/2/layout/IconVerticalSolidList"/>
    <dgm:cxn modelId="{E739D033-F095-415A-B2CA-B34FDC6BD1BE}" type="presParOf" srcId="{DB3E863F-6F8A-4BA7-B14F-310AE4ADF204}" destId="{8C3E2CA8-647A-4094-8457-0E39C8F85B6A}" srcOrd="1" destOrd="0" presId="urn:microsoft.com/office/officeart/2018/2/layout/IconVerticalSolidList"/>
    <dgm:cxn modelId="{9933ED3F-4690-45DC-BD57-62FFDBA3E64A}" type="presParOf" srcId="{DB3E863F-6F8A-4BA7-B14F-310AE4ADF204}" destId="{13293B7F-F6A7-4AEB-8B2A-8B8E7C622DC6}" srcOrd="2" destOrd="0" presId="urn:microsoft.com/office/officeart/2018/2/layout/IconVerticalSolidList"/>
    <dgm:cxn modelId="{25AEC8AB-24B3-4BCE-966C-8CAF2CE0766D}" type="presParOf" srcId="{13293B7F-F6A7-4AEB-8B2A-8B8E7C622DC6}" destId="{776A438E-07A6-4A29-888E-96777691ADF5}" srcOrd="0" destOrd="0" presId="urn:microsoft.com/office/officeart/2018/2/layout/IconVerticalSolidList"/>
    <dgm:cxn modelId="{CEE73832-11BF-4BB9-9566-1778F25A5E20}" type="presParOf" srcId="{13293B7F-F6A7-4AEB-8B2A-8B8E7C622DC6}" destId="{9A4737EA-711E-4AE6-B117-0479C1BC4CE8}" srcOrd="1" destOrd="0" presId="urn:microsoft.com/office/officeart/2018/2/layout/IconVerticalSolidList"/>
    <dgm:cxn modelId="{F3BDE4C5-824B-49CB-8075-1DBAE33167CD}" type="presParOf" srcId="{13293B7F-F6A7-4AEB-8B2A-8B8E7C622DC6}" destId="{A0B11E68-C45B-4B8A-9D82-73FAD256CB6F}" srcOrd="2" destOrd="0" presId="urn:microsoft.com/office/officeart/2018/2/layout/IconVerticalSolidList"/>
    <dgm:cxn modelId="{E42C7C76-A5EF-47DB-9A32-7F1981E4E43E}" type="presParOf" srcId="{13293B7F-F6A7-4AEB-8B2A-8B8E7C622DC6}" destId="{9CBAB66B-7287-464D-822D-6F8047FA38D6}" srcOrd="3" destOrd="0" presId="urn:microsoft.com/office/officeart/2018/2/layout/IconVerticalSolidList"/>
    <dgm:cxn modelId="{ED4B8876-2D5B-4AEB-AA35-A2DC8E00F966}" type="presParOf" srcId="{DB3E863F-6F8A-4BA7-B14F-310AE4ADF204}" destId="{B555AB80-DB28-4FE7-9B47-AF09AEC97D25}" srcOrd="3" destOrd="0" presId="urn:microsoft.com/office/officeart/2018/2/layout/IconVerticalSolidList"/>
    <dgm:cxn modelId="{CA6CF32F-0BB5-46E2-BE86-522940FF5605}" type="presParOf" srcId="{DB3E863F-6F8A-4BA7-B14F-310AE4ADF204}" destId="{B13CAFE7-33B9-40DF-AF6D-18B40315ADBC}" srcOrd="4" destOrd="0" presId="urn:microsoft.com/office/officeart/2018/2/layout/IconVerticalSolidList"/>
    <dgm:cxn modelId="{82D60B08-597D-4B7A-83F4-0877EEB27985}" type="presParOf" srcId="{B13CAFE7-33B9-40DF-AF6D-18B40315ADBC}" destId="{0A4A2318-1ADF-4640-A03D-E7E089E215A8}" srcOrd="0" destOrd="0" presId="urn:microsoft.com/office/officeart/2018/2/layout/IconVerticalSolidList"/>
    <dgm:cxn modelId="{70F1F3B3-8C6A-4B60-A294-8F40BD8D2255}" type="presParOf" srcId="{B13CAFE7-33B9-40DF-AF6D-18B40315ADBC}" destId="{6D43E907-D574-4EB8-A02F-E4BB2BD74E82}" srcOrd="1" destOrd="0" presId="urn:microsoft.com/office/officeart/2018/2/layout/IconVerticalSolidList"/>
    <dgm:cxn modelId="{F7BEE0C3-9A92-4870-A670-8CDD38355184}" type="presParOf" srcId="{B13CAFE7-33B9-40DF-AF6D-18B40315ADBC}" destId="{B1C37547-6F42-45ED-9655-043BFA4D5783}" srcOrd="2" destOrd="0" presId="urn:microsoft.com/office/officeart/2018/2/layout/IconVerticalSolidList"/>
    <dgm:cxn modelId="{52B9B0F0-AC51-4BB8-9480-878F13E283CA}" type="presParOf" srcId="{B13CAFE7-33B9-40DF-AF6D-18B40315ADBC}" destId="{583E5222-FD9F-4C1A-905B-A7F9AD54022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B8672394-B3E0-4B0C-A22C-FB32BBCD903B}" type="doc">
      <dgm:prSet loTypeId="urn:microsoft.com/office/officeart/2018/2/layout/IconLabelList" loCatId="icon" qsTypeId="urn:microsoft.com/office/officeart/2005/8/quickstyle/simple1" qsCatId="simple" csTypeId="urn:microsoft.com/office/officeart/2018/5/colors/Iconchunking_neutralbg_colorful2" csCatId="colorful" phldr="1"/>
      <dgm:spPr/>
      <dgm:t>
        <a:bodyPr/>
        <a:lstStyle/>
        <a:p>
          <a:endParaRPr lang="en-US"/>
        </a:p>
      </dgm:t>
    </dgm:pt>
    <dgm:pt modelId="{BABABD79-7874-44D0-87C9-932EDE029ABF}">
      <dgm:prSet custT="1"/>
      <dgm:spPr/>
      <dgm:t>
        <a:bodyPr/>
        <a:lstStyle/>
        <a:p>
          <a:r>
            <a:rPr lang="en-US" sz="1600" dirty="0"/>
            <a:t>-</a:t>
          </a:r>
          <a:r>
            <a:rPr lang="en-US" sz="1800" dirty="0"/>
            <a:t>Types: Corrective, Adaptive, Perfective, Preventive</a:t>
          </a:r>
          <a:endParaRPr lang="en-US" sz="1600" dirty="0"/>
        </a:p>
      </dgm:t>
    </dgm:pt>
    <dgm:pt modelId="{DDA5B47E-9061-4DF6-9922-E600E9C29B3D}" type="parTrans" cxnId="{17B58E46-C97D-4B4F-931D-DEC92E2B7207}">
      <dgm:prSet/>
      <dgm:spPr/>
      <dgm:t>
        <a:bodyPr/>
        <a:lstStyle/>
        <a:p>
          <a:endParaRPr lang="en-US"/>
        </a:p>
      </dgm:t>
    </dgm:pt>
    <dgm:pt modelId="{08D4E6BB-A996-4C5C-8937-3DBD3DA27795}" type="sibTrans" cxnId="{17B58E46-C97D-4B4F-931D-DEC92E2B7207}">
      <dgm:prSet/>
      <dgm:spPr/>
      <dgm:t>
        <a:bodyPr/>
        <a:lstStyle/>
        <a:p>
          <a:endParaRPr lang="en-US"/>
        </a:p>
      </dgm:t>
    </dgm:pt>
    <dgm:pt modelId="{F2616103-8240-4AEA-84F7-E1338A7BF996}">
      <dgm:prSet/>
      <dgm:spPr/>
      <dgm:t>
        <a:bodyPr/>
        <a:lstStyle/>
        <a:p>
          <a:r>
            <a:rPr lang="en-US" dirty="0"/>
            <a:t>Significant part of lifecycle</a:t>
          </a:r>
        </a:p>
      </dgm:t>
    </dgm:pt>
    <dgm:pt modelId="{99FD4F4F-F383-4A26-8E33-9F0E338E897A}" type="parTrans" cxnId="{B5DE3ADF-9B3D-4E07-AB32-19B7F7A1722D}">
      <dgm:prSet/>
      <dgm:spPr/>
      <dgm:t>
        <a:bodyPr/>
        <a:lstStyle/>
        <a:p>
          <a:endParaRPr lang="en-US"/>
        </a:p>
      </dgm:t>
    </dgm:pt>
    <dgm:pt modelId="{64FB831C-E9D4-430C-874B-51D8292CB6C0}" type="sibTrans" cxnId="{B5DE3ADF-9B3D-4E07-AB32-19B7F7A1722D}">
      <dgm:prSet/>
      <dgm:spPr/>
      <dgm:t>
        <a:bodyPr/>
        <a:lstStyle/>
        <a:p>
          <a:endParaRPr lang="en-US"/>
        </a:p>
      </dgm:t>
    </dgm:pt>
    <dgm:pt modelId="{46C04D12-DF10-4E7B-B5BE-7A958ABE16A6}">
      <dgm:prSet/>
      <dgm:spPr/>
      <dgm:t>
        <a:bodyPr/>
        <a:lstStyle/>
        <a:p>
          <a:r>
            <a:rPr lang="en-US" dirty="0"/>
            <a:t>Continuous improvements</a:t>
          </a:r>
        </a:p>
      </dgm:t>
    </dgm:pt>
    <dgm:pt modelId="{2221AF95-0498-4820-8EC4-B8B16DAA9BAD}" type="parTrans" cxnId="{124F3ADA-4AC5-4129-9554-43AF7C64B138}">
      <dgm:prSet/>
      <dgm:spPr/>
      <dgm:t>
        <a:bodyPr/>
        <a:lstStyle/>
        <a:p>
          <a:endParaRPr lang="en-US"/>
        </a:p>
      </dgm:t>
    </dgm:pt>
    <dgm:pt modelId="{6A351D06-16BB-47A8-8E51-7437E2F3A013}" type="sibTrans" cxnId="{124F3ADA-4AC5-4129-9554-43AF7C64B138}">
      <dgm:prSet/>
      <dgm:spPr/>
      <dgm:t>
        <a:bodyPr/>
        <a:lstStyle/>
        <a:p>
          <a:endParaRPr lang="en-US"/>
        </a:p>
      </dgm:t>
    </dgm:pt>
    <dgm:pt modelId="{173988A4-95B3-49F0-9354-F9CE1E653EBA}" type="pres">
      <dgm:prSet presAssocID="{B8672394-B3E0-4B0C-A22C-FB32BBCD903B}" presName="root" presStyleCnt="0">
        <dgm:presLayoutVars>
          <dgm:dir/>
          <dgm:resizeHandles val="exact"/>
        </dgm:presLayoutVars>
      </dgm:prSet>
      <dgm:spPr/>
    </dgm:pt>
    <dgm:pt modelId="{49419C60-29F4-44D3-9BD3-2EE0D7B3E1FD}" type="pres">
      <dgm:prSet presAssocID="{BABABD79-7874-44D0-87C9-932EDE029ABF}" presName="compNode" presStyleCnt="0"/>
      <dgm:spPr/>
    </dgm:pt>
    <dgm:pt modelId="{A23F8999-ED17-4C66-8E77-AB7AC07790CF}" type="pres">
      <dgm:prSet presAssocID="{BABABD79-7874-44D0-87C9-932EDE029AB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ecision chart"/>
        </a:ext>
      </dgm:extLst>
    </dgm:pt>
    <dgm:pt modelId="{4B0FD993-4741-439B-986B-DB62D74F0DB7}" type="pres">
      <dgm:prSet presAssocID="{BABABD79-7874-44D0-87C9-932EDE029ABF}" presName="spaceRect" presStyleCnt="0"/>
      <dgm:spPr/>
    </dgm:pt>
    <dgm:pt modelId="{6734AF09-E416-43F4-A428-D618913C1493}" type="pres">
      <dgm:prSet presAssocID="{BABABD79-7874-44D0-87C9-932EDE029ABF}" presName="textRect" presStyleLbl="revTx" presStyleIdx="0" presStyleCnt="3">
        <dgm:presLayoutVars>
          <dgm:chMax val="1"/>
          <dgm:chPref val="1"/>
        </dgm:presLayoutVars>
      </dgm:prSet>
      <dgm:spPr/>
    </dgm:pt>
    <dgm:pt modelId="{D605C80F-A423-4A48-B73F-415AFE33F967}" type="pres">
      <dgm:prSet presAssocID="{08D4E6BB-A996-4C5C-8937-3DBD3DA27795}" presName="sibTrans" presStyleCnt="0"/>
      <dgm:spPr/>
    </dgm:pt>
    <dgm:pt modelId="{2D73A9F5-E679-429D-BE3D-A738D1CF47E3}" type="pres">
      <dgm:prSet presAssocID="{F2616103-8240-4AEA-84F7-E1338A7BF996}" presName="compNode" presStyleCnt="0"/>
      <dgm:spPr/>
    </dgm:pt>
    <dgm:pt modelId="{3B30D413-71B3-4D28-B635-DC703EE2162B}" type="pres">
      <dgm:prSet presAssocID="{F2616103-8240-4AEA-84F7-E1338A7BF996}"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ick"/>
        </a:ext>
      </dgm:extLst>
    </dgm:pt>
    <dgm:pt modelId="{FE37BF6E-33BD-4184-9DAF-C5EC41B651E4}" type="pres">
      <dgm:prSet presAssocID="{F2616103-8240-4AEA-84F7-E1338A7BF996}" presName="spaceRect" presStyleCnt="0"/>
      <dgm:spPr/>
    </dgm:pt>
    <dgm:pt modelId="{ED6A6F33-131A-4BFA-A502-7D7CBE0710F2}" type="pres">
      <dgm:prSet presAssocID="{F2616103-8240-4AEA-84F7-E1338A7BF996}" presName="textRect" presStyleLbl="revTx" presStyleIdx="1" presStyleCnt="3">
        <dgm:presLayoutVars>
          <dgm:chMax val="1"/>
          <dgm:chPref val="1"/>
        </dgm:presLayoutVars>
      </dgm:prSet>
      <dgm:spPr/>
    </dgm:pt>
    <dgm:pt modelId="{86BF91CB-8E52-4ED6-B70F-6FFB4A161DA1}" type="pres">
      <dgm:prSet presAssocID="{64FB831C-E9D4-430C-874B-51D8292CB6C0}" presName="sibTrans" presStyleCnt="0"/>
      <dgm:spPr/>
    </dgm:pt>
    <dgm:pt modelId="{EF2CD8DD-5756-42E9-8358-A1E89E94E1D5}" type="pres">
      <dgm:prSet presAssocID="{46C04D12-DF10-4E7B-B5BE-7A958ABE16A6}" presName="compNode" presStyleCnt="0"/>
      <dgm:spPr/>
    </dgm:pt>
    <dgm:pt modelId="{1638ED9A-C6C7-4562-8136-DD6E13DAE6E6}" type="pres">
      <dgm:prSet presAssocID="{46C04D12-DF10-4E7B-B5BE-7A958ABE16A6}"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epeat"/>
        </a:ext>
      </dgm:extLst>
    </dgm:pt>
    <dgm:pt modelId="{CDC5F59F-4427-4B8D-AEEF-7509FC72F0E6}" type="pres">
      <dgm:prSet presAssocID="{46C04D12-DF10-4E7B-B5BE-7A958ABE16A6}" presName="spaceRect" presStyleCnt="0"/>
      <dgm:spPr/>
    </dgm:pt>
    <dgm:pt modelId="{83386C9E-F4B4-48B7-85A2-F6D0C68540CD}" type="pres">
      <dgm:prSet presAssocID="{46C04D12-DF10-4E7B-B5BE-7A958ABE16A6}" presName="textRect" presStyleLbl="revTx" presStyleIdx="2" presStyleCnt="3">
        <dgm:presLayoutVars>
          <dgm:chMax val="1"/>
          <dgm:chPref val="1"/>
        </dgm:presLayoutVars>
      </dgm:prSet>
      <dgm:spPr/>
    </dgm:pt>
  </dgm:ptLst>
  <dgm:cxnLst>
    <dgm:cxn modelId="{93155C21-BD3E-4663-892F-5A295E42F8CE}" type="presOf" srcId="{46C04D12-DF10-4E7B-B5BE-7A958ABE16A6}" destId="{83386C9E-F4B4-48B7-85A2-F6D0C68540CD}" srcOrd="0" destOrd="0" presId="urn:microsoft.com/office/officeart/2018/2/layout/IconLabelList"/>
    <dgm:cxn modelId="{17B58E46-C97D-4B4F-931D-DEC92E2B7207}" srcId="{B8672394-B3E0-4B0C-A22C-FB32BBCD903B}" destId="{BABABD79-7874-44D0-87C9-932EDE029ABF}" srcOrd="0" destOrd="0" parTransId="{DDA5B47E-9061-4DF6-9922-E600E9C29B3D}" sibTransId="{08D4E6BB-A996-4C5C-8937-3DBD3DA27795}"/>
    <dgm:cxn modelId="{D021C950-FA7E-40D4-A038-C5C77F6AB710}" type="presOf" srcId="{BABABD79-7874-44D0-87C9-932EDE029ABF}" destId="{6734AF09-E416-43F4-A428-D618913C1493}" srcOrd="0" destOrd="0" presId="urn:microsoft.com/office/officeart/2018/2/layout/IconLabelList"/>
    <dgm:cxn modelId="{02E3329F-972A-404E-B089-5D1497FA92AA}" type="presOf" srcId="{B8672394-B3E0-4B0C-A22C-FB32BBCD903B}" destId="{173988A4-95B3-49F0-9354-F9CE1E653EBA}" srcOrd="0" destOrd="0" presId="urn:microsoft.com/office/officeart/2018/2/layout/IconLabelList"/>
    <dgm:cxn modelId="{8A7C07A3-CCD4-43B0-BE52-7C131618D1FB}" type="presOf" srcId="{F2616103-8240-4AEA-84F7-E1338A7BF996}" destId="{ED6A6F33-131A-4BFA-A502-7D7CBE0710F2}" srcOrd="0" destOrd="0" presId="urn:microsoft.com/office/officeart/2018/2/layout/IconLabelList"/>
    <dgm:cxn modelId="{124F3ADA-4AC5-4129-9554-43AF7C64B138}" srcId="{B8672394-B3E0-4B0C-A22C-FB32BBCD903B}" destId="{46C04D12-DF10-4E7B-B5BE-7A958ABE16A6}" srcOrd="2" destOrd="0" parTransId="{2221AF95-0498-4820-8EC4-B8B16DAA9BAD}" sibTransId="{6A351D06-16BB-47A8-8E51-7437E2F3A013}"/>
    <dgm:cxn modelId="{B5DE3ADF-9B3D-4E07-AB32-19B7F7A1722D}" srcId="{B8672394-B3E0-4B0C-A22C-FB32BBCD903B}" destId="{F2616103-8240-4AEA-84F7-E1338A7BF996}" srcOrd="1" destOrd="0" parTransId="{99FD4F4F-F383-4A26-8E33-9F0E338E897A}" sibTransId="{64FB831C-E9D4-430C-874B-51D8292CB6C0}"/>
    <dgm:cxn modelId="{8DF2FE5B-1FB3-4B0A-B1DC-FA8A6B39D3DF}" type="presParOf" srcId="{173988A4-95B3-49F0-9354-F9CE1E653EBA}" destId="{49419C60-29F4-44D3-9BD3-2EE0D7B3E1FD}" srcOrd="0" destOrd="0" presId="urn:microsoft.com/office/officeart/2018/2/layout/IconLabelList"/>
    <dgm:cxn modelId="{983D6FD0-B2E1-4F58-A08E-59C43FC246C4}" type="presParOf" srcId="{49419C60-29F4-44D3-9BD3-2EE0D7B3E1FD}" destId="{A23F8999-ED17-4C66-8E77-AB7AC07790CF}" srcOrd="0" destOrd="0" presId="urn:microsoft.com/office/officeart/2018/2/layout/IconLabelList"/>
    <dgm:cxn modelId="{B9645E1A-DD0B-4DB0-90FA-C281B81BD58C}" type="presParOf" srcId="{49419C60-29F4-44D3-9BD3-2EE0D7B3E1FD}" destId="{4B0FD993-4741-439B-986B-DB62D74F0DB7}" srcOrd="1" destOrd="0" presId="urn:microsoft.com/office/officeart/2018/2/layout/IconLabelList"/>
    <dgm:cxn modelId="{5BFC0376-F9CA-438C-ACF7-4F6B81F911A3}" type="presParOf" srcId="{49419C60-29F4-44D3-9BD3-2EE0D7B3E1FD}" destId="{6734AF09-E416-43F4-A428-D618913C1493}" srcOrd="2" destOrd="0" presId="urn:microsoft.com/office/officeart/2018/2/layout/IconLabelList"/>
    <dgm:cxn modelId="{34B0F27B-A197-4BAA-A4FA-790B002CA2B1}" type="presParOf" srcId="{173988A4-95B3-49F0-9354-F9CE1E653EBA}" destId="{D605C80F-A423-4A48-B73F-415AFE33F967}" srcOrd="1" destOrd="0" presId="urn:microsoft.com/office/officeart/2018/2/layout/IconLabelList"/>
    <dgm:cxn modelId="{85B6C001-0303-4260-9A30-3B358D6EA411}" type="presParOf" srcId="{173988A4-95B3-49F0-9354-F9CE1E653EBA}" destId="{2D73A9F5-E679-429D-BE3D-A738D1CF47E3}" srcOrd="2" destOrd="0" presId="urn:microsoft.com/office/officeart/2018/2/layout/IconLabelList"/>
    <dgm:cxn modelId="{759C0041-D160-4E8D-9811-3C190133E3E4}" type="presParOf" srcId="{2D73A9F5-E679-429D-BE3D-A738D1CF47E3}" destId="{3B30D413-71B3-4D28-B635-DC703EE2162B}" srcOrd="0" destOrd="0" presId="urn:microsoft.com/office/officeart/2018/2/layout/IconLabelList"/>
    <dgm:cxn modelId="{C9A2A3EE-FEDD-4363-9367-4CEAE0F896AF}" type="presParOf" srcId="{2D73A9F5-E679-429D-BE3D-A738D1CF47E3}" destId="{FE37BF6E-33BD-4184-9DAF-C5EC41B651E4}" srcOrd="1" destOrd="0" presId="urn:microsoft.com/office/officeart/2018/2/layout/IconLabelList"/>
    <dgm:cxn modelId="{96101848-5231-4709-BE84-BEEAC4731219}" type="presParOf" srcId="{2D73A9F5-E679-429D-BE3D-A738D1CF47E3}" destId="{ED6A6F33-131A-4BFA-A502-7D7CBE0710F2}" srcOrd="2" destOrd="0" presId="urn:microsoft.com/office/officeart/2018/2/layout/IconLabelList"/>
    <dgm:cxn modelId="{5BDA78D3-A22B-4F69-889B-4BD7B225272A}" type="presParOf" srcId="{173988A4-95B3-49F0-9354-F9CE1E653EBA}" destId="{86BF91CB-8E52-4ED6-B70F-6FFB4A161DA1}" srcOrd="3" destOrd="0" presId="urn:microsoft.com/office/officeart/2018/2/layout/IconLabelList"/>
    <dgm:cxn modelId="{01679194-AECD-4525-B00F-BBB96504F682}" type="presParOf" srcId="{173988A4-95B3-49F0-9354-F9CE1E653EBA}" destId="{EF2CD8DD-5756-42E9-8358-A1E89E94E1D5}" srcOrd="4" destOrd="0" presId="urn:microsoft.com/office/officeart/2018/2/layout/IconLabelList"/>
    <dgm:cxn modelId="{509C63C4-5117-44E3-B5EE-77735C26ED3B}" type="presParOf" srcId="{EF2CD8DD-5756-42E9-8358-A1E89E94E1D5}" destId="{1638ED9A-C6C7-4562-8136-DD6E13DAE6E6}" srcOrd="0" destOrd="0" presId="urn:microsoft.com/office/officeart/2018/2/layout/IconLabelList"/>
    <dgm:cxn modelId="{7B6571B9-B2A4-46A7-86C4-B11C2C123568}" type="presParOf" srcId="{EF2CD8DD-5756-42E9-8358-A1E89E94E1D5}" destId="{CDC5F59F-4427-4B8D-AEEF-7509FC72F0E6}" srcOrd="1" destOrd="0" presId="urn:microsoft.com/office/officeart/2018/2/layout/IconLabelList"/>
    <dgm:cxn modelId="{F5C934B4-23E2-42C4-82A5-8FF7A2F8E8DB}" type="presParOf" srcId="{EF2CD8DD-5756-42E9-8358-A1E89E94E1D5}" destId="{83386C9E-F4B4-48B7-85A2-F6D0C68540CD}"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C02C3353-CDC6-4023-A466-F9C01DE718B6}"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05787CA0-5B76-4127-A9EB-D2E8636A8B9A}">
      <dgm:prSet/>
      <dgm:spPr/>
      <dgm:t>
        <a:bodyPr/>
        <a:lstStyle/>
        <a:p>
          <a:r>
            <a:rPr lang="en-US" dirty="0"/>
            <a:t>Key Concepts Recap</a:t>
          </a:r>
        </a:p>
      </dgm:t>
    </dgm:pt>
    <dgm:pt modelId="{97D8E3D5-512F-42FC-A21A-FEFBA2360A6F}" type="parTrans" cxnId="{E5BA182D-A189-4658-B299-58E06D69A2F0}">
      <dgm:prSet/>
      <dgm:spPr/>
      <dgm:t>
        <a:bodyPr/>
        <a:lstStyle/>
        <a:p>
          <a:endParaRPr lang="en-US"/>
        </a:p>
      </dgm:t>
    </dgm:pt>
    <dgm:pt modelId="{4EBA53AB-EFDC-47AD-A7B4-C0B7979EFD51}" type="sibTrans" cxnId="{E5BA182D-A189-4658-B299-58E06D69A2F0}">
      <dgm:prSet/>
      <dgm:spPr/>
      <dgm:t>
        <a:bodyPr/>
        <a:lstStyle/>
        <a:p>
          <a:endParaRPr lang="en-US"/>
        </a:p>
      </dgm:t>
    </dgm:pt>
    <dgm:pt modelId="{6342E4A1-C916-44D8-A325-07F18C4EC180}">
      <dgm:prSet/>
      <dgm:spPr/>
      <dgm:t>
        <a:bodyPr/>
        <a:lstStyle/>
        <a:p>
          <a:r>
            <a:rPr lang="en-US" dirty="0"/>
            <a:t>Trends: AI, DevOps, Low-code</a:t>
          </a:r>
        </a:p>
      </dgm:t>
    </dgm:pt>
    <dgm:pt modelId="{1CB7408F-B148-430E-8116-28287CA05712}" type="parTrans" cxnId="{6F4E5E77-B8CF-4C9F-9589-BD2A0F122960}">
      <dgm:prSet/>
      <dgm:spPr/>
      <dgm:t>
        <a:bodyPr/>
        <a:lstStyle/>
        <a:p>
          <a:endParaRPr lang="en-US"/>
        </a:p>
      </dgm:t>
    </dgm:pt>
    <dgm:pt modelId="{510426E3-B302-4560-ABC7-093541A3CBDB}" type="sibTrans" cxnId="{6F4E5E77-B8CF-4C9F-9589-BD2A0F122960}">
      <dgm:prSet/>
      <dgm:spPr/>
      <dgm:t>
        <a:bodyPr/>
        <a:lstStyle/>
        <a:p>
          <a:endParaRPr lang="en-US"/>
        </a:p>
      </dgm:t>
    </dgm:pt>
    <dgm:pt modelId="{964BAB6E-563B-4302-A06A-C1046CD30521}">
      <dgm:prSet/>
      <dgm:spPr/>
      <dgm:t>
        <a:bodyPr/>
        <a:lstStyle/>
        <a:p>
          <a:r>
            <a:rPr lang="en-US" dirty="0"/>
            <a:t>Lifelong learning importance</a:t>
          </a:r>
        </a:p>
      </dgm:t>
    </dgm:pt>
    <dgm:pt modelId="{EEE30D08-A5A9-4CA2-BA25-966467684637}" type="parTrans" cxnId="{79D758B3-F7BF-4F4A-A566-E4AE776A461D}">
      <dgm:prSet/>
      <dgm:spPr/>
      <dgm:t>
        <a:bodyPr/>
        <a:lstStyle/>
        <a:p>
          <a:endParaRPr lang="en-US"/>
        </a:p>
      </dgm:t>
    </dgm:pt>
    <dgm:pt modelId="{F41BF0EB-547A-43ED-8EED-44D0E5ED448F}" type="sibTrans" cxnId="{79D758B3-F7BF-4F4A-A566-E4AE776A461D}">
      <dgm:prSet/>
      <dgm:spPr/>
      <dgm:t>
        <a:bodyPr/>
        <a:lstStyle/>
        <a:p>
          <a:endParaRPr lang="en-US"/>
        </a:p>
      </dgm:t>
    </dgm:pt>
    <dgm:pt modelId="{EB7A320D-2A82-4659-BFB0-869C410BE283}" type="pres">
      <dgm:prSet presAssocID="{C02C3353-CDC6-4023-A466-F9C01DE718B6}" presName="root" presStyleCnt="0">
        <dgm:presLayoutVars>
          <dgm:dir/>
          <dgm:resizeHandles val="exact"/>
        </dgm:presLayoutVars>
      </dgm:prSet>
      <dgm:spPr/>
    </dgm:pt>
    <dgm:pt modelId="{0EC75CDD-DCAB-4E63-BAAC-34CEB09E7BAB}" type="pres">
      <dgm:prSet presAssocID="{05787CA0-5B76-4127-A9EB-D2E8636A8B9A}" presName="compNode" presStyleCnt="0"/>
      <dgm:spPr/>
    </dgm:pt>
    <dgm:pt modelId="{D430A521-AA51-43E4-BEA9-430291D7B6A6}" type="pres">
      <dgm:prSet presAssocID="{05787CA0-5B76-4127-A9EB-D2E8636A8B9A}" presName="bgRect" presStyleLbl="bgShp" presStyleIdx="0" presStyleCnt="3"/>
      <dgm:spPr/>
    </dgm:pt>
    <dgm:pt modelId="{3F534F52-7451-40CF-A385-B5E72F9A7948}" type="pres">
      <dgm:prSet presAssocID="{05787CA0-5B76-4127-A9EB-D2E8636A8B9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Key"/>
        </a:ext>
      </dgm:extLst>
    </dgm:pt>
    <dgm:pt modelId="{8CE9101A-0626-4A95-A28D-FD533E21F336}" type="pres">
      <dgm:prSet presAssocID="{05787CA0-5B76-4127-A9EB-D2E8636A8B9A}" presName="spaceRect" presStyleCnt="0"/>
      <dgm:spPr/>
    </dgm:pt>
    <dgm:pt modelId="{C669899B-A53C-41DC-AF61-24A431CBE574}" type="pres">
      <dgm:prSet presAssocID="{05787CA0-5B76-4127-A9EB-D2E8636A8B9A}" presName="parTx" presStyleLbl="revTx" presStyleIdx="0" presStyleCnt="3">
        <dgm:presLayoutVars>
          <dgm:chMax val="0"/>
          <dgm:chPref val="0"/>
        </dgm:presLayoutVars>
      </dgm:prSet>
      <dgm:spPr/>
    </dgm:pt>
    <dgm:pt modelId="{7194E210-602D-4A39-8EBE-B68075EFE9F2}" type="pres">
      <dgm:prSet presAssocID="{4EBA53AB-EFDC-47AD-A7B4-C0B7979EFD51}" presName="sibTrans" presStyleCnt="0"/>
      <dgm:spPr/>
    </dgm:pt>
    <dgm:pt modelId="{FD9284D8-53E9-422D-A675-876773BA211B}" type="pres">
      <dgm:prSet presAssocID="{6342E4A1-C916-44D8-A325-07F18C4EC180}" presName="compNode" presStyleCnt="0"/>
      <dgm:spPr/>
    </dgm:pt>
    <dgm:pt modelId="{112D5B30-4A25-4CD5-81E8-929EFFCB9EAA}" type="pres">
      <dgm:prSet presAssocID="{6342E4A1-C916-44D8-A325-07F18C4EC180}" presName="bgRect" presStyleLbl="bgShp" presStyleIdx="1" presStyleCnt="3"/>
      <dgm:spPr/>
    </dgm:pt>
    <dgm:pt modelId="{869E9EE6-043E-48AF-A22B-C9AF6B0DFE4D}" type="pres">
      <dgm:prSet presAssocID="{6342E4A1-C916-44D8-A325-07F18C4EC18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FADAB60C-6AE2-4A5F-BE80-602182A81EFF}" type="pres">
      <dgm:prSet presAssocID="{6342E4A1-C916-44D8-A325-07F18C4EC180}" presName="spaceRect" presStyleCnt="0"/>
      <dgm:spPr/>
    </dgm:pt>
    <dgm:pt modelId="{6F1CBD18-ACB1-4729-8EDF-E150E51676F7}" type="pres">
      <dgm:prSet presAssocID="{6342E4A1-C916-44D8-A325-07F18C4EC180}" presName="parTx" presStyleLbl="revTx" presStyleIdx="1" presStyleCnt="3">
        <dgm:presLayoutVars>
          <dgm:chMax val="0"/>
          <dgm:chPref val="0"/>
        </dgm:presLayoutVars>
      </dgm:prSet>
      <dgm:spPr/>
    </dgm:pt>
    <dgm:pt modelId="{8A9C50E5-07BC-4441-A3C1-9D52EAF4271C}" type="pres">
      <dgm:prSet presAssocID="{510426E3-B302-4560-ABC7-093541A3CBDB}" presName="sibTrans" presStyleCnt="0"/>
      <dgm:spPr/>
    </dgm:pt>
    <dgm:pt modelId="{9A44A9C5-2110-4DC5-A909-260BA07F07B4}" type="pres">
      <dgm:prSet presAssocID="{964BAB6E-563B-4302-A06A-C1046CD30521}" presName="compNode" presStyleCnt="0"/>
      <dgm:spPr/>
    </dgm:pt>
    <dgm:pt modelId="{D696EC3B-403A-4025-A233-DE2AABFB927A}" type="pres">
      <dgm:prSet presAssocID="{964BAB6E-563B-4302-A06A-C1046CD30521}" presName="bgRect" presStyleLbl="bgShp" presStyleIdx="2" presStyleCnt="3"/>
      <dgm:spPr/>
    </dgm:pt>
    <dgm:pt modelId="{7B0045BB-C5A6-40A3-9E17-5A43D7EFDE10}" type="pres">
      <dgm:prSet presAssocID="{964BAB6E-563B-4302-A06A-C1046CD3052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ooks"/>
        </a:ext>
      </dgm:extLst>
    </dgm:pt>
    <dgm:pt modelId="{01D67D05-F466-4029-AB88-5CB19B8C5B3A}" type="pres">
      <dgm:prSet presAssocID="{964BAB6E-563B-4302-A06A-C1046CD30521}" presName="spaceRect" presStyleCnt="0"/>
      <dgm:spPr/>
    </dgm:pt>
    <dgm:pt modelId="{7363C98D-4BC9-4EE6-ADAE-DEDEC649800B}" type="pres">
      <dgm:prSet presAssocID="{964BAB6E-563B-4302-A06A-C1046CD30521}" presName="parTx" presStyleLbl="revTx" presStyleIdx="2" presStyleCnt="3">
        <dgm:presLayoutVars>
          <dgm:chMax val="0"/>
          <dgm:chPref val="0"/>
        </dgm:presLayoutVars>
      </dgm:prSet>
      <dgm:spPr/>
    </dgm:pt>
  </dgm:ptLst>
  <dgm:cxnLst>
    <dgm:cxn modelId="{15F1A82B-B12D-4ACA-A07C-5C4CB17CE160}" type="presOf" srcId="{C02C3353-CDC6-4023-A466-F9C01DE718B6}" destId="{EB7A320D-2A82-4659-BFB0-869C410BE283}" srcOrd="0" destOrd="0" presId="urn:microsoft.com/office/officeart/2018/2/layout/IconVerticalSolidList"/>
    <dgm:cxn modelId="{E5BA182D-A189-4658-B299-58E06D69A2F0}" srcId="{C02C3353-CDC6-4023-A466-F9C01DE718B6}" destId="{05787CA0-5B76-4127-A9EB-D2E8636A8B9A}" srcOrd="0" destOrd="0" parTransId="{97D8E3D5-512F-42FC-A21A-FEFBA2360A6F}" sibTransId="{4EBA53AB-EFDC-47AD-A7B4-C0B7979EFD51}"/>
    <dgm:cxn modelId="{AA5BE257-35C7-42B4-BF7A-BDAD3757E91C}" type="presOf" srcId="{964BAB6E-563B-4302-A06A-C1046CD30521}" destId="{7363C98D-4BC9-4EE6-ADAE-DEDEC649800B}" srcOrd="0" destOrd="0" presId="urn:microsoft.com/office/officeart/2018/2/layout/IconVerticalSolidList"/>
    <dgm:cxn modelId="{6F4E5E77-B8CF-4C9F-9589-BD2A0F122960}" srcId="{C02C3353-CDC6-4023-A466-F9C01DE718B6}" destId="{6342E4A1-C916-44D8-A325-07F18C4EC180}" srcOrd="1" destOrd="0" parTransId="{1CB7408F-B148-430E-8116-28287CA05712}" sibTransId="{510426E3-B302-4560-ABC7-093541A3CBDB}"/>
    <dgm:cxn modelId="{FC145B7C-2253-48E6-AD99-BE33186D7B89}" type="presOf" srcId="{6342E4A1-C916-44D8-A325-07F18C4EC180}" destId="{6F1CBD18-ACB1-4729-8EDF-E150E51676F7}" srcOrd="0" destOrd="0" presId="urn:microsoft.com/office/officeart/2018/2/layout/IconVerticalSolidList"/>
    <dgm:cxn modelId="{2DE4C69C-202B-4DC2-B041-7C7342FB06BC}" type="presOf" srcId="{05787CA0-5B76-4127-A9EB-D2E8636A8B9A}" destId="{C669899B-A53C-41DC-AF61-24A431CBE574}" srcOrd="0" destOrd="0" presId="urn:microsoft.com/office/officeart/2018/2/layout/IconVerticalSolidList"/>
    <dgm:cxn modelId="{79D758B3-F7BF-4F4A-A566-E4AE776A461D}" srcId="{C02C3353-CDC6-4023-A466-F9C01DE718B6}" destId="{964BAB6E-563B-4302-A06A-C1046CD30521}" srcOrd="2" destOrd="0" parTransId="{EEE30D08-A5A9-4CA2-BA25-966467684637}" sibTransId="{F41BF0EB-547A-43ED-8EED-44D0E5ED448F}"/>
    <dgm:cxn modelId="{3854C717-81FA-44DB-BB1D-0D01F136BB48}" type="presParOf" srcId="{EB7A320D-2A82-4659-BFB0-869C410BE283}" destId="{0EC75CDD-DCAB-4E63-BAAC-34CEB09E7BAB}" srcOrd="0" destOrd="0" presId="urn:microsoft.com/office/officeart/2018/2/layout/IconVerticalSolidList"/>
    <dgm:cxn modelId="{E8127BA9-FC10-4DF2-8E68-DAD0EB9E7FDC}" type="presParOf" srcId="{0EC75CDD-DCAB-4E63-BAAC-34CEB09E7BAB}" destId="{D430A521-AA51-43E4-BEA9-430291D7B6A6}" srcOrd="0" destOrd="0" presId="urn:microsoft.com/office/officeart/2018/2/layout/IconVerticalSolidList"/>
    <dgm:cxn modelId="{C5AAAF92-2E8E-4C50-B8F3-65F849C38C1F}" type="presParOf" srcId="{0EC75CDD-DCAB-4E63-BAAC-34CEB09E7BAB}" destId="{3F534F52-7451-40CF-A385-B5E72F9A7948}" srcOrd="1" destOrd="0" presId="urn:microsoft.com/office/officeart/2018/2/layout/IconVerticalSolidList"/>
    <dgm:cxn modelId="{AF4E8346-9795-42F3-BF7A-34E1606ABFE6}" type="presParOf" srcId="{0EC75CDD-DCAB-4E63-BAAC-34CEB09E7BAB}" destId="{8CE9101A-0626-4A95-A28D-FD533E21F336}" srcOrd="2" destOrd="0" presId="urn:microsoft.com/office/officeart/2018/2/layout/IconVerticalSolidList"/>
    <dgm:cxn modelId="{BF763E9F-2B62-4107-B8BC-8B2A909DAB65}" type="presParOf" srcId="{0EC75CDD-DCAB-4E63-BAAC-34CEB09E7BAB}" destId="{C669899B-A53C-41DC-AF61-24A431CBE574}" srcOrd="3" destOrd="0" presId="urn:microsoft.com/office/officeart/2018/2/layout/IconVerticalSolidList"/>
    <dgm:cxn modelId="{A1D706D3-2254-429B-BE8F-361461750742}" type="presParOf" srcId="{EB7A320D-2A82-4659-BFB0-869C410BE283}" destId="{7194E210-602D-4A39-8EBE-B68075EFE9F2}" srcOrd="1" destOrd="0" presId="urn:microsoft.com/office/officeart/2018/2/layout/IconVerticalSolidList"/>
    <dgm:cxn modelId="{7BE5E3D7-BB48-4F5A-BE32-B25E44ED4711}" type="presParOf" srcId="{EB7A320D-2A82-4659-BFB0-869C410BE283}" destId="{FD9284D8-53E9-422D-A675-876773BA211B}" srcOrd="2" destOrd="0" presId="urn:microsoft.com/office/officeart/2018/2/layout/IconVerticalSolidList"/>
    <dgm:cxn modelId="{B47E5B60-3A3B-4CFD-91BF-78F424F57138}" type="presParOf" srcId="{FD9284D8-53E9-422D-A675-876773BA211B}" destId="{112D5B30-4A25-4CD5-81E8-929EFFCB9EAA}" srcOrd="0" destOrd="0" presId="urn:microsoft.com/office/officeart/2018/2/layout/IconVerticalSolidList"/>
    <dgm:cxn modelId="{B6106F30-46D8-49A5-A170-7109B67B42F6}" type="presParOf" srcId="{FD9284D8-53E9-422D-A675-876773BA211B}" destId="{869E9EE6-043E-48AF-A22B-C9AF6B0DFE4D}" srcOrd="1" destOrd="0" presId="urn:microsoft.com/office/officeart/2018/2/layout/IconVerticalSolidList"/>
    <dgm:cxn modelId="{9323DB19-A832-42A4-82BE-402B06805512}" type="presParOf" srcId="{FD9284D8-53E9-422D-A675-876773BA211B}" destId="{FADAB60C-6AE2-4A5F-BE80-602182A81EFF}" srcOrd="2" destOrd="0" presId="urn:microsoft.com/office/officeart/2018/2/layout/IconVerticalSolidList"/>
    <dgm:cxn modelId="{50063870-1DE5-4A97-ADA3-2E941DEC9B90}" type="presParOf" srcId="{FD9284D8-53E9-422D-A675-876773BA211B}" destId="{6F1CBD18-ACB1-4729-8EDF-E150E51676F7}" srcOrd="3" destOrd="0" presId="urn:microsoft.com/office/officeart/2018/2/layout/IconVerticalSolidList"/>
    <dgm:cxn modelId="{AD2F50AF-8E53-4626-B5C1-D5EA5017C47E}" type="presParOf" srcId="{EB7A320D-2A82-4659-BFB0-869C410BE283}" destId="{8A9C50E5-07BC-4441-A3C1-9D52EAF4271C}" srcOrd="3" destOrd="0" presId="urn:microsoft.com/office/officeart/2018/2/layout/IconVerticalSolidList"/>
    <dgm:cxn modelId="{CF83EFDF-7760-47DF-AFCA-4F346DF63407}" type="presParOf" srcId="{EB7A320D-2A82-4659-BFB0-869C410BE283}" destId="{9A44A9C5-2110-4DC5-A909-260BA07F07B4}" srcOrd="4" destOrd="0" presId="urn:microsoft.com/office/officeart/2018/2/layout/IconVerticalSolidList"/>
    <dgm:cxn modelId="{B152AD15-BB23-4290-83C3-F2CB622D2EFA}" type="presParOf" srcId="{9A44A9C5-2110-4DC5-A909-260BA07F07B4}" destId="{D696EC3B-403A-4025-A233-DE2AABFB927A}" srcOrd="0" destOrd="0" presId="urn:microsoft.com/office/officeart/2018/2/layout/IconVerticalSolidList"/>
    <dgm:cxn modelId="{ABEA8871-6297-499B-9CA5-BF562F5BC508}" type="presParOf" srcId="{9A44A9C5-2110-4DC5-A909-260BA07F07B4}" destId="{7B0045BB-C5A6-40A3-9E17-5A43D7EFDE10}" srcOrd="1" destOrd="0" presId="urn:microsoft.com/office/officeart/2018/2/layout/IconVerticalSolidList"/>
    <dgm:cxn modelId="{C9DAA496-BC76-4C47-BBB1-445C3E6E9FB4}" type="presParOf" srcId="{9A44A9C5-2110-4DC5-A909-260BA07F07B4}" destId="{01D67D05-F466-4029-AB88-5CB19B8C5B3A}" srcOrd="2" destOrd="0" presId="urn:microsoft.com/office/officeart/2018/2/layout/IconVerticalSolidList"/>
    <dgm:cxn modelId="{0C50C89F-52F0-4BE2-8851-E36DF16BE234}" type="presParOf" srcId="{9A44A9C5-2110-4DC5-A909-260BA07F07B4}" destId="{7363C98D-4BC9-4EE6-ADAE-DEDEC649800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47834C-E1A8-4B9B-9674-1EED4189CE1A}">
      <dsp:nvSpPr>
        <dsp:cNvPr id="0" name=""/>
        <dsp:cNvSpPr/>
      </dsp:nvSpPr>
      <dsp:spPr>
        <a:xfrm>
          <a:off x="443299" y="831741"/>
          <a:ext cx="1303875" cy="1303875"/>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95F952F-B1F1-4663-8CB1-ADBF147D659C}">
      <dsp:nvSpPr>
        <dsp:cNvPr id="0" name=""/>
        <dsp:cNvSpPr/>
      </dsp:nvSpPr>
      <dsp:spPr>
        <a:xfrm>
          <a:off x="721174" y="1109616"/>
          <a:ext cx="748125" cy="74812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53825D9-65CC-4C21-9512-2868B2652D0C}">
      <dsp:nvSpPr>
        <dsp:cNvPr id="0" name=""/>
        <dsp:cNvSpPr/>
      </dsp:nvSpPr>
      <dsp:spPr>
        <a:xfrm>
          <a:off x="26487" y="2541741"/>
          <a:ext cx="2137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US" sz="1400" kern="1200"/>
            <a:t>Engineering principles for software</a:t>
          </a:r>
        </a:p>
      </dsp:txBody>
      <dsp:txXfrm>
        <a:off x="26487" y="2541741"/>
        <a:ext cx="2137500" cy="720000"/>
      </dsp:txXfrm>
    </dsp:sp>
    <dsp:sp modelId="{23FB6412-C52F-4112-9040-DB582D13D27A}">
      <dsp:nvSpPr>
        <dsp:cNvPr id="0" name=""/>
        <dsp:cNvSpPr/>
      </dsp:nvSpPr>
      <dsp:spPr>
        <a:xfrm>
          <a:off x="2954862" y="831741"/>
          <a:ext cx="1303875" cy="1303875"/>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2B9F685-3CA4-4A32-8332-3D535E069DEC}">
      <dsp:nvSpPr>
        <dsp:cNvPr id="0" name=""/>
        <dsp:cNvSpPr/>
      </dsp:nvSpPr>
      <dsp:spPr>
        <a:xfrm>
          <a:off x="3232737" y="1109616"/>
          <a:ext cx="748125" cy="74812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B3D9BDC-19FD-49A1-B036-3E202F3A8B25}">
      <dsp:nvSpPr>
        <dsp:cNvPr id="0" name=""/>
        <dsp:cNvSpPr/>
      </dsp:nvSpPr>
      <dsp:spPr>
        <a:xfrm>
          <a:off x="2538049" y="2541741"/>
          <a:ext cx="2137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US" sz="1400" kern="1200" dirty="0"/>
            <a:t>Systematic and measurable approach</a:t>
          </a:r>
        </a:p>
      </dsp:txBody>
      <dsp:txXfrm>
        <a:off x="2538049" y="2541741"/>
        <a:ext cx="2137500" cy="720000"/>
      </dsp:txXfrm>
    </dsp:sp>
    <dsp:sp modelId="{C1F8FD64-3A18-4637-B1B0-FECDAB1AB4C9}">
      <dsp:nvSpPr>
        <dsp:cNvPr id="0" name=""/>
        <dsp:cNvSpPr/>
      </dsp:nvSpPr>
      <dsp:spPr>
        <a:xfrm>
          <a:off x="5466424" y="831741"/>
          <a:ext cx="1303875" cy="1303875"/>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31F02D-797A-4C42-AE9E-40BD9DDDEEB2}">
      <dsp:nvSpPr>
        <dsp:cNvPr id="0" name=""/>
        <dsp:cNvSpPr/>
      </dsp:nvSpPr>
      <dsp:spPr>
        <a:xfrm>
          <a:off x="5744299" y="1109616"/>
          <a:ext cx="748125" cy="74812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13B7AF0-C37D-463B-A840-29528F818F69}">
      <dsp:nvSpPr>
        <dsp:cNvPr id="0" name=""/>
        <dsp:cNvSpPr/>
      </dsp:nvSpPr>
      <dsp:spPr>
        <a:xfrm>
          <a:off x="5049612" y="2541741"/>
          <a:ext cx="2137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US" sz="1400" kern="1200" dirty="0"/>
            <a:t>Involves design, development, testing, and maintenance</a:t>
          </a:r>
        </a:p>
      </dsp:txBody>
      <dsp:txXfrm>
        <a:off x="5049612" y="2541741"/>
        <a:ext cx="213750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30D2BD-5086-48DD-8B68-D7A2271226C2}">
      <dsp:nvSpPr>
        <dsp:cNvPr id="0" name=""/>
        <dsp:cNvSpPr/>
      </dsp:nvSpPr>
      <dsp:spPr>
        <a:xfrm>
          <a:off x="-397287" y="5595"/>
          <a:ext cx="8115300" cy="1005391"/>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8257222-071F-44A5-9446-C1CC2F9117B0}">
      <dsp:nvSpPr>
        <dsp:cNvPr id="0" name=""/>
        <dsp:cNvSpPr/>
      </dsp:nvSpPr>
      <dsp:spPr>
        <a:xfrm>
          <a:off x="-93156" y="231808"/>
          <a:ext cx="552965" cy="55296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E9C2785-7620-484D-8578-6AA252F11A6C}">
      <dsp:nvSpPr>
        <dsp:cNvPr id="0" name=""/>
        <dsp:cNvSpPr/>
      </dsp:nvSpPr>
      <dsp:spPr>
        <a:xfrm>
          <a:off x="763939" y="5595"/>
          <a:ext cx="6951801" cy="10053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404" tIns="106404" rIns="106404" bIns="106404" numCol="1" spcCol="1270" anchor="ctr" anchorCtr="0">
          <a:noAutofit/>
        </a:bodyPr>
        <a:lstStyle/>
        <a:p>
          <a:pPr marL="0" lvl="0" indent="0" algn="l" defTabSz="711200">
            <a:lnSpc>
              <a:spcPct val="90000"/>
            </a:lnSpc>
            <a:spcBef>
              <a:spcPct val="0"/>
            </a:spcBef>
            <a:spcAft>
              <a:spcPct val="35000"/>
            </a:spcAft>
            <a:buNone/>
          </a:pPr>
          <a:r>
            <a:rPr lang="en-US" sz="1600" kern="1200"/>
            <a:t>engineering discipline that is concerned with all aspects of software production from the early stages of system specification through to maintaining the system after it has gone into use.</a:t>
          </a:r>
        </a:p>
      </dsp:txBody>
      <dsp:txXfrm>
        <a:off x="763939" y="5595"/>
        <a:ext cx="6951801" cy="1005391"/>
      </dsp:txXfrm>
    </dsp:sp>
    <dsp:sp modelId="{620488D7-4D50-4967-905C-5EF65C89A1FE}">
      <dsp:nvSpPr>
        <dsp:cNvPr id="0" name=""/>
        <dsp:cNvSpPr/>
      </dsp:nvSpPr>
      <dsp:spPr>
        <a:xfrm>
          <a:off x="-397287" y="1262335"/>
          <a:ext cx="8115300" cy="1005391"/>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488311B-5C4D-43A9-87A5-C344775008A4}">
      <dsp:nvSpPr>
        <dsp:cNvPr id="0" name=""/>
        <dsp:cNvSpPr/>
      </dsp:nvSpPr>
      <dsp:spPr>
        <a:xfrm>
          <a:off x="-93156" y="1488548"/>
          <a:ext cx="552965" cy="55296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DEFF98C-E86B-489A-82A5-A5F817318A27}">
      <dsp:nvSpPr>
        <dsp:cNvPr id="0" name=""/>
        <dsp:cNvSpPr/>
      </dsp:nvSpPr>
      <dsp:spPr>
        <a:xfrm>
          <a:off x="763939" y="1262335"/>
          <a:ext cx="3651885" cy="10053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404" tIns="106404" rIns="106404" bIns="106404" numCol="1" spcCol="1270" anchor="ctr" anchorCtr="0">
          <a:noAutofit/>
        </a:bodyPr>
        <a:lstStyle/>
        <a:p>
          <a:pPr marL="0" lvl="0" indent="0" algn="l" defTabSz="711200">
            <a:lnSpc>
              <a:spcPct val="90000"/>
            </a:lnSpc>
            <a:spcBef>
              <a:spcPct val="0"/>
            </a:spcBef>
            <a:spcAft>
              <a:spcPct val="35000"/>
            </a:spcAft>
            <a:buNone/>
          </a:pPr>
          <a:r>
            <a:rPr lang="en-US" sz="1600" kern="1200"/>
            <a:t>Engineering discipline</a:t>
          </a:r>
        </a:p>
      </dsp:txBody>
      <dsp:txXfrm>
        <a:off x="763939" y="1262335"/>
        <a:ext cx="3651885" cy="1005391"/>
      </dsp:txXfrm>
    </dsp:sp>
    <dsp:sp modelId="{358D72A3-27F5-437F-BA18-E78AB93A17FE}">
      <dsp:nvSpPr>
        <dsp:cNvPr id="0" name=""/>
        <dsp:cNvSpPr/>
      </dsp:nvSpPr>
      <dsp:spPr>
        <a:xfrm>
          <a:off x="3195548" y="1204253"/>
          <a:ext cx="4571242" cy="10053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404" tIns="106404" rIns="106404" bIns="106404" numCol="1" spcCol="1270" anchor="ctr" anchorCtr="0">
          <a:noAutofit/>
        </a:bodyPr>
        <a:lstStyle/>
        <a:p>
          <a:pPr marL="0" lvl="0" indent="0" algn="l" defTabSz="711200">
            <a:lnSpc>
              <a:spcPct val="90000"/>
            </a:lnSpc>
            <a:spcBef>
              <a:spcPct val="0"/>
            </a:spcBef>
            <a:spcAft>
              <a:spcPct val="35000"/>
            </a:spcAft>
            <a:buNone/>
          </a:pPr>
          <a:r>
            <a:rPr lang="en-US" sz="1600" kern="1200" dirty="0"/>
            <a:t>appropriate theories and methods to solve problems bearing in mind organizational and financial constraints.</a:t>
          </a:r>
        </a:p>
      </dsp:txBody>
      <dsp:txXfrm>
        <a:off x="3195548" y="1204253"/>
        <a:ext cx="4571242" cy="1005391"/>
      </dsp:txXfrm>
    </dsp:sp>
    <dsp:sp modelId="{ED8AAFA3-784F-4A23-AB90-B9CB718C3833}">
      <dsp:nvSpPr>
        <dsp:cNvPr id="0" name=""/>
        <dsp:cNvSpPr/>
      </dsp:nvSpPr>
      <dsp:spPr>
        <a:xfrm>
          <a:off x="-397287" y="2519074"/>
          <a:ext cx="8115300" cy="1005391"/>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DFAB0BD-773D-4B85-B8A8-19DB4081DB36}">
      <dsp:nvSpPr>
        <dsp:cNvPr id="0" name=""/>
        <dsp:cNvSpPr/>
      </dsp:nvSpPr>
      <dsp:spPr>
        <a:xfrm>
          <a:off x="-93156" y="2745287"/>
          <a:ext cx="552965" cy="55296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0694722-C096-40C6-B539-ED579A40F8B6}">
      <dsp:nvSpPr>
        <dsp:cNvPr id="0" name=""/>
        <dsp:cNvSpPr/>
      </dsp:nvSpPr>
      <dsp:spPr>
        <a:xfrm>
          <a:off x="763939" y="2519074"/>
          <a:ext cx="3651885" cy="10053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404" tIns="106404" rIns="106404" bIns="106404" numCol="1" spcCol="1270" anchor="ctr" anchorCtr="0">
          <a:noAutofit/>
        </a:bodyPr>
        <a:lstStyle/>
        <a:p>
          <a:pPr marL="0" lvl="0" indent="0" algn="l" defTabSz="711200">
            <a:lnSpc>
              <a:spcPct val="90000"/>
            </a:lnSpc>
            <a:spcBef>
              <a:spcPct val="0"/>
            </a:spcBef>
            <a:spcAft>
              <a:spcPct val="35000"/>
            </a:spcAft>
            <a:buNone/>
          </a:pPr>
          <a:r>
            <a:rPr lang="en-US" sz="1600" kern="1200" dirty="0"/>
            <a:t>All aspects of software </a:t>
          </a:r>
        </a:p>
        <a:p>
          <a:pPr marL="0" lvl="0" indent="0" algn="l" defTabSz="711200">
            <a:lnSpc>
              <a:spcPct val="90000"/>
            </a:lnSpc>
            <a:spcBef>
              <a:spcPct val="0"/>
            </a:spcBef>
            <a:spcAft>
              <a:spcPct val="35000"/>
            </a:spcAft>
            <a:buNone/>
          </a:pPr>
          <a:r>
            <a:rPr lang="en-US" sz="1600" kern="1200" dirty="0"/>
            <a:t>production</a:t>
          </a:r>
        </a:p>
      </dsp:txBody>
      <dsp:txXfrm>
        <a:off x="763939" y="2519074"/>
        <a:ext cx="3651885" cy="1005391"/>
      </dsp:txXfrm>
    </dsp:sp>
    <dsp:sp modelId="{7EC7F58D-EA30-4886-A36E-B92C6B7A2D85}">
      <dsp:nvSpPr>
        <dsp:cNvPr id="0" name=""/>
        <dsp:cNvSpPr/>
      </dsp:nvSpPr>
      <dsp:spPr>
        <a:xfrm>
          <a:off x="3094323" y="2524670"/>
          <a:ext cx="4893610" cy="10053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404" tIns="106404" rIns="106404" bIns="106404" numCol="1" spcCol="1270" anchor="ctr" anchorCtr="0">
          <a:noAutofit/>
        </a:bodyPr>
        <a:lstStyle/>
        <a:p>
          <a:pPr marL="0" lvl="0" indent="0" algn="l" defTabSz="622300">
            <a:lnSpc>
              <a:spcPct val="90000"/>
            </a:lnSpc>
            <a:spcBef>
              <a:spcPct val="0"/>
            </a:spcBef>
            <a:spcAft>
              <a:spcPct val="35000"/>
            </a:spcAft>
            <a:buNone/>
          </a:pPr>
          <a:r>
            <a:rPr lang="en-US" sz="1400" kern="1200" dirty="0"/>
            <a:t>Not just technical process of development. Also project management and the development of tools, methods etc. to support software production.</a:t>
          </a:r>
        </a:p>
      </dsp:txBody>
      <dsp:txXfrm>
        <a:off x="3094323" y="2524670"/>
        <a:ext cx="4893610" cy="100539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885860-1CFC-5C4A-8470-EDF6F18515C0}">
      <dsp:nvSpPr>
        <dsp:cNvPr id="0" name=""/>
        <dsp:cNvSpPr/>
      </dsp:nvSpPr>
      <dsp:spPr>
        <a:xfrm>
          <a:off x="990" y="477524"/>
          <a:ext cx="3477136" cy="2207981"/>
        </a:xfrm>
        <a:prstGeom prst="roundRect">
          <a:avLst>
            <a:gd name="adj" fmla="val 10000"/>
          </a:avLst>
        </a:prstGeom>
        <a:gradFill rotWithShape="0">
          <a:gsLst>
            <a:gs pos="0">
              <a:schemeClr val="accent1">
                <a:hueOff val="0"/>
                <a:satOff val="0"/>
                <a:lumOff val="0"/>
                <a:alphaOff val="0"/>
                <a:tint val="96000"/>
                <a:satMod val="100000"/>
                <a:lumMod val="104000"/>
              </a:schemeClr>
            </a:gs>
            <a:gs pos="78000">
              <a:schemeClr val="accent1">
                <a:hueOff val="0"/>
                <a:satOff val="0"/>
                <a:lumOff val="0"/>
                <a:alphaOff val="0"/>
                <a:shade val="100000"/>
                <a:satMod val="110000"/>
                <a:lumMod val="100000"/>
              </a:schemeClr>
            </a:gs>
          </a:gsLst>
          <a:lin ang="5400000" scaled="0"/>
        </a:gradFill>
        <a:ln>
          <a:noFill/>
        </a:ln>
        <a:effectLst/>
        <a:scene3d>
          <a:camera prst="orthographicFront">
            <a:rot lat="0" lon="0" rev="0"/>
          </a:camera>
          <a:lightRig rig="threePt" dir="t"/>
        </a:scene3d>
        <a:sp3d>
          <a:bevelT w="25400" h="12700"/>
        </a:sp3d>
      </dsp:spPr>
      <dsp:style>
        <a:lnRef idx="0">
          <a:scrgbClr r="0" g="0" b="0"/>
        </a:lnRef>
        <a:fillRef idx="3">
          <a:scrgbClr r="0" g="0" b="0"/>
        </a:fillRef>
        <a:effectRef idx="2">
          <a:scrgbClr r="0" g="0" b="0"/>
        </a:effectRef>
        <a:fontRef idx="minor">
          <a:schemeClr val="lt1"/>
        </a:fontRef>
      </dsp:style>
    </dsp:sp>
    <dsp:sp modelId="{0657B6AD-92E6-854B-90AB-D45347FD2DBD}">
      <dsp:nvSpPr>
        <dsp:cNvPr id="0" name=""/>
        <dsp:cNvSpPr/>
      </dsp:nvSpPr>
      <dsp:spPr>
        <a:xfrm>
          <a:off x="387339" y="844555"/>
          <a:ext cx="3477136" cy="2207981"/>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GB" sz="1900" kern="1200" dirty="0"/>
            <a:t>- Rely on advanced software systems. </a:t>
          </a:r>
        </a:p>
        <a:p>
          <a:pPr marL="0" lvl="0" indent="0" algn="l" defTabSz="844550">
            <a:lnSpc>
              <a:spcPct val="90000"/>
            </a:lnSpc>
            <a:spcBef>
              <a:spcPct val="0"/>
            </a:spcBef>
            <a:spcAft>
              <a:spcPct val="35000"/>
            </a:spcAft>
            <a:buNone/>
          </a:pPr>
          <a:r>
            <a:rPr lang="en-GB" sz="1900" kern="1200" dirty="0"/>
            <a:t>- We need to be able to produce reliable and trustworthy systems economically and quickly.</a:t>
          </a:r>
          <a:endParaRPr lang="en-US" sz="1900" kern="1200" dirty="0"/>
        </a:p>
      </dsp:txBody>
      <dsp:txXfrm>
        <a:off x="452009" y="909225"/>
        <a:ext cx="3347796" cy="2078641"/>
      </dsp:txXfrm>
    </dsp:sp>
    <dsp:sp modelId="{071D2CAA-8C39-954E-86D7-46239FF19A32}">
      <dsp:nvSpPr>
        <dsp:cNvPr id="0" name=""/>
        <dsp:cNvSpPr/>
      </dsp:nvSpPr>
      <dsp:spPr>
        <a:xfrm>
          <a:off x="4250824" y="477524"/>
          <a:ext cx="3477136" cy="2207981"/>
        </a:xfrm>
        <a:prstGeom prst="roundRect">
          <a:avLst>
            <a:gd name="adj" fmla="val 10000"/>
          </a:avLst>
        </a:prstGeom>
        <a:gradFill rotWithShape="0">
          <a:gsLst>
            <a:gs pos="0">
              <a:schemeClr val="accent1">
                <a:hueOff val="0"/>
                <a:satOff val="0"/>
                <a:lumOff val="0"/>
                <a:alphaOff val="0"/>
                <a:tint val="96000"/>
                <a:satMod val="100000"/>
                <a:lumMod val="104000"/>
              </a:schemeClr>
            </a:gs>
            <a:gs pos="78000">
              <a:schemeClr val="accent1">
                <a:hueOff val="0"/>
                <a:satOff val="0"/>
                <a:lumOff val="0"/>
                <a:alphaOff val="0"/>
                <a:shade val="100000"/>
                <a:satMod val="110000"/>
                <a:lumMod val="100000"/>
              </a:schemeClr>
            </a:gs>
          </a:gsLst>
          <a:lin ang="5400000" scaled="0"/>
        </a:gradFill>
        <a:ln>
          <a:noFill/>
        </a:ln>
        <a:effectLst/>
        <a:scene3d>
          <a:camera prst="orthographicFront">
            <a:rot lat="0" lon="0" rev="0"/>
          </a:camera>
          <a:lightRig rig="threePt" dir="t"/>
        </a:scene3d>
        <a:sp3d>
          <a:bevelT w="25400" h="12700"/>
        </a:sp3d>
      </dsp:spPr>
      <dsp:style>
        <a:lnRef idx="0">
          <a:scrgbClr r="0" g="0" b="0"/>
        </a:lnRef>
        <a:fillRef idx="3">
          <a:scrgbClr r="0" g="0" b="0"/>
        </a:fillRef>
        <a:effectRef idx="2">
          <a:scrgbClr r="0" g="0" b="0"/>
        </a:effectRef>
        <a:fontRef idx="minor">
          <a:schemeClr val="lt1"/>
        </a:fontRef>
      </dsp:style>
    </dsp:sp>
    <dsp:sp modelId="{56822E26-3802-024B-9C8D-ED711B00B14D}">
      <dsp:nvSpPr>
        <dsp:cNvPr id="0" name=""/>
        <dsp:cNvSpPr/>
      </dsp:nvSpPr>
      <dsp:spPr>
        <a:xfrm>
          <a:off x="4637172" y="844555"/>
          <a:ext cx="3477136" cy="2207981"/>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GB" sz="1900" kern="1200" dirty="0"/>
            <a:t>- Cheaper, in the long run, to use software engineering methods and techniques for software systems rather than just write the programs</a:t>
          </a:r>
          <a:endParaRPr lang="en-US" sz="1900" kern="1200" dirty="0"/>
        </a:p>
      </dsp:txBody>
      <dsp:txXfrm>
        <a:off x="4701842" y="909225"/>
        <a:ext cx="3347796" cy="207864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D4AFCA-C9A2-8841-83FC-3E0C306E7A4C}">
      <dsp:nvSpPr>
        <dsp:cNvPr id="0" name=""/>
        <dsp:cNvSpPr/>
      </dsp:nvSpPr>
      <dsp:spPr>
        <a:xfrm>
          <a:off x="0" y="0"/>
          <a:ext cx="6131559" cy="1228044"/>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Manages software complexity</a:t>
          </a:r>
        </a:p>
      </dsp:txBody>
      <dsp:txXfrm>
        <a:off x="35968" y="35968"/>
        <a:ext cx="4806404" cy="1156108"/>
      </dsp:txXfrm>
    </dsp:sp>
    <dsp:sp modelId="{C1C64451-3F0D-E94C-AE1F-D37199727263}">
      <dsp:nvSpPr>
        <dsp:cNvPr id="0" name=""/>
        <dsp:cNvSpPr/>
      </dsp:nvSpPr>
      <dsp:spPr>
        <a:xfrm>
          <a:off x="541020" y="1432718"/>
          <a:ext cx="6131559" cy="1228044"/>
        </a:xfrm>
        <a:prstGeom prst="roundRect">
          <a:avLst>
            <a:gd name="adj" fmla="val 10000"/>
          </a:avLst>
        </a:prstGeom>
        <a:solidFill>
          <a:schemeClr val="accent2">
            <a:hueOff val="574745"/>
            <a:satOff val="-9386"/>
            <a:lumOff val="588"/>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Enhances quality and maintainability</a:t>
          </a:r>
        </a:p>
      </dsp:txBody>
      <dsp:txXfrm>
        <a:off x="576988" y="1468686"/>
        <a:ext cx="4720375" cy="1156108"/>
      </dsp:txXfrm>
    </dsp:sp>
    <dsp:sp modelId="{389CBEB4-CD33-094C-BD0F-FE2FF97F5F5B}">
      <dsp:nvSpPr>
        <dsp:cNvPr id="0" name=""/>
        <dsp:cNvSpPr/>
      </dsp:nvSpPr>
      <dsp:spPr>
        <a:xfrm>
          <a:off x="1082040" y="2865437"/>
          <a:ext cx="6131559" cy="1228044"/>
        </a:xfrm>
        <a:prstGeom prst="roundRect">
          <a:avLst>
            <a:gd name="adj" fmla="val 10000"/>
          </a:avLst>
        </a:prstGeom>
        <a:solidFill>
          <a:schemeClr val="accent2">
            <a:hueOff val="1149490"/>
            <a:satOff val="-18772"/>
            <a:lumOff val="1176"/>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Enables large-scale system development</a:t>
          </a:r>
        </a:p>
      </dsp:txBody>
      <dsp:txXfrm>
        <a:off x="1118008" y="2901405"/>
        <a:ext cx="4720375" cy="1156108"/>
      </dsp:txXfrm>
    </dsp:sp>
    <dsp:sp modelId="{F680AF95-CAF5-3849-A0BC-2EE1D95642D7}">
      <dsp:nvSpPr>
        <dsp:cNvPr id="0" name=""/>
        <dsp:cNvSpPr/>
      </dsp:nvSpPr>
      <dsp:spPr>
        <a:xfrm>
          <a:off x="5333331" y="931267"/>
          <a:ext cx="798228" cy="798228"/>
        </a:xfrm>
        <a:prstGeom prst="downArrow">
          <a:avLst>
            <a:gd name="adj1" fmla="val 55000"/>
            <a:gd name="adj2" fmla="val 45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5512932" y="931267"/>
        <a:ext cx="439026" cy="600667"/>
      </dsp:txXfrm>
    </dsp:sp>
    <dsp:sp modelId="{99B07B2A-4B16-694D-A576-49C739C1016D}">
      <dsp:nvSpPr>
        <dsp:cNvPr id="0" name=""/>
        <dsp:cNvSpPr/>
      </dsp:nvSpPr>
      <dsp:spPr>
        <a:xfrm>
          <a:off x="5874351" y="2355798"/>
          <a:ext cx="798228" cy="798228"/>
        </a:xfrm>
        <a:prstGeom prst="downArrow">
          <a:avLst>
            <a:gd name="adj1" fmla="val 55000"/>
            <a:gd name="adj2" fmla="val 45000"/>
          </a:avLst>
        </a:prstGeom>
        <a:solidFill>
          <a:schemeClr val="accent2">
            <a:tint val="40000"/>
            <a:alpha val="90000"/>
            <a:hueOff val="1492659"/>
            <a:satOff val="-27750"/>
            <a:lumOff val="-1290"/>
            <a:alphaOff val="0"/>
          </a:schemeClr>
        </a:solidFill>
        <a:ln w="12700" cap="flat" cmpd="sng" algn="ctr">
          <a:solidFill>
            <a:schemeClr val="accent2">
              <a:tint val="40000"/>
              <a:alpha val="90000"/>
              <a:hueOff val="1492659"/>
              <a:satOff val="-27750"/>
              <a:lumOff val="-129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6053952" y="2355798"/>
        <a:ext cx="439026" cy="60066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5DE435-747F-784D-B4DC-9F4A9C7F3E06}">
      <dsp:nvSpPr>
        <dsp:cNvPr id="0" name=""/>
        <dsp:cNvSpPr/>
      </dsp:nvSpPr>
      <dsp:spPr>
        <a:xfrm>
          <a:off x="0" y="545509"/>
          <a:ext cx="2028824" cy="128830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A46DC67-1699-A543-8B6B-79C4811623EA}">
      <dsp:nvSpPr>
        <dsp:cNvPr id="0" name=""/>
        <dsp:cNvSpPr/>
      </dsp:nvSpPr>
      <dsp:spPr>
        <a:xfrm>
          <a:off x="225425" y="759663"/>
          <a:ext cx="2028824" cy="128830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 Software: intangible, changeable</a:t>
          </a:r>
        </a:p>
      </dsp:txBody>
      <dsp:txXfrm>
        <a:off x="263158" y="797396"/>
        <a:ext cx="1953358" cy="1212837"/>
      </dsp:txXfrm>
    </dsp:sp>
    <dsp:sp modelId="{944D00DA-3360-5D4D-A70C-D3D89CB276B1}">
      <dsp:nvSpPr>
        <dsp:cNvPr id="0" name=""/>
        <dsp:cNvSpPr/>
      </dsp:nvSpPr>
      <dsp:spPr>
        <a:xfrm>
          <a:off x="2479675" y="545509"/>
          <a:ext cx="2028824" cy="128830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107A899-15A3-3442-95F4-686FE02EC414}">
      <dsp:nvSpPr>
        <dsp:cNvPr id="0" name=""/>
        <dsp:cNvSpPr/>
      </dsp:nvSpPr>
      <dsp:spPr>
        <a:xfrm>
          <a:off x="2705100" y="759663"/>
          <a:ext cx="2028824" cy="128830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 Hardware: tangible, static</a:t>
          </a:r>
        </a:p>
      </dsp:txBody>
      <dsp:txXfrm>
        <a:off x="2742833" y="797396"/>
        <a:ext cx="1953358" cy="1212837"/>
      </dsp:txXfrm>
    </dsp:sp>
    <dsp:sp modelId="{0AF358D4-A82F-F74F-B431-84AE04D962D6}">
      <dsp:nvSpPr>
        <dsp:cNvPr id="0" name=""/>
        <dsp:cNvSpPr/>
      </dsp:nvSpPr>
      <dsp:spPr>
        <a:xfrm>
          <a:off x="4959349" y="545509"/>
          <a:ext cx="2028824" cy="128830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0BC225B-7F05-0E4B-B5CB-E28F3ECB4009}">
      <dsp:nvSpPr>
        <dsp:cNvPr id="0" name=""/>
        <dsp:cNvSpPr/>
      </dsp:nvSpPr>
      <dsp:spPr>
        <a:xfrm>
          <a:off x="5184774" y="759663"/>
          <a:ext cx="2028824" cy="128830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 Different lifecycle and maintenance</a:t>
          </a:r>
        </a:p>
      </dsp:txBody>
      <dsp:txXfrm>
        <a:off x="5222507" y="797396"/>
        <a:ext cx="1953358" cy="121283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CA9D31-3D8D-4798-9159-4126062E6990}">
      <dsp:nvSpPr>
        <dsp:cNvPr id="0" name=""/>
        <dsp:cNvSpPr/>
      </dsp:nvSpPr>
      <dsp:spPr>
        <a:xfrm>
          <a:off x="0" y="665190"/>
          <a:ext cx="7213600" cy="1228044"/>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E89ED27-6C35-4AB1-A74C-DF09149742B2}">
      <dsp:nvSpPr>
        <dsp:cNvPr id="0" name=""/>
        <dsp:cNvSpPr/>
      </dsp:nvSpPr>
      <dsp:spPr>
        <a:xfrm>
          <a:off x="371483" y="941500"/>
          <a:ext cx="675424" cy="67542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3D2DF07-7B5A-4319-B9D9-9BD4BA00268A}">
      <dsp:nvSpPr>
        <dsp:cNvPr id="0" name=""/>
        <dsp:cNvSpPr/>
      </dsp:nvSpPr>
      <dsp:spPr>
        <a:xfrm>
          <a:off x="1418391" y="665190"/>
          <a:ext cx="5795208" cy="1228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968" tIns="129968" rIns="129968" bIns="129968" numCol="1" spcCol="1270" anchor="ctr" anchorCtr="0">
          <a:noAutofit/>
        </a:bodyPr>
        <a:lstStyle/>
        <a:p>
          <a:pPr marL="0" lvl="0" indent="0" algn="l" defTabSz="1022350">
            <a:lnSpc>
              <a:spcPct val="90000"/>
            </a:lnSpc>
            <a:spcBef>
              <a:spcPct val="0"/>
            </a:spcBef>
            <a:spcAft>
              <a:spcPct val="35000"/>
            </a:spcAft>
            <a:buNone/>
          </a:pPr>
          <a:r>
            <a:rPr lang="en-US" sz="2300" kern="1200" dirty="0"/>
            <a:t>Phases: Requirements, Design, Implementation, Testing, Deployment, Maintenance</a:t>
          </a:r>
        </a:p>
      </dsp:txBody>
      <dsp:txXfrm>
        <a:off x="1418391" y="665190"/>
        <a:ext cx="5795208" cy="1228044"/>
      </dsp:txXfrm>
    </dsp:sp>
    <dsp:sp modelId="{C4530C78-688B-4EAE-821E-5B55815A16D5}">
      <dsp:nvSpPr>
        <dsp:cNvPr id="0" name=""/>
        <dsp:cNvSpPr/>
      </dsp:nvSpPr>
      <dsp:spPr>
        <a:xfrm>
          <a:off x="0" y="2200246"/>
          <a:ext cx="7213600" cy="1228044"/>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CB65F2-1E54-4BF5-966A-3857FDFB1156}">
      <dsp:nvSpPr>
        <dsp:cNvPr id="0" name=""/>
        <dsp:cNvSpPr/>
      </dsp:nvSpPr>
      <dsp:spPr>
        <a:xfrm>
          <a:off x="371483" y="2476556"/>
          <a:ext cx="675424" cy="67542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DE5C931-3041-4FDB-AFC3-35ECE44A243D}">
      <dsp:nvSpPr>
        <dsp:cNvPr id="0" name=""/>
        <dsp:cNvSpPr/>
      </dsp:nvSpPr>
      <dsp:spPr>
        <a:xfrm>
          <a:off x="1418391" y="2200246"/>
          <a:ext cx="5795208" cy="1228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968" tIns="129968" rIns="129968" bIns="129968" numCol="1" spcCol="1270" anchor="ctr" anchorCtr="0">
          <a:noAutofit/>
        </a:bodyPr>
        <a:lstStyle/>
        <a:p>
          <a:pPr marL="0" lvl="0" indent="0" algn="l" defTabSz="1022350">
            <a:lnSpc>
              <a:spcPct val="90000"/>
            </a:lnSpc>
            <a:spcBef>
              <a:spcPct val="0"/>
            </a:spcBef>
            <a:spcAft>
              <a:spcPct val="35000"/>
            </a:spcAft>
            <a:buNone/>
          </a:pPr>
          <a:r>
            <a:rPr lang="en-US" sz="2300" kern="1200" dirty="0"/>
            <a:t>Iterative feedback loops</a:t>
          </a:r>
        </a:p>
      </dsp:txBody>
      <dsp:txXfrm>
        <a:off x="1418391" y="2200246"/>
        <a:ext cx="5795208" cy="122804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414A72-300D-49B5-B46F-FBCA91045F09}">
      <dsp:nvSpPr>
        <dsp:cNvPr id="0" name=""/>
        <dsp:cNvSpPr/>
      </dsp:nvSpPr>
      <dsp:spPr>
        <a:xfrm>
          <a:off x="0" y="588"/>
          <a:ext cx="5019610" cy="137771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A212AB5-F42A-4FDC-B521-B5695848CE75}">
      <dsp:nvSpPr>
        <dsp:cNvPr id="0" name=""/>
        <dsp:cNvSpPr/>
      </dsp:nvSpPr>
      <dsp:spPr>
        <a:xfrm>
          <a:off x="416759" y="310575"/>
          <a:ext cx="757744" cy="75774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BED6B4D-5CFA-407F-A83D-A6D476D3E5F6}">
      <dsp:nvSpPr>
        <dsp:cNvPr id="0" name=""/>
        <dsp:cNvSpPr/>
      </dsp:nvSpPr>
      <dsp:spPr>
        <a:xfrm>
          <a:off x="1591264" y="588"/>
          <a:ext cx="3428345" cy="13777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5808" tIns="145808" rIns="145808" bIns="145808" numCol="1" spcCol="1270" anchor="ctr" anchorCtr="0">
          <a:noAutofit/>
        </a:bodyPr>
        <a:lstStyle/>
        <a:p>
          <a:pPr marL="0" lvl="0" indent="0" algn="l" defTabSz="1111250">
            <a:lnSpc>
              <a:spcPct val="90000"/>
            </a:lnSpc>
            <a:spcBef>
              <a:spcPct val="0"/>
            </a:spcBef>
            <a:spcAft>
              <a:spcPct val="35000"/>
            </a:spcAft>
            <a:buNone/>
          </a:pPr>
          <a:r>
            <a:rPr lang="en-US" sz="2500" kern="1200" dirty="0"/>
            <a:t>Unit, Integration, System, Acceptance</a:t>
          </a:r>
        </a:p>
      </dsp:txBody>
      <dsp:txXfrm>
        <a:off x="1591264" y="588"/>
        <a:ext cx="3428345" cy="1377717"/>
      </dsp:txXfrm>
    </dsp:sp>
    <dsp:sp modelId="{776A438E-07A6-4A29-888E-96777691ADF5}">
      <dsp:nvSpPr>
        <dsp:cNvPr id="0" name=""/>
        <dsp:cNvSpPr/>
      </dsp:nvSpPr>
      <dsp:spPr>
        <a:xfrm>
          <a:off x="0" y="1722736"/>
          <a:ext cx="5019610" cy="137771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A4737EA-711E-4AE6-B117-0479C1BC4CE8}">
      <dsp:nvSpPr>
        <dsp:cNvPr id="0" name=""/>
        <dsp:cNvSpPr/>
      </dsp:nvSpPr>
      <dsp:spPr>
        <a:xfrm>
          <a:off x="416759" y="2032722"/>
          <a:ext cx="757744" cy="75774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CBAB66B-7287-464D-822D-6F8047FA38D6}">
      <dsp:nvSpPr>
        <dsp:cNvPr id="0" name=""/>
        <dsp:cNvSpPr/>
      </dsp:nvSpPr>
      <dsp:spPr>
        <a:xfrm>
          <a:off x="1591264" y="1722736"/>
          <a:ext cx="3428345" cy="13777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5808" tIns="145808" rIns="145808" bIns="145808" numCol="1" spcCol="1270" anchor="ctr" anchorCtr="0">
          <a:noAutofit/>
        </a:bodyPr>
        <a:lstStyle/>
        <a:p>
          <a:pPr marL="0" lvl="0" indent="0" algn="l" defTabSz="1111250">
            <a:lnSpc>
              <a:spcPct val="90000"/>
            </a:lnSpc>
            <a:spcBef>
              <a:spcPct val="0"/>
            </a:spcBef>
            <a:spcAft>
              <a:spcPct val="35000"/>
            </a:spcAft>
            <a:buNone/>
          </a:pPr>
          <a:r>
            <a:rPr lang="en-US" sz="2500" kern="1200" dirty="0"/>
            <a:t>Manual vs. Automated</a:t>
          </a:r>
        </a:p>
      </dsp:txBody>
      <dsp:txXfrm>
        <a:off x="1591264" y="1722736"/>
        <a:ext cx="3428345" cy="1377717"/>
      </dsp:txXfrm>
    </dsp:sp>
    <dsp:sp modelId="{0A4A2318-1ADF-4640-A03D-E7E089E215A8}">
      <dsp:nvSpPr>
        <dsp:cNvPr id="0" name=""/>
        <dsp:cNvSpPr/>
      </dsp:nvSpPr>
      <dsp:spPr>
        <a:xfrm>
          <a:off x="0" y="3444883"/>
          <a:ext cx="5019610" cy="137771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D43E907-D574-4EB8-A02F-E4BB2BD74E82}">
      <dsp:nvSpPr>
        <dsp:cNvPr id="0" name=""/>
        <dsp:cNvSpPr/>
      </dsp:nvSpPr>
      <dsp:spPr>
        <a:xfrm>
          <a:off x="416759" y="3754869"/>
          <a:ext cx="757744" cy="75774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83E5222-FD9F-4C1A-905B-A7F9AD540220}">
      <dsp:nvSpPr>
        <dsp:cNvPr id="0" name=""/>
        <dsp:cNvSpPr/>
      </dsp:nvSpPr>
      <dsp:spPr>
        <a:xfrm>
          <a:off x="1591264" y="3444883"/>
          <a:ext cx="3428345" cy="13777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5808" tIns="145808" rIns="145808" bIns="145808" numCol="1" spcCol="1270" anchor="ctr" anchorCtr="0">
          <a:noAutofit/>
        </a:bodyPr>
        <a:lstStyle/>
        <a:p>
          <a:pPr marL="0" lvl="0" indent="0" algn="l" defTabSz="1111250">
            <a:lnSpc>
              <a:spcPct val="90000"/>
            </a:lnSpc>
            <a:spcBef>
              <a:spcPct val="0"/>
            </a:spcBef>
            <a:spcAft>
              <a:spcPct val="35000"/>
            </a:spcAft>
            <a:buNone/>
          </a:pPr>
          <a:r>
            <a:rPr lang="en-US" sz="2500" kern="1200" dirty="0"/>
            <a:t>Debugging and validation</a:t>
          </a:r>
        </a:p>
      </dsp:txBody>
      <dsp:txXfrm>
        <a:off x="1591264" y="3444883"/>
        <a:ext cx="3428345" cy="137771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3F8999-ED17-4C66-8E77-AB7AC07790CF}">
      <dsp:nvSpPr>
        <dsp:cNvPr id="0" name=""/>
        <dsp:cNvSpPr/>
      </dsp:nvSpPr>
      <dsp:spPr>
        <a:xfrm>
          <a:off x="613109" y="885109"/>
          <a:ext cx="962257" cy="96225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734AF09-E416-43F4-A428-D618913C1493}">
      <dsp:nvSpPr>
        <dsp:cNvPr id="0" name=""/>
        <dsp:cNvSpPr/>
      </dsp:nvSpPr>
      <dsp:spPr>
        <a:xfrm>
          <a:off x="25063" y="2195872"/>
          <a:ext cx="2138350" cy="101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US" sz="1600" kern="1200" dirty="0"/>
            <a:t>-</a:t>
          </a:r>
          <a:r>
            <a:rPr lang="en-US" sz="1800" kern="1200" dirty="0"/>
            <a:t>Types: Corrective, Adaptive, Perfective, Preventive</a:t>
          </a:r>
          <a:endParaRPr lang="en-US" sz="1600" kern="1200" dirty="0"/>
        </a:p>
      </dsp:txBody>
      <dsp:txXfrm>
        <a:off x="25063" y="2195872"/>
        <a:ext cx="2138350" cy="1012500"/>
      </dsp:txXfrm>
    </dsp:sp>
    <dsp:sp modelId="{3B30D413-71B3-4D28-B635-DC703EE2162B}">
      <dsp:nvSpPr>
        <dsp:cNvPr id="0" name=""/>
        <dsp:cNvSpPr/>
      </dsp:nvSpPr>
      <dsp:spPr>
        <a:xfrm>
          <a:off x="3125671" y="885109"/>
          <a:ext cx="962257" cy="96225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D6A6F33-131A-4BFA-A502-7D7CBE0710F2}">
      <dsp:nvSpPr>
        <dsp:cNvPr id="0" name=""/>
        <dsp:cNvSpPr/>
      </dsp:nvSpPr>
      <dsp:spPr>
        <a:xfrm>
          <a:off x="2537624" y="2195872"/>
          <a:ext cx="2138350" cy="101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90000"/>
            </a:lnSpc>
            <a:spcBef>
              <a:spcPct val="0"/>
            </a:spcBef>
            <a:spcAft>
              <a:spcPct val="35000"/>
            </a:spcAft>
            <a:buNone/>
          </a:pPr>
          <a:r>
            <a:rPr lang="en-US" sz="2400" kern="1200" dirty="0"/>
            <a:t>Significant part of lifecycle</a:t>
          </a:r>
        </a:p>
      </dsp:txBody>
      <dsp:txXfrm>
        <a:off x="2537624" y="2195872"/>
        <a:ext cx="2138350" cy="1012500"/>
      </dsp:txXfrm>
    </dsp:sp>
    <dsp:sp modelId="{1638ED9A-C6C7-4562-8136-DD6E13DAE6E6}">
      <dsp:nvSpPr>
        <dsp:cNvPr id="0" name=""/>
        <dsp:cNvSpPr/>
      </dsp:nvSpPr>
      <dsp:spPr>
        <a:xfrm>
          <a:off x="5638232" y="885109"/>
          <a:ext cx="962257" cy="96225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3386C9E-F4B4-48B7-85A2-F6D0C68540CD}">
      <dsp:nvSpPr>
        <dsp:cNvPr id="0" name=""/>
        <dsp:cNvSpPr/>
      </dsp:nvSpPr>
      <dsp:spPr>
        <a:xfrm>
          <a:off x="5050186" y="2195872"/>
          <a:ext cx="2138350" cy="101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90000"/>
            </a:lnSpc>
            <a:spcBef>
              <a:spcPct val="0"/>
            </a:spcBef>
            <a:spcAft>
              <a:spcPct val="35000"/>
            </a:spcAft>
            <a:buNone/>
          </a:pPr>
          <a:r>
            <a:rPr lang="en-US" sz="2400" kern="1200" dirty="0"/>
            <a:t>Continuous improvements</a:t>
          </a:r>
        </a:p>
      </dsp:txBody>
      <dsp:txXfrm>
        <a:off x="5050186" y="2195872"/>
        <a:ext cx="2138350" cy="101250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30A521-AA51-43E4-BEA9-430291D7B6A6}">
      <dsp:nvSpPr>
        <dsp:cNvPr id="0" name=""/>
        <dsp:cNvSpPr/>
      </dsp:nvSpPr>
      <dsp:spPr>
        <a:xfrm>
          <a:off x="0" y="499"/>
          <a:ext cx="7213600" cy="11692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F534F52-7451-40CF-A385-B5E72F9A7948}">
      <dsp:nvSpPr>
        <dsp:cNvPr id="0" name=""/>
        <dsp:cNvSpPr/>
      </dsp:nvSpPr>
      <dsp:spPr>
        <a:xfrm>
          <a:off x="353707" y="263587"/>
          <a:ext cx="643104" cy="64310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669899B-A53C-41DC-AF61-24A431CBE574}">
      <dsp:nvSpPr>
        <dsp:cNvPr id="0" name=""/>
        <dsp:cNvSpPr/>
      </dsp:nvSpPr>
      <dsp:spPr>
        <a:xfrm>
          <a:off x="1350519" y="499"/>
          <a:ext cx="5863080" cy="116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749" tIns="123749" rIns="123749" bIns="123749" numCol="1" spcCol="1270" anchor="ctr" anchorCtr="0">
          <a:noAutofit/>
        </a:bodyPr>
        <a:lstStyle/>
        <a:p>
          <a:pPr marL="0" lvl="0" indent="0" algn="l" defTabSz="1111250">
            <a:lnSpc>
              <a:spcPct val="90000"/>
            </a:lnSpc>
            <a:spcBef>
              <a:spcPct val="0"/>
            </a:spcBef>
            <a:spcAft>
              <a:spcPct val="35000"/>
            </a:spcAft>
            <a:buNone/>
          </a:pPr>
          <a:r>
            <a:rPr lang="en-US" sz="2500" kern="1200" dirty="0"/>
            <a:t>Key Concepts Recap</a:t>
          </a:r>
        </a:p>
      </dsp:txBody>
      <dsp:txXfrm>
        <a:off x="1350519" y="499"/>
        <a:ext cx="5863080" cy="1169280"/>
      </dsp:txXfrm>
    </dsp:sp>
    <dsp:sp modelId="{112D5B30-4A25-4CD5-81E8-929EFFCB9EAA}">
      <dsp:nvSpPr>
        <dsp:cNvPr id="0" name=""/>
        <dsp:cNvSpPr/>
      </dsp:nvSpPr>
      <dsp:spPr>
        <a:xfrm>
          <a:off x="0" y="1462100"/>
          <a:ext cx="7213600" cy="11692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69E9EE6-043E-48AF-A22B-C9AF6B0DFE4D}">
      <dsp:nvSpPr>
        <dsp:cNvPr id="0" name=""/>
        <dsp:cNvSpPr/>
      </dsp:nvSpPr>
      <dsp:spPr>
        <a:xfrm>
          <a:off x="353707" y="1725188"/>
          <a:ext cx="643104" cy="64310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F1CBD18-ACB1-4729-8EDF-E150E51676F7}">
      <dsp:nvSpPr>
        <dsp:cNvPr id="0" name=""/>
        <dsp:cNvSpPr/>
      </dsp:nvSpPr>
      <dsp:spPr>
        <a:xfrm>
          <a:off x="1350519" y="1462100"/>
          <a:ext cx="5863080" cy="116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749" tIns="123749" rIns="123749" bIns="123749" numCol="1" spcCol="1270" anchor="ctr" anchorCtr="0">
          <a:noAutofit/>
        </a:bodyPr>
        <a:lstStyle/>
        <a:p>
          <a:pPr marL="0" lvl="0" indent="0" algn="l" defTabSz="1111250">
            <a:lnSpc>
              <a:spcPct val="90000"/>
            </a:lnSpc>
            <a:spcBef>
              <a:spcPct val="0"/>
            </a:spcBef>
            <a:spcAft>
              <a:spcPct val="35000"/>
            </a:spcAft>
            <a:buNone/>
          </a:pPr>
          <a:r>
            <a:rPr lang="en-US" sz="2500" kern="1200" dirty="0"/>
            <a:t>Trends: AI, DevOps, Low-code</a:t>
          </a:r>
        </a:p>
      </dsp:txBody>
      <dsp:txXfrm>
        <a:off x="1350519" y="1462100"/>
        <a:ext cx="5863080" cy="1169280"/>
      </dsp:txXfrm>
    </dsp:sp>
    <dsp:sp modelId="{D696EC3B-403A-4025-A233-DE2AABFB927A}">
      <dsp:nvSpPr>
        <dsp:cNvPr id="0" name=""/>
        <dsp:cNvSpPr/>
      </dsp:nvSpPr>
      <dsp:spPr>
        <a:xfrm>
          <a:off x="0" y="2923701"/>
          <a:ext cx="7213600" cy="11692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0045BB-C5A6-40A3-9E17-5A43D7EFDE10}">
      <dsp:nvSpPr>
        <dsp:cNvPr id="0" name=""/>
        <dsp:cNvSpPr/>
      </dsp:nvSpPr>
      <dsp:spPr>
        <a:xfrm>
          <a:off x="353707" y="3186789"/>
          <a:ext cx="643104" cy="64310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363C98D-4BC9-4EE6-ADAE-DEDEC649800B}">
      <dsp:nvSpPr>
        <dsp:cNvPr id="0" name=""/>
        <dsp:cNvSpPr/>
      </dsp:nvSpPr>
      <dsp:spPr>
        <a:xfrm>
          <a:off x="1350519" y="2923701"/>
          <a:ext cx="5863080" cy="116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749" tIns="123749" rIns="123749" bIns="123749" numCol="1" spcCol="1270" anchor="ctr" anchorCtr="0">
          <a:noAutofit/>
        </a:bodyPr>
        <a:lstStyle/>
        <a:p>
          <a:pPr marL="0" lvl="0" indent="0" algn="l" defTabSz="1111250">
            <a:lnSpc>
              <a:spcPct val="90000"/>
            </a:lnSpc>
            <a:spcBef>
              <a:spcPct val="0"/>
            </a:spcBef>
            <a:spcAft>
              <a:spcPct val="35000"/>
            </a:spcAft>
            <a:buNone/>
          </a:pPr>
          <a:r>
            <a:rPr lang="en-US" sz="2500" kern="1200" dirty="0"/>
            <a:t>Lifelong learning importance</a:t>
          </a:r>
        </a:p>
      </dsp:txBody>
      <dsp:txXfrm>
        <a:off x="1350519" y="2923701"/>
        <a:ext cx="5863080" cy="1169280"/>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ctrTitle"/>
          </p:nvPr>
        </p:nvSpPr>
        <p:spPr>
          <a:xfrm>
            <a:off x="914400" y="1803405"/>
            <a:ext cx="7315200" cy="1825096"/>
          </a:xfrm>
        </p:spPr>
        <p:txBody>
          <a:bodyPr anchor="b">
            <a:normAutofit/>
          </a:bodyPr>
          <a:lstStyle>
            <a:lvl1pPr algn="l">
              <a:defRPr sz="6000"/>
            </a:lvl1pPr>
          </a:lstStyle>
          <a:p>
            <a:r>
              <a:rPr lang="en-GB"/>
              <a:t>Click to edit Master title style</a:t>
            </a:r>
            <a:endParaRPr lang="en-US" dirty="0"/>
          </a:p>
        </p:txBody>
      </p:sp>
      <p:sp>
        <p:nvSpPr>
          <p:cNvPr id="3" name="Subtitle 2"/>
          <p:cNvSpPr>
            <a:spLocks noGrp="1"/>
          </p:cNvSpPr>
          <p:nvPr>
            <p:ph type="subTitle" idx="1"/>
          </p:nvPr>
        </p:nvSpPr>
        <p:spPr>
          <a:xfrm>
            <a:off x="914400" y="3632201"/>
            <a:ext cx="73152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5932170" y="4323845"/>
            <a:ext cx="2297429" cy="365125"/>
          </a:xfrm>
        </p:spPr>
        <p:txBody>
          <a:bodyPr/>
          <a:lstStyle/>
          <a:p>
            <a:fld id="{5BCAD085-E8A6-8845-BD4E-CB4CCA059FC4}" type="datetimeFigureOut">
              <a:rPr lang="en-US" smtClean="0"/>
              <a:t>9/12/25</a:t>
            </a:fld>
            <a:endParaRPr lang="en-US"/>
          </a:p>
        </p:txBody>
      </p:sp>
      <p:sp>
        <p:nvSpPr>
          <p:cNvPr id="5" name="Footer Placeholder 4"/>
          <p:cNvSpPr>
            <a:spLocks noGrp="1"/>
          </p:cNvSpPr>
          <p:nvPr>
            <p:ph type="ftr" sz="quarter" idx="11"/>
          </p:nvPr>
        </p:nvSpPr>
        <p:spPr>
          <a:xfrm>
            <a:off x="914400" y="4323846"/>
            <a:ext cx="4880610" cy="365125"/>
          </a:xfrm>
        </p:spPr>
        <p:txBody>
          <a:bodyPr/>
          <a:lstStyle/>
          <a:p>
            <a:endParaRPr lang="en-US"/>
          </a:p>
        </p:txBody>
      </p:sp>
      <p:sp>
        <p:nvSpPr>
          <p:cNvPr id="6" name="Slide Number Placeholder 5"/>
          <p:cNvSpPr>
            <a:spLocks noGrp="1"/>
          </p:cNvSpPr>
          <p:nvPr>
            <p:ph type="sldNum" sz="quarter" idx="12"/>
          </p:nvPr>
        </p:nvSpPr>
        <p:spPr>
          <a:xfrm>
            <a:off x="6057900" y="1430867"/>
            <a:ext cx="217170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636728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379910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4"/>
            <a:ext cx="7955280" cy="2801935"/>
          </a:xfrm>
        </p:spPr>
        <p:txBody>
          <a:bodyPr anchor="b">
            <a:normAutofit/>
          </a:bodyPr>
          <a:lstStyle>
            <a:lvl1pPr algn="r">
              <a:defRPr sz="4000"/>
            </a:lvl1pPr>
          </a:lstStyle>
          <a:p>
            <a:r>
              <a:rPr lang="en-GB"/>
              <a:t>Click to edit Master title style</a:t>
            </a:r>
            <a:endParaRPr lang="en-US" dirty="0"/>
          </a:p>
        </p:txBody>
      </p:sp>
      <p:sp>
        <p:nvSpPr>
          <p:cNvPr id="3" name="Text Placeholder 2"/>
          <p:cNvSpPr>
            <a:spLocks noGrp="1"/>
          </p:cNvSpPr>
          <p:nvPr>
            <p:ph type="body" idx="1"/>
          </p:nvPr>
        </p:nvSpPr>
        <p:spPr>
          <a:xfrm>
            <a:off x="594360" y="3641726"/>
            <a:ext cx="7955281" cy="1354134"/>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9/12/25</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24132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594360" y="2194560"/>
            <a:ext cx="3910579" cy="406908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642099" y="2194560"/>
            <a:ext cx="3907540" cy="406908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9/12/25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617247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71700" y="762000"/>
            <a:ext cx="6377940" cy="1295400"/>
          </a:xfrm>
        </p:spPr>
        <p:txBody>
          <a:bodyPr/>
          <a:lstStyle/>
          <a:p>
            <a:r>
              <a:rPr lang="en-GB"/>
              <a:t>Click to edit Master title style</a:t>
            </a:r>
            <a:endParaRPr lang="en-US" dirty="0"/>
          </a:p>
        </p:txBody>
      </p:sp>
      <p:sp>
        <p:nvSpPr>
          <p:cNvPr id="3" name="Text Placeholder 2"/>
          <p:cNvSpPr>
            <a:spLocks noGrp="1"/>
          </p:cNvSpPr>
          <p:nvPr>
            <p:ph type="body" idx="1"/>
          </p:nvPr>
        </p:nvSpPr>
        <p:spPr>
          <a:xfrm>
            <a:off x="821279" y="2183802"/>
            <a:ext cx="3683659"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594359" y="3132667"/>
            <a:ext cx="3910579" cy="313097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4869018" y="2183802"/>
            <a:ext cx="368062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2098" y="3132667"/>
            <a:ext cx="3907541" cy="313097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9/12/25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0674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9/12/25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537832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9/12/25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127884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3086100" cy="1600200"/>
          </a:xfrm>
        </p:spPr>
        <p:txBody>
          <a:bodyPr anchor="b"/>
          <a:lstStyle>
            <a:lvl1pPr algn="l">
              <a:defRPr sz="3200"/>
            </a:lvl1pPr>
          </a:lstStyle>
          <a:p>
            <a:r>
              <a:rPr lang="en-GB"/>
              <a:t>Click to edit Master title style</a:t>
            </a:r>
            <a:endParaRPr lang="en-US" dirty="0"/>
          </a:p>
        </p:txBody>
      </p:sp>
      <p:sp>
        <p:nvSpPr>
          <p:cNvPr id="3" name="Content Placeholder 2"/>
          <p:cNvSpPr>
            <a:spLocks noGrp="1"/>
          </p:cNvSpPr>
          <p:nvPr>
            <p:ph idx="1"/>
          </p:nvPr>
        </p:nvSpPr>
        <p:spPr>
          <a:xfrm>
            <a:off x="3886200" y="746760"/>
            <a:ext cx="4663440" cy="5516880"/>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594360" y="3124200"/>
            <a:ext cx="308610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65534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4075730" cy="1600200"/>
          </a:xfrm>
        </p:spPr>
        <p:txBody>
          <a:bodyPr anchor="b"/>
          <a:lstStyle>
            <a:lvl1pPr algn="l">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4877524" y="751242"/>
            <a:ext cx="3674234" cy="5512398"/>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594360" y="3124200"/>
            <a:ext cx="407573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436403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55" y="4697361"/>
            <a:ext cx="7956482" cy="819355"/>
          </a:xfrm>
        </p:spPr>
        <p:txBody>
          <a:bodyPr anchor="b"/>
          <a:lstStyle>
            <a:lvl1pPr algn="l">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94355" y="977035"/>
            <a:ext cx="7950260" cy="3406972"/>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594360" y="5516716"/>
            <a:ext cx="7955280" cy="746924"/>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01196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3"/>
            <a:ext cx="7955280" cy="2802467"/>
          </a:xfrm>
        </p:spPr>
        <p:txBody>
          <a:bodyPr anchor="ctr"/>
          <a:lstStyle>
            <a:lvl1pPr algn="l">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685800" y="3649134"/>
            <a:ext cx="7772400" cy="1330852"/>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9/12/25</a:t>
            </a:fld>
            <a:endParaRPr lang="en-US"/>
          </a:p>
        </p:txBody>
      </p:sp>
      <p:sp>
        <p:nvSpPr>
          <p:cNvPr id="6" name="Footer Placeholder 5"/>
          <p:cNvSpPr>
            <a:spLocks noGrp="1"/>
          </p:cNvSpPr>
          <p:nvPr>
            <p:ph type="ftr" sz="quarter" idx="11"/>
          </p:nvPr>
        </p:nvSpPr>
        <p:spPr>
          <a:xfrm>
            <a:off x="594360" y="381001"/>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820379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768351" y="753534"/>
            <a:ext cx="7613650" cy="2756234"/>
          </a:xfrm>
        </p:spPr>
        <p:txBody>
          <a:bodyPr anchor="ctr"/>
          <a:lstStyle>
            <a:lvl1pPr algn="l">
              <a:defRPr sz="3200"/>
            </a:lvl1pPr>
          </a:lstStyle>
          <a:p>
            <a:r>
              <a:rPr lang="en-GB"/>
              <a:t>Click to edit Master title style</a:t>
            </a:r>
            <a:endParaRPr lang="en-US" dirty="0"/>
          </a:p>
        </p:txBody>
      </p:sp>
      <p:sp>
        <p:nvSpPr>
          <p:cNvPr id="12" name="Text Placeholder 3"/>
          <p:cNvSpPr>
            <a:spLocks noGrp="1"/>
          </p:cNvSpPr>
          <p:nvPr>
            <p:ph type="body" sz="half" idx="13"/>
          </p:nvPr>
        </p:nvSpPr>
        <p:spPr>
          <a:xfrm>
            <a:off x="977899" y="3509768"/>
            <a:ext cx="7194552"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4" name="Text Placeholder 3"/>
          <p:cNvSpPr>
            <a:spLocks noGrp="1"/>
          </p:cNvSpPr>
          <p:nvPr>
            <p:ph type="body" sz="half" idx="2"/>
          </p:nvPr>
        </p:nvSpPr>
        <p:spPr>
          <a:xfrm>
            <a:off x="685800" y="4174597"/>
            <a:ext cx="7778752" cy="821265"/>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9/12/25</a:t>
            </a:fld>
            <a:endParaRPr lang="en-US"/>
          </a:p>
        </p:txBody>
      </p:sp>
      <p:sp>
        <p:nvSpPr>
          <p:cNvPr id="6" name="Footer Placeholder 5"/>
          <p:cNvSpPr>
            <a:spLocks noGrp="1"/>
          </p:cNvSpPr>
          <p:nvPr>
            <p:ph type="ftr" sz="quarter" idx="11"/>
          </p:nvPr>
        </p:nvSpPr>
        <p:spPr>
          <a:xfrm>
            <a:off x="594360" y="379438"/>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
        <p:nvSpPr>
          <p:cNvPr id="13" name="TextBox 12"/>
          <p:cNvSpPr txBox="1"/>
          <p:nvPr/>
        </p:nvSpPr>
        <p:spPr>
          <a:xfrm>
            <a:off x="231458" y="80772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8146733" y="302133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9310354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685800" y="1124702"/>
            <a:ext cx="7774782" cy="2511835"/>
          </a:xfrm>
        </p:spPr>
        <p:txBody>
          <a:bodyPr anchor="b"/>
          <a:lstStyle>
            <a:lvl1pPr algn="l">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685792" y="3648316"/>
            <a:ext cx="7773608"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5562176" y="378884"/>
            <a:ext cx="2183130" cy="365125"/>
          </a:xfrm>
        </p:spPr>
        <p:txBody>
          <a:bodyPr/>
          <a:lstStyle>
            <a:lvl1pPr algn="r">
              <a:defRPr/>
            </a:lvl1pPr>
          </a:lstStyle>
          <a:p>
            <a:fld id="{5BCAD085-E8A6-8845-BD4E-CB4CCA059FC4}" type="datetimeFigureOut">
              <a:rPr lang="en-US" smtClean="0"/>
              <a:t>9/12/25</a:t>
            </a:fld>
            <a:endParaRPr lang="en-US"/>
          </a:p>
        </p:txBody>
      </p:sp>
      <p:sp>
        <p:nvSpPr>
          <p:cNvPr id="6" name="Footer Placeholder 5"/>
          <p:cNvSpPr>
            <a:spLocks noGrp="1"/>
          </p:cNvSpPr>
          <p:nvPr>
            <p:ph type="ftr" sz="quarter" idx="11"/>
          </p:nvPr>
        </p:nvSpPr>
        <p:spPr>
          <a:xfrm>
            <a:off x="594360" y="378884"/>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065284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171701" y="762000"/>
            <a:ext cx="6377939" cy="1303867"/>
          </a:xfrm>
        </p:spPr>
        <p:txBody>
          <a:bodyPr/>
          <a:lstStyle/>
          <a:p>
            <a:r>
              <a:rPr lang="en-GB"/>
              <a:t>Click to edit Master title style</a:t>
            </a:r>
            <a:endParaRPr lang="en-US" dirty="0"/>
          </a:p>
        </p:txBody>
      </p:sp>
      <p:sp>
        <p:nvSpPr>
          <p:cNvPr id="7" name="Text Placeholder 2"/>
          <p:cNvSpPr>
            <a:spLocks noGrp="1"/>
          </p:cNvSpPr>
          <p:nvPr>
            <p:ph type="body" idx="1"/>
          </p:nvPr>
        </p:nvSpPr>
        <p:spPr>
          <a:xfrm>
            <a:off x="594361" y="2202080"/>
            <a:ext cx="2560320"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8" name="Text Placeholder 3"/>
          <p:cNvSpPr>
            <a:spLocks noGrp="1"/>
          </p:cNvSpPr>
          <p:nvPr>
            <p:ph type="body" sz="half" idx="15"/>
          </p:nvPr>
        </p:nvSpPr>
        <p:spPr>
          <a:xfrm>
            <a:off x="59436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9" name="Text Placeholder 4"/>
          <p:cNvSpPr>
            <a:spLocks noGrp="1"/>
          </p:cNvSpPr>
          <p:nvPr>
            <p:ph type="body" sz="quarter" idx="3"/>
          </p:nvPr>
        </p:nvSpPr>
        <p:spPr>
          <a:xfrm>
            <a:off x="3302237" y="2201333"/>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0" name="Text Placeholder 3"/>
          <p:cNvSpPr>
            <a:spLocks noGrp="1"/>
          </p:cNvSpPr>
          <p:nvPr>
            <p:ph type="body" sz="half" idx="16"/>
          </p:nvPr>
        </p:nvSpPr>
        <p:spPr>
          <a:xfrm>
            <a:off x="3300781" y="2904068"/>
            <a:ext cx="2560320" cy="335957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1" name="Text Placeholder 4"/>
          <p:cNvSpPr>
            <a:spLocks noGrp="1"/>
          </p:cNvSpPr>
          <p:nvPr>
            <p:ph type="body" sz="quarter" idx="13"/>
          </p:nvPr>
        </p:nvSpPr>
        <p:spPr>
          <a:xfrm>
            <a:off x="5989319" y="2192866"/>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Text Placeholder 3"/>
          <p:cNvSpPr>
            <a:spLocks noGrp="1"/>
          </p:cNvSpPr>
          <p:nvPr>
            <p:ph type="body" sz="half" idx="17"/>
          </p:nvPr>
        </p:nvSpPr>
        <p:spPr>
          <a:xfrm>
            <a:off x="598932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9/12/25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225208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171702" y="762000"/>
            <a:ext cx="6381984" cy="1295400"/>
          </a:xfrm>
        </p:spPr>
        <p:txBody>
          <a:bodyPr/>
          <a:lstStyle/>
          <a:p>
            <a:r>
              <a:rPr lang="en-GB"/>
              <a:t>Click to edit Master title style</a:t>
            </a:r>
            <a:endParaRPr lang="en-US" dirty="0"/>
          </a:p>
        </p:txBody>
      </p:sp>
      <p:sp>
        <p:nvSpPr>
          <p:cNvPr id="19" name="Text Placeholder 2"/>
          <p:cNvSpPr>
            <a:spLocks noGrp="1"/>
          </p:cNvSpPr>
          <p:nvPr>
            <p:ph type="body" idx="1"/>
          </p:nvPr>
        </p:nvSpPr>
        <p:spPr>
          <a:xfrm>
            <a:off x="594360"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Picture Placeholder 2"/>
          <p:cNvSpPr>
            <a:spLocks noGrp="1" noChangeAspect="1"/>
          </p:cNvSpPr>
          <p:nvPr>
            <p:ph type="pic" idx="15"/>
          </p:nvPr>
        </p:nvSpPr>
        <p:spPr>
          <a:xfrm>
            <a:off x="594360" y="2331720"/>
            <a:ext cx="2560320" cy="15073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1" name="Text Placeholder 3"/>
          <p:cNvSpPr>
            <a:spLocks noGrp="1"/>
          </p:cNvSpPr>
          <p:nvPr>
            <p:ph type="body" sz="half" idx="18"/>
          </p:nvPr>
        </p:nvSpPr>
        <p:spPr>
          <a:xfrm>
            <a:off x="594360" y="4796103"/>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2" name="Text Placeholder 4"/>
          <p:cNvSpPr>
            <a:spLocks noGrp="1"/>
          </p:cNvSpPr>
          <p:nvPr>
            <p:ph type="body" sz="quarter" idx="3"/>
          </p:nvPr>
        </p:nvSpPr>
        <p:spPr>
          <a:xfrm>
            <a:off x="3291873"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3" name="Picture Placeholder 2"/>
          <p:cNvSpPr>
            <a:spLocks noGrp="1" noChangeAspect="1"/>
          </p:cNvSpPr>
          <p:nvPr>
            <p:ph type="pic" idx="21"/>
          </p:nvPr>
        </p:nvSpPr>
        <p:spPr>
          <a:xfrm>
            <a:off x="3291872" y="2331720"/>
            <a:ext cx="2560320" cy="1509862"/>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4" name="Text Placeholder 3"/>
          <p:cNvSpPr>
            <a:spLocks noGrp="1"/>
          </p:cNvSpPr>
          <p:nvPr>
            <p:ph type="body" sz="half" idx="19"/>
          </p:nvPr>
        </p:nvSpPr>
        <p:spPr>
          <a:xfrm>
            <a:off x="3290858" y="4796102"/>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5" name="Text Placeholder 4"/>
          <p:cNvSpPr>
            <a:spLocks noGrp="1"/>
          </p:cNvSpPr>
          <p:nvPr>
            <p:ph type="body" sz="quarter" idx="13"/>
          </p:nvPr>
        </p:nvSpPr>
        <p:spPr>
          <a:xfrm>
            <a:off x="5993365"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6" name="Picture Placeholder 2"/>
          <p:cNvSpPr>
            <a:spLocks noGrp="1" noChangeAspect="1"/>
          </p:cNvSpPr>
          <p:nvPr>
            <p:ph type="pic" idx="22"/>
          </p:nvPr>
        </p:nvSpPr>
        <p:spPr>
          <a:xfrm>
            <a:off x="5993364" y="2331721"/>
            <a:ext cx="2560320" cy="1508919"/>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7" name="Text Placeholder 3"/>
          <p:cNvSpPr>
            <a:spLocks noGrp="1"/>
          </p:cNvSpPr>
          <p:nvPr>
            <p:ph type="body" sz="half" idx="20"/>
          </p:nvPr>
        </p:nvSpPr>
        <p:spPr>
          <a:xfrm>
            <a:off x="5993272" y="4796100"/>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9/12/25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297017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a:xfrm>
            <a:off x="594360" y="2194560"/>
            <a:ext cx="7955280" cy="406908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125737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Vertical Title 1"/>
          <p:cNvSpPr>
            <a:spLocks noGrp="1"/>
          </p:cNvSpPr>
          <p:nvPr>
            <p:ph type="title" orient="vert"/>
          </p:nvPr>
        </p:nvSpPr>
        <p:spPr>
          <a:xfrm>
            <a:off x="7006590" y="747183"/>
            <a:ext cx="1543050" cy="4248675"/>
          </a:xfrm>
        </p:spPr>
        <p:txBody>
          <a:bodyPr vert="eaVert"/>
          <a:lstStyle>
            <a:lvl1pPr algn="l">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594360" y="746126"/>
            <a:ext cx="6278035" cy="4249732"/>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9/12/25</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347711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1081088"/>
          </a:xfrm>
          <a:prstGeom prst="rect">
            <a:avLst/>
          </a:prstGeom>
        </p:spPr>
      </p:pic>
      <p:sp>
        <p:nvSpPr>
          <p:cNvPr id="2" name="Title Placeholder 1"/>
          <p:cNvSpPr>
            <a:spLocks noGrp="1"/>
          </p:cNvSpPr>
          <p:nvPr>
            <p:ph type="title"/>
          </p:nvPr>
        </p:nvSpPr>
        <p:spPr>
          <a:xfrm>
            <a:off x="2171700" y="764373"/>
            <a:ext cx="6377940" cy="1293028"/>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594360" y="2194560"/>
            <a:ext cx="7955280" cy="406908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6412230" y="6356351"/>
            <a:ext cx="213741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BCAD085-E8A6-8845-BD4E-CB4CCA059FC4}" type="datetimeFigureOut">
              <a:rPr lang="en-US" smtClean="0"/>
              <a:t>9/12/25</a:t>
            </a:fld>
            <a:endParaRPr lang="en-US"/>
          </a:p>
        </p:txBody>
      </p:sp>
      <p:sp>
        <p:nvSpPr>
          <p:cNvPr id="5" name="Footer Placeholder 4"/>
          <p:cNvSpPr>
            <a:spLocks noGrp="1"/>
          </p:cNvSpPr>
          <p:nvPr>
            <p:ph type="ftr" sz="quarter" idx="3"/>
          </p:nvPr>
        </p:nvSpPr>
        <p:spPr>
          <a:xfrm>
            <a:off x="594360" y="6355846"/>
            <a:ext cx="568071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72250" y="381001"/>
            <a:ext cx="197739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674686875"/>
      </p:ext>
    </p:extLst>
  </p:cSld>
  <p:clrMap bg1="dk1" tx1="lt1" bg2="dk2" tx2="lt2" accent1="accent1" accent2="accent2" accent3="accent3" accent4="accent4" accent5="accent5" accent6="accent6" hlink="hlink" folHlink="folHlink"/>
  <p:sldLayoutIdLst>
    <p:sldLayoutId id="2147483791"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 id="2147483802" r:id="rId12"/>
    <p:sldLayoutId id="2147483803" r:id="rId13"/>
    <p:sldLayoutId id="2147483804" r:id="rId14"/>
    <p:sldLayoutId id="2147483805" r:id="rId15"/>
    <p:sldLayoutId id="2147483806" r:id="rId16"/>
    <p:sldLayoutId id="2147483807"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48048" y="3158344"/>
            <a:ext cx="6347713" cy="1320800"/>
          </a:xfrm>
        </p:spPr>
        <p:txBody>
          <a:bodyPr>
            <a:normAutofit fontScale="90000"/>
          </a:bodyPr>
          <a:lstStyle/>
          <a:p>
            <a:pPr algn="ctr"/>
            <a:r>
              <a:rPr lang="en-US" dirty="0"/>
              <a:t>Chapter 1:</a:t>
            </a:r>
            <a:br>
              <a:rPr lang="en-US" dirty="0"/>
            </a:br>
            <a:r>
              <a:rPr dirty="0"/>
              <a:t>Introduction to Software Engineering</a:t>
            </a:r>
          </a:p>
        </p:txBody>
      </p:sp>
      <p:sp>
        <p:nvSpPr>
          <p:cNvPr id="6" name="Rectangle 5">
            <a:extLst>
              <a:ext uri="{FF2B5EF4-FFF2-40B4-BE49-F238E27FC236}">
                <a16:creationId xmlns:a16="http://schemas.microsoft.com/office/drawing/2014/main" id="{021683B3-AB71-0DE9-62B6-2D1D9DC58577}"/>
              </a:ext>
            </a:extLst>
          </p:cNvPr>
          <p:cNvSpPr/>
          <p:nvPr/>
        </p:nvSpPr>
        <p:spPr>
          <a:xfrm>
            <a:off x="622384" y="998806"/>
            <a:ext cx="8199039" cy="1754326"/>
          </a:xfrm>
          <a:prstGeom prst="rect">
            <a:avLst/>
          </a:prstGeom>
          <a:noFill/>
        </p:spPr>
        <p:txBody>
          <a:bodyPr wrap="none" lIns="91440" tIns="45720" rIns="91440" bIns="45720">
            <a:spAutoFit/>
          </a:bodyPr>
          <a:lstStyle/>
          <a:p>
            <a:pPr algn="ctr"/>
            <a:r>
              <a:rPr lang="en-GB" sz="5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SOFTWARE ENGINEERING</a:t>
            </a:r>
          </a:p>
          <a:p>
            <a:pPr algn="ctr"/>
            <a:r>
              <a:rPr lang="en-GB" sz="5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BCC2113</a:t>
            </a:r>
          </a:p>
        </p:txBody>
      </p:sp>
      <p:sp>
        <p:nvSpPr>
          <p:cNvPr id="7" name="TextBox 6">
            <a:extLst>
              <a:ext uri="{FF2B5EF4-FFF2-40B4-BE49-F238E27FC236}">
                <a16:creationId xmlns:a16="http://schemas.microsoft.com/office/drawing/2014/main" id="{994681C9-531B-4996-6E71-15BD9B9E3B45}"/>
              </a:ext>
            </a:extLst>
          </p:cNvPr>
          <p:cNvSpPr txBox="1"/>
          <p:nvPr/>
        </p:nvSpPr>
        <p:spPr>
          <a:xfrm>
            <a:off x="2310026" y="5486400"/>
            <a:ext cx="4823756" cy="646331"/>
          </a:xfrm>
          <a:prstGeom prst="rect">
            <a:avLst/>
          </a:prstGeom>
          <a:noFill/>
        </p:spPr>
        <p:txBody>
          <a:bodyPr wrap="none" rtlCol="0">
            <a:spAutoFit/>
          </a:bodyPr>
          <a:lstStyle/>
          <a:p>
            <a:pPr algn="ctr"/>
            <a:r>
              <a:rPr lang="en-US" dirty="0"/>
              <a:t>TS. HAZLINA HARON</a:t>
            </a:r>
          </a:p>
          <a:p>
            <a:pPr algn="ctr"/>
            <a:r>
              <a:rPr lang="en-US" dirty="0"/>
              <a:t>SCHOOL OF INFORMATION TECHNOLOGY</a:t>
            </a:r>
          </a:p>
        </p:txBody>
      </p:sp>
      <p:pic>
        <p:nvPicPr>
          <p:cNvPr id="9" name="Picture 8" descr="A logo for a college&#10;&#10;AI-generated content may be incorrect.">
            <a:extLst>
              <a:ext uri="{FF2B5EF4-FFF2-40B4-BE49-F238E27FC236}">
                <a16:creationId xmlns:a16="http://schemas.microsoft.com/office/drawing/2014/main" id="{D3C716DF-0D59-16B8-0551-2DF526215D88}"/>
              </a:ext>
            </a:extLst>
          </p:cNvPr>
          <p:cNvPicPr>
            <a:picLocks noChangeAspect="1"/>
          </p:cNvPicPr>
          <p:nvPr/>
        </p:nvPicPr>
        <p:blipFill>
          <a:blip r:embed="rId2"/>
          <a:stretch>
            <a:fillRect/>
          </a:stretch>
        </p:blipFill>
        <p:spPr>
          <a:xfrm>
            <a:off x="114300" y="125763"/>
            <a:ext cx="1714500" cy="7429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317042" y="344648"/>
            <a:ext cx="8369758" cy="871821"/>
          </a:xfrm>
        </p:spPr>
        <p:txBody>
          <a:bodyPr>
            <a:normAutofit fontScale="90000"/>
          </a:bodyPr>
          <a:lstStyle/>
          <a:p>
            <a:r>
              <a:rPr lang="en-GB" dirty="0"/>
              <a:t>Frequently Asked Questions About Software Engineering </a:t>
            </a:r>
            <a:r>
              <a:rPr lang="en-GB" sz="2000" b="0" dirty="0"/>
              <a:t>(1 of 2)</a:t>
            </a:r>
            <a:endParaRPr lang="en-US" sz="2000" b="0" dirty="0"/>
          </a:p>
        </p:txBody>
      </p:sp>
      <p:graphicFrame>
        <p:nvGraphicFramePr>
          <p:cNvPr id="5" name="Table 4"/>
          <p:cNvGraphicFramePr>
            <a:graphicFrameLocks noGrp="1"/>
          </p:cNvGraphicFramePr>
          <p:nvPr>
            <p:extLst>
              <p:ext uri="{D42A27DB-BD31-4B8C-83A1-F6EECF244321}">
                <p14:modId xmlns:p14="http://schemas.microsoft.com/office/powerpoint/2010/main" val="1890195037"/>
              </p:ext>
            </p:extLst>
          </p:nvPr>
        </p:nvGraphicFramePr>
        <p:xfrm>
          <a:off x="457199" y="1501283"/>
          <a:ext cx="8229601" cy="5139360"/>
        </p:xfrm>
        <a:graphic>
          <a:graphicData uri="http://schemas.openxmlformats.org/drawingml/2006/table">
            <a:tbl>
              <a:tblPr firstRow="1" bandRow="1">
                <a:tableStyleId>{B301B821-A1FF-4177-AEE7-76D212191A09}</a:tableStyleId>
              </a:tblPr>
              <a:tblGrid>
                <a:gridCol w="3524078">
                  <a:extLst>
                    <a:ext uri="{9D8B030D-6E8A-4147-A177-3AD203B41FA5}">
                      <a16:colId xmlns:a16="http://schemas.microsoft.com/office/drawing/2014/main" val="20000"/>
                    </a:ext>
                  </a:extLst>
                </a:gridCol>
                <a:gridCol w="4705523">
                  <a:extLst>
                    <a:ext uri="{9D8B030D-6E8A-4147-A177-3AD203B41FA5}">
                      <a16:colId xmlns:a16="http://schemas.microsoft.com/office/drawing/2014/main" val="20001"/>
                    </a:ext>
                  </a:extLst>
                </a:gridCol>
              </a:tblGrid>
              <a:tr h="832843">
                <a:tc>
                  <a:txBody>
                    <a:bodyPr/>
                    <a:lstStyle/>
                    <a:p>
                      <a:pPr algn="ctr">
                        <a:spcAft>
                          <a:spcPts val="0"/>
                        </a:spcAft>
                      </a:pPr>
                      <a:r>
                        <a:rPr lang="en-GB" sz="1800" dirty="0">
                          <a:solidFill>
                            <a:schemeClr val="tx1"/>
                          </a:solidFill>
                          <a:latin typeface="+mn-lt"/>
                          <a:cs typeface="Arial"/>
                        </a:rPr>
                        <a:t>Question</a:t>
                      </a:r>
                      <a:endParaRPr lang="en-GB" sz="1800" b="1" dirty="0">
                        <a:solidFill>
                          <a:schemeClr val="tx1"/>
                        </a:solidFill>
                        <a:latin typeface="+mn-lt"/>
                        <a:ea typeface="Times New Roman"/>
                        <a:cs typeface="Arial"/>
                      </a:endParaRPr>
                    </a:p>
                  </a:txBody>
                  <a:tcPr marL="73025" marR="73025" marT="73025" marB="730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GB" sz="1800" dirty="0">
                          <a:solidFill>
                            <a:schemeClr val="tx1"/>
                          </a:solidFill>
                          <a:latin typeface="+mn-lt"/>
                          <a:cs typeface="Arial"/>
                        </a:rPr>
                        <a:t>Answer</a:t>
                      </a:r>
                      <a:endParaRPr lang="en-GB" sz="1800" b="1" dirty="0">
                        <a:solidFill>
                          <a:schemeClr val="tx1"/>
                        </a:solidFill>
                        <a:latin typeface="+mn-lt"/>
                        <a:ea typeface="Times New Roman"/>
                        <a:cs typeface="Arial"/>
                      </a:endParaRPr>
                    </a:p>
                  </a:txBody>
                  <a:tcPr marL="73025" marR="73025" marT="73025" marB="730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1620551">
                <a:tc>
                  <a:txBody>
                    <a:bodyPr/>
                    <a:lstStyle/>
                    <a:p>
                      <a:pPr algn="just">
                        <a:spcAft>
                          <a:spcPts val="0"/>
                        </a:spcAft>
                      </a:pPr>
                      <a:r>
                        <a:rPr lang="en-GB" sz="2000" dirty="0">
                          <a:solidFill>
                            <a:schemeClr val="tx1"/>
                          </a:solidFill>
                          <a:latin typeface="+mn-lt"/>
                          <a:cs typeface="Arial"/>
                        </a:rPr>
                        <a:t>What is software?</a:t>
                      </a:r>
                      <a:endParaRPr lang="en-GB" sz="2000" dirty="0">
                        <a:solidFill>
                          <a:schemeClr val="tx1"/>
                        </a:solidFill>
                        <a:latin typeface="+mn-lt"/>
                        <a:ea typeface="Times New Roman"/>
                        <a:cs typeface="Arial"/>
                      </a:endParaRPr>
                    </a:p>
                  </a:txBody>
                  <a:tcPr marL="73025" marR="73025" marT="0" marB="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spcAft>
                          <a:spcPts val="0"/>
                        </a:spcAft>
                      </a:pPr>
                      <a:r>
                        <a:rPr lang="en-GB" sz="2000" dirty="0">
                          <a:solidFill>
                            <a:srgbClr val="FF0000"/>
                          </a:solidFill>
                          <a:latin typeface="+mn-lt"/>
                          <a:cs typeface="Arial"/>
                        </a:rPr>
                        <a:t>Computer programs </a:t>
                      </a:r>
                      <a:r>
                        <a:rPr lang="en-GB" sz="2000" dirty="0">
                          <a:solidFill>
                            <a:schemeClr val="tx1"/>
                          </a:solidFill>
                          <a:latin typeface="+mn-lt"/>
                          <a:cs typeface="Arial"/>
                        </a:rPr>
                        <a:t>and associated </a:t>
                      </a:r>
                      <a:r>
                        <a:rPr lang="en-GB" sz="2000" dirty="0">
                          <a:solidFill>
                            <a:srgbClr val="FF0000"/>
                          </a:solidFill>
                          <a:latin typeface="+mn-lt"/>
                          <a:cs typeface="Arial"/>
                        </a:rPr>
                        <a:t>documentation</a:t>
                      </a:r>
                      <a:r>
                        <a:rPr lang="en-GB" sz="2000" dirty="0">
                          <a:solidFill>
                            <a:schemeClr val="tx1"/>
                          </a:solidFill>
                          <a:latin typeface="+mn-lt"/>
                          <a:cs typeface="Arial"/>
                        </a:rPr>
                        <a:t>. Software products may be developed for a particular customer or may be developed for a general market.</a:t>
                      </a:r>
                      <a:endParaRPr lang="en-GB" sz="2000" dirty="0">
                        <a:solidFill>
                          <a:schemeClr val="tx1"/>
                        </a:solidFill>
                        <a:latin typeface="+mn-lt"/>
                        <a:ea typeface="Times New Roman"/>
                        <a:cs typeface="Arial"/>
                      </a:endParaRPr>
                    </a:p>
                  </a:txBody>
                  <a:tcPr marL="73025" marR="73025" marT="0" marB="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245547">
                <a:tc>
                  <a:txBody>
                    <a:bodyPr/>
                    <a:lstStyle/>
                    <a:p>
                      <a:pPr algn="just">
                        <a:spcAft>
                          <a:spcPts val="0"/>
                        </a:spcAft>
                      </a:pPr>
                      <a:r>
                        <a:rPr lang="en-GB" sz="1800" dirty="0">
                          <a:solidFill>
                            <a:schemeClr val="tx1"/>
                          </a:solidFill>
                          <a:latin typeface="+mn-lt"/>
                          <a:cs typeface="Arial"/>
                        </a:rPr>
                        <a:t>What are the attributes of good software?</a:t>
                      </a:r>
                      <a:endParaRPr lang="en-GB" sz="1800" dirty="0">
                        <a:solidFill>
                          <a:schemeClr val="tx1"/>
                        </a:solidFill>
                        <a:latin typeface="+mn-lt"/>
                        <a:ea typeface="Times New Roman"/>
                        <a:cs typeface="Arial"/>
                      </a:endParaRPr>
                    </a:p>
                  </a:txBody>
                  <a:tcPr marL="73025" marR="73025" marT="0" marB="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spcAft>
                          <a:spcPts val="0"/>
                        </a:spcAft>
                      </a:pPr>
                      <a:r>
                        <a:rPr lang="en-GB" sz="1800" dirty="0">
                          <a:solidFill>
                            <a:schemeClr val="tx1"/>
                          </a:solidFill>
                          <a:latin typeface="+mn-lt"/>
                          <a:cs typeface="Arial"/>
                        </a:rPr>
                        <a:t>Good software should deliver the </a:t>
                      </a:r>
                      <a:r>
                        <a:rPr lang="en-GB" sz="1800" dirty="0">
                          <a:solidFill>
                            <a:srgbClr val="FF0000"/>
                          </a:solidFill>
                          <a:latin typeface="+mn-lt"/>
                          <a:cs typeface="Arial"/>
                        </a:rPr>
                        <a:t>required functionality </a:t>
                      </a:r>
                      <a:r>
                        <a:rPr lang="en-GB" sz="1800" dirty="0">
                          <a:solidFill>
                            <a:schemeClr val="tx1"/>
                          </a:solidFill>
                          <a:latin typeface="+mn-lt"/>
                          <a:cs typeface="Arial"/>
                        </a:rPr>
                        <a:t>and performance to the user and should be maintainable, dependable and usable.</a:t>
                      </a:r>
                      <a:endParaRPr lang="en-GB" sz="1800" dirty="0">
                        <a:solidFill>
                          <a:schemeClr val="tx1"/>
                        </a:solidFill>
                        <a:latin typeface="+mn-lt"/>
                        <a:ea typeface="Times New Roman"/>
                        <a:cs typeface="Arial"/>
                      </a:endParaRPr>
                    </a:p>
                  </a:txBody>
                  <a:tcPr marL="73025" marR="73025" marT="0" marB="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440419">
                <a:tc>
                  <a:txBody>
                    <a:bodyPr/>
                    <a:lstStyle/>
                    <a:p>
                      <a:pPr algn="just">
                        <a:spcAft>
                          <a:spcPts val="0"/>
                        </a:spcAft>
                      </a:pPr>
                      <a:r>
                        <a:rPr lang="en-GB" sz="1800" dirty="0">
                          <a:solidFill>
                            <a:schemeClr val="tx1"/>
                          </a:solidFill>
                          <a:latin typeface="+mn-lt"/>
                          <a:cs typeface="Arial"/>
                        </a:rPr>
                        <a:t>What is software engineering?</a:t>
                      </a:r>
                      <a:endParaRPr lang="en-GB" sz="1800" dirty="0">
                        <a:solidFill>
                          <a:schemeClr val="tx1"/>
                        </a:solidFill>
                        <a:latin typeface="+mn-lt"/>
                        <a:ea typeface="Times New Roman"/>
                        <a:cs typeface="Arial"/>
                      </a:endParaRPr>
                    </a:p>
                  </a:txBody>
                  <a:tcPr marL="73025" marR="73025" marT="0" marB="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spcAft>
                          <a:spcPts val="0"/>
                        </a:spcAft>
                      </a:pPr>
                      <a:r>
                        <a:rPr lang="en-GB" sz="1800" dirty="0">
                          <a:solidFill>
                            <a:schemeClr val="tx1"/>
                          </a:solidFill>
                          <a:latin typeface="+mn-lt"/>
                          <a:cs typeface="Arial"/>
                        </a:rPr>
                        <a:t>Software engineering is an </a:t>
                      </a:r>
                      <a:r>
                        <a:rPr lang="en-GB" sz="1800" dirty="0">
                          <a:solidFill>
                            <a:srgbClr val="FF0000"/>
                          </a:solidFill>
                          <a:latin typeface="+mn-lt"/>
                          <a:cs typeface="Arial"/>
                        </a:rPr>
                        <a:t>engineering discipline</a:t>
                      </a:r>
                      <a:r>
                        <a:rPr lang="en-GB" sz="1800" dirty="0">
                          <a:solidFill>
                            <a:schemeClr val="tx1"/>
                          </a:solidFill>
                          <a:latin typeface="+mn-lt"/>
                          <a:cs typeface="Arial"/>
                        </a:rPr>
                        <a:t> that is concerned with all aspects of software production.</a:t>
                      </a:r>
                      <a:endParaRPr lang="en-GB" sz="1800" dirty="0">
                        <a:solidFill>
                          <a:schemeClr val="tx1"/>
                        </a:solidFill>
                        <a:latin typeface="+mn-lt"/>
                        <a:ea typeface="Times New Roman"/>
                        <a:cs typeface="Arial"/>
                      </a:endParaRPr>
                    </a:p>
                  </a:txBody>
                  <a:tcPr marL="73025" marR="73025" marT="0" marB="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860608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27283-8C4F-4578-45AC-9981C8936B58}"/>
            </a:ext>
          </a:extLst>
        </p:cNvPr>
        <p:cNvGrpSpPr/>
        <p:nvPr/>
      </p:nvGrpSpPr>
      <p:grpSpPr>
        <a:xfrm>
          <a:off x="0" y="0"/>
          <a:ext cx="0" cy="0"/>
          <a:chOff x="0" y="0"/>
          <a:chExt cx="0" cy="0"/>
        </a:xfrm>
      </p:grpSpPr>
      <p:sp>
        <p:nvSpPr>
          <p:cNvPr id="14338" name="Title 1">
            <a:extLst>
              <a:ext uri="{FF2B5EF4-FFF2-40B4-BE49-F238E27FC236}">
                <a16:creationId xmlns:a16="http://schemas.microsoft.com/office/drawing/2014/main" id="{F57D1A96-D30D-CD1D-DDDA-65BAB1AE4D01}"/>
              </a:ext>
            </a:extLst>
          </p:cNvPr>
          <p:cNvSpPr>
            <a:spLocks noGrp="1"/>
          </p:cNvSpPr>
          <p:nvPr>
            <p:ph type="title"/>
          </p:nvPr>
        </p:nvSpPr>
        <p:spPr>
          <a:xfrm>
            <a:off x="317042" y="344648"/>
            <a:ext cx="8369758" cy="871821"/>
          </a:xfrm>
        </p:spPr>
        <p:txBody>
          <a:bodyPr>
            <a:normAutofit fontScale="90000"/>
          </a:bodyPr>
          <a:lstStyle/>
          <a:p>
            <a:r>
              <a:rPr lang="en-GB" dirty="0"/>
              <a:t>Frequently Asked Questions About Software Engineering </a:t>
            </a:r>
            <a:r>
              <a:rPr lang="en-GB" sz="2000" b="0" dirty="0"/>
              <a:t>(1 of 2)</a:t>
            </a:r>
            <a:endParaRPr lang="en-US" sz="2000" b="0" dirty="0"/>
          </a:p>
        </p:txBody>
      </p:sp>
      <p:graphicFrame>
        <p:nvGraphicFramePr>
          <p:cNvPr id="5" name="Table 4">
            <a:extLst>
              <a:ext uri="{FF2B5EF4-FFF2-40B4-BE49-F238E27FC236}">
                <a16:creationId xmlns:a16="http://schemas.microsoft.com/office/drawing/2014/main" id="{BE359D4E-A3BF-A469-F63B-E9F08DF095F2}"/>
              </a:ext>
            </a:extLst>
          </p:cNvPr>
          <p:cNvGraphicFramePr>
            <a:graphicFrameLocks noGrp="1"/>
          </p:cNvGraphicFramePr>
          <p:nvPr>
            <p:extLst>
              <p:ext uri="{D42A27DB-BD31-4B8C-83A1-F6EECF244321}">
                <p14:modId xmlns:p14="http://schemas.microsoft.com/office/powerpoint/2010/main" val="2220673182"/>
              </p:ext>
            </p:extLst>
          </p:nvPr>
        </p:nvGraphicFramePr>
        <p:xfrm>
          <a:off x="457199" y="1508903"/>
          <a:ext cx="8229601" cy="5004449"/>
        </p:xfrm>
        <a:graphic>
          <a:graphicData uri="http://schemas.openxmlformats.org/drawingml/2006/table">
            <a:tbl>
              <a:tblPr firstRow="1" bandRow="1">
                <a:tableStyleId>{B301B821-A1FF-4177-AEE7-76D212191A09}</a:tableStyleId>
              </a:tblPr>
              <a:tblGrid>
                <a:gridCol w="3524078">
                  <a:extLst>
                    <a:ext uri="{9D8B030D-6E8A-4147-A177-3AD203B41FA5}">
                      <a16:colId xmlns:a16="http://schemas.microsoft.com/office/drawing/2014/main" val="20000"/>
                    </a:ext>
                  </a:extLst>
                </a:gridCol>
                <a:gridCol w="4705523">
                  <a:extLst>
                    <a:ext uri="{9D8B030D-6E8A-4147-A177-3AD203B41FA5}">
                      <a16:colId xmlns:a16="http://schemas.microsoft.com/office/drawing/2014/main" val="20001"/>
                    </a:ext>
                  </a:extLst>
                </a:gridCol>
              </a:tblGrid>
              <a:tr h="524629">
                <a:tc>
                  <a:txBody>
                    <a:bodyPr/>
                    <a:lstStyle/>
                    <a:p>
                      <a:pPr algn="just">
                        <a:spcAft>
                          <a:spcPts val="0"/>
                        </a:spcAft>
                      </a:pPr>
                      <a:r>
                        <a:rPr lang="en-GB" sz="1400" dirty="0">
                          <a:solidFill>
                            <a:schemeClr val="tx1"/>
                          </a:solidFill>
                          <a:latin typeface="+mn-lt"/>
                          <a:cs typeface="Arial"/>
                        </a:rPr>
                        <a:t>Question</a:t>
                      </a:r>
                      <a:endParaRPr lang="en-GB" sz="1400" b="1" dirty="0">
                        <a:solidFill>
                          <a:schemeClr val="tx1"/>
                        </a:solidFill>
                        <a:latin typeface="+mn-lt"/>
                        <a:ea typeface="Times New Roman"/>
                        <a:cs typeface="Arial"/>
                      </a:endParaRPr>
                    </a:p>
                  </a:txBody>
                  <a:tcPr marL="73025" marR="73025" marT="73025" marB="730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spcAft>
                          <a:spcPts val="0"/>
                        </a:spcAft>
                      </a:pPr>
                      <a:r>
                        <a:rPr lang="en-GB" sz="1400" dirty="0">
                          <a:solidFill>
                            <a:schemeClr val="tx1"/>
                          </a:solidFill>
                          <a:latin typeface="+mn-lt"/>
                          <a:cs typeface="Arial"/>
                        </a:rPr>
                        <a:t>Answer</a:t>
                      </a:r>
                      <a:endParaRPr lang="en-GB" sz="1400" b="1" dirty="0">
                        <a:solidFill>
                          <a:schemeClr val="tx1"/>
                        </a:solidFill>
                        <a:latin typeface="+mn-lt"/>
                        <a:ea typeface="Times New Roman"/>
                        <a:cs typeface="Arial"/>
                      </a:endParaRPr>
                    </a:p>
                  </a:txBody>
                  <a:tcPr marL="73025" marR="73025" marT="73025" marB="730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987079">
                <a:tc>
                  <a:txBody>
                    <a:bodyPr/>
                    <a:lstStyle/>
                    <a:p>
                      <a:pPr algn="l">
                        <a:spcAft>
                          <a:spcPts val="0"/>
                        </a:spcAft>
                      </a:pPr>
                      <a:r>
                        <a:rPr lang="en-GB" sz="1800">
                          <a:solidFill>
                            <a:schemeClr val="tx1"/>
                          </a:solidFill>
                          <a:latin typeface="+mn-lt"/>
                          <a:cs typeface="Arial"/>
                        </a:rPr>
                        <a:t>What are the fundamental software engineering activities?</a:t>
                      </a:r>
                      <a:endParaRPr lang="en-GB" sz="1800">
                        <a:solidFill>
                          <a:schemeClr val="tx1"/>
                        </a:solidFill>
                        <a:latin typeface="+mn-lt"/>
                        <a:ea typeface="Times New Roman"/>
                        <a:cs typeface="Arial"/>
                      </a:endParaRPr>
                    </a:p>
                  </a:txBody>
                  <a:tcPr marL="73025" marR="73025" marT="0" marB="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spcAft>
                          <a:spcPts val="0"/>
                        </a:spcAft>
                      </a:pPr>
                      <a:r>
                        <a:rPr lang="en-GB" sz="1800" dirty="0">
                          <a:solidFill>
                            <a:schemeClr val="tx1"/>
                          </a:solidFill>
                          <a:latin typeface="+mn-lt"/>
                          <a:cs typeface="Arial"/>
                        </a:rPr>
                        <a:t>Software specification, software development, software validation and software evolution.</a:t>
                      </a:r>
                      <a:endParaRPr lang="en-GB" sz="1800" dirty="0">
                        <a:solidFill>
                          <a:schemeClr val="tx1"/>
                        </a:solidFill>
                        <a:latin typeface="+mn-lt"/>
                        <a:ea typeface="Times New Roman"/>
                        <a:cs typeface="Arial"/>
                      </a:endParaRPr>
                    </a:p>
                  </a:txBody>
                  <a:tcPr marL="73025" marR="73025" marT="0" marB="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1594512">
                <a:tc>
                  <a:txBody>
                    <a:bodyPr/>
                    <a:lstStyle/>
                    <a:p>
                      <a:pPr algn="l">
                        <a:spcAft>
                          <a:spcPts val="0"/>
                        </a:spcAft>
                      </a:pPr>
                      <a:r>
                        <a:rPr lang="en-GB" sz="1800">
                          <a:solidFill>
                            <a:schemeClr val="tx1"/>
                          </a:solidFill>
                          <a:latin typeface="+mn-lt"/>
                          <a:cs typeface="Arial"/>
                        </a:rPr>
                        <a:t>What is the difference between software engineering and computer science?</a:t>
                      </a:r>
                      <a:endParaRPr lang="en-GB" sz="1800">
                        <a:solidFill>
                          <a:schemeClr val="tx1"/>
                        </a:solidFill>
                        <a:latin typeface="+mn-lt"/>
                        <a:ea typeface="Times New Roman"/>
                        <a:cs typeface="Arial"/>
                      </a:endParaRPr>
                    </a:p>
                  </a:txBody>
                  <a:tcPr marL="73025" marR="73025" marT="0" marB="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spcAft>
                          <a:spcPts val="0"/>
                        </a:spcAft>
                      </a:pPr>
                      <a:r>
                        <a:rPr lang="en-GB" sz="1800" dirty="0">
                          <a:solidFill>
                            <a:schemeClr val="tx1"/>
                          </a:solidFill>
                          <a:latin typeface="+mn-lt"/>
                          <a:cs typeface="Arial"/>
                        </a:rPr>
                        <a:t>Computer science focuses on theory and fundamentals; software engineering is concerned with the </a:t>
                      </a:r>
                      <a:r>
                        <a:rPr lang="en-GB" sz="1800" dirty="0">
                          <a:solidFill>
                            <a:srgbClr val="FF0000"/>
                          </a:solidFill>
                          <a:latin typeface="+mn-lt"/>
                          <a:cs typeface="Arial"/>
                        </a:rPr>
                        <a:t>practicalities of developing and delivering </a:t>
                      </a:r>
                      <a:r>
                        <a:rPr lang="en-GB" sz="1800" dirty="0">
                          <a:solidFill>
                            <a:schemeClr val="tx1"/>
                          </a:solidFill>
                          <a:latin typeface="+mn-lt"/>
                          <a:cs typeface="Arial"/>
                        </a:rPr>
                        <a:t>useful software.</a:t>
                      </a:r>
                      <a:endParaRPr lang="en-GB" sz="1800" dirty="0">
                        <a:solidFill>
                          <a:schemeClr val="tx1"/>
                        </a:solidFill>
                        <a:latin typeface="+mn-lt"/>
                        <a:ea typeface="Times New Roman"/>
                        <a:cs typeface="Arial"/>
                      </a:endParaRPr>
                    </a:p>
                  </a:txBody>
                  <a:tcPr marL="73025" marR="73025" marT="0" marB="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1898229">
                <a:tc>
                  <a:txBody>
                    <a:bodyPr/>
                    <a:lstStyle/>
                    <a:p>
                      <a:pPr algn="l">
                        <a:spcAft>
                          <a:spcPts val="0"/>
                        </a:spcAft>
                      </a:pPr>
                      <a:r>
                        <a:rPr lang="en-GB" sz="1800" dirty="0">
                          <a:solidFill>
                            <a:schemeClr val="tx1"/>
                          </a:solidFill>
                          <a:latin typeface="+mn-lt"/>
                          <a:cs typeface="Arial"/>
                        </a:rPr>
                        <a:t>What is the difference between software engineering and system engineering?</a:t>
                      </a:r>
                      <a:endParaRPr lang="en-GB" sz="1800" dirty="0">
                        <a:solidFill>
                          <a:schemeClr val="tx1"/>
                        </a:solidFill>
                        <a:latin typeface="+mn-lt"/>
                        <a:ea typeface="Times New Roman"/>
                        <a:cs typeface="Arial"/>
                      </a:endParaRPr>
                    </a:p>
                  </a:txBody>
                  <a:tcPr marL="73025" marR="73025" marT="0" marB="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spcAft>
                          <a:spcPts val="0"/>
                        </a:spcAft>
                      </a:pPr>
                      <a:r>
                        <a:rPr lang="en-GB" sz="1800" dirty="0">
                          <a:solidFill>
                            <a:schemeClr val="tx1"/>
                          </a:solidFill>
                          <a:latin typeface="+mn-lt"/>
                          <a:cs typeface="Arial"/>
                        </a:rPr>
                        <a:t>System engineering is concerned with all aspects of computer-based systems development including hardware, software and process engineering. Software engineering is part of this more general process.</a:t>
                      </a:r>
                      <a:endParaRPr lang="en-GB" sz="1800" dirty="0">
                        <a:solidFill>
                          <a:schemeClr val="tx1"/>
                        </a:solidFill>
                        <a:latin typeface="+mn-lt"/>
                        <a:ea typeface="Times New Roman"/>
                        <a:cs typeface="Arial"/>
                      </a:endParaRPr>
                    </a:p>
                  </a:txBody>
                  <a:tcPr marL="73025" marR="73025" marT="0" marB="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3135131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65199" y="609600"/>
            <a:ext cx="7648121" cy="1099457"/>
          </a:xfrm>
        </p:spPr>
        <p:txBody>
          <a:bodyPr>
            <a:normAutofit fontScale="90000"/>
          </a:bodyPr>
          <a:lstStyle/>
          <a:p>
            <a:r>
              <a:rPr dirty="0"/>
              <a:t>What is Software Engineering?</a:t>
            </a:r>
          </a:p>
        </p:txBody>
      </p:sp>
      <p:graphicFrame>
        <p:nvGraphicFramePr>
          <p:cNvPr id="5" name="Content Placeholder 2">
            <a:extLst>
              <a:ext uri="{FF2B5EF4-FFF2-40B4-BE49-F238E27FC236}">
                <a16:creationId xmlns:a16="http://schemas.microsoft.com/office/drawing/2014/main" id="{5C838A3D-6A77-AAED-F02D-B95B18F8DE8E}"/>
              </a:ext>
            </a:extLst>
          </p:cNvPr>
          <p:cNvGraphicFramePr>
            <a:graphicFrameLocks noGrp="1"/>
          </p:cNvGraphicFramePr>
          <p:nvPr>
            <p:ph idx="1"/>
            <p:extLst>
              <p:ext uri="{D42A27DB-BD31-4B8C-83A1-F6EECF244321}">
                <p14:modId xmlns:p14="http://schemas.microsoft.com/office/powerpoint/2010/main" val="1056744995"/>
              </p:ext>
            </p:extLst>
          </p:nvPr>
        </p:nvGraphicFramePr>
        <p:xfrm>
          <a:off x="965199" y="1948543"/>
          <a:ext cx="7213600"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171700" y="764373"/>
            <a:ext cx="6457950" cy="1293028"/>
          </a:xfrm>
        </p:spPr>
        <p:txBody>
          <a:bodyPr>
            <a:normAutofit/>
          </a:bodyPr>
          <a:lstStyle/>
          <a:p>
            <a:r>
              <a:rPr lang="en-US" dirty="0"/>
              <a:t>Software </a:t>
            </a:r>
            <a:r>
              <a:rPr lang="en-US"/>
              <a:t>Engineering </a:t>
            </a:r>
            <a:r>
              <a:rPr lang="en-GB" b="0"/>
              <a:t>(2 of 2)</a:t>
            </a:r>
            <a:endParaRPr lang="en-US" dirty="0"/>
          </a:p>
        </p:txBody>
      </p:sp>
      <p:graphicFrame>
        <p:nvGraphicFramePr>
          <p:cNvPr id="8" name="Content Placeholder 2">
            <a:extLst>
              <a:ext uri="{FF2B5EF4-FFF2-40B4-BE49-F238E27FC236}">
                <a16:creationId xmlns:a16="http://schemas.microsoft.com/office/drawing/2014/main" id="{A3A542B1-7EF8-89F1-961D-B4904B2DBBAA}"/>
              </a:ext>
            </a:extLst>
          </p:cNvPr>
          <p:cNvGraphicFramePr>
            <a:graphicFrameLocks noGrp="1"/>
          </p:cNvGraphicFramePr>
          <p:nvPr>
            <p:ph idx="1"/>
            <p:extLst>
              <p:ext uri="{D42A27DB-BD31-4B8C-83A1-F6EECF244321}">
                <p14:modId xmlns:p14="http://schemas.microsoft.com/office/powerpoint/2010/main" val="812862061"/>
              </p:ext>
            </p:extLst>
          </p:nvPr>
        </p:nvGraphicFramePr>
        <p:xfrm>
          <a:off x="514350" y="2441051"/>
          <a:ext cx="8115300" cy="35300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132561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171700" y="764373"/>
            <a:ext cx="6457950" cy="1293028"/>
          </a:xfrm>
        </p:spPr>
        <p:txBody>
          <a:bodyPr>
            <a:normAutofit/>
          </a:bodyPr>
          <a:lstStyle/>
          <a:p>
            <a:r>
              <a:rPr lang="en-US" dirty="0"/>
              <a:t>Importance of Software Engineering</a:t>
            </a:r>
          </a:p>
        </p:txBody>
      </p:sp>
      <p:graphicFrame>
        <p:nvGraphicFramePr>
          <p:cNvPr id="5" name="Content Placeholder 2">
            <a:extLst>
              <a:ext uri="{FF2B5EF4-FFF2-40B4-BE49-F238E27FC236}">
                <a16:creationId xmlns:a16="http://schemas.microsoft.com/office/drawing/2014/main" id="{4CDA149D-3B75-443C-587C-8556C270B3B3}"/>
              </a:ext>
            </a:extLst>
          </p:cNvPr>
          <p:cNvGraphicFramePr>
            <a:graphicFrameLocks noGrp="1"/>
          </p:cNvGraphicFramePr>
          <p:nvPr>
            <p:ph idx="1"/>
            <p:extLst>
              <p:ext uri="{D42A27DB-BD31-4B8C-83A1-F6EECF244321}">
                <p14:modId xmlns:p14="http://schemas.microsoft.com/office/powerpoint/2010/main" val="969752916"/>
              </p:ext>
            </p:extLst>
          </p:nvPr>
        </p:nvGraphicFramePr>
        <p:xfrm>
          <a:off x="514350" y="2441051"/>
          <a:ext cx="8115300" cy="35300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733074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65199" y="609600"/>
            <a:ext cx="7648121" cy="1099457"/>
          </a:xfrm>
        </p:spPr>
        <p:txBody>
          <a:bodyPr>
            <a:normAutofit fontScale="90000"/>
          </a:bodyPr>
          <a:lstStyle/>
          <a:p>
            <a:r>
              <a:rPr dirty="0"/>
              <a:t>Importance of Software Engineering</a:t>
            </a:r>
          </a:p>
        </p:txBody>
      </p:sp>
      <p:graphicFrame>
        <p:nvGraphicFramePr>
          <p:cNvPr id="5" name="Content Placeholder 2">
            <a:extLst>
              <a:ext uri="{FF2B5EF4-FFF2-40B4-BE49-F238E27FC236}">
                <a16:creationId xmlns:a16="http://schemas.microsoft.com/office/drawing/2014/main" id="{7EAA6801-9B7D-1088-8508-87B7ED93EB71}"/>
              </a:ext>
            </a:extLst>
          </p:cNvPr>
          <p:cNvGraphicFramePr>
            <a:graphicFrameLocks noGrp="1"/>
          </p:cNvGraphicFramePr>
          <p:nvPr>
            <p:ph idx="1"/>
            <p:extLst>
              <p:ext uri="{D42A27DB-BD31-4B8C-83A1-F6EECF244321}">
                <p14:modId xmlns:p14="http://schemas.microsoft.com/office/powerpoint/2010/main" val="2869247319"/>
              </p:ext>
            </p:extLst>
          </p:nvPr>
        </p:nvGraphicFramePr>
        <p:xfrm>
          <a:off x="965199" y="1948543"/>
          <a:ext cx="7213600"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65199" y="609600"/>
            <a:ext cx="7648121" cy="1099457"/>
          </a:xfrm>
        </p:spPr>
        <p:txBody>
          <a:bodyPr>
            <a:normAutofit/>
          </a:bodyPr>
          <a:lstStyle/>
          <a:p>
            <a:r>
              <a:rPr dirty="0"/>
              <a:t>Software vs. Hardware</a:t>
            </a:r>
          </a:p>
        </p:txBody>
      </p:sp>
      <p:graphicFrame>
        <p:nvGraphicFramePr>
          <p:cNvPr id="5" name="Content Placeholder 2">
            <a:extLst>
              <a:ext uri="{FF2B5EF4-FFF2-40B4-BE49-F238E27FC236}">
                <a16:creationId xmlns:a16="http://schemas.microsoft.com/office/drawing/2014/main" id="{674ABC0A-93CC-24CA-B433-022CA44E79F8}"/>
              </a:ext>
            </a:extLst>
          </p:cNvPr>
          <p:cNvGraphicFramePr>
            <a:graphicFrameLocks noGrp="1"/>
          </p:cNvGraphicFramePr>
          <p:nvPr>
            <p:ph idx="1"/>
            <p:extLst>
              <p:ext uri="{D42A27DB-BD31-4B8C-83A1-F6EECF244321}">
                <p14:modId xmlns:p14="http://schemas.microsoft.com/office/powerpoint/2010/main" val="1809417066"/>
              </p:ext>
            </p:extLst>
          </p:nvPr>
        </p:nvGraphicFramePr>
        <p:xfrm>
          <a:off x="965199" y="1709057"/>
          <a:ext cx="7213600" cy="25934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3" name="Group 2">
            <a:extLst>
              <a:ext uri="{FF2B5EF4-FFF2-40B4-BE49-F238E27FC236}">
                <a16:creationId xmlns:a16="http://schemas.microsoft.com/office/drawing/2014/main" id="{988C73C4-85F7-4528-ECF3-89F49C64BD1A}"/>
              </a:ext>
            </a:extLst>
          </p:cNvPr>
          <p:cNvGrpSpPr/>
          <p:nvPr/>
        </p:nvGrpSpPr>
        <p:grpSpPr>
          <a:xfrm>
            <a:off x="489392" y="4781506"/>
            <a:ext cx="2148741" cy="1289244"/>
            <a:chOff x="7189" y="998440"/>
            <a:chExt cx="2148741" cy="1289244"/>
          </a:xfrm>
        </p:grpSpPr>
        <p:sp>
          <p:nvSpPr>
            <p:cNvPr id="17" name="Rounded Rectangle 16">
              <a:extLst>
                <a:ext uri="{FF2B5EF4-FFF2-40B4-BE49-F238E27FC236}">
                  <a16:creationId xmlns:a16="http://schemas.microsoft.com/office/drawing/2014/main" id="{FA1798A5-86D0-7B5E-7FF5-2B3DC71FD4ED}"/>
                </a:ext>
              </a:extLst>
            </p:cNvPr>
            <p:cNvSpPr/>
            <p:nvPr/>
          </p:nvSpPr>
          <p:spPr>
            <a:xfrm>
              <a:off x="7189" y="998440"/>
              <a:ext cx="2148741" cy="1289244"/>
            </a:xfrm>
            <a:prstGeom prst="roundRect">
              <a:avLst>
                <a:gd name="adj" fmla="val 10000"/>
              </a:avLst>
            </a:pr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a:lstStyle/>
            <a:p>
              <a:endParaRPr lang="en-US"/>
            </a:p>
          </p:txBody>
        </p:sp>
        <p:sp>
          <p:nvSpPr>
            <p:cNvPr id="18" name="Rounded Rectangle 4">
              <a:extLst>
                <a:ext uri="{FF2B5EF4-FFF2-40B4-BE49-F238E27FC236}">
                  <a16:creationId xmlns:a16="http://schemas.microsoft.com/office/drawing/2014/main" id="{ECE29F11-3F35-91EF-EEF0-E4B8D0C8A167}"/>
                </a:ext>
              </a:extLst>
            </p:cNvPr>
            <p:cNvSpPr txBox="1"/>
            <p:nvPr/>
          </p:nvSpPr>
          <p:spPr>
            <a:xfrm>
              <a:off x="44950" y="1036201"/>
              <a:ext cx="2073219" cy="121372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 Intangible and flexible</a:t>
              </a:r>
            </a:p>
          </p:txBody>
        </p:sp>
      </p:grpSp>
      <p:grpSp>
        <p:nvGrpSpPr>
          <p:cNvPr id="4" name="Group 3">
            <a:extLst>
              <a:ext uri="{FF2B5EF4-FFF2-40B4-BE49-F238E27FC236}">
                <a16:creationId xmlns:a16="http://schemas.microsoft.com/office/drawing/2014/main" id="{8C283056-5FBA-7453-E3FC-A1FC1C33BBF1}"/>
              </a:ext>
            </a:extLst>
          </p:cNvPr>
          <p:cNvGrpSpPr/>
          <p:nvPr/>
        </p:nvGrpSpPr>
        <p:grpSpPr>
          <a:xfrm>
            <a:off x="2827222" y="5159684"/>
            <a:ext cx="455533" cy="532887"/>
            <a:chOff x="2345019" y="1376618"/>
            <a:chExt cx="455533" cy="532887"/>
          </a:xfrm>
        </p:grpSpPr>
        <p:sp>
          <p:nvSpPr>
            <p:cNvPr id="15" name="Right Arrow 14">
              <a:extLst>
                <a:ext uri="{FF2B5EF4-FFF2-40B4-BE49-F238E27FC236}">
                  <a16:creationId xmlns:a16="http://schemas.microsoft.com/office/drawing/2014/main" id="{C0506A2F-2871-E6DF-1579-2529727A09FB}"/>
                </a:ext>
              </a:extLst>
            </p:cNvPr>
            <p:cNvSpPr/>
            <p:nvPr/>
          </p:nvSpPr>
          <p:spPr>
            <a:xfrm>
              <a:off x="2345019" y="1376618"/>
              <a:ext cx="455533" cy="532887"/>
            </a:xfrm>
            <a:prstGeom prst="rightArrow">
              <a:avLst>
                <a:gd name="adj1" fmla="val 60000"/>
                <a:gd name="adj2" fmla="val 50000"/>
              </a:avLst>
            </a:prstGeom>
          </p:spPr>
          <p:style>
            <a:lnRef idx="0">
              <a:schemeClr val="accent4">
                <a:tint val="60000"/>
                <a:hueOff val="0"/>
                <a:satOff val="0"/>
                <a:lumOff val="0"/>
                <a:alphaOff val="0"/>
              </a:schemeClr>
            </a:lnRef>
            <a:fillRef idx="1">
              <a:schemeClr val="accent4">
                <a:tint val="60000"/>
                <a:hueOff val="0"/>
                <a:satOff val="0"/>
                <a:lumOff val="0"/>
                <a:alphaOff val="0"/>
              </a:schemeClr>
            </a:fillRef>
            <a:effectRef idx="0">
              <a:schemeClr val="accent4">
                <a:tint val="60000"/>
                <a:hueOff val="0"/>
                <a:satOff val="0"/>
                <a:lumOff val="0"/>
                <a:alphaOff val="0"/>
              </a:schemeClr>
            </a:effectRef>
            <a:fontRef idx="minor">
              <a:schemeClr val="lt1"/>
            </a:fontRef>
          </p:style>
          <p:txBody>
            <a:bodyPr/>
            <a:lstStyle/>
            <a:p>
              <a:endParaRPr lang="en-US"/>
            </a:p>
          </p:txBody>
        </p:sp>
        <p:sp>
          <p:nvSpPr>
            <p:cNvPr id="16" name="Right Arrow 6">
              <a:extLst>
                <a:ext uri="{FF2B5EF4-FFF2-40B4-BE49-F238E27FC236}">
                  <a16:creationId xmlns:a16="http://schemas.microsoft.com/office/drawing/2014/main" id="{DE79740D-7CEA-3675-5F9C-4C2AF456CCE5}"/>
                </a:ext>
              </a:extLst>
            </p:cNvPr>
            <p:cNvSpPr txBox="1"/>
            <p:nvPr/>
          </p:nvSpPr>
          <p:spPr>
            <a:xfrm>
              <a:off x="2345019" y="1483195"/>
              <a:ext cx="318873" cy="31973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p:txBody>
        </p:sp>
      </p:grpSp>
      <p:grpSp>
        <p:nvGrpSpPr>
          <p:cNvPr id="6" name="Group 5">
            <a:extLst>
              <a:ext uri="{FF2B5EF4-FFF2-40B4-BE49-F238E27FC236}">
                <a16:creationId xmlns:a16="http://schemas.microsoft.com/office/drawing/2014/main" id="{D3B834DD-5CD8-F2B3-0587-F45D67A69995}"/>
              </a:ext>
            </a:extLst>
          </p:cNvPr>
          <p:cNvGrpSpPr/>
          <p:nvPr/>
        </p:nvGrpSpPr>
        <p:grpSpPr>
          <a:xfrm>
            <a:off x="3497629" y="4781506"/>
            <a:ext cx="2148741" cy="1289244"/>
            <a:chOff x="3015426" y="998440"/>
            <a:chExt cx="2148741" cy="1289244"/>
          </a:xfrm>
        </p:grpSpPr>
        <p:sp>
          <p:nvSpPr>
            <p:cNvPr id="13" name="Rounded Rectangle 12">
              <a:extLst>
                <a:ext uri="{FF2B5EF4-FFF2-40B4-BE49-F238E27FC236}">
                  <a16:creationId xmlns:a16="http://schemas.microsoft.com/office/drawing/2014/main" id="{CCAA9A4E-F58F-C15F-ADC1-FAFE6D909AEC}"/>
                </a:ext>
              </a:extLst>
            </p:cNvPr>
            <p:cNvSpPr/>
            <p:nvPr/>
          </p:nvSpPr>
          <p:spPr>
            <a:xfrm>
              <a:off x="3015426" y="998440"/>
              <a:ext cx="2148741" cy="1289244"/>
            </a:xfrm>
            <a:prstGeom prst="roundRect">
              <a:avLst>
                <a:gd name="adj" fmla="val 10000"/>
              </a:avLst>
            </a:pr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a:lstStyle/>
            <a:p>
              <a:endParaRPr lang="en-US"/>
            </a:p>
          </p:txBody>
        </p:sp>
        <p:sp>
          <p:nvSpPr>
            <p:cNvPr id="14" name="Rounded Rectangle 8">
              <a:extLst>
                <a:ext uri="{FF2B5EF4-FFF2-40B4-BE49-F238E27FC236}">
                  <a16:creationId xmlns:a16="http://schemas.microsoft.com/office/drawing/2014/main" id="{B6858A8D-8D00-BA30-0F5B-00EAD0711550}"/>
                </a:ext>
              </a:extLst>
            </p:cNvPr>
            <p:cNvSpPr txBox="1"/>
            <p:nvPr/>
          </p:nvSpPr>
          <p:spPr>
            <a:xfrm>
              <a:off x="3053187" y="1036201"/>
              <a:ext cx="2073219" cy="121372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 Developed not manufactured</a:t>
              </a:r>
            </a:p>
          </p:txBody>
        </p:sp>
      </p:grpSp>
      <p:grpSp>
        <p:nvGrpSpPr>
          <p:cNvPr id="7" name="Group 6">
            <a:extLst>
              <a:ext uri="{FF2B5EF4-FFF2-40B4-BE49-F238E27FC236}">
                <a16:creationId xmlns:a16="http://schemas.microsoft.com/office/drawing/2014/main" id="{8769C6FB-0F90-06BB-3EA8-44F2332C70D0}"/>
              </a:ext>
            </a:extLst>
          </p:cNvPr>
          <p:cNvGrpSpPr/>
          <p:nvPr/>
        </p:nvGrpSpPr>
        <p:grpSpPr>
          <a:xfrm>
            <a:off x="5835459" y="5159684"/>
            <a:ext cx="455533" cy="532887"/>
            <a:chOff x="5353256" y="1376618"/>
            <a:chExt cx="455533" cy="532887"/>
          </a:xfrm>
        </p:grpSpPr>
        <p:sp>
          <p:nvSpPr>
            <p:cNvPr id="11" name="Right Arrow 10">
              <a:extLst>
                <a:ext uri="{FF2B5EF4-FFF2-40B4-BE49-F238E27FC236}">
                  <a16:creationId xmlns:a16="http://schemas.microsoft.com/office/drawing/2014/main" id="{4209B076-4A7C-D3FA-E07F-11BD9B90BD80}"/>
                </a:ext>
              </a:extLst>
            </p:cNvPr>
            <p:cNvSpPr/>
            <p:nvPr/>
          </p:nvSpPr>
          <p:spPr>
            <a:xfrm>
              <a:off x="5353256" y="1376618"/>
              <a:ext cx="455533" cy="532887"/>
            </a:xfrm>
            <a:prstGeom prst="rightArrow">
              <a:avLst>
                <a:gd name="adj1" fmla="val 60000"/>
                <a:gd name="adj2" fmla="val 50000"/>
              </a:avLst>
            </a:prstGeom>
          </p:spPr>
          <p:style>
            <a:lnRef idx="0">
              <a:schemeClr val="accent4">
                <a:tint val="60000"/>
                <a:hueOff val="0"/>
                <a:satOff val="0"/>
                <a:lumOff val="0"/>
                <a:alphaOff val="0"/>
              </a:schemeClr>
            </a:lnRef>
            <a:fillRef idx="1">
              <a:schemeClr val="accent4">
                <a:tint val="60000"/>
                <a:hueOff val="0"/>
                <a:satOff val="0"/>
                <a:lumOff val="0"/>
                <a:alphaOff val="0"/>
              </a:schemeClr>
            </a:fillRef>
            <a:effectRef idx="0">
              <a:schemeClr val="accent4">
                <a:tint val="60000"/>
                <a:hueOff val="0"/>
                <a:satOff val="0"/>
                <a:lumOff val="0"/>
                <a:alphaOff val="0"/>
              </a:schemeClr>
            </a:effectRef>
            <a:fontRef idx="minor">
              <a:schemeClr val="lt1"/>
            </a:fontRef>
          </p:style>
          <p:txBody>
            <a:bodyPr/>
            <a:lstStyle/>
            <a:p>
              <a:endParaRPr lang="en-US"/>
            </a:p>
          </p:txBody>
        </p:sp>
        <p:sp>
          <p:nvSpPr>
            <p:cNvPr id="12" name="Right Arrow 10">
              <a:extLst>
                <a:ext uri="{FF2B5EF4-FFF2-40B4-BE49-F238E27FC236}">
                  <a16:creationId xmlns:a16="http://schemas.microsoft.com/office/drawing/2014/main" id="{719B71AB-55DB-6528-E95B-E5C0D2449BE9}"/>
                </a:ext>
              </a:extLst>
            </p:cNvPr>
            <p:cNvSpPr txBox="1"/>
            <p:nvPr/>
          </p:nvSpPr>
          <p:spPr>
            <a:xfrm>
              <a:off x="5353256" y="1483195"/>
              <a:ext cx="318873" cy="31973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p:txBody>
        </p:sp>
      </p:grpSp>
      <p:grpSp>
        <p:nvGrpSpPr>
          <p:cNvPr id="8" name="Group 7">
            <a:extLst>
              <a:ext uri="{FF2B5EF4-FFF2-40B4-BE49-F238E27FC236}">
                <a16:creationId xmlns:a16="http://schemas.microsoft.com/office/drawing/2014/main" id="{9C790208-F602-0C5D-A165-6DF9C81B6FA7}"/>
              </a:ext>
            </a:extLst>
          </p:cNvPr>
          <p:cNvGrpSpPr/>
          <p:nvPr/>
        </p:nvGrpSpPr>
        <p:grpSpPr>
          <a:xfrm>
            <a:off x="6505866" y="4781506"/>
            <a:ext cx="2148741" cy="1289244"/>
            <a:chOff x="6023663" y="998440"/>
            <a:chExt cx="2148741" cy="1289244"/>
          </a:xfrm>
        </p:grpSpPr>
        <p:sp>
          <p:nvSpPr>
            <p:cNvPr id="9" name="Rounded Rectangle 8">
              <a:extLst>
                <a:ext uri="{FF2B5EF4-FFF2-40B4-BE49-F238E27FC236}">
                  <a16:creationId xmlns:a16="http://schemas.microsoft.com/office/drawing/2014/main" id="{D7ECE55F-EBA1-7A3C-268D-DB9676CCB44A}"/>
                </a:ext>
              </a:extLst>
            </p:cNvPr>
            <p:cNvSpPr/>
            <p:nvPr/>
          </p:nvSpPr>
          <p:spPr>
            <a:xfrm>
              <a:off x="6023663" y="998440"/>
              <a:ext cx="2148741" cy="1289244"/>
            </a:xfrm>
            <a:prstGeom prst="roundRect">
              <a:avLst>
                <a:gd name="adj" fmla="val 10000"/>
              </a:avLst>
            </a:pr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a:lstStyle/>
            <a:p>
              <a:endParaRPr lang="en-US"/>
            </a:p>
          </p:txBody>
        </p:sp>
        <p:sp>
          <p:nvSpPr>
            <p:cNvPr id="10" name="Rounded Rectangle 12">
              <a:extLst>
                <a:ext uri="{FF2B5EF4-FFF2-40B4-BE49-F238E27FC236}">
                  <a16:creationId xmlns:a16="http://schemas.microsoft.com/office/drawing/2014/main" id="{D7E688F3-2D53-362D-97EF-FD47730F14F9}"/>
                </a:ext>
              </a:extLst>
            </p:cNvPr>
            <p:cNvSpPr txBox="1"/>
            <p:nvPr/>
          </p:nvSpPr>
          <p:spPr>
            <a:xfrm>
              <a:off x="6061424" y="1036201"/>
              <a:ext cx="2073219" cy="121372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 Prone to frequent change</a:t>
              </a:r>
            </a:p>
          </p:txBody>
        </p:sp>
      </p:grpSp>
      <p:cxnSp>
        <p:nvCxnSpPr>
          <p:cNvPr id="20" name="Straight Connector 19">
            <a:extLst>
              <a:ext uri="{FF2B5EF4-FFF2-40B4-BE49-F238E27FC236}">
                <a16:creationId xmlns:a16="http://schemas.microsoft.com/office/drawing/2014/main" id="{B4BE2FC8-CED7-2DC2-ECF4-21E4A1F6FD8B}"/>
              </a:ext>
            </a:extLst>
          </p:cNvPr>
          <p:cNvCxnSpPr/>
          <p:nvPr/>
        </p:nvCxnSpPr>
        <p:spPr>
          <a:xfrm>
            <a:off x="359764" y="4302534"/>
            <a:ext cx="8439462" cy="0"/>
          </a:xfrm>
          <a:prstGeom prst="line">
            <a:avLst/>
          </a:prstGeom>
        </p:spPr>
        <p:style>
          <a:lnRef idx="1">
            <a:schemeClr val="accent5"/>
          </a:lnRef>
          <a:fillRef idx="0">
            <a:schemeClr val="accent5"/>
          </a:fillRef>
          <a:effectRef idx="0">
            <a:schemeClr val="accent5"/>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2600" y="816638"/>
            <a:ext cx="3204980" cy="5224724"/>
          </a:xfrm>
        </p:spPr>
        <p:txBody>
          <a:bodyPr anchor="ctr">
            <a:normAutofit/>
          </a:bodyPr>
          <a:lstStyle/>
          <a:p>
            <a:r>
              <a:rPr dirty="0"/>
              <a:t>Types of Software</a:t>
            </a:r>
          </a:p>
        </p:txBody>
      </p:sp>
      <p:sp>
        <p:nvSpPr>
          <p:cNvPr id="3" name="Content Placeholder 2"/>
          <p:cNvSpPr>
            <a:spLocks noGrp="1"/>
          </p:cNvSpPr>
          <p:nvPr>
            <p:ph idx="1"/>
          </p:nvPr>
        </p:nvSpPr>
        <p:spPr>
          <a:xfrm>
            <a:off x="4120308" y="816638"/>
            <a:ext cx="3464779" cy="5224724"/>
          </a:xfrm>
        </p:spPr>
        <p:txBody>
          <a:bodyPr anchor="ctr">
            <a:normAutofit/>
          </a:bodyPr>
          <a:lstStyle/>
          <a:p>
            <a:r>
              <a:rPr dirty="0"/>
              <a:t>System Software</a:t>
            </a:r>
          </a:p>
          <a:p>
            <a:r>
              <a:rPr dirty="0"/>
              <a:t>Application Software</a:t>
            </a:r>
          </a:p>
          <a:p>
            <a:r>
              <a:rPr dirty="0"/>
              <a:t>Embedded Software</a:t>
            </a:r>
          </a:p>
          <a:p>
            <a:r>
              <a:rPr dirty="0"/>
              <a:t>Web and Mobile Apps</a:t>
            </a:r>
          </a:p>
          <a:p>
            <a:r>
              <a:rPr dirty="0"/>
              <a:t>AI &amp; Data-centric Software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65199" y="609600"/>
            <a:ext cx="7648121" cy="1099457"/>
          </a:xfrm>
        </p:spPr>
        <p:txBody>
          <a:bodyPr>
            <a:normAutofit fontScale="90000"/>
          </a:bodyPr>
          <a:lstStyle/>
          <a:p>
            <a:pPr>
              <a:lnSpc>
                <a:spcPct val="90000"/>
              </a:lnSpc>
            </a:pPr>
            <a:r>
              <a:t>Software Development Life Cycle (SDLC)</a:t>
            </a:r>
            <a:endParaRPr lang="en-MY"/>
          </a:p>
        </p:txBody>
      </p:sp>
      <p:graphicFrame>
        <p:nvGraphicFramePr>
          <p:cNvPr id="5" name="Content Placeholder 2">
            <a:extLst>
              <a:ext uri="{FF2B5EF4-FFF2-40B4-BE49-F238E27FC236}">
                <a16:creationId xmlns:a16="http://schemas.microsoft.com/office/drawing/2014/main" id="{BA1FA682-B9FD-863F-9FA5-8FBE90E2D373}"/>
              </a:ext>
            </a:extLst>
          </p:cNvPr>
          <p:cNvGraphicFramePr>
            <a:graphicFrameLocks noGrp="1"/>
          </p:cNvGraphicFramePr>
          <p:nvPr>
            <p:ph idx="1"/>
            <p:extLst>
              <p:ext uri="{D42A27DB-BD31-4B8C-83A1-F6EECF244321}">
                <p14:modId xmlns:p14="http://schemas.microsoft.com/office/powerpoint/2010/main" val="4102788640"/>
              </p:ext>
            </p:extLst>
          </p:nvPr>
        </p:nvGraphicFramePr>
        <p:xfrm>
          <a:off x="965199" y="1948543"/>
          <a:ext cx="7213600"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52550" y="609600"/>
            <a:ext cx="2802951" cy="1320800"/>
          </a:xfrm>
        </p:spPr>
        <p:txBody>
          <a:bodyPr>
            <a:normAutofit/>
          </a:bodyPr>
          <a:lstStyle/>
          <a:p>
            <a:pPr>
              <a:lnSpc>
                <a:spcPct val="90000"/>
              </a:lnSpc>
            </a:pPr>
            <a:r>
              <a:rPr lang="en-MY" sz="2800"/>
              <a:t>Software Development Models</a:t>
            </a:r>
          </a:p>
        </p:txBody>
      </p:sp>
      <p:sp>
        <p:nvSpPr>
          <p:cNvPr id="3" name="Content Placeholder 2"/>
          <p:cNvSpPr>
            <a:spLocks noGrp="1"/>
          </p:cNvSpPr>
          <p:nvPr>
            <p:ph idx="1"/>
          </p:nvPr>
        </p:nvSpPr>
        <p:spPr>
          <a:xfrm>
            <a:off x="3907172" y="2160589"/>
            <a:ext cx="4046200" cy="3880773"/>
          </a:xfrm>
        </p:spPr>
        <p:txBody>
          <a:bodyPr>
            <a:normAutofit lnSpcReduction="10000"/>
          </a:bodyPr>
          <a:lstStyle/>
          <a:p>
            <a:r>
              <a:rPr sz="2800" dirty="0"/>
              <a:t>Waterfall</a:t>
            </a:r>
          </a:p>
          <a:p>
            <a:r>
              <a:rPr sz="2800" dirty="0"/>
              <a:t>Agile</a:t>
            </a:r>
            <a:endParaRPr lang="en-US" sz="2800" dirty="0"/>
          </a:p>
          <a:p>
            <a:r>
              <a:rPr lang="en-MY" sz="2800" dirty="0"/>
              <a:t>XP programming</a:t>
            </a:r>
          </a:p>
          <a:p>
            <a:r>
              <a:rPr lang="en-US" sz="2800" dirty="0"/>
              <a:t>SCRUM</a:t>
            </a:r>
            <a:endParaRPr sz="2800" dirty="0"/>
          </a:p>
          <a:p>
            <a:r>
              <a:rPr sz="2800" dirty="0"/>
              <a:t>V-Model</a:t>
            </a:r>
          </a:p>
          <a:p>
            <a:r>
              <a:rPr sz="2800" dirty="0"/>
              <a:t>Spiral</a:t>
            </a:r>
          </a:p>
          <a:p>
            <a:r>
              <a:rPr sz="2800" dirty="0"/>
              <a:t>Each with pros and cons</a:t>
            </a:r>
          </a:p>
        </p:txBody>
      </p:sp>
      <p:pic>
        <p:nvPicPr>
          <p:cNvPr id="5" name="Picture 4">
            <a:extLst>
              <a:ext uri="{FF2B5EF4-FFF2-40B4-BE49-F238E27FC236}">
                <a16:creationId xmlns:a16="http://schemas.microsoft.com/office/drawing/2014/main" id="{3453B929-9269-BD51-D966-EF90EB073261}"/>
              </a:ext>
            </a:extLst>
          </p:cNvPr>
          <p:cNvPicPr>
            <a:picLocks noChangeAspect="1"/>
          </p:cNvPicPr>
          <p:nvPr/>
        </p:nvPicPr>
        <p:blipFill>
          <a:blip r:embed="rId2"/>
          <a:srcRect l="28226" r="32539"/>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99804" y="1179151"/>
            <a:ext cx="2958644" cy="4463889"/>
          </a:xfrm>
        </p:spPr>
        <p:txBody>
          <a:bodyPr anchor="ctr">
            <a:normAutofit/>
          </a:bodyPr>
          <a:lstStyle/>
          <a:p>
            <a:r>
              <a:rPr lang="en-MY" sz="2800" dirty="0"/>
              <a:t>Requirements Engineering</a:t>
            </a:r>
          </a:p>
        </p:txBody>
      </p:sp>
      <p:sp>
        <p:nvSpPr>
          <p:cNvPr id="3" name="Content Placeholder 2"/>
          <p:cNvSpPr>
            <a:spLocks noGrp="1"/>
          </p:cNvSpPr>
          <p:nvPr>
            <p:ph idx="1"/>
          </p:nvPr>
        </p:nvSpPr>
        <p:spPr>
          <a:xfrm>
            <a:off x="3734188" y="1109145"/>
            <a:ext cx="4755762" cy="4603900"/>
          </a:xfrm>
        </p:spPr>
        <p:txBody>
          <a:bodyPr anchor="ctr">
            <a:normAutofit/>
          </a:bodyPr>
          <a:lstStyle/>
          <a:p>
            <a:r>
              <a:rPr sz="2800" dirty="0"/>
              <a:t>Functional vs. Non-functional</a:t>
            </a:r>
          </a:p>
          <a:p>
            <a:r>
              <a:rPr sz="2800" dirty="0"/>
              <a:t>Techniques: Interviews, Use Cases</a:t>
            </a:r>
          </a:p>
          <a:p>
            <a:r>
              <a:rPr sz="2800" dirty="0"/>
              <a:t>Importance of clarity and testability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52550" y="609600"/>
            <a:ext cx="2802951" cy="1320800"/>
          </a:xfrm>
        </p:spPr>
        <p:txBody>
          <a:bodyPr>
            <a:normAutofit/>
          </a:bodyPr>
          <a:lstStyle/>
          <a:p>
            <a:pPr>
              <a:lnSpc>
                <a:spcPct val="90000"/>
              </a:lnSpc>
            </a:pPr>
            <a:r>
              <a:rPr lang="en-MY" sz="2800"/>
              <a:t>Software Design Principles</a:t>
            </a:r>
          </a:p>
        </p:txBody>
      </p:sp>
      <p:sp>
        <p:nvSpPr>
          <p:cNvPr id="3" name="Content Placeholder 2"/>
          <p:cNvSpPr>
            <a:spLocks noGrp="1"/>
          </p:cNvSpPr>
          <p:nvPr>
            <p:ph idx="1"/>
          </p:nvPr>
        </p:nvSpPr>
        <p:spPr>
          <a:xfrm>
            <a:off x="3907171" y="2160589"/>
            <a:ext cx="4897615" cy="4564676"/>
          </a:xfrm>
        </p:spPr>
        <p:txBody>
          <a:bodyPr>
            <a:normAutofit fontScale="92500" lnSpcReduction="10000"/>
          </a:bodyPr>
          <a:lstStyle/>
          <a:p>
            <a:r>
              <a:rPr sz="2800" dirty="0">
                <a:solidFill>
                  <a:srgbClr val="FF0000"/>
                </a:solidFill>
              </a:rPr>
              <a:t>Modularity</a:t>
            </a:r>
            <a:r>
              <a:rPr lang="en-US" sz="2800" dirty="0"/>
              <a:t> – break into smaller modules</a:t>
            </a:r>
            <a:endParaRPr sz="2800" dirty="0"/>
          </a:p>
          <a:p>
            <a:r>
              <a:rPr sz="2800" dirty="0">
                <a:solidFill>
                  <a:srgbClr val="FF0000"/>
                </a:solidFill>
              </a:rPr>
              <a:t>Abstraction</a:t>
            </a:r>
            <a:r>
              <a:rPr lang="en-US" sz="2800" dirty="0"/>
              <a:t> – show only necessary details</a:t>
            </a:r>
            <a:endParaRPr sz="2800" dirty="0"/>
          </a:p>
          <a:p>
            <a:r>
              <a:rPr sz="2800" dirty="0">
                <a:solidFill>
                  <a:srgbClr val="FF0000"/>
                </a:solidFill>
              </a:rPr>
              <a:t>Encapsulation</a:t>
            </a:r>
            <a:r>
              <a:rPr lang="en-US" sz="2800" dirty="0"/>
              <a:t> – bundle data and methods, restrict access</a:t>
            </a:r>
            <a:endParaRPr sz="2800" dirty="0"/>
          </a:p>
          <a:p>
            <a:r>
              <a:rPr sz="2800" dirty="0">
                <a:solidFill>
                  <a:srgbClr val="FF0000"/>
                </a:solidFill>
              </a:rPr>
              <a:t>Separation of Concerns</a:t>
            </a:r>
            <a:r>
              <a:rPr lang="en-US" sz="2800" dirty="0">
                <a:solidFill>
                  <a:srgbClr val="FF0000"/>
                </a:solidFill>
              </a:rPr>
              <a:t> </a:t>
            </a:r>
            <a:r>
              <a:rPr lang="en-US" sz="2800" dirty="0"/>
              <a:t>– organize a system – different concerns in separate places </a:t>
            </a:r>
            <a:r>
              <a:rPr lang="en-US" sz="2800" dirty="0" err="1"/>
              <a:t>e.g</a:t>
            </a:r>
            <a:r>
              <a:rPr lang="en-US" sz="2800" dirty="0"/>
              <a:t> data handling, business logic, UI</a:t>
            </a:r>
            <a:endParaRPr sz="2800" dirty="0"/>
          </a:p>
        </p:txBody>
      </p:sp>
      <p:pic>
        <p:nvPicPr>
          <p:cNvPr id="5" name="Picture 4">
            <a:extLst>
              <a:ext uri="{FF2B5EF4-FFF2-40B4-BE49-F238E27FC236}">
                <a16:creationId xmlns:a16="http://schemas.microsoft.com/office/drawing/2014/main" id="{C20AF776-6078-386E-AB84-019FC4C8127D}"/>
              </a:ext>
            </a:extLst>
          </p:cNvPr>
          <p:cNvPicPr>
            <a:picLocks noChangeAspect="1"/>
          </p:cNvPicPr>
          <p:nvPr/>
        </p:nvPicPr>
        <p:blipFill>
          <a:blip r:embed="rId2"/>
          <a:srcRect l="18099" r="8297" b="-4"/>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52550" y="609600"/>
            <a:ext cx="3672316" cy="1320800"/>
          </a:xfrm>
        </p:spPr>
        <p:txBody>
          <a:bodyPr>
            <a:normAutofit/>
          </a:bodyPr>
          <a:lstStyle/>
          <a:p>
            <a:pPr>
              <a:lnSpc>
                <a:spcPct val="90000"/>
              </a:lnSpc>
            </a:pPr>
            <a:r>
              <a:rPr lang="en-MY" sz="2800" dirty="0"/>
              <a:t>Programming and Implementation</a:t>
            </a:r>
          </a:p>
        </p:txBody>
      </p:sp>
      <p:sp>
        <p:nvSpPr>
          <p:cNvPr id="3" name="Content Placeholder 2"/>
          <p:cNvSpPr>
            <a:spLocks noGrp="1"/>
          </p:cNvSpPr>
          <p:nvPr>
            <p:ph idx="1"/>
          </p:nvPr>
        </p:nvSpPr>
        <p:spPr>
          <a:xfrm>
            <a:off x="4776537" y="2367627"/>
            <a:ext cx="3048329" cy="3880773"/>
          </a:xfrm>
        </p:spPr>
        <p:txBody>
          <a:bodyPr>
            <a:normAutofit/>
          </a:bodyPr>
          <a:lstStyle/>
          <a:p>
            <a:r>
              <a:rPr sz="2400" dirty="0"/>
              <a:t>Writing clean, efficient code</a:t>
            </a:r>
          </a:p>
          <a:p>
            <a:r>
              <a:rPr sz="2400" dirty="0"/>
              <a:t>Language and tool selection</a:t>
            </a:r>
          </a:p>
          <a:p>
            <a:r>
              <a:rPr sz="2400" dirty="0"/>
              <a:t>Focus on maintainability</a:t>
            </a:r>
          </a:p>
        </p:txBody>
      </p:sp>
      <p:pic>
        <p:nvPicPr>
          <p:cNvPr id="5" name="Picture 4" descr="Computer script on a screen">
            <a:extLst>
              <a:ext uri="{FF2B5EF4-FFF2-40B4-BE49-F238E27FC236}">
                <a16:creationId xmlns:a16="http://schemas.microsoft.com/office/drawing/2014/main" id="{8390FFAD-50F3-F438-0F3A-EA2985CDCC95}"/>
              </a:ext>
            </a:extLst>
          </p:cNvPr>
          <p:cNvPicPr>
            <a:picLocks noChangeAspect="1"/>
          </p:cNvPicPr>
          <p:nvPr/>
        </p:nvPicPr>
        <p:blipFill>
          <a:blip r:embed="rId2"/>
          <a:srcRect l="10422" r="50195" b="-2"/>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921" y="1382486"/>
            <a:ext cx="3030125" cy="4093028"/>
          </a:xfrm>
        </p:spPr>
        <p:txBody>
          <a:bodyPr anchor="ctr">
            <a:normAutofit/>
          </a:bodyPr>
          <a:lstStyle/>
          <a:p>
            <a:r>
              <a:rPr lang="en-MY" sz="3800" dirty="0">
                <a:solidFill>
                  <a:schemeClr val="accent1">
                    <a:lumMod val="75000"/>
                  </a:schemeClr>
                </a:solidFill>
              </a:rPr>
              <a:t>Testing and Quality Assurance</a:t>
            </a:r>
          </a:p>
        </p:txBody>
      </p:sp>
      <p:graphicFrame>
        <p:nvGraphicFramePr>
          <p:cNvPr id="5" name="Content Placeholder 2">
            <a:extLst>
              <a:ext uri="{FF2B5EF4-FFF2-40B4-BE49-F238E27FC236}">
                <a16:creationId xmlns:a16="http://schemas.microsoft.com/office/drawing/2014/main" id="{ADA9CFB1-6E13-E872-26FB-8BB3A7DA5538}"/>
              </a:ext>
            </a:extLst>
          </p:cNvPr>
          <p:cNvGraphicFramePr>
            <a:graphicFrameLocks noGrp="1"/>
          </p:cNvGraphicFramePr>
          <p:nvPr>
            <p:ph idx="1"/>
            <p:extLst>
              <p:ext uri="{D42A27DB-BD31-4B8C-83A1-F6EECF244321}">
                <p14:modId xmlns:p14="http://schemas.microsoft.com/office/powerpoint/2010/main" val="3447581026"/>
              </p:ext>
            </p:extLst>
          </p:nvPr>
        </p:nvGraphicFramePr>
        <p:xfrm>
          <a:off x="3639407" y="944564"/>
          <a:ext cx="5019610" cy="48231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47938" y="1134256"/>
            <a:ext cx="7648121" cy="1099457"/>
          </a:xfrm>
        </p:spPr>
        <p:txBody>
          <a:bodyPr>
            <a:normAutofit/>
          </a:bodyPr>
          <a:lstStyle/>
          <a:p>
            <a:r>
              <a:rPr lang="en-MY" dirty="0"/>
              <a:t>Software Maintenance</a:t>
            </a:r>
          </a:p>
        </p:txBody>
      </p:sp>
      <p:graphicFrame>
        <p:nvGraphicFramePr>
          <p:cNvPr id="5" name="Content Placeholder 2">
            <a:extLst>
              <a:ext uri="{FF2B5EF4-FFF2-40B4-BE49-F238E27FC236}">
                <a16:creationId xmlns:a16="http://schemas.microsoft.com/office/drawing/2014/main" id="{5532A2C3-FB74-41D1-E290-59B71D3050BF}"/>
              </a:ext>
            </a:extLst>
          </p:cNvPr>
          <p:cNvGraphicFramePr>
            <a:graphicFrameLocks noGrp="1"/>
          </p:cNvGraphicFramePr>
          <p:nvPr>
            <p:ph idx="1"/>
            <p:extLst>
              <p:ext uri="{D42A27DB-BD31-4B8C-83A1-F6EECF244321}">
                <p14:modId xmlns:p14="http://schemas.microsoft.com/office/powerpoint/2010/main" val="2145502877"/>
              </p:ext>
            </p:extLst>
          </p:nvPr>
        </p:nvGraphicFramePr>
        <p:xfrm>
          <a:off x="965199" y="1948543"/>
          <a:ext cx="7213600"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2306611" y="594667"/>
            <a:ext cx="6377940" cy="1293028"/>
          </a:xfrm>
        </p:spPr>
        <p:txBody>
          <a:bodyPr/>
          <a:lstStyle/>
          <a:p>
            <a:r>
              <a:rPr lang="en-US" dirty="0"/>
              <a:t>Essential Attributes of Good Software</a:t>
            </a:r>
          </a:p>
        </p:txBody>
      </p:sp>
      <p:graphicFrame>
        <p:nvGraphicFramePr>
          <p:cNvPr id="4" name="Table 3"/>
          <p:cNvGraphicFramePr>
            <a:graphicFrameLocks noGrp="1"/>
          </p:cNvGraphicFramePr>
          <p:nvPr>
            <p:extLst>
              <p:ext uri="{D42A27DB-BD31-4B8C-83A1-F6EECF244321}">
                <p14:modId xmlns:p14="http://schemas.microsoft.com/office/powerpoint/2010/main" val="2179891242"/>
              </p:ext>
            </p:extLst>
          </p:nvPr>
        </p:nvGraphicFramePr>
        <p:xfrm>
          <a:off x="594359" y="1887695"/>
          <a:ext cx="8129915" cy="4564621"/>
        </p:xfrm>
        <a:graphic>
          <a:graphicData uri="http://schemas.openxmlformats.org/drawingml/2006/table">
            <a:tbl>
              <a:tblPr firstRow="1" bandRow="1">
                <a:tableStyleId>{B301B821-A1FF-4177-AEE7-76D212191A09}</a:tableStyleId>
              </a:tblPr>
              <a:tblGrid>
                <a:gridCol w="2315797">
                  <a:extLst>
                    <a:ext uri="{9D8B030D-6E8A-4147-A177-3AD203B41FA5}">
                      <a16:colId xmlns:a16="http://schemas.microsoft.com/office/drawing/2014/main" val="20000"/>
                    </a:ext>
                  </a:extLst>
                </a:gridCol>
                <a:gridCol w="5814118">
                  <a:extLst>
                    <a:ext uri="{9D8B030D-6E8A-4147-A177-3AD203B41FA5}">
                      <a16:colId xmlns:a16="http://schemas.microsoft.com/office/drawing/2014/main" val="20001"/>
                    </a:ext>
                  </a:extLst>
                </a:gridCol>
              </a:tblGrid>
              <a:tr h="497387">
                <a:tc>
                  <a:txBody>
                    <a:bodyPr/>
                    <a:lstStyle/>
                    <a:p>
                      <a:pPr algn="just">
                        <a:spcAft>
                          <a:spcPts val="0"/>
                        </a:spcAft>
                      </a:pPr>
                      <a:r>
                        <a:rPr lang="en-GB" sz="1400" dirty="0">
                          <a:solidFill>
                            <a:schemeClr val="tx1"/>
                          </a:solidFill>
                          <a:latin typeface="+mn-lt"/>
                          <a:cs typeface="Arial"/>
                        </a:rPr>
                        <a:t>Product characteristic</a:t>
                      </a:r>
                      <a:endParaRPr lang="en-GB" sz="1400" b="1" dirty="0">
                        <a:solidFill>
                          <a:schemeClr val="tx1"/>
                        </a:solidFill>
                        <a:latin typeface="+mn-lt"/>
                        <a:ea typeface="Times New Roman"/>
                        <a:cs typeface="Arial"/>
                      </a:endParaRPr>
                    </a:p>
                  </a:txBody>
                  <a:tcPr marL="54610" marR="54610"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spcAft>
                          <a:spcPts val="0"/>
                        </a:spcAft>
                      </a:pPr>
                      <a:r>
                        <a:rPr lang="en-GB" sz="1400" dirty="0">
                          <a:solidFill>
                            <a:schemeClr val="tx1"/>
                          </a:solidFill>
                          <a:latin typeface="+mn-lt"/>
                          <a:cs typeface="Arial"/>
                        </a:rPr>
                        <a:t>Description</a:t>
                      </a:r>
                      <a:endParaRPr lang="en-GB" sz="1400" b="1" dirty="0">
                        <a:solidFill>
                          <a:schemeClr val="tx1"/>
                        </a:solidFill>
                        <a:latin typeface="+mn-lt"/>
                        <a:ea typeface="Times New Roman"/>
                        <a:cs typeface="Arial"/>
                      </a:endParaRPr>
                    </a:p>
                  </a:txBody>
                  <a:tcPr marL="54610" marR="54610"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858504">
                <a:tc>
                  <a:txBody>
                    <a:bodyPr/>
                    <a:lstStyle/>
                    <a:p>
                      <a:pPr algn="just">
                        <a:spcAft>
                          <a:spcPts val="0"/>
                        </a:spcAft>
                      </a:pPr>
                      <a:r>
                        <a:rPr lang="en-GB" sz="1400" dirty="0">
                          <a:solidFill>
                            <a:schemeClr val="tx1"/>
                          </a:solidFill>
                          <a:latin typeface="+mn-lt"/>
                          <a:cs typeface="Arial"/>
                        </a:rPr>
                        <a:t>Maintainability</a:t>
                      </a:r>
                      <a:endParaRPr lang="en-GB" sz="1400" dirty="0">
                        <a:solidFill>
                          <a:schemeClr val="tx1"/>
                        </a:solidFill>
                        <a:latin typeface="+mn-lt"/>
                        <a:ea typeface="Times New Roman"/>
                        <a:cs typeface="Arial"/>
                      </a:endParaRPr>
                    </a:p>
                  </a:txBody>
                  <a:tcPr marL="54610" marR="54610" marT="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spcAft>
                          <a:spcPts val="0"/>
                        </a:spcAft>
                      </a:pPr>
                      <a:r>
                        <a:rPr lang="en-GB" sz="1400" dirty="0">
                          <a:solidFill>
                            <a:schemeClr val="tx1"/>
                          </a:solidFill>
                          <a:latin typeface="+mn-lt"/>
                          <a:cs typeface="Arial"/>
                        </a:rPr>
                        <a:t>Software should be written in such a way so that it can evolve to meet the changing needs of customers. This is a critical attribute because software change is an inevitable requirement of a changing business environment.</a:t>
                      </a:r>
                      <a:endParaRPr lang="en-GB" sz="1400" dirty="0">
                        <a:solidFill>
                          <a:schemeClr val="tx1"/>
                        </a:solidFill>
                        <a:latin typeface="+mn-lt"/>
                        <a:ea typeface="Times New Roman"/>
                        <a:cs typeface="Arial"/>
                      </a:endParaRPr>
                    </a:p>
                  </a:txBody>
                  <a:tcPr marL="54610" marR="54610" marT="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042469">
                <a:tc>
                  <a:txBody>
                    <a:bodyPr/>
                    <a:lstStyle/>
                    <a:p>
                      <a:pPr algn="l">
                        <a:spcAft>
                          <a:spcPts val="0"/>
                        </a:spcAft>
                      </a:pPr>
                      <a:r>
                        <a:rPr lang="en-GB" sz="1400" dirty="0">
                          <a:solidFill>
                            <a:schemeClr val="tx1"/>
                          </a:solidFill>
                          <a:latin typeface="+mn-lt"/>
                          <a:cs typeface="Arial"/>
                        </a:rPr>
                        <a:t>Dependability and security</a:t>
                      </a:r>
                      <a:endParaRPr lang="en-GB" sz="1400" dirty="0">
                        <a:solidFill>
                          <a:schemeClr val="tx1"/>
                        </a:solidFill>
                        <a:latin typeface="+mn-lt"/>
                        <a:ea typeface="Times New Roman"/>
                        <a:cs typeface="Arial"/>
                      </a:endParaRPr>
                    </a:p>
                  </a:txBody>
                  <a:tcPr marL="54610" marR="54610" marT="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spcAft>
                          <a:spcPts val="0"/>
                        </a:spcAft>
                      </a:pPr>
                      <a:r>
                        <a:rPr lang="en-GB" sz="1400" dirty="0">
                          <a:solidFill>
                            <a:schemeClr val="tx1"/>
                          </a:solidFill>
                          <a:latin typeface="+mn-lt"/>
                          <a:cs typeface="Arial"/>
                        </a:rPr>
                        <a:t>Software dependability includes a range of characteristics including reliability, security and safety. Dependable software should not cause physical or economic damage in the event of system failure. Malicious users should not be  able to access or damage the system.</a:t>
                      </a:r>
                      <a:endParaRPr lang="en-GB" sz="1400" dirty="0">
                        <a:solidFill>
                          <a:schemeClr val="tx1"/>
                        </a:solidFill>
                        <a:latin typeface="+mn-lt"/>
                        <a:ea typeface="Times New Roman"/>
                        <a:cs typeface="Arial"/>
                      </a:endParaRPr>
                    </a:p>
                  </a:txBody>
                  <a:tcPr marL="54610" marR="54610" marT="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858504">
                <a:tc>
                  <a:txBody>
                    <a:bodyPr/>
                    <a:lstStyle/>
                    <a:p>
                      <a:pPr algn="just">
                        <a:spcAft>
                          <a:spcPts val="0"/>
                        </a:spcAft>
                      </a:pPr>
                      <a:r>
                        <a:rPr lang="en-GB" sz="1400">
                          <a:solidFill>
                            <a:schemeClr val="tx1"/>
                          </a:solidFill>
                          <a:latin typeface="+mn-lt"/>
                          <a:cs typeface="Arial"/>
                        </a:rPr>
                        <a:t>Efficiency</a:t>
                      </a:r>
                      <a:endParaRPr lang="en-GB" sz="1400">
                        <a:solidFill>
                          <a:schemeClr val="tx1"/>
                        </a:solidFill>
                        <a:latin typeface="+mn-lt"/>
                        <a:ea typeface="Times New Roman"/>
                        <a:cs typeface="Arial"/>
                      </a:endParaRPr>
                    </a:p>
                  </a:txBody>
                  <a:tcPr marL="54610" marR="54610" marT="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spcAft>
                          <a:spcPts val="0"/>
                        </a:spcAft>
                      </a:pPr>
                      <a:r>
                        <a:rPr lang="en-GB" sz="1400" dirty="0">
                          <a:solidFill>
                            <a:schemeClr val="tx1"/>
                          </a:solidFill>
                          <a:latin typeface="+mn-lt"/>
                          <a:cs typeface="Arial"/>
                        </a:rPr>
                        <a:t>Software should not make wasteful use of system resources such as memory and processor cycles. Efficiency therefore includes responsiveness, processing time, memory utilisation, etc.</a:t>
                      </a:r>
                      <a:endParaRPr lang="en-GB" sz="1400" dirty="0">
                        <a:solidFill>
                          <a:schemeClr val="tx1"/>
                        </a:solidFill>
                        <a:latin typeface="+mn-lt"/>
                        <a:ea typeface="Times New Roman"/>
                        <a:cs typeface="Arial"/>
                      </a:endParaRPr>
                    </a:p>
                  </a:txBody>
                  <a:tcPr marL="54610" marR="54610" marT="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105610">
                <a:tc>
                  <a:txBody>
                    <a:bodyPr/>
                    <a:lstStyle/>
                    <a:p>
                      <a:pPr algn="just">
                        <a:spcAft>
                          <a:spcPts val="0"/>
                        </a:spcAft>
                      </a:pPr>
                      <a:r>
                        <a:rPr lang="en-GB" sz="1400" dirty="0">
                          <a:solidFill>
                            <a:schemeClr val="tx1"/>
                          </a:solidFill>
                          <a:latin typeface="+mn-lt"/>
                          <a:cs typeface="Arial"/>
                        </a:rPr>
                        <a:t>Acceptability</a:t>
                      </a:r>
                      <a:endParaRPr lang="en-GB" sz="1400" dirty="0">
                        <a:solidFill>
                          <a:schemeClr val="tx1"/>
                        </a:solidFill>
                        <a:latin typeface="+mn-lt"/>
                        <a:ea typeface="Times New Roman"/>
                        <a:cs typeface="Arial"/>
                      </a:endParaRPr>
                    </a:p>
                  </a:txBody>
                  <a:tcPr marL="54610" marR="54610" marT="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spcAft>
                          <a:spcPts val="0"/>
                        </a:spcAft>
                      </a:pPr>
                      <a:r>
                        <a:rPr lang="en-GB" sz="1400" dirty="0">
                          <a:solidFill>
                            <a:schemeClr val="tx1"/>
                          </a:solidFill>
                          <a:latin typeface="+mn-lt"/>
                          <a:cs typeface="Arial"/>
                        </a:rPr>
                        <a:t>Software must be acceptable to the type of users for which it is designed. This means that it must be understandable, usable and compatible with other systems that they use. </a:t>
                      </a:r>
                      <a:endParaRPr lang="en-GB" sz="1400" dirty="0">
                        <a:solidFill>
                          <a:schemeClr val="tx1"/>
                        </a:solidFill>
                        <a:latin typeface="+mn-lt"/>
                        <a:ea typeface="Times New Roman"/>
                        <a:cs typeface="Arial"/>
                      </a:endParaRPr>
                    </a:p>
                  </a:txBody>
                  <a:tcPr marL="54610" marR="54610" marT="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0359072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Roles in a Software Engineering Team</a:t>
            </a:r>
          </a:p>
        </p:txBody>
      </p:sp>
      <p:sp>
        <p:nvSpPr>
          <p:cNvPr id="3" name="Content Placeholder 2"/>
          <p:cNvSpPr>
            <a:spLocks noGrp="1"/>
          </p:cNvSpPr>
          <p:nvPr>
            <p:ph idx="1"/>
          </p:nvPr>
        </p:nvSpPr>
        <p:spPr/>
        <p:txBody>
          <a:bodyPr/>
          <a:lstStyle/>
          <a:p>
            <a:r>
              <a:rPr dirty="0"/>
              <a:t>Software Engineer</a:t>
            </a:r>
          </a:p>
          <a:p>
            <a:r>
              <a:rPr dirty="0"/>
              <a:t>Project Manager</a:t>
            </a:r>
          </a:p>
          <a:p>
            <a:r>
              <a:rPr dirty="0"/>
              <a:t>QA Engineer</a:t>
            </a:r>
          </a:p>
          <a:p>
            <a:r>
              <a:rPr dirty="0"/>
              <a:t>UI/UX Designer</a:t>
            </a:r>
          </a:p>
          <a:p>
            <a:r>
              <a:rPr dirty="0"/>
              <a:t>DevOps Engineer</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65199" y="609600"/>
            <a:ext cx="7648121" cy="1099457"/>
          </a:xfrm>
        </p:spPr>
        <p:txBody>
          <a:bodyPr>
            <a:normAutofit fontScale="90000"/>
          </a:bodyPr>
          <a:lstStyle/>
          <a:p>
            <a:r>
              <a:t>Summary and Future Trends</a:t>
            </a:r>
          </a:p>
        </p:txBody>
      </p:sp>
      <p:graphicFrame>
        <p:nvGraphicFramePr>
          <p:cNvPr id="5" name="Content Placeholder 2">
            <a:extLst>
              <a:ext uri="{FF2B5EF4-FFF2-40B4-BE49-F238E27FC236}">
                <a16:creationId xmlns:a16="http://schemas.microsoft.com/office/drawing/2014/main" id="{03694DF5-D9F6-7156-1CC6-B4D5AFCBAE5C}"/>
              </a:ext>
            </a:extLst>
          </p:cNvPr>
          <p:cNvGraphicFramePr>
            <a:graphicFrameLocks noGrp="1"/>
          </p:cNvGraphicFramePr>
          <p:nvPr>
            <p:ph idx="1"/>
            <p:extLst>
              <p:ext uri="{D42A27DB-BD31-4B8C-83A1-F6EECF244321}">
                <p14:modId xmlns:p14="http://schemas.microsoft.com/office/powerpoint/2010/main" val="1285289853"/>
              </p:ext>
            </p:extLst>
          </p:nvPr>
        </p:nvGraphicFramePr>
        <p:xfrm>
          <a:off x="965199" y="1948543"/>
          <a:ext cx="7213600"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docProps/app.xml><?xml version="1.0" encoding="utf-8"?>
<Properties xmlns="http://schemas.openxmlformats.org/officeDocument/2006/extended-properties" xmlns:vt="http://schemas.openxmlformats.org/officeDocument/2006/docPropsVTypes">
  <Template>Vapor Trail</Template>
  <TotalTime>268</TotalTime>
  <Words>784</Words>
  <Application>Microsoft Macintosh PowerPoint</Application>
  <PresentationFormat>On-screen Show (4:3)</PresentationFormat>
  <Paragraphs>108</Paragraphs>
  <Slides>19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Century Gothic</vt:lpstr>
      <vt:lpstr>Vapor Trail</vt:lpstr>
      <vt:lpstr>Chapter 1: Introduction to Software Engineering</vt:lpstr>
      <vt:lpstr>Frequently Asked Questions About Software Engineering (1 of 2)</vt:lpstr>
      <vt:lpstr>Frequently Asked Questions About Software Engineering (1 of 2)</vt:lpstr>
      <vt:lpstr>What is Software Engineering?</vt:lpstr>
      <vt:lpstr>Software Engineering (2 of 2)</vt:lpstr>
      <vt:lpstr>Importance of Software Engineering</vt:lpstr>
      <vt:lpstr>Importance of Software Engineering</vt:lpstr>
      <vt:lpstr>Software vs. Hardware</vt:lpstr>
      <vt:lpstr>Types of Software</vt:lpstr>
      <vt:lpstr>Software Development Life Cycle (SDLC)</vt:lpstr>
      <vt:lpstr>Software Development Models</vt:lpstr>
      <vt:lpstr>Requirements Engineering</vt:lpstr>
      <vt:lpstr>Software Design Principles</vt:lpstr>
      <vt:lpstr>Programming and Implementation</vt:lpstr>
      <vt:lpstr>Testing and Quality Assurance</vt:lpstr>
      <vt:lpstr>Software Maintenance</vt:lpstr>
      <vt:lpstr>Essential Attributes of Good Software</vt:lpstr>
      <vt:lpstr>Roles in a Software Engineering Team</vt:lpstr>
      <vt:lpstr>Summary and Future Trends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Software Engineering</dc:title>
  <dc:subject/>
  <dc:creator/>
  <cp:keywords/>
  <dc:description>generated using python-pptx</dc:description>
  <cp:lastModifiedBy>Hazlina Haron</cp:lastModifiedBy>
  <cp:revision>3</cp:revision>
  <dcterms:created xsi:type="dcterms:W3CDTF">2013-01-27T09:14:16Z</dcterms:created>
  <dcterms:modified xsi:type="dcterms:W3CDTF">2025-09-12T05:35:54Z</dcterms:modified>
  <cp:category/>
</cp:coreProperties>
</file>