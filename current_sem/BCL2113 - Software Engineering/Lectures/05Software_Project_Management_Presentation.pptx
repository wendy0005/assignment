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325" r:id="rId3"/>
    <p:sldId id="326" r:id="rId4"/>
    <p:sldId id="327" r:id="rId5"/>
    <p:sldId id="257" r:id="rId6"/>
    <p:sldId id="328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321" r:id="rId15"/>
    <p:sldId id="259" r:id="rId16"/>
    <p:sldId id="283" r:id="rId17"/>
    <p:sldId id="323" r:id="rId18"/>
    <p:sldId id="322" r:id="rId19"/>
    <p:sldId id="324" r:id="rId20"/>
    <p:sldId id="291" r:id="rId21"/>
    <p:sldId id="260" r:id="rId22"/>
    <p:sldId id="261" r:id="rId23"/>
    <p:sldId id="287" r:id="rId24"/>
    <p:sldId id="288" r:id="rId25"/>
    <p:sldId id="301" r:id="rId26"/>
    <p:sldId id="306" r:id="rId27"/>
    <p:sldId id="307" r:id="rId28"/>
    <p:sldId id="308" r:id="rId29"/>
    <p:sldId id="309" r:id="rId30"/>
    <p:sldId id="310" r:id="rId31"/>
    <p:sldId id="312" r:id="rId32"/>
    <p:sldId id="314" r:id="rId33"/>
    <p:sldId id="315" r:id="rId34"/>
    <p:sldId id="316" r:id="rId35"/>
    <p:sldId id="264" r:id="rId36"/>
    <p:sldId id="329" r:id="rId37"/>
    <p:sldId id="330" r:id="rId38"/>
    <p:sldId id="331" r:id="rId39"/>
    <p:sldId id="332" r:id="rId40"/>
    <p:sldId id="317" r:id="rId41"/>
    <p:sldId id="318" r:id="rId42"/>
    <p:sldId id="319" r:id="rId43"/>
    <p:sldId id="298" r:id="rId44"/>
    <p:sldId id="268" r:id="rId45"/>
    <p:sldId id="271" r:id="rId46"/>
    <p:sldId id="320" r:id="rId47"/>
    <p:sldId id="273" r:id="rId48"/>
    <p:sldId id="333" r:id="rId49"/>
    <p:sldId id="334" r:id="rId50"/>
    <p:sldId id="27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85B45-27B4-DE4F-A93E-D21BCDC257C5}" v="57" dt="2025-06-25T01:57:24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0"/>
    <p:restoredTop sz="94844"/>
  </p:normalViewPr>
  <p:slideViewPr>
    <p:cSldViewPr snapToGrid="0" snapToObjects="1">
      <p:cViewPr varScale="1">
        <p:scale>
          <a:sx n="101" d="100"/>
          <a:sy n="101" d="100"/>
        </p:scale>
        <p:origin x="192" y="10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zlina binti Haron" userId="00a9b89f-eaec-49ca-9fc2-e7a3c9ffdcf7" providerId="ADAL" clId="{0DC85B45-27B4-DE4F-A93E-D21BCDC257C5}"/>
    <pc:docChg chg="undo custSel addSld delSld modSld sldOrd">
      <pc:chgData name="Hazlina binti Haron" userId="00a9b89f-eaec-49ca-9fc2-e7a3c9ffdcf7" providerId="ADAL" clId="{0DC85B45-27B4-DE4F-A93E-D21BCDC257C5}" dt="2025-06-25T01:58:19.139" v="410" actId="26606"/>
      <pc:docMkLst>
        <pc:docMk/>
      </pc:docMkLst>
      <pc:sldChg chg="addSp delSp modSp mod setBg addAnim">
        <pc:chgData name="Hazlina binti Haron" userId="00a9b89f-eaec-49ca-9fc2-e7a3c9ffdcf7" providerId="ADAL" clId="{0DC85B45-27B4-DE4F-A93E-D21BCDC257C5}" dt="2025-06-18T04:22:27.199" v="404" actId="26606"/>
        <pc:sldMkLst>
          <pc:docMk/>
          <pc:sldMk cId="0" sldId="256"/>
        </pc:sldMkLst>
        <pc:spChg chg="mod">
          <ac:chgData name="Hazlina binti Haron" userId="00a9b89f-eaec-49ca-9fc2-e7a3c9ffdcf7" providerId="ADAL" clId="{0DC85B45-27B4-DE4F-A93E-D21BCDC257C5}" dt="2025-06-18T04:22:27.199" v="404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Hazlina binti Haron" userId="00a9b89f-eaec-49ca-9fc2-e7a3c9ffdcf7" providerId="ADAL" clId="{0DC85B45-27B4-DE4F-A93E-D21BCDC257C5}" dt="2025-06-18T04:22:27.199" v="404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18T04:22:27.199" v="404" actId="26606"/>
          <ac:spMkLst>
            <pc:docMk/>
            <pc:sldMk cId="0" sldId="256"/>
            <ac:spMk id="22" creationId="{A8384FB5-9ADC-4DDC-881B-597D56F5B15D}"/>
          </ac:spMkLst>
        </pc:spChg>
        <pc:spChg chg="add">
          <ac:chgData name="Hazlina binti Haron" userId="00a9b89f-eaec-49ca-9fc2-e7a3c9ffdcf7" providerId="ADAL" clId="{0DC85B45-27B4-DE4F-A93E-D21BCDC257C5}" dt="2025-06-18T04:22:27.199" v="404" actId="26606"/>
          <ac:spMkLst>
            <pc:docMk/>
            <pc:sldMk cId="0" sldId="256"/>
            <ac:spMk id="24" creationId="{1199E1B1-A8C0-4FE8-A5A8-1CB41D69F857}"/>
          </ac:spMkLst>
        </pc:spChg>
        <pc:spChg chg="add">
          <ac:chgData name="Hazlina binti Haron" userId="00a9b89f-eaec-49ca-9fc2-e7a3c9ffdcf7" providerId="ADAL" clId="{0DC85B45-27B4-DE4F-A93E-D21BCDC257C5}" dt="2025-06-18T04:22:27.199" v="404" actId="26606"/>
          <ac:spMkLst>
            <pc:docMk/>
            <pc:sldMk cId="0" sldId="256"/>
            <ac:spMk id="26" creationId="{84A8DE83-DE75-4B41-9DB4-A7EC0B0DEC0B}"/>
          </ac:spMkLst>
        </pc:spChg>
        <pc:spChg chg="add">
          <ac:chgData name="Hazlina binti Haron" userId="00a9b89f-eaec-49ca-9fc2-e7a3c9ffdcf7" providerId="ADAL" clId="{0DC85B45-27B4-DE4F-A93E-D21BCDC257C5}" dt="2025-06-18T04:22:27.199" v="404" actId="26606"/>
          <ac:spMkLst>
            <pc:docMk/>
            <pc:sldMk cId="0" sldId="256"/>
            <ac:spMk id="28" creationId="{A7009A0A-BEF5-4EAC-AF15-E4F9F002E239}"/>
          </ac:spMkLst>
        </pc:spChg>
        <pc:picChg chg="add">
          <ac:chgData name="Hazlina binti Haron" userId="00a9b89f-eaec-49ca-9fc2-e7a3c9ffdcf7" providerId="ADAL" clId="{0DC85B45-27B4-DE4F-A93E-D21BCDC257C5}" dt="2025-06-18T04:11:23.381" v="297" actId="26606"/>
          <ac:picMkLst>
            <pc:docMk/>
            <pc:sldMk cId="0" sldId="256"/>
            <ac:picMk id="5" creationId="{A9C3F441-AE0E-B2C8-2D74-F8A5C79B2A42}"/>
          </ac:picMkLst>
        </pc:picChg>
      </pc:sldChg>
      <pc:sldChg chg="addSp modSp mod setBg">
        <pc:chgData name="Hazlina binti Haron" userId="00a9b89f-eaec-49ca-9fc2-e7a3c9ffdcf7" providerId="ADAL" clId="{0DC85B45-27B4-DE4F-A93E-D21BCDC257C5}" dt="2025-06-18T04:11:46.029" v="302" actId="26606"/>
        <pc:sldMkLst>
          <pc:docMk/>
          <pc:sldMk cId="0" sldId="257"/>
        </pc:sldMkLst>
        <pc:spChg chg="mod">
          <ac:chgData name="Hazlina binti Haron" userId="00a9b89f-eaec-49ca-9fc2-e7a3c9ffdcf7" providerId="ADAL" clId="{0DC85B45-27B4-DE4F-A93E-D21BCDC257C5}" dt="2025-06-18T04:11:46.029" v="302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Hazlina binti Haron" userId="00a9b89f-eaec-49ca-9fc2-e7a3c9ffdcf7" providerId="ADAL" clId="{0DC85B45-27B4-DE4F-A93E-D21BCDC257C5}" dt="2025-06-18T04:11:46.029" v="302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18T04:11:46.029" v="302" actId="26606"/>
          <ac:spMkLst>
            <pc:docMk/>
            <pc:sldMk cId="0" sldId="257"/>
            <ac:spMk id="9" creationId="{C0763A76-9F1C-4FC5-82B7-DD475DA461B2}"/>
          </ac:spMkLst>
        </pc:spChg>
        <pc:spChg chg="add">
          <ac:chgData name="Hazlina binti Haron" userId="00a9b89f-eaec-49ca-9fc2-e7a3c9ffdcf7" providerId="ADAL" clId="{0DC85B45-27B4-DE4F-A93E-D21BCDC257C5}" dt="2025-06-18T04:11:46.029" v="302" actId="26606"/>
          <ac:spMkLst>
            <pc:docMk/>
            <pc:sldMk cId="0" sldId="257"/>
            <ac:spMk id="11" creationId="{E81BF4F6-F2CF-4984-9D14-D6966D92F99F}"/>
          </ac:spMkLst>
        </pc:spChg>
        <pc:picChg chg="add">
          <ac:chgData name="Hazlina binti Haron" userId="00a9b89f-eaec-49ca-9fc2-e7a3c9ffdcf7" providerId="ADAL" clId="{0DC85B45-27B4-DE4F-A93E-D21BCDC257C5}" dt="2025-06-18T04:11:46.029" v="302" actId="26606"/>
          <ac:picMkLst>
            <pc:docMk/>
            <pc:sldMk cId="0" sldId="257"/>
            <ac:picMk id="5" creationId="{A46E1831-8343-C106-7675-BD1D7CE2A421}"/>
          </ac:picMkLst>
        </pc:picChg>
      </pc:sldChg>
      <pc:sldChg chg="del ord">
        <pc:chgData name="Hazlina binti Haron" userId="00a9b89f-eaec-49ca-9fc2-e7a3c9ffdcf7" providerId="ADAL" clId="{0DC85B45-27B4-DE4F-A93E-D21BCDC257C5}" dt="2025-06-18T03:42:49.004" v="105" actId="2696"/>
        <pc:sldMkLst>
          <pc:docMk/>
          <pc:sldMk cId="0" sldId="258"/>
        </pc:sldMkLst>
      </pc:sldChg>
      <pc:sldChg chg="addSp modSp mod setBg">
        <pc:chgData name="Hazlina binti Haron" userId="00a9b89f-eaec-49ca-9fc2-e7a3c9ffdcf7" providerId="ADAL" clId="{0DC85B45-27B4-DE4F-A93E-D21BCDC257C5}" dt="2025-06-18T04:12:36.904" v="306" actId="26606"/>
        <pc:sldMkLst>
          <pc:docMk/>
          <pc:sldMk cId="0" sldId="259"/>
        </pc:sldMkLst>
        <pc:spChg chg="mod">
          <ac:chgData name="Hazlina binti Haron" userId="00a9b89f-eaec-49ca-9fc2-e7a3c9ffdcf7" providerId="ADAL" clId="{0DC85B45-27B4-DE4F-A93E-D21BCDC257C5}" dt="2025-06-18T04:12:36.904" v="306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Hazlina binti Haron" userId="00a9b89f-eaec-49ca-9fc2-e7a3c9ffdcf7" providerId="ADAL" clId="{0DC85B45-27B4-DE4F-A93E-D21BCDC257C5}" dt="2025-06-18T04:12:36.904" v="306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18T04:12:36.904" v="306" actId="26606"/>
          <ac:spMkLst>
            <pc:docMk/>
            <pc:sldMk cId="0" sldId="259"/>
            <ac:spMk id="9" creationId="{3ECBE1F1-D69B-4AFA-ABD5-8E41720EF6DE}"/>
          </ac:spMkLst>
        </pc:spChg>
        <pc:spChg chg="add">
          <ac:chgData name="Hazlina binti Haron" userId="00a9b89f-eaec-49ca-9fc2-e7a3c9ffdcf7" providerId="ADAL" clId="{0DC85B45-27B4-DE4F-A93E-D21BCDC257C5}" dt="2025-06-18T04:12:36.904" v="306" actId="26606"/>
          <ac:spMkLst>
            <pc:docMk/>
            <pc:sldMk cId="0" sldId="259"/>
            <ac:spMk id="11" creationId="{603A6265-E10C-4B85-9C20-E75FCAF9CC63}"/>
          </ac:spMkLst>
        </pc:spChg>
        <pc:picChg chg="add">
          <ac:chgData name="Hazlina binti Haron" userId="00a9b89f-eaec-49ca-9fc2-e7a3c9ffdcf7" providerId="ADAL" clId="{0DC85B45-27B4-DE4F-A93E-D21BCDC257C5}" dt="2025-06-18T04:12:36.904" v="306" actId="26606"/>
          <ac:picMkLst>
            <pc:docMk/>
            <pc:sldMk cId="0" sldId="259"/>
            <ac:picMk id="5" creationId="{519C7C9A-42F9-785A-84AA-3693E8C5D3DB}"/>
          </ac:picMkLst>
        </pc:picChg>
      </pc:sldChg>
      <pc:sldChg chg="addSp modSp mod setBg">
        <pc:chgData name="Hazlina binti Haron" userId="00a9b89f-eaec-49ca-9fc2-e7a3c9ffdcf7" providerId="ADAL" clId="{0DC85B45-27B4-DE4F-A93E-D21BCDC257C5}" dt="2025-06-18T04:13:05.262" v="309" actId="26606"/>
        <pc:sldMkLst>
          <pc:docMk/>
          <pc:sldMk cId="0" sldId="260"/>
        </pc:sldMkLst>
        <pc:spChg chg="mod">
          <ac:chgData name="Hazlina binti Haron" userId="00a9b89f-eaec-49ca-9fc2-e7a3c9ffdcf7" providerId="ADAL" clId="{0DC85B45-27B4-DE4F-A93E-D21BCDC257C5}" dt="2025-06-18T04:13:05.262" v="309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Hazlina binti Haron" userId="00a9b89f-eaec-49ca-9fc2-e7a3c9ffdcf7" providerId="ADAL" clId="{0DC85B45-27B4-DE4F-A93E-D21BCDC257C5}" dt="2025-06-18T04:13:05.262" v="309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18T04:13:05.262" v="309" actId="26606"/>
          <ac:spMkLst>
            <pc:docMk/>
            <pc:sldMk cId="0" sldId="260"/>
            <ac:spMk id="9" creationId="{C0763A76-9F1C-4FC5-82B7-DD475DA461B2}"/>
          </ac:spMkLst>
        </pc:spChg>
        <pc:spChg chg="add">
          <ac:chgData name="Hazlina binti Haron" userId="00a9b89f-eaec-49ca-9fc2-e7a3c9ffdcf7" providerId="ADAL" clId="{0DC85B45-27B4-DE4F-A93E-D21BCDC257C5}" dt="2025-06-18T04:13:05.262" v="309" actId="26606"/>
          <ac:spMkLst>
            <pc:docMk/>
            <pc:sldMk cId="0" sldId="260"/>
            <ac:spMk id="11" creationId="{E81BF4F6-F2CF-4984-9D14-D6966D92F99F}"/>
          </ac:spMkLst>
        </pc:spChg>
        <pc:picChg chg="add">
          <ac:chgData name="Hazlina binti Haron" userId="00a9b89f-eaec-49ca-9fc2-e7a3c9ffdcf7" providerId="ADAL" clId="{0DC85B45-27B4-DE4F-A93E-D21BCDC257C5}" dt="2025-06-18T04:13:05.262" v="309" actId="26606"/>
          <ac:picMkLst>
            <pc:docMk/>
            <pc:sldMk cId="0" sldId="260"/>
            <ac:picMk id="5" creationId="{AA0DFEF5-FF84-CEAA-EC44-858ADE780E29}"/>
          </ac:picMkLst>
        </pc:picChg>
      </pc:sldChg>
      <pc:sldChg chg="addSp delSp modSp mod setBg">
        <pc:chgData name="Hazlina binti Haron" userId="00a9b89f-eaec-49ca-9fc2-e7a3c9ffdcf7" providerId="ADAL" clId="{0DC85B45-27B4-DE4F-A93E-D21BCDC257C5}" dt="2025-06-18T04:13:20.874" v="312" actId="26606"/>
        <pc:sldMkLst>
          <pc:docMk/>
          <pc:sldMk cId="0" sldId="261"/>
        </pc:sldMkLst>
        <pc:spChg chg="mod">
          <ac:chgData name="Hazlina binti Haron" userId="00a9b89f-eaec-49ca-9fc2-e7a3c9ffdcf7" providerId="ADAL" clId="{0DC85B45-27B4-DE4F-A93E-D21BCDC257C5}" dt="2025-06-18T04:13:20.874" v="312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18T04:13:20.874" v="312" actId="26606"/>
          <ac:spMkLst>
            <pc:docMk/>
            <pc:sldMk cId="0" sldId="261"/>
            <ac:spMk id="21" creationId="{53B021B3-DE93-4AB7-8A18-CF5F1CED88B8}"/>
          </ac:spMkLst>
        </pc:spChg>
        <pc:spChg chg="add">
          <ac:chgData name="Hazlina binti Haron" userId="00a9b89f-eaec-49ca-9fc2-e7a3c9ffdcf7" providerId="ADAL" clId="{0DC85B45-27B4-DE4F-A93E-D21BCDC257C5}" dt="2025-06-18T04:13:20.874" v="312" actId="26606"/>
          <ac:spMkLst>
            <pc:docMk/>
            <pc:sldMk cId="0" sldId="261"/>
            <ac:spMk id="22" creationId="{52D502E5-F6B4-4D58-B4AE-FC466FF15EE8}"/>
          </ac:spMkLst>
        </pc:spChg>
        <pc:spChg chg="add">
          <ac:chgData name="Hazlina binti Haron" userId="00a9b89f-eaec-49ca-9fc2-e7a3c9ffdcf7" providerId="ADAL" clId="{0DC85B45-27B4-DE4F-A93E-D21BCDC257C5}" dt="2025-06-18T04:13:20.874" v="312" actId="26606"/>
          <ac:spMkLst>
            <pc:docMk/>
            <pc:sldMk cId="0" sldId="261"/>
            <ac:spMk id="23" creationId="{9DECDBF4-02B6-4BB4-B65B-B8107AD6A9E8}"/>
          </ac:spMkLst>
        </pc:spChg>
        <pc:graphicFrameChg chg="add">
          <ac:chgData name="Hazlina binti Haron" userId="00a9b89f-eaec-49ca-9fc2-e7a3c9ffdcf7" providerId="ADAL" clId="{0DC85B45-27B4-DE4F-A93E-D21BCDC257C5}" dt="2025-06-18T04:13:20.874" v="312" actId="26606"/>
          <ac:graphicFrameMkLst>
            <pc:docMk/>
            <pc:sldMk cId="0" sldId="261"/>
            <ac:graphicFrameMk id="24" creationId="{97CCD0F3-6723-251C-6A24-D0F824CD5CA8}"/>
          </ac:graphicFrameMkLst>
        </pc:graphicFrameChg>
      </pc:sldChg>
      <pc:sldChg chg="del">
        <pc:chgData name="Hazlina binti Haron" userId="00a9b89f-eaec-49ca-9fc2-e7a3c9ffdcf7" providerId="ADAL" clId="{0DC85B45-27B4-DE4F-A93E-D21BCDC257C5}" dt="2025-06-18T02:39:05.367" v="28" actId="2696"/>
        <pc:sldMkLst>
          <pc:docMk/>
          <pc:sldMk cId="0" sldId="262"/>
        </pc:sldMkLst>
      </pc:sldChg>
      <pc:sldChg chg="modSp del mod">
        <pc:chgData name="Hazlina binti Haron" userId="00a9b89f-eaec-49ca-9fc2-e7a3c9ffdcf7" providerId="ADAL" clId="{0DC85B45-27B4-DE4F-A93E-D21BCDC257C5}" dt="2025-06-18T04:07:18.165" v="250" actId="2696"/>
        <pc:sldMkLst>
          <pc:docMk/>
          <pc:sldMk cId="0" sldId="263"/>
        </pc:sldMkLst>
      </pc:sldChg>
      <pc:sldChg chg="addSp delSp modSp mod setBg">
        <pc:chgData name="Hazlina binti Haron" userId="00a9b89f-eaec-49ca-9fc2-e7a3c9ffdcf7" providerId="ADAL" clId="{0DC85B45-27B4-DE4F-A93E-D21BCDC257C5}" dt="2025-06-18T04:14:37.166" v="323" actId="26606"/>
        <pc:sldMkLst>
          <pc:docMk/>
          <pc:sldMk cId="0" sldId="264"/>
        </pc:sldMkLst>
        <pc:spChg chg="mod">
          <ac:chgData name="Hazlina binti Haron" userId="00a9b89f-eaec-49ca-9fc2-e7a3c9ffdcf7" providerId="ADAL" clId="{0DC85B45-27B4-DE4F-A93E-D21BCDC257C5}" dt="2025-06-18T04:14:37.166" v="323" actId="26606"/>
          <ac:spMkLst>
            <pc:docMk/>
            <pc:sldMk cId="0" sldId="264"/>
            <ac:spMk id="2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18T04:14:37.166" v="323" actId="26606"/>
          <ac:spMkLst>
            <pc:docMk/>
            <pc:sldMk cId="0" sldId="264"/>
            <ac:spMk id="9" creationId="{2E442304-DDBD-4F7B-8017-36BCC863FB40}"/>
          </ac:spMkLst>
        </pc:spChg>
        <pc:spChg chg="add">
          <ac:chgData name="Hazlina binti Haron" userId="00a9b89f-eaec-49ca-9fc2-e7a3c9ffdcf7" providerId="ADAL" clId="{0DC85B45-27B4-DE4F-A93E-D21BCDC257C5}" dt="2025-06-18T04:14:37.166" v="323" actId="26606"/>
          <ac:spMkLst>
            <pc:docMk/>
            <pc:sldMk cId="0" sldId="264"/>
            <ac:spMk id="11" creationId="{5E107275-3853-46FD-A241-DE4355A42675}"/>
          </ac:spMkLst>
        </pc:spChg>
        <pc:graphicFrameChg chg="add">
          <ac:chgData name="Hazlina binti Haron" userId="00a9b89f-eaec-49ca-9fc2-e7a3c9ffdcf7" providerId="ADAL" clId="{0DC85B45-27B4-DE4F-A93E-D21BCDC257C5}" dt="2025-06-18T04:14:37.166" v="323" actId="26606"/>
          <ac:graphicFrameMkLst>
            <pc:docMk/>
            <pc:sldMk cId="0" sldId="264"/>
            <ac:graphicFrameMk id="5" creationId="{18F66C11-04B4-BE12-DE91-F3D44588D939}"/>
          </ac:graphicFrameMkLst>
        </pc:graphicFrameChg>
      </pc:sldChg>
      <pc:sldChg chg="del">
        <pc:chgData name="Hazlina binti Haron" userId="00a9b89f-eaec-49ca-9fc2-e7a3c9ffdcf7" providerId="ADAL" clId="{0DC85B45-27B4-DE4F-A93E-D21BCDC257C5}" dt="2025-06-18T04:09:47.718" v="282" actId="2696"/>
        <pc:sldMkLst>
          <pc:docMk/>
          <pc:sldMk cId="0" sldId="265"/>
        </pc:sldMkLst>
      </pc:sldChg>
      <pc:sldChg chg="del">
        <pc:chgData name="Hazlina binti Haron" userId="00a9b89f-eaec-49ca-9fc2-e7a3c9ffdcf7" providerId="ADAL" clId="{0DC85B45-27B4-DE4F-A93E-D21BCDC257C5}" dt="2025-06-18T04:09:56.305" v="284" actId="2696"/>
        <pc:sldMkLst>
          <pc:docMk/>
          <pc:sldMk cId="0" sldId="266"/>
        </pc:sldMkLst>
      </pc:sldChg>
      <pc:sldChg chg="del">
        <pc:chgData name="Hazlina binti Haron" userId="00a9b89f-eaec-49ca-9fc2-e7a3c9ffdcf7" providerId="ADAL" clId="{0DC85B45-27B4-DE4F-A93E-D21BCDC257C5}" dt="2025-06-18T04:10:08.511" v="287" actId="2696"/>
        <pc:sldMkLst>
          <pc:docMk/>
          <pc:sldMk cId="0" sldId="267"/>
        </pc:sldMkLst>
      </pc:sldChg>
      <pc:sldChg chg="addSp modSp mod setBg">
        <pc:chgData name="Hazlina binti Haron" userId="00a9b89f-eaec-49ca-9fc2-e7a3c9ffdcf7" providerId="ADAL" clId="{0DC85B45-27B4-DE4F-A93E-D21BCDC257C5}" dt="2025-06-18T04:15:38.614" v="334" actId="26606"/>
        <pc:sldMkLst>
          <pc:docMk/>
          <pc:sldMk cId="0" sldId="268"/>
        </pc:sldMkLst>
        <pc:spChg chg="mod">
          <ac:chgData name="Hazlina binti Haron" userId="00a9b89f-eaec-49ca-9fc2-e7a3c9ffdcf7" providerId="ADAL" clId="{0DC85B45-27B4-DE4F-A93E-D21BCDC257C5}" dt="2025-06-18T04:15:38.614" v="334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Hazlina binti Haron" userId="00a9b89f-eaec-49ca-9fc2-e7a3c9ffdcf7" providerId="ADAL" clId="{0DC85B45-27B4-DE4F-A93E-D21BCDC257C5}" dt="2025-06-18T04:15:38.614" v="334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18T04:15:38.614" v="334" actId="26606"/>
          <ac:spMkLst>
            <pc:docMk/>
            <pc:sldMk cId="0" sldId="268"/>
            <ac:spMk id="8" creationId="{777A147A-9ED8-46B4-8660-1B3C2AA880B5}"/>
          </ac:spMkLst>
        </pc:spChg>
        <pc:spChg chg="add">
          <ac:chgData name="Hazlina binti Haron" userId="00a9b89f-eaec-49ca-9fc2-e7a3c9ffdcf7" providerId="ADAL" clId="{0DC85B45-27B4-DE4F-A93E-D21BCDC257C5}" dt="2025-06-18T04:15:38.614" v="334" actId="26606"/>
          <ac:spMkLst>
            <pc:docMk/>
            <pc:sldMk cId="0" sldId="268"/>
            <ac:spMk id="10" creationId="{5D6C15A0-C087-4593-8414-2B4EC1CDC3DE}"/>
          </ac:spMkLst>
        </pc:spChg>
      </pc:sldChg>
      <pc:sldChg chg="del">
        <pc:chgData name="Hazlina binti Haron" userId="00a9b89f-eaec-49ca-9fc2-e7a3c9ffdcf7" providerId="ADAL" clId="{0DC85B45-27B4-DE4F-A93E-D21BCDC257C5}" dt="2025-06-18T04:10:14.377" v="288" actId="2696"/>
        <pc:sldMkLst>
          <pc:docMk/>
          <pc:sldMk cId="0" sldId="269"/>
        </pc:sldMkLst>
      </pc:sldChg>
      <pc:sldChg chg="del">
        <pc:chgData name="Hazlina binti Haron" userId="00a9b89f-eaec-49ca-9fc2-e7a3c9ffdcf7" providerId="ADAL" clId="{0DC85B45-27B4-DE4F-A93E-D21BCDC257C5}" dt="2025-06-18T04:10:39.478" v="293" actId="2696"/>
        <pc:sldMkLst>
          <pc:docMk/>
          <pc:sldMk cId="0" sldId="270"/>
        </pc:sldMkLst>
      </pc:sldChg>
      <pc:sldChg chg="addSp modSp mod setBg">
        <pc:chgData name="Hazlina binti Haron" userId="00a9b89f-eaec-49ca-9fc2-e7a3c9ffdcf7" providerId="ADAL" clId="{0DC85B45-27B4-DE4F-A93E-D21BCDC257C5}" dt="2025-06-18T04:15:59.725" v="337" actId="15"/>
        <pc:sldMkLst>
          <pc:docMk/>
          <pc:sldMk cId="0" sldId="271"/>
        </pc:sldMkLst>
        <pc:spChg chg="mod">
          <ac:chgData name="Hazlina binti Haron" userId="00a9b89f-eaec-49ca-9fc2-e7a3c9ffdcf7" providerId="ADAL" clId="{0DC85B45-27B4-DE4F-A93E-D21BCDC257C5}" dt="2025-06-18T04:15:49.123" v="335" actId="26606"/>
          <ac:spMkLst>
            <pc:docMk/>
            <pc:sldMk cId="0" sldId="271"/>
            <ac:spMk id="2" creationId="{00000000-0000-0000-0000-000000000000}"/>
          </ac:spMkLst>
        </pc:spChg>
        <pc:spChg chg="mod">
          <ac:chgData name="Hazlina binti Haron" userId="00a9b89f-eaec-49ca-9fc2-e7a3c9ffdcf7" providerId="ADAL" clId="{0DC85B45-27B4-DE4F-A93E-D21BCDC257C5}" dt="2025-06-18T04:15:59.725" v="337" actId="15"/>
          <ac:spMkLst>
            <pc:docMk/>
            <pc:sldMk cId="0" sldId="271"/>
            <ac:spMk id="3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18T04:15:49.123" v="335" actId="26606"/>
          <ac:spMkLst>
            <pc:docMk/>
            <pc:sldMk cId="0" sldId="271"/>
            <ac:spMk id="8" creationId="{777A147A-9ED8-46B4-8660-1B3C2AA880B5}"/>
          </ac:spMkLst>
        </pc:spChg>
        <pc:spChg chg="add">
          <ac:chgData name="Hazlina binti Haron" userId="00a9b89f-eaec-49ca-9fc2-e7a3c9ffdcf7" providerId="ADAL" clId="{0DC85B45-27B4-DE4F-A93E-D21BCDC257C5}" dt="2025-06-18T04:15:49.123" v="335" actId="26606"/>
          <ac:spMkLst>
            <pc:docMk/>
            <pc:sldMk cId="0" sldId="271"/>
            <ac:spMk id="10" creationId="{5D6C15A0-C087-4593-8414-2B4EC1CDC3DE}"/>
          </ac:spMkLst>
        </pc:spChg>
      </pc:sldChg>
      <pc:sldChg chg="del">
        <pc:chgData name="Hazlina binti Haron" userId="00a9b89f-eaec-49ca-9fc2-e7a3c9ffdcf7" providerId="ADAL" clId="{0DC85B45-27B4-DE4F-A93E-D21BCDC257C5}" dt="2025-06-18T04:10:50.901" v="294" actId="2696"/>
        <pc:sldMkLst>
          <pc:docMk/>
          <pc:sldMk cId="0" sldId="272"/>
        </pc:sldMkLst>
      </pc:sldChg>
      <pc:sldChg chg="addSp modSp mod setBg">
        <pc:chgData name="Hazlina binti Haron" userId="00a9b89f-eaec-49ca-9fc2-e7a3c9ffdcf7" providerId="ADAL" clId="{0DC85B45-27B4-DE4F-A93E-D21BCDC257C5}" dt="2025-06-25T01:58:11.992" v="409" actId="26606"/>
        <pc:sldMkLst>
          <pc:docMk/>
          <pc:sldMk cId="0" sldId="273"/>
        </pc:sldMkLst>
        <pc:spChg chg="mod">
          <ac:chgData name="Hazlina binti Haron" userId="00a9b89f-eaec-49ca-9fc2-e7a3c9ffdcf7" providerId="ADAL" clId="{0DC85B45-27B4-DE4F-A93E-D21BCDC257C5}" dt="2025-06-25T01:58:11.992" v="409" actId="26606"/>
          <ac:spMkLst>
            <pc:docMk/>
            <pc:sldMk cId="0" sldId="273"/>
            <ac:spMk id="2" creationId="{00000000-0000-0000-0000-000000000000}"/>
          </ac:spMkLst>
        </pc:spChg>
        <pc:spChg chg="mod">
          <ac:chgData name="Hazlina binti Haron" userId="00a9b89f-eaec-49ca-9fc2-e7a3c9ffdcf7" providerId="ADAL" clId="{0DC85B45-27B4-DE4F-A93E-D21BCDC257C5}" dt="2025-06-25T01:58:11.992" v="409" actId="26606"/>
          <ac:spMkLst>
            <pc:docMk/>
            <pc:sldMk cId="0" sldId="273"/>
            <ac:spMk id="3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25T01:58:11.992" v="409" actId="26606"/>
          <ac:spMkLst>
            <pc:docMk/>
            <pc:sldMk cId="0" sldId="273"/>
            <ac:spMk id="9" creationId="{9F7D5CDA-D291-4307-BF55-1381FED29634}"/>
          </ac:spMkLst>
        </pc:spChg>
        <pc:picChg chg="add">
          <ac:chgData name="Hazlina binti Haron" userId="00a9b89f-eaec-49ca-9fc2-e7a3c9ffdcf7" providerId="ADAL" clId="{0DC85B45-27B4-DE4F-A93E-D21BCDC257C5}" dt="2025-06-25T01:58:11.992" v="409" actId="26606"/>
          <ac:picMkLst>
            <pc:docMk/>
            <pc:sldMk cId="0" sldId="273"/>
            <ac:picMk id="5" creationId="{179E79BE-82F9-36C7-F286-88012FE30C38}"/>
          </ac:picMkLst>
        </pc:picChg>
      </pc:sldChg>
      <pc:sldChg chg="del">
        <pc:chgData name="Hazlina binti Haron" userId="00a9b89f-eaec-49ca-9fc2-e7a3c9ffdcf7" providerId="ADAL" clId="{0DC85B45-27B4-DE4F-A93E-D21BCDC257C5}" dt="2025-06-18T04:10:56.487" v="295" actId="2696"/>
        <pc:sldMkLst>
          <pc:docMk/>
          <pc:sldMk cId="0" sldId="274"/>
        </pc:sldMkLst>
      </pc:sldChg>
      <pc:sldChg chg="addSp delSp modSp mod setBg">
        <pc:chgData name="Hazlina binti Haron" userId="00a9b89f-eaec-49ca-9fc2-e7a3c9ffdcf7" providerId="ADAL" clId="{0DC85B45-27B4-DE4F-A93E-D21BCDC257C5}" dt="2025-06-18T04:21:42.462" v="403" actId="26606"/>
        <pc:sldMkLst>
          <pc:docMk/>
          <pc:sldMk cId="0" sldId="275"/>
        </pc:sldMkLst>
        <pc:spChg chg="mod">
          <ac:chgData name="Hazlina binti Haron" userId="00a9b89f-eaec-49ca-9fc2-e7a3c9ffdcf7" providerId="ADAL" clId="{0DC85B45-27B4-DE4F-A93E-D21BCDC257C5}" dt="2025-06-18T04:21:42.462" v="403" actId="26606"/>
          <ac:spMkLst>
            <pc:docMk/>
            <pc:sldMk cId="0" sldId="275"/>
            <ac:spMk id="2" creationId="{00000000-0000-0000-0000-000000000000}"/>
          </ac:spMkLst>
        </pc:spChg>
        <pc:spChg chg="add">
          <ac:chgData name="Hazlina binti Haron" userId="00a9b89f-eaec-49ca-9fc2-e7a3c9ffdcf7" providerId="ADAL" clId="{0DC85B45-27B4-DE4F-A93E-D21BCDC257C5}" dt="2025-06-18T04:21:42.462" v="403" actId="26606"/>
          <ac:spMkLst>
            <pc:docMk/>
            <pc:sldMk cId="0" sldId="275"/>
            <ac:spMk id="9" creationId="{BACC6370-2D7E-4714-9D71-7542949D7D5D}"/>
          </ac:spMkLst>
        </pc:spChg>
        <pc:spChg chg="add">
          <ac:chgData name="Hazlina binti Haron" userId="00a9b89f-eaec-49ca-9fc2-e7a3c9ffdcf7" providerId="ADAL" clId="{0DC85B45-27B4-DE4F-A93E-D21BCDC257C5}" dt="2025-06-18T04:21:42.462" v="403" actId="26606"/>
          <ac:spMkLst>
            <pc:docMk/>
            <pc:sldMk cId="0" sldId="275"/>
            <ac:spMk id="11" creationId="{F68B3F68-107C-434F-AA38-110D5EA91B85}"/>
          </ac:spMkLst>
        </pc:spChg>
        <pc:spChg chg="add">
          <ac:chgData name="Hazlina binti Haron" userId="00a9b89f-eaec-49ca-9fc2-e7a3c9ffdcf7" providerId="ADAL" clId="{0DC85B45-27B4-DE4F-A93E-D21BCDC257C5}" dt="2025-06-18T04:21:42.462" v="403" actId="26606"/>
          <ac:spMkLst>
            <pc:docMk/>
            <pc:sldMk cId="0" sldId="275"/>
            <ac:spMk id="13" creationId="{AAD0DBB9-1A4B-4391-81D4-CB19F9AB918A}"/>
          </ac:spMkLst>
        </pc:spChg>
        <pc:spChg chg="add">
          <ac:chgData name="Hazlina binti Haron" userId="00a9b89f-eaec-49ca-9fc2-e7a3c9ffdcf7" providerId="ADAL" clId="{0DC85B45-27B4-DE4F-A93E-D21BCDC257C5}" dt="2025-06-18T04:21:42.462" v="403" actId="26606"/>
          <ac:spMkLst>
            <pc:docMk/>
            <pc:sldMk cId="0" sldId="275"/>
            <ac:spMk id="15" creationId="{063BBA22-50EA-4C4D-BE05-F1CE4E63AA56}"/>
          </ac:spMkLst>
        </pc:spChg>
        <pc:graphicFrameChg chg="add">
          <ac:chgData name="Hazlina binti Haron" userId="00a9b89f-eaec-49ca-9fc2-e7a3c9ffdcf7" providerId="ADAL" clId="{0DC85B45-27B4-DE4F-A93E-D21BCDC257C5}" dt="2025-06-18T04:21:42.462" v="403" actId="26606"/>
          <ac:graphicFrameMkLst>
            <pc:docMk/>
            <pc:sldMk cId="0" sldId="275"/>
            <ac:graphicFrameMk id="5" creationId="{4C0DA756-6141-A864-1659-F5C151B793BE}"/>
          </ac:graphicFrameMkLst>
        </pc:graphicFrameChg>
      </pc:sldChg>
      <pc:sldChg chg="addSp modSp add mod modTransition setBg">
        <pc:chgData name="Hazlina binti Haron" userId="00a9b89f-eaec-49ca-9fc2-e7a3c9ffdcf7" providerId="ADAL" clId="{0DC85B45-27B4-DE4F-A93E-D21BCDC257C5}" dt="2025-06-18T04:11:57.283" v="304" actId="26606"/>
        <pc:sldMkLst>
          <pc:docMk/>
          <pc:sldMk cId="0" sldId="276"/>
        </pc:sldMkLst>
        <pc:spChg chg="mod">
          <ac:chgData name="Hazlina binti Haron" userId="00a9b89f-eaec-49ca-9fc2-e7a3c9ffdcf7" providerId="ADAL" clId="{0DC85B45-27B4-DE4F-A93E-D21BCDC257C5}" dt="2025-06-18T04:11:57.283" v="304" actId="26606"/>
          <ac:spMkLst>
            <pc:docMk/>
            <pc:sldMk cId="0" sldId="276"/>
            <ac:spMk id="7172" creationId="{2BAEB48E-E604-5DE5-FBEF-1F00A1F66DCE}"/>
          </ac:spMkLst>
        </pc:spChg>
        <pc:spChg chg="mod ord">
          <ac:chgData name="Hazlina binti Haron" userId="00a9b89f-eaec-49ca-9fc2-e7a3c9ffdcf7" providerId="ADAL" clId="{0DC85B45-27B4-DE4F-A93E-D21BCDC257C5}" dt="2025-06-18T04:11:57.283" v="304" actId="26606"/>
          <ac:spMkLst>
            <pc:docMk/>
            <pc:sldMk cId="0" sldId="276"/>
            <ac:spMk id="18433" creationId="{2223479E-49E2-9010-8421-D2B839F675E3}"/>
          </ac:spMkLst>
        </pc:spChg>
        <pc:spChg chg="mod">
          <ac:chgData name="Hazlina binti Haron" userId="00a9b89f-eaec-49ca-9fc2-e7a3c9ffdcf7" providerId="ADAL" clId="{0DC85B45-27B4-DE4F-A93E-D21BCDC257C5}" dt="2025-06-18T04:11:57.283" v="304" actId="26606"/>
          <ac:spMkLst>
            <pc:docMk/>
            <pc:sldMk cId="0" sldId="276"/>
            <ac:spMk id="28688" creationId="{41D69A83-A63C-81E9-B071-6B0628E80158}"/>
          </ac:spMkLst>
        </pc:spChg>
        <pc:spChg chg="add">
          <ac:chgData name="Hazlina binti Haron" userId="00a9b89f-eaec-49ca-9fc2-e7a3c9ffdcf7" providerId="ADAL" clId="{0DC85B45-27B4-DE4F-A93E-D21BCDC257C5}" dt="2025-06-18T04:11:57.283" v="304" actId="26606"/>
          <ac:spMkLst>
            <pc:docMk/>
            <pc:sldMk cId="0" sldId="276"/>
            <ac:spMk id="28694" creationId="{9F7D5CDA-D291-4307-BF55-1381FED29634}"/>
          </ac:spMkLst>
        </pc:spChg>
        <pc:picChg chg="add">
          <ac:chgData name="Hazlina binti Haron" userId="00a9b89f-eaec-49ca-9fc2-e7a3c9ffdcf7" providerId="ADAL" clId="{0DC85B45-27B4-DE4F-A93E-D21BCDC257C5}" dt="2025-06-18T04:11:57.283" v="304" actId="26606"/>
          <ac:picMkLst>
            <pc:docMk/>
            <pc:sldMk cId="0" sldId="276"/>
            <ac:picMk id="28690" creationId="{26340D14-A475-1155-29F7-DAD4D9EA5E00}"/>
          </ac:picMkLst>
        </pc:picChg>
      </pc:sldChg>
      <pc:sldChg chg="modSp add mod ord modTransition">
        <pc:chgData name="Hazlina binti Haron" userId="00a9b89f-eaec-49ca-9fc2-e7a3c9ffdcf7" providerId="ADAL" clId="{0DC85B45-27B4-DE4F-A93E-D21BCDC257C5}" dt="2025-06-18T03:59:46.433" v="218" actId="207"/>
        <pc:sldMkLst>
          <pc:docMk/>
          <pc:sldMk cId="0" sldId="277"/>
        </pc:sldMkLst>
        <pc:spChg chg="mod">
          <ac:chgData name="Hazlina binti Haron" userId="00a9b89f-eaec-49ca-9fc2-e7a3c9ffdcf7" providerId="ADAL" clId="{0DC85B45-27B4-DE4F-A93E-D21BCDC257C5}" dt="2025-06-18T03:59:46.433" v="218" actId="207"/>
          <ac:spMkLst>
            <pc:docMk/>
            <pc:sldMk cId="0" sldId="277"/>
            <ac:spMk id="106498" creationId="{0F5EBBF1-1833-D008-EEA0-A597E19217B3}"/>
          </ac:spMkLst>
        </pc:spChg>
      </pc:sldChg>
      <pc:sldChg chg="modSp add mod ord">
        <pc:chgData name="Hazlina binti Haron" userId="00a9b89f-eaec-49ca-9fc2-e7a3c9ffdcf7" providerId="ADAL" clId="{0DC85B45-27B4-DE4F-A93E-D21BCDC257C5}" dt="2025-06-25T01:56:50.045" v="406" actId="207"/>
        <pc:sldMkLst>
          <pc:docMk/>
          <pc:sldMk cId="0" sldId="278"/>
        </pc:sldMkLst>
        <pc:spChg chg="mod">
          <ac:chgData name="Hazlina binti Haron" userId="00a9b89f-eaec-49ca-9fc2-e7a3c9ffdcf7" providerId="ADAL" clId="{0DC85B45-27B4-DE4F-A93E-D21BCDC257C5}" dt="2025-06-25T01:56:50.045" v="406" actId="207"/>
          <ac:spMkLst>
            <pc:docMk/>
            <pc:sldMk cId="0" sldId="278"/>
            <ac:spMk id="28689" creationId="{42AE8EA6-7072-6D21-4E5C-2FEACD9103EA}"/>
          </ac:spMkLst>
        </pc:spChg>
      </pc:sldChg>
      <pc:sldChg chg="modSp add mod ord">
        <pc:chgData name="Hazlina binti Haron" userId="00a9b89f-eaec-49ca-9fc2-e7a3c9ffdcf7" providerId="ADAL" clId="{0DC85B45-27B4-DE4F-A93E-D21BCDC257C5}" dt="2025-06-18T03:48:47.056" v="106" actId="20578"/>
        <pc:sldMkLst>
          <pc:docMk/>
          <pc:sldMk cId="0" sldId="279"/>
        </pc:sldMkLst>
        <pc:spChg chg="mod">
          <ac:chgData name="Hazlina binti Haron" userId="00a9b89f-eaec-49ca-9fc2-e7a3c9ffdcf7" providerId="ADAL" clId="{0DC85B45-27B4-DE4F-A93E-D21BCDC257C5}" dt="2025-06-18T02:34:47.702" v="5" actId="27636"/>
          <ac:spMkLst>
            <pc:docMk/>
            <pc:sldMk cId="0" sldId="279"/>
            <ac:spMk id="98307" creationId="{DE99C096-A6A1-390D-7F35-D5D580E3790E}"/>
          </ac:spMkLst>
        </pc:spChg>
      </pc:sldChg>
      <pc:sldChg chg="addSp modSp add mod ord setBg">
        <pc:chgData name="Hazlina binti Haron" userId="00a9b89f-eaec-49ca-9fc2-e7a3c9ffdcf7" providerId="ADAL" clId="{0DC85B45-27B4-DE4F-A93E-D21BCDC257C5}" dt="2025-06-18T04:12:18.736" v="305" actId="26606"/>
        <pc:sldMkLst>
          <pc:docMk/>
          <pc:sldMk cId="0" sldId="280"/>
        </pc:sldMkLst>
        <pc:spChg chg="mod ord">
          <ac:chgData name="Hazlina binti Haron" userId="00a9b89f-eaec-49ca-9fc2-e7a3c9ffdcf7" providerId="ADAL" clId="{0DC85B45-27B4-DE4F-A93E-D21BCDC257C5}" dt="2025-06-18T04:12:18.736" v="305" actId="26606"/>
          <ac:spMkLst>
            <pc:docMk/>
            <pc:sldMk cId="0" sldId="280"/>
            <ac:spMk id="24578" creationId="{A521C946-1EA5-9FD1-7B11-91BF54BC62A9}"/>
          </ac:spMkLst>
        </pc:spChg>
        <pc:spChg chg="mod">
          <ac:chgData name="Hazlina binti Haron" userId="00a9b89f-eaec-49ca-9fc2-e7a3c9ffdcf7" providerId="ADAL" clId="{0DC85B45-27B4-DE4F-A93E-D21BCDC257C5}" dt="2025-06-18T04:12:18.736" v="305" actId="26606"/>
          <ac:spMkLst>
            <pc:docMk/>
            <pc:sldMk cId="0" sldId="280"/>
            <ac:spMk id="24580" creationId="{3F7D4CF8-A3A3-2967-CF9F-B31BF9BFD8D5}"/>
          </ac:spMkLst>
        </pc:spChg>
        <pc:spChg chg="mod">
          <ac:chgData name="Hazlina binti Haron" userId="00a9b89f-eaec-49ca-9fc2-e7a3c9ffdcf7" providerId="ADAL" clId="{0DC85B45-27B4-DE4F-A93E-D21BCDC257C5}" dt="2025-06-18T04:12:18.736" v="305" actId="26606"/>
          <ac:spMkLst>
            <pc:docMk/>
            <pc:sldMk cId="0" sldId="280"/>
            <ac:spMk id="99330" creationId="{19BD4A45-3BD6-B6EB-7F66-0AB0851FCC27}"/>
          </ac:spMkLst>
        </pc:spChg>
        <pc:spChg chg="add">
          <ac:chgData name="Hazlina binti Haron" userId="00a9b89f-eaec-49ca-9fc2-e7a3c9ffdcf7" providerId="ADAL" clId="{0DC85B45-27B4-DE4F-A93E-D21BCDC257C5}" dt="2025-06-18T04:12:18.736" v="305" actId="26606"/>
          <ac:spMkLst>
            <pc:docMk/>
            <pc:sldMk cId="0" sldId="280"/>
            <ac:spMk id="99336" creationId="{C0763A76-9F1C-4FC5-82B7-DD475DA461B2}"/>
          </ac:spMkLst>
        </pc:spChg>
        <pc:spChg chg="add">
          <ac:chgData name="Hazlina binti Haron" userId="00a9b89f-eaec-49ca-9fc2-e7a3c9ffdcf7" providerId="ADAL" clId="{0DC85B45-27B4-DE4F-A93E-D21BCDC257C5}" dt="2025-06-18T04:12:18.736" v="305" actId="26606"/>
          <ac:spMkLst>
            <pc:docMk/>
            <pc:sldMk cId="0" sldId="280"/>
            <ac:spMk id="99338" creationId="{E81BF4F6-F2CF-4984-9D14-D6966D92F99F}"/>
          </ac:spMkLst>
        </pc:spChg>
        <pc:picChg chg="add">
          <ac:chgData name="Hazlina binti Haron" userId="00a9b89f-eaec-49ca-9fc2-e7a3c9ffdcf7" providerId="ADAL" clId="{0DC85B45-27B4-DE4F-A93E-D21BCDC257C5}" dt="2025-06-18T04:12:18.736" v="305" actId="26606"/>
          <ac:picMkLst>
            <pc:docMk/>
            <pc:sldMk cId="0" sldId="280"/>
            <ac:picMk id="99332" creationId="{11065F6F-5B35-ED8B-4EBB-152E2DDA91CE}"/>
          </ac:picMkLst>
        </pc:picChg>
      </pc:sldChg>
      <pc:sldChg chg="modSp add mod ord">
        <pc:chgData name="Hazlina binti Haron" userId="00a9b89f-eaec-49ca-9fc2-e7a3c9ffdcf7" providerId="ADAL" clId="{0DC85B45-27B4-DE4F-A93E-D21BCDC257C5}" dt="2025-06-18T03:59:57.357" v="219" actId="207"/>
        <pc:sldMkLst>
          <pc:docMk/>
          <pc:sldMk cId="0" sldId="281"/>
        </pc:sldMkLst>
        <pc:spChg chg="mod">
          <ac:chgData name="Hazlina binti Haron" userId="00a9b89f-eaec-49ca-9fc2-e7a3c9ffdcf7" providerId="ADAL" clId="{0DC85B45-27B4-DE4F-A93E-D21BCDC257C5}" dt="2025-06-18T03:59:57.357" v="219" actId="207"/>
          <ac:spMkLst>
            <pc:docMk/>
            <pc:sldMk cId="0" sldId="281"/>
            <ac:spMk id="83970" creationId="{6B5C01B9-2A05-168E-1D75-185299AD8739}"/>
          </ac:spMkLst>
        </pc:spChg>
      </pc:sldChg>
      <pc:sldChg chg="modSp add mod ord">
        <pc:chgData name="Hazlina binti Haron" userId="00a9b89f-eaec-49ca-9fc2-e7a3c9ffdcf7" providerId="ADAL" clId="{0DC85B45-27B4-DE4F-A93E-D21BCDC257C5}" dt="2025-06-18T04:00:02.917" v="220" actId="207"/>
        <pc:sldMkLst>
          <pc:docMk/>
          <pc:sldMk cId="0" sldId="282"/>
        </pc:sldMkLst>
        <pc:spChg chg="mod">
          <ac:chgData name="Hazlina binti Haron" userId="00a9b89f-eaec-49ca-9fc2-e7a3c9ffdcf7" providerId="ADAL" clId="{0DC85B45-27B4-DE4F-A93E-D21BCDC257C5}" dt="2025-06-18T04:00:02.917" v="220" actId="207"/>
          <ac:spMkLst>
            <pc:docMk/>
            <pc:sldMk cId="0" sldId="282"/>
            <ac:spMk id="84994" creationId="{8B486ADE-3001-305C-03D5-64CCC2EE43F9}"/>
          </ac:spMkLst>
        </pc:spChg>
      </pc:sldChg>
      <pc:sldChg chg="addSp modSp add mod ord setBg">
        <pc:chgData name="Hazlina binti Haron" userId="00a9b89f-eaec-49ca-9fc2-e7a3c9ffdcf7" providerId="ADAL" clId="{0DC85B45-27B4-DE4F-A93E-D21BCDC257C5}" dt="2025-06-18T04:12:49.074" v="307" actId="26606"/>
        <pc:sldMkLst>
          <pc:docMk/>
          <pc:sldMk cId="0" sldId="283"/>
        </pc:sldMkLst>
        <pc:spChg chg="mod ord">
          <ac:chgData name="Hazlina binti Haron" userId="00a9b89f-eaec-49ca-9fc2-e7a3c9ffdcf7" providerId="ADAL" clId="{0DC85B45-27B4-DE4F-A93E-D21BCDC257C5}" dt="2025-06-18T04:12:49.074" v="307" actId="26606"/>
          <ac:spMkLst>
            <pc:docMk/>
            <pc:sldMk cId="0" sldId="283"/>
            <ac:spMk id="33794" creationId="{95774F80-0928-85DE-0220-810F821A390E}"/>
          </ac:spMkLst>
        </pc:spChg>
        <pc:spChg chg="mod">
          <ac:chgData name="Hazlina binti Haron" userId="00a9b89f-eaec-49ca-9fc2-e7a3c9ffdcf7" providerId="ADAL" clId="{0DC85B45-27B4-DE4F-A93E-D21BCDC257C5}" dt="2025-06-18T04:12:49.074" v="307" actId="26606"/>
          <ac:spMkLst>
            <pc:docMk/>
            <pc:sldMk cId="0" sldId="283"/>
            <ac:spMk id="33796" creationId="{AFA9C22E-291C-F5D3-727D-FFDBC5A1F5E7}"/>
          </ac:spMkLst>
        </pc:spChg>
        <pc:spChg chg="mod">
          <ac:chgData name="Hazlina binti Haron" userId="00a9b89f-eaec-49ca-9fc2-e7a3c9ffdcf7" providerId="ADAL" clId="{0DC85B45-27B4-DE4F-A93E-D21BCDC257C5}" dt="2025-06-18T04:12:49.074" v="307" actId="26606"/>
          <ac:spMkLst>
            <pc:docMk/>
            <pc:sldMk cId="0" sldId="283"/>
            <ac:spMk id="101378" creationId="{E03EE54E-C885-F4F9-1C4C-ECE186F92CF6}"/>
          </ac:spMkLst>
        </pc:spChg>
        <pc:spChg chg="add">
          <ac:chgData name="Hazlina binti Haron" userId="00a9b89f-eaec-49ca-9fc2-e7a3c9ffdcf7" providerId="ADAL" clId="{0DC85B45-27B4-DE4F-A93E-D21BCDC257C5}" dt="2025-06-18T04:12:49.074" v="307" actId="26606"/>
          <ac:spMkLst>
            <pc:docMk/>
            <pc:sldMk cId="0" sldId="283"/>
            <ac:spMk id="101384" creationId="{C0763A76-9F1C-4FC5-82B7-DD475DA461B2}"/>
          </ac:spMkLst>
        </pc:spChg>
        <pc:spChg chg="add">
          <ac:chgData name="Hazlina binti Haron" userId="00a9b89f-eaec-49ca-9fc2-e7a3c9ffdcf7" providerId="ADAL" clId="{0DC85B45-27B4-DE4F-A93E-D21BCDC257C5}" dt="2025-06-18T04:12:49.074" v="307" actId="26606"/>
          <ac:spMkLst>
            <pc:docMk/>
            <pc:sldMk cId="0" sldId="283"/>
            <ac:spMk id="101386" creationId="{E81BF4F6-F2CF-4984-9D14-D6966D92F99F}"/>
          </ac:spMkLst>
        </pc:spChg>
        <pc:picChg chg="add">
          <ac:chgData name="Hazlina binti Haron" userId="00a9b89f-eaec-49ca-9fc2-e7a3c9ffdcf7" providerId="ADAL" clId="{0DC85B45-27B4-DE4F-A93E-D21BCDC257C5}" dt="2025-06-18T04:12:49.074" v="307" actId="26606"/>
          <ac:picMkLst>
            <pc:docMk/>
            <pc:sldMk cId="0" sldId="283"/>
            <ac:picMk id="101380" creationId="{395C2F0C-7477-2AF2-41AC-8065A5466797}"/>
          </ac:picMkLst>
        </pc:picChg>
      </pc:sldChg>
      <pc:sldChg chg="add del ord">
        <pc:chgData name="Hazlina binti Haron" userId="00a9b89f-eaec-49ca-9fc2-e7a3c9ffdcf7" providerId="ADAL" clId="{0DC85B45-27B4-DE4F-A93E-D21BCDC257C5}" dt="2025-06-18T03:54:29.025" v="135" actId="2696"/>
        <pc:sldMkLst>
          <pc:docMk/>
          <pc:sldMk cId="0" sldId="284"/>
        </pc:sldMkLst>
      </pc:sldChg>
      <pc:sldChg chg="modSp add del mod">
        <pc:chgData name="Hazlina binti Haron" userId="00a9b89f-eaec-49ca-9fc2-e7a3c9ffdcf7" providerId="ADAL" clId="{0DC85B45-27B4-DE4F-A93E-D21BCDC257C5}" dt="2025-06-18T03:55:01.960" v="136" actId="2696"/>
        <pc:sldMkLst>
          <pc:docMk/>
          <pc:sldMk cId="0" sldId="285"/>
        </pc:sldMkLst>
      </pc:sldChg>
      <pc:sldChg chg="modSp add del mod">
        <pc:chgData name="Hazlina binti Haron" userId="00a9b89f-eaec-49ca-9fc2-e7a3c9ffdcf7" providerId="ADAL" clId="{0DC85B45-27B4-DE4F-A93E-D21BCDC257C5}" dt="2025-06-18T03:55:06.150" v="137" actId="2696"/>
        <pc:sldMkLst>
          <pc:docMk/>
          <pc:sldMk cId="0" sldId="286"/>
        </pc:sldMkLst>
      </pc:sldChg>
      <pc:sldChg chg="addSp modSp add mod setBg">
        <pc:chgData name="Hazlina binti Haron" userId="00a9b89f-eaec-49ca-9fc2-e7a3c9ffdcf7" providerId="ADAL" clId="{0DC85B45-27B4-DE4F-A93E-D21BCDC257C5}" dt="2025-06-18T04:13:28.256" v="313" actId="26606"/>
        <pc:sldMkLst>
          <pc:docMk/>
          <pc:sldMk cId="0" sldId="287"/>
        </pc:sldMkLst>
        <pc:spChg chg="mod ord">
          <ac:chgData name="Hazlina binti Haron" userId="00a9b89f-eaec-49ca-9fc2-e7a3c9ffdcf7" providerId="ADAL" clId="{0DC85B45-27B4-DE4F-A93E-D21BCDC257C5}" dt="2025-06-18T04:13:28.256" v="313" actId="26606"/>
          <ac:spMkLst>
            <pc:docMk/>
            <pc:sldMk cId="0" sldId="287"/>
            <ac:spMk id="17410" creationId="{0801A6FA-2212-2F75-EFD8-5B89C52252C5}"/>
          </ac:spMkLst>
        </pc:spChg>
        <pc:spChg chg="mod">
          <ac:chgData name="Hazlina binti Haron" userId="00a9b89f-eaec-49ca-9fc2-e7a3c9ffdcf7" providerId="ADAL" clId="{0DC85B45-27B4-DE4F-A93E-D21BCDC257C5}" dt="2025-06-18T04:13:28.256" v="313" actId="26606"/>
          <ac:spMkLst>
            <pc:docMk/>
            <pc:sldMk cId="0" sldId="287"/>
            <ac:spMk id="17412" creationId="{4A33B5B2-C4C6-42AD-DFBB-57B1B7B5CC7D}"/>
          </ac:spMkLst>
        </pc:spChg>
        <pc:spChg chg="mod">
          <ac:chgData name="Hazlina binti Haron" userId="00a9b89f-eaec-49ca-9fc2-e7a3c9ffdcf7" providerId="ADAL" clId="{0DC85B45-27B4-DE4F-A93E-D21BCDC257C5}" dt="2025-06-18T04:13:28.256" v="313" actId="26606"/>
          <ac:spMkLst>
            <pc:docMk/>
            <pc:sldMk cId="0" sldId="287"/>
            <ac:spMk id="28688" creationId="{59A663F6-7C9A-C354-6CAD-469E4FD4377E}"/>
          </ac:spMkLst>
        </pc:spChg>
        <pc:spChg chg="add">
          <ac:chgData name="Hazlina binti Haron" userId="00a9b89f-eaec-49ca-9fc2-e7a3c9ffdcf7" providerId="ADAL" clId="{0DC85B45-27B4-DE4F-A93E-D21BCDC257C5}" dt="2025-06-18T04:13:28.256" v="313" actId="26606"/>
          <ac:spMkLst>
            <pc:docMk/>
            <pc:sldMk cId="0" sldId="287"/>
            <ac:spMk id="28695" creationId="{59A309A7-1751-4ABE-A3C1-EEC40366AD89}"/>
          </ac:spMkLst>
        </pc:spChg>
        <pc:spChg chg="add">
          <ac:chgData name="Hazlina binti Haron" userId="00a9b89f-eaec-49ca-9fc2-e7a3c9ffdcf7" providerId="ADAL" clId="{0DC85B45-27B4-DE4F-A93E-D21BCDC257C5}" dt="2025-06-18T04:13:28.256" v="313" actId="26606"/>
          <ac:spMkLst>
            <pc:docMk/>
            <pc:sldMk cId="0" sldId="287"/>
            <ac:spMk id="28697" creationId="{967D8EB6-EAE1-4F9C-B398-83321E287204}"/>
          </ac:spMkLst>
        </pc:spChg>
        <pc:picChg chg="add">
          <ac:chgData name="Hazlina binti Haron" userId="00a9b89f-eaec-49ca-9fc2-e7a3c9ffdcf7" providerId="ADAL" clId="{0DC85B45-27B4-DE4F-A93E-D21BCDC257C5}" dt="2025-06-18T04:13:28.256" v="313" actId="26606"/>
          <ac:picMkLst>
            <pc:docMk/>
            <pc:sldMk cId="0" sldId="287"/>
            <ac:picMk id="28692" creationId="{BC2BAE49-C959-588C-547D-137D620B0CCA}"/>
          </ac:picMkLst>
        </pc:picChg>
      </pc:sldChg>
      <pc:sldChg chg="addSp delSp modSp add mod setBg">
        <pc:chgData name="Hazlina binti Haron" userId="00a9b89f-eaec-49ca-9fc2-e7a3c9ffdcf7" providerId="ADAL" clId="{0DC85B45-27B4-DE4F-A93E-D21BCDC257C5}" dt="2025-06-25T01:57:24.093" v="407" actId="478"/>
        <pc:sldMkLst>
          <pc:docMk/>
          <pc:sldMk cId="0" sldId="288"/>
        </pc:sldMkLst>
        <pc:spChg chg="mod ord">
          <ac:chgData name="Hazlina binti Haron" userId="00a9b89f-eaec-49ca-9fc2-e7a3c9ffdcf7" providerId="ADAL" clId="{0DC85B45-27B4-DE4F-A93E-D21BCDC257C5}" dt="2025-06-18T04:13:38.989" v="316" actId="26606"/>
          <ac:spMkLst>
            <pc:docMk/>
            <pc:sldMk cId="0" sldId="288"/>
            <ac:spMk id="19458" creationId="{CA02D433-44E3-4753-5C6C-8BD5FD630D35}"/>
          </ac:spMkLst>
        </pc:spChg>
        <pc:spChg chg="mod">
          <ac:chgData name="Hazlina binti Haron" userId="00a9b89f-eaec-49ca-9fc2-e7a3c9ffdcf7" providerId="ADAL" clId="{0DC85B45-27B4-DE4F-A93E-D21BCDC257C5}" dt="2025-06-18T04:13:38.989" v="316" actId="26606"/>
          <ac:spMkLst>
            <pc:docMk/>
            <pc:sldMk cId="0" sldId="288"/>
            <ac:spMk id="19459" creationId="{B2744255-58A8-AEEB-C7D3-310B594BFA09}"/>
          </ac:spMkLst>
        </pc:spChg>
        <pc:spChg chg="del mod">
          <ac:chgData name="Hazlina binti Haron" userId="00a9b89f-eaec-49ca-9fc2-e7a3c9ffdcf7" providerId="ADAL" clId="{0DC85B45-27B4-DE4F-A93E-D21BCDC257C5}" dt="2025-06-25T01:57:24.093" v="407" actId="478"/>
          <ac:spMkLst>
            <pc:docMk/>
            <pc:sldMk cId="0" sldId="288"/>
            <ac:spMk id="19460" creationId="{1D2C1F73-AE27-0912-029A-35E3B24D0132}"/>
          </ac:spMkLst>
        </pc:spChg>
        <pc:spChg chg="add">
          <ac:chgData name="Hazlina binti Haron" userId="00a9b89f-eaec-49ca-9fc2-e7a3c9ffdcf7" providerId="ADAL" clId="{0DC85B45-27B4-DE4F-A93E-D21BCDC257C5}" dt="2025-06-18T04:13:38.989" v="316" actId="26606"/>
          <ac:spMkLst>
            <pc:docMk/>
            <pc:sldMk cId="0" sldId="288"/>
            <ac:spMk id="81942" creationId="{B81933D1-5615-42C7-9C0B-4EB7105CCE2D}"/>
          </ac:spMkLst>
        </pc:spChg>
        <pc:spChg chg="add">
          <ac:chgData name="Hazlina binti Haron" userId="00a9b89f-eaec-49ca-9fc2-e7a3c9ffdcf7" providerId="ADAL" clId="{0DC85B45-27B4-DE4F-A93E-D21BCDC257C5}" dt="2025-06-18T04:13:38.989" v="316" actId="26606"/>
          <ac:spMkLst>
            <pc:docMk/>
            <pc:sldMk cId="0" sldId="288"/>
            <ac:spMk id="81944" creationId="{19C9EAEA-39D0-4B0E-A0EB-51E7B26740B1}"/>
          </ac:spMkLst>
        </pc:spChg>
        <pc:spChg chg="add">
          <ac:chgData name="Hazlina binti Haron" userId="00a9b89f-eaec-49ca-9fc2-e7a3c9ffdcf7" providerId="ADAL" clId="{0DC85B45-27B4-DE4F-A93E-D21BCDC257C5}" dt="2025-06-18T04:13:38.989" v="316" actId="26606"/>
          <ac:spMkLst>
            <pc:docMk/>
            <pc:sldMk cId="0" sldId="288"/>
            <ac:spMk id="81945" creationId="{47942995-B07F-4636-9A06-C6A104B260A8}"/>
          </ac:spMkLst>
        </pc:spChg>
        <pc:grpChg chg="add">
          <ac:chgData name="Hazlina binti Haron" userId="00a9b89f-eaec-49ca-9fc2-e7a3c9ffdcf7" providerId="ADAL" clId="{0DC85B45-27B4-DE4F-A93E-D21BCDC257C5}" dt="2025-06-18T04:13:38.989" v="316" actId="26606"/>
          <ac:grpSpMkLst>
            <pc:docMk/>
            <pc:sldMk cId="0" sldId="288"/>
            <ac:grpSpMk id="81946" creationId="{032D8612-31EB-44CF-A1D0-14FD4C705424}"/>
          </ac:grpSpMkLst>
        </pc:grpChg>
        <pc:picChg chg="mod">
          <ac:chgData name="Hazlina binti Haron" userId="00a9b89f-eaec-49ca-9fc2-e7a3c9ffdcf7" providerId="ADAL" clId="{0DC85B45-27B4-DE4F-A93E-D21BCDC257C5}" dt="2025-06-18T04:13:38.989" v="316" actId="26606"/>
          <ac:picMkLst>
            <pc:docMk/>
            <pc:sldMk cId="0" sldId="288"/>
            <ac:picMk id="81930" creationId="{FD0A9DCE-DD81-7B4C-DF98-B053EDF9C431}"/>
          </ac:picMkLst>
        </pc:picChg>
      </pc:sldChg>
      <pc:sldChg chg="modSp add mod">
        <pc:chgData name="Hazlina binti Haron" userId="00a9b89f-eaec-49ca-9fc2-e7a3c9ffdcf7" providerId="ADAL" clId="{0DC85B45-27B4-DE4F-A93E-D21BCDC257C5}" dt="2025-06-18T03:54:05.119" v="133" actId="207"/>
        <pc:sldMkLst>
          <pc:docMk/>
          <pc:sldMk cId="0" sldId="291"/>
        </pc:sldMkLst>
        <pc:spChg chg="mod">
          <ac:chgData name="Hazlina binti Haron" userId="00a9b89f-eaec-49ca-9fc2-e7a3c9ffdcf7" providerId="ADAL" clId="{0DC85B45-27B4-DE4F-A93E-D21BCDC257C5}" dt="2025-06-18T03:54:05.119" v="133" actId="207"/>
          <ac:spMkLst>
            <pc:docMk/>
            <pc:sldMk cId="0" sldId="291"/>
            <ac:spMk id="155650" creationId="{D223EED6-ABCE-6171-0DEC-0FBA98E5B63C}"/>
          </ac:spMkLst>
        </pc:spChg>
      </pc:sldChg>
      <pc:sldChg chg="modSp add mod">
        <pc:chgData name="Hazlina binti Haron" userId="00a9b89f-eaec-49ca-9fc2-e7a3c9ffdcf7" providerId="ADAL" clId="{0DC85B45-27B4-DE4F-A93E-D21BCDC257C5}" dt="2025-06-18T04:10:05.985" v="286" actId="207"/>
        <pc:sldMkLst>
          <pc:docMk/>
          <pc:sldMk cId="0" sldId="298"/>
        </pc:sldMkLst>
        <pc:spChg chg="mod">
          <ac:chgData name="Hazlina binti Haron" userId="00a9b89f-eaec-49ca-9fc2-e7a3c9ffdcf7" providerId="ADAL" clId="{0DC85B45-27B4-DE4F-A93E-D21BCDC257C5}" dt="2025-06-18T04:10:05.985" v="286" actId="207"/>
          <ac:spMkLst>
            <pc:docMk/>
            <pc:sldMk cId="0" sldId="298"/>
            <ac:spMk id="150531" creationId="{59971DD0-CCB4-A7EE-2900-466E3055AB81}"/>
          </ac:spMkLst>
        </pc:spChg>
      </pc:sldChg>
      <pc:sldChg chg="add del">
        <pc:chgData name="Hazlina binti Haron" userId="00a9b89f-eaec-49ca-9fc2-e7a3c9ffdcf7" providerId="ADAL" clId="{0DC85B45-27B4-DE4F-A93E-D21BCDC257C5}" dt="2025-06-18T03:51:33.777" v="114" actId="2696"/>
        <pc:sldMkLst>
          <pc:docMk/>
          <pc:sldMk cId="1682318523" sldId="299"/>
        </pc:sldMkLst>
      </pc:sldChg>
      <pc:sldChg chg="modSp add mod">
        <pc:chgData name="Hazlina binti Haron" userId="00a9b89f-eaec-49ca-9fc2-e7a3c9ffdcf7" providerId="ADAL" clId="{0DC85B45-27B4-DE4F-A93E-D21BCDC257C5}" dt="2025-06-18T02:37:30.455" v="20" actId="27636"/>
        <pc:sldMkLst>
          <pc:docMk/>
          <pc:sldMk cId="0" sldId="301"/>
        </pc:sldMkLst>
        <pc:spChg chg="mod">
          <ac:chgData name="Hazlina binti Haron" userId="00a9b89f-eaec-49ca-9fc2-e7a3c9ffdcf7" providerId="ADAL" clId="{0DC85B45-27B4-DE4F-A93E-D21BCDC257C5}" dt="2025-06-18T02:37:30.455" v="20" actId="27636"/>
          <ac:spMkLst>
            <pc:docMk/>
            <pc:sldMk cId="0" sldId="301"/>
            <ac:spMk id="114690" creationId="{C94DCE80-0D4C-FFE4-CBA1-E509FBBCEB3F}"/>
          </ac:spMkLst>
        </pc:spChg>
      </pc:sldChg>
      <pc:sldChg chg="modSp add del mod">
        <pc:chgData name="Hazlina binti Haron" userId="00a9b89f-eaec-49ca-9fc2-e7a3c9ffdcf7" providerId="ADAL" clId="{0DC85B45-27B4-DE4F-A93E-D21BCDC257C5}" dt="2025-06-18T04:03:10.114" v="240" actId="2696"/>
        <pc:sldMkLst>
          <pc:docMk/>
          <pc:sldMk cId="0" sldId="302"/>
        </pc:sldMkLst>
      </pc:sldChg>
      <pc:sldChg chg="modSp add del mod">
        <pc:chgData name="Hazlina binti Haron" userId="00a9b89f-eaec-49ca-9fc2-e7a3c9ffdcf7" providerId="ADAL" clId="{0DC85B45-27B4-DE4F-A93E-D21BCDC257C5}" dt="2025-06-18T04:03:10.743" v="241" actId="2696"/>
        <pc:sldMkLst>
          <pc:docMk/>
          <pc:sldMk cId="0" sldId="303"/>
        </pc:sldMkLst>
      </pc:sldChg>
      <pc:sldChg chg="modSp add del mod">
        <pc:chgData name="Hazlina binti Haron" userId="00a9b89f-eaec-49ca-9fc2-e7a3c9ffdcf7" providerId="ADAL" clId="{0DC85B45-27B4-DE4F-A93E-D21BCDC257C5}" dt="2025-06-18T04:03:03.664" v="239" actId="2696"/>
        <pc:sldMkLst>
          <pc:docMk/>
          <pc:sldMk cId="0" sldId="304"/>
        </pc:sldMkLst>
      </pc:sldChg>
      <pc:sldChg chg="modSp add del mod">
        <pc:chgData name="Hazlina binti Haron" userId="00a9b89f-eaec-49ca-9fc2-e7a3c9ffdcf7" providerId="ADAL" clId="{0DC85B45-27B4-DE4F-A93E-D21BCDC257C5}" dt="2025-06-18T04:03:14.001" v="242" actId="2696"/>
        <pc:sldMkLst>
          <pc:docMk/>
          <pc:sldMk cId="0" sldId="305"/>
        </pc:sldMkLst>
      </pc:sldChg>
      <pc:sldChg chg="add">
        <pc:chgData name="Hazlina binti Haron" userId="00a9b89f-eaec-49ca-9fc2-e7a3c9ffdcf7" providerId="ADAL" clId="{0DC85B45-27B4-DE4F-A93E-D21BCDC257C5}" dt="2025-06-18T02:37:30.290" v="19"/>
        <pc:sldMkLst>
          <pc:docMk/>
          <pc:sldMk cId="0" sldId="306"/>
        </pc:sldMkLst>
      </pc:sldChg>
      <pc:sldChg chg="add">
        <pc:chgData name="Hazlina binti Haron" userId="00a9b89f-eaec-49ca-9fc2-e7a3c9ffdcf7" providerId="ADAL" clId="{0DC85B45-27B4-DE4F-A93E-D21BCDC257C5}" dt="2025-06-18T02:37:30.290" v="19"/>
        <pc:sldMkLst>
          <pc:docMk/>
          <pc:sldMk cId="0" sldId="307"/>
        </pc:sldMkLst>
      </pc:sldChg>
      <pc:sldChg chg="modSp add mod">
        <pc:chgData name="Hazlina binti Haron" userId="00a9b89f-eaec-49ca-9fc2-e7a3c9ffdcf7" providerId="ADAL" clId="{0DC85B45-27B4-DE4F-A93E-D21BCDC257C5}" dt="2025-06-18T04:03:37.153" v="245" actId="207"/>
        <pc:sldMkLst>
          <pc:docMk/>
          <pc:sldMk cId="0" sldId="308"/>
        </pc:sldMkLst>
        <pc:spChg chg="mod">
          <ac:chgData name="Hazlina binti Haron" userId="00a9b89f-eaec-49ca-9fc2-e7a3c9ffdcf7" providerId="ADAL" clId="{0DC85B45-27B4-DE4F-A93E-D21BCDC257C5}" dt="2025-06-18T04:03:37.153" v="245" actId="207"/>
          <ac:spMkLst>
            <pc:docMk/>
            <pc:sldMk cId="0" sldId="308"/>
            <ac:spMk id="69634" creationId="{9C2FA665-33A0-C922-5B7B-081F11326AAB}"/>
          </ac:spMkLst>
        </pc:spChg>
      </pc:sldChg>
      <pc:sldChg chg="modSp add mod">
        <pc:chgData name="Hazlina binti Haron" userId="00a9b89f-eaec-49ca-9fc2-e7a3c9ffdcf7" providerId="ADAL" clId="{0DC85B45-27B4-DE4F-A93E-D21BCDC257C5}" dt="2025-06-18T04:03:41.988" v="246" actId="207"/>
        <pc:sldMkLst>
          <pc:docMk/>
          <pc:sldMk cId="0" sldId="309"/>
        </pc:sldMkLst>
        <pc:spChg chg="mod">
          <ac:chgData name="Hazlina binti Haron" userId="00a9b89f-eaec-49ca-9fc2-e7a3c9ffdcf7" providerId="ADAL" clId="{0DC85B45-27B4-DE4F-A93E-D21BCDC257C5}" dt="2025-06-18T04:03:41.988" v="246" actId="207"/>
          <ac:spMkLst>
            <pc:docMk/>
            <pc:sldMk cId="0" sldId="309"/>
            <ac:spMk id="70658" creationId="{44767718-3DC8-5954-04FB-77F88A37244F}"/>
          </ac:spMkLst>
        </pc:spChg>
      </pc:sldChg>
      <pc:sldChg chg="modSp add mod">
        <pc:chgData name="Hazlina binti Haron" userId="00a9b89f-eaec-49ca-9fc2-e7a3c9ffdcf7" providerId="ADAL" clId="{0DC85B45-27B4-DE4F-A93E-D21BCDC257C5}" dt="2025-06-18T04:03:47.824" v="247" actId="207"/>
        <pc:sldMkLst>
          <pc:docMk/>
          <pc:sldMk cId="0" sldId="310"/>
        </pc:sldMkLst>
        <pc:spChg chg="mod">
          <ac:chgData name="Hazlina binti Haron" userId="00a9b89f-eaec-49ca-9fc2-e7a3c9ffdcf7" providerId="ADAL" clId="{0DC85B45-27B4-DE4F-A93E-D21BCDC257C5}" dt="2025-06-18T04:03:47.824" v="247" actId="207"/>
          <ac:spMkLst>
            <pc:docMk/>
            <pc:sldMk cId="0" sldId="310"/>
            <ac:spMk id="88066" creationId="{9308873D-03C8-D8B6-EBBC-A09A3778B9D4}"/>
          </ac:spMkLst>
        </pc:spChg>
      </pc:sldChg>
      <pc:sldChg chg="add del">
        <pc:chgData name="Hazlina binti Haron" userId="00a9b89f-eaec-49ca-9fc2-e7a3c9ffdcf7" providerId="ADAL" clId="{0DC85B45-27B4-DE4F-A93E-D21BCDC257C5}" dt="2025-06-18T04:03:25.430" v="243" actId="2696"/>
        <pc:sldMkLst>
          <pc:docMk/>
          <pc:sldMk cId="0" sldId="311"/>
        </pc:sldMkLst>
      </pc:sldChg>
      <pc:sldChg chg="modSp add mod">
        <pc:chgData name="Hazlina binti Haron" userId="00a9b89f-eaec-49ca-9fc2-e7a3c9ffdcf7" providerId="ADAL" clId="{0DC85B45-27B4-DE4F-A93E-D21BCDC257C5}" dt="2025-06-18T04:03:52.720" v="248" actId="207"/>
        <pc:sldMkLst>
          <pc:docMk/>
          <pc:sldMk cId="0" sldId="312"/>
        </pc:sldMkLst>
        <pc:spChg chg="mod">
          <ac:chgData name="Hazlina binti Haron" userId="00a9b89f-eaec-49ca-9fc2-e7a3c9ffdcf7" providerId="ADAL" clId="{0DC85B45-27B4-DE4F-A93E-D21BCDC257C5}" dt="2025-06-18T04:03:52.720" v="248" actId="207"/>
          <ac:spMkLst>
            <pc:docMk/>
            <pc:sldMk cId="0" sldId="312"/>
            <ac:spMk id="74754" creationId="{FAF573C7-0533-0EA9-A0AB-5D2D1EBE19F2}"/>
          </ac:spMkLst>
        </pc:spChg>
      </pc:sldChg>
      <pc:sldChg chg="add del">
        <pc:chgData name="Hazlina binti Haron" userId="00a9b89f-eaec-49ca-9fc2-e7a3c9ffdcf7" providerId="ADAL" clId="{0DC85B45-27B4-DE4F-A93E-D21BCDC257C5}" dt="2025-06-18T04:03:29.025" v="244" actId="2696"/>
        <pc:sldMkLst>
          <pc:docMk/>
          <pc:sldMk cId="0" sldId="313"/>
        </pc:sldMkLst>
      </pc:sldChg>
      <pc:sldChg chg="addSp delSp modSp add mod setBg">
        <pc:chgData name="Hazlina binti Haron" userId="00a9b89f-eaec-49ca-9fc2-e7a3c9ffdcf7" providerId="ADAL" clId="{0DC85B45-27B4-DE4F-A93E-D21BCDC257C5}" dt="2025-06-18T04:13:49.812" v="317" actId="26606"/>
        <pc:sldMkLst>
          <pc:docMk/>
          <pc:sldMk cId="0" sldId="314"/>
        </pc:sldMkLst>
        <pc:spChg chg="mod ord">
          <ac:chgData name="Hazlina binti Haron" userId="00a9b89f-eaec-49ca-9fc2-e7a3c9ffdcf7" providerId="ADAL" clId="{0DC85B45-27B4-DE4F-A93E-D21BCDC257C5}" dt="2025-06-18T04:13:49.812" v="317" actId="26606"/>
          <ac:spMkLst>
            <pc:docMk/>
            <pc:sldMk cId="0" sldId="314"/>
            <ac:spMk id="18434" creationId="{C6D26D69-A6B9-E42C-C1B6-96D002D66189}"/>
          </ac:spMkLst>
        </pc:spChg>
        <pc:spChg chg="mod">
          <ac:chgData name="Hazlina binti Haron" userId="00a9b89f-eaec-49ca-9fc2-e7a3c9ffdcf7" providerId="ADAL" clId="{0DC85B45-27B4-DE4F-A93E-D21BCDC257C5}" dt="2025-06-18T04:13:49.812" v="317" actId="26606"/>
          <ac:spMkLst>
            <pc:docMk/>
            <pc:sldMk cId="0" sldId="314"/>
            <ac:spMk id="28688" creationId="{7620BE03-2AA8-F5BE-1F90-AD1BBD0A300D}"/>
          </ac:spMkLst>
        </pc:spChg>
        <pc:spChg chg="add">
          <ac:chgData name="Hazlina binti Haron" userId="00a9b89f-eaec-49ca-9fc2-e7a3c9ffdcf7" providerId="ADAL" clId="{0DC85B45-27B4-DE4F-A93E-D21BCDC257C5}" dt="2025-06-18T04:13:49.812" v="317" actId="26606"/>
          <ac:spMkLst>
            <pc:docMk/>
            <pc:sldMk cId="0" sldId="314"/>
            <ac:spMk id="28694" creationId="{7517A47C-B2E5-4B79-8061-D74B1311AF6E}"/>
          </ac:spMkLst>
        </pc:spChg>
        <pc:spChg chg="add">
          <ac:chgData name="Hazlina binti Haron" userId="00a9b89f-eaec-49ca-9fc2-e7a3c9ffdcf7" providerId="ADAL" clId="{0DC85B45-27B4-DE4F-A93E-D21BCDC257C5}" dt="2025-06-18T04:13:49.812" v="317" actId="26606"/>
          <ac:spMkLst>
            <pc:docMk/>
            <pc:sldMk cId="0" sldId="314"/>
            <ac:spMk id="28696" creationId="{C505E780-2083-4CB5-A42A-5E0E2908ECC3}"/>
          </ac:spMkLst>
        </pc:spChg>
        <pc:spChg chg="add">
          <ac:chgData name="Hazlina binti Haron" userId="00a9b89f-eaec-49ca-9fc2-e7a3c9ffdcf7" providerId="ADAL" clId="{0DC85B45-27B4-DE4F-A93E-D21BCDC257C5}" dt="2025-06-18T04:13:49.812" v="317" actId="26606"/>
          <ac:spMkLst>
            <pc:docMk/>
            <pc:sldMk cId="0" sldId="314"/>
            <ac:spMk id="28698" creationId="{D2C0AE1C-0118-41AE-8A10-7CDCBF10E96F}"/>
          </ac:spMkLst>
        </pc:spChg>
        <pc:spChg chg="add">
          <ac:chgData name="Hazlina binti Haron" userId="00a9b89f-eaec-49ca-9fc2-e7a3c9ffdcf7" providerId="ADAL" clId="{0DC85B45-27B4-DE4F-A93E-D21BCDC257C5}" dt="2025-06-18T04:13:49.812" v="317" actId="26606"/>
          <ac:spMkLst>
            <pc:docMk/>
            <pc:sldMk cId="0" sldId="314"/>
            <ac:spMk id="28700" creationId="{463EEC44-1BA3-44ED-81FC-A644B04B2A44}"/>
          </ac:spMkLst>
        </pc:spChg>
        <pc:graphicFrameChg chg="add">
          <ac:chgData name="Hazlina binti Haron" userId="00a9b89f-eaec-49ca-9fc2-e7a3c9ffdcf7" providerId="ADAL" clId="{0DC85B45-27B4-DE4F-A93E-D21BCDC257C5}" dt="2025-06-18T04:13:49.812" v="317" actId="26606"/>
          <ac:graphicFrameMkLst>
            <pc:docMk/>
            <pc:sldMk cId="0" sldId="314"/>
            <ac:graphicFrameMk id="28690" creationId="{B56548F7-6FC9-DAC9-EACB-2A985F66A92C}"/>
          </ac:graphicFrameMkLst>
        </pc:graphicFrameChg>
      </pc:sldChg>
      <pc:sldChg chg="modSp add mod">
        <pc:chgData name="Hazlina binti Haron" userId="00a9b89f-eaec-49ca-9fc2-e7a3c9ffdcf7" providerId="ADAL" clId="{0DC85B45-27B4-DE4F-A93E-D21BCDC257C5}" dt="2025-06-25T01:57:44.672" v="408" actId="207"/>
        <pc:sldMkLst>
          <pc:docMk/>
          <pc:sldMk cId="0" sldId="315"/>
        </pc:sldMkLst>
        <pc:spChg chg="mod">
          <ac:chgData name="Hazlina binti Haron" userId="00a9b89f-eaec-49ca-9fc2-e7a3c9ffdcf7" providerId="ADAL" clId="{0DC85B45-27B4-DE4F-A93E-D21BCDC257C5}" dt="2025-06-25T01:57:44.672" v="408" actId="207"/>
          <ac:spMkLst>
            <pc:docMk/>
            <pc:sldMk cId="0" sldId="315"/>
            <ac:spMk id="81923" creationId="{52DB18CF-CC9E-AABF-2B46-7D6BCB053B59}"/>
          </ac:spMkLst>
        </pc:spChg>
      </pc:sldChg>
      <pc:sldChg chg="modSp add mod">
        <pc:chgData name="Hazlina binti Haron" userId="00a9b89f-eaec-49ca-9fc2-e7a3c9ffdcf7" providerId="ADAL" clId="{0DC85B45-27B4-DE4F-A93E-D21BCDC257C5}" dt="2025-06-18T04:07:25.378" v="251" actId="207"/>
        <pc:sldMkLst>
          <pc:docMk/>
          <pc:sldMk cId="0" sldId="316"/>
        </pc:sldMkLst>
        <pc:spChg chg="mod">
          <ac:chgData name="Hazlina binti Haron" userId="00a9b89f-eaec-49ca-9fc2-e7a3c9ffdcf7" providerId="ADAL" clId="{0DC85B45-27B4-DE4F-A93E-D21BCDC257C5}" dt="2025-06-18T04:07:25.378" v="251" actId="207"/>
          <ac:spMkLst>
            <pc:docMk/>
            <pc:sldMk cId="0" sldId="316"/>
            <ac:spMk id="98306" creationId="{48DBC180-E520-D09F-59EA-9F9178D01551}"/>
          </ac:spMkLst>
        </pc:spChg>
      </pc:sldChg>
      <pc:sldChg chg="modSp add mod">
        <pc:chgData name="Hazlina binti Haron" userId="00a9b89f-eaec-49ca-9fc2-e7a3c9ffdcf7" providerId="ADAL" clId="{0DC85B45-27B4-DE4F-A93E-D21BCDC257C5}" dt="2025-06-18T04:09:43.482" v="281" actId="207"/>
        <pc:sldMkLst>
          <pc:docMk/>
          <pc:sldMk cId="0" sldId="317"/>
        </pc:sldMkLst>
        <pc:spChg chg="mod">
          <ac:chgData name="Hazlina binti Haron" userId="00a9b89f-eaec-49ca-9fc2-e7a3c9ffdcf7" providerId="ADAL" clId="{0DC85B45-27B4-DE4F-A93E-D21BCDC257C5}" dt="2025-06-18T04:09:43.482" v="281" actId="207"/>
          <ac:spMkLst>
            <pc:docMk/>
            <pc:sldMk cId="0" sldId="317"/>
            <ac:spMk id="70658" creationId="{42B5DDA3-ABC9-6047-9FF8-DFD66F01CBAE}"/>
          </ac:spMkLst>
        </pc:spChg>
      </pc:sldChg>
      <pc:sldChg chg="modSp add mod">
        <pc:chgData name="Hazlina binti Haron" userId="00a9b89f-eaec-49ca-9fc2-e7a3c9ffdcf7" providerId="ADAL" clId="{0DC85B45-27B4-DE4F-A93E-D21BCDC257C5}" dt="2025-06-18T04:09:51.976" v="283" actId="207"/>
        <pc:sldMkLst>
          <pc:docMk/>
          <pc:sldMk cId="0" sldId="318"/>
        </pc:sldMkLst>
        <pc:spChg chg="mod">
          <ac:chgData name="Hazlina binti Haron" userId="00a9b89f-eaec-49ca-9fc2-e7a3c9ffdcf7" providerId="ADAL" clId="{0DC85B45-27B4-DE4F-A93E-D21BCDC257C5}" dt="2025-06-18T04:09:51.976" v="283" actId="207"/>
          <ac:spMkLst>
            <pc:docMk/>
            <pc:sldMk cId="0" sldId="318"/>
            <ac:spMk id="72706" creationId="{48C33AA3-91F2-1616-E317-F909385BC1B3}"/>
          </ac:spMkLst>
        </pc:spChg>
      </pc:sldChg>
      <pc:sldChg chg="modSp add mod">
        <pc:chgData name="Hazlina binti Haron" userId="00a9b89f-eaec-49ca-9fc2-e7a3c9ffdcf7" providerId="ADAL" clId="{0DC85B45-27B4-DE4F-A93E-D21BCDC257C5}" dt="2025-06-18T04:10:01.240" v="285" actId="207"/>
        <pc:sldMkLst>
          <pc:docMk/>
          <pc:sldMk cId="0" sldId="319"/>
        </pc:sldMkLst>
        <pc:spChg chg="mod">
          <ac:chgData name="Hazlina binti Haron" userId="00a9b89f-eaec-49ca-9fc2-e7a3c9ffdcf7" providerId="ADAL" clId="{0DC85B45-27B4-DE4F-A93E-D21BCDC257C5}" dt="2025-06-18T04:10:01.240" v="285" actId="207"/>
          <ac:spMkLst>
            <pc:docMk/>
            <pc:sldMk cId="0" sldId="319"/>
            <ac:spMk id="74754" creationId="{1435783B-C50A-3F28-D1E2-3F2BD9B1057B}"/>
          </ac:spMkLst>
        </pc:spChg>
      </pc:sldChg>
      <pc:sldChg chg="modSp add mod">
        <pc:chgData name="Hazlina binti Haron" userId="00a9b89f-eaec-49ca-9fc2-e7a3c9ffdcf7" providerId="ADAL" clId="{0DC85B45-27B4-DE4F-A93E-D21BCDC257C5}" dt="2025-06-18T04:11:06.579" v="296" actId="207"/>
        <pc:sldMkLst>
          <pc:docMk/>
          <pc:sldMk cId="0" sldId="320"/>
        </pc:sldMkLst>
        <pc:spChg chg="mod">
          <ac:chgData name="Hazlina binti Haron" userId="00a9b89f-eaec-49ca-9fc2-e7a3c9ffdcf7" providerId="ADAL" clId="{0DC85B45-27B4-DE4F-A93E-D21BCDC257C5}" dt="2025-06-18T04:11:06.579" v="296" actId="207"/>
          <ac:spMkLst>
            <pc:docMk/>
            <pc:sldMk cId="0" sldId="320"/>
            <ac:spMk id="96258" creationId="{C4A30589-745D-C1D6-6C85-97CC7907043C}"/>
          </ac:spMkLst>
        </pc:spChg>
      </pc:sldChg>
      <pc:sldChg chg="addSp delSp modSp add mod">
        <pc:chgData name="Hazlina binti Haron" userId="00a9b89f-eaec-49ca-9fc2-e7a3c9ffdcf7" providerId="ADAL" clId="{0DC85B45-27B4-DE4F-A93E-D21BCDC257C5}" dt="2025-06-18T03:42:13.975" v="104"/>
        <pc:sldMkLst>
          <pc:docMk/>
          <pc:sldMk cId="0" sldId="321"/>
        </pc:sldMkLst>
        <pc:spChg chg="add mod">
          <ac:chgData name="Hazlina binti Haron" userId="00a9b89f-eaec-49ca-9fc2-e7a3c9ffdcf7" providerId="ADAL" clId="{0DC85B45-27B4-DE4F-A93E-D21BCDC257C5}" dt="2025-06-18T03:42:13.975" v="104"/>
          <ac:spMkLst>
            <pc:docMk/>
            <pc:sldMk cId="0" sldId="321"/>
            <ac:spMk id="4" creationId="{A63065AA-EA74-A9C0-574C-15DE92A5D9E7}"/>
          </ac:spMkLst>
        </pc:spChg>
      </pc:sldChg>
      <pc:sldChg chg="addSp modSp add mod setBg">
        <pc:chgData name="Hazlina binti Haron" userId="00a9b89f-eaec-49ca-9fc2-e7a3c9ffdcf7" providerId="ADAL" clId="{0DC85B45-27B4-DE4F-A93E-D21BCDC257C5}" dt="2025-06-18T04:12:57.429" v="308" actId="26606"/>
        <pc:sldMkLst>
          <pc:docMk/>
          <pc:sldMk cId="0" sldId="322"/>
        </pc:sldMkLst>
        <pc:spChg chg="mod ord">
          <ac:chgData name="Hazlina binti Haron" userId="00a9b89f-eaec-49ca-9fc2-e7a3c9ffdcf7" providerId="ADAL" clId="{0DC85B45-27B4-DE4F-A93E-D21BCDC257C5}" dt="2025-06-18T04:12:57.429" v="308" actId="26606"/>
          <ac:spMkLst>
            <pc:docMk/>
            <pc:sldMk cId="0" sldId="322"/>
            <ac:spMk id="37890" creationId="{28D33D8C-2215-2487-9DCF-21677837F930}"/>
          </ac:spMkLst>
        </pc:spChg>
        <pc:spChg chg="mod">
          <ac:chgData name="Hazlina binti Haron" userId="00a9b89f-eaec-49ca-9fc2-e7a3c9ffdcf7" providerId="ADAL" clId="{0DC85B45-27B4-DE4F-A93E-D21BCDC257C5}" dt="2025-06-18T04:12:57.429" v="308" actId="26606"/>
          <ac:spMkLst>
            <pc:docMk/>
            <pc:sldMk cId="0" sldId="322"/>
            <ac:spMk id="37892" creationId="{FCC16F97-D386-6E87-B4C6-529D6A1ACD42}"/>
          </ac:spMkLst>
        </pc:spChg>
        <pc:spChg chg="mod">
          <ac:chgData name="Hazlina binti Haron" userId="00a9b89f-eaec-49ca-9fc2-e7a3c9ffdcf7" providerId="ADAL" clId="{0DC85B45-27B4-DE4F-A93E-D21BCDC257C5}" dt="2025-06-18T04:12:57.429" v="308" actId="26606"/>
          <ac:spMkLst>
            <pc:docMk/>
            <pc:sldMk cId="0" sldId="322"/>
            <ac:spMk id="102404" creationId="{27593F88-1B37-B902-25AA-116EFF60AFFB}"/>
          </ac:spMkLst>
        </pc:spChg>
        <pc:spChg chg="add">
          <ac:chgData name="Hazlina binti Haron" userId="00a9b89f-eaec-49ca-9fc2-e7a3c9ffdcf7" providerId="ADAL" clId="{0DC85B45-27B4-DE4F-A93E-D21BCDC257C5}" dt="2025-06-18T04:12:57.429" v="308" actId="26606"/>
          <ac:spMkLst>
            <pc:docMk/>
            <pc:sldMk cId="0" sldId="322"/>
            <ac:spMk id="102410" creationId="{C0763A76-9F1C-4FC5-82B7-DD475DA461B2}"/>
          </ac:spMkLst>
        </pc:spChg>
        <pc:spChg chg="add">
          <ac:chgData name="Hazlina binti Haron" userId="00a9b89f-eaec-49ca-9fc2-e7a3c9ffdcf7" providerId="ADAL" clId="{0DC85B45-27B4-DE4F-A93E-D21BCDC257C5}" dt="2025-06-18T04:12:57.429" v="308" actId="26606"/>
          <ac:spMkLst>
            <pc:docMk/>
            <pc:sldMk cId="0" sldId="322"/>
            <ac:spMk id="102412" creationId="{E81BF4F6-F2CF-4984-9D14-D6966D92F99F}"/>
          </ac:spMkLst>
        </pc:spChg>
        <pc:picChg chg="add">
          <ac:chgData name="Hazlina binti Haron" userId="00a9b89f-eaec-49ca-9fc2-e7a3c9ffdcf7" providerId="ADAL" clId="{0DC85B45-27B4-DE4F-A93E-D21BCDC257C5}" dt="2025-06-18T04:12:57.429" v="308" actId="26606"/>
          <ac:picMkLst>
            <pc:docMk/>
            <pc:sldMk cId="0" sldId="322"/>
            <ac:picMk id="102406" creationId="{0134FA31-3794-34CD-2C24-69BB3874954F}"/>
          </ac:picMkLst>
        </pc:picChg>
      </pc:sldChg>
      <pc:sldChg chg="delSp modSp add mod">
        <pc:chgData name="Hazlina binti Haron" userId="00a9b89f-eaec-49ca-9fc2-e7a3c9ffdcf7" providerId="ADAL" clId="{0DC85B45-27B4-DE4F-A93E-D21BCDC257C5}" dt="2025-06-18T03:52:59.464" v="121" actId="207"/>
        <pc:sldMkLst>
          <pc:docMk/>
          <pc:sldMk cId="0" sldId="323"/>
        </pc:sldMkLst>
        <pc:spChg chg="mod">
          <ac:chgData name="Hazlina binti Haron" userId="00a9b89f-eaec-49ca-9fc2-e7a3c9ffdcf7" providerId="ADAL" clId="{0DC85B45-27B4-DE4F-A93E-D21BCDC257C5}" dt="2025-06-18T03:52:59.464" v="121" actId="207"/>
          <ac:spMkLst>
            <pc:docMk/>
            <pc:sldMk cId="0" sldId="323"/>
            <ac:spMk id="86018" creationId="{0FC8327E-9600-AA25-42F1-B8AEB4ABACBA}"/>
          </ac:spMkLst>
        </pc:spChg>
      </pc:sldChg>
      <pc:sldChg chg="modSp add mod">
        <pc:chgData name="Hazlina binti Haron" userId="00a9b89f-eaec-49ca-9fc2-e7a3c9ffdcf7" providerId="ADAL" clId="{0DC85B45-27B4-DE4F-A93E-D21BCDC257C5}" dt="2025-06-18T03:53:53.802" v="131" actId="20577"/>
        <pc:sldMkLst>
          <pc:docMk/>
          <pc:sldMk cId="0" sldId="324"/>
        </pc:sldMkLst>
        <pc:spChg chg="mod">
          <ac:chgData name="Hazlina binti Haron" userId="00a9b89f-eaec-49ca-9fc2-e7a3c9ffdcf7" providerId="ADAL" clId="{0DC85B45-27B4-DE4F-A93E-D21BCDC257C5}" dt="2025-06-18T03:53:53.802" v="131" actId="20577"/>
          <ac:spMkLst>
            <pc:docMk/>
            <pc:sldMk cId="0" sldId="324"/>
            <ac:spMk id="84994" creationId="{F2D382F0-23AA-2602-E6A8-A35CD30D307D}"/>
          </ac:spMkLst>
        </pc:spChg>
      </pc:sldChg>
      <pc:sldChg chg="addSp modSp new mod setBg">
        <pc:chgData name="Hazlina binti Haron" userId="00a9b89f-eaec-49ca-9fc2-e7a3c9ffdcf7" providerId="ADAL" clId="{0DC85B45-27B4-DE4F-A93E-D21BCDC257C5}" dt="2025-06-18T04:11:28.641" v="299" actId="26606"/>
        <pc:sldMkLst>
          <pc:docMk/>
          <pc:sldMk cId="3602254143" sldId="325"/>
        </pc:sldMkLst>
        <pc:spChg chg="mod">
          <ac:chgData name="Hazlina binti Haron" userId="00a9b89f-eaec-49ca-9fc2-e7a3c9ffdcf7" providerId="ADAL" clId="{0DC85B45-27B4-DE4F-A93E-D21BCDC257C5}" dt="2025-06-18T04:11:28.641" v="299" actId="26606"/>
          <ac:spMkLst>
            <pc:docMk/>
            <pc:sldMk cId="3602254143" sldId="325"/>
            <ac:spMk id="2" creationId="{3D45417B-EB73-81DC-C9B0-5A009D91B707}"/>
          </ac:spMkLst>
        </pc:spChg>
        <pc:spChg chg="mod">
          <ac:chgData name="Hazlina binti Haron" userId="00a9b89f-eaec-49ca-9fc2-e7a3c9ffdcf7" providerId="ADAL" clId="{0DC85B45-27B4-DE4F-A93E-D21BCDC257C5}" dt="2025-06-18T04:11:28.641" v="299" actId="26606"/>
          <ac:spMkLst>
            <pc:docMk/>
            <pc:sldMk cId="3602254143" sldId="325"/>
            <ac:spMk id="3" creationId="{0D642D89-BB32-BB77-42A3-E6CC11F7D051}"/>
          </ac:spMkLst>
        </pc:spChg>
        <pc:spChg chg="add">
          <ac:chgData name="Hazlina binti Haron" userId="00a9b89f-eaec-49ca-9fc2-e7a3c9ffdcf7" providerId="ADAL" clId="{0DC85B45-27B4-DE4F-A93E-D21BCDC257C5}" dt="2025-06-18T04:11:28.641" v="299" actId="26606"/>
          <ac:spMkLst>
            <pc:docMk/>
            <pc:sldMk cId="3602254143" sldId="325"/>
            <ac:spMk id="9" creationId="{C0763A76-9F1C-4FC5-82B7-DD475DA461B2}"/>
          </ac:spMkLst>
        </pc:spChg>
        <pc:spChg chg="add">
          <ac:chgData name="Hazlina binti Haron" userId="00a9b89f-eaec-49ca-9fc2-e7a3c9ffdcf7" providerId="ADAL" clId="{0DC85B45-27B4-DE4F-A93E-D21BCDC257C5}" dt="2025-06-18T04:11:28.641" v="299" actId="26606"/>
          <ac:spMkLst>
            <pc:docMk/>
            <pc:sldMk cId="3602254143" sldId="325"/>
            <ac:spMk id="11" creationId="{E81BF4F6-F2CF-4984-9D14-D6966D92F99F}"/>
          </ac:spMkLst>
        </pc:spChg>
        <pc:picChg chg="add">
          <ac:chgData name="Hazlina binti Haron" userId="00a9b89f-eaec-49ca-9fc2-e7a3c9ffdcf7" providerId="ADAL" clId="{0DC85B45-27B4-DE4F-A93E-D21BCDC257C5}" dt="2025-06-18T04:11:28.641" v="299" actId="26606"/>
          <ac:picMkLst>
            <pc:docMk/>
            <pc:sldMk cId="3602254143" sldId="325"/>
            <ac:picMk id="5" creationId="{1A8EE3FF-A2C2-11E6-282A-308D6E5FBC54}"/>
          </ac:picMkLst>
        </pc:picChg>
      </pc:sldChg>
      <pc:sldChg chg="addSp modSp add mod setBg">
        <pc:chgData name="Hazlina binti Haron" userId="00a9b89f-eaec-49ca-9fc2-e7a3c9ffdcf7" providerId="ADAL" clId="{0DC85B45-27B4-DE4F-A93E-D21BCDC257C5}" dt="2025-06-18T04:11:33.354" v="300" actId="26606"/>
        <pc:sldMkLst>
          <pc:docMk/>
          <pc:sldMk cId="1166782990" sldId="326"/>
        </pc:sldMkLst>
        <pc:spChg chg="mod">
          <ac:chgData name="Hazlina binti Haron" userId="00a9b89f-eaec-49ca-9fc2-e7a3c9ffdcf7" providerId="ADAL" clId="{0DC85B45-27B4-DE4F-A93E-D21BCDC257C5}" dt="2025-06-18T04:11:33.354" v="300" actId="26606"/>
          <ac:spMkLst>
            <pc:docMk/>
            <pc:sldMk cId="1166782990" sldId="326"/>
            <ac:spMk id="2" creationId="{C871027A-2075-462D-9CAE-C14CD2A7BB3A}"/>
          </ac:spMkLst>
        </pc:spChg>
        <pc:spChg chg="mod">
          <ac:chgData name="Hazlina binti Haron" userId="00a9b89f-eaec-49ca-9fc2-e7a3c9ffdcf7" providerId="ADAL" clId="{0DC85B45-27B4-DE4F-A93E-D21BCDC257C5}" dt="2025-06-18T04:11:33.354" v="300" actId="26606"/>
          <ac:spMkLst>
            <pc:docMk/>
            <pc:sldMk cId="1166782990" sldId="326"/>
            <ac:spMk id="3" creationId="{57BB1F66-587B-B5AE-1AD6-F763DB3273F9}"/>
          </ac:spMkLst>
        </pc:spChg>
        <pc:spChg chg="add">
          <ac:chgData name="Hazlina binti Haron" userId="00a9b89f-eaec-49ca-9fc2-e7a3c9ffdcf7" providerId="ADAL" clId="{0DC85B45-27B4-DE4F-A93E-D21BCDC257C5}" dt="2025-06-18T04:11:33.354" v="300" actId="26606"/>
          <ac:spMkLst>
            <pc:docMk/>
            <pc:sldMk cId="1166782990" sldId="326"/>
            <ac:spMk id="9" creationId="{C0763A76-9F1C-4FC5-82B7-DD475DA461B2}"/>
          </ac:spMkLst>
        </pc:spChg>
        <pc:spChg chg="add">
          <ac:chgData name="Hazlina binti Haron" userId="00a9b89f-eaec-49ca-9fc2-e7a3c9ffdcf7" providerId="ADAL" clId="{0DC85B45-27B4-DE4F-A93E-D21BCDC257C5}" dt="2025-06-18T04:11:33.354" v="300" actId="26606"/>
          <ac:spMkLst>
            <pc:docMk/>
            <pc:sldMk cId="1166782990" sldId="326"/>
            <ac:spMk id="11" creationId="{E81BF4F6-F2CF-4984-9D14-D6966D92F99F}"/>
          </ac:spMkLst>
        </pc:spChg>
        <pc:picChg chg="add">
          <ac:chgData name="Hazlina binti Haron" userId="00a9b89f-eaec-49ca-9fc2-e7a3c9ffdcf7" providerId="ADAL" clId="{0DC85B45-27B4-DE4F-A93E-D21BCDC257C5}" dt="2025-06-18T04:11:33.354" v="300" actId="26606"/>
          <ac:picMkLst>
            <pc:docMk/>
            <pc:sldMk cId="1166782990" sldId="326"/>
            <ac:picMk id="5" creationId="{F4779417-ABDD-6342-E4A6-23B110107203}"/>
          </ac:picMkLst>
        </pc:picChg>
      </pc:sldChg>
      <pc:sldChg chg="addSp modSp add mod setBg">
        <pc:chgData name="Hazlina binti Haron" userId="00a9b89f-eaec-49ca-9fc2-e7a3c9ffdcf7" providerId="ADAL" clId="{0DC85B45-27B4-DE4F-A93E-D21BCDC257C5}" dt="2025-06-18T04:11:41.207" v="301" actId="26606"/>
        <pc:sldMkLst>
          <pc:docMk/>
          <pc:sldMk cId="92551046" sldId="327"/>
        </pc:sldMkLst>
        <pc:spChg chg="mod">
          <ac:chgData name="Hazlina binti Haron" userId="00a9b89f-eaec-49ca-9fc2-e7a3c9ffdcf7" providerId="ADAL" clId="{0DC85B45-27B4-DE4F-A93E-D21BCDC257C5}" dt="2025-06-18T04:11:41.207" v="301" actId="26606"/>
          <ac:spMkLst>
            <pc:docMk/>
            <pc:sldMk cId="92551046" sldId="327"/>
            <ac:spMk id="2" creationId="{92A0DC01-49A3-4BE9-0BB6-F2E1E5DA359E}"/>
          </ac:spMkLst>
        </pc:spChg>
        <pc:spChg chg="mod">
          <ac:chgData name="Hazlina binti Haron" userId="00a9b89f-eaec-49ca-9fc2-e7a3c9ffdcf7" providerId="ADAL" clId="{0DC85B45-27B4-DE4F-A93E-D21BCDC257C5}" dt="2025-06-18T04:11:41.207" v="301" actId="26606"/>
          <ac:spMkLst>
            <pc:docMk/>
            <pc:sldMk cId="92551046" sldId="327"/>
            <ac:spMk id="3" creationId="{ECFF1D0E-E7C3-BF98-D729-7B050A48491A}"/>
          </ac:spMkLst>
        </pc:spChg>
        <pc:spChg chg="add">
          <ac:chgData name="Hazlina binti Haron" userId="00a9b89f-eaec-49ca-9fc2-e7a3c9ffdcf7" providerId="ADAL" clId="{0DC85B45-27B4-DE4F-A93E-D21BCDC257C5}" dt="2025-06-18T04:11:41.207" v="301" actId="26606"/>
          <ac:spMkLst>
            <pc:docMk/>
            <pc:sldMk cId="92551046" sldId="327"/>
            <ac:spMk id="9" creationId="{C0763A76-9F1C-4FC5-82B7-DD475DA461B2}"/>
          </ac:spMkLst>
        </pc:spChg>
        <pc:spChg chg="add">
          <ac:chgData name="Hazlina binti Haron" userId="00a9b89f-eaec-49ca-9fc2-e7a3c9ffdcf7" providerId="ADAL" clId="{0DC85B45-27B4-DE4F-A93E-D21BCDC257C5}" dt="2025-06-18T04:11:41.207" v="301" actId="26606"/>
          <ac:spMkLst>
            <pc:docMk/>
            <pc:sldMk cId="92551046" sldId="327"/>
            <ac:spMk id="11" creationId="{E81BF4F6-F2CF-4984-9D14-D6966D92F99F}"/>
          </ac:spMkLst>
        </pc:spChg>
        <pc:picChg chg="add">
          <ac:chgData name="Hazlina binti Haron" userId="00a9b89f-eaec-49ca-9fc2-e7a3c9ffdcf7" providerId="ADAL" clId="{0DC85B45-27B4-DE4F-A93E-D21BCDC257C5}" dt="2025-06-18T04:11:41.207" v="301" actId="26606"/>
          <ac:picMkLst>
            <pc:docMk/>
            <pc:sldMk cId="92551046" sldId="327"/>
            <ac:picMk id="5" creationId="{9DB59FE2-8913-8A20-77AB-3A27FC6ED439}"/>
          </ac:picMkLst>
        </pc:picChg>
      </pc:sldChg>
      <pc:sldChg chg="addSp modSp add mod setBg">
        <pc:chgData name="Hazlina binti Haron" userId="00a9b89f-eaec-49ca-9fc2-e7a3c9ffdcf7" providerId="ADAL" clId="{0DC85B45-27B4-DE4F-A93E-D21BCDC257C5}" dt="2025-06-18T04:11:52.452" v="303" actId="26606"/>
        <pc:sldMkLst>
          <pc:docMk/>
          <pc:sldMk cId="1589679128" sldId="328"/>
        </pc:sldMkLst>
        <pc:spChg chg="mod">
          <ac:chgData name="Hazlina binti Haron" userId="00a9b89f-eaec-49ca-9fc2-e7a3c9ffdcf7" providerId="ADAL" clId="{0DC85B45-27B4-DE4F-A93E-D21BCDC257C5}" dt="2025-06-18T04:11:52.452" v="303" actId="26606"/>
          <ac:spMkLst>
            <pc:docMk/>
            <pc:sldMk cId="1589679128" sldId="328"/>
            <ac:spMk id="2" creationId="{15BE20FB-AEAE-EF5C-49CB-A4B07CDF914E}"/>
          </ac:spMkLst>
        </pc:spChg>
        <pc:spChg chg="mod">
          <ac:chgData name="Hazlina binti Haron" userId="00a9b89f-eaec-49ca-9fc2-e7a3c9ffdcf7" providerId="ADAL" clId="{0DC85B45-27B4-DE4F-A93E-D21BCDC257C5}" dt="2025-06-18T04:11:52.452" v="303" actId="26606"/>
          <ac:spMkLst>
            <pc:docMk/>
            <pc:sldMk cId="1589679128" sldId="328"/>
            <ac:spMk id="3" creationId="{668EE2FA-388F-E55C-A5ED-9BBF2245E155}"/>
          </ac:spMkLst>
        </pc:spChg>
        <pc:spChg chg="add">
          <ac:chgData name="Hazlina binti Haron" userId="00a9b89f-eaec-49ca-9fc2-e7a3c9ffdcf7" providerId="ADAL" clId="{0DC85B45-27B4-DE4F-A93E-D21BCDC257C5}" dt="2025-06-18T04:11:52.452" v="303" actId="26606"/>
          <ac:spMkLst>
            <pc:docMk/>
            <pc:sldMk cId="1589679128" sldId="328"/>
            <ac:spMk id="9" creationId="{C0763A76-9F1C-4FC5-82B7-DD475DA461B2}"/>
          </ac:spMkLst>
        </pc:spChg>
        <pc:spChg chg="add">
          <ac:chgData name="Hazlina binti Haron" userId="00a9b89f-eaec-49ca-9fc2-e7a3c9ffdcf7" providerId="ADAL" clId="{0DC85B45-27B4-DE4F-A93E-D21BCDC257C5}" dt="2025-06-18T04:11:52.452" v="303" actId="26606"/>
          <ac:spMkLst>
            <pc:docMk/>
            <pc:sldMk cId="1589679128" sldId="328"/>
            <ac:spMk id="11" creationId="{E81BF4F6-F2CF-4984-9D14-D6966D92F99F}"/>
          </ac:spMkLst>
        </pc:spChg>
        <pc:picChg chg="add">
          <ac:chgData name="Hazlina binti Haron" userId="00a9b89f-eaec-49ca-9fc2-e7a3c9ffdcf7" providerId="ADAL" clId="{0DC85B45-27B4-DE4F-A93E-D21BCDC257C5}" dt="2025-06-18T04:11:52.452" v="303" actId="26606"/>
          <ac:picMkLst>
            <pc:docMk/>
            <pc:sldMk cId="1589679128" sldId="328"/>
            <ac:picMk id="5" creationId="{2A46A04A-B748-1524-DFC8-A0DCED7B86DB}"/>
          </ac:picMkLst>
        </pc:picChg>
      </pc:sldChg>
      <pc:sldChg chg="addSp delSp modSp new mod setBg">
        <pc:chgData name="Hazlina binti Haron" userId="00a9b89f-eaec-49ca-9fc2-e7a3c9ffdcf7" providerId="ADAL" clId="{0DC85B45-27B4-DE4F-A93E-D21BCDC257C5}" dt="2025-06-18T04:14:54.513" v="330" actId="26606"/>
        <pc:sldMkLst>
          <pc:docMk/>
          <pc:sldMk cId="1635679793" sldId="329"/>
        </pc:sldMkLst>
        <pc:spChg chg="mod">
          <ac:chgData name="Hazlina binti Haron" userId="00a9b89f-eaec-49ca-9fc2-e7a3c9ffdcf7" providerId="ADAL" clId="{0DC85B45-27B4-DE4F-A93E-D21BCDC257C5}" dt="2025-06-18T04:14:54.513" v="330" actId="26606"/>
          <ac:spMkLst>
            <pc:docMk/>
            <pc:sldMk cId="1635679793" sldId="329"/>
            <ac:spMk id="2" creationId="{234A1D5E-34D4-3771-AD4F-64A930D70ACC}"/>
          </ac:spMkLst>
        </pc:spChg>
        <pc:spChg chg="add">
          <ac:chgData name="Hazlina binti Haron" userId="00a9b89f-eaec-49ca-9fc2-e7a3c9ffdcf7" providerId="ADAL" clId="{0DC85B45-27B4-DE4F-A93E-D21BCDC257C5}" dt="2025-06-18T04:14:54.513" v="330" actId="26606"/>
          <ac:spMkLst>
            <pc:docMk/>
            <pc:sldMk cId="1635679793" sldId="329"/>
            <ac:spMk id="13" creationId="{2E442304-DDBD-4F7B-8017-36BCC863FB40}"/>
          </ac:spMkLst>
        </pc:spChg>
        <pc:spChg chg="add">
          <ac:chgData name="Hazlina binti Haron" userId="00a9b89f-eaec-49ca-9fc2-e7a3c9ffdcf7" providerId="ADAL" clId="{0DC85B45-27B4-DE4F-A93E-D21BCDC257C5}" dt="2025-06-18T04:14:54.513" v="330" actId="26606"/>
          <ac:spMkLst>
            <pc:docMk/>
            <pc:sldMk cId="1635679793" sldId="329"/>
            <ac:spMk id="14" creationId="{5E107275-3853-46FD-A241-DE4355A42675}"/>
          </ac:spMkLst>
        </pc:spChg>
        <pc:graphicFrameChg chg="add">
          <ac:chgData name="Hazlina binti Haron" userId="00a9b89f-eaec-49ca-9fc2-e7a3c9ffdcf7" providerId="ADAL" clId="{0DC85B45-27B4-DE4F-A93E-D21BCDC257C5}" dt="2025-06-18T04:14:54.513" v="330" actId="26606"/>
          <ac:graphicFrameMkLst>
            <pc:docMk/>
            <pc:sldMk cId="1635679793" sldId="329"/>
            <ac:graphicFrameMk id="15" creationId="{5745F62A-C23F-3915-255B-2EF6C0726C7F}"/>
          </ac:graphicFrameMkLst>
        </pc:graphicFrameChg>
      </pc:sldChg>
      <pc:sldChg chg="addSp delSp modSp new mod setBg">
        <pc:chgData name="Hazlina binti Haron" userId="00a9b89f-eaec-49ca-9fc2-e7a3c9ffdcf7" providerId="ADAL" clId="{0DC85B45-27B4-DE4F-A93E-D21BCDC257C5}" dt="2025-06-18T04:15:11.546" v="331" actId="26606"/>
        <pc:sldMkLst>
          <pc:docMk/>
          <pc:sldMk cId="3050489623" sldId="330"/>
        </pc:sldMkLst>
        <pc:spChg chg="mod">
          <ac:chgData name="Hazlina binti Haron" userId="00a9b89f-eaec-49ca-9fc2-e7a3c9ffdcf7" providerId="ADAL" clId="{0DC85B45-27B4-DE4F-A93E-D21BCDC257C5}" dt="2025-06-18T04:15:11.546" v="331" actId="26606"/>
          <ac:spMkLst>
            <pc:docMk/>
            <pc:sldMk cId="3050489623" sldId="330"/>
            <ac:spMk id="2" creationId="{2B9F6642-F6B7-F546-953E-CCA5DAD0BDAE}"/>
          </ac:spMkLst>
        </pc:spChg>
        <pc:spChg chg="add">
          <ac:chgData name="Hazlina binti Haron" userId="00a9b89f-eaec-49ca-9fc2-e7a3c9ffdcf7" providerId="ADAL" clId="{0DC85B45-27B4-DE4F-A93E-D21BCDC257C5}" dt="2025-06-18T04:15:11.546" v="331" actId="26606"/>
          <ac:spMkLst>
            <pc:docMk/>
            <pc:sldMk cId="3050489623" sldId="330"/>
            <ac:spMk id="9" creationId="{2E442304-DDBD-4F7B-8017-36BCC863FB40}"/>
          </ac:spMkLst>
        </pc:spChg>
        <pc:spChg chg="add">
          <ac:chgData name="Hazlina binti Haron" userId="00a9b89f-eaec-49ca-9fc2-e7a3c9ffdcf7" providerId="ADAL" clId="{0DC85B45-27B4-DE4F-A93E-D21BCDC257C5}" dt="2025-06-18T04:15:11.546" v="331" actId="26606"/>
          <ac:spMkLst>
            <pc:docMk/>
            <pc:sldMk cId="3050489623" sldId="330"/>
            <ac:spMk id="11" creationId="{5E107275-3853-46FD-A241-DE4355A42675}"/>
          </ac:spMkLst>
        </pc:spChg>
        <pc:graphicFrameChg chg="add">
          <ac:chgData name="Hazlina binti Haron" userId="00a9b89f-eaec-49ca-9fc2-e7a3c9ffdcf7" providerId="ADAL" clId="{0DC85B45-27B4-DE4F-A93E-D21BCDC257C5}" dt="2025-06-18T04:15:11.546" v="331" actId="26606"/>
          <ac:graphicFrameMkLst>
            <pc:docMk/>
            <pc:sldMk cId="3050489623" sldId="330"/>
            <ac:graphicFrameMk id="5" creationId="{D46DEB84-AA90-25AF-78EE-565DBBC3B711}"/>
          </ac:graphicFrameMkLst>
        </pc:graphicFrameChg>
      </pc:sldChg>
      <pc:sldChg chg="addSp modSp new mod setBg">
        <pc:chgData name="Hazlina binti Haron" userId="00a9b89f-eaec-49ca-9fc2-e7a3c9ffdcf7" providerId="ADAL" clId="{0DC85B45-27B4-DE4F-A93E-D21BCDC257C5}" dt="2025-06-18T04:15:17.216" v="332" actId="26606"/>
        <pc:sldMkLst>
          <pc:docMk/>
          <pc:sldMk cId="551322456" sldId="331"/>
        </pc:sldMkLst>
        <pc:spChg chg="mod">
          <ac:chgData name="Hazlina binti Haron" userId="00a9b89f-eaec-49ca-9fc2-e7a3c9ffdcf7" providerId="ADAL" clId="{0DC85B45-27B4-DE4F-A93E-D21BCDC257C5}" dt="2025-06-18T04:15:17.216" v="332" actId="26606"/>
          <ac:spMkLst>
            <pc:docMk/>
            <pc:sldMk cId="551322456" sldId="331"/>
            <ac:spMk id="2" creationId="{A73AC16C-42B5-2119-AAB2-75D96B0A4E1E}"/>
          </ac:spMkLst>
        </pc:spChg>
        <pc:spChg chg="mod">
          <ac:chgData name="Hazlina binti Haron" userId="00a9b89f-eaec-49ca-9fc2-e7a3c9ffdcf7" providerId="ADAL" clId="{0DC85B45-27B4-DE4F-A93E-D21BCDC257C5}" dt="2025-06-18T04:15:17.216" v="332" actId="26606"/>
          <ac:spMkLst>
            <pc:docMk/>
            <pc:sldMk cId="551322456" sldId="331"/>
            <ac:spMk id="3" creationId="{9021F008-1E43-6A24-687A-0CDF6149BB0C}"/>
          </ac:spMkLst>
        </pc:spChg>
        <pc:spChg chg="add">
          <ac:chgData name="Hazlina binti Haron" userId="00a9b89f-eaec-49ca-9fc2-e7a3c9ffdcf7" providerId="ADAL" clId="{0DC85B45-27B4-DE4F-A93E-D21BCDC257C5}" dt="2025-06-18T04:15:17.216" v="332" actId="26606"/>
          <ac:spMkLst>
            <pc:docMk/>
            <pc:sldMk cId="551322456" sldId="331"/>
            <ac:spMk id="8" creationId="{777A147A-9ED8-46B4-8660-1B3C2AA880B5}"/>
          </ac:spMkLst>
        </pc:spChg>
        <pc:spChg chg="add">
          <ac:chgData name="Hazlina binti Haron" userId="00a9b89f-eaec-49ca-9fc2-e7a3c9ffdcf7" providerId="ADAL" clId="{0DC85B45-27B4-DE4F-A93E-D21BCDC257C5}" dt="2025-06-18T04:15:17.216" v="332" actId="26606"/>
          <ac:spMkLst>
            <pc:docMk/>
            <pc:sldMk cId="551322456" sldId="331"/>
            <ac:spMk id="10" creationId="{5D6C15A0-C087-4593-8414-2B4EC1CDC3DE}"/>
          </ac:spMkLst>
        </pc:spChg>
      </pc:sldChg>
      <pc:sldChg chg="addSp modSp new mod setBg">
        <pc:chgData name="Hazlina binti Haron" userId="00a9b89f-eaec-49ca-9fc2-e7a3c9ffdcf7" providerId="ADAL" clId="{0DC85B45-27B4-DE4F-A93E-D21BCDC257C5}" dt="2025-06-18T04:15:21.582" v="333" actId="26606"/>
        <pc:sldMkLst>
          <pc:docMk/>
          <pc:sldMk cId="2917495670" sldId="332"/>
        </pc:sldMkLst>
        <pc:spChg chg="mod">
          <ac:chgData name="Hazlina binti Haron" userId="00a9b89f-eaec-49ca-9fc2-e7a3c9ffdcf7" providerId="ADAL" clId="{0DC85B45-27B4-DE4F-A93E-D21BCDC257C5}" dt="2025-06-18T04:15:21.582" v="333" actId="26606"/>
          <ac:spMkLst>
            <pc:docMk/>
            <pc:sldMk cId="2917495670" sldId="332"/>
            <ac:spMk id="2" creationId="{C8DE51F8-1165-0BBB-FDF7-F53409DE409D}"/>
          </ac:spMkLst>
        </pc:spChg>
        <pc:spChg chg="mod">
          <ac:chgData name="Hazlina binti Haron" userId="00a9b89f-eaec-49ca-9fc2-e7a3c9ffdcf7" providerId="ADAL" clId="{0DC85B45-27B4-DE4F-A93E-D21BCDC257C5}" dt="2025-06-18T04:15:21.582" v="333" actId="26606"/>
          <ac:spMkLst>
            <pc:docMk/>
            <pc:sldMk cId="2917495670" sldId="332"/>
            <ac:spMk id="3" creationId="{12B5BECF-B5D9-24D5-E5D5-6FF0B9ED7726}"/>
          </ac:spMkLst>
        </pc:spChg>
        <pc:spChg chg="add">
          <ac:chgData name="Hazlina binti Haron" userId="00a9b89f-eaec-49ca-9fc2-e7a3c9ffdcf7" providerId="ADAL" clId="{0DC85B45-27B4-DE4F-A93E-D21BCDC257C5}" dt="2025-06-18T04:15:21.582" v="333" actId="26606"/>
          <ac:spMkLst>
            <pc:docMk/>
            <pc:sldMk cId="2917495670" sldId="332"/>
            <ac:spMk id="8" creationId="{777A147A-9ED8-46B4-8660-1B3C2AA880B5}"/>
          </ac:spMkLst>
        </pc:spChg>
        <pc:spChg chg="add">
          <ac:chgData name="Hazlina binti Haron" userId="00a9b89f-eaec-49ca-9fc2-e7a3c9ffdcf7" providerId="ADAL" clId="{0DC85B45-27B4-DE4F-A93E-D21BCDC257C5}" dt="2025-06-18T04:15:21.582" v="333" actId="26606"/>
          <ac:spMkLst>
            <pc:docMk/>
            <pc:sldMk cId="2917495670" sldId="332"/>
            <ac:spMk id="10" creationId="{5D6C15A0-C087-4593-8414-2B4EC1CDC3DE}"/>
          </ac:spMkLst>
        </pc:spChg>
      </pc:sldChg>
      <pc:sldChg chg="addSp modSp add mod setBg">
        <pc:chgData name="Hazlina binti Haron" userId="00a9b89f-eaec-49ca-9fc2-e7a3c9ffdcf7" providerId="ADAL" clId="{0DC85B45-27B4-DE4F-A93E-D21BCDC257C5}" dt="2025-06-25T01:58:19.139" v="410" actId="26606"/>
        <pc:sldMkLst>
          <pc:docMk/>
          <pc:sldMk cId="507647713" sldId="333"/>
        </pc:sldMkLst>
        <pc:spChg chg="mod">
          <ac:chgData name="Hazlina binti Haron" userId="00a9b89f-eaec-49ca-9fc2-e7a3c9ffdcf7" providerId="ADAL" clId="{0DC85B45-27B4-DE4F-A93E-D21BCDC257C5}" dt="2025-06-25T01:58:19.139" v="410" actId="26606"/>
          <ac:spMkLst>
            <pc:docMk/>
            <pc:sldMk cId="507647713" sldId="333"/>
            <ac:spMk id="2" creationId="{55FCABB0-73EF-5FEE-1C29-2A7BE69543F4}"/>
          </ac:spMkLst>
        </pc:spChg>
        <pc:spChg chg="mod">
          <ac:chgData name="Hazlina binti Haron" userId="00a9b89f-eaec-49ca-9fc2-e7a3c9ffdcf7" providerId="ADAL" clId="{0DC85B45-27B4-DE4F-A93E-D21BCDC257C5}" dt="2025-06-25T01:58:19.139" v="410" actId="26606"/>
          <ac:spMkLst>
            <pc:docMk/>
            <pc:sldMk cId="507647713" sldId="333"/>
            <ac:spMk id="3" creationId="{1EA6A0F5-007F-C2A3-DF12-542B2C446F8B}"/>
          </ac:spMkLst>
        </pc:spChg>
        <pc:grpChg chg="add">
          <ac:chgData name="Hazlina binti Haron" userId="00a9b89f-eaec-49ca-9fc2-e7a3c9ffdcf7" providerId="ADAL" clId="{0DC85B45-27B4-DE4F-A93E-D21BCDC257C5}" dt="2025-06-25T01:58:19.139" v="410" actId="26606"/>
          <ac:grpSpMkLst>
            <pc:docMk/>
            <pc:sldMk cId="507647713" sldId="333"/>
            <ac:grpSpMk id="9" creationId="{5EFBDE31-BB3E-6CFC-23CD-B5976DA38438}"/>
          </ac:grpSpMkLst>
        </pc:grpChg>
        <pc:picChg chg="add">
          <ac:chgData name="Hazlina binti Haron" userId="00a9b89f-eaec-49ca-9fc2-e7a3c9ffdcf7" providerId="ADAL" clId="{0DC85B45-27B4-DE4F-A93E-D21BCDC257C5}" dt="2025-06-25T01:58:19.139" v="410" actId="26606"/>
          <ac:picMkLst>
            <pc:docMk/>
            <pc:sldMk cId="507647713" sldId="333"/>
            <ac:picMk id="5" creationId="{B781A6A0-F35B-7278-560E-0E89C2425A26}"/>
          </ac:picMkLst>
        </pc:picChg>
      </pc:sldChg>
      <pc:sldChg chg="addSp delSp modSp new mod setBg">
        <pc:chgData name="Hazlina binti Haron" userId="00a9b89f-eaec-49ca-9fc2-e7a3c9ffdcf7" providerId="ADAL" clId="{0DC85B45-27B4-DE4F-A93E-D21BCDC257C5}" dt="2025-06-18T04:21:34.665" v="402" actId="14100"/>
        <pc:sldMkLst>
          <pc:docMk/>
          <pc:sldMk cId="848988075" sldId="334"/>
        </pc:sldMkLst>
        <pc:spChg chg="mod">
          <ac:chgData name="Hazlina binti Haron" userId="00a9b89f-eaec-49ca-9fc2-e7a3c9ffdcf7" providerId="ADAL" clId="{0DC85B45-27B4-DE4F-A93E-D21BCDC257C5}" dt="2025-06-18T04:21:04.258" v="397" actId="26606"/>
          <ac:spMkLst>
            <pc:docMk/>
            <pc:sldMk cId="848988075" sldId="334"/>
            <ac:spMk id="2" creationId="{68D9BE9D-8BA0-1FD1-7878-598CB02DA233}"/>
          </ac:spMkLst>
        </pc:spChg>
        <pc:spChg chg="add">
          <ac:chgData name="Hazlina binti Haron" userId="00a9b89f-eaec-49ca-9fc2-e7a3c9ffdcf7" providerId="ADAL" clId="{0DC85B45-27B4-DE4F-A93E-D21BCDC257C5}" dt="2025-06-18T04:21:04.258" v="397" actId="26606"/>
          <ac:spMkLst>
            <pc:docMk/>
            <pc:sldMk cId="848988075" sldId="334"/>
            <ac:spMk id="10" creationId="{A4AC5506-6312-4701-8D3C-40187889A947}"/>
          </ac:spMkLst>
        </pc:spChg>
        <pc:picChg chg="add mod">
          <ac:chgData name="Hazlina binti Haron" userId="00a9b89f-eaec-49ca-9fc2-e7a3c9ffdcf7" providerId="ADAL" clId="{0DC85B45-27B4-DE4F-A93E-D21BCDC257C5}" dt="2025-06-18T04:21:34.665" v="402" actId="14100"/>
          <ac:picMkLst>
            <pc:docMk/>
            <pc:sldMk cId="848988075" sldId="334"/>
            <ac:picMk id="5" creationId="{2A05308D-6826-B2E3-8A0A-52FED9EFE8A7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C778C7-0490-4FD0-AABD-EB85494D1C2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BE77505-328A-4AAF-8955-121BAEA92D29}">
      <dgm:prSet/>
      <dgm:spPr/>
      <dgm:t>
        <a:bodyPr/>
        <a:lstStyle/>
        <a:p>
          <a:r>
            <a:rPr lang="en-MY"/>
            <a:t>The </a:t>
          </a:r>
          <a:r>
            <a:rPr lang="en-MY" b="1"/>
            <a:t>Critical Path Method</a:t>
          </a:r>
          <a:r>
            <a:rPr lang="en-MY"/>
            <a:t> is a project management technique used to determine the longest sequence of dependent tasks and the shortest possible project duration. It helps identify tasks that directly impact the project timeline.</a:t>
          </a:r>
          <a:endParaRPr lang="en-US"/>
        </a:p>
      </dgm:t>
    </dgm:pt>
    <dgm:pt modelId="{AC77E17B-3578-45CC-8461-7F0F67642ABB}" type="parTrans" cxnId="{8282E0FE-BAFF-4DBB-88B7-3AA162172878}">
      <dgm:prSet/>
      <dgm:spPr/>
      <dgm:t>
        <a:bodyPr/>
        <a:lstStyle/>
        <a:p>
          <a:endParaRPr lang="en-US"/>
        </a:p>
      </dgm:t>
    </dgm:pt>
    <dgm:pt modelId="{5B02288D-D44F-4F4B-A6D5-1CA8F60E036D}" type="sibTrans" cxnId="{8282E0FE-BAFF-4DBB-88B7-3AA162172878}">
      <dgm:prSet/>
      <dgm:spPr/>
      <dgm:t>
        <a:bodyPr/>
        <a:lstStyle/>
        <a:p>
          <a:endParaRPr lang="en-US"/>
        </a:p>
      </dgm:t>
    </dgm:pt>
    <dgm:pt modelId="{390FE564-DE1D-43C5-9B89-481373ECD3B3}">
      <dgm:prSet/>
      <dgm:spPr/>
      <dgm:t>
        <a:bodyPr/>
        <a:lstStyle/>
        <a:p>
          <a:r>
            <a:rPr lang="en-MY" b="1"/>
            <a:t>Float</a:t>
          </a:r>
          <a:r>
            <a:rPr lang="en-MY"/>
            <a:t> (also called </a:t>
          </a:r>
          <a:r>
            <a:rPr lang="en-MY" b="1"/>
            <a:t>Slack</a:t>
          </a:r>
          <a:r>
            <a:rPr lang="en-MY"/>
            <a:t>) is the amount of time a task can be delayed without affecting:</a:t>
          </a:r>
          <a:endParaRPr lang="en-US"/>
        </a:p>
      </dgm:t>
    </dgm:pt>
    <dgm:pt modelId="{58E6C888-F69E-46F6-B239-D34E8E6DF743}" type="parTrans" cxnId="{CE0F093A-6341-469E-A66C-0ED12C38355B}">
      <dgm:prSet/>
      <dgm:spPr/>
      <dgm:t>
        <a:bodyPr/>
        <a:lstStyle/>
        <a:p>
          <a:endParaRPr lang="en-US"/>
        </a:p>
      </dgm:t>
    </dgm:pt>
    <dgm:pt modelId="{032A66C3-6BFA-4E48-852C-F6DEDB821F93}" type="sibTrans" cxnId="{CE0F093A-6341-469E-A66C-0ED12C38355B}">
      <dgm:prSet/>
      <dgm:spPr/>
      <dgm:t>
        <a:bodyPr/>
        <a:lstStyle/>
        <a:p>
          <a:endParaRPr lang="en-US"/>
        </a:p>
      </dgm:t>
    </dgm:pt>
    <dgm:pt modelId="{E238D58B-D95F-4733-B86B-CF7A2BDE7498}">
      <dgm:prSet/>
      <dgm:spPr/>
      <dgm:t>
        <a:bodyPr/>
        <a:lstStyle/>
        <a:p>
          <a:r>
            <a:rPr lang="en-MY"/>
            <a:t>The </a:t>
          </a:r>
          <a:r>
            <a:rPr lang="en-MY" b="1"/>
            <a:t>start of subsequent tasks</a:t>
          </a:r>
          <a:r>
            <a:rPr lang="en-MY"/>
            <a:t> (free float).</a:t>
          </a:r>
          <a:endParaRPr lang="en-US"/>
        </a:p>
      </dgm:t>
    </dgm:pt>
    <dgm:pt modelId="{77DE5D33-640D-42A4-A9FE-2694A311DFD5}" type="parTrans" cxnId="{33716068-B9B5-497F-BD20-ED3D52A25890}">
      <dgm:prSet/>
      <dgm:spPr/>
      <dgm:t>
        <a:bodyPr/>
        <a:lstStyle/>
        <a:p>
          <a:endParaRPr lang="en-US"/>
        </a:p>
      </dgm:t>
    </dgm:pt>
    <dgm:pt modelId="{5063DF6E-F11C-4D07-B409-F39D30374AB9}" type="sibTrans" cxnId="{33716068-B9B5-497F-BD20-ED3D52A25890}">
      <dgm:prSet/>
      <dgm:spPr/>
      <dgm:t>
        <a:bodyPr/>
        <a:lstStyle/>
        <a:p>
          <a:endParaRPr lang="en-US"/>
        </a:p>
      </dgm:t>
    </dgm:pt>
    <dgm:pt modelId="{0571B659-8B10-4EAA-9BCD-F2634CA6A8DF}">
      <dgm:prSet/>
      <dgm:spPr/>
      <dgm:t>
        <a:bodyPr/>
        <a:lstStyle/>
        <a:p>
          <a:r>
            <a:rPr lang="en-MY"/>
            <a:t>The </a:t>
          </a:r>
          <a:r>
            <a:rPr lang="en-MY" b="1"/>
            <a:t>project completion date</a:t>
          </a:r>
          <a:r>
            <a:rPr lang="en-MY"/>
            <a:t> (total float).</a:t>
          </a:r>
          <a:endParaRPr lang="en-US"/>
        </a:p>
      </dgm:t>
    </dgm:pt>
    <dgm:pt modelId="{EE761C78-5205-4892-BFDE-E08B74F7D1C8}" type="parTrans" cxnId="{39CDE44C-248F-4CFD-9984-3C963FF11CA3}">
      <dgm:prSet/>
      <dgm:spPr/>
      <dgm:t>
        <a:bodyPr/>
        <a:lstStyle/>
        <a:p>
          <a:endParaRPr lang="en-US"/>
        </a:p>
      </dgm:t>
    </dgm:pt>
    <dgm:pt modelId="{F59D4386-9B47-4BBE-867A-B722B66F1749}" type="sibTrans" cxnId="{39CDE44C-248F-4CFD-9984-3C963FF11CA3}">
      <dgm:prSet/>
      <dgm:spPr/>
      <dgm:t>
        <a:bodyPr/>
        <a:lstStyle/>
        <a:p>
          <a:endParaRPr lang="en-US"/>
        </a:p>
      </dgm:t>
    </dgm:pt>
    <dgm:pt modelId="{2554F128-B6B6-48FD-BCDC-37ED6989E580}" type="pres">
      <dgm:prSet presAssocID="{12C778C7-0490-4FD0-AABD-EB85494D1C27}" presName="root" presStyleCnt="0">
        <dgm:presLayoutVars>
          <dgm:dir/>
          <dgm:resizeHandles val="exact"/>
        </dgm:presLayoutVars>
      </dgm:prSet>
      <dgm:spPr/>
    </dgm:pt>
    <dgm:pt modelId="{9E39BED3-7E6B-4624-8440-3D602B07C4E6}" type="pres">
      <dgm:prSet presAssocID="{CBE77505-328A-4AAF-8955-121BAEA92D29}" presName="compNode" presStyleCnt="0"/>
      <dgm:spPr/>
    </dgm:pt>
    <dgm:pt modelId="{A3504FD6-C976-41BA-9A7C-81ED924A13DA}" type="pres">
      <dgm:prSet presAssocID="{CBE77505-328A-4AAF-8955-121BAEA92D29}" presName="bgRect" presStyleLbl="bgShp" presStyleIdx="0" presStyleCnt="2"/>
      <dgm:spPr/>
    </dgm:pt>
    <dgm:pt modelId="{261BCC92-752C-4A0E-85D2-00A270BBE0C5}" type="pres">
      <dgm:prSet presAssocID="{CBE77505-328A-4AAF-8955-121BAEA92D2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EA845A3-BDA6-4935-A156-AD47F8FF7F93}" type="pres">
      <dgm:prSet presAssocID="{CBE77505-328A-4AAF-8955-121BAEA92D29}" presName="spaceRect" presStyleCnt="0"/>
      <dgm:spPr/>
    </dgm:pt>
    <dgm:pt modelId="{F77B9312-0586-47B4-A6EF-3E7468C09E44}" type="pres">
      <dgm:prSet presAssocID="{CBE77505-328A-4AAF-8955-121BAEA92D29}" presName="parTx" presStyleLbl="revTx" presStyleIdx="0" presStyleCnt="3">
        <dgm:presLayoutVars>
          <dgm:chMax val="0"/>
          <dgm:chPref val="0"/>
        </dgm:presLayoutVars>
      </dgm:prSet>
      <dgm:spPr/>
    </dgm:pt>
    <dgm:pt modelId="{1FEBB8C0-4ED9-488E-8D8E-BE74D72D74D2}" type="pres">
      <dgm:prSet presAssocID="{5B02288D-D44F-4F4B-A6D5-1CA8F60E036D}" presName="sibTrans" presStyleCnt="0"/>
      <dgm:spPr/>
    </dgm:pt>
    <dgm:pt modelId="{17822B40-BAFF-41A5-B6B0-69E26C2266AD}" type="pres">
      <dgm:prSet presAssocID="{390FE564-DE1D-43C5-9B89-481373ECD3B3}" presName="compNode" presStyleCnt="0"/>
      <dgm:spPr/>
    </dgm:pt>
    <dgm:pt modelId="{DEC2F82E-EC48-40E3-B33D-728286495667}" type="pres">
      <dgm:prSet presAssocID="{390FE564-DE1D-43C5-9B89-481373ECD3B3}" presName="bgRect" presStyleLbl="bgShp" presStyleIdx="1" presStyleCnt="2"/>
      <dgm:spPr/>
    </dgm:pt>
    <dgm:pt modelId="{E83BAF78-0943-48A8-B32B-C65F05FD0859}" type="pres">
      <dgm:prSet presAssocID="{390FE564-DE1D-43C5-9B89-481373ECD3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ber duck"/>
        </a:ext>
      </dgm:extLst>
    </dgm:pt>
    <dgm:pt modelId="{8787F702-706E-4BD5-AF49-BB366768BC2E}" type="pres">
      <dgm:prSet presAssocID="{390FE564-DE1D-43C5-9B89-481373ECD3B3}" presName="spaceRect" presStyleCnt="0"/>
      <dgm:spPr/>
    </dgm:pt>
    <dgm:pt modelId="{C581CB40-39F6-43C6-BE7E-946A4ECFC660}" type="pres">
      <dgm:prSet presAssocID="{390FE564-DE1D-43C5-9B89-481373ECD3B3}" presName="parTx" presStyleLbl="revTx" presStyleIdx="1" presStyleCnt="3">
        <dgm:presLayoutVars>
          <dgm:chMax val="0"/>
          <dgm:chPref val="0"/>
        </dgm:presLayoutVars>
      </dgm:prSet>
      <dgm:spPr/>
    </dgm:pt>
    <dgm:pt modelId="{4979A2EF-2748-4840-9AA7-973AED960D0B}" type="pres">
      <dgm:prSet presAssocID="{390FE564-DE1D-43C5-9B89-481373ECD3B3}" presName="desTx" presStyleLbl="revTx" presStyleIdx="2" presStyleCnt="3">
        <dgm:presLayoutVars/>
      </dgm:prSet>
      <dgm:spPr/>
    </dgm:pt>
  </dgm:ptLst>
  <dgm:cxnLst>
    <dgm:cxn modelId="{CE0F093A-6341-469E-A66C-0ED12C38355B}" srcId="{12C778C7-0490-4FD0-AABD-EB85494D1C27}" destId="{390FE564-DE1D-43C5-9B89-481373ECD3B3}" srcOrd="1" destOrd="0" parTransId="{58E6C888-F69E-46F6-B239-D34E8E6DF743}" sibTransId="{032A66C3-6BFA-4E48-852C-F6DEDB821F93}"/>
    <dgm:cxn modelId="{39CDE44C-248F-4CFD-9984-3C963FF11CA3}" srcId="{390FE564-DE1D-43C5-9B89-481373ECD3B3}" destId="{0571B659-8B10-4EAA-9BCD-F2634CA6A8DF}" srcOrd="1" destOrd="0" parTransId="{EE761C78-5205-4892-BFDE-E08B74F7D1C8}" sibTransId="{F59D4386-9B47-4BBE-867A-B722B66F1749}"/>
    <dgm:cxn modelId="{BB9BA553-2C74-4AEE-9611-0B9BD3F84C39}" type="presOf" srcId="{E238D58B-D95F-4733-B86B-CF7A2BDE7498}" destId="{4979A2EF-2748-4840-9AA7-973AED960D0B}" srcOrd="0" destOrd="0" presId="urn:microsoft.com/office/officeart/2018/2/layout/IconVerticalSolidList"/>
    <dgm:cxn modelId="{34703F66-5E5E-43F7-B1F7-83AF3A39A678}" type="presOf" srcId="{390FE564-DE1D-43C5-9B89-481373ECD3B3}" destId="{C581CB40-39F6-43C6-BE7E-946A4ECFC660}" srcOrd="0" destOrd="0" presId="urn:microsoft.com/office/officeart/2018/2/layout/IconVerticalSolidList"/>
    <dgm:cxn modelId="{33716068-B9B5-497F-BD20-ED3D52A25890}" srcId="{390FE564-DE1D-43C5-9B89-481373ECD3B3}" destId="{E238D58B-D95F-4733-B86B-CF7A2BDE7498}" srcOrd="0" destOrd="0" parTransId="{77DE5D33-640D-42A4-A9FE-2694A311DFD5}" sibTransId="{5063DF6E-F11C-4D07-B409-F39D30374AB9}"/>
    <dgm:cxn modelId="{911B8CA9-6C7B-4D8B-B8AD-67D0D42F405E}" type="presOf" srcId="{0571B659-8B10-4EAA-9BCD-F2634CA6A8DF}" destId="{4979A2EF-2748-4840-9AA7-973AED960D0B}" srcOrd="0" destOrd="1" presId="urn:microsoft.com/office/officeart/2018/2/layout/IconVerticalSolidList"/>
    <dgm:cxn modelId="{5D6BAFE9-8C5F-4186-B5EA-DAA3FB45EC33}" type="presOf" srcId="{12C778C7-0490-4FD0-AABD-EB85494D1C27}" destId="{2554F128-B6B6-48FD-BCDC-37ED6989E580}" srcOrd="0" destOrd="0" presId="urn:microsoft.com/office/officeart/2018/2/layout/IconVerticalSolidList"/>
    <dgm:cxn modelId="{66AF37EF-68F2-4141-98BC-38A3F6CDAAD7}" type="presOf" srcId="{CBE77505-328A-4AAF-8955-121BAEA92D29}" destId="{F77B9312-0586-47B4-A6EF-3E7468C09E44}" srcOrd="0" destOrd="0" presId="urn:microsoft.com/office/officeart/2018/2/layout/IconVerticalSolidList"/>
    <dgm:cxn modelId="{8282E0FE-BAFF-4DBB-88B7-3AA162172878}" srcId="{12C778C7-0490-4FD0-AABD-EB85494D1C27}" destId="{CBE77505-328A-4AAF-8955-121BAEA92D29}" srcOrd="0" destOrd="0" parTransId="{AC77E17B-3578-45CC-8461-7F0F67642ABB}" sibTransId="{5B02288D-D44F-4F4B-A6D5-1CA8F60E036D}"/>
    <dgm:cxn modelId="{A832EF2F-90A1-4699-8DA9-252128C08327}" type="presParOf" srcId="{2554F128-B6B6-48FD-BCDC-37ED6989E580}" destId="{9E39BED3-7E6B-4624-8440-3D602B07C4E6}" srcOrd="0" destOrd="0" presId="urn:microsoft.com/office/officeart/2018/2/layout/IconVerticalSolidList"/>
    <dgm:cxn modelId="{FFF4A705-C919-42AD-9131-B922594FD1E6}" type="presParOf" srcId="{9E39BED3-7E6B-4624-8440-3D602B07C4E6}" destId="{A3504FD6-C976-41BA-9A7C-81ED924A13DA}" srcOrd="0" destOrd="0" presId="urn:microsoft.com/office/officeart/2018/2/layout/IconVerticalSolidList"/>
    <dgm:cxn modelId="{5B9C1FA3-1BC5-4CD0-8356-73624FE7A25B}" type="presParOf" srcId="{9E39BED3-7E6B-4624-8440-3D602B07C4E6}" destId="{261BCC92-752C-4A0E-85D2-00A270BBE0C5}" srcOrd="1" destOrd="0" presId="urn:microsoft.com/office/officeart/2018/2/layout/IconVerticalSolidList"/>
    <dgm:cxn modelId="{EC5A45D5-5E94-4709-9E6A-3446AE6DC016}" type="presParOf" srcId="{9E39BED3-7E6B-4624-8440-3D602B07C4E6}" destId="{EEA845A3-BDA6-4935-A156-AD47F8FF7F93}" srcOrd="2" destOrd="0" presId="urn:microsoft.com/office/officeart/2018/2/layout/IconVerticalSolidList"/>
    <dgm:cxn modelId="{907059B0-6EFE-43ED-AA61-3B41E0C6DCAF}" type="presParOf" srcId="{9E39BED3-7E6B-4624-8440-3D602B07C4E6}" destId="{F77B9312-0586-47B4-A6EF-3E7468C09E44}" srcOrd="3" destOrd="0" presId="urn:microsoft.com/office/officeart/2018/2/layout/IconVerticalSolidList"/>
    <dgm:cxn modelId="{DE425A06-942C-47F6-BD08-16914FFA696E}" type="presParOf" srcId="{2554F128-B6B6-48FD-BCDC-37ED6989E580}" destId="{1FEBB8C0-4ED9-488E-8D8E-BE74D72D74D2}" srcOrd="1" destOrd="0" presId="urn:microsoft.com/office/officeart/2018/2/layout/IconVerticalSolidList"/>
    <dgm:cxn modelId="{CD325A10-38B6-4C4C-9B82-00AED876EABD}" type="presParOf" srcId="{2554F128-B6B6-48FD-BCDC-37ED6989E580}" destId="{17822B40-BAFF-41A5-B6B0-69E26C2266AD}" srcOrd="2" destOrd="0" presId="urn:microsoft.com/office/officeart/2018/2/layout/IconVerticalSolidList"/>
    <dgm:cxn modelId="{0962C21A-F85D-4F15-A0D9-2820AB903077}" type="presParOf" srcId="{17822B40-BAFF-41A5-B6B0-69E26C2266AD}" destId="{DEC2F82E-EC48-40E3-B33D-728286495667}" srcOrd="0" destOrd="0" presId="urn:microsoft.com/office/officeart/2018/2/layout/IconVerticalSolidList"/>
    <dgm:cxn modelId="{91ACCCE3-8825-4135-83BD-38C67B6568E6}" type="presParOf" srcId="{17822B40-BAFF-41A5-B6B0-69E26C2266AD}" destId="{E83BAF78-0943-48A8-B32B-C65F05FD0859}" srcOrd="1" destOrd="0" presId="urn:microsoft.com/office/officeart/2018/2/layout/IconVerticalSolidList"/>
    <dgm:cxn modelId="{58419372-218B-486D-8DC4-00C168A2FB91}" type="presParOf" srcId="{17822B40-BAFF-41A5-B6B0-69E26C2266AD}" destId="{8787F702-706E-4BD5-AF49-BB366768BC2E}" srcOrd="2" destOrd="0" presId="urn:microsoft.com/office/officeart/2018/2/layout/IconVerticalSolidList"/>
    <dgm:cxn modelId="{02D0BD14-9864-4674-834C-FF2FA1392047}" type="presParOf" srcId="{17822B40-BAFF-41A5-B6B0-69E26C2266AD}" destId="{C581CB40-39F6-43C6-BE7E-946A4ECFC660}" srcOrd="3" destOrd="0" presId="urn:microsoft.com/office/officeart/2018/2/layout/IconVerticalSolidList"/>
    <dgm:cxn modelId="{DDAF3A1C-31E9-4347-8145-021F12143D76}" type="presParOf" srcId="{17822B40-BAFF-41A5-B6B0-69E26C2266AD}" destId="{4979A2EF-2748-4840-9AA7-973AED960D0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0788B6-DBD9-4BC8-B562-4A2DA61B3C9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F6A84B3-B2A6-4E47-9342-49623EE7CEAA}">
      <dgm:prSet/>
      <dgm:spPr/>
      <dgm:t>
        <a:bodyPr/>
        <a:lstStyle/>
        <a:p>
          <a:r>
            <a:rPr lang="en-US"/>
            <a:t>Risk</a:t>
          </a:r>
        </a:p>
      </dgm:t>
    </dgm:pt>
    <dgm:pt modelId="{EA5F1A21-6E5F-464F-8CE6-3E10FCA27A5E}" type="parTrans" cxnId="{C8096B68-AC01-4A1A-B733-3F7CDBA6F02C}">
      <dgm:prSet/>
      <dgm:spPr/>
      <dgm:t>
        <a:bodyPr/>
        <a:lstStyle/>
        <a:p>
          <a:endParaRPr lang="en-US"/>
        </a:p>
      </dgm:t>
    </dgm:pt>
    <dgm:pt modelId="{5FF5B6FF-5A18-4C73-9649-6C964FD6FB66}" type="sibTrans" cxnId="{C8096B68-AC01-4A1A-B733-3F7CDBA6F02C}">
      <dgm:prSet/>
      <dgm:spPr/>
      <dgm:t>
        <a:bodyPr/>
        <a:lstStyle/>
        <a:p>
          <a:endParaRPr lang="en-US"/>
        </a:p>
      </dgm:t>
    </dgm:pt>
    <dgm:pt modelId="{47A4ED49-A3B2-4257-82CE-59963032B2E2}">
      <dgm:prSet/>
      <dgm:spPr/>
      <dgm:t>
        <a:bodyPr/>
        <a:lstStyle/>
        <a:p>
          <a:r>
            <a:rPr lang="en-US"/>
            <a:t>Uncertain or chance events that planning can not overcome or control.</a:t>
          </a:r>
        </a:p>
      </dgm:t>
    </dgm:pt>
    <dgm:pt modelId="{E4304459-807C-4837-B6D9-44159669BA9E}" type="parTrans" cxnId="{13658CB7-8F1C-4EF4-B60B-E36D306A1DB2}">
      <dgm:prSet/>
      <dgm:spPr/>
      <dgm:t>
        <a:bodyPr/>
        <a:lstStyle/>
        <a:p>
          <a:endParaRPr lang="en-US"/>
        </a:p>
      </dgm:t>
    </dgm:pt>
    <dgm:pt modelId="{F07620EC-A7C6-41CE-A8FC-E36667E6E699}" type="sibTrans" cxnId="{13658CB7-8F1C-4EF4-B60B-E36D306A1DB2}">
      <dgm:prSet/>
      <dgm:spPr/>
      <dgm:t>
        <a:bodyPr/>
        <a:lstStyle/>
        <a:p>
          <a:endParaRPr lang="en-US"/>
        </a:p>
      </dgm:t>
    </dgm:pt>
    <dgm:pt modelId="{5BF7FE1A-8F37-4729-821A-E6C6A5E2C79F}">
      <dgm:prSet/>
      <dgm:spPr/>
      <dgm:t>
        <a:bodyPr/>
        <a:lstStyle/>
        <a:p>
          <a:r>
            <a:rPr lang="en-US"/>
            <a:t>Risk Management</a:t>
          </a:r>
        </a:p>
      </dgm:t>
    </dgm:pt>
    <dgm:pt modelId="{354C76C8-00B0-47DD-96D7-BC843A0658D7}" type="parTrans" cxnId="{C4103FA9-8584-4130-9FCD-E45C6CCE8AEC}">
      <dgm:prSet/>
      <dgm:spPr/>
      <dgm:t>
        <a:bodyPr/>
        <a:lstStyle/>
        <a:p>
          <a:endParaRPr lang="en-US"/>
        </a:p>
      </dgm:t>
    </dgm:pt>
    <dgm:pt modelId="{3EEC947E-DB85-49C7-AFE9-A6BE028C40CB}" type="sibTrans" cxnId="{C4103FA9-8584-4130-9FCD-E45C6CCE8AEC}">
      <dgm:prSet/>
      <dgm:spPr/>
      <dgm:t>
        <a:bodyPr/>
        <a:lstStyle/>
        <a:p>
          <a:endParaRPr lang="en-US"/>
        </a:p>
      </dgm:t>
    </dgm:pt>
    <dgm:pt modelId="{84E6A7B8-3505-4D8C-B9E9-6DF70488AAF2}">
      <dgm:prSet/>
      <dgm:spPr/>
      <dgm:t>
        <a:bodyPr/>
        <a:lstStyle/>
        <a:p>
          <a:r>
            <a:rPr lang="en-US"/>
            <a:t>A proactive attempt to recognize and manage internal events and external threats that affect the likelihood of a project’s success.</a:t>
          </a:r>
        </a:p>
      </dgm:t>
    </dgm:pt>
    <dgm:pt modelId="{D971D1E2-A699-41EC-8085-6B58CB310AB2}" type="parTrans" cxnId="{79A6199D-505B-4720-BC4A-4ADEBF337816}">
      <dgm:prSet/>
      <dgm:spPr/>
      <dgm:t>
        <a:bodyPr/>
        <a:lstStyle/>
        <a:p>
          <a:endParaRPr lang="en-US"/>
        </a:p>
      </dgm:t>
    </dgm:pt>
    <dgm:pt modelId="{1907DF7A-8072-4840-A2C5-2B8509DD999B}" type="sibTrans" cxnId="{79A6199D-505B-4720-BC4A-4ADEBF337816}">
      <dgm:prSet/>
      <dgm:spPr/>
      <dgm:t>
        <a:bodyPr/>
        <a:lstStyle/>
        <a:p>
          <a:endParaRPr lang="en-US"/>
        </a:p>
      </dgm:t>
    </dgm:pt>
    <dgm:pt modelId="{723AE897-82C8-454F-ACAC-E36B3758543C}">
      <dgm:prSet/>
      <dgm:spPr/>
      <dgm:t>
        <a:bodyPr/>
        <a:lstStyle/>
        <a:p>
          <a:r>
            <a:rPr lang="en-US"/>
            <a:t>What can go wrong (risk event).</a:t>
          </a:r>
        </a:p>
      </dgm:t>
    </dgm:pt>
    <dgm:pt modelId="{A4F3C44E-B7DB-44D0-B0A9-0A21194B95BD}" type="parTrans" cxnId="{CA5B501B-6BDD-4BC1-BA52-FA727908465D}">
      <dgm:prSet/>
      <dgm:spPr/>
      <dgm:t>
        <a:bodyPr/>
        <a:lstStyle/>
        <a:p>
          <a:endParaRPr lang="en-US"/>
        </a:p>
      </dgm:t>
    </dgm:pt>
    <dgm:pt modelId="{B9245757-9201-48BC-8929-C8674A9D7A93}" type="sibTrans" cxnId="{CA5B501B-6BDD-4BC1-BA52-FA727908465D}">
      <dgm:prSet/>
      <dgm:spPr/>
      <dgm:t>
        <a:bodyPr/>
        <a:lstStyle/>
        <a:p>
          <a:endParaRPr lang="en-US"/>
        </a:p>
      </dgm:t>
    </dgm:pt>
    <dgm:pt modelId="{420D2E3D-C4DD-49B0-8A2A-36A843089BBE}">
      <dgm:prSet/>
      <dgm:spPr/>
      <dgm:t>
        <a:bodyPr/>
        <a:lstStyle/>
        <a:p>
          <a:r>
            <a:rPr lang="en-US"/>
            <a:t>How to minimize the risk event’s impact (consequences).</a:t>
          </a:r>
        </a:p>
      </dgm:t>
    </dgm:pt>
    <dgm:pt modelId="{CAE7A493-34D8-4017-BF66-EE9C122A3307}" type="parTrans" cxnId="{15339054-E258-48AE-93DF-BE2E12CD05EC}">
      <dgm:prSet/>
      <dgm:spPr/>
      <dgm:t>
        <a:bodyPr/>
        <a:lstStyle/>
        <a:p>
          <a:endParaRPr lang="en-US"/>
        </a:p>
      </dgm:t>
    </dgm:pt>
    <dgm:pt modelId="{DDC73AE1-BC68-4507-956C-B0F6965CDCCD}" type="sibTrans" cxnId="{15339054-E258-48AE-93DF-BE2E12CD05EC}">
      <dgm:prSet/>
      <dgm:spPr/>
      <dgm:t>
        <a:bodyPr/>
        <a:lstStyle/>
        <a:p>
          <a:endParaRPr lang="en-US"/>
        </a:p>
      </dgm:t>
    </dgm:pt>
    <dgm:pt modelId="{B5021D47-543C-45A7-A079-2A5061AA34A0}">
      <dgm:prSet/>
      <dgm:spPr/>
      <dgm:t>
        <a:bodyPr/>
        <a:lstStyle/>
        <a:p>
          <a:r>
            <a:rPr lang="en-US"/>
            <a:t>What can be done before an event occurs (anticipation).</a:t>
          </a:r>
        </a:p>
      </dgm:t>
    </dgm:pt>
    <dgm:pt modelId="{3CC77373-CAE5-4D54-8C03-826002BA1C3F}" type="parTrans" cxnId="{E54CFC7F-2478-4C3A-B4F5-564C4408F2FE}">
      <dgm:prSet/>
      <dgm:spPr/>
      <dgm:t>
        <a:bodyPr/>
        <a:lstStyle/>
        <a:p>
          <a:endParaRPr lang="en-US"/>
        </a:p>
      </dgm:t>
    </dgm:pt>
    <dgm:pt modelId="{30638335-FBCC-4754-B289-A41B88A65FE0}" type="sibTrans" cxnId="{E54CFC7F-2478-4C3A-B4F5-564C4408F2FE}">
      <dgm:prSet/>
      <dgm:spPr/>
      <dgm:t>
        <a:bodyPr/>
        <a:lstStyle/>
        <a:p>
          <a:endParaRPr lang="en-US"/>
        </a:p>
      </dgm:t>
    </dgm:pt>
    <dgm:pt modelId="{D8EAA408-3005-4A8B-9B6E-E687A9F23B84}">
      <dgm:prSet/>
      <dgm:spPr/>
      <dgm:t>
        <a:bodyPr/>
        <a:lstStyle/>
        <a:p>
          <a:r>
            <a:rPr lang="en-US"/>
            <a:t>What to do when an event occurs (contingency plans).</a:t>
          </a:r>
        </a:p>
      </dgm:t>
    </dgm:pt>
    <dgm:pt modelId="{D42BC139-5FAB-4663-81CE-AC68889B1773}" type="parTrans" cxnId="{2B16F048-B45A-439D-85D3-A08B598DFBC7}">
      <dgm:prSet/>
      <dgm:spPr/>
      <dgm:t>
        <a:bodyPr/>
        <a:lstStyle/>
        <a:p>
          <a:endParaRPr lang="en-US"/>
        </a:p>
      </dgm:t>
    </dgm:pt>
    <dgm:pt modelId="{363FC20F-8EF1-4232-90DE-CC8FC88F1996}" type="sibTrans" cxnId="{2B16F048-B45A-439D-85D3-A08B598DFBC7}">
      <dgm:prSet/>
      <dgm:spPr/>
      <dgm:t>
        <a:bodyPr/>
        <a:lstStyle/>
        <a:p>
          <a:endParaRPr lang="en-US"/>
        </a:p>
      </dgm:t>
    </dgm:pt>
    <dgm:pt modelId="{00F7765D-D67F-CB47-9BC7-34F4B482E63C}" type="pres">
      <dgm:prSet presAssocID="{5B0788B6-DBD9-4BC8-B562-4A2DA61B3C92}" presName="linear" presStyleCnt="0">
        <dgm:presLayoutVars>
          <dgm:animLvl val="lvl"/>
          <dgm:resizeHandles val="exact"/>
        </dgm:presLayoutVars>
      </dgm:prSet>
      <dgm:spPr/>
    </dgm:pt>
    <dgm:pt modelId="{5FF899A9-5A2F-174A-90F2-656E7844333E}" type="pres">
      <dgm:prSet presAssocID="{4F6A84B3-B2A6-4E47-9342-49623EE7CEA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3850CA4-B890-2F42-AFB0-F81015C24854}" type="pres">
      <dgm:prSet presAssocID="{4F6A84B3-B2A6-4E47-9342-49623EE7CEAA}" presName="childText" presStyleLbl="revTx" presStyleIdx="0" presStyleCnt="2">
        <dgm:presLayoutVars>
          <dgm:bulletEnabled val="1"/>
        </dgm:presLayoutVars>
      </dgm:prSet>
      <dgm:spPr/>
    </dgm:pt>
    <dgm:pt modelId="{5FF61D61-7BAF-2E4D-9C3C-052A8576CC75}" type="pres">
      <dgm:prSet presAssocID="{5BF7FE1A-8F37-4729-821A-E6C6A5E2C79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140DE12-793D-CB40-8428-292AC5BCBE9D}" type="pres">
      <dgm:prSet presAssocID="{5BF7FE1A-8F37-4729-821A-E6C6A5E2C79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9E48409-C364-D541-812A-94A3906EA37A}" type="presOf" srcId="{D8EAA408-3005-4A8B-9B6E-E687A9F23B84}" destId="{5140DE12-793D-CB40-8428-292AC5BCBE9D}" srcOrd="0" destOrd="4" presId="urn:microsoft.com/office/officeart/2005/8/layout/vList2"/>
    <dgm:cxn modelId="{6A7A0A14-2507-3148-A14D-033CB2203909}" type="presOf" srcId="{420D2E3D-C4DD-49B0-8A2A-36A843089BBE}" destId="{5140DE12-793D-CB40-8428-292AC5BCBE9D}" srcOrd="0" destOrd="2" presId="urn:microsoft.com/office/officeart/2005/8/layout/vList2"/>
    <dgm:cxn modelId="{8FBA2618-57E6-F54D-A538-4B373F91D43A}" type="presOf" srcId="{5B0788B6-DBD9-4BC8-B562-4A2DA61B3C92}" destId="{00F7765D-D67F-CB47-9BC7-34F4B482E63C}" srcOrd="0" destOrd="0" presId="urn:microsoft.com/office/officeart/2005/8/layout/vList2"/>
    <dgm:cxn modelId="{CA5B501B-6BDD-4BC1-BA52-FA727908465D}" srcId="{84E6A7B8-3505-4D8C-B9E9-6DF70488AAF2}" destId="{723AE897-82C8-454F-ACAC-E36B3758543C}" srcOrd="0" destOrd="0" parTransId="{A4F3C44E-B7DB-44D0-B0A9-0A21194B95BD}" sibTransId="{B9245757-9201-48BC-8929-C8674A9D7A93}"/>
    <dgm:cxn modelId="{76C1943E-BBC1-4745-90D7-197B9284D591}" type="presOf" srcId="{4F6A84B3-B2A6-4E47-9342-49623EE7CEAA}" destId="{5FF899A9-5A2F-174A-90F2-656E7844333E}" srcOrd="0" destOrd="0" presId="urn:microsoft.com/office/officeart/2005/8/layout/vList2"/>
    <dgm:cxn modelId="{2B16F048-B45A-439D-85D3-A08B598DFBC7}" srcId="{84E6A7B8-3505-4D8C-B9E9-6DF70488AAF2}" destId="{D8EAA408-3005-4A8B-9B6E-E687A9F23B84}" srcOrd="3" destOrd="0" parTransId="{D42BC139-5FAB-4663-81CE-AC68889B1773}" sibTransId="{363FC20F-8EF1-4232-90DE-CC8FC88F1996}"/>
    <dgm:cxn modelId="{15339054-E258-48AE-93DF-BE2E12CD05EC}" srcId="{84E6A7B8-3505-4D8C-B9E9-6DF70488AAF2}" destId="{420D2E3D-C4DD-49B0-8A2A-36A843089BBE}" srcOrd="1" destOrd="0" parTransId="{CAE7A493-34D8-4017-BF66-EE9C122A3307}" sibTransId="{DDC73AE1-BC68-4507-956C-B0F6965CDCCD}"/>
    <dgm:cxn modelId="{4A503867-AB61-A746-8724-1185D4E87BFF}" type="presOf" srcId="{47A4ED49-A3B2-4257-82CE-59963032B2E2}" destId="{53850CA4-B890-2F42-AFB0-F81015C24854}" srcOrd="0" destOrd="0" presId="urn:microsoft.com/office/officeart/2005/8/layout/vList2"/>
    <dgm:cxn modelId="{C8096B68-AC01-4A1A-B733-3F7CDBA6F02C}" srcId="{5B0788B6-DBD9-4BC8-B562-4A2DA61B3C92}" destId="{4F6A84B3-B2A6-4E47-9342-49623EE7CEAA}" srcOrd="0" destOrd="0" parTransId="{EA5F1A21-6E5F-464F-8CE6-3E10FCA27A5E}" sibTransId="{5FF5B6FF-5A18-4C73-9649-6C964FD6FB66}"/>
    <dgm:cxn modelId="{43B6506B-BD71-374B-915A-7F8F72F3043C}" type="presOf" srcId="{5BF7FE1A-8F37-4729-821A-E6C6A5E2C79F}" destId="{5FF61D61-7BAF-2E4D-9C3C-052A8576CC75}" srcOrd="0" destOrd="0" presId="urn:microsoft.com/office/officeart/2005/8/layout/vList2"/>
    <dgm:cxn modelId="{15B0497D-4A1E-964D-8254-D25C4C95EAD7}" type="presOf" srcId="{B5021D47-543C-45A7-A079-2A5061AA34A0}" destId="{5140DE12-793D-CB40-8428-292AC5BCBE9D}" srcOrd="0" destOrd="3" presId="urn:microsoft.com/office/officeart/2005/8/layout/vList2"/>
    <dgm:cxn modelId="{E54CFC7F-2478-4C3A-B4F5-564C4408F2FE}" srcId="{84E6A7B8-3505-4D8C-B9E9-6DF70488AAF2}" destId="{B5021D47-543C-45A7-A079-2A5061AA34A0}" srcOrd="2" destOrd="0" parTransId="{3CC77373-CAE5-4D54-8C03-826002BA1C3F}" sibTransId="{30638335-FBCC-4754-B289-A41B88A65FE0}"/>
    <dgm:cxn modelId="{96D9C297-4132-FA48-9363-E5C6F1BDB0DD}" type="presOf" srcId="{723AE897-82C8-454F-ACAC-E36B3758543C}" destId="{5140DE12-793D-CB40-8428-292AC5BCBE9D}" srcOrd="0" destOrd="1" presId="urn:microsoft.com/office/officeart/2005/8/layout/vList2"/>
    <dgm:cxn modelId="{79A6199D-505B-4720-BC4A-4ADEBF337816}" srcId="{5BF7FE1A-8F37-4729-821A-E6C6A5E2C79F}" destId="{84E6A7B8-3505-4D8C-B9E9-6DF70488AAF2}" srcOrd="0" destOrd="0" parTransId="{D971D1E2-A699-41EC-8085-6B58CB310AB2}" sibTransId="{1907DF7A-8072-4840-A2C5-2B8509DD999B}"/>
    <dgm:cxn modelId="{C4103FA9-8584-4130-9FCD-E45C6CCE8AEC}" srcId="{5B0788B6-DBD9-4BC8-B562-4A2DA61B3C92}" destId="{5BF7FE1A-8F37-4729-821A-E6C6A5E2C79F}" srcOrd="1" destOrd="0" parTransId="{354C76C8-00B0-47DD-96D7-BC843A0658D7}" sibTransId="{3EEC947E-DB85-49C7-AFE9-A6BE028C40CB}"/>
    <dgm:cxn modelId="{13658CB7-8F1C-4EF4-B60B-E36D306A1DB2}" srcId="{4F6A84B3-B2A6-4E47-9342-49623EE7CEAA}" destId="{47A4ED49-A3B2-4257-82CE-59963032B2E2}" srcOrd="0" destOrd="0" parTransId="{E4304459-807C-4837-B6D9-44159669BA9E}" sibTransId="{F07620EC-A7C6-41CE-A8FC-E36667E6E699}"/>
    <dgm:cxn modelId="{503FE9DE-9B14-4E48-B1BB-A882F3921309}" type="presOf" srcId="{84E6A7B8-3505-4D8C-B9E9-6DF70488AAF2}" destId="{5140DE12-793D-CB40-8428-292AC5BCBE9D}" srcOrd="0" destOrd="0" presId="urn:microsoft.com/office/officeart/2005/8/layout/vList2"/>
    <dgm:cxn modelId="{F7CF7B61-43BA-A74F-BEF3-4558AEACDF84}" type="presParOf" srcId="{00F7765D-D67F-CB47-9BC7-34F4B482E63C}" destId="{5FF899A9-5A2F-174A-90F2-656E7844333E}" srcOrd="0" destOrd="0" presId="urn:microsoft.com/office/officeart/2005/8/layout/vList2"/>
    <dgm:cxn modelId="{941A3DCA-E73A-C54A-B303-12F65AA5999C}" type="presParOf" srcId="{00F7765D-D67F-CB47-9BC7-34F4B482E63C}" destId="{53850CA4-B890-2F42-AFB0-F81015C24854}" srcOrd="1" destOrd="0" presId="urn:microsoft.com/office/officeart/2005/8/layout/vList2"/>
    <dgm:cxn modelId="{06854B41-3B93-C249-8428-C41CB16B9952}" type="presParOf" srcId="{00F7765D-D67F-CB47-9BC7-34F4B482E63C}" destId="{5FF61D61-7BAF-2E4D-9C3C-052A8576CC75}" srcOrd="2" destOrd="0" presId="urn:microsoft.com/office/officeart/2005/8/layout/vList2"/>
    <dgm:cxn modelId="{51AE1768-EC5F-6340-AF8A-DE4C8F411772}" type="presParOf" srcId="{00F7765D-D67F-CB47-9BC7-34F4B482E63C}" destId="{5140DE12-793D-CB40-8428-292AC5BCBE9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1A956A-B360-4EC4-919F-43CC163FF05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B76040-3046-459D-8DC1-73EA792EA8A7}">
      <dgm:prSet/>
      <dgm:spPr/>
      <dgm:t>
        <a:bodyPr/>
        <a:lstStyle/>
        <a:p>
          <a:r>
            <a:rPr lang="en-MY"/>
            <a:t>Related to the technology used in the project.</a:t>
          </a:r>
          <a:endParaRPr lang="en-US"/>
        </a:p>
      </dgm:t>
    </dgm:pt>
    <dgm:pt modelId="{F0E757B7-D2FA-44E8-8D4F-F5AF51D9CB24}" type="parTrans" cxnId="{6A374226-473A-41FE-A559-24BB2A535E0D}">
      <dgm:prSet/>
      <dgm:spPr/>
      <dgm:t>
        <a:bodyPr/>
        <a:lstStyle/>
        <a:p>
          <a:endParaRPr lang="en-US"/>
        </a:p>
      </dgm:t>
    </dgm:pt>
    <dgm:pt modelId="{974B5A02-6EA7-4C65-B6FC-75CED2981BB4}" type="sibTrans" cxnId="{6A374226-473A-41FE-A559-24BB2A535E0D}">
      <dgm:prSet/>
      <dgm:spPr/>
      <dgm:t>
        <a:bodyPr/>
        <a:lstStyle/>
        <a:p>
          <a:endParaRPr lang="en-US"/>
        </a:p>
      </dgm:t>
    </dgm:pt>
    <dgm:pt modelId="{DE766664-7E3B-4507-B9BF-AE5E2405F03D}">
      <dgm:prSet/>
      <dgm:spPr/>
      <dgm:t>
        <a:bodyPr/>
        <a:lstStyle/>
        <a:p>
          <a:r>
            <a:rPr lang="en-MY"/>
            <a:t>Examples:</a:t>
          </a:r>
          <a:endParaRPr lang="en-US"/>
        </a:p>
      </dgm:t>
    </dgm:pt>
    <dgm:pt modelId="{ABF3C7A7-9371-4DAB-B719-25F5AA0A95F2}" type="parTrans" cxnId="{173063AD-8786-4F75-8A59-BE27E5AE864D}">
      <dgm:prSet/>
      <dgm:spPr/>
      <dgm:t>
        <a:bodyPr/>
        <a:lstStyle/>
        <a:p>
          <a:endParaRPr lang="en-US"/>
        </a:p>
      </dgm:t>
    </dgm:pt>
    <dgm:pt modelId="{DFC73782-BB82-4149-A6E0-B348BC05200F}" type="sibTrans" cxnId="{173063AD-8786-4F75-8A59-BE27E5AE864D}">
      <dgm:prSet/>
      <dgm:spPr/>
      <dgm:t>
        <a:bodyPr/>
        <a:lstStyle/>
        <a:p>
          <a:endParaRPr lang="en-US"/>
        </a:p>
      </dgm:t>
    </dgm:pt>
    <dgm:pt modelId="{9131AE81-F9C7-40DE-A103-4D46308ECC56}">
      <dgm:prSet/>
      <dgm:spPr/>
      <dgm:t>
        <a:bodyPr/>
        <a:lstStyle/>
        <a:p>
          <a:r>
            <a:rPr lang="en-MY"/>
            <a:t>Unfamiliar tools or platforms</a:t>
          </a:r>
          <a:endParaRPr lang="en-US"/>
        </a:p>
      </dgm:t>
    </dgm:pt>
    <dgm:pt modelId="{A58DB209-CD53-49B3-8658-893ED3560D6A}" type="parTrans" cxnId="{98FA140E-C913-4150-A222-085BE441C244}">
      <dgm:prSet/>
      <dgm:spPr/>
      <dgm:t>
        <a:bodyPr/>
        <a:lstStyle/>
        <a:p>
          <a:endParaRPr lang="en-US"/>
        </a:p>
      </dgm:t>
    </dgm:pt>
    <dgm:pt modelId="{530C985F-2CBA-44ED-A84C-011ADD9736AE}" type="sibTrans" cxnId="{98FA140E-C913-4150-A222-085BE441C244}">
      <dgm:prSet/>
      <dgm:spPr/>
      <dgm:t>
        <a:bodyPr/>
        <a:lstStyle/>
        <a:p>
          <a:endParaRPr lang="en-US"/>
        </a:p>
      </dgm:t>
    </dgm:pt>
    <dgm:pt modelId="{674924AD-0C89-4319-84A7-3BD276E18823}">
      <dgm:prSet/>
      <dgm:spPr/>
      <dgm:t>
        <a:bodyPr/>
        <a:lstStyle/>
        <a:p>
          <a:r>
            <a:rPr lang="en-MY"/>
            <a:t>Integration issues</a:t>
          </a:r>
          <a:endParaRPr lang="en-US"/>
        </a:p>
      </dgm:t>
    </dgm:pt>
    <dgm:pt modelId="{52B06719-06B0-4605-A3D3-F6454D762216}" type="parTrans" cxnId="{2683BE4A-5EC7-47AC-866E-6A1FE6CBB320}">
      <dgm:prSet/>
      <dgm:spPr/>
      <dgm:t>
        <a:bodyPr/>
        <a:lstStyle/>
        <a:p>
          <a:endParaRPr lang="en-US"/>
        </a:p>
      </dgm:t>
    </dgm:pt>
    <dgm:pt modelId="{EAB0D11D-B95C-4F08-BD9E-7F1CFBBF4FA4}" type="sibTrans" cxnId="{2683BE4A-5EC7-47AC-866E-6A1FE6CBB320}">
      <dgm:prSet/>
      <dgm:spPr/>
      <dgm:t>
        <a:bodyPr/>
        <a:lstStyle/>
        <a:p>
          <a:endParaRPr lang="en-US"/>
        </a:p>
      </dgm:t>
    </dgm:pt>
    <dgm:pt modelId="{D257B8C7-2524-4182-A1D5-88B6791F69E0}">
      <dgm:prSet/>
      <dgm:spPr/>
      <dgm:t>
        <a:bodyPr/>
        <a:lstStyle/>
        <a:p>
          <a:r>
            <a:rPr lang="en-MY"/>
            <a:t>Performance bottlenecks</a:t>
          </a:r>
          <a:endParaRPr lang="en-US"/>
        </a:p>
      </dgm:t>
    </dgm:pt>
    <dgm:pt modelId="{A08A4B4C-ACEC-4E54-8EA7-5B7FD950AA6D}" type="parTrans" cxnId="{5358B94E-E9F9-4796-B0F3-929AF749A517}">
      <dgm:prSet/>
      <dgm:spPr/>
      <dgm:t>
        <a:bodyPr/>
        <a:lstStyle/>
        <a:p>
          <a:endParaRPr lang="en-US"/>
        </a:p>
      </dgm:t>
    </dgm:pt>
    <dgm:pt modelId="{DEB329E9-0AF4-4AE2-8684-AD91C610FAAE}" type="sibTrans" cxnId="{5358B94E-E9F9-4796-B0F3-929AF749A517}">
      <dgm:prSet/>
      <dgm:spPr/>
      <dgm:t>
        <a:bodyPr/>
        <a:lstStyle/>
        <a:p>
          <a:endParaRPr lang="en-US"/>
        </a:p>
      </dgm:t>
    </dgm:pt>
    <dgm:pt modelId="{50BB797B-736F-944B-979E-9B28E652ECEC}" type="pres">
      <dgm:prSet presAssocID="{FB1A956A-B360-4EC4-919F-43CC163FF051}" presName="linear" presStyleCnt="0">
        <dgm:presLayoutVars>
          <dgm:animLvl val="lvl"/>
          <dgm:resizeHandles val="exact"/>
        </dgm:presLayoutVars>
      </dgm:prSet>
      <dgm:spPr/>
    </dgm:pt>
    <dgm:pt modelId="{43C1BD91-FE10-5346-B1BC-0A83591125DB}" type="pres">
      <dgm:prSet presAssocID="{6BB76040-3046-459D-8DC1-73EA792EA8A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F5A3D99-550F-A440-9154-E0D1A7D92B91}" type="pres">
      <dgm:prSet presAssocID="{974B5A02-6EA7-4C65-B6FC-75CED2981BB4}" presName="spacer" presStyleCnt="0"/>
      <dgm:spPr/>
    </dgm:pt>
    <dgm:pt modelId="{F7288B03-965F-F64F-8052-BC073D0178E4}" type="pres">
      <dgm:prSet presAssocID="{DE766664-7E3B-4507-B9BF-AE5E2405F03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F6D591-7D0F-1C44-AE04-CE38D66697ED}" type="pres">
      <dgm:prSet presAssocID="{DE766664-7E3B-4507-B9BF-AE5E2405F03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8330108-2B55-BE4D-92DD-008AFC35F66F}" type="presOf" srcId="{6BB76040-3046-459D-8DC1-73EA792EA8A7}" destId="{43C1BD91-FE10-5346-B1BC-0A83591125DB}" srcOrd="0" destOrd="0" presId="urn:microsoft.com/office/officeart/2005/8/layout/vList2"/>
    <dgm:cxn modelId="{98FA140E-C913-4150-A222-085BE441C244}" srcId="{DE766664-7E3B-4507-B9BF-AE5E2405F03D}" destId="{9131AE81-F9C7-40DE-A103-4D46308ECC56}" srcOrd="0" destOrd="0" parTransId="{A58DB209-CD53-49B3-8658-893ED3560D6A}" sibTransId="{530C985F-2CBA-44ED-A84C-011ADD9736AE}"/>
    <dgm:cxn modelId="{17A3D711-DE2D-CB4D-BAAF-14AA37126D25}" type="presOf" srcId="{D257B8C7-2524-4182-A1D5-88B6791F69E0}" destId="{86F6D591-7D0F-1C44-AE04-CE38D66697ED}" srcOrd="0" destOrd="2" presId="urn:microsoft.com/office/officeart/2005/8/layout/vList2"/>
    <dgm:cxn modelId="{6A374226-473A-41FE-A559-24BB2A535E0D}" srcId="{FB1A956A-B360-4EC4-919F-43CC163FF051}" destId="{6BB76040-3046-459D-8DC1-73EA792EA8A7}" srcOrd="0" destOrd="0" parTransId="{F0E757B7-D2FA-44E8-8D4F-F5AF51D9CB24}" sibTransId="{974B5A02-6EA7-4C65-B6FC-75CED2981BB4}"/>
    <dgm:cxn modelId="{172D562C-DE53-324C-8043-B55837A0FA46}" type="presOf" srcId="{9131AE81-F9C7-40DE-A103-4D46308ECC56}" destId="{86F6D591-7D0F-1C44-AE04-CE38D66697ED}" srcOrd="0" destOrd="0" presId="urn:microsoft.com/office/officeart/2005/8/layout/vList2"/>
    <dgm:cxn modelId="{E159BC38-DD96-884F-8D2D-1096C51E141A}" type="presOf" srcId="{674924AD-0C89-4319-84A7-3BD276E18823}" destId="{86F6D591-7D0F-1C44-AE04-CE38D66697ED}" srcOrd="0" destOrd="1" presId="urn:microsoft.com/office/officeart/2005/8/layout/vList2"/>
    <dgm:cxn modelId="{2683BE4A-5EC7-47AC-866E-6A1FE6CBB320}" srcId="{DE766664-7E3B-4507-B9BF-AE5E2405F03D}" destId="{674924AD-0C89-4319-84A7-3BD276E18823}" srcOrd="1" destOrd="0" parTransId="{52B06719-06B0-4605-A3D3-F6454D762216}" sibTransId="{EAB0D11D-B95C-4F08-BD9E-7F1CFBBF4FA4}"/>
    <dgm:cxn modelId="{5358B94E-E9F9-4796-B0F3-929AF749A517}" srcId="{DE766664-7E3B-4507-B9BF-AE5E2405F03D}" destId="{D257B8C7-2524-4182-A1D5-88B6791F69E0}" srcOrd="2" destOrd="0" parTransId="{A08A4B4C-ACEC-4E54-8EA7-5B7FD950AA6D}" sibTransId="{DEB329E9-0AF4-4AE2-8684-AD91C610FAAE}"/>
    <dgm:cxn modelId="{F02A6D5D-D149-9B46-AE44-1E8F6B53C020}" type="presOf" srcId="{DE766664-7E3B-4507-B9BF-AE5E2405F03D}" destId="{F7288B03-965F-F64F-8052-BC073D0178E4}" srcOrd="0" destOrd="0" presId="urn:microsoft.com/office/officeart/2005/8/layout/vList2"/>
    <dgm:cxn modelId="{A84045AA-E1FB-0E44-88EE-9AE2CB1C6075}" type="presOf" srcId="{FB1A956A-B360-4EC4-919F-43CC163FF051}" destId="{50BB797B-736F-944B-979E-9B28E652ECEC}" srcOrd="0" destOrd="0" presId="urn:microsoft.com/office/officeart/2005/8/layout/vList2"/>
    <dgm:cxn modelId="{173063AD-8786-4F75-8A59-BE27E5AE864D}" srcId="{FB1A956A-B360-4EC4-919F-43CC163FF051}" destId="{DE766664-7E3B-4507-B9BF-AE5E2405F03D}" srcOrd="1" destOrd="0" parTransId="{ABF3C7A7-9371-4DAB-B719-25F5AA0A95F2}" sibTransId="{DFC73782-BB82-4149-A6E0-B348BC05200F}"/>
    <dgm:cxn modelId="{2A84606A-E644-F449-ABFF-E4034EFA9C18}" type="presParOf" srcId="{50BB797B-736F-944B-979E-9B28E652ECEC}" destId="{43C1BD91-FE10-5346-B1BC-0A83591125DB}" srcOrd="0" destOrd="0" presId="urn:microsoft.com/office/officeart/2005/8/layout/vList2"/>
    <dgm:cxn modelId="{0D88320E-F5D3-AC4F-8675-F927F7F6E62E}" type="presParOf" srcId="{50BB797B-736F-944B-979E-9B28E652ECEC}" destId="{5F5A3D99-550F-A440-9154-E0D1A7D92B91}" srcOrd="1" destOrd="0" presId="urn:microsoft.com/office/officeart/2005/8/layout/vList2"/>
    <dgm:cxn modelId="{1F05118D-BAFD-0C46-B745-E0A8051B6D32}" type="presParOf" srcId="{50BB797B-736F-944B-979E-9B28E652ECEC}" destId="{F7288B03-965F-F64F-8052-BC073D0178E4}" srcOrd="2" destOrd="0" presId="urn:microsoft.com/office/officeart/2005/8/layout/vList2"/>
    <dgm:cxn modelId="{3F8047EC-3D2E-B440-897F-ADFA30E532CF}" type="presParOf" srcId="{50BB797B-736F-944B-979E-9B28E652ECEC}" destId="{86F6D591-7D0F-1C44-AE04-CE38D66697E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AAB0CC-1782-4F08-B70A-7116D1F92A0E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F2FFF65-8C6D-4B6D-95B9-856CB4C33DE5}">
      <dgm:prSet/>
      <dgm:spPr/>
      <dgm:t>
        <a:bodyPr/>
        <a:lstStyle/>
        <a:p>
          <a:r>
            <a:rPr lang="en-MY"/>
            <a:t>Arise from poor planning or execution.</a:t>
          </a:r>
          <a:endParaRPr lang="en-US"/>
        </a:p>
      </dgm:t>
    </dgm:pt>
    <dgm:pt modelId="{5F3D12AA-49AB-42D8-B199-DB7F5A3B7F9A}" type="parTrans" cxnId="{45817B05-1547-4B19-AC93-D46DF079B4A8}">
      <dgm:prSet/>
      <dgm:spPr/>
      <dgm:t>
        <a:bodyPr/>
        <a:lstStyle/>
        <a:p>
          <a:endParaRPr lang="en-US"/>
        </a:p>
      </dgm:t>
    </dgm:pt>
    <dgm:pt modelId="{D55653B0-F257-40F3-A874-B6500D0F084C}" type="sibTrans" cxnId="{45817B05-1547-4B19-AC93-D46DF079B4A8}">
      <dgm:prSet/>
      <dgm:spPr/>
      <dgm:t>
        <a:bodyPr/>
        <a:lstStyle/>
        <a:p>
          <a:endParaRPr lang="en-US"/>
        </a:p>
      </dgm:t>
    </dgm:pt>
    <dgm:pt modelId="{20B1C5AA-9B73-4674-A9CB-DA2B76D33C77}">
      <dgm:prSet/>
      <dgm:spPr/>
      <dgm:t>
        <a:bodyPr/>
        <a:lstStyle/>
        <a:p>
          <a:r>
            <a:rPr lang="en-MY"/>
            <a:t>Examples:</a:t>
          </a:r>
          <a:endParaRPr lang="en-US"/>
        </a:p>
      </dgm:t>
    </dgm:pt>
    <dgm:pt modelId="{621BA2F8-4AF9-4032-9158-86EF7A1871FF}" type="parTrans" cxnId="{263A74F4-A514-4340-9E6F-9B466FAF42F8}">
      <dgm:prSet/>
      <dgm:spPr/>
      <dgm:t>
        <a:bodyPr/>
        <a:lstStyle/>
        <a:p>
          <a:endParaRPr lang="en-US"/>
        </a:p>
      </dgm:t>
    </dgm:pt>
    <dgm:pt modelId="{6C3D4BF3-DE96-4E12-87E5-617B1263FBB7}" type="sibTrans" cxnId="{263A74F4-A514-4340-9E6F-9B466FAF42F8}">
      <dgm:prSet/>
      <dgm:spPr/>
      <dgm:t>
        <a:bodyPr/>
        <a:lstStyle/>
        <a:p>
          <a:endParaRPr lang="en-US"/>
        </a:p>
      </dgm:t>
    </dgm:pt>
    <dgm:pt modelId="{30115D16-122B-4E7B-ABA4-06EF36D55190}">
      <dgm:prSet/>
      <dgm:spPr/>
      <dgm:t>
        <a:bodyPr/>
        <a:lstStyle/>
        <a:p>
          <a:r>
            <a:rPr lang="en-MY"/>
            <a:t>Inaccurate time/cost estimates</a:t>
          </a:r>
          <a:endParaRPr lang="en-US"/>
        </a:p>
      </dgm:t>
    </dgm:pt>
    <dgm:pt modelId="{BDB9654B-5A51-4110-B628-04C7D7D8BDCF}" type="parTrans" cxnId="{91FFC7FA-9120-4D1E-9C46-CDC24D0E05BF}">
      <dgm:prSet/>
      <dgm:spPr/>
      <dgm:t>
        <a:bodyPr/>
        <a:lstStyle/>
        <a:p>
          <a:endParaRPr lang="en-US"/>
        </a:p>
      </dgm:t>
    </dgm:pt>
    <dgm:pt modelId="{38378441-B886-4D8F-A550-BBBEBCB4B29E}" type="sibTrans" cxnId="{91FFC7FA-9120-4D1E-9C46-CDC24D0E05BF}">
      <dgm:prSet/>
      <dgm:spPr/>
      <dgm:t>
        <a:bodyPr/>
        <a:lstStyle/>
        <a:p>
          <a:endParaRPr lang="en-US"/>
        </a:p>
      </dgm:t>
    </dgm:pt>
    <dgm:pt modelId="{B5D7C39F-1238-4650-B610-38DD4FB2503C}">
      <dgm:prSet/>
      <dgm:spPr/>
      <dgm:t>
        <a:bodyPr/>
        <a:lstStyle/>
        <a:p>
          <a:r>
            <a:rPr lang="en-MY"/>
            <a:t>Scope creep</a:t>
          </a:r>
          <a:endParaRPr lang="en-US"/>
        </a:p>
      </dgm:t>
    </dgm:pt>
    <dgm:pt modelId="{8726F943-70DF-481F-B87F-DD0101165922}" type="parTrans" cxnId="{7DA91D7C-E15B-4AEE-AF56-0A8E03C04C5E}">
      <dgm:prSet/>
      <dgm:spPr/>
      <dgm:t>
        <a:bodyPr/>
        <a:lstStyle/>
        <a:p>
          <a:endParaRPr lang="en-US"/>
        </a:p>
      </dgm:t>
    </dgm:pt>
    <dgm:pt modelId="{1A088769-B00B-4169-B8CE-916452AEF530}" type="sibTrans" cxnId="{7DA91D7C-E15B-4AEE-AF56-0A8E03C04C5E}">
      <dgm:prSet/>
      <dgm:spPr/>
      <dgm:t>
        <a:bodyPr/>
        <a:lstStyle/>
        <a:p>
          <a:endParaRPr lang="en-US"/>
        </a:p>
      </dgm:t>
    </dgm:pt>
    <dgm:pt modelId="{8866AFCB-BD24-4C8D-B626-713735D18C3A}">
      <dgm:prSet/>
      <dgm:spPr/>
      <dgm:t>
        <a:bodyPr/>
        <a:lstStyle/>
        <a:p>
          <a:r>
            <a:rPr lang="en-MY"/>
            <a:t>Resource misallocation</a:t>
          </a:r>
          <a:endParaRPr lang="en-US"/>
        </a:p>
      </dgm:t>
    </dgm:pt>
    <dgm:pt modelId="{8D452684-7C0E-42BA-A647-D368E867D66A}" type="parTrans" cxnId="{951FEC31-9775-4E4B-8CBB-6BD4045475A0}">
      <dgm:prSet/>
      <dgm:spPr/>
      <dgm:t>
        <a:bodyPr/>
        <a:lstStyle/>
        <a:p>
          <a:endParaRPr lang="en-US"/>
        </a:p>
      </dgm:t>
    </dgm:pt>
    <dgm:pt modelId="{71FF9992-EF00-476D-9020-DE18EC4BA9DD}" type="sibTrans" cxnId="{951FEC31-9775-4E4B-8CBB-6BD4045475A0}">
      <dgm:prSet/>
      <dgm:spPr/>
      <dgm:t>
        <a:bodyPr/>
        <a:lstStyle/>
        <a:p>
          <a:endParaRPr lang="en-US"/>
        </a:p>
      </dgm:t>
    </dgm:pt>
    <dgm:pt modelId="{2E53C03A-39D8-F844-80F5-BDDF9F58F455}" type="pres">
      <dgm:prSet presAssocID="{B7AAB0CC-1782-4F08-B70A-7116D1F92A0E}" presName="linear" presStyleCnt="0">
        <dgm:presLayoutVars>
          <dgm:dir/>
          <dgm:animLvl val="lvl"/>
          <dgm:resizeHandles val="exact"/>
        </dgm:presLayoutVars>
      </dgm:prSet>
      <dgm:spPr/>
    </dgm:pt>
    <dgm:pt modelId="{058DD9D3-DCF4-D44A-8C0C-1B5C52DC9CA9}" type="pres">
      <dgm:prSet presAssocID="{CF2FFF65-8C6D-4B6D-95B9-856CB4C33DE5}" presName="parentLin" presStyleCnt="0"/>
      <dgm:spPr/>
    </dgm:pt>
    <dgm:pt modelId="{F05BCDAF-AF60-E647-82FF-4F492508D84F}" type="pres">
      <dgm:prSet presAssocID="{CF2FFF65-8C6D-4B6D-95B9-856CB4C33DE5}" presName="parentLeftMargin" presStyleLbl="node1" presStyleIdx="0" presStyleCnt="2"/>
      <dgm:spPr/>
    </dgm:pt>
    <dgm:pt modelId="{B566E671-545A-EE44-A83B-9BED8F3A414A}" type="pres">
      <dgm:prSet presAssocID="{CF2FFF65-8C6D-4B6D-95B9-856CB4C33DE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50BB72-DBBC-1D42-8556-D64D64232DB4}" type="pres">
      <dgm:prSet presAssocID="{CF2FFF65-8C6D-4B6D-95B9-856CB4C33DE5}" presName="negativeSpace" presStyleCnt="0"/>
      <dgm:spPr/>
    </dgm:pt>
    <dgm:pt modelId="{C3D02C18-F03D-9A4B-86F0-40BAB032FC3A}" type="pres">
      <dgm:prSet presAssocID="{CF2FFF65-8C6D-4B6D-95B9-856CB4C33DE5}" presName="childText" presStyleLbl="conFgAcc1" presStyleIdx="0" presStyleCnt="2">
        <dgm:presLayoutVars>
          <dgm:bulletEnabled val="1"/>
        </dgm:presLayoutVars>
      </dgm:prSet>
      <dgm:spPr/>
    </dgm:pt>
    <dgm:pt modelId="{43EC47E8-53BB-C747-823D-E769FBFB5DBB}" type="pres">
      <dgm:prSet presAssocID="{D55653B0-F257-40F3-A874-B6500D0F084C}" presName="spaceBetweenRectangles" presStyleCnt="0"/>
      <dgm:spPr/>
    </dgm:pt>
    <dgm:pt modelId="{6643542B-DD8A-6441-89F7-416C39AF30C7}" type="pres">
      <dgm:prSet presAssocID="{20B1C5AA-9B73-4674-A9CB-DA2B76D33C77}" presName="parentLin" presStyleCnt="0"/>
      <dgm:spPr/>
    </dgm:pt>
    <dgm:pt modelId="{CC0A1F27-877A-404A-AD6B-FE4F49228315}" type="pres">
      <dgm:prSet presAssocID="{20B1C5AA-9B73-4674-A9CB-DA2B76D33C77}" presName="parentLeftMargin" presStyleLbl="node1" presStyleIdx="0" presStyleCnt="2"/>
      <dgm:spPr/>
    </dgm:pt>
    <dgm:pt modelId="{6FF7A78C-38A2-6946-BE8A-47336AF4AB6F}" type="pres">
      <dgm:prSet presAssocID="{20B1C5AA-9B73-4674-A9CB-DA2B76D33C7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A5A80CA-31B4-2543-BCE5-4539F8F37C16}" type="pres">
      <dgm:prSet presAssocID="{20B1C5AA-9B73-4674-A9CB-DA2B76D33C77}" presName="negativeSpace" presStyleCnt="0"/>
      <dgm:spPr/>
    </dgm:pt>
    <dgm:pt modelId="{6BF0D55C-2814-1548-83F4-4C59DB061161}" type="pres">
      <dgm:prSet presAssocID="{20B1C5AA-9B73-4674-A9CB-DA2B76D33C7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5817B05-1547-4B19-AC93-D46DF079B4A8}" srcId="{B7AAB0CC-1782-4F08-B70A-7116D1F92A0E}" destId="{CF2FFF65-8C6D-4B6D-95B9-856CB4C33DE5}" srcOrd="0" destOrd="0" parTransId="{5F3D12AA-49AB-42D8-B199-DB7F5A3B7F9A}" sibTransId="{D55653B0-F257-40F3-A874-B6500D0F084C}"/>
    <dgm:cxn modelId="{951FEC31-9775-4E4B-8CBB-6BD4045475A0}" srcId="{20B1C5AA-9B73-4674-A9CB-DA2B76D33C77}" destId="{8866AFCB-BD24-4C8D-B626-713735D18C3A}" srcOrd="2" destOrd="0" parTransId="{8D452684-7C0E-42BA-A647-D368E867D66A}" sibTransId="{71FF9992-EF00-476D-9020-DE18EC4BA9DD}"/>
    <dgm:cxn modelId="{B4B60155-0DD1-B248-AFF3-F6ADBE82D137}" type="presOf" srcId="{8866AFCB-BD24-4C8D-B626-713735D18C3A}" destId="{6BF0D55C-2814-1548-83F4-4C59DB061161}" srcOrd="0" destOrd="2" presId="urn:microsoft.com/office/officeart/2005/8/layout/list1"/>
    <dgm:cxn modelId="{E4D0006B-7888-3D45-A41E-DCBA29B9B070}" type="presOf" srcId="{CF2FFF65-8C6D-4B6D-95B9-856CB4C33DE5}" destId="{B566E671-545A-EE44-A83B-9BED8F3A414A}" srcOrd="1" destOrd="0" presId="urn:microsoft.com/office/officeart/2005/8/layout/list1"/>
    <dgm:cxn modelId="{7DA91D7C-E15B-4AEE-AF56-0A8E03C04C5E}" srcId="{20B1C5AA-9B73-4674-A9CB-DA2B76D33C77}" destId="{B5D7C39F-1238-4650-B610-38DD4FB2503C}" srcOrd="1" destOrd="0" parTransId="{8726F943-70DF-481F-B87F-DD0101165922}" sibTransId="{1A088769-B00B-4169-B8CE-916452AEF530}"/>
    <dgm:cxn modelId="{AED0537D-8CB4-E24B-9FF1-9406A090E548}" type="presOf" srcId="{20B1C5AA-9B73-4674-A9CB-DA2B76D33C77}" destId="{CC0A1F27-877A-404A-AD6B-FE4F49228315}" srcOrd="0" destOrd="0" presId="urn:microsoft.com/office/officeart/2005/8/layout/list1"/>
    <dgm:cxn modelId="{9D369FB1-562A-3349-88C4-94F6F2E99CD5}" type="presOf" srcId="{20B1C5AA-9B73-4674-A9CB-DA2B76D33C77}" destId="{6FF7A78C-38A2-6946-BE8A-47336AF4AB6F}" srcOrd="1" destOrd="0" presId="urn:microsoft.com/office/officeart/2005/8/layout/list1"/>
    <dgm:cxn modelId="{2F97AAD4-1D6E-6B4D-A151-2FFB4A87FB04}" type="presOf" srcId="{CF2FFF65-8C6D-4B6D-95B9-856CB4C33DE5}" destId="{F05BCDAF-AF60-E647-82FF-4F492508D84F}" srcOrd="0" destOrd="0" presId="urn:microsoft.com/office/officeart/2005/8/layout/list1"/>
    <dgm:cxn modelId="{54976BDD-CE52-C248-8194-3E986DB93ECD}" type="presOf" srcId="{30115D16-122B-4E7B-ABA4-06EF36D55190}" destId="{6BF0D55C-2814-1548-83F4-4C59DB061161}" srcOrd="0" destOrd="0" presId="urn:microsoft.com/office/officeart/2005/8/layout/list1"/>
    <dgm:cxn modelId="{349CE8E8-82AE-164D-8D86-EB70A6E5B50E}" type="presOf" srcId="{B5D7C39F-1238-4650-B610-38DD4FB2503C}" destId="{6BF0D55C-2814-1548-83F4-4C59DB061161}" srcOrd="0" destOrd="1" presId="urn:microsoft.com/office/officeart/2005/8/layout/list1"/>
    <dgm:cxn modelId="{263A74F4-A514-4340-9E6F-9B466FAF42F8}" srcId="{B7AAB0CC-1782-4F08-B70A-7116D1F92A0E}" destId="{20B1C5AA-9B73-4674-A9CB-DA2B76D33C77}" srcOrd="1" destOrd="0" parTransId="{621BA2F8-4AF9-4032-9158-86EF7A1871FF}" sibTransId="{6C3D4BF3-DE96-4E12-87E5-617B1263FBB7}"/>
    <dgm:cxn modelId="{91FFC7FA-9120-4D1E-9C46-CDC24D0E05BF}" srcId="{20B1C5AA-9B73-4674-A9CB-DA2B76D33C77}" destId="{30115D16-122B-4E7B-ABA4-06EF36D55190}" srcOrd="0" destOrd="0" parTransId="{BDB9654B-5A51-4110-B628-04C7D7D8BDCF}" sibTransId="{38378441-B886-4D8F-A550-BBBEBCB4B29E}"/>
    <dgm:cxn modelId="{5921AAFC-2384-2940-914C-BC1A31F982E5}" type="presOf" srcId="{B7AAB0CC-1782-4F08-B70A-7116D1F92A0E}" destId="{2E53C03A-39D8-F844-80F5-BDDF9F58F455}" srcOrd="0" destOrd="0" presId="urn:microsoft.com/office/officeart/2005/8/layout/list1"/>
    <dgm:cxn modelId="{96EF9AA4-E5F7-FA46-AD52-A79C64AAC572}" type="presParOf" srcId="{2E53C03A-39D8-F844-80F5-BDDF9F58F455}" destId="{058DD9D3-DCF4-D44A-8C0C-1B5C52DC9CA9}" srcOrd="0" destOrd="0" presId="urn:microsoft.com/office/officeart/2005/8/layout/list1"/>
    <dgm:cxn modelId="{CCDBBBE4-8112-3A4C-8C3A-543C72D26AF4}" type="presParOf" srcId="{058DD9D3-DCF4-D44A-8C0C-1B5C52DC9CA9}" destId="{F05BCDAF-AF60-E647-82FF-4F492508D84F}" srcOrd="0" destOrd="0" presId="urn:microsoft.com/office/officeart/2005/8/layout/list1"/>
    <dgm:cxn modelId="{DDA22ED9-331E-384B-829F-FB47FCA3DCB3}" type="presParOf" srcId="{058DD9D3-DCF4-D44A-8C0C-1B5C52DC9CA9}" destId="{B566E671-545A-EE44-A83B-9BED8F3A414A}" srcOrd="1" destOrd="0" presId="urn:microsoft.com/office/officeart/2005/8/layout/list1"/>
    <dgm:cxn modelId="{EF8003EB-2AC2-E548-AF30-6AA3AA476FCC}" type="presParOf" srcId="{2E53C03A-39D8-F844-80F5-BDDF9F58F455}" destId="{7150BB72-DBBC-1D42-8556-D64D64232DB4}" srcOrd="1" destOrd="0" presId="urn:microsoft.com/office/officeart/2005/8/layout/list1"/>
    <dgm:cxn modelId="{FC49BA8E-9BBF-5640-A9A0-BF50437E72E9}" type="presParOf" srcId="{2E53C03A-39D8-F844-80F5-BDDF9F58F455}" destId="{C3D02C18-F03D-9A4B-86F0-40BAB032FC3A}" srcOrd="2" destOrd="0" presId="urn:microsoft.com/office/officeart/2005/8/layout/list1"/>
    <dgm:cxn modelId="{B08E9C34-F7E6-E848-8C94-B8DC54ECB010}" type="presParOf" srcId="{2E53C03A-39D8-F844-80F5-BDDF9F58F455}" destId="{43EC47E8-53BB-C747-823D-E769FBFB5DBB}" srcOrd="3" destOrd="0" presId="urn:microsoft.com/office/officeart/2005/8/layout/list1"/>
    <dgm:cxn modelId="{96E3C413-A4A1-C242-9693-8EC80AA03D0E}" type="presParOf" srcId="{2E53C03A-39D8-F844-80F5-BDDF9F58F455}" destId="{6643542B-DD8A-6441-89F7-416C39AF30C7}" srcOrd="4" destOrd="0" presId="urn:microsoft.com/office/officeart/2005/8/layout/list1"/>
    <dgm:cxn modelId="{69BAFD7D-1B98-3148-A9F8-A4191CA5FE98}" type="presParOf" srcId="{6643542B-DD8A-6441-89F7-416C39AF30C7}" destId="{CC0A1F27-877A-404A-AD6B-FE4F49228315}" srcOrd="0" destOrd="0" presId="urn:microsoft.com/office/officeart/2005/8/layout/list1"/>
    <dgm:cxn modelId="{CA6A27C9-D3FE-A042-BD73-F2BB1D06F0FB}" type="presParOf" srcId="{6643542B-DD8A-6441-89F7-416C39AF30C7}" destId="{6FF7A78C-38A2-6946-BE8A-47336AF4AB6F}" srcOrd="1" destOrd="0" presId="urn:microsoft.com/office/officeart/2005/8/layout/list1"/>
    <dgm:cxn modelId="{C54C320D-5357-0745-B929-4EEE9DF80756}" type="presParOf" srcId="{2E53C03A-39D8-F844-80F5-BDDF9F58F455}" destId="{2A5A80CA-31B4-2543-BCE5-4539F8F37C16}" srcOrd="5" destOrd="0" presId="urn:microsoft.com/office/officeart/2005/8/layout/list1"/>
    <dgm:cxn modelId="{40D4FF00-8B46-F648-AE0D-2C6F4F10BC06}" type="presParOf" srcId="{2E53C03A-39D8-F844-80F5-BDDF9F58F455}" destId="{6BF0D55C-2814-1548-83F4-4C59DB06116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4FD003-89AF-455C-8062-925BCEA4ECE2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9C6FDA9-7CCC-4000-9A64-B16951A7265B}">
      <dgm:prSet/>
      <dgm:spPr/>
      <dgm:t>
        <a:bodyPr/>
        <a:lstStyle/>
        <a:p>
          <a:r>
            <a:rPr lang="en-MY"/>
            <a:t>Stem from internal company issues.</a:t>
          </a:r>
          <a:endParaRPr lang="en-US"/>
        </a:p>
      </dgm:t>
    </dgm:pt>
    <dgm:pt modelId="{6A5A7C84-1B5B-4236-B558-28E805A6387F}" type="parTrans" cxnId="{7FA490AE-EACD-44EC-B40B-A1D505C58166}">
      <dgm:prSet/>
      <dgm:spPr/>
      <dgm:t>
        <a:bodyPr/>
        <a:lstStyle/>
        <a:p>
          <a:endParaRPr lang="en-US"/>
        </a:p>
      </dgm:t>
    </dgm:pt>
    <dgm:pt modelId="{6CCF0AE1-AC80-440C-925A-39F28CCBBDEF}" type="sibTrans" cxnId="{7FA490AE-EACD-44EC-B40B-A1D505C58166}">
      <dgm:prSet/>
      <dgm:spPr/>
      <dgm:t>
        <a:bodyPr/>
        <a:lstStyle/>
        <a:p>
          <a:endParaRPr lang="en-US"/>
        </a:p>
      </dgm:t>
    </dgm:pt>
    <dgm:pt modelId="{4C59C39F-AECD-4172-9942-B233CB9745EC}">
      <dgm:prSet/>
      <dgm:spPr/>
      <dgm:t>
        <a:bodyPr/>
        <a:lstStyle/>
        <a:p>
          <a:r>
            <a:rPr lang="en-MY"/>
            <a:t>Examples:</a:t>
          </a:r>
          <a:endParaRPr lang="en-US"/>
        </a:p>
      </dgm:t>
    </dgm:pt>
    <dgm:pt modelId="{96BD54B8-87C5-403B-ADDE-0F1EDF759155}" type="parTrans" cxnId="{8DA3D896-B91D-4A93-B5A8-10CFB0A070D7}">
      <dgm:prSet/>
      <dgm:spPr/>
      <dgm:t>
        <a:bodyPr/>
        <a:lstStyle/>
        <a:p>
          <a:endParaRPr lang="en-US"/>
        </a:p>
      </dgm:t>
    </dgm:pt>
    <dgm:pt modelId="{CC733FCF-6976-4B58-A8D5-CBD4B5B4E784}" type="sibTrans" cxnId="{8DA3D896-B91D-4A93-B5A8-10CFB0A070D7}">
      <dgm:prSet/>
      <dgm:spPr/>
      <dgm:t>
        <a:bodyPr/>
        <a:lstStyle/>
        <a:p>
          <a:endParaRPr lang="en-US"/>
        </a:p>
      </dgm:t>
    </dgm:pt>
    <dgm:pt modelId="{62F271A9-5EE2-4414-8D37-EA1BD03829F1}">
      <dgm:prSet/>
      <dgm:spPr/>
      <dgm:t>
        <a:bodyPr/>
        <a:lstStyle/>
        <a:p>
          <a:r>
            <a:rPr lang="en-MY"/>
            <a:t>Staff turnover</a:t>
          </a:r>
          <a:endParaRPr lang="en-US"/>
        </a:p>
      </dgm:t>
    </dgm:pt>
    <dgm:pt modelId="{9930D0FE-8B9E-4331-82BC-0DC1B5A9FE19}" type="parTrans" cxnId="{3B7AF5CD-2838-48B7-920F-8ACD4152443E}">
      <dgm:prSet/>
      <dgm:spPr/>
      <dgm:t>
        <a:bodyPr/>
        <a:lstStyle/>
        <a:p>
          <a:endParaRPr lang="en-US"/>
        </a:p>
      </dgm:t>
    </dgm:pt>
    <dgm:pt modelId="{E84E2D0B-34D2-42D1-8753-2AE52BBBC712}" type="sibTrans" cxnId="{3B7AF5CD-2838-48B7-920F-8ACD4152443E}">
      <dgm:prSet/>
      <dgm:spPr/>
      <dgm:t>
        <a:bodyPr/>
        <a:lstStyle/>
        <a:p>
          <a:endParaRPr lang="en-US"/>
        </a:p>
      </dgm:t>
    </dgm:pt>
    <dgm:pt modelId="{7CA31E03-3CF5-488F-83D1-09747D97B1CA}">
      <dgm:prSet/>
      <dgm:spPr/>
      <dgm:t>
        <a:bodyPr/>
        <a:lstStyle/>
        <a:p>
          <a:r>
            <a:rPr lang="en-MY"/>
            <a:t>Lack of stakeholder support</a:t>
          </a:r>
          <a:endParaRPr lang="en-US"/>
        </a:p>
      </dgm:t>
    </dgm:pt>
    <dgm:pt modelId="{E28AA0AD-3CBB-45CD-B645-E37984A4B5F4}" type="parTrans" cxnId="{EB9A4B7B-B824-4688-A649-07845FDC8633}">
      <dgm:prSet/>
      <dgm:spPr/>
      <dgm:t>
        <a:bodyPr/>
        <a:lstStyle/>
        <a:p>
          <a:endParaRPr lang="en-US"/>
        </a:p>
      </dgm:t>
    </dgm:pt>
    <dgm:pt modelId="{35A0936B-C1C5-4D7D-8507-0B7D45F8546D}" type="sibTrans" cxnId="{EB9A4B7B-B824-4688-A649-07845FDC8633}">
      <dgm:prSet/>
      <dgm:spPr/>
      <dgm:t>
        <a:bodyPr/>
        <a:lstStyle/>
        <a:p>
          <a:endParaRPr lang="en-US"/>
        </a:p>
      </dgm:t>
    </dgm:pt>
    <dgm:pt modelId="{69C8E132-CE59-4BC6-853C-91E376B5BE7B}">
      <dgm:prSet/>
      <dgm:spPr/>
      <dgm:t>
        <a:bodyPr/>
        <a:lstStyle/>
        <a:p>
          <a:r>
            <a:rPr lang="en-MY"/>
            <a:t>Conflicting priorities</a:t>
          </a:r>
          <a:endParaRPr lang="en-US"/>
        </a:p>
      </dgm:t>
    </dgm:pt>
    <dgm:pt modelId="{BD377842-6E38-4E2C-A2E7-0B2657B6BCFD}" type="parTrans" cxnId="{CC1862C6-96B1-4798-A525-88170A479FE9}">
      <dgm:prSet/>
      <dgm:spPr/>
      <dgm:t>
        <a:bodyPr/>
        <a:lstStyle/>
        <a:p>
          <a:endParaRPr lang="en-US"/>
        </a:p>
      </dgm:t>
    </dgm:pt>
    <dgm:pt modelId="{240C008F-2C1D-4152-89A3-5D0AC99CB993}" type="sibTrans" cxnId="{CC1862C6-96B1-4798-A525-88170A479FE9}">
      <dgm:prSet/>
      <dgm:spPr/>
      <dgm:t>
        <a:bodyPr/>
        <a:lstStyle/>
        <a:p>
          <a:endParaRPr lang="en-US"/>
        </a:p>
      </dgm:t>
    </dgm:pt>
    <dgm:pt modelId="{F5E892B8-8D8E-FF4E-BC42-51567AC44BF1}" type="pres">
      <dgm:prSet presAssocID="{404FD003-89AF-455C-8062-925BCEA4ECE2}" presName="linear" presStyleCnt="0">
        <dgm:presLayoutVars>
          <dgm:dir/>
          <dgm:animLvl val="lvl"/>
          <dgm:resizeHandles val="exact"/>
        </dgm:presLayoutVars>
      </dgm:prSet>
      <dgm:spPr/>
    </dgm:pt>
    <dgm:pt modelId="{837B27B5-594F-C348-B59C-E6CB57EEED65}" type="pres">
      <dgm:prSet presAssocID="{F9C6FDA9-7CCC-4000-9A64-B16951A7265B}" presName="parentLin" presStyleCnt="0"/>
      <dgm:spPr/>
    </dgm:pt>
    <dgm:pt modelId="{1B234E52-D0DD-C249-B215-0D334F265388}" type="pres">
      <dgm:prSet presAssocID="{F9C6FDA9-7CCC-4000-9A64-B16951A7265B}" presName="parentLeftMargin" presStyleLbl="node1" presStyleIdx="0" presStyleCnt="2"/>
      <dgm:spPr/>
    </dgm:pt>
    <dgm:pt modelId="{D12D1348-7517-2B4D-A872-B20AA261FFED}" type="pres">
      <dgm:prSet presAssocID="{F9C6FDA9-7CCC-4000-9A64-B16951A726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E7D85D9-41B5-1346-A826-CD713F8EAEE6}" type="pres">
      <dgm:prSet presAssocID="{F9C6FDA9-7CCC-4000-9A64-B16951A7265B}" presName="negativeSpace" presStyleCnt="0"/>
      <dgm:spPr/>
    </dgm:pt>
    <dgm:pt modelId="{C35335EA-55E0-6A4F-8D74-38D7C7FB0DFC}" type="pres">
      <dgm:prSet presAssocID="{F9C6FDA9-7CCC-4000-9A64-B16951A7265B}" presName="childText" presStyleLbl="conFgAcc1" presStyleIdx="0" presStyleCnt="2">
        <dgm:presLayoutVars>
          <dgm:bulletEnabled val="1"/>
        </dgm:presLayoutVars>
      </dgm:prSet>
      <dgm:spPr/>
    </dgm:pt>
    <dgm:pt modelId="{CEBD61E2-0191-024E-BAD5-CED386182A1A}" type="pres">
      <dgm:prSet presAssocID="{6CCF0AE1-AC80-440C-925A-39F28CCBBDEF}" presName="spaceBetweenRectangles" presStyleCnt="0"/>
      <dgm:spPr/>
    </dgm:pt>
    <dgm:pt modelId="{BE7C6DDF-3ECB-BC4A-9709-1C76AC219AB5}" type="pres">
      <dgm:prSet presAssocID="{4C59C39F-AECD-4172-9942-B233CB9745EC}" presName="parentLin" presStyleCnt="0"/>
      <dgm:spPr/>
    </dgm:pt>
    <dgm:pt modelId="{1945954F-76BE-124F-8B37-60AAF646E91B}" type="pres">
      <dgm:prSet presAssocID="{4C59C39F-AECD-4172-9942-B233CB9745EC}" presName="parentLeftMargin" presStyleLbl="node1" presStyleIdx="0" presStyleCnt="2"/>
      <dgm:spPr/>
    </dgm:pt>
    <dgm:pt modelId="{BA62158B-AD81-8B45-B022-90D738B2E44B}" type="pres">
      <dgm:prSet presAssocID="{4C59C39F-AECD-4172-9942-B233CB9745E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5C36322-5B78-0243-8BF1-1DF3082B84AB}" type="pres">
      <dgm:prSet presAssocID="{4C59C39F-AECD-4172-9942-B233CB9745EC}" presName="negativeSpace" presStyleCnt="0"/>
      <dgm:spPr/>
    </dgm:pt>
    <dgm:pt modelId="{3E1F09E1-76D2-724B-BD6B-64F755277A18}" type="pres">
      <dgm:prSet presAssocID="{4C59C39F-AECD-4172-9942-B233CB9745E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F04DF13-A434-8F46-AEFF-EF5F28C808BE}" type="presOf" srcId="{69C8E132-CE59-4BC6-853C-91E376B5BE7B}" destId="{3E1F09E1-76D2-724B-BD6B-64F755277A18}" srcOrd="0" destOrd="2" presId="urn:microsoft.com/office/officeart/2005/8/layout/list1"/>
    <dgm:cxn modelId="{9287961C-288E-C640-A46E-0296B4F4F090}" type="presOf" srcId="{4C59C39F-AECD-4172-9942-B233CB9745EC}" destId="{1945954F-76BE-124F-8B37-60AAF646E91B}" srcOrd="0" destOrd="0" presId="urn:microsoft.com/office/officeart/2005/8/layout/list1"/>
    <dgm:cxn modelId="{157A7629-3510-FE4F-A013-4B2C24A527EC}" type="presOf" srcId="{404FD003-89AF-455C-8062-925BCEA4ECE2}" destId="{F5E892B8-8D8E-FF4E-BC42-51567AC44BF1}" srcOrd="0" destOrd="0" presId="urn:microsoft.com/office/officeart/2005/8/layout/list1"/>
    <dgm:cxn modelId="{639A174F-375F-B44D-A727-7E3C616C78EA}" type="presOf" srcId="{7CA31E03-3CF5-488F-83D1-09747D97B1CA}" destId="{3E1F09E1-76D2-724B-BD6B-64F755277A18}" srcOrd="0" destOrd="1" presId="urn:microsoft.com/office/officeart/2005/8/layout/list1"/>
    <dgm:cxn modelId="{28BE3450-F9C0-C34E-8932-7814B1C23808}" type="presOf" srcId="{F9C6FDA9-7CCC-4000-9A64-B16951A7265B}" destId="{D12D1348-7517-2B4D-A872-B20AA261FFED}" srcOrd="1" destOrd="0" presId="urn:microsoft.com/office/officeart/2005/8/layout/list1"/>
    <dgm:cxn modelId="{EB9A4B7B-B824-4688-A649-07845FDC8633}" srcId="{4C59C39F-AECD-4172-9942-B233CB9745EC}" destId="{7CA31E03-3CF5-488F-83D1-09747D97B1CA}" srcOrd="1" destOrd="0" parTransId="{E28AA0AD-3CBB-45CD-B645-E37984A4B5F4}" sibTransId="{35A0936B-C1C5-4D7D-8507-0B7D45F8546D}"/>
    <dgm:cxn modelId="{8DA3D896-B91D-4A93-B5A8-10CFB0A070D7}" srcId="{404FD003-89AF-455C-8062-925BCEA4ECE2}" destId="{4C59C39F-AECD-4172-9942-B233CB9745EC}" srcOrd="1" destOrd="0" parTransId="{96BD54B8-87C5-403B-ADDE-0F1EDF759155}" sibTransId="{CC733FCF-6976-4B58-A8D5-CBD4B5B4E784}"/>
    <dgm:cxn modelId="{7FA490AE-EACD-44EC-B40B-A1D505C58166}" srcId="{404FD003-89AF-455C-8062-925BCEA4ECE2}" destId="{F9C6FDA9-7CCC-4000-9A64-B16951A7265B}" srcOrd="0" destOrd="0" parTransId="{6A5A7C84-1B5B-4236-B558-28E805A6387F}" sibTransId="{6CCF0AE1-AC80-440C-925A-39F28CCBBDEF}"/>
    <dgm:cxn modelId="{193F74B5-287D-0E44-B19B-41154133A346}" type="presOf" srcId="{F9C6FDA9-7CCC-4000-9A64-B16951A7265B}" destId="{1B234E52-D0DD-C249-B215-0D334F265388}" srcOrd="0" destOrd="0" presId="urn:microsoft.com/office/officeart/2005/8/layout/list1"/>
    <dgm:cxn modelId="{CC1862C6-96B1-4798-A525-88170A479FE9}" srcId="{4C59C39F-AECD-4172-9942-B233CB9745EC}" destId="{69C8E132-CE59-4BC6-853C-91E376B5BE7B}" srcOrd="2" destOrd="0" parTransId="{BD377842-6E38-4E2C-A2E7-0B2657B6BCFD}" sibTransId="{240C008F-2C1D-4152-89A3-5D0AC99CB993}"/>
    <dgm:cxn modelId="{3B7AF5CD-2838-48B7-920F-8ACD4152443E}" srcId="{4C59C39F-AECD-4172-9942-B233CB9745EC}" destId="{62F271A9-5EE2-4414-8D37-EA1BD03829F1}" srcOrd="0" destOrd="0" parTransId="{9930D0FE-8B9E-4331-82BC-0DC1B5A9FE19}" sibTransId="{E84E2D0B-34D2-42D1-8753-2AE52BBBC712}"/>
    <dgm:cxn modelId="{634207CE-46A6-CA4C-9E07-782D9D7AC1AD}" type="presOf" srcId="{4C59C39F-AECD-4172-9942-B233CB9745EC}" destId="{BA62158B-AD81-8B45-B022-90D738B2E44B}" srcOrd="1" destOrd="0" presId="urn:microsoft.com/office/officeart/2005/8/layout/list1"/>
    <dgm:cxn modelId="{F3C4A0DA-C116-3549-9DCA-479E3628423B}" type="presOf" srcId="{62F271A9-5EE2-4414-8D37-EA1BD03829F1}" destId="{3E1F09E1-76D2-724B-BD6B-64F755277A18}" srcOrd="0" destOrd="0" presId="urn:microsoft.com/office/officeart/2005/8/layout/list1"/>
    <dgm:cxn modelId="{93A7DD8E-A60F-2A40-BD44-CCE6712FF088}" type="presParOf" srcId="{F5E892B8-8D8E-FF4E-BC42-51567AC44BF1}" destId="{837B27B5-594F-C348-B59C-E6CB57EEED65}" srcOrd="0" destOrd="0" presId="urn:microsoft.com/office/officeart/2005/8/layout/list1"/>
    <dgm:cxn modelId="{18303C0C-AA4C-EA45-9AAE-4C76DFE64261}" type="presParOf" srcId="{837B27B5-594F-C348-B59C-E6CB57EEED65}" destId="{1B234E52-D0DD-C249-B215-0D334F265388}" srcOrd="0" destOrd="0" presId="urn:microsoft.com/office/officeart/2005/8/layout/list1"/>
    <dgm:cxn modelId="{FFFDEFFE-F07F-7642-BAB0-1D5241439E07}" type="presParOf" srcId="{837B27B5-594F-C348-B59C-E6CB57EEED65}" destId="{D12D1348-7517-2B4D-A872-B20AA261FFED}" srcOrd="1" destOrd="0" presId="urn:microsoft.com/office/officeart/2005/8/layout/list1"/>
    <dgm:cxn modelId="{1C5E1CE3-77AE-4B44-B12A-5DF2E2027014}" type="presParOf" srcId="{F5E892B8-8D8E-FF4E-BC42-51567AC44BF1}" destId="{EE7D85D9-41B5-1346-A826-CD713F8EAEE6}" srcOrd="1" destOrd="0" presId="urn:microsoft.com/office/officeart/2005/8/layout/list1"/>
    <dgm:cxn modelId="{B69B9968-1054-5D45-B5DB-AAA26CB01782}" type="presParOf" srcId="{F5E892B8-8D8E-FF4E-BC42-51567AC44BF1}" destId="{C35335EA-55E0-6A4F-8D74-38D7C7FB0DFC}" srcOrd="2" destOrd="0" presId="urn:microsoft.com/office/officeart/2005/8/layout/list1"/>
    <dgm:cxn modelId="{92E49124-6A0D-E140-A4A7-197E231B2C9F}" type="presParOf" srcId="{F5E892B8-8D8E-FF4E-BC42-51567AC44BF1}" destId="{CEBD61E2-0191-024E-BAD5-CED386182A1A}" srcOrd="3" destOrd="0" presId="urn:microsoft.com/office/officeart/2005/8/layout/list1"/>
    <dgm:cxn modelId="{F7535414-DD77-E94A-84EA-1669500C438D}" type="presParOf" srcId="{F5E892B8-8D8E-FF4E-BC42-51567AC44BF1}" destId="{BE7C6DDF-3ECB-BC4A-9709-1C76AC219AB5}" srcOrd="4" destOrd="0" presId="urn:microsoft.com/office/officeart/2005/8/layout/list1"/>
    <dgm:cxn modelId="{CFDCA783-62F8-1F41-88FD-D1E422CF5CE7}" type="presParOf" srcId="{BE7C6DDF-3ECB-BC4A-9709-1C76AC219AB5}" destId="{1945954F-76BE-124F-8B37-60AAF646E91B}" srcOrd="0" destOrd="0" presId="urn:microsoft.com/office/officeart/2005/8/layout/list1"/>
    <dgm:cxn modelId="{E906F34B-2A3C-1E4C-B33E-810B656CF7AC}" type="presParOf" srcId="{BE7C6DDF-3ECB-BC4A-9709-1C76AC219AB5}" destId="{BA62158B-AD81-8B45-B022-90D738B2E44B}" srcOrd="1" destOrd="0" presId="urn:microsoft.com/office/officeart/2005/8/layout/list1"/>
    <dgm:cxn modelId="{FA813E62-F8D2-234F-A97C-0A7C6191447A}" type="presParOf" srcId="{F5E892B8-8D8E-FF4E-BC42-51567AC44BF1}" destId="{B5C36322-5B78-0243-8BF1-1DF3082B84AB}" srcOrd="5" destOrd="0" presId="urn:microsoft.com/office/officeart/2005/8/layout/list1"/>
    <dgm:cxn modelId="{B4121E83-8182-9A4B-905C-C6E72F961DFC}" type="presParOf" srcId="{F5E892B8-8D8E-FF4E-BC42-51567AC44BF1}" destId="{3E1F09E1-76D2-724B-BD6B-64F755277A1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886670-BE0F-4DAE-BB15-9306EAF7E70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144FB01-6863-4572-BA73-B1F36B21EEFF}">
      <dgm:prSet/>
      <dgm:spPr/>
      <dgm:t>
        <a:bodyPr/>
        <a:lstStyle/>
        <a:p>
          <a:r>
            <a:rPr lang="en-US"/>
            <a:t>Factors to consider</a:t>
          </a:r>
        </a:p>
      </dgm:t>
    </dgm:pt>
    <dgm:pt modelId="{D6E90E9B-0885-4F08-AF35-EC7D431A1E83}" type="parTrans" cxnId="{A2B90A5F-B8BB-49BE-962F-676351CB42BC}">
      <dgm:prSet/>
      <dgm:spPr/>
      <dgm:t>
        <a:bodyPr/>
        <a:lstStyle/>
        <a:p>
          <a:endParaRPr lang="en-US"/>
        </a:p>
      </dgm:t>
    </dgm:pt>
    <dgm:pt modelId="{C267B2BB-0D88-43E5-8A51-7B67CC96501C}" type="sibTrans" cxnId="{A2B90A5F-B8BB-49BE-962F-676351CB42BC}">
      <dgm:prSet/>
      <dgm:spPr/>
      <dgm:t>
        <a:bodyPr/>
        <a:lstStyle/>
        <a:p>
          <a:endParaRPr lang="en-US"/>
        </a:p>
      </dgm:t>
    </dgm:pt>
    <dgm:pt modelId="{61E8AFFC-D287-4863-9432-4672DEE18F35}">
      <dgm:prSet/>
      <dgm:spPr/>
      <dgm:t>
        <a:bodyPr/>
        <a:lstStyle/>
        <a:p>
          <a:r>
            <a:rPr lang="en-US"/>
            <a:t>• Integration</a:t>
          </a:r>
        </a:p>
      </dgm:t>
    </dgm:pt>
    <dgm:pt modelId="{9438823E-8033-4599-B7E0-DCF5E922D510}" type="parTrans" cxnId="{92BC39FE-8AD7-4F9C-B968-999EE3F8DFFE}">
      <dgm:prSet/>
      <dgm:spPr/>
      <dgm:t>
        <a:bodyPr/>
        <a:lstStyle/>
        <a:p>
          <a:endParaRPr lang="en-US"/>
        </a:p>
      </dgm:t>
    </dgm:pt>
    <dgm:pt modelId="{9FD6A0DE-F103-4535-867F-EDBD94F961D2}" type="sibTrans" cxnId="{92BC39FE-8AD7-4F9C-B968-999EE3F8DFFE}">
      <dgm:prSet/>
      <dgm:spPr/>
      <dgm:t>
        <a:bodyPr/>
        <a:lstStyle/>
        <a:p>
          <a:endParaRPr lang="en-US"/>
        </a:p>
      </dgm:t>
    </dgm:pt>
    <dgm:pt modelId="{28A6A94A-26F9-407B-BD7D-1D51B4D37027}">
      <dgm:prSet/>
      <dgm:spPr/>
      <dgm:t>
        <a:bodyPr/>
        <a:lstStyle/>
        <a:p>
          <a:r>
            <a:rPr lang="en-US"/>
            <a:t>• Scalability</a:t>
          </a:r>
        </a:p>
      </dgm:t>
    </dgm:pt>
    <dgm:pt modelId="{57CF19D8-2D10-4671-9199-0B2DCC6ACD4F}" type="parTrans" cxnId="{34284850-E170-4505-A20E-3C425CDD5B59}">
      <dgm:prSet/>
      <dgm:spPr/>
      <dgm:t>
        <a:bodyPr/>
        <a:lstStyle/>
        <a:p>
          <a:endParaRPr lang="en-US"/>
        </a:p>
      </dgm:t>
    </dgm:pt>
    <dgm:pt modelId="{BF146E81-A3DA-434D-B626-E38E15F684EB}" type="sibTrans" cxnId="{34284850-E170-4505-A20E-3C425CDD5B59}">
      <dgm:prSet/>
      <dgm:spPr/>
      <dgm:t>
        <a:bodyPr/>
        <a:lstStyle/>
        <a:p>
          <a:endParaRPr lang="en-US"/>
        </a:p>
      </dgm:t>
    </dgm:pt>
    <dgm:pt modelId="{79B242BC-D535-4F82-9EB8-5F8A62944AF2}" type="pres">
      <dgm:prSet presAssocID="{F0886670-BE0F-4DAE-BB15-9306EAF7E708}" presName="root" presStyleCnt="0">
        <dgm:presLayoutVars>
          <dgm:dir/>
          <dgm:resizeHandles val="exact"/>
        </dgm:presLayoutVars>
      </dgm:prSet>
      <dgm:spPr/>
    </dgm:pt>
    <dgm:pt modelId="{8F60B76E-0F22-40B0-B42E-760BA1F88833}" type="pres">
      <dgm:prSet presAssocID="{8144FB01-6863-4572-BA73-B1F36B21EEFF}" presName="compNode" presStyleCnt="0"/>
      <dgm:spPr/>
    </dgm:pt>
    <dgm:pt modelId="{BFAB5F38-316A-479C-8EA8-F989F1BB2C17}" type="pres">
      <dgm:prSet presAssocID="{8144FB01-6863-4572-BA73-B1F36B21EE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2E360B4-41B8-4DC6-94DE-0022721AC6A5}" type="pres">
      <dgm:prSet presAssocID="{8144FB01-6863-4572-BA73-B1F36B21EEFF}" presName="spaceRect" presStyleCnt="0"/>
      <dgm:spPr/>
    </dgm:pt>
    <dgm:pt modelId="{9F4C69C8-DDE6-4773-956B-4D7796BC52A4}" type="pres">
      <dgm:prSet presAssocID="{8144FB01-6863-4572-BA73-B1F36B21EEFF}" presName="textRect" presStyleLbl="revTx" presStyleIdx="0" presStyleCnt="3">
        <dgm:presLayoutVars>
          <dgm:chMax val="1"/>
          <dgm:chPref val="1"/>
        </dgm:presLayoutVars>
      </dgm:prSet>
      <dgm:spPr/>
    </dgm:pt>
    <dgm:pt modelId="{0E081338-D702-43C4-9871-091195F3A622}" type="pres">
      <dgm:prSet presAssocID="{C267B2BB-0D88-43E5-8A51-7B67CC96501C}" presName="sibTrans" presStyleCnt="0"/>
      <dgm:spPr/>
    </dgm:pt>
    <dgm:pt modelId="{7603C51F-F0BB-4EF3-A009-69F3AB413697}" type="pres">
      <dgm:prSet presAssocID="{61E8AFFC-D287-4863-9432-4672DEE18F35}" presName="compNode" presStyleCnt="0"/>
      <dgm:spPr/>
    </dgm:pt>
    <dgm:pt modelId="{FFD929DE-BA61-49CC-B2D4-F40AF9A1BE44}" type="pres">
      <dgm:prSet presAssocID="{61E8AFFC-D287-4863-9432-4672DEE18F3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59A91B4-714A-4BFB-83C2-DB182C89106D}" type="pres">
      <dgm:prSet presAssocID="{61E8AFFC-D287-4863-9432-4672DEE18F35}" presName="spaceRect" presStyleCnt="0"/>
      <dgm:spPr/>
    </dgm:pt>
    <dgm:pt modelId="{7DAE318A-A73E-4708-9AC6-606666D1EBA7}" type="pres">
      <dgm:prSet presAssocID="{61E8AFFC-D287-4863-9432-4672DEE18F35}" presName="textRect" presStyleLbl="revTx" presStyleIdx="1" presStyleCnt="3">
        <dgm:presLayoutVars>
          <dgm:chMax val="1"/>
          <dgm:chPref val="1"/>
        </dgm:presLayoutVars>
      </dgm:prSet>
      <dgm:spPr/>
    </dgm:pt>
    <dgm:pt modelId="{C66C83D9-FC6B-41D9-85E8-0EB6200055B5}" type="pres">
      <dgm:prSet presAssocID="{9FD6A0DE-F103-4535-867F-EDBD94F961D2}" presName="sibTrans" presStyleCnt="0"/>
      <dgm:spPr/>
    </dgm:pt>
    <dgm:pt modelId="{7BF26266-DFB8-4A85-A0F5-B53F85B67514}" type="pres">
      <dgm:prSet presAssocID="{28A6A94A-26F9-407B-BD7D-1D51B4D37027}" presName="compNode" presStyleCnt="0"/>
      <dgm:spPr/>
    </dgm:pt>
    <dgm:pt modelId="{1FB0F83A-736A-4D93-923C-925A4C7F2547}" type="pres">
      <dgm:prSet presAssocID="{28A6A94A-26F9-407B-BD7D-1D51B4D370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B74BD66-200D-4152-A196-6E90D67C7783}" type="pres">
      <dgm:prSet presAssocID="{28A6A94A-26F9-407B-BD7D-1D51B4D37027}" presName="spaceRect" presStyleCnt="0"/>
      <dgm:spPr/>
    </dgm:pt>
    <dgm:pt modelId="{965E3A30-F0BF-4069-B672-02E5EA352A33}" type="pres">
      <dgm:prSet presAssocID="{28A6A94A-26F9-407B-BD7D-1D51B4D3702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4284850-E170-4505-A20E-3C425CDD5B59}" srcId="{F0886670-BE0F-4DAE-BB15-9306EAF7E708}" destId="{28A6A94A-26F9-407B-BD7D-1D51B4D37027}" srcOrd="2" destOrd="0" parTransId="{57CF19D8-2D10-4671-9199-0B2DCC6ACD4F}" sibTransId="{BF146E81-A3DA-434D-B626-E38E15F684EB}"/>
    <dgm:cxn modelId="{A2B90A5F-B8BB-49BE-962F-676351CB42BC}" srcId="{F0886670-BE0F-4DAE-BB15-9306EAF7E708}" destId="{8144FB01-6863-4572-BA73-B1F36B21EEFF}" srcOrd="0" destOrd="0" parTransId="{D6E90E9B-0885-4F08-AF35-EC7D431A1E83}" sibTransId="{C267B2BB-0D88-43E5-8A51-7B67CC96501C}"/>
    <dgm:cxn modelId="{7E9D4162-07C3-4049-9807-77C0595FF67E}" type="presOf" srcId="{8144FB01-6863-4572-BA73-B1F36B21EEFF}" destId="{9F4C69C8-DDE6-4773-956B-4D7796BC52A4}" srcOrd="0" destOrd="0" presId="urn:microsoft.com/office/officeart/2018/2/layout/IconLabelList"/>
    <dgm:cxn modelId="{E3E30A7A-3816-4BDA-8D3B-95355B48369E}" type="presOf" srcId="{61E8AFFC-D287-4863-9432-4672DEE18F35}" destId="{7DAE318A-A73E-4708-9AC6-606666D1EBA7}" srcOrd="0" destOrd="0" presId="urn:microsoft.com/office/officeart/2018/2/layout/IconLabelList"/>
    <dgm:cxn modelId="{AF743FD2-8F37-4ACD-AED5-AD868D319E3C}" type="presOf" srcId="{28A6A94A-26F9-407B-BD7D-1D51B4D37027}" destId="{965E3A30-F0BF-4069-B672-02E5EA352A33}" srcOrd="0" destOrd="0" presId="urn:microsoft.com/office/officeart/2018/2/layout/IconLabelList"/>
    <dgm:cxn modelId="{DF4A04EF-2A39-4CC7-AEDD-18F4746A69F1}" type="presOf" srcId="{F0886670-BE0F-4DAE-BB15-9306EAF7E708}" destId="{79B242BC-D535-4F82-9EB8-5F8A62944AF2}" srcOrd="0" destOrd="0" presId="urn:microsoft.com/office/officeart/2018/2/layout/IconLabelList"/>
    <dgm:cxn modelId="{92BC39FE-8AD7-4F9C-B968-999EE3F8DFFE}" srcId="{F0886670-BE0F-4DAE-BB15-9306EAF7E708}" destId="{61E8AFFC-D287-4863-9432-4672DEE18F35}" srcOrd="1" destOrd="0" parTransId="{9438823E-8033-4599-B7E0-DCF5E922D510}" sibTransId="{9FD6A0DE-F103-4535-867F-EDBD94F961D2}"/>
    <dgm:cxn modelId="{58C19472-86BF-42D7-B6A4-CA7E7B93C6CB}" type="presParOf" srcId="{79B242BC-D535-4F82-9EB8-5F8A62944AF2}" destId="{8F60B76E-0F22-40B0-B42E-760BA1F88833}" srcOrd="0" destOrd="0" presId="urn:microsoft.com/office/officeart/2018/2/layout/IconLabelList"/>
    <dgm:cxn modelId="{3DC206DC-BC3C-4FD6-A556-646EC8B3FEAE}" type="presParOf" srcId="{8F60B76E-0F22-40B0-B42E-760BA1F88833}" destId="{BFAB5F38-316A-479C-8EA8-F989F1BB2C17}" srcOrd="0" destOrd="0" presId="urn:microsoft.com/office/officeart/2018/2/layout/IconLabelList"/>
    <dgm:cxn modelId="{2832BC6F-11C0-44FA-9C29-BB27E0647993}" type="presParOf" srcId="{8F60B76E-0F22-40B0-B42E-760BA1F88833}" destId="{22E360B4-41B8-4DC6-94DE-0022721AC6A5}" srcOrd="1" destOrd="0" presId="urn:microsoft.com/office/officeart/2018/2/layout/IconLabelList"/>
    <dgm:cxn modelId="{384147C2-2F18-4C03-A693-68C095D8C12F}" type="presParOf" srcId="{8F60B76E-0F22-40B0-B42E-760BA1F88833}" destId="{9F4C69C8-DDE6-4773-956B-4D7796BC52A4}" srcOrd="2" destOrd="0" presId="urn:microsoft.com/office/officeart/2018/2/layout/IconLabelList"/>
    <dgm:cxn modelId="{E2613EFD-B052-47B1-8B42-DB8F94395936}" type="presParOf" srcId="{79B242BC-D535-4F82-9EB8-5F8A62944AF2}" destId="{0E081338-D702-43C4-9871-091195F3A622}" srcOrd="1" destOrd="0" presId="urn:microsoft.com/office/officeart/2018/2/layout/IconLabelList"/>
    <dgm:cxn modelId="{96C2E5FB-F39F-4C31-8C78-989863BD3350}" type="presParOf" srcId="{79B242BC-D535-4F82-9EB8-5F8A62944AF2}" destId="{7603C51F-F0BB-4EF3-A009-69F3AB413697}" srcOrd="2" destOrd="0" presId="urn:microsoft.com/office/officeart/2018/2/layout/IconLabelList"/>
    <dgm:cxn modelId="{78697038-7A22-461E-9037-CE375B81CDA4}" type="presParOf" srcId="{7603C51F-F0BB-4EF3-A009-69F3AB413697}" destId="{FFD929DE-BA61-49CC-B2D4-F40AF9A1BE44}" srcOrd="0" destOrd="0" presId="urn:microsoft.com/office/officeart/2018/2/layout/IconLabelList"/>
    <dgm:cxn modelId="{818A3CD5-0A99-4599-A606-A1AEA8E1ED21}" type="presParOf" srcId="{7603C51F-F0BB-4EF3-A009-69F3AB413697}" destId="{259A91B4-714A-4BFB-83C2-DB182C89106D}" srcOrd="1" destOrd="0" presId="urn:microsoft.com/office/officeart/2018/2/layout/IconLabelList"/>
    <dgm:cxn modelId="{E682464D-9486-45DE-9990-5965B6DD2947}" type="presParOf" srcId="{7603C51F-F0BB-4EF3-A009-69F3AB413697}" destId="{7DAE318A-A73E-4708-9AC6-606666D1EBA7}" srcOrd="2" destOrd="0" presId="urn:microsoft.com/office/officeart/2018/2/layout/IconLabelList"/>
    <dgm:cxn modelId="{8DEAA8CC-AD9D-4E5C-BDF1-14C64799732D}" type="presParOf" srcId="{79B242BC-D535-4F82-9EB8-5F8A62944AF2}" destId="{C66C83D9-FC6B-41D9-85E8-0EB6200055B5}" srcOrd="3" destOrd="0" presId="urn:microsoft.com/office/officeart/2018/2/layout/IconLabelList"/>
    <dgm:cxn modelId="{BA748C6A-DFCF-41B2-AE0D-CF4A4F22DC3D}" type="presParOf" srcId="{79B242BC-D535-4F82-9EB8-5F8A62944AF2}" destId="{7BF26266-DFB8-4A85-A0F5-B53F85B67514}" srcOrd="4" destOrd="0" presId="urn:microsoft.com/office/officeart/2018/2/layout/IconLabelList"/>
    <dgm:cxn modelId="{657ABDE7-DFD3-421F-A44E-A41562FC8548}" type="presParOf" srcId="{7BF26266-DFB8-4A85-A0F5-B53F85B67514}" destId="{1FB0F83A-736A-4D93-923C-925A4C7F2547}" srcOrd="0" destOrd="0" presId="urn:microsoft.com/office/officeart/2018/2/layout/IconLabelList"/>
    <dgm:cxn modelId="{56BA0E88-1D19-4EFB-979A-EA49518E9D3D}" type="presParOf" srcId="{7BF26266-DFB8-4A85-A0F5-B53F85B67514}" destId="{DB74BD66-200D-4152-A196-6E90D67C7783}" srcOrd="1" destOrd="0" presId="urn:microsoft.com/office/officeart/2018/2/layout/IconLabelList"/>
    <dgm:cxn modelId="{2D144549-EC7A-4ABE-BF9A-4F8B162930F2}" type="presParOf" srcId="{7BF26266-DFB8-4A85-A0F5-B53F85B67514}" destId="{965E3A30-F0BF-4069-B672-02E5EA352A3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504FD6-C976-41BA-9A7C-81ED924A13DA}">
      <dsp:nvSpPr>
        <dsp:cNvPr id="0" name=""/>
        <dsp:cNvSpPr/>
      </dsp:nvSpPr>
      <dsp:spPr>
        <a:xfrm>
          <a:off x="0" y="708097"/>
          <a:ext cx="78867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BCC92-752C-4A0E-85D2-00A270BBE0C5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B9312-0586-47B4-A6EF-3E7468C09E44}">
      <dsp:nvSpPr>
        <dsp:cNvPr id="0" name=""/>
        <dsp:cNvSpPr/>
      </dsp:nvSpPr>
      <dsp:spPr>
        <a:xfrm>
          <a:off x="1509882" y="708097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/>
            <a:t>The </a:t>
          </a:r>
          <a:r>
            <a:rPr lang="en-MY" sz="1800" b="1" kern="1200"/>
            <a:t>Critical Path Method</a:t>
          </a:r>
          <a:r>
            <a:rPr lang="en-MY" sz="1800" kern="1200"/>
            <a:t> is a project management technique used to determine the longest sequence of dependent tasks and the shortest possible project duration. It helps identify tasks that directly impact the project timeline.</a:t>
          </a:r>
          <a:endParaRPr lang="en-US" sz="1800" kern="1200"/>
        </a:p>
      </dsp:txBody>
      <dsp:txXfrm>
        <a:off x="1509882" y="708097"/>
        <a:ext cx="6376817" cy="1307257"/>
      </dsp:txXfrm>
    </dsp:sp>
    <dsp:sp modelId="{DEC2F82E-EC48-40E3-B33D-728286495667}">
      <dsp:nvSpPr>
        <dsp:cNvPr id="0" name=""/>
        <dsp:cNvSpPr/>
      </dsp:nvSpPr>
      <dsp:spPr>
        <a:xfrm>
          <a:off x="0" y="2342169"/>
          <a:ext cx="78867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3BAF78-0943-48A8-B32B-C65F05FD0859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1CB40-39F6-43C6-BE7E-946A4ECFC660}">
      <dsp:nvSpPr>
        <dsp:cNvPr id="0" name=""/>
        <dsp:cNvSpPr/>
      </dsp:nvSpPr>
      <dsp:spPr>
        <a:xfrm>
          <a:off x="1509882" y="2342169"/>
          <a:ext cx="3549015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b="1" kern="1200"/>
            <a:t>Float</a:t>
          </a:r>
          <a:r>
            <a:rPr lang="en-MY" sz="1800" kern="1200"/>
            <a:t> (also called </a:t>
          </a:r>
          <a:r>
            <a:rPr lang="en-MY" sz="1800" b="1" kern="1200"/>
            <a:t>Slack</a:t>
          </a:r>
          <a:r>
            <a:rPr lang="en-MY" sz="1800" kern="1200"/>
            <a:t>) is the amount of time a task can be delayed without affecting:</a:t>
          </a:r>
          <a:endParaRPr lang="en-US" sz="1800" kern="1200"/>
        </a:p>
      </dsp:txBody>
      <dsp:txXfrm>
        <a:off x="1509882" y="2342169"/>
        <a:ext cx="3549015" cy="1307257"/>
      </dsp:txXfrm>
    </dsp:sp>
    <dsp:sp modelId="{4979A2EF-2748-4840-9AA7-973AED960D0B}">
      <dsp:nvSpPr>
        <dsp:cNvPr id="0" name=""/>
        <dsp:cNvSpPr/>
      </dsp:nvSpPr>
      <dsp:spPr>
        <a:xfrm>
          <a:off x="5058897" y="2342169"/>
          <a:ext cx="2827802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/>
            <a:t>The </a:t>
          </a:r>
          <a:r>
            <a:rPr lang="en-MY" sz="1400" b="1" kern="1200"/>
            <a:t>start of subsequent tasks</a:t>
          </a:r>
          <a:r>
            <a:rPr lang="en-MY" sz="1400" kern="1200"/>
            <a:t> (free float).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/>
            <a:t>The </a:t>
          </a:r>
          <a:r>
            <a:rPr lang="en-MY" sz="1400" b="1" kern="1200"/>
            <a:t>project completion date</a:t>
          </a:r>
          <a:r>
            <a:rPr lang="en-MY" sz="1400" kern="1200"/>
            <a:t> (total float).</a:t>
          </a:r>
          <a:endParaRPr lang="en-US" sz="1400" kern="1200"/>
        </a:p>
      </dsp:txBody>
      <dsp:txXfrm>
        <a:off x="5058897" y="2342169"/>
        <a:ext cx="2827802" cy="1307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F899A9-5A2F-174A-90F2-656E7844333E}">
      <dsp:nvSpPr>
        <dsp:cNvPr id="0" name=""/>
        <dsp:cNvSpPr/>
      </dsp:nvSpPr>
      <dsp:spPr>
        <a:xfrm>
          <a:off x="0" y="121783"/>
          <a:ext cx="4773168" cy="6236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Risk</a:t>
          </a:r>
        </a:p>
      </dsp:txBody>
      <dsp:txXfrm>
        <a:off x="30442" y="152225"/>
        <a:ext cx="4712284" cy="562726"/>
      </dsp:txXfrm>
    </dsp:sp>
    <dsp:sp modelId="{53850CA4-B890-2F42-AFB0-F81015C24854}">
      <dsp:nvSpPr>
        <dsp:cNvPr id="0" name=""/>
        <dsp:cNvSpPr/>
      </dsp:nvSpPr>
      <dsp:spPr>
        <a:xfrm>
          <a:off x="0" y="745393"/>
          <a:ext cx="4773168" cy="63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54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Uncertain or chance events that planning can not overcome or control.</a:t>
          </a:r>
        </a:p>
      </dsp:txBody>
      <dsp:txXfrm>
        <a:off x="0" y="745393"/>
        <a:ext cx="4773168" cy="632385"/>
      </dsp:txXfrm>
    </dsp:sp>
    <dsp:sp modelId="{5FF61D61-7BAF-2E4D-9C3C-052A8576CC75}">
      <dsp:nvSpPr>
        <dsp:cNvPr id="0" name=""/>
        <dsp:cNvSpPr/>
      </dsp:nvSpPr>
      <dsp:spPr>
        <a:xfrm>
          <a:off x="0" y="1377778"/>
          <a:ext cx="4773168" cy="62361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Risk Management</a:t>
          </a:r>
        </a:p>
      </dsp:txBody>
      <dsp:txXfrm>
        <a:off x="30442" y="1408220"/>
        <a:ext cx="4712284" cy="562726"/>
      </dsp:txXfrm>
    </dsp:sp>
    <dsp:sp modelId="{5140DE12-793D-CB40-8428-292AC5BCBE9D}">
      <dsp:nvSpPr>
        <dsp:cNvPr id="0" name=""/>
        <dsp:cNvSpPr/>
      </dsp:nvSpPr>
      <dsp:spPr>
        <a:xfrm>
          <a:off x="0" y="2001388"/>
          <a:ext cx="4773168" cy="3390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54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 proactive attempt to recognize and manage internal events and external threats that affect the likelihood of a project’s success.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What can go wrong (risk event).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How to minimize the risk event’s impact (consequences).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What can be done before an event occurs (anticipation).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What to do when an event occurs (contingency plans).</a:t>
          </a:r>
        </a:p>
      </dsp:txBody>
      <dsp:txXfrm>
        <a:off x="0" y="2001388"/>
        <a:ext cx="4773168" cy="33906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C1BD91-FE10-5346-B1BC-0A83591125DB}">
      <dsp:nvSpPr>
        <dsp:cNvPr id="0" name=""/>
        <dsp:cNvSpPr/>
      </dsp:nvSpPr>
      <dsp:spPr>
        <a:xfrm>
          <a:off x="0" y="10020"/>
          <a:ext cx="5175384" cy="1979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600" kern="1200"/>
            <a:t>Related to the technology used in the project.</a:t>
          </a:r>
          <a:endParaRPr lang="en-US" sz="3600" kern="1200"/>
        </a:p>
      </dsp:txBody>
      <dsp:txXfrm>
        <a:off x="96638" y="106658"/>
        <a:ext cx="4982108" cy="1786364"/>
      </dsp:txXfrm>
    </dsp:sp>
    <dsp:sp modelId="{F7288B03-965F-F64F-8052-BC073D0178E4}">
      <dsp:nvSpPr>
        <dsp:cNvPr id="0" name=""/>
        <dsp:cNvSpPr/>
      </dsp:nvSpPr>
      <dsp:spPr>
        <a:xfrm>
          <a:off x="0" y="2093340"/>
          <a:ext cx="5175384" cy="197964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600" kern="1200"/>
            <a:t>Examples:</a:t>
          </a:r>
          <a:endParaRPr lang="en-US" sz="3600" kern="1200"/>
        </a:p>
      </dsp:txBody>
      <dsp:txXfrm>
        <a:off x="96638" y="2189978"/>
        <a:ext cx="4982108" cy="1786364"/>
      </dsp:txXfrm>
    </dsp:sp>
    <dsp:sp modelId="{86F6D591-7D0F-1C44-AE04-CE38D66697ED}">
      <dsp:nvSpPr>
        <dsp:cNvPr id="0" name=""/>
        <dsp:cNvSpPr/>
      </dsp:nvSpPr>
      <dsp:spPr>
        <a:xfrm>
          <a:off x="0" y="4072980"/>
          <a:ext cx="5175384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800" kern="1200"/>
            <a:t>Unfamiliar tools or platforms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800" kern="1200"/>
            <a:t>Integration issues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800" kern="1200"/>
            <a:t>Performance bottlenecks</a:t>
          </a:r>
          <a:endParaRPr lang="en-US" sz="2800" kern="1200"/>
        </a:p>
      </dsp:txBody>
      <dsp:txXfrm>
        <a:off x="0" y="4072980"/>
        <a:ext cx="5175384" cy="14531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02C18-F03D-9A4B-86F0-40BAB032FC3A}">
      <dsp:nvSpPr>
        <dsp:cNvPr id="0" name=""/>
        <dsp:cNvSpPr/>
      </dsp:nvSpPr>
      <dsp:spPr>
        <a:xfrm>
          <a:off x="0" y="1918470"/>
          <a:ext cx="5175384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6E671-545A-EE44-A83B-9BED8F3A414A}">
      <dsp:nvSpPr>
        <dsp:cNvPr id="0" name=""/>
        <dsp:cNvSpPr/>
      </dsp:nvSpPr>
      <dsp:spPr>
        <a:xfrm>
          <a:off x="258769" y="1682310"/>
          <a:ext cx="3622768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/>
            <a:t>Arise from poor planning or execution.</a:t>
          </a:r>
          <a:endParaRPr lang="en-US" sz="1600" kern="1200"/>
        </a:p>
      </dsp:txBody>
      <dsp:txXfrm>
        <a:off x="281826" y="1705367"/>
        <a:ext cx="3576654" cy="426206"/>
      </dsp:txXfrm>
    </dsp:sp>
    <dsp:sp modelId="{6BF0D55C-2814-1548-83F4-4C59DB061161}">
      <dsp:nvSpPr>
        <dsp:cNvPr id="0" name=""/>
        <dsp:cNvSpPr/>
      </dsp:nvSpPr>
      <dsp:spPr>
        <a:xfrm>
          <a:off x="0" y="2644230"/>
          <a:ext cx="5175384" cy="1209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33248" rIns="40166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/>
            <a:t>Inaccurate time/cost estimates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/>
            <a:t>Scope creep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/>
            <a:t>Resource misallocation</a:t>
          </a:r>
          <a:endParaRPr lang="en-US" sz="1600" kern="1200"/>
        </a:p>
      </dsp:txBody>
      <dsp:txXfrm>
        <a:off x="0" y="2644230"/>
        <a:ext cx="5175384" cy="1209599"/>
      </dsp:txXfrm>
    </dsp:sp>
    <dsp:sp modelId="{6FF7A78C-38A2-6946-BE8A-47336AF4AB6F}">
      <dsp:nvSpPr>
        <dsp:cNvPr id="0" name=""/>
        <dsp:cNvSpPr/>
      </dsp:nvSpPr>
      <dsp:spPr>
        <a:xfrm>
          <a:off x="258769" y="2408070"/>
          <a:ext cx="3622768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/>
            <a:t>Examples:</a:t>
          </a:r>
          <a:endParaRPr lang="en-US" sz="1600" kern="1200"/>
        </a:p>
      </dsp:txBody>
      <dsp:txXfrm>
        <a:off x="281826" y="2431127"/>
        <a:ext cx="3576654" cy="426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335EA-55E0-6A4F-8D74-38D7C7FB0DFC}">
      <dsp:nvSpPr>
        <dsp:cNvPr id="0" name=""/>
        <dsp:cNvSpPr/>
      </dsp:nvSpPr>
      <dsp:spPr>
        <a:xfrm>
          <a:off x="0" y="1865370"/>
          <a:ext cx="5175384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2D1348-7517-2B4D-A872-B20AA261FFED}">
      <dsp:nvSpPr>
        <dsp:cNvPr id="0" name=""/>
        <dsp:cNvSpPr/>
      </dsp:nvSpPr>
      <dsp:spPr>
        <a:xfrm>
          <a:off x="258769" y="1614450"/>
          <a:ext cx="3622768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/>
            <a:t>Stem from internal company issues.</a:t>
          </a:r>
          <a:endParaRPr lang="en-US" sz="1700" kern="1200"/>
        </a:p>
      </dsp:txBody>
      <dsp:txXfrm>
        <a:off x="283267" y="1638948"/>
        <a:ext cx="3573772" cy="452844"/>
      </dsp:txXfrm>
    </dsp:sp>
    <dsp:sp modelId="{3E1F09E1-76D2-724B-BD6B-64F755277A18}">
      <dsp:nvSpPr>
        <dsp:cNvPr id="0" name=""/>
        <dsp:cNvSpPr/>
      </dsp:nvSpPr>
      <dsp:spPr>
        <a:xfrm>
          <a:off x="0" y="2636490"/>
          <a:ext cx="5175384" cy="1285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54076" rIns="40166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700" kern="1200"/>
            <a:t>Staff turnover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700" kern="1200"/>
            <a:t>Lack of stakeholder support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700" kern="1200"/>
            <a:t>Conflicting priorities</a:t>
          </a:r>
          <a:endParaRPr lang="en-US" sz="1700" kern="1200"/>
        </a:p>
      </dsp:txBody>
      <dsp:txXfrm>
        <a:off x="0" y="2636490"/>
        <a:ext cx="5175384" cy="1285199"/>
      </dsp:txXfrm>
    </dsp:sp>
    <dsp:sp modelId="{BA62158B-AD81-8B45-B022-90D738B2E44B}">
      <dsp:nvSpPr>
        <dsp:cNvPr id="0" name=""/>
        <dsp:cNvSpPr/>
      </dsp:nvSpPr>
      <dsp:spPr>
        <a:xfrm>
          <a:off x="258769" y="2385570"/>
          <a:ext cx="3622768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/>
            <a:t>Examples:</a:t>
          </a:r>
          <a:endParaRPr lang="en-US" sz="1700" kern="1200"/>
        </a:p>
      </dsp:txBody>
      <dsp:txXfrm>
        <a:off x="283267" y="2410068"/>
        <a:ext cx="3573772" cy="4528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B5F38-316A-479C-8EA8-F989F1BB2C17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C69C8-DDE6-4773-956B-4D7796BC52A4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Factors to consider</a:t>
          </a:r>
        </a:p>
      </dsp:txBody>
      <dsp:txXfrm>
        <a:off x="78583" y="2435142"/>
        <a:ext cx="2399612" cy="720000"/>
      </dsp:txXfrm>
    </dsp:sp>
    <dsp:sp modelId="{FFD929DE-BA61-49CC-B2D4-F40AF9A1BE44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E318A-A73E-4708-9AC6-606666D1EBA7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Integration</a:t>
          </a:r>
        </a:p>
      </dsp:txBody>
      <dsp:txXfrm>
        <a:off x="2898129" y="2435142"/>
        <a:ext cx="2399612" cy="720000"/>
      </dsp:txXfrm>
    </dsp:sp>
    <dsp:sp modelId="{1FB0F83A-736A-4D93-923C-925A4C7F2547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E3A30-F0BF-4069-B672-02E5EA352A33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Scalability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2E10E-EF70-2943-8C95-664BBCBD070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DA3DF-C0FB-544E-8CB5-64EC1CE69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34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3797AE24-EC9C-4FD5-CACD-B2FD6624CD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FF3C19-3881-EA42-8122-B1E811A8C455}" type="slidenum">
              <a:rPr lang="en-US" altLang="en-US" sz="1200" smtClean="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04C746CB-4837-A338-9041-184A34432E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B822F21-5251-73B6-AA9B-8767E1D3E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6A9CC30E-E6E6-8D0A-A9EE-3F16EA846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30DFF1-7016-DA48-9E5B-3DB760692A23}" type="slidenum">
              <a:rPr lang="en-US" altLang="en-US" sz="1200" smtClean="0">
                <a:latin typeface="Times New Roman" panose="02020603050405020304" pitchFamily="18" charset="0"/>
              </a:rPr>
              <a:pPr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1A42EF24-2CB3-E788-6B64-AE49440B14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C27FD31-DD48-5204-5E59-68B5E9724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935089D9-3C2D-B89E-54DD-FCF1918B9B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677FEC-023B-C54A-B32D-C290649360C2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D7681204-5347-3A42-2E62-CAC8D2FF74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FC32F7A-6BB3-0BB4-456D-9681B0EA1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B1C7689-BFE9-8953-8A20-01C562022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9DB679-5015-C541-8C22-C82F9854452D}" type="slidenum">
              <a:rPr lang="en-US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571DDF4-8228-C7A6-79EF-12FF7BBB8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26255C9-4B84-CAED-CACB-B4273D106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9CE5E40-EA6D-E716-CCAA-9EDA5FE352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6C586E-8925-1647-9733-9367D72701FC}" type="slidenum">
              <a:rPr lang="en-US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AACC411-2004-1927-12B8-B82E3FADA1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A28AFF8-B6F8-6D81-7C05-FB77FE1D22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9594318B-AA11-1591-E8A9-2B1CA6CB8E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C6BA8D-C1CC-D64C-A9B9-197880AE0AE9}" type="slidenum">
              <a:rPr lang="en-US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E3E2DF92-5FBB-DD44-CC32-03FF23FE34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416D986-2696-C98F-7614-7C3BA2A41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2AD97D2E-1DCF-A441-BEC4-CD0BA937E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FCF612-C49E-C24B-8323-35BE5ED0D624}" type="slidenum">
              <a:rPr lang="en-US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A1131CE-3F93-6AC5-32FB-BFF49BA3B6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943C6A0-DAA9-2437-0048-93E3554C3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59DC3D92-A2BF-8C22-325B-F240017F52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E81C21-4FB2-E342-8EFB-48CE1CFA55E7}" type="slidenum">
              <a:rPr lang="en-US" altLang="en-US" sz="1200" smtClean="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6AC14CD6-A2DF-CE3B-2380-E811DF5CAD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C4B72BA-61E2-E913-E7C4-8C62FDF4A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164C3CC5-FD73-9600-BC87-C5DF02CF2E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968946-6DEF-F24F-A3CE-DFC8C7582BC3}" type="slidenum">
              <a:rPr lang="en-US" altLang="en-US" sz="1200">
                <a:latin typeface="Times New Roman" panose="02020603050405020304" pitchFamily="18" charset="0"/>
              </a:rPr>
              <a:pPr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178A70B-20BD-1F14-9542-55BE4A96FB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F7986FAE-EAD8-39B3-BFAC-909F127AF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4828C592-B6AC-24E2-1C30-DF7BECBCC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E3E2E6-3568-47E5-9491-BD5891E521DD}" type="slidenum">
              <a:rPr lang="en-US" altLang="en-US" sz="120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543CC32-6926-6E63-858B-A8FADFF7CC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B9278F0-222E-1A29-090A-917A1AF20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F996DD7D-D907-6DB1-DF2B-66DEDB759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A2EFF9-2F50-4258-BB59-2AFFBC9795D8}" type="slidenum">
              <a:rPr lang="en-US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4FB47171-3D81-ED61-5343-EC99440040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379F4554-99D2-8ADD-8484-4E98EF9D36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DA765883-A14B-19EA-AA0C-F4E4C0601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E6DCF-0D1A-B348-8CE6-FAD4498F3DD1}" type="slidenum">
              <a:rPr lang="en-US" altLang="en-US" sz="120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412C2726-D3D5-CD3E-888E-37234A6939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B8D0FB-F3D2-1F4B-6865-7159E3B6E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E7D6A592-455C-6F10-88F7-7207154F87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059DF7-2336-5A47-BC12-772978C6FBE7}" type="slidenum">
              <a:rPr lang="en-US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8558A42B-4268-F291-DAFA-1B182A8576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CB8153C-D95D-7F1D-D57B-DF5E04236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AEC5CFD4-DE6E-7DA1-38A9-C1106FF52A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446771-AF0D-B147-97AF-6CBDEF5133DE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AEA970B-F887-B600-BD82-3D80CFD21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3777A57-B4F3-916F-0C4C-FFCC423B8B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B62F5F1-B798-49D4-7D3E-0959018392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C6ECDD-93A3-2D45-876D-10D93D9AEDAD}" type="slidenum">
              <a:rPr lang="en-US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DA5A777-B91F-CA6B-999B-47401ECEB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62E3742-7BCC-2FC6-861A-7B772B278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3555C5FC-6495-A76F-290B-CB2F7D9FAB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817A4B-5846-8D48-A4B2-6DC45C284880}" type="slidenum">
              <a:rPr lang="en-US" altLang="en-US" sz="1200">
                <a:latin typeface="Times New Roman" panose="02020603050405020304" pitchFamily="18" charset="0"/>
              </a:rPr>
              <a:pPr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9FF7D00-1FD5-46EB-1ED1-AF777407B1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7BBFDB7-CF44-3EBA-EAFA-746DAEEC1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9A385A31-3F79-E3E4-B6AF-BEDFB1C9DE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4A7F3E-4C3C-9648-BF96-079577C9C15F}" type="slidenum">
              <a:rPr lang="en-US" altLang="en-US" sz="1200">
                <a:latin typeface="Times New Roman" panose="02020603050405020304" pitchFamily="18" charset="0"/>
              </a:rPr>
              <a:pPr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BD1A05A9-83FE-6DB9-1FF2-463BADD1A7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66E96A0F-63C6-1BE7-9A40-8E65962EC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89C058E-DA0C-EABC-E06B-8F6F635657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8C0879-4BF7-2C4D-B05B-15182B09073A}" type="slidenum">
              <a:rPr lang="en-US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6EE86B98-A112-542E-315A-2AB7A3C3B8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3F0D1A0-7CF9-FDE4-E37D-325000023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4A3D8732-20A4-366D-F696-854493D288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D10DDF-5E4C-FF4A-8301-3FE13E414AD8}" type="slidenum">
              <a:rPr lang="en-US" altLang="en-US" sz="1200">
                <a:latin typeface="Times New Roman" panose="02020603050405020304" pitchFamily="18" charset="0"/>
              </a:rPr>
              <a:pPr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076A417-DBA7-A218-8E20-51D9CD42F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B7CA4CC-98F3-F999-9E43-B2A70C5A7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F35FEDC5-8D25-56CA-9BA2-1809E119C2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FD96FC-0296-7D42-A452-C6A71F6B8993}" type="slidenum">
              <a:rPr lang="en-US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B69A091-E037-1161-9BC4-E23BE312C9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7ED5A48-5400-C457-4E2F-3F43CE496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2849D29-BF6C-605F-EABF-66F9C5C135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2747BA-039C-E24C-B944-E650E5B07CA1}" type="slidenum">
              <a:rPr lang="en-US" altLang="en-US" sz="120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0D28E293-CDAE-60B9-0F0B-010F700198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34E476F8-5C4F-6E31-DE43-93596262A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373CE933-4AE4-EDF5-164E-97134C8746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65EB40-C92F-1841-AE8B-E2AF4A60E7FD}" type="slidenum">
              <a:rPr lang="en-US" altLang="en-US" sz="1200">
                <a:latin typeface="Times New Roman" panose="02020603050405020304" pitchFamily="18" charset="0"/>
              </a:rPr>
              <a:pPr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D736A56-0303-32C6-59B9-12B1E6BF4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0F032224-F86B-27DA-624C-354494D8C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90B2691-8E78-AA0E-49D3-E949CAD1E8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AE5DB7-3562-184E-BB4F-ADF257C240BB}" type="slidenum">
              <a:rPr lang="en-US" altLang="en-US" sz="1200">
                <a:latin typeface="Times New Roman" panose="02020603050405020304" pitchFamily="18" charset="0"/>
              </a:rPr>
              <a:pPr/>
              <a:t>32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F4C2298-2FA3-F983-EDB5-94F58260F6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F6AAA25-8C80-8512-2650-0F12FD248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D9DC3EF3-8FAE-C8F8-483D-E5A05E92F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E6EA39-9F5E-1F45-8AD4-F35DF2507452}" type="slidenum">
              <a:rPr lang="en-US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81EB112-9A56-7893-401C-9B1F7397E5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B47F9A1-876D-CC47-7885-3696618E90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81B5B9E9-EC06-1D58-BCE2-0F7001EE43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6154AA-3E1D-9D4C-BB88-1C1682BBA7A0}" type="slidenum">
              <a:rPr lang="en-US" altLang="en-US" sz="1200">
                <a:latin typeface="Times New Roman" panose="02020603050405020304" pitchFamily="18" charset="0"/>
              </a:rPr>
              <a:pPr/>
              <a:t>34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72C2C68-9F55-2E68-7D2A-DB4F00772F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31AC307-D6A2-9A96-0EDA-A1A4DEB98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ADD4CDD1-3021-1FC3-9098-6005950257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37DECD-C712-CF41-B55A-A6B6A610DFF0}" type="slidenum">
              <a:rPr lang="en-US" altLang="en-US" sz="1200">
                <a:latin typeface="Times New Roman" panose="02020603050405020304" pitchFamily="18" charset="0"/>
              </a:rPr>
              <a:pPr/>
              <a:t>40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FDA46F7E-76A3-B18A-E245-0AC4FE834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8F43E799-C567-DF44-AEC4-E74718C70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4AAA8FA-E9AB-4118-25FB-E8D83EFB9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755930-CC28-F348-BC9E-0E2507C4D9E6}" type="slidenum">
              <a:rPr lang="en-US" altLang="en-US" sz="1200">
                <a:latin typeface="Times New Roman" panose="02020603050405020304" pitchFamily="18" charset="0"/>
              </a:rPr>
              <a:pPr/>
              <a:t>41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A8E0847-32F2-2838-5855-DE30D021DB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C268856-99DE-908F-4080-EAFC8C149E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B877B43D-CA72-4FDD-41C3-3338FE702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38E087-F6F9-1840-82CF-49B37A7F0DBE}" type="slidenum">
              <a:rPr lang="en-US" altLang="en-US" sz="1200">
                <a:latin typeface="Times New Roman" panose="02020603050405020304" pitchFamily="18" charset="0"/>
              </a:rPr>
              <a:pPr/>
              <a:t>42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F1756C0-3C61-A3A3-9A7E-DE134839F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308BB8BB-1F2D-5DA4-2334-4BCE2BA90F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EE345CB7-8141-A366-FA3C-577BE6234C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CE1B56-D830-3E45-B456-0BA80F7E1DF6}" type="slidenum">
              <a:rPr lang="en-US" altLang="en-US" sz="1200">
                <a:latin typeface="Times New Roman" panose="02020603050405020304" pitchFamily="18" charset="0"/>
              </a:rPr>
              <a:pPr/>
              <a:t>43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BED0EF23-C48C-7D83-032B-229AB8697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E7FB089-60AC-0506-7B8C-33815CD7DA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5F0F41F2-C9E8-B4D2-C211-3EAA9D0F58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41874B-1B7D-2843-B93B-7038D47534FE}" type="slidenum">
              <a:rPr lang="en-US" altLang="en-US" sz="1200">
                <a:latin typeface="Times New Roman" panose="02020603050405020304" pitchFamily="18" charset="0"/>
              </a:rPr>
              <a:pPr/>
              <a:t>46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06001E7A-4DDF-146E-1966-BC0CB341CE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DA2F54A5-5489-37A5-C9AC-364E168B67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Software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Planning, Risk, and Tools</a:t>
            </a:r>
          </a:p>
        </p:txBody>
      </p:sp>
      <p:pic>
        <p:nvPicPr>
          <p:cNvPr id="5" name="Picture 4" descr="Pens and rulers">
            <a:extLst>
              <a:ext uri="{FF2B5EF4-FFF2-40B4-BE49-F238E27FC236}">
                <a16:creationId xmlns:a16="http://schemas.microsoft.com/office/drawing/2014/main" id="{A9C3F441-AE0E-B2C8-2D74-F8A5C79B2A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2" r="8865" b="1"/>
          <a:stretch>
            <a:fillRect/>
          </a:stretch>
        </p:blipFill>
        <p:spPr>
          <a:xfrm>
            <a:off x="1612433" y="1966293"/>
            <a:ext cx="5919131" cy="4452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5417B-EB73-81DC-C9B0-5A009D91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2700" b="1"/>
              <a:t>Key Planning Activities in Software Project Management</a:t>
            </a:r>
            <a:endParaRPr lang="en-US" sz="2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42D89-BB32-BB77-42A3-E6CC11F7D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MY" sz="1700" b="1"/>
              <a:t>Requirement Gathering and Analysis</a:t>
            </a:r>
            <a:br>
              <a:rPr lang="en-MY" sz="1700"/>
            </a:br>
            <a:r>
              <a:rPr lang="en-MY" sz="1700"/>
              <a:t>Understanding what the client or end-user needs from the software.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MY" sz="1700" b="1"/>
              <a:t>Defining Scope and Objectives</a:t>
            </a:r>
            <a:br>
              <a:rPr lang="en-MY" sz="1700"/>
            </a:br>
            <a:r>
              <a:rPr lang="en-MY" sz="1700"/>
              <a:t>Clearly outlining what will and won’t be included in the project.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MY" sz="1700" b="1"/>
              <a:t>Creating a Work Breakdown Structure (WBS)</a:t>
            </a:r>
            <a:br>
              <a:rPr lang="en-MY" sz="1700"/>
            </a:br>
            <a:r>
              <a:rPr lang="en-MY" sz="1700"/>
              <a:t>Breaking the project into smaller, manageable tasks or components.</a:t>
            </a:r>
          </a:p>
          <a:p>
            <a:pPr>
              <a:lnSpc>
                <a:spcPct val="90000"/>
              </a:lnSpc>
            </a:pPr>
            <a:endParaRPr lang="en-US" sz="1700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1A8EE3FF-A2C2-11E6-282A-308D6E5FB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29" r="2822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54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C78FC-1D7E-037F-EB79-B0EF23356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1027A-2075-462D-9CAE-C14CD2A7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2700" b="1"/>
              <a:t>Key Planning Activities in Software Project Management</a:t>
            </a:r>
            <a:endParaRPr lang="en-US" sz="2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B1F66-587B-B5AE-1AD6-F763DB327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MY" sz="1400" b="1"/>
              <a:t>4. Estimating Time and Cost</a:t>
            </a:r>
            <a:br>
              <a:rPr lang="en-MY" sz="1400"/>
            </a:br>
            <a:r>
              <a:rPr lang="en-MY" sz="1400"/>
              <a:t>Predicting how long tasks will take and how much they will cost.</a:t>
            </a:r>
          </a:p>
          <a:p>
            <a:pPr marL="0" indent="0">
              <a:lnSpc>
                <a:spcPct val="90000"/>
              </a:lnSpc>
              <a:buNone/>
            </a:pPr>
            <a:endParaRPr lang="en-MY" sz="1400" b="1"/>
          </a:p>
          <a:p>
            <a:pPr marL="0" indent="0">
              <a:lnSpc>
                <a:spcPct val="90000"/>
              </a:lnSpc>
              <a:buNone/>
            </a:pPr>
            <a:r>
              <a:rPr lang="en-MY" sz="1400" b="1"/>
              <a:t>5. Resource Allocation</a:t>
            </a:r>
            <a:br>
              <a:rPr lang="en-MY" sz="1400"/>
            </a:br>
            <a:r>
              <a:rPr lang="en-MY" sz="1400"/>
              <a:t>Assigning team members, tools, and technologies to specific tasks.</a:t>
            </a:r>
          </a:p>
          <a:p>
            <a:pPr marL="0" indent="0">
              <a:lnSpc>
                <a:spcPct val="90000"/>
              </a:lnSpc>
              <a:buNone/>
            </a:pPr>
            <a:endParaRPr lang="en-MY" sz="1400" b="1"/>
          </a:p>
          <a:p>
            <a:pPr marL="0" indent="0">
              <a:lnSpc>
                <a:spcPct val="90000"/>
              </a:lnSpc>
              <a:buNone/>
            </a:pPr>
            <a:r>
              <a:rPr lang="en-MY" sz="1400" b="1"/>
              <a:t>6. Scheduling</a:t>
            </a:r>
            <a:br>
              <a:rPr lang="en-MY" sz="1400"/>
            </a:br>
            <a:r>
              <a:rPr lang="en-MY" sz="1400"/>
              <a:t>Developing a timeline using tools like Gantt charts or Agile sprints.</a:t>
            </a:r>
          </a:p>
          <a:p>
            <a:pPr marL="0" indent="0">
              <a:lnSpc>
                <a:spcPct val="90000"/>
              </a:lnSpc>
              <a:buNone/>
            </a:pPr>
            <a:endParaRPr lang="en-MY" sz="1400" b="1"/>
          </a:p>
          <a:p>
            <a:pPr marL="0" indent="0">
              <a:lnSpc>
                <a:spcPct val="90000"/>
              </a:lnSpc>
              <a:buNone/>
            </a:pPr>
            <a:r>
              <a:rPr lang="en-MY" sz="1400" b="1"/>
              <a:t>7. Risk Planning</a:t>
            </a:r>
            <a:br>
              <a:rPr lang="en-MY" sz="1400"/>
            </a:br>
            <a:r>
              <a:rPr lang="en-MY" sz="1400"/>
              <a:t>Identifying potential risks and preparing mitigation strategies.</a:t>
            </a:r>
            <a:br>
              <a:rPr lang="en-MY" sz="1400"/>
            </a:br>
            <a:endParaRPr lang="en-US" sz="1400"/>
          </a:p>
        </p:txBody>
      </p:sp>
      <p:pic>
        <p:nvPicPr>
          <p:cNvPr id="5" name="Picture 4" descr="Drawings on colourful paper">
            <a:extLst>
              <a:ext uri="{FF2B5EF4-FFF2-40B4-BE49-F238E27FC236}">
                <a16:creationId xmlns:a16="http://schemas.microsoft.com/office/drawing/2014/main" id="{F4779417-ABDD-6342-E4A6-23B1101072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96" r="37853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8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70312-E0A6-79D2-C0C0-E73C21E2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0DC01-49A3-4BE9-0BB6-F2E1E5DA3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2700" b="1"/>
              <a:t>Key Planning Activities in Software Project Management</a:t>
            </a:r>
            <a:endParaRPr lang="en-US" sz="2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F1D0E-E7C3-BF98-D729-7B050A484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MY" sz="1700" b="1"/>
              <a:t>8. Communication Planning</a:t>
            </a:r>
            <a:br>
              <a:rPr lang="en-MY" sz="1700"/>
            </a:br>
            <a:r>
              <a:rPr lang="en-MY" sz="1700"/>
              <a:t>Establishing how information will be shared among stakeholders.</a:t>
            </a:r>
          </a:p>
          <a:p>
            <a:pPr marL="0" indent="0">
              <a:lnSpc>
                <a:spcPct val="90000"/>
              </a:lnSpc>
              <a:buNone/>
            </a:pPr>
            <a:endParaRPr lang="en-MY" sz="1700"/>
          </a:p>
          <a:p>
            <a:pPr marL="0" indent="0">
              <a:lnSpc>
                <a:spcPct val="90000"/>
              </a:lnSpc>
              <a:buNone/>
            </a:pPr>
            <a:r>
              <a:rPr lang="en-MY" sz="1700" b="1"/>
              <a:t>9. Quality Planning</a:t>
            </a:r>
            <a:br>
              <a:rPr lang="en-MY" sz="1700"/>
            </a:br>
            <a:r>
              <a:rPr lang="en-MY" sz="1700"/>
              <a:t>Setting standards and procedures to ensure the final product meets expectations.</a:t>
            </a:r>
          </a:p>
          <a:p>
            <a:pPr marL="0" indent="0">
              <a:lnSpc>
                <a:spcPct val="90000"/>
              </a:lnSpc>
              <a:buNone/>
            </a:pPr>
            <a:endParaRPr lang="en-MY" sz="1700"/>
          </a:p>
          <a:p>
            <a:pPr marL="0" indent="0">
              <a:lnSpc>
                <a:spcPct val="90000"/>
              </a:lnSpc>
              <a:buNone/>
            </a:pPr>
            <a:r>
              <a:rPr lang="en-MY" sz="1700" b="1"/>
              <a:t>10.Change Management Planning</a:t>
            </a:r>
            <a:br>
              <a:rPr lang="en-MY" sz="1700"/>
            </a:br>
            <a:r>
              <a:rPr lang="en-MY" sz="1700"/>
              <a:t>Preparing for how changes in scope or requirements will be handled.</a:t>
            </a:r>
            <a:br>
              <a:rPr lang="en-MY" sz="1700"/>
            </a:br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59FE2-8913-8A20-77AB-3A27FC6E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29" r="28929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1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Importance of planning in software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MY" sz="1600" b="1"/>
              <a:t>Defines Clear Objectives</a:t>
            </a:r>
            <a:br>
              <a:rPr lang="en-MY" sz="1600"/>
            </a:br>
            <a:r>
              <a:rPr lang="en-MY" sz="1600"/>
              <a:t>Planning helps establish what the project aims to achieve, aligning the team and stakeholders on goals and deliverables.</a:t>
            </a:r>
          </a:p>
          <a:p>
            <a:r>
              <a:rPr lang="en-MY" sz="1600" b="1"/>
              <a:t>Improves Resource Management</a:t>
            </a:r>
            <a:br>
              <a:rPr lang="en-MY" sz="1600"/>
            </a:br>
            <a:r>
              <a:rPr lang="en-MY" sz="1600"/>
              <a:t>It ensures optimal use of time, budget, and human resources, reducing waste and over-allocation.</a:t>
            </a:r>
          </a:p>
          <a:p>
            <a:r>
              <a:rPr lang="en-MY" sz="1600" b="1"/>
              <a:t>Reduces Uncertainty and Risk</a:t>
            </a:r>
            <a:br>
              <a:rPr lang="en-MY" sz="1600"/>
            </a:br>
            <a:r>
              <a:rPr lang="en-MY" sz="1600"/>
              <a:t>A well-thought-out plan anticipates potential issues and outlines strategies to mitigate them.</a:t>
            </a:r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A46E1831-8343-C106-7675-BD1D7CE2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28" r="3593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6EF00-E14A-9484-A5E2-E121A965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E20FB-AEAE-EF5C-49CB-A4B07CDF9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Importance of planning in software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EE2FA-388F-E55C-A5ED-9BBF2245E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1600" b="1"/>
              <a:t>Enhances Communication</a:t>
            </a:r>
            <a:br>
              <a:rPr lang="en-MY" sz="1600"/>
            </a:br>
            <a:r>
              <a:rPr lang="en-MY" sz="1600"/>
              <a:t>Planning provides a roadmap that facilitates better communication among team members, clients, and stakeholders.</a:t>
            </a:r>
          </a:p>
          <a:p>
            <a:pPr>
              <a:lnSpc>
                <a:spcPct val="90000"/>
              </a:lnSpc>
            </a:pPr>
            <a:r>
              <a:rPr lang="en-MY" sz="1600" b="1"/>
              <a:t>Enables Progress Tracking</a:t>
            </a:r>
            <a:br>
              <a:rPr lang="en-MY" sz="1600"/>
            </a:br>
            <a:r>
              <a:rPr lang="en-MY" sz="1600"/>
              <a:t>With milestones and schedules in place, it becomes easier to monitor progress and make adjustments as needed.</a:t>
            </a:r>
          </a:p>
          <a:p>
            <a:pPr>
              <a:lnSpc>
                <a:spcPct val="90000"/>
              </a:lnSpc>
            </a:pPr>
            <a:r>
              <a:rPr lang="en-MY" sz="1600" b="1"/>
              <a:t>Supports Decision-Making</a:t>
            </a:r>
            <a:br>
              <a:rPr lang="en-MY" sz="1600"/>
            </a:br>
            <a:r>
              <a:rPr lang="en-MY" sz="1600"/>
              <a:t>A solid plan provides the data and structure needed to make informed decisions throughout the project lifecycle.</a:t>
            </a:r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2A46A04A-B748-1524-DFC8-A0DCED7B86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19" r="18589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7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9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88" name="AutoShape 1040">
            <a:extLst>
              <a:ext uri="{FF2B5EF4-FFF2-40B4-BE49-F238E27FC236}">
                <a16:creationId xmlns:a16="http://schemas.microsoft.com/office/drawing/2014/main" id="{41D69A83-A63C-81E9-B071-6B0628E80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en-US" altLang="en-US" sz="3500"/>
              <a:t>What is a Project?</a:t>
            </a:r>
          </a:p>
        </p:txBody>
      </p:sp>
      <p:sp>
        <p:nvSpPr>
          <p:cNvPr id="7172" name="Rectangle 1041">
            <a:extLst>
              <a:ext uri="{FF2B5EF4-FFF2-40B4-BE49-F238E27FC236}">
                <a16:creationId xmlns:a16="http://schemas.microsoft.com/office/drawing/2014/main" id="{2BAEB48E-E604-5DE5-FBEF-1F00A1F66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400"/>
              <a:t>Project Defined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A complex, nonroutine, one-time effort limited by time, budget, resources, and performance specifications designed to meet customer needs.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/>
              <a:t>Major Characteristics of a Project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Has an established objective.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Has a defined life span with a beginning and an end.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Requires across-the-organizational participation.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Involves doing something never been done before.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Has specific time, cost, and performance requirements.</a:t>
            </a:r>
          </a:p>
        </p:txBody>
      </p:sp>
      <p:pic>
        <p:nvPicPr>
          <p:cNvPr id="28690" name="Picture 28689" descr="A person reaching for a paper on a table full of paper and sticky notes">
            <a:extLst>
              <a:ext uri="{FF2B5EF4-FFF2-40B4-BE49-F238E27FC236}">
                <a16:creationId xmlns:a16="http://schemas.microsoft.com/office/drawing/2014/main" id="{26340D14-A475-1155-29F7-DAD4D9EA5E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65" r="31058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18433" name="Slide Number Placeholder 3">
            <a:extLst>
              <a:ext uri="{FF2B5EF4-FFF2-40B4-BE49-F238E27FC236}">
                <a16:creationId xmlns:a16="http://schemas.microsoft.com/office/drawing/2014/main" id="{2223479E-49E2-9010-8421-D2B839F67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625901" y="6356350"/>
            <a:ext cx="1326319" cy="3651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fld id="{2CA46E90-3EBF-3346-AE80-AEA5A88FD099}" type="slidenum"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Aft>
                  <a:spcPts val="600"/>
                </a:spcAft>
              </a:pPr>
              <a:t>7</a:t>
            </a:fld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2">
            <a:extLst>
              <a:ext uri="{FF2B5EF4-FFF2-40B4-BE49-F238E27FC236}">
                <a16:creationId xmlns:a16="http://schemas.microsoft.com/office/drawing/2014/main" id="{B8462AFC-BC23-5DF7-B22E-543E211F40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1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fld id="{C880C476-16A3-4B43-B02A-C43692A6757A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8" name="AutoShape 2">
            <a:extLst>
              <a:ext uri="{FF2B5EF4-FFF2-40B4-BE49-F238E27FC236}">
                <a16:creationId xmlns:a16="http://schemas.microsoft.com/office/drawing/2014/main" id="{0F5EBBF1-1833-D008-EEA0-A597E1921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266700"/>
            <a:ext cx="8153400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Project Life Cycle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07039CD8-CF93-462E-2566-F8885AE99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1.</a:t>
            </a:r>
            <a:r>
              <a:rPr lang="en-US" altLang="en-US" sz="1200" b="1">
                <a:solidFill>
                  <a:srgbClr val="006666"/>
                </a:solidFill>
                <a:cs typeface="Arial" panose="020B0604020202020204" pitchFamily="34" charset="0"/>
              </a:rPr>
              <a:t>1</a:t>
            </a:r>
          </a:p>
        </p:txBody>
      </p:sp>
      <p:pic>
        <p:nvPicPr>
          <p:cNvPr id="106501" name="Picture 5" descr="0101">
            <a:extLst>
              <a:ext uri="{FF2B5EF4-FFF2-40B4-BE49-F238E27FC236}">
                <a16:creationId xmlns:a16="http://schemas.microsoft.com/office/drawing/2014/main" id="{B1BD333A-AE1E-719E-5808-698990BF5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62063"/>
            <a:ext cx="7315200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88BA705D-7389-8C6B-1457-10AF7D2A19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4–</a:t>
            </a:r>
            <a:fld id="{1308C49C-A033-8949-B86C-AC0795D43F0F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88" name="AutoShape 1040">
            <a:extLst>
              <a:ext uri="{FF2B5EF4-FFF2-40B4-BE49-F238E27FC236}">
                <a16:creationId xmlns:a16="http://schemas.microsoft.com/office/drawing/2014/main" id="{FFBD034E-FD95-D628-C6C6-472CB14B1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Defining the Project</a:t>
            </a:r>
          </a:p>
        </p:txBody>
      </p:sp>
      <p:sp>
        <p:nvSpPr>
          <p:cNvPr id="28689" name="Rectangle 1041">
            <a:extLst>
              <a:ext uri="{FF2B5EF4-FFF2-40B4-BE49-F238E27FC236}">
                <a16:creationId xmlns:a16="http://schemas.microsoft.com/office/drawing/2014/main" id="{42AE8EA6-7072-6D21-4E5C-2FEACD9103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25563"/>
            <a:ext cx="8077200" cy="4770437"/>
          </a:xfrm>
          <a:solidFill>
            <a:schemeClr val="bg2"/>
          </a:solidFill>
        </p:spPr>
        <p:txBody>
          <a:bodyPr/>
          <a:lstStyle/>
          <a:p>
            <a:pPr marL="1257300" indent="-1257300" eaLnBrk="1" hangingPunct="1">
              <a:spcBef>
                <a:spcPct val="50000"/>
              </a:spcBef>
              <a:buFontTx/>
              <a:buNone/>
            </a:pPr>
            <a:r>
              <a:rPr lang="en-US" altLang="en-US" dirty="0"/>
              <a:t>Step 1:	Defining the Project Scope</a:t>
            </a:r>
          </a:p>
          <a:p>
            <a:pPr marL="1257300" indent="-1257300" eaLnBrk="1" hangingPunct="1">
              <a:spcBef>
                <a:spcPct val="50000"/>
              </a:spcBef>
              <a:buFontTx/>
              <a:buNone/>
            </a:pPr>
            <a:r>
              <a:rPr lang="en-US" altLang="en-US" dirty="0"/>
              <a:t>Step 2:	Establishing Project Priorities</a:t>
            </a:r>
          </a:p>
          <a:p>
            <a:pPr marL="1257300" indent="-1257300" eaLnBrk="1" hangingPunct="1">
              <a:spcBef>
                <a:spcPct val="50000"/>
              </a:spcBef>
              <a:buFontTx/>
              <a:buNone/>
            </a:pPr>
            <a:r>
              <a:rPr lang="en-US" altLang="en-US" dirty="0"/>
              <a:t>Step 3:	Creating the Work Breakdown Structure</a:t>
            </a:r>
          </a:p>
          <a:p>
            <a:pPr marL="1257300" indent="-1257300" eaLnBrk="1" hangingPunct="1">
              <a:spcBef>
                <a:spcPct val="50000"/>
              </a:spcBef>
              <a:buFontTx/>
              <a:buNone/>
            </a:pPr>
            <a:r>
              <a:rPr lang="en-US" altLang="en-US" dirty="0"/>
              <a:t>Step 4:	Integrating the WBS with the Organization</a:t>
            </a:r>
          </a:p>
          <a:p>
            <a:pPr marL="1257300" indent="-1257300" eaLnBrk="1" hangingPunct="1">
              <a:spcBef>
                <a:spcPct val="50000"/>
              </a:spcBef>
              <a:buFontTx/>
              <a:buNone/>
            </a:pPr>
            <a:r>
              <a:rPr lang="en-US" altLang="en-US" dirty="0"/>
              <a:t>Step 5:	Coding the WBS for the Information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6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6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6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8" grpId="0" animBg="1" autoUpdateAnimBg="0"/>
      <p:bldP spid="2868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F5B8424A-8B60-214B-CA04-E63E2AFB7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4–</a:t>
            </a:r>
            <a:fld id="{9B24F638-BADD-DE46-A034-C045085B3500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6" name="AutoShape 2">
            <a:extLst>
              <a:ext uri="{FF2B5EF4-FFF2-40B4-BE49-F238E27FC236}">
                <a16:creationId xmlns:a16="http://schemas.microsoft.com/office/drawing/2014/main" id="{87765F8A-073F-06F4-FF9A-108046481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Project Scope Checklist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DE99C096-A6A1-390D-7F35-D5D580E37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509713"/>
            <a:ext cx="4678363" cy="4205287"/>
          </a:xfrm>
          <a:noFill/>
        </p:spPr>
        <p:txBody>
          <a:bodyPr>
            <a:normAutofit lnSpcReduction="10000"/>
          </a:bodyPr>
          <a:lstStyle/>
          <a:p>
            <a:pPr marL="533400" indent="-5334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Project objective</a:t>
            </a:r>
          </a:p>
          <a:p>
            <a:pPr marL="533400" indent="-5334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Deliverables</a:t>
            </a:r>
          </a:p>
          <a:p>
            <a:pPr marL="533400" indent="-5334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Milestones</a:t>
            </a:r>
          </a:p>
          <a:p>
            <a:pPr marL="533400" indent="-5334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Technical requirements</a:t>
            </a:r>
          </a:p>
          <a:p>
            <a:pPr marL="533400" indent="-5334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Limits and exclusions</a:t>
            </a:r>
          </a:p>
          <a:p>
            <a:pPr marL="533400" indent="-5334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Reviews with customer</a:t>
            </a:r>
          </a:p>
        </p:txBody>
      </p:sp>
      <p:pic>
        <p:nvPicPr>
          <p:cNvPr id="22533" name="Picture 19" descr="j0195824">
            <a:extLst>
              <a:ext uri="{FF2B5EF4-FFF2-40B4-BE49-F238E27FC236}">
                <a16:creationId xmlns:a16="http://schemas.microsoft.com/office/drawing/2014/main" id="{8EEA56A2-FDA4-F412-D826-6464520DA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675" y="3703638"/>
            <a:ext cx="2355850" cy="234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animBg="1" autoUpdateAnimBg="0"/>
      <p:bldP spid="9830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33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99338" name="Rectangle 9933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330" name="AutoShape 2">
            <a:extLst>
              <a:ext uri="{FF2B5EF4-FFF2-40B4-BE49-F238E27FC236}">
                <a16:creationId xmlns:a16="http://schemas.microsoft.com/office/drawing/2014/main" id="{19BD4A45-3BD6-B6EB-7F66-0AB0851FC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3500"/>
              <a:t>Project Scope: Terms and Definitions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F7D4CF8-A3A3-2967-CF9F-B31BF9BFD8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600"/>
              <a:t>Scope Statements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Also called statements of work (SOW)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/>
              <a:t>Project Charter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Can contain an expanded version of scope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A document authorizing the project manager to initiate and lead the project.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/>
              <a:t>Scope Creep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The tendency for the project scope to expand over time due to changing requirements, specifications, and priorities.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</p:txBody>
      </p:sp>
      <p:pic>
        <p:nvPicPr>
          <p:cNvPr id="99332" name="Picture 99331" descr="Coloured organisers on shelves">
            <a:extLst>
              <a:ext uri="{FF2B5EF4-FFF2-40B4-BE49-F238E27FC236}">
                <a16:creationId xmlns:a16="http://schemas.microsoft.com/office/drawing/2014/main" id="{11065F6F-5B35-ED8B-4EBB-152E2DDA9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44" r="3730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24578" name="Slide Number Placeholder 3">
            <a:extLst>
              <a:ext uri="{FF2B5EF4-FFF2-40B4-BE49-F238E27FC236}">
                <a16:creationId xmlns:a16="http://schemas.microsoft.com/office/drawing/2014/main" id="{A521C946-1EA5-9FD1-7B11-91BF54BC6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49390" y="6356350"/>
            <a:ext cx="2400300" cy="3651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</a:rPr>
              <a:t>4–</a:t>
            </a:r>
            <a:fld id="{503DE7AB-013D-B349-992B-90DB78F30D4D}" type="slidenum"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Aft>
                  <a:spcPts val="600"/>
                </a:spcAft>
              </a:pPr>
              <a:t>11</a:t>
            </a:fld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2">
            <a:extLst>
              <a:ext uri="{FF2B5EF4-FFF2-40B4-BE49-F238E27FC236}">
                <a16:creationId xmlns:a16="http://schemas.microsoft.com/office/drawing/2014/main" id="{0E802EE7-4456-5BC1-D2BE-FE6E50944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4–</a:t>
            </a:r>
            <a:fld id="{BB26292E-86D9-5E45-B0F4-93A1556F3CA9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0" name="AutoShape 2">
            <a:extLst>
              <a:ext uri="{FF2B5EF4-FFF2-40B4-BE49-F238E27FC236}">
                <a16:creationId xmlns:a16="http://schemas.microsoft.com/office/drawing/2014/main" id="{6B5C01B9-2A05-168E-1D75-185299AD8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Project Management Trade-offs</a:t>
            </a:r>
          </a:p>
        </p:txBody>
      </p:sp>
      <p:sp>
        <p:nvSpPr>
          <p:cNvPr id="29700" name="Text Box 3">
            <a:extLst>
              <a:ext uri="{FF2B5EF4-FFF2-40B4-BE49-F238E27FC236}">
                <a16:creationId xmlns:a16="http://schemas.microsoft.com/office/drawing/2014/main" id="{5F79ECE2-D185-58FC-8E25-DCC69DE71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4.1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83972" name="Picture 4">
            <a:extLst>
              <a:ext uri="{FF2B5EF4-FFF2-40B4-BE49-F238E27FC236}">
                <a16:creationId xmlns:a16="http://schemas.microsoft.com/office/drawing/2014/main" id="{1426A927-F1DE-9E28-5195-C7A5199A2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3" y="1600200"/>
            <a:ext cx="57658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id="{D85027BA-F173-F861-DD9B-A8E48CD21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4–</a:t>
            </a:r>
            <a:fld id="{D554E1C6-5D10-564B-9F9A-E1B46590184C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4" name="AutoShape 2">
            <a:extLst>
              <a:ext uri="{FF2B5EF4-FFF2-40B4-BE49-F238E27FC236}">
                <a16:creationId xmlns:a16="http://schemas.microsoft.com/office/drawing/2014/main" id="{8B486ADE-3001-305C-03D5-64CCC2EE43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Project Priority Matrix</a:t>
            </a:r>
          </a:p>
        </p:txBody>
      </p:sp>
      <p:sp>
        <p:nvSpPr>
          <p:cNvPr id="31748" name="Text Box 3">
            <a:extLst>
              <a:ext uri="{FF2B5EF4-FFF2-40B4-BE49-F238E27FC236}">
                <a16:creationId xmlns:a16="http://schemas.microsoft.com/office/drawing/2014/main" id="{4499DAAE-17A8-4EB4-7F02-6E5CAA44E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4.2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84996" name="Picture 4">
            <a:extLst>
              <a:ext uri="{FF2B5EF4-FFF2-40B4-BE49-F238E27FC236}">
                <a16:creationId xmlns:a16="http://schemas.microsoft.com/office/drawing/2014/main" id="{2AB2E0C5-942C-38BE-20FA-CA548479E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87488"/>
            <a:ext cx="6505575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2">
            <a:extLst>
              <a:ext uri="{FF2B5EF4-FFF2-40B4-BE49-F238E27FC236}">
                <a16:creationId xmlns:a16="http://schemas.microsoft.com/office/drawing/2014/main" id="{8C074758-3D5E-898D-E04C-F1FB177469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2–</a:t>
            </a:r>
            <a:fld id="{F9E1AE26-3369-4842-B3C9-F7DC30630029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BB502718-2DF9-B52E-BC50-65C715F18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EXHIBIT 2.</a:t>
            </a:r>
            <a:r>
              <a:rPr lang="en-US" altLang="en-US" sz="1200" b="1">
                <a:solidFill>
                  <a:srgbClr val="006666"/>
                </a:solidFill>
                <a:cs typeface="Arial" panose="020B0604020202020204" pitchFamily="34" charset="0"/>
              </a:rPr>
              <a:t>1</a:t>
            </a: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E56BADA8-FBF7-B68E-6641-BA399D8B0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1593850"/>
            <a:ext cx="7681912" cy="402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457200" algn="l"/>
                <a:tab pos="2057400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7200" algn="l"/>
                <a:tab pos="2057400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7200" algn="l"/>
                <a:tab pos="2057400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7200" algn="l"/>
                <a:tab pos="2057400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7200" algn="l"/>
                <a:tab pos="2057400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2057400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2057400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2057400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2057400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CC3300"/>
                </a:solidFill>
              </a:rPr>
              <a:t>S</a:t>
            </a:r>
            <a:r>
              <a:rPr lang="en-US" altLang="en-US" sz="1800" b="1"/>
              <a:t> </a:t>
            </a:r>
            <a:r>
              <a:rPr lang="en-US" altLang="en-US" sz="1800"/>
              <a:t>	</a:t>
            </a:r>
            <a:r>
              <a:rPr lang="en-US" altLang="en-US" sz="1800" b="1"/>
              <a:t>Specific </a:t>
            </a:r>
            <a:r>
              <a:rPr lang="en-US" altLang="en-US" sz="1800"/>
              <a:t>	Be specific in targeting an objective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2800" b="1">
                <a:solidFill>
                  <a:srgbClr val="CC3300"/>
                </a:solidFill>
              </a:rPr>
              <a:t>M</a:t>
            </a:r>
            <a:r>
              <a:rPr lang="en-US" altLang="en-US" sz="1800" b="1"/>
              <a:t> </a:t>
            </a:r>
            <a:r>
              <a:rPr lang="en-US" altLang="en-US" sz="1800"/>
              <a:t>	</a:t>
            </a:r>
            <a:r>
              <a:rPr lang="en-US" altLang="en-US" sz="1800" b="1"/>
              <a:t>Measurable </a:t>
            </a:r>
            <a:r>
              <a:rPr lang="en-US" altLang="en-US" sz="1800"/>
              <a:t>	Establish a measurable indicator(s) of progress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2800" b="1">
                <a:solidFill>
                  <a:srgbClr val="CC3300"/>
                </a:solidFill>
              </a:rPr>
              <a:t>A</a:t>
            </a:r>
            <a:r>
              <a:rPr lang="en-US" altLang="en-US" sz="2000" b="1"/>
              <a:t> </a:t>
            </a:r>
            <a:r>
              <a:rPr lang="en-US" altLang="en-US" sz="1800"/>
              <a:t>	</a:t>
            </a:r>
            <a:r>
              <a:rPr lang="en-US" altLang="en-US" sz="1800" b="1"/>
              <a:t>Assignable </a:t>
            </a:r>
            <a:r>
              <a:rPr lang="en-US" altLang="en-US" sz="1800"/>
              <a:t>	Make the objective assignable to one person </a:t>
            </a:r>
            <a:br>
              <a:rPr lang="en-US" altLang="en-US" sz="1800"/>
            </a:br>
            <a:r>
              <a:rPr lang="en-US" altLang="en-US" sz="1800"/>
              <a:t>		for completion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CC3300"/>
                </a:solidFill>
              </a:rPr>
              <a:t>R</a:t>
            </a:r>
            <a:r>
              <a:rPr lang="en-US" altLang="en-US" sz="1800" b="1">
                <a:solidFill>
                  <a:srgbClr val="CC3300"/>
                </a:solidFill>
              </a:rPr>
              <a:t> </a:t>
            </a:r>
            <a:r>
              <a:rPr lang="en-US" altLang="en-US" sz="1800"/>
              <a:t>	</a:t>
            </a:r>
            <a:r>
              <a:rPr lang="en-US" altLang="en-US" sz="1800" b="1"/>
              <a:t>Realistic </a:t>
            </a:r>
            <a:r>
              <a:rPr lang="en-US" altLang="en-US" sz="1800"/>
              <a:t>	State what can realistically be done with </a:t>
            </a:r>
            <a:br>
              <a:rPr lang="en-US" altLang="en-US" sz="1800"/>
            </a:br>
            <a:r>
              <a:rPr lang="en-US" altLang="en-US" sz="1800"/>
              <a:t>		available resources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CC3300"/>
                </a:solidFill>
              </a:rPr>
              <a:t>T</a:t>
            </a:r>
            <a:r>
              <a:rPr lang="en-US" altLang="en-US" sz="1800" b="1"/>
              <a:t> </a:t>
            </a:r>
            <a:r>
              <a:rPr lang="en-US" altLang="en-US" sz="1800"/>
              <a:t>	</a:t>
            </a:r>
            <a:r>
              <a:rPr lang="en-US" altLang="en-US" sz="1800" b="1"/>
              <a:t>Time related	</a:t>
            </a:r>
            <a:r>
              <a:rPr lang="en-US" altLang="en-US" sz="1800"/>
              <a:t>State when the objective can be achieved, </a:t>
            </a:r>
            <a:br>
              <a:rPr lang="en-US" altLang="en-US" sz="1800"/>
            </a:br>
            <a:r>
              <a:rPr lang="en-US" altLang="en-US" sz="1800"/>
              <a:t>		that is, duration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3065AA-EA74-A9C0-574C-15DE92A5D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Scope and Objectives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519C7C9A-42F9-785A-84AA-3693E8C5D3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74" r="2285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MY" sz="3500"/>
              <a:t>Work Breakdown Structure (WBS)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1400"/>
              <a:t>Work Breakdown Structure (WBS)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400"/>
              <a:t>An hierarchical outline (map) that identifies the products and work elements involved in a project.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400"/>
              <a:t>Defines the relationship of the final deliverable </a:t>
            </a:r>
            <a:br>
              <a:rPr lang="en-US" altLang="en-US" sz="1400"/>
            </a:br>
            <a:r>
              <a:rPr lang="en-US" altLang="en-US" sz="1400"/>
              <a:t>(the project) to its subdeliverables, and in turn, </a:t>
            </a:r>
            <a:br>
              <a:rPr lang="en-US" altLang="en-US" sz="1400"/>
            </a:br>
            <a:r>
              <a:rPr lang="en-US" altLang="en-US" sz="1400"/>
              <a:t>their relationships to work packages.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400"/>
              <a:t>Best suited for design and build projects that have tangible outcomes rather than process-oriented projects.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38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1386" name="Rectangle 10138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378" name="AutoShape 2">
            <a:extLst>
              <a:ext uri="{FF2B5EF4-FFF2-40B4-BE49-F238E27FC236}">
                <a16:creationId xmlns:a16="http://schemas.microsoft.com/office/drawing/2014/main" id="{E03EE54E-C885-F4F9-1C4C-ECE186F92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 marL="1371600" indent="-1371600" eaLnBrk="1" hangingPunct="1">
              <a:tabLst>
                <a:tab pos="2857500" algn="l"/>
              </a:tabLst>
              <a:defRPr/>
            </a:pPr>
            <a:r>
              <a:rPr lang="en-US" altLang="en-US" sz="3200"/>
              <a:t>Creating the Work Breakdown Structure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FA9C22E-291C-F5D3-727D-FFDBC5A1F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400"/>
              <a:t>Work Breakdown Structure (WBS)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400"/>
              <a:t>A hierarchical outline (map) that identifies the products and work elements involved in a project.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400"/>
              <a:t>Defines the relationship of the final deliverable </a:t>
            </a:r>
            <a:br>
              <a:rPr lang="en-US" altLang="en-US" sz="1400"/>
            </a:br>
            <a:r>
              <a:rPr lang="en-US" altLang="en-US" sz="1400"/>
              <a:t>(the project) to its subdeliverables, and in turn, </a:t>
            </a:r>
            <a:br>
              <a:rPr lang="en-US" altLang="en-US" sz="1400"/>
            </a:br>
            <a:r>
              <a:rPr lang="en-US" altLang="en-US" sz="1400"/>
              <a:t>their relationships to work packages.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400"/>
              <a:t>Best suited for design and build projects that have tangible outcomes rather than process-oriented projects.</a:t>
            </a:r>
          </a:p>
        </p:txBody>
      </p:sp>
      <p:pic>
        <p:nvPicPr>
          <p:cNvPr id="101380" name="Picture 101379" descr="Top view of cubes connected with black lines">
            <a:extLst>
              <a:ext uri="{FF2B5EF4-FFF2-40B4-BE49-F238E27FC236}">
                <a16:creationId xmlns:a16="http://schemas.microsoft.com/office/drawing/2014/main" id="{395C2F0C-7477-2AF2-41AC-8065A54667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33" r="2001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95774F80-0928-85DE-0220-810F821A3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49390" y="6356350"/>
            <a:ext cx="2400300" cy="3651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</a:rPr>
              <a:t>4–</a:t>
            </a:r>
            <a:fld id="{72E7B6B0-984F-0F4E-9C12-616EFB3B5682}" type="slidenum"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Aft>
                  <a:spcPts val="600"/>
                </a:spcAft>
              </a:pPr>
              <a:t>16</a:t>
            </a:fld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2">
            <a:extLst>
              <a:ext uri="{FF2B5EF4-FFF2-40B4-BE49-F238E27FC236}">
                <a16:creationId xmlns:a16="http://schemas.microsoft.com/office/drawing/2014/main" id="{C3F08FEC-5D2F-6AF3-6C3E-71C33D781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4–</a:t>
            </a:r>
            <a:fld id="{42F44B4E-9DA5-47CD-AC03-80DF10E395AD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8" name="AutoShape 2">
            <a:extLst>
              <a:ext uri="{FF2B5EF4-FFF2-40B4-BE49-F238E27FC236}">
                <a16:creationId xmlns:a16="http://schemas.microsoft.com/office/drawing/2014/main" id="{0FC8327E-9600-AA25-42F1-B8AEB4ABA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675" y="1874838"/>
            <a:ext cx="2605088" cy="1498600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>
                <a:solidFill>
                  <a:schemeClr val="bg1"/>
                </a:solidFill>
              </a:rPr>
              <a:t>Hierarchical Breakdown of the WBS</a:t>
            </a:r>
          </a:p>
        </p:txBody>
      </p:sp>
      <p:sp>
        <p:nvSpPr>
          <p:cNvPr id="35844" name="Text Box 3">
            <a:extLst>
              <a:ext uri="{FF2B5EF4-FFF2-40B4-BE49-F238E27FC236}">
                <a16:creationId xmlns:a16="http://schemas.microsoft.com/office/drawing/2014/main" id="{EE3B1225-9709-B7D4-67B9-C74441AA9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4.3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86021" name="Picture 5" descr="0403">
            <a:extLst>
              <a:ext uri="{FF2B5EF4-FFF2-40B4-BE49-F238E27FC236}">
                <a16:creationId xmlns:a16="http://schemas.microsoft.com/office/drawing/2014/main" id="{D11E76F8-6AEB-AED6-F278-C88FAF2F9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3" y="320675"/>
            <a:ext cx="5045075" cy="605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Rectangle 6">
            <a:extLst>
              <a:ext uri="{FF2B5EF4-FFF2-40B4-BE49-F238E27FC236}">
                <a16:creationId xmlns:a16="http://schemas.microsoft.com/office/drawing/2014/main" id="{6AA601FF-3F63-6C41-27FA-B166686E4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3794125"/>
            <a:ext cx="2651125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* This breakdown groups work packages by type of work within a deliverable and allows assignment of responsibility to an organizational unit. This extra step facilitates a system for monitoring project progress (discussed in Chapter 13).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2412" name="Rectangle 1024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04" name="AutoShape 4">
            <a:extLst>
              <a:ext uri="{FF2B5EF4-FFF2-40B4-BE49-F238E27FC236}">
                <a16:creationId xmlns:a16="http://schemas.microsoft.com/office/drawing/2014/main" id="{27593F88-1B37-B902-25AA-116EFF60A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3500"/>
              <a:t>How WBS Helps the Project Manager</a:t>
            </a:r>
          </a:p>
        </p:txBody>
      </p:sp>
      <p:sp>
        <p:nvSpPr>
          <p:cNvPr id="37892" name="Rectangle 5">
            <a:extLst>
              <a:ext uri="{FF2B5EF4-FFF2-40B4-BE49-F238E27FC236}">
                <a16:creationId xmlns:a16="http://schemas.microsoft.com/office/drawing/2014/main" id="{FCC16F97-D386-6E87-B4C6-529D6A1AC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1200"/>
              <a:t>WBS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1200"/>
              <a:t>Facilitates evaluation of cost, time, and technical performance of the organization on a project.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1200"/>
              <a:t>Provides management with information appropriate </a:t>
            </a:r>
            <a:br>
              <a:rPr lang="en-US" altLang="en-US" sz="1200"/>
            </a:br>
            <a:r>
              <a:rPr lang="en-US" altLang="en-US" sz="1200"/>
              <a:t>to each organizational level.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1200"/>
              <a:t>Helps in the development of the organization breakdown structure (OBS). which assigns project responsibilities to organizational units and individuals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1200"/>
              <a:t>Helps manage plan, schedule, and budget.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1200"/>
              <a:t>Defines communication channels and assists </a:t>
            </a:r>
            <a:br>
              <a:rPr lang="en-US" altLang="en-US" sz="1200"/>
            </a:br>
            <a:r>
              <a:rPr lang="en-US" altLang="en-US" sz="1200"/>
              <a:t>in coordinating the various project elements.</a:t>
            </a:r>
          </a:p>
        </p:txBody>
      </p:sp>
      <p:pic>
        <p:nvPicPr>
          <p:cNvPr id="102406" name="Picture 102405" descr="Desk with productivity items">
            <a:extLst>
              <a:ext uri="{FF2B5EF4-FFF2-40B4-BE49-F238E27FC236}">
                <a16:creationId xmlns:a16="http://schemas.microsoft.com/office/drawing/2014/main" id="{0134FA31-3794-34CD-2C24-69BB387495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50" r="2010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id="{28D33D8C-2215-2487-9DCF-21677837F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49390" y="6356350"/>
            <a:ext cx="2400300" cy="3651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</a:rPr>
              <a:t>4–</a:t>
            </a:r>
            <a:fld id="{80E07F1C-8E45-496A-97DA-DFC6C7A3312E}" type="slidenum"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Aft>
                  <a:spcPts val="600"/>
                </a:spcAft>
              </a:pPr>
              <a:t>18</a:t>
            </a:fld>
            <a:endParaRPr lang="en-US" altLang="en-US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2">
            <a:extLst>
              <a:ext uri="{FF2B5EF4-FFF2-40B4-BE49-F238E27FC236}">
                <a16:creationId xmlns:a16="http://schemas.microsoft.com/office/drawing/2014/main" id="{C2E4DA1D-BE14-CE4B-E379-9D1D916CD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5–</a:t>
            </a:r>
            <a:fld id="{B9F664EA-A56D-7642-A014-928FC5A3BF98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4" name="AutoShape 2">
            <a:extLst>
              <a:ext uri="{FF2B5EF4-FFF2-40B4-BE49-F238E27FC236}">
                <a16:creationId xmlns:a16="http://schemas.microsoft.com/office/drawing/2014/main" id="{F2D382F0-23AA-2602-E6A8-A35CD30D3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2125" y="242888"/>
            <a:ext cx="8159750" cy="1228725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Example Work Breakdown Structure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27266426-E1D1-704E-F961-F0101DB07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5.1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84996" name="Picture 4">
            <a:extLst>
              <a:ext uri="{FF2B5EF4-FFF2-40B4-BE49-F238E27FC236}">
                <a16:creationId xmlns:a16="http://schemas.microsoft.com/office/drawing/2014/main" id="{3AEB07CA-7CC4-D09D-73EB-C6A07771C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66900"/>
            <a:ext cx="7313613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2">
            <a:extLst>
              <a:ext uri="{FF2B5EF4-FFF2-40B4-BE49-F238E27FC236}">
                <a16:creationId xmlns:a16="http://schemas.microsoft.com/office/drawing/2014/main" id="{2E46FB03-5D29-2FC5-60B2-ADA49E231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5–</a:t>
            </a:r>
            <a:fld id="{A40CC69E-DE87-7F45-B0E2-BA7A99387101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0" name="AutoShape 2">
            <a:extLst>
              <a:ext uri="{FF2B5EF4-FFF2-40B4-BE49-F238E27FC236}">
                <a16:creationId xmlns:a16="http://schemas.microsoft.com/office/drawing/2014/main" id="{D223EED6-ABCE-6171-0DEC-0FBA98E5B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2125" y="266700"/>
            <a:ext cx="8159750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WBS Figure</a:t>
            </a: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AE489026-5846-6969-D5B1-8FCA1A263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TABLE 5.4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155653" name="Picture 5" descr="0504t">
            <a:extLst>
              <a:ext uri="{FF2B5EF4-FFF2-40B4-BE49-F238E27FC236}">
                <a16:creationId xmlns:a16="http://schemas.microsoft.com/office/drawing/2014/main" id="{585871BD-DB9C-5205-167B-43E3348ED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" y="1260475"/>
            <a:ext cx="7459663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MY" sz="3500"/>
              <a:t>Scheduling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MY" sz="1700"/>
              <a:t>Gantt charts</a:t>
            </a:r>
          </a:p>
          <a:p>
            <a:r>
              <a:rPr lang="en-MY" sz="1700"/>
              <a:t>• Milestones and deliverables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AA0DFEF5-FF84-CEAA-EC44-858ADE780E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10" r="3477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MY"/>
              <a:t>Critical Path Method (CPM)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97CCD0F3-6723-251C-6A24-D0F824CD5C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33143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8" name="AutoShape 1040">
            <a:extLst>
              <a:ext uri="{FF2B5EF4-FFF2-40B4-BE49-F238E27FC236}">
                <a16:creationId xmlns:a16="http://schemas.microsoft.com/office/drawing/2014/main" id="{59A663F6-7C9A-C354-6CAD-469E4FD43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3600"/>
              <a:t>Developing the Project Plan</a:t>
            </a:r>
          </a:p>
        </p:txBody>
      </p:sp>
      <p:sp>
        <p:nvSpPr>
          <p:cNvPr id="17412" name="Rectangle 1041">
            <a:extLst>
              <a:ext uri="{FF2B5EF4-FFF2-40B4-BE49-F238E27FC236}">
                <a16:creationId xmlns:a16="http://schemas.microsoft.com/office/drawing/2014/main" id="{4A33B5B2-C4C6-42AD-DFBB-57B1B7B5C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500"/>
              <a:t>The Project Network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/>
              <a:t>A flow chart that graphically depicts the sequence, interdependencies, and start and finish times of the project job plan of activities that is the </a:t>
            </a:r>
            <a:r>
              <a:rPr lang="en-US" altLang="en-US" sz="1500" b="1" i="1"/>
              <a:t>critical path</a:t>
            </a:r>
            <a:r>
              <a:rPr lang="en-US" altLang="en-US" sz="1500"/>
              <a:t> through the network.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1500"/>
              <a:t>Provides the basis for scheduling labor and equipment.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1500"/>
              <a:t>Enhances communication among project participants.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1500"/>
              <a:t>Provides an estimate of the project’s duration.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1500"/>
              <a:t>Provides a basis for budgeting cash flow.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1500"/>
              <a:t>Identifies activities that are critical.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1500"/>
              <a:t>Highlights activities that are “critical” and can not be delayed.</a:t>
            </a:r>
          </a:p>
          <a:p>
            <a:pPr lvl="2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1500"/>
              <a:t>Help managers get and stay on plan.</a:t>
            </a:r>
          </a:p>
        </p:txBody>
      </p:sp>
      <p:sp>
        <p:nvSpPr>
          <p:cNvPr id="28695" name="Rectangle 28694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697" name="Oval 28696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8692" name="Graphic 28691" descr="Hierarchy">
            <a:extLst>
              <a:ext uri="{FF2B5EF4-FFF2-40B4-BE49-F238E27FC236}">
                <a16:creationId xmlns:a16="http://schemas.microsoft.com/office/drawing/2014/main" id="{BC2BAE49-C959-588C-547D-137D620B0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0801A6FA-2212-2F75-EFD8-5B89C5225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576075" y="6415760"/>
            <a:ext cx="759278" cy="27384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920">
                <a:solidFill>
                  <a:srgbClr val="FFFFFF"/>
                </a:solidFill>
                <a:latin typeface="Times New Roman" panose="02020603050405020304" pitchFamily="18" charset="0"/>
              </a:rPr>
              <a:t>6–</a:t>
            </a:r>
            <a:fld id="{4CE11A4E-3C88-264E-9482-55FE4AFD3894}" type="slidenum">
              <a:rPr lang="en-US" altLang="en-US" sz="92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Aft>
                  <a:spcPts val="600"/>
                </a:spcAft>
              </a:pPr>
              <a:t>23</a:t>
            </a:fld>
            <a:endParaRPr lang="en-US" altLang="en-US" sz="92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45" name="Rectangle 8194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9" name="AutoShape 4">
            <a:extLst>
              <a:ext uri="{FF2B5EF4-FFF2-40B4-BE49-F238E27FC236}">
                <a16:creationId xmlns:a16="http://schemas.microsoft.com/office/drawing/2014/main" id="{B2744255-58A8-AEEB-C7D3-310B594BF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5357" y="2960716"/>
            <a:ext cx="3027251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altLang="en-US" sz="47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WBS/Work Packages to Network</a:t>
            </a:r>
          </a:p>
        </p:txBody>
      </p:sp>
      <p:grpSp>
        <p:nvGrpSpPr>
          <p:cNvPr id="81946" name="Group 8194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2984992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1938" name="Rectangle 8193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47" name="Rectangle 8194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40" name="Rectangle 8193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1942" name="Rectangle 8194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4" name="Rectangle 8194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391886"/>
            <a:ext cx="4507025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30" name="Picture 10" descr="0601a">
            <a:extLst>
              <a:ext uri="{FF2B5EF4-FFF2-40B4-BE49-F238E27FC236}">
                <a16:creationId xmlns:a16="http://schemas.microsoft.com/office/drawing/2014/main" id="{FD0A9DCE-DD81-7B4C-DF98-B053EDF9C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41869" y="1659139"/>
            <a:ext cx="4152000" cy="348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Slide Number Placeholder 2">
            <a:extLst>
              <a:ext uri="{FF2B5EF4-FFF2-40B4-BE49-F238E27FC236}">
                <a16:creationId xmlns:a16="http://schemas.microsoft.com/office/drawing/2014/main" id="{CA02D433-44E3-4753-5C6C-8BD5FD630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6492240"/>
            <a:ext cx="1403811" cy="3651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914400">
              <a:spcAft>
                <a:spcPts val="600"/>
              </a:spcAft>
            </a:pPr>
            <a:r>
              <a:rPr lang="en-US" alt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t>6–</a:t>
            </a:r>
            <a:fld id="{A875EDEE-D39A-0D41-A179-8BCC0346E0BA}" type="slidenum">
              <a:rPr lang="en-US" altLang="en-US" sz="12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defTabSz="914400">
                <a:spcAft>
                  <a:spcPts val="600"/>
                </a:spcAft>
              </a:pPr>
              <a:t>24</a:t>
            </a:fld>
            <a:endParaRPr lang="en-US" alt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2">
            <a:extLst>
              <a:ext uri="{FF2B5EF4-FFF2-40B4-BE49-F238E27FC236}">
                <a16:creationId xmlns:a16="http://schemas.microsoft.com/office/drawing/2014/main" id="{5A3DBC1C-5E04-E330-060B-3CAD03D53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6–</a:t>
            </a:r>
            <a:fld id="{6D3F68BE-A1EF-3944-A5DD-06F3679756E9}" type="slidenum">
              <a:rPr lang="en-US" altLang="en-US" smtClean="0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14696" name="Picture 8" descr="0601b">
            <a:extLst>
              <a:ext uri="{FF2B5EF4-FFF2-40B4-BE49-F238E27FC236}">
                <a16:creationId xmlns:a16="http://schemas.microsoft.com/office/drawing/2014/main" id="{A6588473-C1F2-F522-FB13-103CBD686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5" y="1292225"/>
            <a:ext cx="6675438" cy="490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0" name="AutoShape 2">
            <a:extLst>
              <a:ext uri="{FF2B5EF4-FFF2-40B4-BE49-F238E27FC236}">
                <a16:creationId xmlns:a16="http://schemas.microsoft.com/office/drawing/2014/main" id="{C94DCE80-0D4C-FFE4-CBA1-E509FBBCE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263525"/>
            <a:ext cx="8153400" cy="8223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/>
              <a:t>WBS/Work Package to Network (cont’d)</a:t>
            </a:r>
          </a:p>
        </p:txBody>
      </p:sp>
      <p:sp>
        <p:nvSpPr>
          <p:cNvPr id="21509" name="Text Box 3">
            <a:extLst>
              <a:ext uri="{FF2B5EF4-FFF2-40B4-BE49-F238E27FC236}">
                <a16:creationId xmlns:a16="http://schemas.microsoft.com/office/drawing/2014/main" id="{746157F8-6155-09F2-F142-FF51AB328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172200"/>
            <a:ext cx="1828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6.1 (cont’d)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id="{BA9FD45E-3485-A0B0-D66B-FDC71B24E8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6–</a:t>
            </a:r>
            <a:fld id="{7622CB16-00C7-8D42-A452-F1826DF70F76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0" name="AutoShape 2">
            <a:extLst>
              <a:ext uri="{FF2B5EF4-FFF2-40B4-BE49-F238E27FC236}">
                <a16:creationId xmlns:a16="http://schemas.microsoft.com/office/drawing/2014/main" id="{8649359D-5477-8A06-97EC-F41AC8794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/>
              <a:t>Activity-on-Node Fundamentals</a:t>
            </a:r>
          </a:p>
        </p:txBody>
      </p:sp>
      <p:sp>
        <p:nvSpPr>
          <p:cNvPr id="31748" name="Text Box 3">
            <a:extLst>
              <a:ext uri="{FF2B5EF4-FFF2-40B4-BE49-F238E27FC236}">
                <a16:creationId xmlns:a16="http://schemas.microsoft.com/office/drawing/2014/main" id="{146B75AA-37E0-15BB-0275-A41CCBE92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6.2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68613" name="Picture 5" descr="0602a">
            <a:extLst>
              <a:ext uri="{FF2B5EF4-FFF2-40B4-BE49-F238E27FC236}">
                <a16:creationId xmlns:a16="http://schemas.microsoft.com/office/drawing/2014/main" id="{490CBAC2-DE96-B497-EF22-ADA73C1B1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1519238"/>
            <a:ext cx="7659687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2">
            <a:extLst>
              <a:ext uri="{FF2B5EF4-FFF2-40B4-BE49-F238E27FC236}">
                <a16:creationId xmlns:a16="http://schemas.microsoft.com/office/drawing/2014/main" id="{6508DAE6-69AA-2E92-D8B2-D0B967D35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6–</a:t>
            </a:r>
            <a:fld id="{A28D580B-7E20-E346-BD53-1A56BCC46811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15718" name="Picture 6" descr="0602b">
            <a:extLst>
              <a:ext uri="{FF2B5EF4-FFF2-40B4-BE49-F238E27FC236}">
                <a16:creationId xmlns:a16="http://schemas.microsoft.com/office/drawing/2014/main" id="{2A66034D-7AD4-3C7D-5802-70CE05D00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" y="1306513"/>
            <a:ext cx="7573963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AutoShape 2">
            <a:extLst>
              <a:ext uri="{FF2B5EF4-FFF2-40B4-BE49-F238E27FC236}">
                <a16:creationId xmlns:a16="http://schemas.microsoft.com/office/drawing/2014/main" id="{DCB2CE53-BEA9-6297-E9D0-BCC6F9106A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/>
              <a:t>Activity-on-Node Fundamentals (cont’d)</a:t>
            </a:r>
          </a:p>
        </p:txBody>
      </p:sp>
      <p:sp>
        <p:nvSpPr>
          <p:cNvPr id="33797" name="Text Box 3">
            <a:extLst>
              <a:ext uri="{FF2B5EF4-FFF2-40B4-BE49-F238E27FC236}">
                <a16:creationId xmlns:a16="http://schemas.microsoft.com/office/drawing/2014/main" id="{80F33D71-FD58-C6F9-49EF-A36DBDE7A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6172200"/>
            <a:ext cx="201136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6.2 (cont’d)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2">
            <a:extLst>
              <a:ext uri="{FF2B5EF4-FFF2-40B4-BE49-F238E27FC236}">
                <a16:creationId xmlns:a16="http://schemas.microsoft.com/office/drawing/2014/main" id="{9973217A-F99E-A031-2483-35E559F61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6–</a:t>
            </a:r>
            <a:fld id="{D7362B0F-267C-0B47-849A-5995C012517A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4" name="AutoShape 2">
            <a:extLst>
              <a:ext uri="{FF2B5EF4-FFF2-40B4-BE49-F238E27FC236}">
                <a16:creationId xmlns:a16="http://schemas.microsoft.com/office/drawing/2014/main" id="{9C2FA665-33A0-C922-5B7B-081F11326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Network Information</a:t>
            </a:r>
          </a:p>
        </p:txBody>
      </p:sp>
      <p:sp>
        <p:nvSpPr>
          <p:cNvPr id="35844" name="Text Box 3">
            <a:extLst>
              <a:ext uri="{FF2B5EF4-FFF2-40B4-BE49-F238E27FC236}">
                <a16:creationId xmlns:a16="http://schemas.microsoft.com/office/drawing/2014/main" id="{F035935E-7AFD-621C-3F14-A633BC61D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TABLE 6.1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69636" name="Picture 4">
            <a:extLst>
              <a:ext uri="{FF2B5EF4-FFF2-40B4-BE49-F238E27FC236}">
                <a16:creationId xmlns:a16="http://schemas.microsoft.com/office/drawing/2014/main" id="{E62D86D8-1E22-AA51-75CE-4254776C5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1600200"/>
            <a:ext cx="8059737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10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2">
            <a:extLst>
              <a:ext uri="{FF2B5EF4-FFF2-40B4-BE49-F238E27FC236}">
                <a16:creationId xmlns:a16="http://schemas.microsoft.com/office/drawing/2014/main" id="{BE0B3F2A-F2EF-08F9-998B-FB0680979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6–</a:t>
            </a:r>
            <a:fld id="{60149982-809C-F541-B79B-C6C3D38FAFBF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AutoShape 2">
            <a:extLst>
              <a:ext uri="{FF2B5EF4-FFF2-40B4-BE49-F238E27FC236}">
                <a16:creationId xmlns:a16="http://schemas.microsoft.com/office/drawing/2014/main" id="{44767718-3DC8-5954-04FB-77F88A372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Koll Business Center</a:t>
            </a:r>
            <a:r>
              <a:rPr lang="en-US" altLang="en-US" sz="2800" dirty="0">
                <a:solidFill>
                  <a:schemeClr val="bg1"/>
                </a:solidFill>
                <a:cs typeface="Arial" panose="020B0604020202020204" pitchFamily="34" charset="0"/>
              </a:rPr>
              <a:t>—Partial Network</a:t>
            </a:r>
          </a:p>
        </p:txBody>
      </p:sp>
      <p:sp>
        <p:nvSpPr>
          <p:cNvPr id="37892" name="Text Box 3">
            <a:extLst>
              <a:ext uri="{FF2B5EF4-FFF2-40B4-BE49-F238E27FC236}">
                <a16:creationId xmlns:a16="http://schemas.microsoft.com/office/drawing/2014/main" id="{49A7D571-91A6-9079-411B-F5F68E583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6.3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70660" name="Picture 4">
            <a:extLst>
              <a:ext uri="{FF2B5EF4-FFF2-40B4-BE49-F238E27FC236}">
                <a16:creationId xmlns:a16="http://schemas.microsoft.com/office/drawing/2014/main" id="{54B58FD3-CB46-435B-1C81-06C8C528F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863" y="1416050"/>
            <a:ext cx="3724275" cy="493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2">
            <a:extLst>
              <a:ext uri="{FF2B5EF4-FFF2-40B4-BE49-F238E27FC236}">
                <a16:creationId xmlns:a16="http://schemas.microsoft.com/office/drawing/2014/main" id="{3640F697-D9AB-EE53-ACD5-630A7BBD5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6–</a:t>
            </a:r>
            <a:fld id="{C8BD1E5A-5B93-0E49-A847-A13E7B47FEC5}" type="slidenum">
              <a:rPr lang="en-US" altLang="en-US" smtClean="0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88068" name="Picture 4">
            <a:extLst>
              <a:ext uri="{FF2B5EF4-FFF2-40B4-BE49-F238E27FC236}">
                <a16:creationId xmlns:a16="http://schemas.microsoft.com/office/drawing/2014/main" id="{4213D546-FE60-FEED-7BDD-A1E4DC9D3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8" y="1325563"/>
            <a:ext cx="7680325" cy="489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8066" name="AutoShape 2">
            <a:extLst>
              <a:ext uri="{FF2B5EF4-FFF2-40B4-BE49-F238E27FC236}">
                <a16:creationId xmlns:a16="http://schemas.microsoft.com/office/drawing/2014/main" id="{9308873D-03C8-D8B6-EBBC-A09A3778B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Koll Business Center</a:t>
            </a:r>
            <a:r>
              <a:rPr lang="en-US" altLang="en-US" sz="2800" dirty="0">
                <a:solidFill>
                  <a:schemeClr val="bg1"/>
                </a:solidFill>
                <a:cs typeface="Arial" panose="020B0604020202020204" pitchFamily="34" charset="0"/>
              </a:rPr>
              <a:t>—Complete Network</a:t>
            </a:r>
          </a:p>
        </p:txBody>
      </p:sp>
      <p:sp>
        <p:nvSpPr>
          <p:cNvPr id="39941" name="Text Box 3">
            <a:extLst>
              <a:ext uri="{FF2B5EF4-FFF2-40B4-BE49-F238E27FC236}">
                <a16:creationId xmlns:a16="http://schemas.microsoft.com/office/drawing/2014/main" id="{957B10C4-4D32-9761-BD13-B02A8AB7C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6.4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2">
            <a:extLst>
              <a:ext uri="{FF2B5EF4-FFF2-40B4-BE49-F238E27FC236}">
                <a16:creationId xmlns:a16="http://schemas.microsoft.com/office/drawing/2014/main" id="{18575D39-3E24-A486-A702-634859D8B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6–</a:t>
            </a:r>
            <a:fld id="{A0C32B5B-A403-F640-9918-02976D157BC6}" type="slidenum">
              <a:rPr lang="en-US" altLang="en-US" smtClean="0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4" name="AutoShape 2">
            <a:extLst>
              <a:ext uri="{FF2B5EF4-FFF2-40B4-BE49-F238E27FC236}">
                <a16:creationId xmlns:a16="http://schemas.microsoft.com/office/drawing/2014/main" id="{FAF573C7-0533-0EA9-A0AB-5D2D1EBE19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Activity-on-Node Network Backward Pass</a:t>
            </a:r>
          </a:p>
        </p:txBody>
      </p:sp>
      <p:sp>
        <p:nvSpPr>
          <p:cNvPr id="55300" name="Text Box 3">
            <a:extLst>
              <a:ext uri="{FF2B5EF4-FFF2-40B4-BE49-F238E27FC236}">
                <a16:creationId xmlns:a16="http://schemas.microsoft.com/office/drawing/2014/main" id="{BB8BEBD2-753B-7CE7-E796-B6C339228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6.7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74756" name="Picture 4">
            <a:extLst>
              <a:ext uri="{FF2B5EF4-FFF2-40B4-BE49-F238E27FC236}">
                <a16:creationId xmlns:a16="http://schemas.microsoft.com/office/drawing/2014/main" id="{055927D2-D4CD-A302-C6A8-2217768AE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1454150"/>
            <a:ext cx="7835900" cy="462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94" name="Rectangle 2869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696" name="Freeform: Shape 2869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698" name="Freeform: Shape 28697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688" name="AutoShape 1040">
            <a:extLst>
              <a:ext uri="{FF2B5EF4-FFF2-40B4-BE49-F238E27FC236}">
                <a16:creationId xmlns:a16="http://schemas.microsoft.com/office/drawing/2014/main" id="{7620BE03-2AA8-F5BE-1F90-AD1BBD0A3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3500"/>
              <a:t>Risk Management Process</a:t>
            </a:r>
          </a:p>
        </p:txBody>
      </p:sp>
      <p:sp>
        <p:nvSpPr>
          <p:cNvPr id="28700" name="Rectangle 2869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C6D26D69-A6B9-E42C-C1B6-96D002D66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600825" y="6356350"/>
            <a:ext cx="2057400" cy="365125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7–</a:t>
            </a:r>
            <a:fld id="{13E566D9-A751-374E-8D57-EF6ED258EC4F}" type="slidenum">
              <a:rPr lang="en-US" altLang="en-US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pPr>
                <a:spcAft>
                  <a:spcPts val="600"/>
                </a:spcAft>
              </a:pPr>
              <a:t>32</a:t>
            </a:fld>
            <a:endParaRPr lang="en-US" altLang="en-US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90" name="Rectangle 1041">
            <a:extLst>
              <a:ext uri="{FF2B5EF4-FFF2-40B4-BE49-F238E27FC236}">
                <a16:creationId xmlns:a16="http://schemas.microsoft.com/office/drawing/2014/main" id="{B56548F7-6FC9-DAC9-EACB-2A985F66A9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830092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E44924A7-D45A-289E-F97F-E355730BA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7–</a:t>
            </a:r>
            <a:fld id="{E6F32231-9C29-5A47-811E-D18C7FC1DAD2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2" name="AutoShape 2">
            <a:extLst>
              <a:ext uri="{FF2B5EF4-FFF2-40B4-BE49-F238E27FC236}">
                <a16:creationId xmlns:a16="http://schemas.microsoft.com/office/drawing/2014/main" id="{B985264E-B33A-1758-6560-3D6339150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Risk Management’s Benefits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52DB18CF-CC9E-AABF-2B46-7D6BCB053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25563"/>
            <a:ext cx="8504238" cy="4770437"/>
          </a:xfrm>
          <a:solidFill>
            <a:schemeClr val="bg2"/>
          </a:solidFill>
        </p:spPr>
        <p:txBody>
          <a:bodyPr>
            <a:normAutofit lnSpcReduction="10000"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dirty="0"/>
              <a:t>A proactive rather than reactive approach.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Reduces surprises and negative consequences.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Prepares the project manager to take advantage </a:t>
            </a:r>
            <a:br>
              <a:rPr lang="en-US" altLang="en-US" dirty="0"/>
            </a:br>
            <a:r>
              <a:rPr lang="en-US" altLang="en-US" dirty="0"/>
              <a:t>of appropriate risks.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Provides better control over the future.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Improves chances of reaching project performance objectives within budget and on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nimBg="1" autoUpdateAnimBg="0"/>
      <p:bldP spid="81923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2">
            <a:extLst>
              <a:ext uri="{FF2B5EF4-FFF2-40B4-BE49-F238E27FC236}">
                <a16:creationId xmlns:a16="http://schemas.microsoft.com/office/drawing/2014/main" id="{5502F62C-14A3-EB09-C6B8-3BA2B13359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7–</a:t>
            </a:r>
            <a:fld id="{3B42C919-7C51-254D-B2E4-F7BB76038DC6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6" name="AutoShape 2">
            <a:extLst>
              <a:ext uri="{FF2B5EF4-FFF2-40B4-BE49-F238E27FC236}">
                <a16:creationId xmlns:a16="http://schemas.microsoft.com/office/drawing/2014/main" id="{48DBC180-E520-D09F-59EA-9F9178D01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675" y="2557463"/>
            <a:ext cx="2614613" cy="1498600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>
                <a:solidFill>
                  <a:schemeClr val="bg1"/>
                </a:solidFill>
              </a:rPr>
              <a:t>The Risk Management Process</a:t>
            </a:r>
          </a:p>
        </p:txBody>
      </p:sp>
      <p:sp>
        <p:nvSpPr>
          <p:cNvPr id="24580" name="Text Box 3">
            <a:extLst>
              <a:ext uri="{FF2B5EF4-FFF2-40B4-BE49-F238E27FC236}">
                <a16:creationId xmlns:a16="http://schemas.microsoft.com/office/drawing/2014/main" id="{68D250C3-88AD-BB95-ED6C-217882991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7.2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98310" name="Picture 6" descr="0702">
            <a:extLst>
              <a:ext uri="{FF2B5EF4-FFF2-40B4-BE49-F238E27FC236}">
                <a16:creationId xmlns:a16="http://schemas.microsoft.com/office/drawing/2014/main" id="{C7B43381-576C-DF96-C2D0-E828BB3C4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411163"/>
            <a:ext cx="3694112" cy="596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MY" sz="4700"/>
              <a:t>Types of Risks: </a:t>
            </a:r>
            <a:r>
              <a:rPr lang="en-MY" sz="4700" b="1"/>
              <a:t>Technical Risks</a:t>
            </a:r>
            <a:endParaRPr lang="en-MY" sz="47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F66C11-04B4-BE12-DE91-F3D44588D9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23080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A1D5E-34D4-3771-AD4F-64A930D70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MY" sz="3300" b="1" dirty="0"/>
              <a:t>Project Management Risks</a:t>
            </a:r>
            <a:endParaRPr lang="en-US" sz="33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745F62A-C23F-3915-255B-2EF6C0726C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17113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56797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F6642-F6B7-F546-953E-CCA5DAD0B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MY" sz="2900" b="1"/>
              <a:t>Organizational Risks</a:t>
            </a:r>
            <a:endParaRPr lang="en-US" sz="29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6DEB84-AA90-25AF-78EE-565DBBC3B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212125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0489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AC16C-42B5-2119-AAB2-75D96B0A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MY" sz="4700" b="1"/>
              <a:t>External Risks</a:t>
            </a:r>
            <a:endParaRPr lang="en-US" sz="47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1F008-1E43-6A24-687A-0CDF6149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MY" sz="1900"/>
              <a:t>Originate outside the organization.</a:t>
            </a:r>
          </a:p>
          <a:p>
            <a:r>
              <a:rPr lang="en-MY" sz="1900"/>
              <a:t>Examples:</a:t>
            </a:r>
          </a:p>
          <a:p>
            <a:pPr lvl="1"/>
            <a:r>
              <a:rPr lang="en-MY" sz="1900"/>
              <a:t>Regulatory changes</a:t>
            </a:r>
          </a:p>
          <a:p>
            <a:pPr lvl="1"/>
            <a:r>
              <a:rPr lang="en-MY" sz="1900"/>
              <a:t>Market shifts</a:t>
            </a:r>
          </a:p>
          <a:p>
            <a:pPr lvl="1"/>
            <a:r>
              <a:rPr lang="en-MY" sz="1900"/>
              <a:t>Vendor delays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551322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E51F8-1165-0BBB-FDF7-F53409DE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MY" sz="4000" b="1"/>
              <a:t>Operational Risks</a:t>
            </a:r>
            <a:endParaRPr lang="en-US" sz="40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5BECF-B5D9-24D5-E5D5-6FF0B9ED7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MY" sz="1900"/>
              <a:t>Affect day-to-day functioning.</a:t>
            </a:r>
          </a:p>
          <a:p>
            <a:r>
              <a:rPr lang="en-MY" sz="1900"/>
              <a:t>Examples:</a:t>
            </a:r>
          </a:p>
          <a:p>
            <a:pPr lvl="1"/>
            <a:r>
              <a:rPr lang="en-MY" sz="1900"/>
              <a:t>Infrastructure failures</a:t>
            </a:r>
          </a:p>
          <a:p>
            <a:pPr lvl="1"/>
            <a:r>
              <a:rPr lang="en-MY" sz="1900"/>
              <a:t>Security breaches</a:t>
            </a:r>
          </a:p>
          <a:p>
            <a:pPr lvl="1"/>
            <a:r>
              <a:rPr lang="en-MY" sz="1900"/>
              <a:t>Data loss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9174956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2">
            <a:extLst>
              <a:ext uri="{FF2B5EF4-FFF2-40B4-BE49-F238E27FC236}">
                <a16:creationId xmlns:a16="http://schemas.microsoft.com/office/drawing/2014/main" id="{D18E556F-45C9-2E3D-7702-9F3E7E20ED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7–</a:t>
            </a:r>
            <a:fld id="{90997BFE-94B5-C043-ABEA-A0CD4855149D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AutoShape 2">
            <a:extLst>
              <a:ext uri="{FF2B5EF4-FFF2-40B4-BE49-F238E27FC236}">
                <a16:creationId xmlns:a16="http://schemas.microsoft.com/office/drawing/2014/main" id="{42B5DDA3-ABC9-6047-9FF8-DFD66F01C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1650" y="269875"/>
            <a:ext cx="8139113" cy="68738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>
                <a:solidFill>
                  <a:schemeClr val="bg1"/>
                </a:solidFill>
              </a:rPr>
              <a:t>The Risk Breakdown Structure (RBS)</a:t>
            </a: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D5E650E7-237B-3ED9-617A-609741011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7.3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70661" name="Picture 5" descr="0703">
            <a:extLst>
              <a:ext uri="{FF2B5EF4-FFF2-40B4-BE49-F238E27FC236}">
                <a16:creationId xmlns:a16="http://schemas.microsoft.com/office/drawing/2014/main" id="{414C84CB-0D4B-308E-49FD-6DEE9F316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235075"/>
            <a:ext cx="8032750" cy="48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2">
            <a:extLst>
              <a:ext uri="{FF2B5EF4-FFF2-40B4-BE49-F238E27FC236}">
                <a16:creationId xmlns:a16="http://schemas.microsoft.com/office/drawing/2014/main" id="{9F55845D-27F2-48D7-ECE5-15E2EEAF7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7–</a:t>
            </a:r>
            <a:fld id="{2EE6DFB9-CA40-3D46-B9F9-4C49791F2A2D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6" name="AutoShape 2">
            <a:extLst>
              <a:ext uri="{FF2B5EF4-FFF2-40B4-BE49-F238E27FC236}">
                <a16:creationId xmlns:a16="http://schemas.microsoft.com/office/drawing/2014/main" id="{48C33AA3-91F2-1616-E317-F909385BC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7838" y="250825"/>
            <a:ext cx="8189912" cy="1092200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>
                <a:solidFill>
                  <a:schemeClr val="bg1"/>
                </a:solidFill>
              </a:rPr>
              <a:t>Defined Conditions for Impact Scales of a Risk on Major Project Objectives (Examples for negative impacts only)</a:t>
            </a:r>
          </a:p>
        </p:txBody>
      </p:sp>
      <p:sp>
        <p:nvSpPr>
          <p:cNvPr id="32772" name="Text Box 3">
            <a:extLst>
              <a:ext uri="{FF2B5EF4-FFF2-40B4-BE49-F238E27FC236}">
                <a16:creationId xmlns:a16="http://schemas.microsoft.com/office/drawing/2014/main" id="{878998C5-0DF2-5C28-F628-6DFCC41ED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7.5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72709" name="Picture 5" descr="0705">
            <a:extLst>
              <a:ext uri="{FF2B5EF4-FFF2-40B4-BE49-F238E27FC236}">
                <a16:creationId xmlns:a16="http://schemas.microsoft.com/office/drawing/2014/main" id="{BBBC0382-C019-AAC2-8203-3614C0A47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1647825"/>
            <a:ext cx="8137525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2">
            <a:extLst>
              <a:ext uri="{FF2B5EF4-FFF2-40B4-BE49-F238E27FC236}">
                <a16:creationId xmlns:a16="http://schemas.microsoft.com/office/drawing/2014/main" id="{EF8F2E2D-1D46-FE87-568D-792A219AE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7–</a:t>
            </a:r>
            <a:fld id="{79D22B4D-3376-B646-9267-8D1B0EA5A26D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74757" name="Picture 5" descr="0707">
            <a:extLst>
              <a:ext uri="{FF2B5EF4-FFF2-40B4-BE49-F238E27FC236}">
                <a16:creationId xmlns:a16="http://schemas.microsoft.com/office/drawing/2014/main" id="{1E43C8FD-C03F-B66D-6B20-AA61EB66C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2038350"/>
            <a:ext cx="68357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4" name="AutoShape 2">
            <a:extLst>
              <a:ext uri="{FF2B5EF4-FFF2-40B4-BE49-F238E27FC236}">
                <a16:creationId xmlns:a16="http://schemas.microsoft.com/office/drawing/2014/main" id="{1435783B-C50A-3F28-D1E2-3F2BD9B10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Risk Severity Matrix</a:t>
            </a:r>
          </a:p>
        </p:txBody>
      </p:sp>
      <p:sp>
        <p:nvSpPr>
          <p:cNvPr id="44037" name="Text Box 3">
            <a:extLst>
              <a:ext uri="{FF2B5EF4-FFF2-40B4-BE49-F238E27FC236}">
                <a16:creationId xmlns:a16="http://schemas.microsoft.com/office/drawing/2014/main" id="{7FECF954-E921-E429-FF55-F02197568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7.7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2D783E08-807F-EBFA-7621-F8EAB921A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173163"/>
            <a:ext cx="7359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2000" b="1"/>
              <a:t>Failure Mode and Effects Analysis (FMEA)</a:t>
            </a:r>
            <a:br>
              <a:rPr lang="en-US" altLang="en-US" sz="2000" b="1"/>
            </a:br>
            <a:r>
              <a:rPr lang="en-US" altLang="en-US" sz="2000"/>
              <a:t>Impact </a:t>
            </a:r>
            <a:r>
              <a:rPr lang="en-US" altLang="en-US" sz="2000">
                <a:cs typeface="Arial" panose="020B0604020202020204" pitchFamily="34" charset="0"/>
              </a:rPr>
              <a:t>× </a:t>
            </a:r>
            <a:r>
              <a:rPr lang="en-US" altLang="en-US" sz="2000"/>
              <a:t>Probability </a:t>
            </a:r>
            <a:r>
              <a:rPr lang="en-US" altLang="en-US" sz="2000">
                <a:cs typeface="Arial" panose="020B0604020202020204" pitchFamily="34" charset="0"/>
              </a:rPr>
              <a:t>×</a:t>
            </a:r>
            <a:r>
              <a:rPr lang="en-US" altLang="en-US" sz="2000"/>
              <a:t> Detection = Risk 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2">
            <a:extLst>
              <a:ext uri="{FF2B5EF4-FFF2-40B4-BE49-F238E27FC236}">
                <a16:creationId xmlns:a16="http://schemas.microsoft.com/office/drawing/2014/main" id="{885CA7B9-363B-8BB2-C4F9-4402CE510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7–</a:t>
            </a:r>
            <a:fld id="{19E1206E-EFE3-F140-933A-DE6E1395CD08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AutoShape 3">
            <a:extLst>
              <a:ext uri="{FF2B5EF4-FFF2-40B4-BE49-F238E27FC236}">
                <a16:creationId xmlns:a16="http://schemas.microsoft.com/office/drawing/2014/main" id="{59971DD0-CCB4-A7EE-2900-466E3055A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Risk Response Matrix</a:t>
            </a:r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9ACF3675-0884-5D58-0618-283652B94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7.8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150533" name="Picture 5" descr="0708">
            <a:extLst>
              <a:ext uri="{FF2B5EF4-FFF2-40B4-BE49-F238E27FC236}">
                <a16:creationId xmlns:a16="http://schemas.microsoft.com/office/drawing/2014/main" id="{303C4D4A-509B-BAA9-756B-D9E35D3A7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1822450"/>
            <a:ext cx="8412163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MY" sz="3600"/>
              <a:t>Risk Mitigation and Contingency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MY" sz="1900"/>
              <a:t>Avoidance</a:t>
            </a:r>
          </a:p>
          <a:p>
            <a:pPr marL="400050" lvl="1" indent="0">
              <a:buNone/>
            </a:pPr>
            <a:r>
              <a:rPr lang="en-MY" sz="1900"/>
              <a:t>• Reduction</a:t>
            </a:r>
          </a:p>
          <a:p>
            <a:pPr marL="400050" lvl="1" indent="0">
              <a:buNone/>
            </a:pPr>
            <a:r>
              <a:rPr lang="en-MY" sz="1900"/>
              <a:t>• Transfer</a:t>
            </a:r>
          </a:p>
          <a:p>
            <a:pPr marL="400050" lvl="1" indent="0">
              <a:buNone/>
            </a:pPr>
            <a:r>
              <a:rPr lang="en-MY" sz="1900"/>
              <a:t>• Acceptance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MY" sz="4700"/>
              <a:t>Project Planning Tools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MY" sz="1900" dirty="0"/>
              <a:t>Microsoft Project</a:t>
            </a:r>
          </a:p>
          <a:p>
            <a:pPr marL="400050" lvl="1" indent="0">
              <a:buNone/>
            </a:pPr>
            <a:r>
              <a:rPr lang="en-MY" sz="1500" dirty="0"/>
              <a:t>• </a:t>
            </a:r>
            <a:r>
              <a:rPr lang="en-MY" sz="1500" dirty="0" err="1"/>
              <a:t>GanttProject</a:t>
            </a:r>
            <a:endParaRPr lang="en-MY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2">
            <a:extLst>
              <a:ext uri="{FF2B5EF4-FFF2-40B4-BE49-F238E27FC236}">
                <a16:creationId xmlns:a16="http://schemas.microsoft.com/office/drawing/2014/main" id="{9E28ACC9-FDBE-6AFD-3CD4-BEE79282B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6–</a:t>
            </a:r>
            <a:fld id="{3DE54691-53A6-9B4C-83AF-A743245E54B3}" type="slidenum">
              <a:rPr lang="en-US" altLang="en-US" smtClean="0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8" name="AutoShape 2">
            <a:extLst>
              <a:ext uri="{FF2B5EF4-FFF2-40B4-BE49-F238E27FC236}">
                <a16:creationId xmlns:a16="http://schemas.microsoft.com/office/drawing/2014/main" id="{C4A30589-745D-C1D6-6C85-97CC79070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266700"/>
            <a:ext cx="8156575" cy="757238"/>
          </a:xfrm>
          <a:gradFill>
            <a:gsLst>
              <a:gs pos="0">
                <a:srgbClr val="990033">
                  <a:gamma/>
                  <a:shade val="46275"/>
                  <a:invGamma/>
                </a:srgbClr>
              </a:gs>
              <a:gs pos="50000">
                <a:srgbClr val="990033"/>
              </a:gs>
              <a:gs pos="100000">
                <a:srgbClr val="990033">
                  <a:gamma/>
                  <a:shade val="46275"/>
                  <a:invGamma/>
                </a:srgbClr>
              </a:gs>
            </a:gsLst>
            <a:lin ang="540000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>
                <a:solidFill>
                  <a:schemeClr val="bg1"/>
                </a:solidFill>
              </a:rPr>
              <a:t>Air Control Project—Gantt Chart</a:t>
            </a:r>
          </a:p>
        </p:txBody>
      </p:sp>
      <p:sp>
        <p:nvSpPr>
          <p:cNvPr id="71684" name="Text Box 3">
            <a:extLst>
              <a:ext uri="{FF2B5EF4-FFF2-40B4-BE49-F238E27FC236}">
                <a16:creationId xmlns:a16="http://schemas.microsoft.com/office/drawing/2014/main" id="{A8DFEDD8-A1ED-22E1-1618-AD207109B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6172200"/>
            <a:ext cx="12795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 b="1">
                <a:solidFill>
                  <a:srgbClr val="006666"/>
                </a:solidFill>
              </a:rPr>
              <a:t>FIGURE 6.12</a:t>
            </a:r>
            <a:endParaRPr lang="en-US" altLang="en-US" sz="1200" b="1">
              <a:solidFill>
                <a:srgbClr val="006666"/>
              </a:solidFill>
              <a:cs typeface="Arial" panose="020B0604020202020204" pitchFamily="34" charset="0"/>
            </a:endParaRPr>
          </a:p>
        </p:txBody>
      </p:sp>
      <p:pic>
        <p:nvPicPr>
          <p:cNvPr id="96264" name="Picture 8" descr="0612">
            <a:extLst>
              <a:ext uri="{FF2B5EF4-FFF2-40B4-BE49-F238E27FC236}">
                <a16:creationId xmlns:a16="http://schemas.microsoft.com/office/drawing/2014/main" id="{807D75D6-4327-BC44-BB88-35E639834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762125"/>
            <a:ext cx="8413750" cy="184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MY" sz="3500"/>
              <a:t>Agile Project Management Tools - Jira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1400"/>
              <a:t>Jira is a powerful project management tool developed by Atlassian, widely used for </a:t>
            </a:r>
            <a:r>
              <a:rPr lang="en-MY" sz="1400" b="1"/>
              <a:t>Agile software development</a:t>
            </a:r>
            <a:r>
              <a:rPr lang="en-MY" sz="1400"/>
              <a:t> and </a:t>
            </a:r>
            <a:r>
              <a:rPr lang="en-MY" sz="1400" b="1"/>
              <a:t>issue tracking</a:t>
            </a:r>
            <a:r>
              <a:rPr lang="en-MY" sz="1400"/>
              <a:t>.</a:t>
            </a:r>
          </a:p>
          <a:p>
            <a:pPr lvl="1">
              <a:lnSpc>
                <a:spcPct val="90000"/>
              </a:lnSpc>
            </a:pPr>
            <a:r>
              <a:rPr lang="en-MY" sz="1400" b="1"/>
              <a:t>Scrum and Kanban Boards</a:t>
            </a:r>
            <a:r>
              <a:rPr lang="en-MY" sz="1400"/>
              <a:t>: Visualize workflows and manage sprints.</a:t>
            </a:r>
          </a:p>
          <a:p>
            <a:pPr lvl="1">
              <a:lnSpc>
                <a:spcPct val="90000"/>
              </a:lnSpc>
            </a:pPr>
            <a:r>
              <a:rPr lang="en-MY" sz="1400" b="1"/>
              <a:t>Backlog Management</a:t>
            </a:r>
            <a:r>
              <a:rPr lang="en-MY" sz="1400"/>
              <a:t>: Prioritize and plan upcoming work.</a:t>
            </a:r>
          </a:p>
          <a:p>
            <a:pPr lvl="1">
              <a:lnSpc>
                <a:spcPct val="90000"/>
              </a:lnSpc>
            </a:pPr>
            <a:r>
              <a:rPr lang="en-MY" sz="1400" b="1"/>
              <a:t>Custom Workflows</a:t>
            </a:r>
            <a:r>
              <a:rPr lang="en-MY" sz="1400"/>
              <a:t>: Tailor processes to match team needs.</a:t>
            </a:r>
          </a:p>
          <a:p>
            <a:pPr lvl="1">
              <a:lnSpc>
                <a:spcPct val="90000"/>
              </a:lnSpc>
            </a:pPr>
            <a:r>
              <a:rPr lang="en-MY" sz="1400" b="1"/>
              <a:t>Issue Tracking</a:t>
            </a:r>
            <a:r>
              <a:rPr lang="en-MY" sz="1400"/>
              <a:t>: Log, assign, and monitor bugs or tasks.</a:t>
            </a:r>
          </a:p>
          <a:p>
            <a:pPr lvl="1">
              <a:lnSpc>
                <a:spcPct val="90000"/>
              </a:lnSpc>
            </a:pPr>
            <a:r>
              <a:rPr lang="en-MY" sz="1400" b="1"/>
              <a:t>Reports and Dashboards</a:t>
            </a:r>
            <a:r>
              <a:rPr lang="en-MY" sz="1400"/>
              <a:t>: Burndown charts, velocity reports, etc.</a:t>
            </a:r>
          </a:p>
          <a:p>
            <a:pPr lvl="1">
              <a:lnSpc>
                <a:spcPct val="90000"/>
              </a:lnSpc>
            </a:pPr>
            <a:r>
              <a:rPr lang="en-MY" sz="1400" b="1"/>
              <a:t>Integration</a:t>
            </a:r>
            <a:r>
              <a:rPr lang="en-MY" sz="1400"/>
              <a:t>: Works with Confluence, Bitbucket, GitHub, and CI/CD tools.</a:t>
            </a:r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179E79BE-82F9-36C7-F286-88012FE30C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18" r="38320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4858E-6D64-B73B-143E-A64B5974D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ABB0-73EF-5FEE-1C29-2A7BE6954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MY" sz="2800"/>
              <a:t>Agile Project Management Tools - Trello</a:t>
            </a:r>
          </a:p>
        </p:txBody>
      </p:sp>
      <p:pic>
        <p:nvPicPr>
          <p:cNvPr id="5" name="Picture 4" descr="Multi-coloured paper-craft art">
            <a:extLst>
              <a:ext uri="{FF2B5EF4-FFF2-40B4-BE49-F238E27FC236}">
                <a16:creationId xmlns:a16="http://schemas.microsoft.com/office/drawing/2014/main" id="{B781A6A0-F35B-7278-560E-0E89C2425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69" r="26631" b="-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6A0F5-007F-C2A3-DF12-542B2C446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MY" sz="1300"/>
              <a:t>Trello is a </a:t>
            </a:r>
            <a:r>
              <a:rPr lang="en-MY" sz="1300" b="1"/>
              <a:t>visual project management tool</a:t>
            </a:r>
            <a:r>
              <a:rPr lang="en-MY" sz="1300"/>
              <a:t> that uses a </a:t>
            </a:r>
            <a:r>
              <a:rPr lang="en-MY" sz="1300" b="1"/>
              <a:t>card-based Kanban system</a:t>
            </a:r>
            <a:r>
              <a:rPr lang="en-MY" sz="1300"/>
              <a:t>. It’s known for its simplicity and flexibility.</a:t>
            </a:r>
          </a:p>
          <a:p>
            <a:pPr lvl="1">
              <a:lnSpc>
                <a:spcPct val="90000"/>
              </a:lnSpc>
            </a:pPr>
            <a:r>
              <a:rPr lang="en-MY" sz="1300" b="1"/>
              <a:t>Boards, Lists, and Cards</a:t>
            </a:r>
            <a:r>
              <a:rPr lang="en-MY" sz="1300"/>
              <a:t>: Organize tasks visually.</a:t>
            </a:r>
          </a:p>
          <a:p>
            <a:pPr lvl="1">
              <a:lnSpc>
                <a:spcPct val="90000"/>
              </a:lnSpc>
            </a:pPr>
            <a:r>
              <a:rPr lang="en-MY" sz="1300" b="1"/>
              <a:t>Drag-and-Drop Interface</a:t>
            </a:r>
            <a:r>
              <a:rPr lang="en-MY" sz="1300"/>
              <a:t>: Easy to update task status.</a:t>
            </a:r>
          </a:p>
          <a:p>
            <a:pPr lvl="1">
              <a:lnSpc>
                <a:spcPct val="90000"/>
              </a:lnSpc>
            </a:pPr>
            <a:r>
              <a:rPr lang="en-MY" sz="1300" b="1"/>
              <a:t>Labels and Checklists</a:t>
            </a:r>
            <a:r>
              <a:rPr lang="en-MY" sz="1300"/>
              <a:t>: Add context and subtasks.</a:t>
            </a:r>
          </a:p>
          <a:p>
            <a:pPr lvl="1">
              <a:lnSpc>
                <a:spcPct val="90000"/>
              </a:lnSpc>
            </a:pPr>
            <a:r>
              <a:rPr lang="en-MY" sz="1300" b="1"/>
              <a:t>Due Dates and Reminders</a:t>
            </a:r>
            <a:r>
              <a:rPr lang="en-MY" sz="1300"/>
              <a:t>: Keep track of deadlines.</a:t>
            </a:r>
          </a:p>
          <a:p>
            <a:pPr lvl="1">
              <a:lnSpc>
                <a:spcPct val="90000"/>
              </a:lnSpc>
            </a:pPr>
            <a:r>
              <a:rPr lang="en-MY" sz="1300" b="1"/>
              <a:t>Power-Ups</a:t>
            </a:r>
            <a:r>
              <a:rPr lang="en-MY" sz="1300"/>
              <a:t>: Add features like calendar view, integrations, and automation.</a:t>
            </a:r>
          </a:p>
          <a:p>
            <a:pPr lvl="1">
              <a:lnSpc>
                <a:spcPct val="90000"/>
              </a:lnSpc>
            </a:pPr>
            <a:r>
              <a:rPr lang="en-MY" sz="1300" b="1"/>
              <a:t>Collaboration Tools</a:t>
            </a:r>
            <a:r>
              <a:rPr lang="en-MY" sz="1300"/>
              <a:t>: Commenting, attachments, and mentions.</a:t>
            </a:r>
          </a:p>
        </p:txBody>
      </p:sp>
    </p:spTree>
    <p:extLst>
      <p:ext uri="{BB962C8B-B14F-4D97-AF65-F5344CB8AC3E}">
        <p14:creationId xmlns:p14="http://schemas.microsoft.com/office/powerpoint/2010/main" val="5076477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BE9D-8BA0-1FD1-7878-598CB02D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Comparison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05308D-6826-B2E3-8A0A-52FED9EFE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735" y="1843548"/>
            <a:ext cx="8893278" cy="423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880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Choosing the Right Tool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0DA756-6141-A864-1659-F5C151B793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524354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1730</Words>
  <Application>Microsoft Macintosh PowerPoint</Application>
  <PresentationFormat>On-screen Show (4:3)</PresentationFormat>
  <Paragraphs>273</Paragraphs>
  <Slides>50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Arial</vt:lpstr>
      <vt:lpstr>Calibri</vt:lpstr>
      <vt:lpstr>Times New Roman</vt:lpstr>
      <vt:lpstr>Office Theme</vt:lpstr>
      <vt:lpstr>Software Project Management</vt:lpstr>
      <vt:lpstr>Key Planning Activities in Software Project Management</vt:lpstr>
      <vt:lpstr>Key Planning Activities in Software Project Management</vt:lpstr>
      <vt:lpstr>Key Planning Activities in Software Project Management</vt:lpstr>
      <vt:lpstr>Importance of planning in software projects</vt:lpstr>
      <vt:lpstr>Importance of planning in software projects</vt:lpstr>
      <vt:lpstr>What is a Project?</vt:lpstr>
      <vt:lpstr>Project Life Cycle</vt:lpstr>
      <vt:lpstr>Defining the Project</vt:lpstr>
      <vt:lpstr>Project Scope Checklist</vt:lpstr>
      <vt:lpstr>Project Scope: Terms and Definitions</vt:lpstr>
      <vt:lpstr>Project Management Trade-offs</vt:lpstr>
      <vt:lpstr>Project Priority Matrix</vt:lpstr>
      <vt:lpstr>Project Scope and Objectives</vt:lpstr>
      <vt:lpstr>Work Breakdown Structure (WBS)</vt:lpstr>
      <vt:lpstr>Creating the Work Breakdown Structure</vt:lpstr>
      <vt:lpstr>Hierarchical Breakdown of the WBS</vt:lpstr>
      <vt:lpstr>How WBS Helps the Project Manager</vt:lpstr>
      <vt:lpstr>Example Work Breakdown Structure</vt:lpstr>
      <vt:lpstr>WBS Figure</vt:lpstr>
      <vt:lpstr>Scheduling Techniques</vt:lpstr>
      <vt:lpstr>Critical Path Method (CPM)</vt:lpstr>
      <vt:lpstr>Developing the Project Plan</vt:lpstr>
      <vt:lpstr>WBS/Work Packages to Network</vt:lpstr>
      <vt:lpstr>WBS/Work Package to Network (cont’d)</vt:lpstr>
      <vt:lpstr>Activity-on-Node Fundamentals</vt:lpstr>
      <vt:lpstr>Activity-on-Node Fundamentals (cont’d)</vt:lpstr>
      <vt:lpstr>Network Information</vt:lpstr>
      <vt:lpstr>Koll Business Center—Partial Network</vt:lpstr>
      <vt:lpstr>Koll Business Center—Complete Network</vt:lpstr>
      <vt:lpstr>Activity-on-Node Network Backward Pass</vt:lpstr>
      <vt:lpstr>Risk Management Process</vt:lpstr>
      <vt:lpstr>Risk Management’s Benefits</vt:lpstr>
      <vt:lpstr>The Risk Management Process</vt:lpstr>
      <vt:lpstr>Types of Risks: Technical Risks</vt:lpstr>
      <vt:lpstr>Project Management Risks</vt:lpstr>
      <vt:lpstr>Organizational Risks</vt:lpstr>
      <vt:lpstr>External Risks</vt:lpstr>
      <vt:lpstr>Operational Risks</vt:lpstr>
      <vt:lpstr>The Risk Breakdown Structure (RBS)</vt:lpstr>
      <vt:lpstr>Defined Conditions for Impact Scales of a Risk on Major Project Objectives (Examples for negative impacts only)</vt:lpstr>
      <vt:lpstr>Risk Severity Matrix</vt:lpstr>
      <vt:lpstr>Risk Response Matrix</vt:lpstr>
      <vt:lpstr>Risk Mitigation and Contingency</vt:lpstr>
      <vt:lpstr>Project Planning Tools</vt:lpstr>
      <vt:lpstr>Air Control Project—Gantt Chart</vt:lpstr>
      <vt:lpstr>Agile Project Management Tools - Jira</vt:lpstr>
      <vt:lpstr>Agile Project Management Tools - Trello</vt:lpstr>
      <vt:lpstr>Comparison</vt:lpstr>
      <vt:lpstr>Choosing the Right Tool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Hazlina Haron</cp:lastModifiedBy>
  <cp:revision>1</cp:revision>
  <dcterms:created xsi:type="dcterms:W3CDTF">2013-01-27T09:14:16Z</dcterms:created>
  <dcterms:modified xsi:type="dcterms:W3CDTF">2025-06-25T01:58:22Z</dcterms:modified>
  <cp:category/>
</cp:coreProperties>
</file>