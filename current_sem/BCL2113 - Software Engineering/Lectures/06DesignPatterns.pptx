
<file path=[Content_Types].xml><?xml version="1.0" encoding="utf-8"?>
<Types xmlns="http://schemas.openxmlformats.org/package/2006/content-types">
  <Default Extension="jpeg" ContentType="image/jpeg"/>
  <Default Extension="jpg!d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notesMasterIdLst>
    <p:notesMasterId r:id="rId23"/>
  </p:notesMasterIdLst>
  <p:sldIdLst>
    <p:sldId id="256" r:id="rId2"/>
    <p:sldId id="257" r:id="rId3"/>
    <p:sldId id="258" r:id="rId4"/>
    <p:sldId id="276" r:id="rId5"/>
    <p:sldId id="259" r:id="rId6"/>
    <p:sldId id="260" r:id="rId7"/>
    <p:sldId id="261" r:id="rId8"/>
    <p:sldId id="262" r:id="rId9"/>
    <p:sldId id="264" r:id="rId10"/>
    <p:sldId id="263" r:id="rId11"/>
    <p:sldId id="265" r:id="rId12"/>
    <p:sldId id="266" r:id="rId13"/>
    <p:sldId id="267" r:id="rId14"/>
    <p:sldId id="268" r:id="rId15"/>
    <p:sldId id="269" r:id="rId16"/>
    <p:sldId id="273" r:id="rId17"/>
    <p:sldId id="270" r:id="rId18"/>
    <p:sldId id="271" r:id="rId19"/>
    <p:sldId id="272" r:id="rId20"/>
    <p:sldId id="274" r:id="rId21"/>
    <p:sldId id="27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B4850A-E302-614E-9CE0-3910995491CE}" v="28" dt="2025-07-09T06:15:59.4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45"/>
    <p:restoredTop sz="94703"/>
  </p:normalViewPr>
  <p:slideViewPr>
    <p:cSldViewPr snapToGrid="0">
      <p:cViewPr varScale="1">
        <p:scale>
          <a:sx n="86" d="100"/>
          <a:sy n="86" d="100"/>
        </p:scale>
        <p:origin x="85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zlina binti Haron" userId="00a9b89f-eaec-49ca-9fc2-e7a3c9ffdcf7" providerId="ADAL" clId="{5EB4850A-E302-614E-9CE0-3910995491CE}"/>
    <pc:docChg chg="undo custSel addSld delSld modSld sldOrd">
      <pc:chgData name="Hazlina binti Haron" userId="00a9b89f-eaec-49ca-9fc2-e7a3c9ffdcf7" providerId="ADAL" clId="{5EB4850A-E302-614E-9CE0-3910995491CE}" dt="2025-07-09T06:17:38.432" v="257" actId="20578"/>
      <pc:docMkLst>
        <pc:docMk/>
      </pc:docMkLst>
      <pc:sldChg chg="modSp ord">
        <pc:chgData name="Hazlina binti Haron" userId="00a9b89f-eaec-49ca-9fc2-e7a3c9ffdcf7" providerId="ADAL" clId="{5EB4850A-E302-614E-9CE0-3910995491CE}" dt="2025-07-09T06:17:29.052" v="254" actId="20578"/>
        <pc:sldMkLst>
          <pc:docMk/>
          <pc:sldMk cId="2483744134" sldId="257"/>
        </pc:sldMkLst>
        <pc:graphicFrameChg chg="mod">
          <ac:chgData name="Hazlina binti Haron" userId="00a9b89f-eaec-49ca-9fc2-e7a3c9ffdcf7" providerId="ADAL" clId="{5EB4850A-E302-614E-9CE0-3910995491CE}" dt="2025-07-09T05:19:37.847" v="113" actId="20577"/>
          <ac:graphicFrameMkLst>
            <pc:docMk/>
            <pc:sldMk cId="2483744134" sldId="257"/>
            <ac:graphicFrameMk id="5" creationId="{D5AA96C4-A0DB-B9A8-A82A-8C77115D89DC}"/>
          </ac:graphicFrameMkLst>
        </pc:graphicFrameChg>
      </pc:sldChg>
      <pc:sldChg chg="ord">
        <pc:chgData name="Hazlina binti Haron" userId="00a9b89f-eaec-49ca-9fc2-e7a3c9ffdcf7" providerId="ADAL" clId="{5EB4850A-E302-614E-9CE0-3910995491CE}" dt="2025-07-09T06:17:30.940" v="255" actId="20578"/>
        <pc:sldMkLst>
          <pc:docMk/>
          <pc:sldMk cId="2058266909" sldId="258"/>
        </pc:sldMkLst>
      </pc:sldChg>
      <pc:sldChg chg="ord">
        <pc:chgData name="Hazlina binti Haron" userId="00a9b89f-eaec-49ca-9fc2-e7a3c9ffdcf7" providerId="ADAL" clId="{5EB4850A-E302-614E-9CE0-3910995491CE}" dt="2025-07-09T06:17:32.966" v="256" actId="20578"/>
        <pc:sldMkLst>
          <pc:docMk/>
          <pc:sldMk cId="3962310346" sldId="259"/>
        </pc:sldMkLst>
      </pc:sldChg>
      <pc:sldChg chg="addSp delSp modSp mod">
        <pc:chgData name="Hazlina binti Haron" userId="00a9b89f-eaec-49ca-9fc2-e7a3c9ffdcf7" providerId="ADAL" clId="{5EB4850A-E302-614E-9CE0-3910995491CE}" dt="2025-07-09T05:37:41.171" v="210" actId="1076"/>
        <pc:sldMkLst>
          <pc:docMk/>
          <pc:sldMk cId="1115321938" sldId="260"/>
        </pc:sldMkLst>
        <pc:spChg chg="mod">
          <ac:chgData name="Hazlina binti Haron" userId="00a9b89f-eaec-49ca-9fc2-e7a3c9ffdcf7" providerId="ADAL" clId="{5EB4850A-E302-614E-9CE0-3910995491CE}" dt="2025-07-09T05:37:41.171" v="210" actId="1076"/>
          <ac:spMkLst>
            <pc:docMk/>
            <pc:sldMk cId="1115321938" sldId="260"/>
            <ac:spMk id="2" creationId="{6DB2D252-B44C-E2AE-F4A2-F700BD521E9B}"/>
          </ac:spMkLst>
        </pc:spChg>
        <pc:spChg chg="add del mod">
          <ac:chgData name="Hazlina binti Haron" userId="00a9b89f-eaec-49ca-9fc2-e7a3c9ffdcf7" providerId="ADAL" clId="{5EB4850A-E302-614E-9CE0-3910995491CE}" dt="2025-07-09T05:36:22.904" v="204" actId="478"/>
          <ac:spMkLst>
            <pc:docMk/>
            <pc:sldMk cId="1115321938" sldId="260"/>
            <ac:spMk id="4" creationId="{9B414594-53B4-B542-8FF8-1BE37521B8F4}"/>
          </ac:spMkLst>
        </pc:spChg>
        <pc:picChg chg="add del">
          <ac:chgData name="Hazlina binti Haron" userId="00a9b89f-eaec-49ca-9fc2-e7a3c9ffdcf7" providerId="ADAL" clId="{5EB4850A-E302-614E-9CE0-3910995491CE}" dt="2025-07-09T05:36:22.904" v="204" actId="478"/>
          <ac:picMkLst>
            <pc:docMk/>
            <pc:sldMk cId="1115321938" sldId="260"/>
            <ac:picMk id="7" creationId="{8C5ECB0C-31AA-2138-FD45-6C653163FF88}"/>
          </ac:picMkLst>
        </pc:picChg>
      </pc:sldChg>
      <pc:sldChg chg="addSp delSp modSp add del mod">
        <pc:chgData name="Hazlina binti Haron" userId="00a9b89f-eaec-49ca-9fc2-e7a3c9ffdcf7" providerId="ADAL" clId="{5EB4850A-E302-614E-9CE0-3910995491CE}" dt="2025-07-09T06:01:00.156" v="234" actId="1076"/>
        <pc:sldMkLst>
          <pc:docMk/>
          <pc:sldMk cId="978835099" sldId="261"/>
        </pc:sldMkLst>
        <pc:spChg chg="mod">
          <ac:chgData name="Hazlina binti Haron" userId="00a9b89f-eaec-49ca-9fc2-e7a3c9ffdcf7" providerId="ADAL" clId="{5EB4850A-E302-614E-9CE0-3910995491CE}" dt="2025-07-09T06:01:00.156" v="234" actId="1076"/>
          <ac:spMkLst>
            <pc:docMk/>
            <pc:sldMk cId="978835099" sldId="261"/>
            <ac:spMk id="2" creationId="{06625270-9C44-5226-2C7D-FCDFFCE5E337}"/>
          </ac:spMkLst>
        </pc:spChg>
        <pc:spChg chg="add del mod">
          <ac:chgData name="Hazlina binti Haron" userId="00a9b89f-eaec-49ca-9fc2-e7a3c9ffdcf7" providerId="ADAL" clId="{5EB4850A-E302-614E-9CE0-3910995491CE}" dt="2025-07-09T06:00:19.083" v="214"/>
          <ac:spMkLst>
            <pc:docMk/>
            <pc:sldMk cId="978835099" sldId="261"/>
            <ac:spMk id="4" creationId="{4EA51DC2-BE02-1099-39E9-D8BB2E1CC9BC}"/>
          </ac:spMkLst>
        </pc:spChg>
        <pc:spChg chg="del mod">
          <ac:chgData name="Hazlina binti Haron" userId="00a9b89f-eaec-49ca-9fc2-e7a3c9ffdcf7" providerId="ADAL" clId="{5EB4850A-E302-614E-9CE0-3910995491CE}" dt="2025-07-09T06:00:37.674" v="222" actId="478"/>
          <ac:spMkLst>
            <pc:docMk/>
            <pc:sldMk cId="978835099" sldId="261"/>
            <ac:spMk id="9" creationId="{C6A4A50E-4ABD-0EDE-E7C1-2FC0FF9BFB25}"/>
          </ac:spMkLst>
        </pc:spChg>
        <pc:picChg chg="add mod">
          <ac:chgData name="Hazlina binti Haron" userId="00a9b89f-eaec-49ca-9fc2-e7a3c9ffdcf7" providerId="ADAL" clId="{5EB4850A-E302-614E-9CE0-3910995491CE}" dt="2025-07-09T06:00:29.839" v="220" actId="1076"/>
          <ac:picMkLst>
            <pc:docMk/>
            <pc:sldMk cId="978835099" sldId="261"/>
            <ac:picMk id="6" creationId="{D3689FD2-8F29-1350-24BC-24915F4644FE}"/>
          </ac:picMkLst>
        </pc:picChg>
        <pc:picChg chg="del mod">
          <ac:chgData name="Hazlina binti Haron" userId="00a9b89f-eaec-49ca-9fc2-e7a3c9ffdcf7" providerId="ADAL" clId="{5EB4850A-E302-614E-9CE0-3910995491CE}" dt="2025-07-09T06:00:04.718" v="213" actId="478"/>
          <ac:picMkLst>
            <pc:docMk/>
            <pc:sldMk cId="978835099" sldId="261"/>
            <ac:picMk id="7" creationId="{88FF0980-04C0-D619-0275-0D4B88AC54E9}"/>
          </ac:picMkLst>
        </pc:picChg>
      </pc:sldChg>
      <pc:sldChg chg="modSp mod">
        <pc:chgData name="Hazlina binti Haron" userId="00a9b89f-eaec-49ca-9fc2-e7a3c9ffdcf7" providerId="ADAL" clId="{5EB4850A-E302-614E-9CE0-3910995491CE}" dt="2025-07-09T06:01:13.776" v="235" actId="1076"/>
        <pc:sldMkLst>
          <pc:docMk/>
          <pc:sldMk cId="313923656" sldId="262"/>
        </pc:sldMkLst>
        <pc:spChg chg="mod">
          <ac:chgData name="Hazlina binti Haron" userId="00a9b89f-eaec-49ca-9fc2-e7a3c9ffdcf7" providerId="ADAL" clId="{5EB4850A-E302-614E-9CE0-3910995491CE}" dt="2025-07-09T06:01:13.776" v="235" actId="1076"/>
          <ac:spMkLst>
            <pc:docMk/>
            <pc:sldMk cId="313923656" sldId="262"/>
            <ac:spMk id="3" creationId="{0FB530B8-66CE-20C6-E200-B580402D3D4F}"/>
          </ac:spMkLst>
        </pc:spChg>
      </pc:sldChg>
      <pc:sldChg chg="modSp mod">
        <pc:chgData name="Hazlina binti Haron" userId="00a9b89f-eaec-49ca-9fc2-e7a3c9ffdcf7" providerId="ADAL" clId="{5EB4850A-E302-614E-9CE0-3910995491CE}" dt="2025-07-02T00:46:49.264" v="6" actId="20577"/>
        <pc:sldMkLst>
          <pc:docMk/>
          <pc:sldMk cId="2554993279" sldId="264"/>
        </pc:sldMkLst>
        <pc:spChg chg="mod">
          <ac:chgData name="Hazlina binti Haron" userId="00a9b89f-eaec-49ca-9fc2-e7a3c9ffdcf7" providerId="ADAL" clId="{5EB4850A-E302-614E-9CE0-3910995491CE}" dt="2025-07-02T00:46:49.264" v="6" actId="20577"/>
          <ac:spMkLst>
            <pc:docMk/>
            <pc:sldMk cId="2554993279" sldId="264"/>
            <ac:spMk id="3" creationId="{A932C969-F3CC-B140-0564-0DC86977E36A}"/>
          </ac:spMkLst>
        </pc:spChg>
      </pc:sldChg>
      <pc:sldChg chg="modSp mod">
        <pc:chgData name="Hazlina binti Haron" userId="00a9b89f-eaec-49ca-9fc2-e7a3c9ffdcf7" providerId="ADAL" clId="{5EB4850A-E302-614E-9CE0-3910995491CE}" dt="2025-07-02T00:48:02.328" v="16" actId="255"/>
        <pc:sldMkLst>
          <pc:docMk/>
          <pc:sldMk cId="0" sldId="270"/>
        </pc:sldMkLst>
        <pc:spChg chg="mod">
          <ac:chgData name="Hazlina binti Haron" userId="00a9b89f-eaec-49ca-9fc2-e7a3c9ffdcf7" providerId="ADAL" clId="{5EB4850A-E302-614E-9CE0-3910995491CE}" dt="2025-07-02T00:47:52.466" v="14" actId="255"/>
          <ac:spMkLst>
            <pc:docMk/>
            <pc:sldMk cId="0" sldId="270"/>
            <ac:spMk id="8" creationId="{00000000-0000-0000-0000-000000000000}"/>
          </ac:spMkLst>
        </pc:spChg>
        <pc:spChg chg="mod">
          <ac:chgData name="Hazlina binti Haron" userId="00a9b89f-eaec-49ca-9fc2-e7a3c9ffdcf7" providerId="ADAL" clId="{5EB4850A-E302-614E-9CE0-3910995491CE}" dt="2025-07-02T00:48:02.328" v="16" actId="255"/>
          <ac:spMkLst>
            <pc:docMk/>
            <pc:sldMk cId="0" sldId="270"/>
            <ac:spMk id="9" creationId="{00000000-0000-0000-0000-000000000000}"/>
          </ac:spMkLst>
        </pc:spChg>
        <pc:spChg chg="mod">
          <ac:chgData name="Hazlina binti Haron" userId="00a9b89f-eaec-49ca-9fc2-e7a3c9ffdcf7" providerId="ADAL" clId="{5EB4850A-E302-614E-9CE0-3910995491CE}" dt="2025-07-02T00:47:33.743" v="8" actId="1076"/>
          <ac:spMkLst>
            <pc:docMk/>
            <pc:sldMk cId="0" sldId="270"/>
            <ac:spMk id="11" creationId="{00000000-0000-0000-0000-000000000000}"/>
          </ac:spMkLst>
        </pc:spChg>
        <pc:spChg chg="mod">
          <ac:chgData name="Hazlina binti Haron" userId="00a9b89f-eaec-49ca-9fc2-e7a3c9ffdcf7" providerId="ADAL" clId="{5EB4850A-E302-614E-9CE0-3910995491CE}" dt="2025-07-02T00:47:36.008" v="9" actId="1076"/>
          <ac:spMkLst>
            <pc:docMk/>
            <pc:sldMk cId="0" sldId="270"/>
            <ac:spMk id="14" creationId="{00000000-0000-0000-0000-000000000000}"/>
          </ac:spMkLst>
        </pc:spChg>
        <pc:spChg chg="mod">
          <ac:chgData name="Hazlina binti Haron" userId="00a9b89f-eaec-49ca-9fc2-e7a3c9ffdcf7" providerId="ADAL" clId="{5EB4850A-E302-614E-9CE0-3910995491CE}" dt="2025-07-02T00:47:56.916" v="15" actId="255"/>
          <ac:spMkLst>
            <pc:docMk/>
            <pc:sldMk cId="0" sldId="270"/>
            <ac:spMk id="15" creationId="{00000000-0000-0000-0000-000000000000}"/>
          </ac:spMkLst>
        </pc:spChg>
        <pc:spChg chg="mod">
          <ac:chgData name="Hazlina binti Haron" userId="00a9b89f-eaec-49ca-9fc2-e7a3c9ffdcf7" providerId="ADAL" clId="{5EB4850A-E302-614E-9CE0-3910995491CE}" dt="2025-07-02T00:47:29.213" v="7" actId="1076"/>
          <ac:spMkLst>
            <pc:docMk/>
            <pc:sldMk cId="0" sldId="270"/>
            <ac:spMk id="16" creationId="{00000000-0000-0000-0000-000000000000}"/>
          </ac:spMkLst>
        </pc:spChg>
      </pc:sldChg>
      <pc:sldChg chg="ord">
        <pc:chgData name="Hazlina binti Haron" userId="00a9b89f-eaec-49ca-9fc2-e7a3c9ffdcf7" providerId="ADAL" clId="{5EB4850A-E302-614E-9CE0-3910995491CE}" dt="2025-07-02T00:48:26.818" v="17" actId="20578"/>
        <pc:sldMkLst>
          <pc:docMk/>
          <pc:sldMk cId="3134475961" sldId="273"/>
        </pc:sldMkLst>
      </pc:sldChg>
      <pc:sldChg chg="addSp modSp new mod">
        <pc:chgData name="Hazlina binti Haron" userId="00a9b89f-eaec-49ca-9fc2-e7a3c9ffdcf7" providerId="ADAL" clId="{5EB4850A-E302-614E-9CE0-3910995491CE}" dt="2025-07-09T01:35:53.418" v="111" actId="1076"/>
        <pc:sldMkLst>
          <pc:docMk/>
          <pc:sldMk cId="4197379236" sldId="274"/>
        </pc:sldMkLst>
        <pc:spChg chg="add mod">
          <ac:chgData name="Hazlina binti Haron" userId="00a9b89f-eaec-49ca-9fc2-e7a3c9ffdcf7" providerId="ADAL" clId="{5EB4850A-E302-614E-9CE0-3910995491CE}" dt="2025-07-09T01:35:53.418" v="111" actId="1076"/>
          <ac:spMkLst>
            <pc:docMk/>
            <pc:sldMk cId="4197379236" sldId="274"/>
            <ac:spMk id="2" creationId="{821EC59C-71F6-98D0-F6DB-934D5A584459}"/>
          </ac:spMkLst>
        </pc:spChg>
      </pc:sldChg>
      <pc:sldChg chg="new del">
        <pc:chgData name="Hazlina binti Haron" userId="00a9b89f-eaec-49ca-9fc2-e7a3c9ffdcf7" providerId="ADAL" clId="{5EB4850A-E302-614E-9CE0-3910995491CE}" dt="2025-07-09T05:21:52.967" v="115" actId="2696"/>
        <pc:sldMkLst>
          <pc:docMk/>
          <pc:sldMk cId="1021325419" sldId="275"/>
        </pc:sldMkLst>
      </pc:sldChg>
      <pc:sldChg chg="modSp new del mod">
        <pc:chgData name="Hazlina binti Haron" userId="00a9b89f-eaec-49ca-9fc2-e7a3c9ffdcf7" providerId="ADAL" clId="{5EB4850A-E302-614E-9CE0-3910995491CE}" dt="2025-07-09T05:22:45.669" v="125" actId="680"/>
        <pc:sldMkLst>
          <pc:docMk/>
          <pc:sldMk cId="3731442096" sldId="275"/>
        </pc:sldMkLst>
        <pc:spChg chg="mod">
          <ac:chgData name="Hazlina binti Haron" userId="00a9b89f-eaec-49ca-9fc2-e7a3c9ffdcf7" providerId="ADAL" clId="{5EB4850A-E302-614E-9CE0-3910995491CE}" dt="2025-07-09T05:22:45.023" v="124"/>
          <ac:spMkLst>
            <pc:docMk/>
            <pc:sldMk cId="3731442096" sldId="275"/>
            <ac:spMk id="2" creationId="{79CEE172-8D20-19BB-3AB4-CB52A5FF045B}"/>
          </ac:spMkLst>
        </pc:spChg>
      </pc:sldChg>
      <pc:sldChg chg="addSp modSp new mod">
        <pc:chgData name="Hazlina binti Haron" userId="00a9b89f-eaec-49ca-9fc2-e7a3c9ffdcf7" providerId="ADAL" clId="{5EB4850A-E302-614E-9CE0-3910995491CE}" dt="2025-07-09T05:29:44.832" v="202" actId="14100"/>
        <pc:sldMkLst>
          <pc:docMk/>
          <pc:sldMk cId="4101372787" sldId="275"/>
        </pc:sldMkLst>
        <pc:spChg chg="mod">
          <ac:chgData name="Hazlina binti Haron" userId="00a9b89f-eaec-49ca-9fc2-e7a3c9ffdcf7" providerId="ADAL" clId="{5EB4850A-E302-614E-9CE0-3910995491CE}" dt="2025-07-09T05:29:29.642" v="197" actId="1076"/>
          <ac:spMkLst>
            <pc:docMk/>
            <pc:sldMk cId="4101372787" sldId="275"/>
            <ac:spMk id="2" creationId="{EFAD8E64-5485-FF38-12F7-A327A998BF08}"/>
          </ac:spMkLst>
        </pc:spChg>
        <pc:spChg chg="add mod">
          <ac:chgData name="Hazlina binti Haron" userId="00a9b89f-eaec-49ca-9fc2-e7a3c9ffdcf7" providerId="ADAL" clId="{5EB4850A-E302-614E-9CE0-3910995491CE}" dt="2025-07-09T05:29:44.832" v="202" actId="14100"/>
          <ac:spMkLst>
            <pc:docMk/>
            <pc:sldMk cId="4101372787" sldId="275"/>
            <ac:spMk id="4" creationId="{AF939138-C940-1E55-2884-C6F00729C58A}"/>
          </ac:spMkLst>
        </pc:spChg>
        <pc:picChg chg="add mod">
          <ac:chgData name="Hazlina binti Haron" userId="00a9b89f-eaec-49ca-9fc2-e7a3c9ffdcf7" providerId="ADAL" clId="{5EB4850A-E302-614E-9CE0-3910995491CE}" dt="2025-07-09T05:25:35.944" v="164" actId="14100"/>
          <ac:picMkLst>
            <pc:docMk/>
            <pc:sldMk cId="4101372787" sldId="275"/>
            <ac:picMk id="6" creationId="{12F9D8C7-0EF3-A7F9-3EDC-A363AB46CA27}"/>
          </ac:picMkLst>
        </pc:picChg>
        <pc:picChg chg="add mod">
          <ac:chgData name="Hazlina binti Haron" userId="00a9b89f-eaec-49ca-9fc2-e7a3c9ffdcf7" providerId="ADAL" clId="{5EB4850A-E302-614E-9CE0-3910995491CE}" dt="2025-07-09T05:28:46.156" v="181" actId="1076"/>
          <ac:picMkLst>
            <pc:docMk/>
            <pc:sldMk cId="4101372787" sldId="275"/>
            <ac:picMk id="8" creationId="{CA69E33D-EB76-122A-1987-269CAEB4D65B}"/>
          </ac:picMkLst>
        </pc:picChg>
        <pc:picChg chg="add mod">
          <ac:chgData name="Hazlina binti Haron" userId="00a9b89f-eaec-49ca-9fc2-e7a3c9ffdcf7" providerId="ADAL" clId="{5EB4850A-E302-614E-9CE0-3910995491CE}" dt="2025-07-09T05:28:49.471" v="183" actId="14100"/>
          <ac:picMkLst>
            <pc:docMk/>
            <pc:sldMk cId="4101372787" sldId="275"/>
            <ac:picMk id="10" creationId="{AE127CAE-665F-EE00-9C6B-CB94E9F8E227}"/>
          </ac:picMkLst>
        </pc:picChg>
        <pc:picChg chg="add mod">
          <ac:chgData name="Hazlina binti Haron" userId="00a9b89f-eaec-49ca-9fc2-e7a3c9ffdcf7" providerId="ADAL" clId="{5EB4850A-E302-614E-9CE0-3910995491CE}" dt="2025-07-09T05:28:31.313" v="178" actId="14100"/>
          <ac:picMkLst>
            <pc:docMk/>
            <pc:sldMk cId="4101372787" sldId="275"/>
            <ac:picMk id="12" creationId="{7385B9D8-9970-2ECE-307D-31756DFA4C77}"/>
          </ac:picMkLst>
        </pc:picChg>
        <pc:picChg chg="add mod">
          <ac:chgData name="Hazlina binti Haron" userId="00a9b89f-eaec-49ca-9fc2-e7a3c9ffdcf7" providerId="ADAL" clId="{5EB4850A-E302-614E-9CE0-3910995491CE}" dt="2025-07-09T05:28:55.729" v="194" actId="1036"/>
          <ac:picMkLst>
            <pc:docMk/>
            <pc:sldMk cId="4101372787" sldId="275"/>
            <ac:picMk id="14" creationId="{BCEAB770-3F08-D93A-9E1A-D4788674C9E3}"/>
          </ac:picMkLst>
        </pc:picChg>
      </pc:sldChg>
      <pc:sldChg chg="addSp delSp modSp new mod ord delAnim modAnim">
        <pc:chgData name="Hazlina binti Haron" userId="00a9b89f-eaec-49ca-9fc2-e7a3c9ffdcf7" providerId="ADAL" clId="{5EB4850A-E302-614E-9CE0-3910995491CE}" dt="2025-07-09T06:17:38.432" v="257" actId="20578"/>
        <pc:sldMkLst>
          <pc:docMk/>
          <pc:sldMk cId="1916776061" sldId="276"/>
        </pc:sldMkLst>
        <pc:picChg chg="add del mod">
          <ac:chgData name="Hazlina binti Haron" userId="00a9b89f-eaec-49ca-9fc2-e7a3c9ffdcf7" providerId="ADAL" clId="{5EB4850A-E302-614E-9CE0-3910995491CE}" dt="2025-07-09T06:15:45.020" v="243" actId="478"/>
          <ac:picMkLst>
            <pc:docMk/>
            <pc:sldMk cId="1916776061" sldId="276"/>
            <ac:picMk id="2" creationId="{91F27DF5-0FE0-B3B4-5999-A41B0D7E7972}"/>
          </ac:picMkLst>
        </pc:picChg>
        <pc:picChg chg="add mod">
          <ac:chgData name="Hazlina binti Haron" userId="00a9b89f-eaec-49ca-9fc2-e7a3c9ffdcf7" providerId="ADAL" clId="{5EB4850A-E302-614E-9CE0-3910995491CE}" dt="2025-07-09T06:16:17.649" v="253" actId="14100"/>
          <ac:picMkLst>
            <pc:docMk/>
            <pc:sldMk cId="1916776061" sldId="276"/>
            <ac:picMk id="3" creationId="{248AA0A0-3D2A-5CF2-FABD-A34F3D0B4DDB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svg"/><Relationship Id="rId1" Type="http://schemas.openxmlformats.org/officeDocument/2006/relationships/image" Target="../media/image24.png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4" Type="http://schemas.openxmlformats.org/officeDocument/2006/relationships/image" Target="../media/image2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91B2075-1988-4F0B-AF54-ECDE49E9C27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A2F5F5E-C3EF-4D28-A493-6E6A9BD54DBE}">
      <dgm:prSet/>
      <dgm:spPr/>
      <dgm:t>
        <a:bodyPr/>
        <a:lstStyle/>
        <a:p>
          <a:r>
            <a:rPr lang="en-MY" b="1" dirty="0"/>
            <a:t>Design patterns</a:t>
          </a:r>
          <a:r>
            <a:rPr lang="en-MY" dirty="0"/>
            <a:t> are </a:t>
          </a:r>
          <a:r>
            <a:rPr lang="en-MY" b="1" dirty="0"/>
            <a:t>proven, reusable solutions to common problems</a:t>
          </a:r>
          <a:r>
            <a:rPr lang="en-MY" dirty="0"/>
            <a:t> that occur in software design. </a:t>
          </a:r>
          <a:endParaRPr lang="en-US" dirty="0"/>
        </a:p>
      </dgm:t>
    </dgm:pt>
    <dgm:pt modelId="{157E9BF1-052B-4A68-8146-4358BB49A6B4}" type="parTrans" cxnId="{76304636-4619-4998-A5F8-078DC76DC00C}">
      <dgm:prSet/>
      <dgm:spPr/>
      <dgm:t>
        <a:bodyPr/>
        <a:lstStyle/>
        <a:p>
          <a:endParaRPr lang="en-US"/>
        </a:p>
      </dgm:t>
    </dgm:pt>
    <dgm:pt modelId="{7EB12135-DA73-49F9-9305-345F8CD60816}" type="sibTrans" cxnId="{76304636-4619-4998-A5F8-078DC76DC00C}">
      <dgm:prSet/>
      <dgm:spPr/>
      <dgm:t>
        <a:bodyPr/>
        <a:lstStyle/>
        <a:p>
          <a:endParaRPr lang="en-US"/>
        </a:p>
      </dgm:t>
    </dgm:pt>
    <dgm:pt modelId="{1F9C630C-CE0C-4209-821E-F8A1618A1242}">
      <dgm:prSet/>
      <dgm:spPr/>
      <dgm:t>
        <a:bodyPr/>
        <a:lstStyle/>
        <a:p>
          <a:r>
            <a:rPr lang="en-MY"/>
            <a:t>They are </a:t>
          </a:r>
          <a:r>
            <a:rPr lang="en-MY" b="1"/>
            <a:t>not code templates</a:t>
          </a:r>
          <a:r>
            <a:rPr lang="en-MY"/>
            <a:t>, but </a:t>
          </a:r>
          <a:endParaRPr lang="en-US"/>
        </a:p>
      </dgm:t>
    </dgm:pt>
    <dgm:pt modelId="{0DC6FF74-C9DA-4F63-9554-AB0182D6F426}" type="parTrans" cxnId="{1EBB3791-3BDA-4357-A6ED-C8FC9A034B32}">
      <dgm:prSet/>
      <dgm:spPr/>
      <dgm:t>
        <a:bodyPr/>
        <a:lstStyle/>
        <a:p>
          <a:endParaRPr lang="en-US"/>
        </a:p>
      </dgm:t>
    </dgm:pt>
    <dgm:pt modelId="{0110E033-7EF2-4342-B3E3-CA45F5C4984C}" type="sibTrans" cxnId="{1EBB3791-3BDA-4357-A6ED-C8FC9A034B32}">
      <dgm:prSet/>
      <dgm:spPr/>
      <dgm:t>
        <a:bodyPr/>
        <a:lstStyle/>
        <a:p>
          <a:endParaRPr lang="en-US"/>
        </a:p>
      </dgm:t>
    </dgm:pt>
    <dgm:pt modelId="{D93AA602-397A-4CB0-83F2-564B164AEE69}">
      <dgm:prSet/>
      <dgm:spPr/>
      <dgm:t>
        <a:bodyPr/>
        <a:lstStyle/>
        <a:p>
          <a:r>
            <a:rPr lang="en-MY"/>
            <a:t>rather </a:t>
          </a:r>
          <a:r>
            <a:rPr lang="en-MY" b="1"/>
            <a:t>descriptions or blueprints</a:t>
          </a:r>
          <a:r>
            <a:rPr lang="en-MY"/>
            <a:t> that help developers solve design issues in a consistent and efficient way.</a:t>
          </a:r>
          <a:endParaRPr lang="en-US"/>
        </a:p>
      </dgm:t>
    </dgm:pt>
    <dgm:pt modelId="{D22CD81D-A6A2-4203-9D73-5F155DA3C66F}" type="parTrans" cxnId="{2B3F2382-A8C4-4CE9-9352-B5A134AD4750}">
      <dgm:prSet/>
      <dgm:spPr/>
      <dgm:t>
        <a:bodyPr/>
        <a:lstStyle/>
        <a:p>
          <a:endParaRPr lang="en-US"/>
        </a:p>
      </dgm:t>
    </dgm:pt>
    <dgm:pt modelId="{D5789AD7-9EC1-4C46-90A2-42042F89E398}" type="sibTrans" cxnId="{2B3F2382-A8C4-4CE9-9352-B5A134AD4750}">
      <dgm:prSet/>
      <dgm:spPr/>
      <dgm:t>
        <a:bodyPr/>
        <a:lstStyle/>
        <a:p>
          <a:endParaRPr lang="en-US"/>
        </a:p>
      </dgm:t>
    </dgm:pt>
    <dgm:pt modelId="{078835A2-B50D-4CCF-BECF-FADDF5EA6A7A}">
      <dgm:prSet/>
      <dgm:spPr/>
      <dgm:t>
        <a:bodyPr/>
        <a:lstStyle/>
        <a:p>
          <a:r>
            <a:rPr lang="en-MY" b="1"/>
            <a:t>Design Pattern</a:t>
          </a:r>
          <a:r>
            <a:rPr lang="en-MY"/>
            <a:t> = A general, reusable solution to a commonly occurring problem within a given context in software design.</a:t>
          </a:r>
          <a:endParaRPr lang="en-US"/>
        </a:p>
      </dgm:t>
    </dgm:pt>
    <dgm:pt modelId="{FB0050DE-AB86-459C-8E5F-BFCDC08218C3}" type="parTrans" cxnId="{F659A060-C6D0-41DC-ADAA-30426763A58B}">
      <dgm:prSet/>
      <dgm:spPr/>
      <dgm:t>
        <a:bodyPr/>
        <a:lstStyle/>
        <a:p>
          <a:endParaRPr lang="en-US"/>
        </a:p>
      </dgm:t>
    </dgm:pt>
    <dgm:pt modelId="{69EF0C63-BCA6-445F-B055-77F5256325C9}" type="sibTrans" cxnId="{F659A060-C6D0-41DC-ADAA-30426763A58B}">
      <dgm:prSet/>
      <dgm:spPr/>
      <dgm:t>
        <a:bodyPr/>
        <a:lstStyle/>
        <a:p>
          <a:endParaRPr lang="en-US"/>
        </a:p>
      </dgm:t>
    </dgm:pt>
    <dgm:pt modelId="{2D82B8E3-FA84-4D65-BBA4-F2AC5603DB5D}" type="pres">
      <dgm:prSet presAssocID="{291B2075-1988-4F0B-AF54-ECDE49E9C270}" presName="root" presStyleCnt="0">
        <dgm:presLayoutVars>
          <dgm:dir/>
          <dgm:resizeHandles val="exact"/>
        </dgm:presLayoutVars>
      </dgm:prSet>
      <dgm:spPr/>
    </dgm:pt>
    <dgm:pt modelId="{F6CCBB2D-30D6-4FEE-995F-CC9EEAE3BA7E}" type="pres">
      <dgm:prSet presAssocID="{0A2F5F5E-C3EF-4D28-A493-6E6A9BD54DBE}" presName="compNode" presStyleCnt="0"/>
      <dgm:spPr/>
    </dgm:pt>
    <dgm:pt modelId="{9C739E74-1F29-48A2-8D62-3A3DC8BB2B98}" type="pres">
      <dgm:prSet presAssocID="{0A2F5F5E-C3EF-4D28-A493-6E6A9BD54DBE}" presName="bgRect" presStyleLbl="bgShp" presStyleIdx="0" presStyleCnt="4"/>
      <dgm:spPr/>
    </dgm:pt>
    <dgm:pt modelId="{E7DE6C7F-41C4-4D3B-A132-0152D806FCFF}" type="pres">
      <dgm:prSet presAssocID="{0A2F5F5E-C3EF-4D28-A493-6E6A9BD54DB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9240B80B-99FA-4621-A497-21A08E0AE120}" type="pres">
      <dgm:prSet presAssocID="{0A2F5F5E-C3EF-4D28-A493-6E6A9BD54DBE}" presName="spaceRect" presStyleCnt="0"/>
      <dgm:spPr/>
    </dgm:pt>
    <dgm:pt modelId="{03173ED5-ED57-4A57-A6F2-E8FCA096DA2B}" type="pres">
      <dgm:prSet presAssocID="{0A2F5F5E-C3EF-4D28-A493-6E6A9BD54DBE}" presName="parTx" presStyleLbl="revTx" presStyleIdx="0" presStyleCnt="4">
        <dgm:presLayoutVars>
          <dgm:chMax val="0"/>
          <dgm:chPref val="0"/>
        </dgm:presLayoutVars>
      </dgm:prSet>
      <dgm:spPr/>
    </dgm:pt>
    <dgm:pt modelId="{3EB03906-9294-41E9-9591-B0707D389B1D}" type="pres">
      <dgm:prSet presAssocID="{7EB12135-DA73-49F9-9305-345F8CD60816}" presName="sibTrans" presStyleCnt="0"/>
      <dgm:spPr/>
    </dgm:pt>
    <dgm:pt modelId="{7D71317B-3068-415D-9962-E091460A94C0}" type="pres">
      <dgm:prSet presAssocID="{1F9C630C-CE0C-4209-821E-F8A1618A1242}" presName="compNode" presStyleCnt="0"/>
      <dgm:spPr/>
    </dgm:pt>
    <dgm:pt modelId="{2414CFA6-0A5E-45C0-9390-E3E71C6E36B8}" type="pres">
      <dgm:prSet presAssocID="{1F9C630C-CE0C-4209-821E-F8A1618A1242}" presName="bgRect" presStyleLbl="bgShp" presStyleIdx="1" presStyleCnt="4"/>
      <dgm:spPr/>
    </dgm:pt>
    <dgm:pt modelId="{178E1699-7563-4708-A914-D6BA7ACF8ECE}" type="pres">
      <dgm:prSet presAssocID="{1F9C630C-CE0C-4209-821E-F8A1618A124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877CEAB5-F5D2-4A5A-ACDB-EBD5D899839F}" type="pres">
      <dgm:prSet presAssocID="{1F9C630C-CE0C-4209-821E-F8A1618A1242}" presName="spaceRect" presStyleCnt="0"/>
      <dgm:spPr/>
    </dgm:pt>
    <dgm:pt modelId="{41CF17F9-30A9-4430-A68E-72BE91CB1178}" type="pres">
      <dgm:prSet presAssocID="{1F9C630C-CE0C-4209-821E-F8A1618A1242}" presName="parTx" presStyleLbl="revTx" presStyleIdx="1" presStyleCnt="4">
        <dgm:presLayoutVars>
          <dgm:chMax val="0"/>
          <dgm:chPref val="0"/>
        </dgm:presLayoutVars>
      </dgm:prSet>
      <dgm:spPr/>
    </dgm:pt>
    <dgm:pt modelId="{75885A34-1A22-45C0-99CD-1325AA920063}" type="pres">
      <dgm:prSet presAssocID="{0110E033-7EF2-4342-B3E3-CA45F5C4984C}" presName="sibTrans" presStyleCnt="0"/>
      <dgm:spPr/>
    </dgm:pt>
    <dgm:pt modelId="{4E4A4A2A-D58F-4338-A0A8-FFE685C02BE6}" type="pres">
      <dgm:prSet presAssocID="{D93AA602-397A-4CB0-83F2-564B164AEE69}" presName="compNode" presStyleCnt="0"/>
      <dgm:spPr/>
    </dgm:pt>
    <dgm:pt modelId="{4D6F1EDF-C0D3-41AC-ACB2-6BAFE275DE96}" type="pres">
      <dgm:prSet presAssocID="{D93AA602-397A-4CB0-83F2-564B164AEE69}" presName="bgRect" presStyleLbl="bgShp" presStyleIdx="2" presStyleCnt="4"/>
      <dgm:spPr/>
    </dgm:pt>
    <dgm:pt modelId="{54552EA0-3798-4136-B195-BA57359467A9}" type="pres">
      <dgm:prSet presAssocID="{D93AA602-397A-4CB0-83F2-564B164AEE6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B6FD0294-0241-4CD8-9B73-8CFDCA465C79}" type="pres">
      <dgm:prSet presAssocID="{D93AA602-397A-4CB0-83F2-564B164AEE69}" presName="spaceRect" presStyleCnt="0"/>
      <dgm:spPr/>
    </dgm:pt>
    <dgm:pt modelId="{1DB79D3A-B1B2-4F17-B196-C5D6E26296F7}" type="pres">
      <dgm:prSet presAssocID="{D93AA602-397A-4CB0-83F2-564B164AEE69}" presName="parTx" presStyleLbl="revTx" presStyleIdx="2" presStyleCnt="4">
        <dgm:presLayoutVars>
          <dgm:chMax val="0"/>
          <dgm:chPref val="0"/>
        </dgm:presLayoutVars>
      </dgm:prSet>
      <dgm:spPr/>
    </dgm:pt>
    <dgm:pt modelId="{C3C582C5-75CA-4F2E-9954-AC89A3711D99}" type="pres">
      <dgm:prSet presAssocID="{D5789AD7-9EC1-4C46-90A2-42042F89E398}" presName="sibTrans" presStyleCnt="0"/>
      <dgm:spPr/>
    </dgm:pt>
    <dgm:pt modelId="{59E5835C-9CE0-4EC6-BC0F-734BB73FFD0C}" type="pres">
      <dgm:prSet presAssocID="{078835A2-B50D-4CCF-BECF-FADDF5EA6A7A}" presName="compNode" presStyleCnt="0"/>
      <dgm:spPr/>
    </dgm:pt>
    <dgm:pt modelId="{EAB58CFE-7D2F-4876-BD4C-97F7447506ED}" type="pres">
      <dgm:prSet presAssocID="{078835A2-B50D-4CCF-BECF-FADDF5EA6A7A}" presName="bgRect" presStyleLbl="bgShp" presStyleIdx="3" presStyleCnt="4"/>
      <dgm:spPr/>
    </dgm:pt>
    <dgm:pt modelId="{E7CA876B-C382-4413-90FF-6F5BD8CAE13E}" type="pres">
      <dgm:prSet presAssocID="{078835A2-B50D-4CCF-BECF-FADDF5EA6A7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wing Compass"/>
        </a:ext>
      </dgm:extLst>
    </dgm:pt>
    <dgm:pt modelId="{E7FA1BC0-9F48-4BBD-9226-F13903070196}" type="pres">
      <dgm:prSet presAssocID="{078835A2-B50D-4CCF-BECF-FADDF5EA6A7A}" presName="spaceRect" presStyleCnt="0"/>
      <dgm:spPr/>
    </dgm:pt>
    <dgm:pt modelId="{388B7A31-26D8-4F5D-86BC-64BE6016F590}" type="pres">
      <dgm:prSet presAssocID="{078835A2-B50D-4CCF-BECF-FADDF5EA6A7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76304636-4619-4998-A5F8-078DC76DC00C}" srcId="{291B2075-1988-4F0B-AF54-ECDE49E9C270}" destId="{0A2F5F5E-C3EF-4D28-A493-6E6A9BD54DBE}" srcOrd="0" destOrd="0" parTransId="{157E9BF1-052B-4A68-8146-4358BB49A6B4}" sibTransId="{7EB12135-DA73-49F9-9305-345F8CD60816}"/>
    <dgm:cxn modelId="{98D6CF3A-249A-455C-9DAF-6C94794111D8}" type="presOf" srcId="{1F9C630C-CE0C-4209-821E-F8A1618A1242}" destId="{41CF17F9-30A9-4430-A68E-72BE91CB1178}" srcOrd="0" destOrd="0" presId="urn:microsoft.com/office/officeart/2018/2/layout/IconVerticalSolidList"/>
    <dgm:cxn modelId="{E4ED6354-3533-4BC2-AA04-0B6CD61D4293}" type="presOf" srcId="{0A2F5F5E-C3EF-4D28-A493-6E6A9BD54DBE}" destId="{03173ED5-ED57-4A57-A6F2-E8FCA096DA2B}" srcOrd="0" destOrd="0" presId="urn:microsoft.com/office/officeart/2018/2/layout/IconVerticalSolidList"/>
    <dgm:cxn modelId="{F659A060-C6D0-41DC-ADAA-30426763A58B}" srcId="{291B2075-1988-4F0B-AF54-ECDE49E9C270}" destId="{078835A2-B50D-4CCF-BECF-FADDF5EA6A7A}" srcOrd="3" destOrd="0" parTransId="{FB0050DE-AB86-459C-8E5F-BFCDC08218C3}" sibTransId="{69EF0C63-BCA6-445F-B055-77F5256325C9}"/>
    <dgm:cxn modelId="{CAB9EF6B-3748-458C-8066-E5D7697E1936}" type="presOf" srcId="{D93AA602-397A-4CB0-83F2-564B164AEE69}" destId="{1DB79D3A-B1B2-4F17-B196-C5D6E26296F7}" srcOrd="0" destOrd="0" presId="urn:microsoft.com/office/officeart/2018/2/layout/IconVerticalSolidList"/>
    <dgm:cxn modelId="{2B3F2382-A8C4-4CE9-9352-B5A134AD4750}" srcId="{291B2075-1988-4F0B-AF54-ECDE49E9C270}" destId="{D93AA602-397A-4CB0-83F2-564B164AEE69}" srcOrd="2" destOrd="0" parTransId="{D22CD81D-A6A2-4203-9D73-5F155DA3C66F}" sibTransId="{D5789AD7-9EC1-4C46-90A2-42042F89E398}"/>
    <dgm:cxn modelId="{4D2CB08B-C77A-4368-A967-73AE922CD54C}" type="presOf" srcId="{078835A2-B50D-4CCF-BECF-FADDF5EA6A7A}" destId="{388B7A31-26D8-4F5D-86BC-64BE6016F590}" srcOrd="0" destOrd="0" presId="urn:microsoft.com/office/officeart/2018/2/layout/IconVerticalSolidList"/>
    <dgm:cxn modelId="{1EBB3791-3BDA-4357-A6ED-C8FC9A034B32}" srcId="{291B2075-1988-4F0B-AF54-ECDE49E9C270}" destId="{1F9C630C-CE0C-4209-821E-F8A1618A1242}" srcOrd="1" destOrd="0" parTransId="{0DC6FF74-C9DA-4F63-9554-AB0182D6F426}" sibTransId="{0110E033-7EF2-4342-B3E3-CA45F5C4984C}"/>
    <dgm:cxn modelId="{393164CF-346F-4B0C-B871-5578499D8E72}" type="presOf" srcId="{291B2075-1988-4F0B-AF54-ECDE49E9C270}" destId="{2D82B8E3-FA84-4D65-BBA4-F2AC5603DB5D}" srcOrd="0" destOrd="0" presId="urn:microsoft.com/office/officeart/2018/2/layout/IconVerticalSolidList"/>
    <dgm:cxn modelId="{B6B09883-80F0-4E1E-9D32-2A62BACAC460}" type="presParOf" srcId="{2D82B8E3-FA84-4D65-BBA4-F2AC5603DB5D}" destId="{F6CCBB2D-30D6-4FEE-995F-CC9EEAE3BA7E}" srcOrd="0" destOrd="0" presId="urn:microsoft.com/office/officeart/2018/2/layout/IconVerticalSolidList"/>
    <dgm:cxn modelId="{E674FE2D-752C-4867-B94F-DB272A8294BA}" type="presParOf" srcId="{F6CCBB2D-30D6-4FEE-995F-CC9EEAE3BA7E}" destId="{9C739E74-1F29-48A2-8D62-3A3DC8BB2B98}" srcOrd="0" destOrd="0" presId="urn:microsoft.com/office/officeart/2018/2/layout/IconVerticalSolidList"/>
    <dgm:cxn modelId="{1D949011-4F0D-42EC-8FED-D0071E0CF59F}" type="presParOf" srcId="{F6CCBB2D-30D6-4FEE-995F-CC9EEAE3BA7E}" destId="{E7DE6C7F-41C4-4D3B-A132-0152D806FCFF}" srcOrd="1" destOrd="0" presId="urn:microsoft.com/office/officeart/2018/2/layout/IconVerticalSolidList"/>
    <dgm:cxn modelId="{5F84A3C6-0CE9-43C3-A5E9-49664F29925A}" type="presParOf" srcId="{F6CCBB2D-30D6-4FEE-995F-CC9EEAE3BA7E}" destId="{9240B80B-99FA-4621-A497-21A08E0AE120}" srcOrd="2" destOrd="0" presId="urn:microsoft.com/office/officeart/2018/2/layout/IconVerticalSolidList"/>
    <dgm:cxn modelId="{F4E70A54-8B87-4936-A691-4DB50BA5371F}" type="presParOf" srcId="{F6CCBB2D-30D6-4FEE-995F-CC9EEAE3BA7E}" destId="{03173ED5-ED57-4A57-A6F2-E8FCA096DA2B}" srcOrd="3" destOrd="0" presId="urn:microsoft.com/office/officeart/2018/2/layout/IconVerticalSolidList"/>
    <dgm:cxn modelId="{0B150C66-A42B-4C0F-AC63-77BC9EFFD418}" type="presParOf" srcId="{2D82B8E3-FA84-4D65-BBA4-F2AC5603DB5D}" destId="{3EB03906-9294-41E9-9591-B0707D389B1D}" srcOrd="1" destOrd="0" presId="urn:microsoft.com/office/officeart/2018/2/layout/IconVerticalSolidList"/>
    <dgm:cxn modelId="{EEC13E71-C343-4AE2-8841-DDB7C9080284}" type="presParOf" srcId="{2D82B8E3-FA84-4D65-BBA4-F2AC5603DB5D}" destId="{7D71317B-3068-415D-9962-E091460A94C0}" srcOrd="2" destOrd="0" presId="urn:microsoft.com/office/officeart/2018/2/layout/IconVerticalSolidList"/>
    <dgm:cxn modelId="{1280E0CF-7FDB-4DAD-AF33-EB7949F401A9}" type="presParOf" srcId="{7D71317B-3068-415D-9962-E091460A94C0}" destId="{2414CFA6-0A5E-45C0-9390-E3E71C6E36B8}" srcOrd="0" destOrd="0" presId="urn:microsoft.com/office/officeart/2018/2/layout/IconVerticalSolidList"/>
    <dgm:cxn modelId="{E0B233CE-4D01-4337-AA5C-098719B78A0D}" type="presParOf" srcId="{7D71317B-3068-415D-9962-E091460A94C0}" destId="{178E1699-7563-4708-A914-D6BA7ACF8ECE}" srcOrd="1" destOrd="0" presId="urn:microsoft.com/office/officeart/2018/2/layout/IconVerticalSolidList"/>
    <dgm:cxn modelId="{519B5807-0FA6-4B4A-8CC9-600518F2C83D}" type="presParOf" srcId="{7D71317B-3068-415D-9962-E091460A94C0}" destId="{877CEAB5-F5D2-4A5A-ACDB-EBD5D899839F}" srcOrd="2" destOrd="0" presId="urn:microsoft.com/office/officeart/2018/2/layout/IconVerticalSolidList"/>
    <dgm:cxn modelId="{3C669621-E6AD-45D7-A502-C47092EB7B55}" type="presParOf" srcId="{7D71317B-3068-415D-9962-E091460A94C0}" destId="{41CF17F9-30A9-4430-A68E-72BE91CB1178}" srcOrd="3" destOrd="0" presId="urn:microsoft.com/office/officeart/2018/2/layout/IconVerticalSolidList"/>
    <dgm:cxn modelId="{BB3C147F-E6AA-4F64-816D-F6CE6BE53DF3}" type="presParOf" srcId="{2D82B8E3-FA84-4D65-BBA4-F2AC5603DB5D}" destId="{75885A34-1A22-45C0-99CD-1325AA920063}" srcOrd="3" destOrd="0" presId="urn:microsoft.com/office/officeart/2018/2/layout/IconVerticalSolidList"/>
    <dgm:cxn modelId="{A7DFB637-CF3E-45D5-A88D-FF5542879A36}" type="presParOf" srcId="{2D82B8E3-FA84-4D65-BBA4-F2AC5603DB5D}" destId="{4E4A4A2A-D58F-4338-A0A8-FFE685C02BE6}" srcOrd="4" destOrd="0" presId="urn:microsoft.com/office/officeart/2018/2/layout/IconVerticalSolidList"/>
    <dgm:cxn modelId="{77EDE55E-D84C-44B5-9FDE-B273F26A0F03}" type="presParOf" srcId="{4E4A4A2A-D58F-4338-A0A8-FFE685C02BE6}" destId="{4D6F1EDF-C0D3-41AC-ACB2-6BAFE275DE96}" srcOrd="0" destOrd="0" presId="urn:microsoft.com/office/officeart/2018/2/layout/IconVerticalSolidList"/>
    <dgm:cxn modelId="{4BB41CA7-5999-4EFF-A56C-87B2B60CC6B9}" type="presParOf" srcId="{4E4A4A2A-D58F-4338-A0A8-FFE685C02BE6}" destId="{54552EA0-3798-4136-B195-BA57359467A9}" srcOrd="1" destOrd="0" presId="urn:microsoft.com/office/officeart/2018/2/layout/IconVerticalSolidList"/>
    <dgm:cxn modelId="{234DE097-746D-4367-9797-16B7BA1E7004}" type="presParOf" srcId="{4E4A4A2A-D58F-4338-A0A8-FFE685C02BE6}" destId="{B6FD0294-0241-4CD8-9B73-8CFDCA465C79}" srcOrd="2" destOrd="0" presId="urn:microsoft.com/office/officeart/2018/2/layout/IconVerticalSolidList"/>
    <dgm:cxn modelId="{8F4DA06E-5531-4A67-9506-00ECEE9314BD}" type="presParOf" srcId="{4E4A4A2A-D58F-4338-A0A8-FFE685C02BE6}" destId="{1DB79D3A-B1B2-4F17-B196-C5D6E26296F7}" srcOrd="3" destOrd="0" presId="urn:microsoft.com/office/officeart/2018/2/layout/IconVerticalSolidList"/>
    <dgm:cxn modelId="{FCE162E9-D559-48E0-AD0C-0A77BE3ACDD0}" type="presParOf" srcId="{2D82B8E3-FA84-4D65-BBA4-F2AC5603DB5D}" destId="{C3C582C5-75CA-4F2E-9954-AC89A3711D99}" srcOrd="5" destOrd="0" presId="urn:microsoft.com/office/officeart/2018/2/layout/IconVerticalSolidList"/>
    <dgm:cxn modelId="{A169E6A2-76C9-49B7-ABFC-42A1E2C273C7}" type="presParOf" srcId="{2D82B8E3-FA84-4D65-BBA4-F2AC5603DB5D}" destId="{59E5835C-9CE0-4EC6-BC0F-734BB73FFD0C}" srcOrd="6" destOrd="0" presId="urn:microsoft.com/office/officeart/2018/2/layout/IconVerticalSolidList"/>
    <dgm:cxn modelId="{DC438AD5-D835-4722-AD6E-6F1B93A5A026}" type="presParOf" srcId="{59E5835C-9CE0-4EC6-BC0F-734BB73FFD0C}" destId="{EAB58CFE-7D2F-4876-BD4C-97F7447506ED}" srcOrd="0" destOrd="0" presId="urn:microsoft.com/office/officeart/2018/2/layout/IconVerticalSolidList"/>
    <dgm:cxn modelId="{2DA02AC4-E632-4933-BAAD-C7BA37C15FFE}" type="presParOf" srcId="{59E5835C-9CE0-4EC6-BC0F-734BB73FFD0C}" destId="{E7CA876B-C382-4413-90FF-6F5BD8CAE13E}" srcOrd="1" destOrd="0" presId="urn:microsoft.com/office/officeart/2018/2/layout/IconVerticalSolidList"/>
    <dgm:cxn modelId="{E322EDC4-5B66-40C9-9A75-7F7EA4CF5C7D}" type="presParOf" srcId="{59E5835C-9CE0-4EC6-BC0F-734BB73FFD0C}" destId="{E7FA1BC0-9F48-4BBD-9226-F13903070196}" srcOrd="2" destOrd="0" presId="urn:microsoft.com/office/officeart/2018/2/layout/IconVerticalSolidList"/>
    <dgm:cxn modelId="{9B32C181-C544-4C21-B029-AFF3C7F73E2C}" type="presParOf" srcId="{59E5835C-9CE0-4EC6-BC0F-734BB73FFD0C}" destId="{388B7A31-26D8-4F5D-86BC-64BE6016F59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DADABC3-626B-4B63-9278-C045528F3D1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B2B7C32-F956-4549-8873-28DC641B1FDE}">
      <dgm:prSet/>
      <dgm:spPr/>
      <dgm:t>
        <a:bodyPr/>
        <a:lstStyle/>
        <a:p>
          <a:r>
            <a:rPr lang="en-MY"/>
            <a:t>Promote </a:t>
          </a:r>
          <a:r>
            <a:rPr lang="en-MY" b="1"/>
            <a:t>best practices</a:t>
          </a:r>
          <a:r>
            <a:rPr lang="en-MY"/>
            <a:t> in design</a:t>
          </a:r>
          <a:endParaRPr lang="en-US"/>
        </a:p>
      </dgm:t>
    </dgm:pt>
    <dgm:pt modelId="{671D2CDF-45ED-402A-8EDD-6F718FE1EFE5}" type="parTrans" cxnId="{A82EA7EE-2D71-4769-A89F-26619B2DC83C}">
      <dgm:prSet/>
      <dgm:spPr/>
      <dgm:t>
        <a:bodyPr/>
        <a:lstStyle/>
        <a:p>
          <a:endParaRPr lang="en-US"/>
        </a:p>
      </dgm:t>
    </dgm:pt>
    <dgm:pt modelId="{AAA9A516-2835-4920-AC49-BD3914138919}" type="sibTrans" cxnId="{A82EA7EE-2D71-4769-A89F-26619B2DC83C}">
      <dgm:prSet/>
      <dgm:spPr/>
      <dgm:t>
        <a:bodyPr/>
        <a:lstStyle/>
        <a:p>
          <a:endParaRPr lang="en-US"/>
        </a:p>
      </dgm:t>
    </dgm:pt>
    <dgm:pt modelId="{0A5C22FC-B1E7-4FE2-8DFE-0B0EC8776CA8}">
      <dgm:prSet/>
      <dgm:spPr/>
      <dgm:t>
        <a:bodyPr/>
        <a:lstStyle/>
        <a:p>
          <a:r>
            <a:rPr lang="en-MY"/>
            <a:t>Improve </a:t>
          </a:r>
          <a:r>
            <a:rPr lang="en-MY" b="1"/>
            <a:t>code readability</a:t>
          </a:r>
          <a:r>
            <a:rPr lang="en-MY"/>
            <a:t>, </a:t>
          </a:r>
          <a:r>
            <a:rPr lang="en-MY" b="1"/>
            <a:t>reusability</a:t>
          </a:r>
          <a:r>
            <a:rPr lang="en-MY"/>
            <a:t>, and </a:t>
          </a:r>
          <a:r>
            <a:rPr lang="en-MY" b="1"/>
            <a:t>maintainability</a:t>
          </a:r>
          <a:endParaRPr lang="en-US"/>
        </a:p>
      </dgm:t>
    </dgm:pt>
    <dgm:pt modelId="{5A40A0A2-DC99-4B48-8CB5-C9CE5927E8C5}" type="parTrans" cxnId="{D4F2EA27-573A-41DD-994E-90E4FE6D8BC2}">
      <dgm:prSet/>
      <dgm:spPr/>
      <dgm:t>
        <a:bodyPr/>
        <a:lstStyle/>
        <a:p>
          <a:endParaRPr lang="en-US"/>
        </a:p>
      </dgm:t>
    </dgm:pt>
    <dgm:pt modelId="{C064A2C3-812D-459E-A34A-946C3A6A7669}" type="sibTrans" cxnId="{D4F2EA27-573A-41DD-994E-90E4FE6D8BC2}">
      <dgm:prSet/>
      <dgm:spPr/>
      <dgm:t>
        <a:bodyPr/>
        <a:lstStyle/>
        <a:p>
          <a:endParaRPr lang="en-US"/>
        </a:p>
      </dgm:t>
    </dgm:pt>
    <dgm:pt modelId="{53008B31-3C57-4BCE-AF40-F939645BDCB3}">
      <dgm:prSet/>
      <dgm:spPr/>
      <dgm:t>
        <a:bodyPr/>
        <a:lstStyle/>
        <a:p>
          <a:r>
            <a:rPr lang="en-MY"/>
            <a:t>Provide a </a:t>
          </a:r>
          <a:r>
            <a:rPr lang="en-MY" b="1"/>
            <a:t>common vocabulary</a:t>
          </a:r>
          <a:r>
            <a:rPr lang="en-MY"/>
            <a:t> for designers and developers</a:t>
          </a:r>
          <a:endParaRPr lang="en-US"/>
        </a:p>
      </dgm:t>
    </dgm:pt>
    <dgm:pt modelId="{8AB5F4AE-5168-4E6E-9A89-3B31A2386328}" type="parTrans" cxnId="{1075CD12-DFA4-4C97-A72F-07D9BB095D85}">
      <dgm:prSet/>
      <dgm:spPr/>
      <dgm:t>
        <a:bodyPr/>
        <a:lstStyle/>
        <a:p>
          <a:endParaRPr lang="en-US"/>
        </a:p>
      </dgm:t>
    </dgm:pt>
    <dgm:pt modelId="{2DA33A59-7DF9-42E6-996A-4058F3E734AF}" type="sibTrans" cxnId="{1075CD12-DFA4-4C97-A72F-07D9BB095D85}">
      <dgm:prSet/>
      <dgm:spPr/>
      <dgm:t>
        <a:bodyPr/>
        <a:lstStyle/>
        <a:p>
          <a:endParaRPr lang="en-US"/>
        </a:p>
      </dgm:t>
    </dgm:pt>
    <dgm:pt modelId="{0C5F4312-57A3-4312-AF5F-17458FD5084F}">
      <dgm:prSet/>
      <dgm:spPr/>
      <dgm:t>
        <a:bodyPr/>
        <a:lstStyle/>
        <a:p>
          <a:r>
            <a:rPr lang="en-MY"/>
            <a:t>Prevent common pitfalls in software architecture</a:t>
          </a:r>
          <a:endParaRPr lang="en-US"/>
        </a:p>
      </dgm:t>
    </dgm:pt>
    <dgm:pt modelId="{EA210237-A253-4C77-85A5-8CED3EFEC515}" type="parTrans" cxnId="{217C9AF6-950E-4851-BC95-18DEAB9EBD1B}">
      <dgm:prSet/>
      <dgm:spPr/>
      <dgm:t>
        <a:bodyPr/>
        <a:lstStyle/>
        <a:p>
          <a:endParaRPr lang="en-US"/>
        </a:p>
      </dgm:t>
    </dgm:pt>
    <dgm:pt modelId="{72B0A3ED-832B-4BB8-AEC4-A5B85721CE8B}" type="sibTrans" cxnId="{217C9AF6-950E-4851-BC95-18DEAB9EBD1B}">
      <dgm:prSet/>
      <dgm:spPr/>
      <dgm:t>
        <a:bodyPr/>
        <a:lstStyle/>
        <a:p>
          <a:endParaRPr lang="en-US"/>
        </a:p>
      </dgm:t>
    </dgm:pt>
    <dgm:pt modelId="{382E57B5-129F-4D50-8899-C2252A20F1D4}" type="pres">
      <dgm:prSet presAssocID="{5DADABC3-626B-4B63-9278-C045528F3D13}" presName="root" presStyleCnt="0">
        <dgm:presLayoutVars>
          <dgm:dir/>
          <dgm:resizeHandles val="exact"/>
        </dgm:presLayoutVars>
      </dgm:prSet>
      <dgm:spPr/>
    </dgm:pt>
    <dgm:pt modelId="{A1D351D1-226E-44C3-AD98-50EE4A08EE88}" type="pres">
      <dgm:prSet presAssocID="{6B2B7C32-F956-4549-8873-28DC641B1FDE}" presName="compNode" presStyleCnt="0"/>
      <dgm:spPr/>
    </dgm:pt>
    <dgm:pt modelId="{C4D25E9C-FE6B-4F90-BEC0-CF9F73B0DB83}" type="pres">
      <dgm:prSet presAssocID="{6B2B7C32-F956-4549-8873-28DC641B1FDE}" presName="bgRect" presStyleLbl="bgShp" presStyleIdx="0" presStyleCnt="4"/>
      <dgm:spPr/>
    </dgm:pt>
    <dgm:pt modelId="{6F9C4AE6-DD91-4181-82C4-D1E60456A0ED}" type="pres">
      <dgm:prSet presAssocID="{6B2B7C32-F956-4549-8873-28DC641B1FD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F64B47A2-FEBC-4219-A35D-C54871FC8423}" type="pres">
      <dgm:prSet presAssocID="{6B2B7C32-F956-4549-8873-28DC641B1FDE}" presName="spaceRect" presStyleCnt="0"/>
      <dgm:spPr/>
    </dgm:pt>
    <dgm:pt modelId="{5B3FA605-BE58-4380-94B3-582CFE418597}" type="pres">
      <dgm:prSet presAssocID="{6B2B7C32-F956-4549-8873-28DC641B1FDE}" presName="parTx" presStyleLbl="revTx" presStyleIdx="0" presStyleCnt="4">
        <dgm:presLayoutVars>
          <dgm:chMax val="0"/>
          <dgm:chPref val="0"/>
        </dgm:presLayoutVars>
      </dgm:prSet>
      <dgm:spPr/>
    </dgm:pt>
    <dgm:pt modelId="{12E7B675-3F44-4D0E-9308-A98184CD350C}" type="pres">
      <dgm:prSet presAssocID="{AAA9A516-2835-4920-AC49-BD3914138919}" presName="sibTrans" presStyleCnt="0"/>
      <dgm:spPr/>
    </dgm:pt>
    <dgm:pt modelId="{E3043855-3227-4318-9B65-2A0D138E9BB1}" type="pres">
      <dgm:prSet presAssocID="{0A5C22FC-B1E7-4FE2-8DFE-0B0EC8776CA8}" presName="compNode" presStyleCnt="0"/>
      <dgm:spPr/>
    </dgm:pt>
    <dgm:pt modelId="{A5CBF765-EF04-449F-AD75-A7E74F1B837F}" type="pres">
      <dgm:prSet presAssocID="{0A5C22FC-B1E7-4FE2-8DFE-0B0EC8776CA8}" presName="bgRect" presStyleLbl="bgShp" presStyleIdx="1" presStyleCnt="4"/>
      <dgm:spPr/>
    </dgm:pt>
    <dgm:pt modelId="{AAB47C2F-7BCC-4B81-9D5D-F7177FDCEDF6}" type="pres">
      <dgm:prSet presAssocID="{0A5C22FC-B1E7-4FE2-8DFE-0B0EC8776CA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24F9A1A1-26E8-4DF0-878F-43BF5AFF118F}" type="pres">
      <dgm:prSet presAssocID="{0A5C22FC-B1E7-4FE2-8DFE-0B0EC8776CA8}" presName="spaceRect" presStyleCnt="0"/>
      <dgm:spPr/>
    </dgm:pt>
    <dgm:pt modelId="{725047D7-2D46-4D4E-9F59-D9D252F2CF6D}" type="pres">
      <dgm:prSet presAssocID="{0A5C22FC-B1E7-4FE2-8DFE-0B0EC8776CA8}" presName="parTx" presStyleLbl="revTx" presStyleIdx="1" presStyleCnt="4">
        <dgm:presLayoutVars>
          <dgm:chMax val="0"/>
          <dgm:chPref val="0"/>
        </dgm:presLayoutVars>
      </dgm:prSet>
      <dgm:spPr/>
    </dgm:pt>
    <dgm:pt modelId="{B5D681F4-35A9-404C-A08A-69D41C491104}" type="pres">
      <dgm:prSet presAssocID="{C064A2C3-812D-459E-A34A-946C3A6A7669}" presName="sibTrans" presStyleCnt="0"/>
      <dgm:spPr/>
    </dgm:pt>
    <dgm:pt modelId="{3B8EFA05-3415-4B04-96AA-2705594CABFB}" type="pres">
      <dgm:prSet presAssocID="{53008B31-3C57-4BCE-AF40-F939645BDCB3}" presName="compNode" presStyleCnt="0"/>
      <dgm:spPr/>
    </dgm:pt>
    <dgm:pt modelId="{CCA3C509-5BCE-4562-9E69-7C1764A8E383}" type="pres">
      <dgm:prSet presAssocID="{53008B31-3C57-4BCE-AF40-F939645BDCB3}" presName="bgRect" presStyleLbl="bgShp" presStyleIdx="2" presStyleCnt="4"/>
      <dgm:spPr/>
    </dgm:pt>
    <dgm:pt modelId="{6AE8F964-5BBD-413F-B98F-E27ACE756511}" type="pres">
      <dgm:prSet presAssocID="{53008B31-3C57-4BCE-AF40-F939645BDCB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FFCEA65B-7425-4324-9BCC-C60D04697297}" type="pres">
      <dgm:prSet presAssocID="{53008B31-3C57-4BCE-AF40-F939645BDCB3}" presName="spaceRect" presStyleCnt="0"/>
      <dgm:spPr/>
    </dgm:pt>
    <dgm:pt modelId="{F70F47F1-2348-4BCA-8EA9-1E09F4D7AD10}" type="pres">
      <dgm:prSet presAssocID="{53008B31-3C57-4BCE-AF40-F939645BDCB3}" presName="parTx" presStyleLbl="revTx" presStyleIdx="2" presStyleCnt="4">
        <dgm:presLayoutVars>
          <dgm:chMax val="0"/>
          <dgm:chPref val="0"/>
        </dgm:presLayoutVars>
      </dgm:prSet>
      <dgm:spPr/>
    </dgm:pt>
    <dgm:pt modelId="{E391BC87-1DF1-4BA8-85FB-A64763003E2F}" type="pres">
      <dgm:prSet presAssocID="{2DA33A59-7DF9-42E6-996A-4058F3E734AF}" presName="sibTrans" presStyleCnt="0"/>
      <dgm:spPr/>
    </dgm:pt>
    <dgm:pt modelId="{194D6E38-798D-4896-9D1F-B8181CAB68FD}" type="pres">
      <dgm:prSet presAssocID="{0C5F4312-57A3-4312-AF5F-17458FD5084F}" presName="compNode" presStyleCnt="0"/>
      <dgm:spPr/>
    </dgm:pt>
    <dgm:pt modelId="{0F7FC3AB-6B4B-4D9F-BE7B-33C790B3D8D1}" type="pres">
      <dgm:prSet presAssocID="{0C5F4312-57A3-4312-AF5F-17458FD5084F}" presName="bgRect" presStyleLbl="bgShp" presStyleIdx="3" presStyleCnt="4"/>
      <dgm:spPr/>
    </dgm:pt>
    <dgm:pt modelId="{FADD1055-E1DF-4F57-ACFA-A861D5F6AD02}" type="pres">
      <dgm:prSet presAssocID="{0C5F4312-57A3-4312-AF5F-17458FD5084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E087B755-0C4D-4E1F-8756-C71078417F8C}" type="pres">
      <dgm:prSet presAssocID="{0C5F4312-57A3-4312-AF5F-17458FD5084F}" presName="spaceRect" presStyleCnt="0"/>
      <dgm:spPr/>
    </dgm:pt>
    <dgm:pt modelId="{E27B8C27-5719-49B0-AA39-8B1532B0E418}" type="pres">
      <dgm:prSet presAssocID="{0C5F4312-57A3-4312-AF5F-17458FD5084F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075CD12-DFA4-4C97-A72F-07D9BB095D85}" srcId="{5DADABC3-626B-4B63-9278-C045528F3D13}" destId="{53008B31-3C57-4BCE-AF40-F939645BDCB3}" srcOrd="2" destOrd="0" parTransId="{8AB5F4AE-5168-4E6E-9A89-3B31A2386328}" sibTransId="{2DA33A59-7DF9-42E6-996A-4058F3E734AF}"/>
    <dgm:cxn modelId="{754D4D23-41EA-4E8E-AB12-2CC73D647230}" type="presOf" srcId="{6B2B7C32-F956-4549-8873-28DC641B1FDE}" destId="{5B3FA605-BE58-4380-94B3-582CFE418597}" srcOrd="0" destOrd="0" presId="urn:microsoft.com/office/officeart/2018/2/layout/IconVerticalSolidList"/>
    <dgm:cxn modelId="{D4F2EA27-573A-41DD-994E-90E4FE6D8BC2}" srcId="{5DADABC3-626B-4B63-9278-C045528F3D13}" destId="{0A5C22FC-B1E7-4FE2-8DFE-0B0EC8776CA8}" srcOrd="1" destOrd="0" parTransId="{5A40A0A2-DC99-4B48-8CB5-C9CE5927E8C5}" sibTransId="{C064A2C3-812D-459E-A34A-946C3A6A7669}"/>
    <dgm:cxn modelId="{05C75934-B2A0-4ED6-A6EE-6BBA875EB642}" type="presOf" srcId="{5DADABC3-626B-4B63-9278-C045528F3D13}" destId="{382E57B5-129F-4D50-8899-C2252A20F1D4}" srcOrd="0" destOrd="0" presId="urn:microsoft.com/office/officeart/2018/2/layout/IconVerticalSolidList"/>
    <dgm:cxn modelId="{4D539A5E-1455-49AF-8FD1-3B5FE2DA5FF2}" type="presOf" srcId="{0A5C22FC-B1E7-4FE2-8DFE-0B0EC8776CA8}" destId="{725047D7-2D46-4D4E-9F59-D9D252F2CF6D}" srcOrd="0" destOrd="0" presId="urn:microsoft.com/office/officeart/2018/2/layout/IconVerticalSolidList"/>
    <dgm:cxn modelId="{C3A9B37E-3C18-41A2-9899-95F428E120D2}" type="presOf" srcId="{53008B31-3C57-4BCE-AF40-F939645BDCB3}" destId="{F70F47F1-2348-4BCA-8EA9-1E09F4D7AD10}" srcOrd="0" destOrd="0" presId="urn:microsoft.com/office/officeart/2018/2/layout/IconVerticalSolidList"/>
    <dgm:cxn modelId="{89B275E6-79CA-48EA-BA4F-09525CA0DBDE}" type="presOf" srcId="{0C5F4312-57A3-4312-AF5F-17458FD5084F}" destId="{E27B8C27-5719-49B0-AA39-8B1532B0E418}" srcOrd="0" destOrd="0" presId="urn:microsoft.com/office/officeart/2018/2/layout/IconVerticalSolidList"/>
    <dgm:cxn modelId="{A82EA7EE-2D71-4769-A89F-26619B2DC83C}" srcId="{5DADABC3-626B-4B63-9278-C045528F3D13}" destId="{6B2B7C32-F956-4549-8873-28DC641B1FDE}" srcOrd="0" destOrd="0" parTransId="{671D2CDF-45ED-402A-8EDD-6F718FE1EFE5}" sibTransId="{AAA9A516-2835-4920-AC49-BD3914138919}"/>
    <dgm:cxn modelId="{217C9AF6-950E-4851-BC95-18DEAB9EBD1B}" srcId="{5DADABC3-626B-4B63-9278-C045528F3D13}" destId="{0C5F4312-57A3-4312-AF5F-17458FD5084F}" srcOrd="3" destOrd="0" parTransId="{EA210237-A253-4C77-85A5-8CED3EFEC515}" sibTransId="{72B0A3ED-832B-4BB8-AEC4-A5B85721CE8B}"/>
    <dgm:cxn modelId="{5B46DDBB-1C5F-4099-9E00-26F64B7DE31A}" type="presParOf" srcId="{382E57B5-129F-4D50-8899-C2252A20F1D4}" destId="{A1D351D1-226E-44C3-AD98-50EE4A08EE88}" srcOrd="0" destOrd="0" presId="urn:microsoft.com/office/officeart/2018/2/layout/IconVerticalSolidList"/>
    <dgm:cxn modelId="{AD4AEFB6-148B-47EE-8114-FF65631F9F05}" type="presParOf" srcId="{A1D351D1-226E-44C3-AD98-50EE4A08EE88}" destId="{C4D25E9C-FE6B-4F90-BEC0-CF9F73B0DB83}" srcOrd="0" destOrd="0" presId="urn:microsoft.com/office/officeart/2018/2/layout/IconVerticalSolidList"/>
    <dgm:cxn modelId="{EA0E10E5-8BFA-42DF-92C5-67E1A7780137}" type="presParOf" srcId="{A1D351D1-226E-44C3-AD98-50EE4A08EE88}" destId="{6F9C4AE6-DD91-4181-82C4-D1E60456A0ED}" srcOrd="1" destOrd="0" presId="urn:microsoft.com/office/officeart/2018/2/layout/IconVerticalSolidList"/>
    <dgm:cxn modelId="{17FCB991-8CD6-45FD-A085-46CA34ADF27C}" type="presParOf" srcId="{A1D351D1-226E-44C3-AD98-50EE4A08EE88}" destId="{F64B47A2-FEBC-4219-A35D-C54871FC8423}" srcOrd="2" destOrd="0" presId="urn:microsoft.com/office/officeart/2018/2/layout/IconVerticalSolidList"/>
    <dgm:cxn modelId="{9226A03F-23FD-49F2-8514-F549BB287FBD}" type="presParOf" srcId="{A1D351D1-226E-44C3-AD98-50EE4A08EE88}" destId="{5B3FA605-BE58-4380-94B3-582CFE418597}" srcOrd="3" destOrd="0" presId="urn:microsoft.com/office/officeart/2018/2/layout/IconVerticalSolidList"/>
    <dgm:cxn modelId="{AD012994-96DF-4635-ADE0-E8161379997C}" type="presParOf" srcId="{382E57B5-129F-4D50-8899-C2252A20F1D4}" destId="{12E7B675-3F44-4D0E-9308-A98184CD350C}" srcOrd="1" destOrd="0" presId="urn:microsoft.com/office/officeart/2018/2/layout/IconVerticalSolidList"/>
    <dgm:cxn modelId="{4322C348-2594-4629-8905-131A4AC3B4B2}" type="presParOf" srcId="{382E57B5-129F-4D50-8899-C2252A20F1D4}" destId="{E3043855-3227-4318-9B65-2A0D138E9BB1}" srcOrd="2" destOrd="0" presId="urn:microsoft.com/office/officeart/2018/2/layout/IconVerticalSolidList"/>
    <dgm:cxn modelId="{57F79B73-7D63-4C1F-AC5D-C457D15FCDB0}" type="presParOf" srcId="{E3043855-3227-4318-9B65-2A0D138E9BB1}" destId="{A5CBF765-EF04-449F-AD75-A7E74F1B837F}" srcOrd="0" destOrd="0" presId="urn:microsoft.com/office/officeart/2018/2/layout/IconVerticalSolidList"/>
    <dgm:cxn modelId="{215F2ABF-FE8C-4D90-8A9F-6B6DABBB569B}" type="presParOf" srcId="{E3043855-3227-4318-9B65-2A0D138E9BB1}" destId="{AAB47C2F-7BCC-4B81-9D5D-F7177FDCEDF6}" srcOrd="1" destOrd="0" presId="urn:microsoft.com/office/officeart/2018/2/layout/IconVerticalSolidList"/>
    <dgm:cxn modelId="{1D61F1B3-17DE-4D39-B1A2-2C4906DDB980}" type="presParOf" srcId="{E3043855-3227-4318-9B65-2A0D138E9BB1}" destId="{24F9A1A1-26E8-4DF0-878F-43BF5AFF118F}" srcOrd="2" destOrd="0" presId="urn:microsoft.com/office/officeart/2018/2/layout/IconVerticalSolidList"/>
    <dgm:cxn modelId="{EB5F07B7-ACBC-4656-A129-91C595885FC3}" type="presParOf" srcId="{E3043855-3227-4318-9B65-2A0D138E9BB1}" destId="{725047D7-2D46-4D4E-9F59-D9D252F2CF6D}" srcOrd="3" destOrd="0" presId="urn:microsoft.com/office/officeart/2018/2/layout/IconVerticalSolidList"/>
    <dgm:cxn modelId="{323CEDC5-2CD9-4BE8-89ED-DCE318789710}" type="presParOf" srcId="{382E57B5-129F-4D50-8899-C2252A20F1D4}" destId="{B5D681F4-35A9-404C-A08A-69D41C491104}" srcOrd="3" destOrd="0" presId="urn:microsoft.com/office/officeart/2018/2/layout/IconVerticalSolidList"/>
    <dgm:cxn modelId="{B83DD1E7-20E0-4698-A972-B69DB866E947}" type="presParOf" srcId="{382E57B5-129F-4D50-8899-C2252A20F1D4}" destId="{3B8EFA05-3415-4B04-96AA-2705594CABFB}" srcOrd="4" destOrd="0" presId="urn:microsoft.com/office/officeart/2018/2/layout/IconVerticalSolidList"/>
    <dgm:cxn modelId="{B013D218-9A9F-4F9D-B22B-996A9C30AEC3}" type="presParOf" srcId="{3B8EFA05-3415-4B04-96AA-2705594CABFB}" destId="{CCA3C509-5BCE-4562-9E69-7C1764A8E383}" srcOrd="0" destOrd="0" presId="urn:microsoft.com/office/officeart/2018/2/layout/IconVerticalSolidList"/>
    <dgm:cxn modelId="{B165A2FB-EDE7-42D1-AFAA-5146C61B9A44}" type="presParOf" srcId="{3B8EFA05-3415-4B04-96AA-2705594CABFB}" destId="{6AE8F964-5BBD-413F-B98F-E27ACE756511}" srcOrd="1" destOrd="0" presId="urn:microsoft.com/office/officeart/2018/2/layout/IconVerticalSolidList"/>
    <dgm:cxn modelId="{8D46AB2F-1872-4EE8-89CE-92E72D889620}" type="presParOf" srcId="{3B8EFA05-3415-4B04-96AA-2705594CABFB}" destId="{FFCEA65B-7425-4324-9BCC-C60D04697297}" srcOrd="2" destOrd="0" presId="urn:microsoft.com/office/officeart/2018/2/layout/IconVerticalSolidList"/>
    <dgm:cxn modelId="{55E8B2BA-1E74-4658-9BCF-B3E9CD79CDE1}" type="presParOf" srcId="{3B8EFA05-3415-4B04-96AA-2705594CABFB}" destId="{F70F47F1-2348-4BCA-8EA9-1E09F4D7AD10}" srcOrd="3" destOrd="0" presId="urn:microsoft.com/office/officeart/2018/2/layout/IconVerticalSolidList"/>
    <dgm:cxn modelId="{86202989-6A4F-42A9-A112-2E51722D0E16}" type="presParOf" srcId="{382E57B5-129F-4D50-8899-C2252A20F1D4}" destId="{E391BC87-1DF1-4BA8-85FB-A64763003E2F}" srcOrd="5" destOrd="0" presId="urn:microsoft.com/office/officeart/2018/2/layout/IconVerticalSolidList"/>
    <dgm:cxn modelId="{EF44A790-C574-42AB-98AF-CAB6AB940B51}" type="presParOf" srcId="{382E57B5-129F-4D50-8899-C2252A20F1D4}" destId="{194D6E38-798D-4896-9D1F-B8181CAB68FD}" srcOrd="6" destOrd="0" presId="urn:microsoft.com/office/officeart/2018/2/layout/IconVerticalSolidList"/>
    <dgm:cxn modelId="{696F9225-A755-4636-852C-9171C68EC3E7}" type="presParOf" srcId="{194D6E38-798D-4896-9D1F-B8181CAB68FD}" destId="{0F7FC3AB-6B4B-4D9F-BE7B-33C790B3D8D1}" srcOrd="0" destOrd="0" presId="urn:microsoft.com/office/officeart/2018/2/layout/IconVerticalSolidList"/>
    <dgm:cxn modelId="{38B060FE-AEBA-4E89-A9FA-D26410FFB1BD}" type="presParOf" srcId="{194D6E38-798D-4896-9D1F-B8181CAB68FD}" destId="{FADD1055-E1DF-4F57-ACFA-A861D5F6AD02}" srcOrd="1" destOrd="0" presId="urn:microsoft.com/office/officeart/2018/2/layout/IconVerticalSolidList"/>
    <dgm:cxn modelId="{81D6EAD3-051B-4FE1-8DE1-8F720884F8DB}" type="presParOf" srcId="{194D6E38-798D-4896-9D1F-B8181CAB68FD}" destId="{E087B755-0C4D-4E1F-8756-C71078417F8C}" srcOrd="2" destOrd="0" presId="urn:microsoft.com/office/officeart/2018/2/layout/IconVerticalSolidList"/>
    <dgm:cxn modelId="{FFFAA098-7A1E-47F5-9945-58DE4377341B}" type="presParOf" srcId="{194D6E38-798D-4896-9D1F-B8181CAB68FD}" destId="{E27B8C27-5719-49B0-AA39-8B1532B0E41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A81C6E7-9CF9-4175-AB88-8AC9994F2D32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5995C61-0DDA-4551-B50C-C7A3C9A70AE8}">
      <dgm:prSet/>
      <dgm:spPr/>
      <dgm:t>
        <a:bodyPr/>
        <a:lstStyle/>
        <a:p>
          <a:r>
            <a:rPr lang="en-US"/>
            <a:t>Creational Patterns</a:t>
          </a:r>
        </a:p>
      </dgm:t>
    </dgm:pt>
    <dgm:pt modelId="{CA33AE71-52EF-4539-B8D6-DF30139D40B8}" type="parTrans" cxnId="{27570E1F-CFA0-45C7-8282-D6711577F280}">
      <dgm:prSet/>
      <dgm:spPr/>
      <dgm:t>
        <a:bodyPr/>
        <a:lstStyle/>
        <a:p>
          <a:endParaRPr lang="en-US"/>
        </a:p>
      </dgm:t>
    </dgm:pt>
    <dgm:pt modelId="{6FCE4FFB-6DB8-4CA6-9BBC-129ACDE4AD48}" type="sibTrans" cxnId="{27570E1F-CFA0-45C7-8282-D6711577F280}">
      <dgm:prSet/>
      <dgm:spPr/>
      <dgm:t>
        <a:bodyPr/>
        <a:lstStyle/>
        <a:p>
          <a:endParaRPr lang="en-US"/>
        </a:p>
      </dgm:t>
    </dgm:pt>
    <dgm:pt modelId="{CBBE3146-F153-4065-A142-2C87A4B0ED77}">
      <dgm:prSet/>
      <dgm:spPr/>
      <dgm:t>
        <a:bodyPr/>
        <a:lstStyle/>
        <a:p>
          <a:r>
            <a:rPr lang="en-US"/>
            <a:t>Structural Patterns</a:t>
          </a:r>
        </a:p>
      </dgm:t>
    </dgm:pt>
    <dgm:pt modelId="{66E01AD1-F639-47CD-B8FE-88C110F7E495}" type="parTrans" cxnId="{D4D36BB9-662D-4051-BFBD-F70FB1694071}">
      <dgm:prSet/>
      <dgm:spPr/>
      <dgm:t>
        <a:bodyPr/>
        <a:lstStyle/>
        <a:p>
          <a:endParaRPr lang="en-US"/>
        </a:p>
      </dgm:t>
    </dgm:pt>
    <dgm:pt modelId="{A4E8DD1F-F033-4C29-8363-B89D92AD0AED}" type="sibTrans" cxnId="{D4D36BB9-662D-4051-BFBD-F70FB1694071}">
      <dgm:prSet/>
      <dgm:spPr/>
      <dgm:t>
        <a:bodyPr/>
        <a:lstStyle/>
        <a:p>
          <a:endParaRPr lang="en-US"/>
        </a:p>
      </dgm:t>
    </dgm:pt>
    <dgm:pt modelId="{B12F79C0-D4E8-4507-9E8D-B66D5DB9A550}">
      <dgm:prSet/>
      <dgm:spPr/>
      <dgm:t>
        <a:bodyPr/>
        <a:lstStyle/>
        <a:p>
          <a:r>
            <a:rPr lang="en-US"/>
            <a:t>Behavioral Patterns</a:t>
          </a:r>
        </a:p>
      </dgm:t>
    </dgm:pt>
    <dgm:pt modelId="{96EB792E-2CD5-4042-8A91-34E5F5011E6A}" type="parTrans" cxnId="{70E03819-FE0A-4AB3-B1AE-C18EF90CB1CA}">
      <dgm:prSet/>
      <dgm:spPr/>
      <dgm:t>
        <a:bodyPr/>
        <a:lstStyle/>
        <a:p>
          <a:endParaRPr lang="en-US"/>
        </a:p>
      </dgm:t>
    </dgm:pt>
    <dgm:pt modelId="{130C5CC9-B72F-4192-ACDA-A2438357118E}" type="sibTrans" cxnId="{70E03819-FE0A-4AB3-B1AE-C18EF90CB1CA}">
      <dgm:prSet/>
      <dgm:spPr/>
      <dgm:t>
        <a:bodyPr/>
        <a:lstStyle/>
        <a:p>
          <a:endParaRPr lang="en-US"/>
        </a:p>
      </dgm:t>
    </dgm:pt>
    <dgm:pt modelId="{8BF26430-EB7A-DB4B-B18C-4BBE993546B8}" type="pres">
      <dgm:prSet presAssocID="{3A81C6E7-9CF9-4175-AB88-8AC9994F2D32}" presName="linear" presStyleCnt="0">
        <dgm:presLayoutVars>
          <dgm:animLvl val="lvl"/>
          <dgm:resizeHandles val="exact"/>
        </dgm:presLayoutVars>
      </dgm:prSet>
      <dgm:spPr/>
    </dgm:pt>
    <dgm:pt modelId="{EB9B81D6-770E-6949-B871-DD90CCFD9FEF}" type="pres">
      <dgm:prSet presAssocID="{65995C61-0DDA-4551-B50C-C7A3C9A70AE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81C5CB2-79E6-A64C-97E3-DF0B67EEC4B7}" type="pres">
      <dgm:prSet presAssocID="{6FCE4FFB-6DB8-4CA6-9BBC-129ACDE4AD48}" presName="spacer" presStyleCnt="0"/>
      <dgm:spPr/>
    </dgm:pt>
    <dgm:pt modelId="{14BC2059-2E95-A447-8853-694D5EF69E87}" type="pres">
      <dgm:prSet presAssocID="{CBBE3146-F153-4065-A142-2C87A4B0ED7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28CBAC8-17C2-5C44-B400-C6041F088A30}" type="pres">
      <dgm:prSet presAssocID="{A4E8DD1F-F033-4C29-8363-B89D92AD0AED}" presName="spacer" presStyleCnt="0"/>
      <dgm:spPr/>
    </dgm:pt>
    <dgm:pt modelId="{99E5B35F-2442-6446-8C8A-0B0D2F9DA94C}" type="pres">
      <dgm:prSet presAssocID="{B12F79C0-D4E8-4507-9E8D-B66D5DB9A55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0E03819-FE0A-4AB3-B1AE-C18EF90CB1CA}" srcId="{3A81C6E7-9CF9-4175-AB88-8AC9994F2D32}" destId="{B12F79C0-D4E8-4507-9E8D-B66D5DB9A550}" srcOrd="2" destOrd="0" parTransId="{96EB792E-2CD5-4042-8A91-34E5F5011E6A}" sibTransId="{130C5CC9-B72F-4192-ACDA-A2438357118E}"/>
    <dgm:cxn modelId="{27570E1F-CFA0-45C7-8282-D6711577F280}" srcId="{3A81C6E7-9CF9-4175-AB88-8AC9994F2D32}" destId="{65995C61-0DDA-4551-B50C-C7A3C9A70AE8}" srcOrd="0" destOrd="0" parTransId="{CA33AE71-52EF-4539-B8D6-DF30139D40B8}" sibTransId="{6FCE4FFB-6DB8-4CA6-9BBC-129ACDE4AD48}"/>
    <dgm:cxn modelId="{2150344C-93AE-0746-849D-38639B405787}" type="presOf" srcId="{3A81C6E7-9CF9-4175-AB88-8AC9994F2D32}" destId="{8BF26430-EB7A-DB4B-B18C-4BBE993546B8}" srcOrd="0" destOrd="0" presId="urn:microsoft.com/office/officeart/2005/8/layout/vList2"/>
    <dgm:cxn modelId="{D5B6FB5F-34BE-9043-AB48-4FB232502E6E}" type="presOf" srcId="{B12F79C0-D4E8-4507-9E8D-B66D5DB9A550}" destId="{99E5B35F-2442-6446-8C8A-0B0D2F9DA94C}" srcOrd="0" destOrd="0" presId="urn:microsoft.com/office/officeart/2005/8/layout/vList2"/>
    <dgm:cxn modelId="{D4D36BB9-662D-4051-BFBD-F70FB1694071}" srcId="{3A81C6E7-9CF9-4175-AB88-8AC9994F2D32}" destId="{CBBE3146-F153-4065-A142-2C87A4B0ED77}" srcOrd="1" destOrd="0" parTransId="{66E01AD1-F639-47CD-B8FE-88C110F7E495}" sibTransId="{A4E8DD1F-F033-4C29-8363-B89D92AD0AED}"/>
    <dgm:cxn modelId="{43AC15F2-44DB-534E-A810-D68212D545E0}" type="presOf" srcId="{65995C61-0DDA-4551-B50C-C7A3C9A70AE8}" destId="{EB9B81D6-770E-6949-B871-DD90CCFD9FEF}" srcOrd="0" destOrd="0" presId="urn:microsoft.com/office/officeart/2005/8/layout/vList2"/>
    <dgm:cxn modelId="{5FD259F3-31B7-0F43-9444-C2C38BA8F81D}" type="presOf" srcId="{CBBE3146-F153-4065-A142-2C87A4B0ED77}" destId="{14BC2059-2E95-A447-8853-694D5EF69E87}" srcOrd="0" destOrd="0" presId="urn:microsoft.com/office/officeart/2005/8/layout/vList2"/>
    <dgm:cxn modelId="{A5C6DCAE-F360-3F41-BFC9-86232D4B5D3F}" type="presParOf" srcId="{8BF26430-EB7A-DB4B-B18C-4BBE993546B8}" destId="{EB9B81D6-770E-6949-B871-DD90CCFD9FEF}" srcOrd="0" destOrd="0" presId="urn:microsoft.com/office/officeart/2005/8/layout/vList2"/>
    <dgm:cxn modelId="{B4768302-0AC9-1C40-AE2B-FCD9C793E508}" type="presParOf" srcId="{8BF26430-EB7A-DB4B-B18C-4BBE993546B8}" destId="{C81C5CB2-79E6-A64C-97E3-DF0B67EEC4B7}" srcOrd="1" destOrd="0" presId="urn:microsoft.com/office/officeart/2005/8/layout/vList2"/>
    <dgm:cxn modelId="{05E1515B-1A8C-BD4D-9775-DA95BCDE46B7}" type="presParOf" srcId="{8BF26430-EB7A-DB4B-B18C-4BBE993546B8}" destId="{14BC2059-2E95-A447-8853-694D5EF69E87}" srcOrd="2" destOrd="0" presId="urn:microsoft.com/office/officeart/2005/8/layout/vList2"/>
    <dgm:cxn modelId="{9D1A1771-1AD1-C64C-9DF0-8A542379C957}" type="presParOf" srcId="{8BF26430-EB7A-DB4B-B18C-4BBE993546B8}" destId="{728CBAC8-17C2-5C44-B400-C6041F088A30}" srcOrd="3" destOrd="0" presId="urn:microsoft.com/office/officeart/2005/8/layout/vList2"/>
    <dgm:cxn modelId="{42A5F7F4-FAB9-2446-8687-95A899ACD9FF}" type="presParOf" srcId="{8BF26430-EB7A-DB4B-B18C-4BBE993546B8}" destId="{99E5B35F-2442-6446-8C8A-0B0D2F9DA94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216469F-F2E4-4674-A970-090592470076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E3DBF40-9F79-42B8-B8B5-27EF3D2D2AFE}">
      <dgm:prSet/>
      <dgm:spPr/>
      <dgm:t>
        <a:bodyPr/>
        <a:lstStyle/>
        <a:p>
          <a:r>
            <a:rPr lang="en-MY" b="1"/>
            <a:t>Reusability</a:t>
          </a:r>
          <a:r>
            <a:rPr lang="en-MY"/>
            <a:t>: Promotes reuse of proven design structures.</a:t>
          </a:r>
          <a:endParaRPr lang="en-US"/>
        </a:p>
      </dgm:t>
    </dgm:pt>
    <dgm:pt modelId="{58001E72-3431-45CA-A6B7-C562213C2A34}" type="parTrans" cxnId="{8DBBBE92-C55A-4295-A5D3-1504417C2E2B}">
      <dgm:prSet/>
      <dgm:spPr/>
      <dgm:t>
        <a:bodyPr/>
        <a:lstStyle/>
        <a:p>
          <a:endParaRPr lang="en-US"/>
        </a:p>
      </dgm:t>
    </dgm:pt>
    <dgm:pt modelId="{64015189-A4DC-4EA2-98C2-1F82A896637E}" type="sibTrans" cxnId="{8DBBBE92-C55A-4295-A5D3-1504417C2E2B}">
      <dgm:prSet/>
      <dgm:spPr/>
      <dgm:t>
        <a:bodyPr/>
        <a:lstStyle/>
        <a:p>
          <a:endParaRPr lang="en-US"/>
        </a:p>
      </dgm:t>
    </dgm:pt>
    <dgm:pt modelId="{63DD102E-3AF0-4CE5-A7C1-BCD959665BF4}">
      <dgm:prSet/>
      <dgm:spPr/>
      <dgm:t>
        <a:bodyPr/>
        <a:lstStyle/>
        <a:p>
          <a:r>
            <a:rPr lang="en-MY" b="1"/>
            <a:t>Efficiency</a:t>
          </a:r>
          <a:r>
            <a:rPr lang="en-MY"/>
            <a:t>: Speeds up development by solving common problems.</a:t>
          </a:r>
          <a:endParaRPr lang="en-US"/>
        </a:p>
      </dgm:t>
    </dgm:pt>
    <dgm:pt modelId="{FE575D6F-8D10-48CC-9A72-0A792F3EA0AD}" type="parTrans" cxnId="{59534140-7AA5-4972-89B4-E22164AFDF7C}">
      <dgm:prSet/>
      <dgm:spPr/>
      <dgm:t>
        <a:bodyPr/>
        <a:lstStyle/>
        <a:p>
          <a:endParaRPr lang="en-US"/>
        </a:p>
      </dgm:t>
    </dgm:pt>
    <dgm:pt modelId="{9F00C405-83A7-4A04-B636-6FACC6E80E3D}" type="sibTrans" cxnId="{59534140-7AA5-4972-89B4-E22164AFDF7C}">
      <dgm:prSet/>
      <dgm:spPr/>
      <dgm:t>
        <a:bodyPr/>
        <a:lstStyle/>
        <a:p>
          <a:endParaRPr lang="en-US"/>
        </a:p>
      </dgm:t>
    </dgm:pt>
    <dgm:pt modelId="{7FF30165-F41C-44EC-8233-C023EA66F9A8}">
      <dgm:prSet/>
      <dgm:spPr/>
      <dgm:t>
        <a:bodyPr/>
        <a:lstStyle/>
        <a:p>
          <a:r>
            <a:rPr lang="en-MY" b="1"/>
            <a:t>Communication</a:t>
          </a:r>
          <a:r>
            <a:rPr lang="en-MY"/>
            <a:t>: Improves communication among developers through shared vocabulary.</a:t>
          </a:r>
          <a:endParaRPr lang="en-US"/>
        </a:p>
      </dgm:t>
    </dgm:pt>
    <dgm:pt modelId="{6F6AA35C-B59F-4755-95FA-E70766D95E83}" type="parTrans" cxnId="{88D0B32C-EDA5-4F33-ADFA-4A9DAC877084}">
      <dgm:prSet/>
      <dgm:spPr/>
      <dgm:t>
        <a:bodyPr/>
        <a:lstStyle/>
        <a:p>
          <a:endParaRPr lang="en-US"/>
        </a:p>
      </dgm:t>
    </dgm:pt>
    <dgm:pt modelId="{55F5D6AF-1526-42B6-AA37-8230C0F2A64F}" type="sibTrans" cxnId="{88D0B32C-EDA5-4F33-ADFA-4A9DAC877084}">
      <dgm:prSet/>
      <dgm:spPr/>
      <dgm:t>
        <a:bodyPr/>
        <a:lstStyle/>
        <a:p>
          <a:endParaRPr lang="en-US"/>
        </a:p>
      </dgm:t>
    </dgm:pt>
    <dgm:pt modelId="{9E119686-A85A-4709-9DF7-114BA3B974CB}">
      <dgm:prSet/>
      <dgm:spPr/>
      <dgm:t>
        <a:bodyPr/>
        <a:lstStyle/>
        <a:p>
          <a:r>
            <a:rPr lang="en-MY" b="1"/>
            <a:t>Scalability</a:t>
          </a:r>
          <a:r>
            <a:rPr lang="en-MY"/>
            <a:t>: Encourages modular and flexible designs.</a:t>
          </a:r>
          <a:endParaRPr lang="en-US"/>
        </a:p>
      </dgm:t>
    </dgm:pt>
    <dgm:pt modelId="{18922274-7DE7-4DCD-9B40-3EA74118EE4D}" type="parTrans" cxnId="{A25AB2FD-9FC3-445C-A263-217E7E6C7249}">
      <dgm:prSet/>
      <dgm:spPr/>
      <dgm:t>
        <a:bodyPr/>
        <a:lstStyle/>
        <a:p>
          <a:endParaRPr lang="en-US"/>
        </a:p>
      </dgm:t>
    </dgm:pt>
    <dgm:pt modelId="{F15B6E4A-9CD9-4AE9-AFB2-560757607938}" type="sibTrans" cxnId="{A25AB2FD-9FC3-445C-A263-217E7E6C7249}">
      <dgm:prSet/>
      <dgm:spPr/>
      <dgm:t>
        <a:bodyPr/>
        <a:lstStyle/>
        <a:p>
          <a:endParaRPr lang="en-US"/>
        </a:p>
      </dgm:t>
    </dgm:pt>
    <dgm:pt modelId="{E1478B22-379F-4635-97C2-4D304E92F710}">
      <dgm:prSet/>
      <dgm:spPr/>
      <dgm:t>
        <a:bodyPr/>
        <a:lstStyle/>
        <a:p>
          <a:r>
            <a:rPr lang="en-MY" b="1"/>
            <a:t>Maintainability</a:t>
          </a:r>
          <a:r>
            <a:rPr lang="en-MY"/>
            <a:t>: Reduces code duplication and increases clarity</a:t>
          </a:r>
          <a:endParaRPr lang="en-US"/>
        </a:p>
      </dgm:t>
    </dgm:pt>
    <dgm:pt modelId="{AB2809BD-8E69-4F15-8719-02C571AEBA1F}" type="parTrans" cxnId="{6E748966-0BA1-4EA6-AA89-04AAD8BFA4CA}">
      <dgm:prSet/>
      <dgm:spPr/>
      <dgm:t>
        <a:bodyPr/>
        <a:lstStyle/>
        <a:p>
          <a:endParaRPr lang="en-US"/>
        </a:p>
      </dgm:t>
    </dgm:pt>
    <dgm:pt modelId="{F7C437E3-3C1F-4940-9FC0-B395A260535B}" type="sibTrans" cxnId="{6E748966-0BA1-4EA6-AA89-04AAD8BFA4CA}">
      <dgm:prSet/>
      <dgm:spPr/>
      <dgm:t>
        <a:bodyPr/>
        <a:lstStyle/>
        <a:p>
          <a:endParaRPr lang="en-US"/>
        </a:p>
      </dgm:t>
    </dgm:pt>
    <dgm:pt modelId="{E7A00195-E947-400C-8C7A-BC9705A1895F}">
      <dgm:prSet/>
      <dgm:spPr/>
      <dgm:t>
        <a:bodyPr/>
        <a:lstStyle/>
        <a:p>
          <a:r>
            <a:rPr lang="en-MY"/>
            <a:t>Reduces technical debt</a:t>
          </a:r>
          <a:endParaRPr lang="en-US"/>
        </a:p>
      </dgm:t>
    </dgm:pt>
    <dgm:pt modelId="{0A3D5FFF-4A7B-41C0-9197-7382F45CFEE2}" type="parTrans" cxnId="{F60DD92A-96CE-4F18-9C0B-643DA351884B}">
      <dgm:prSet/>
      <dgm:spPr/>
      <dgm:t>
        <a:bodyPr/>
        <a:lstStyle/>
        <a:p>
          <a:endParaRPr lang="en-US"/>
        </a:p>
      </dgm:t>
    </dgm:pt>
    <dgm:pt modelId="{2CDAE3CA-CBA6-4A64-800B-9ADB4C5DCBB4}" type="sibTrans" cxnId="{F60DD92A-96CE-4F18-9C0B-643DA351884B}">
      <dgm:prSet/>
      <dgm:spPr/>
      <dgm:t>
        <a:bodyPr/>
        <a:lstStyle/>
        <a:p>
          <a:endParaRPr lang="en-US"/>
        </a:p>
      </dgm:t>
    </dgm:pt>
    <dgm:pt modelId="{D8A65E90-72B4-478D-A9C3-DE9D4C4B80B3}">
      <dgm:prSet/>
      <dgm:spPr/>
      <dgm:t>
        <a:bodyPr/>
        <a:lstStyle/>
        <a:p>
          <a:r>
            <a:rPr lang="en-MY"/>
            <a:t>Makes code easier to understand and modify</a:t>
          </a:r>
          <a:endParaRPr lang="en-US"/>
        </a:p>
      </dgm:t>
    </dgm:pt>
    <dgm:pt modelId="{FC6C5A13-068B-46AD-BA37-A26A948F8DEE}" type="parTrans" cxnId="{03C6B554-F260-4BC9-B7DA-70A3EE2543A8}">
      <dgm:prSet/>
      <dgm:spPr/>
      <dgm:t>
        <a:bodyPr/>
        <a:lstStyle/>
        <a:p>
          <a:endParaRPr lang="en-US"/>
        </a:p>
      </dgm:t>
    </dgm:pt>
    <dgm:pt modelId="{2FAD78D4-BED4-437E-BDC3-968223E7097B}" type="sibTrans" cxnId="{03C6B554-F260-4BC9-B7DA-70A3EE2543A8}">
      <dgm:prSet/>
      <dgm:spPr/>
      <dgm:t>
        <a:bodyPr/>
        <a:lstStyle/>
        <a:p>
          <a:endParaRPr lang="en-US"/>
        </a:p>
      </dgm:t>
    </dgm:pt>
    <dgm:pt modelId="{1547027A-F580-45FD-80C1-D824EFDA1847}">
      <dgm:prSet/>
      <dgm:spPr/>
      <dgm:t>
        <a:bodyPr/>
        <a:lstStyle/>
        <a:p>
          <a:r>
            <a:rPr lang="en-MY"/>
            <a:t>Encourages </a:t>
          </a:r>
          <a:r>
            <a:rPr lang="en-MY" b="1"/>
            <a:t>modular</a:t>
          </a:r>
          <a:r>
            <a:rPr lang="en-MY"/>
            <a:t>, </a:t>
          </a:r>
          <a:r>
            <a:rPr lang="en-MY" b="1"/>
            <a:t>flexible</a:t>
          </a:r>
          <a:r>
            <a:rPr lang="en-MY"/>
            <a:t>, and </a:t>
          </a:r>
          <a:r>
            <a:rPr lang="en-MY" b="1"/>
            <a:t>extensible</a:t>
          </a:r>
          <a:r>
            <a:rPr lang="en-MY"/>
            <a:t> architecture</a:t>
          </a:r>
          <a:endParaRPr lang="en-US"/>
        </a:p>
      </dgm:t>
    </dgm:pt>
    <dgm:pt modelId="{0F236A10-34D8-4AC4-919B-76A4572CBCBB}" type="parTrans" cxnId="{B52DC29B-5CC1-413E-9E6B-2D2A7FE3BDC1}">
      <dgm:prSet/>
      <dgm:spPr/>
      <dgm:t>
        <a:bodyPr/>
        <a:lstStyle/>
        <a:p>
          <a:endParaRPr lang="en-US"/>
        </a:p>
      </dgm:t>
    </dgm:pt>
    <dgm:pt modelId="{E4589042-B52B-493E-9A96-CD2F213DF0B9}" type="sibTrans" cxnId="{B52DC29B-5CC1-413E-9E6B-2D2A7FE3BDC1}">
      <dgm:prSet/>
      <dgm:spPr/>
      <dgm:t>
        <a:bodyPr/>
        <a:lstStyle/>
        <a:p>
          <a:endParaRPr lang="en-US"/>
        </a:p>
      </dgm:t>
    </dgm:pt>
    <dgm:pt modelId="{9A508BD3-1537-4640-BD19-55813ACB0B54}" type="pres">
      <dgm:prSet presAssocID="{8216469F-F2E4-4674-A970-090592470076}" presName="vert0" presStyleCnt="0">
        <dgm:presLayoutVars>
          <dgm:dir/>
          <dgm:animOne val="branch"/>
          <dgm:animLvl val="lvl"/>
        </dgm:presLayoutVars>
      </dgm:prSet>
      <dgm:spPr/>
    </dgm:pt>
    <dgm:pt modelId="{31167644-551C-F241-9FF6-C5C7EAE05281}" type="pres">
      <dgm:prSet presAssocID="{EE3DBF40-9F79-42B8-B8B5-27EF3D2D2AFE}" presName="thickLine" presStyleLbl="alignNode1" presStyleIdx="0" presStyleCnt="8"/>
      <dgm:spPr/>
    </dgm:pt>
    <dgm:pt modelId="{90EE05BD-9B19-6148-8C78-FCDC08FD35F5}" type="pres">
      <dgm:prSet presAssocID="{EE3DBF40-9F79-42B8-B8B5-27EF3D2D2AFE}" presName="horz1" presStyleCnt="0"/>
      <dgm:spPr/>
    </dgm:pt>
    <dgm:pt modelId="{72A8D14F-1981-E346-AAC7-A8F3CBF1C166}" type="pres">
      <dgm:prSet presAssocID="{EE3DBF40-9F79-42B8-B8B5-27EF3D2D2AFE}" presName="tx1" presStyleLbl="revTx" presStyleIdx="0" presStyleCnt="8"/>
      <dgm:spPr/>
    </dgm:pt>
    <dgm:pt modelId="{DB715521-89A2-FA40-909B-7C1CEB547967}" type="pres">
      <dgm:prSet presAssocID="{EE3DBF40-9F79-42B8-B8B5-27EF3D2D2AFE}" presName="vert1" presStyleCnt="0"/>
      <dgm:spPr/>
    </dgm:pt>
    <dgm:pt modelId="{C80BCFA2-5976-4C4D-879B-BF8B0313DD99}" type="pres">
      <dgm:prSet presAssocID="{63DD102E-3AF0-4CE5-A7C1-BCD959665BF4}" presName="thickLine" presStyleLbl="alignNode1" presStyleIdx="1" presStyleCnt="8"/>
      <dgm:spPr/>
    </dgm:pt>
    <dgm:pt modelId="{5C9A5242-C971-BE4F-9369-9E5EEE93A1B8}" type="pres">
      <dgm:prSet presAssocID="{63DD102E-3AF0-4CE5-A7C1-BCD959665BF4}" presName="horz1" presStyleCnt="0"/>
      <dgm:spPr/>
    </dgm:pt>
    <dgm:pt modelId="{1693680A-B060-DF43-9EE6-155DE56EA8E2}" type="pres">
      <dgm:prSet presAssocID="{63DD102E-3AF0-4CE5-A7C1-BCD959665BF4}" presName="tx1" presStyleLbl="revTx" presStyleIdx="1" presStyleCnt="8"/>
      <dgm:spPr/>
    </dgm:pt>
    <dgm:pt modelId="{54D77600-B4FB-E34E-82F5-3146269F76EE}" type="pres">
      <dgm:prSet presAssocID="{63DD102E-3AF0-4CE5-A7C1-BCD959665BF4}" presName="vert1" presStyleCnt="0"/>
      <dgm:spPr/>
    </dgm:pt>
    <dgm:pt modelId="{B7A70864-237B-694C-A4E6-0B7D2012C223}" type="pres">
      <dgm:prSet presAssocID="{7FF30165-F41C-44EC-8233-C023EA66F9A8}" presName="thickLine" presStyleLbl="alignNode1" presStyleIdx="2" presStyleCnt="8"/>
      <dgm:spPr/>
    </dgm:pt>
    <dgm:pt modelId="{43ECAFC5-4472-2D41-8928-CCBBBDA30079}" type="pres">
      <dgm:prSet presAssocID="{7FF30165-F41C-44EC-8233-C023EA66F9A8}" presName="horz1" presStyleCnt="0"/>
      <dgm:spPr/>
    </dgm:pt>
    <dgm:pt modelId="{9FB4892F-4822-5948-AD32-F8BF9CEED0EA}" type="pres">
      <dgm:prSet presAssocID="{7FF30165-F41C-44EC-8233-C023EA66F9A8}" presName="tx1" presStyleLbl="revTx" presStyleIdx="2" presStyleCnt="8"/>
      <dgm:spPr/>
    </dgm:pt>
    <dgm:pt modelId="{664F7F43-65D8-EF43-AFA6-473F310715E1}" type="pres">
      <dgm:prSet presAssocID="{7FF30165-F41C-44EC-8233-C023EA66F9A8}" presName="vert1" presStyleCnt="0"/>
      <dgm:spPr/>
    </dgm:pt>
    <dgm:pt modelId="{1D989411-F061-4146-AB1D-8124B5B9C06E}" type="pres">
      <dgm:prSet presAssocID="{9E119686-A85A-4709-9DF7-114BA3B974CB}" presName="thickLine" presStyleLbl="alignNode1" presStyleIdx="3" presStyleCnt="8"/>
      <dgm:spPr/>
    </dgm:pt>
    <dgm:pt modelId="{47A3BB3D-EE35-3F46-8F32-0FE1A0593C60}" type="pres">
      <dgm:prSet presAssocID="{9E119686-A85A-4709-9DF7-114BA3B974CB}" presName="horz1" presStyleCnt="0"/>
      <dgm:spPr/>
    </dgm:pt>
    <dgm:pt modelId="{5CFB0D4E-2E89-7F43-A92F-5CB377A68D38}" type="pres">
      <dgm:prSet presAssocID="{9E119686-A85A-4709-9DF7-114BA3B974CB}" presName="tx1" presStyleLbl="revTx" presStyleIdx="3" presStyleCnt="8"/>
      <dgm:spPr/>
    </dgm:pt>
    <dgm:pt modelId="{54EF61A9-74DD-034F-BB78-E2FDE87417F2}" type="pres">
      <dgm:prSet presAssocID="{9E119686-A85A-4709-9DF7-114BA3B974CB}" presName="vert1" presStyleCnt="0"/>
      <dgm:spPr/>
    </dgm:pt>
    <dgm:pt modelId="{E259C08D-2A93-8E45-8D1D-A63770D68B9D}" type="pres">
      <dgm:prSet presAssocID="{E1478B22-379F-4635-97C2-4D304E92F710}" presName="thickLine" presStyleLbl="alignNode1" presStyleIdx="4" presStyleCnt="8"/>
      <dgm:spPr/>
    </dgm:pt>
    <dgm:pt modelId="{10B1767F-D672-1E48-B221-A854BB1B98EC}" type="pres">
      <dgm:prSet presAssocID="{E1478B22-379F-4635-97C2-4D304E92F710}" presName="horz1" presStyleCnt="0"/>
      <dgm:spPr/>
    </dgm:pt>
    <dgm:pt modelId="{BA2A8BD9-59FD-F94C-90F0-1C18FF057C58}" type="pres">
      <dgm:prSet presAssocID="{E1478B22-379F-4635-97C2-4D304E92F710}" presName="tx1" presStyleLbl="revTx" presStyleIdx="4" presStyleCnt="8"/>
      <dgm:spPr/>
    </dgm:pt>
    <dgm:pt modelId="{55803245-9BC9-BF49-8525-D97A2D4CBA82}" type="pres">
      <dgm:prSet presAssocID="{E1478B22-379F-4635-97C2-4D304E92F710}" presName="vert1" presStyleCnt="0"/>
      <dgm:spPr/>
    </dgm:pt>
    <dgm:pt modelId="{A6C89169-6C83-3445-B99F-C372419F0E93}" type="pres">
      <dgm:prSet presAssocID="{E7A00195-E947-400C-8C7A-BC9705A1895F}" presName="thickLine" presStyleLbl="alignNode1" presStyleIdx="5" presStyleCnt="8"/>
      <dgm:spPr/>
    </dgm:pt>
    <dgm:pt modelId="{910C7FF9-2320-D346-8215-21E7D07AEAF8}" type="pres">
      <dgm:prSet presAssocID="{E7A00195-E947-400C-8C7A-BC9705A1895F}" presName="horz1" presStyleCnt="0"/>
      <dgm:spPr/>
    </dgm:pt>
    <dgm:pt modelId="{6B5ADE8D-5AC4-614F-90D2-3B90531602AE}" type="pres">
      <dgm:prSet presAssocID="{E7A00195-E947-400C-8C7A-BC9705A1895F}" presName="tx1" presStyleLbl="revTx" presStyleIdx="5" presStyleCnt="8"/>
      <dgm:spPr/>
    </dgm:pt>
    <dgm:pt modelId="{963CC74B-EB72-2747-8A40-6ABCAF0D3632}" type="pres">
      <dgm:prSet presAssocID="{E7A00195-E947-400C-8C7A-BC9705A1895F}" presName="vert1" presStyleCnt="0"/>
      <dgm:spPr/>
    </dgm:pt>
    <dgm:pt modelId="{5FB2EBF6-7DF6-3E40-BF6C-4C5F091597D7}" type="pres">
      <dgm:prSet presAssocID="{D8A65E90-72B4-478D-A9C3-DE9D4C4B80B3}" presName="thickLine" presStyleLbl="alignNode1" presStyleIdx="6" presStyleCnt="8"/>
      <dgm:spPr/>
    </dgm:pt>
    <dgm:pt modelId="{32EE4DC0-2EAD-BF49-8FAD-8554FB4320FE}" type="pres">
      <dgm:prSet presAssocID="{D8A65E90-72B4-478D-A9C3-DE9D4C4B80B3}" presName="horz1" presStyleCnt="0"/>
      <dgm:spPr/>
    </dgm:pt>
    <dgm:pt modelId="{30B62918-0769-BF4B-9445-ACC82DEE139E}" type="pres">
      <dgm:prSet presAssocID="{D8A65E90-72B4-478D-A9C3-DE9D4C4B80B3}" presName="tx1" presStyleLbl="revTx" presStyleIdx="6" presStyleCnt="8"/>
      <dgm:spPr/>
    </dgm:pt>
    <dgm:pt modelId="{5853BD24-5809-4241-A9D7-00D1885DB53B}" type="pres">
      <dgm:prSet presAssocID="{D8A65E90-72B4-478D-A9C3-DE9D4C4B80B3}" presName="vert1" presStyleCnt="0"/>
      <dgm:spPr/>
    </dgm:pt>
    <dgm:pt modelId="{E56E3D24-1B2C-E14F-8A91-4587B1F33BCD}" type="pres">
      <dgm:prSet presAssocID="{1547027A-F580-45FD-80C1-D824EFDA1847}" presName="thickLine" presStyleLbl="alignNode1" presStyleIdx="7" presStyleCnt="8"/>
      <dgm:spPr/>
    </dgm:pt>
    <dgm:pt modelId="{C12FE245-DC58-2F4D-A44C-5A3678B70FC9}" type="pres">
      <dgm:prSet presAssocID="{1547027A-F580-45FD-80C1-D824EFDA1847}" presName="horz1" presStyleCnt="0"/>
      <dgm:spPr/>
    </dgm:pt>
    <dgm:pt modelId="{D8AB0DE6-753B-A74E-A872-B4BD33B7D0A3}" type="pres">
      <dgm:prSet presAssocID="{1547027A-F580-45FD-80C1-D824EFDA1847}" presName="tx1" presStyleLbl="revTx" presStyleIdx="7" presStyleCnt="8"/>
      <dgm:spPr/>
    </dgm:pt>
    <dgm:pt modelId="{5579618A-9D36-4642-88A1-2FA47E0850EB}" type="pres">
      <dgm:prSet presAssocID="{1547027A-F580-45FD-80C1-D824EFDA1847}" presName="vert1" presStyleCnt="0"/>
      <dgm:spPr/>
    </dgm:pt>
  </dgm:ptLst>
  <dgm:cxnLst>
    <dgm:cxn modelId="{AB266D06-4307-344D-A26D-737DC2F39C5D}" type="presOf" srcId="{E1478B22-379F-4635-97C2-4D304E92F710}" destId="{BA2A8BD9-59FD-F94C-90F0-1C18FF057C58}" srcOrd="0" destOrd="0" presId="urn:microsoft.com/office/officeart/2008/layout/LinedList"/>
    <dgm:cxn modelId="{0D439606-8D49-4A44-A0E3-247B4F699E9F}" type="presOf" srcId="{9E119686-A85A-4709-9DF7-114BA3B974CB}" destId="{5CFB0D4E-2E89-7F43-A92F-5CB377A68D38}" srcOrd="0" destOrd="0" presId="urn:microsoft.com/office/officeart/2008/layout/LinedList"/>
    <dgm:cxn modelId="{B38CA422-3319-7844-927D-A5D07B44F24A}" type="presOf" srcId="{E7A00195-E947-400C-8C7A-BC9705A1895F}" destId="{6B5ADE8D-5AC4-614F-90D2-3B90531602AE}" srcOrd="0" destOrd="0" presId="urn:microsoft.com/office/officeart/2008/layout/LinedList"/>
    <dgm:cxn modelId="{F60DD92A-96CE-4F18-9C0B-643DA351884B}" srcId="{8216469F-F2E4-4674-A970-090592470076}" destId="{E7A00195-E947-400C-8C7A-BC9705A1895F}" srcOrd="5" destOrd="0" parTransId="{0A3D5FFF-4A7B-41C0-9197-7382F45CFEE2}" sibTransId="{2CDAE3CA-CBA6-4A64-800B-9ADB4C5DCBB4}"/>
    <dgm:cxn modelId="{88D0B32C-EDA5-4F33-ADFA-4A9DAC877084}" srcId="{8216469F-F2E4-4674-A970-090592470076}" destId="{7FF30165-F41C-44EC-8233-C023EA66F9A8}" srcOrd="2" destOrd="0" parTransId="{6F6AA35C-B59F-4755-95FA-E70766D95E83}" sibTransId="{55F5D6AF-1526-42B6-AA37-8230C0F2A64F}"/>
    <dgm:cxn modelId="{59534140-7AA5-4972-89B4-E22164AFDF7C}" srcId="{8216469F-F2E4-4674-A970-090592470076}" destId="{63DD102E-3AF0-4CE5-A7C1-BCD959665BF4}" srcOrd="1" destOrd="0" parTransId="{FE575D6F-8D10-48CC-9A72-0A792F3EA0AD}" sibTransId="{9F00C405-83A7-4A04-B636-6FACC6E80E3D}"/>
    <dgm:cxn modelId="{40185840-E00C-574A-A589-C6449EAE447B}" type="presOf" srcId="{EE3DBF40-9F79-42B8-B8B5-27EF3D2D2AFE}" destId="{72A8D14F-1981-E346-AAC7-A8F3CBF1C166}" srcOrd="0" destOrd="0" presId="urn:microsoft.com/office/officeart/2008/layout/LinedList"/>
    <dgm:cxn modelId="{03C6B554-F260-4BC9-B7DA-70A3EE2543A8}" srcId="{8216469F-F2E4-4674-A970-090592470076}" destId="{D8A65E90-72B4-478D-A9C3-DE9D4C4B80B3}" srcOrd="6" destOrd="0" parTransId="{FC6C5A13-068B-46AD-BA37-A26A948F8DEE}" sibTransId="{2FAD78D4-BED4-437E-BDC3-968223E7097B}"/>
    <dgm:cxn modelId="{6E748966-0BA1-4EA6-AA89-04AAD8BFA4CA}" srcId="{8216469F-F2E4-4674-A970-090592470076}" destId="{E1478B22-379F-4635-97C2-4D304E92F710}" srcOrd="4" destOrd="0" parTransId="{AB2809BD-8E69-4F15-8719-02C571AEBA1F}" sibTransId="{F7C437E3-3C1F-4940-9FC0-B395A260535B}"/>
    <dgm:cxn modelId="{0A4D2073-741F-1145-9152-52A7FF7620B7}" type="presOf" srcId="{D8A65E90-72B4-478D-A9C3-DE9D4C4B80B3}" destId="{30B62918-0769-BF4B-9445-ACC82DEE139E}" srcOrd="0" destOrd="0" presId="urn:microsoft.com/office/officeart/2008/layout/LinedList"/>
    <dgm:cxn modelId="{6671AE82-163E-1A47-B254-D77842DE5438}" type="presOf" srcId="{7FF30165-F41C-44EC-8233-C023EA66F9A8}" destId="{9FB4892F-4822-5948-AD32-F8BF9CEED0EA}" srcOrd="0" destOrd="0" presId="urn:microsoft.com/office/officeart/2008/layout/LinedList"/>
    <dgm:cxn modelId="{8DBBBE92-C55A-4295-A5D3-1504417C2E2B}" srcId="{8216469F-F2E4-4674-A970-090592470076}" destId="{EE3DBF40-9F79-42B8-B8B5-27EF3D2D2AFE}" srcOrd="0" destOrd="0" parTransId="{58001E72-3431-45CA-A6B7-C562213C2A34}" sibTransId="{64015189-A4DC-4EA2-98C2-1F82A896637E}"/>
    <dgm:cxn modelId="{B52DC29B-5CC1-413E-9E6B-2D2A7FE3BDC1}" srcId="{8216469F-F2E4-4674-A970-090592470076}" destId="{1547027A-F580-45FD-80C1-D824EFDA1847}" srcOrd="7" destOrd="0" parTransId="{0F236A10-34D8-4AC4-919B-76A4572CBCBB}" sibTransId="{E4589042-B52B-493E-9A96-CD2F213DF0B9}"/>
    <dgm:cxn modelId="{5130D8BB-3536-CA4A-BF1A-DE254AEEAF49}" type="presOf" srcId="{8216469F-F2E4-4674-A970-090592470076}" destId="{9A508BD3-1537-4640-BD19-55813ACB0B54}" srcOrd="0" destOrd="0" presId="urn:microsoft.com/office/officeart/2008/layout/LinedList"/>
    <dgm:cxn modelId="{56D7A2BD-B625-DF40-B01F-8A25708FA142}" type="presOf" srcId="{63DD102E-3AF0-4CE5-A7C1-BCD959665BF4}" destId="{1693680A-B060-DF43-9EE6-155DE56EA8E2}" srcOrd="0" destOrd="0" presId="urn:microsoft.com/office/officeart/2008/layout/LinedList"/>
    <dgm:cxn modelId="{2AD24CE2-9B3C-6844-8B2D-658D46B4A00D}" type="presOf" srcId="{1547027A-F580-45FD-80C1-D824EFDA1847}" destId="{D8AB0DE6-753B-A74E-A872-B4BD33B7D0A3}" srcOrd="0" destOrd="0" presId="urn:microsoft.com/office/officeart/2008/layout/LinedList"/>
    <dgm:cxn modelId="{A25AB2FD-9FC3-445C-A263-217E7E6C7249}" srcId="{8216469F-F2E4-4674-A970-090592470076}" destId="{9E119686-A85A-4709-9DF7-114BA3B974CB}" srcOrd="3" destOrd="0" parTransId="{18922274-7DE7-4DCD-9B40-3EA74118EE4D}" sibTransId="{F15B6E4A-9CD9-4AE9-AFB2-560757607938}"/>
    <dgm:cxn modelId="{617828AB-B1DD-2C4E-8A0F-DA2ED9917436}" type="presParOf" srcId="{9A508BD3-1537-4640-BD19-55813ACB0B54}" destId="{31167644-551C-F241-9FF6-C5C7EAE05281}" srcOrd="0" destOrd="0" presId="urn:microsoft.com/office/officeart/2008/layout/LinedList"/>
    <dgm:cxn modelId="{658250E6-4288-FA4D-B372-D5EB9E804FE1}" type="presParOf" srcId="{9A508BD3-1537-4640-BD19-55813ACB0B54}" destId="{90EE05BD-9B19-6148-8C78-FCDC08FD35F5}" srcOrd="1" destOrd="0" presId="urn:microsoft.com/office/officeart/2008/layout/LinedList"/>
    <dgm:cxn modelId="{16F3AC98-8DE9-E645-BDA6-91AB4B4EC2CE}" type="presParOf" srcId="{90EE05BD-9B19-6148-8C78-FCDC08FD35F5}" destId="{72A8D14F-1981-E346-AAC7-A8F3CBF1C166}" srcOrd="0" destOrd="0" presId="urn:microsoft.com/office/officeart/2008/layout/LinedList"/>
    <dgm:cxn modelId="{C628AA8A-38D4-2347-9C55-FDA644B54FA8}" type="presParOf" srcId="{90EE05BD-9B19-6148-8C78-FCDC08FD35F5}" destId="{DB715521-89A2-FA40-909B-7C1CEB547967}" srcOrd="1" destOrd="0" presId="urn:microsoft.com/office/officeart/2008/layout/LinedList"/>
    <dgm:cxn modelId="{872374C1-6902-454A-B889-1C37841CAC6B}" type="presParOf" srcId="{9A508BD3-1537-4640-BD19-55813ACB0B54}" destId="{C80BCFA2-5976-4C4D-879B-BF8B0313DD99}" srcOrd="2" destOrd="0" presId="urn:microsoft.com/office/officeart/2008/layout/LinedList"/>
    <dgm:cxn modelId="{22753308-E5E7-FC48-BD17-DC0DD950E26C}" type="presParOf" srcId="{9A508BD3-1537-4640-BD19-55813ACB0B54}" destId="{5C9A5242-C971-BE4F-9369-9E5EEE93A1B8}" srcOrd="3" destOrd="0" presId="urn:microsoft.com/office/officeart/2008/layout/LinedList"/>
    <dgm:cxn modelId="{90929762-2143-3442-B95A-93C958B3D5DC}" type="presParOf" srcId="{5C9A5242-C971-BE4F-9369-9E5EEE93A1B8}" destId="{1693680A-B060-DF43-9EE6-155DE56EA8E2}" srcOrd="0" destOrd="0" presId="urn:microsoft.com/office/officeart/2008/layout/LinedList"/>
    <dgm:cxn modelId="{8C79BE6F-5FEE-E44B-ADD6-B8901ED682FD}" type="presParOf" srcId="{5C9A5242-C971-BE4F-9369-9E5EEE93A1B8}" destId="{54D77600-B4FB-E34E-82F5-3146269F76EE}" srcOrd="1" destOrd="0" presId="urn:microsoft.com/office/officeart/2008/layout/LinedList"/>
    <dgm:cxn modelId="{0ED4E0B2-EE9F-FB47-B070-6EF82CFC0E73}" type="presParOf" srcId="{9A508BD3-1537-4640-BD19-55813ACB0B54}" destId="{B7A70864-237B-694C-A4E6-0B7D2012C223}" srcOrd="4" destOrd="0" presId="urn:microsoft.com/office/officeart/2008/layout/LinedList"/>
    <dgm:cxn modelId="{5B00308F-C66E-7845-AFA8-0A2237A1E48E}" type="presParOf" srcId="{9A508BD3-1537-4640-BD19-55813ACB0B54}" destId="{43ECAFC5-4472-2D41-8928-CCBBBDA30079}" srcOrd="5" destOrd="0" presId="urn:microsoft.com/office/officeart/2008/layout/LinedList"/>
    <dgm:cxn modelId="{4B7D7B47-862F-C543-BE99-8D963C4633E9}" type="presParOf" srcId="{43ECAFC5-4472-2D41-8928-CCBBBDA30079}" destId="{9FB4892F-4822-5948-AD32-F8BF9CEED0EA}" srcOrd="0" destOrd="0" presId="urn:microsoft.com/office/officeart/2008/layout/LinedList"/>
    <dgm:cxn modelId="{74FA9060-0A3F-8449-8CAF-FF23B56E37CC}" type="presParOf" srcId="{43ECAFC5-4472-2D41-8928-CCBBBDA30079}" destId="{664F7F43-65D8-EF43-AFA6-473F310715E1}" srcOrd="1" destOrd="0" presId="urn:microsoft.com/office/officeart/2008/layout/LinedList"/>
    <dgm:cxn modelId="{5C99FBDD-9A79-7F45-BB81-3A272CF47601}" type="presParOf" srcId="{9A508BD3-1537-4640-BD19-55813ACB0B54}" destId="{1D989411-F061-4146-AB1D-8124B5B9C06E}" srcOrd="6" destOrd="0" presId="urn:microsoft.com/office/officeart/2008/layout/LinedList"/>
    <dgm:cxn modelId="{387A48AB-7E12-CF4F-9627-930EC1D7DDFC}" type="presParOf" srcId="{9A508BD3-1537-4640-BD19-55813ACB0B54}" destId="{47A3BB3D-EE35-3F46-8F32-0FE1A0593C60}" srcOrd="7" destOrd="0" presId="urn:microsoft.com/office/officeart/2008/layout/LinedList"/>
    <dgm:cxn modelId="{7B4FDCEF-7866-0B4B-88C6-18C98D633049}" type="presParOf" srcId="{47A3BB3D-EE35-3F46-8F32-0FE1A0593C60}" destId="{5CFB0D4E-2E89-7F43-A92F-5CB377A68D38}" srcOrd="0" destOrd="0" presId="urn:microsoft.com/office/officeart/2008/layout/LinedList"/>
    <dgm:cxn modelId="{3819C2B9-78D8-4441-B362-CCCD55F839B6}" type="presParOf" srcId="{47A3BB3D-EE35-3F46-8F32-0FE1A0593C60}" destId="{54EF61A9-74DD-034F-BB78-E2FDE87417F2}" srcOrd="1" destOrd="0" presId="urn:microsoft.com/office/officeart/2008/layout/LinedList"/>
    <dgm:cxn modelId="{7E6D6EEC-0761-6B45-B782-5E25C41D2A84}" type="presParOf" srcId="{9A508BD3-1537-4640-BD19-55813ACB0B54}" destId="{E259C08D-2A93-8E45-8D1D-A63770D68B9D}" srcOrd="8" destOrd="0" presId="urn:microsoft.com/office/officeart/2008/layout/LinedList"/>
    <dgm:cxn modelId="{92992FE3-8267-2C40-ACC0-49836164371E}" type="presParOf" srcId="{9A508BD3-1537-4640-BD19-55813ACB0B54}" destId="{10B1767F-D672-1E48-B221-A854BB1B98EC}" srcOrd="9" destOrd="0" presId="urn:microsoft.com/office/officeart/2008/layout/LinedList"/>
    <dgm:cxn modelId="{B82E7BF4-C817-954E-B88F-63B024029958}" type="presParOf" srcId="{10B1767F-D672-1E48-B221-A854BB1B98EC}" destId="{BA2A8BD9-59FD-F94C-90F0-1C18FF057C58}" srcOrd="0" destOrd="0" presId="urn:microsoft.com/office/officeart/2008/layout/LinedList"/>
    <dgm:cxn modelId="{A36C19D6-AC5F-F644-AAE0-8B8D50ED74DB}" type="presParOf" srcId="{10B1767F-D672-1E48-B221-A854BB1B98EC}" destId="{55803245-9BC9-BF49-8525-D97A2D4CBA82}" srcOrd="1" destOrd="0" presId="urn:microsoft.com/office/officeart/2008/layout/LinedList"/>
    <dgm:cxn modelId="{4285213A-2B6A-BC4E-A15C-0DB2624BD942}" type="presParOf" srcId="{9A508BD3-1537-4640-BD19-55813ACB0B54}" destId="{A6C89169-6C83-3445-B99F-C372419F0E93}" srcOrd="10" destOrd="0" presId="urn:microsoft.com/office/officeart/2008/layout/LinedList"/>
    <dgm:cxn modelId="{173B4A27-FBAE-A540-B861-03ACB96AD548}" type="presParOf" srcId="{9A508BD3-1537-4640-BD19-55813ACB0B54}" destId="{910C7FF9-2320-D346-8215-21E7D07AEAF8}" srcOrd="11" destOrd="0" presId="urn:microsoft.com/office/officeart/2008/layout/LinedList"/>
    <dgm:cxn modelId="{8CF2C75A-E005-FD42-BD83-7966843BD027}" type="presParOf" srcId="{910C7FF9-2320-D346-8215-21E7D07AEAF8}" destId="{6B5ADE8D-5AC4-614F-90D2-3B90531602AE}" srcOrd="0" destOrd="0" presId="urn:microsoft.com/office/officeart/2008/layout/LinedList"/>
    <dgm:cxn modelId="{B7C63054-E1D2-DE44-BD51-355A9C905C34}" type="presParOf" srcId="{910C7FF9-2320-D346-8215-21E7D07AEAF8}" destId="{963CC74B-EB72-2747-8A40-6ABCAF0D3632}" srcOrd="1" destOrd="0" presId="urn:microsoft.com/office/officeart/2008/layout/LinedList"/>
    <dgm:cxn modelId="{0FF8C037-6370-D540-AFBE-8FEFE56C7908}" type="presParOf" srcId="{9A508BD3-1537-4640-BD19-55813ACB0B54}" destId="{5FB2EBF6-7DF6-3E40-BF6C-4C5F091597D7}" srcOrd="12" destOrd="0" presId="urn:microsoft.com/office/officeart/2008/layout/LinedList"/>
    <dgm:cxn modelId="{7B5C8495-7F42-DB48-BEEF-18165495F0AF}" type="presParOf" srcId="{9A508BD3-1537-4640-BD19-55813ACB0B54}" destId="{32EE4DC0-2EAD-BF49-8FAD-8554FB4320FE}" srcOrd="13" destOrd="0" presId="urn:microsoft.com/office/officeart/2008/layout/LinedList"/>
    <dgm:cxn modelId="{DBA3200F-E838-E242-B9A6-8B4480EB6B65}" type="presParOf" srcId="{32EE4DC0-2EAD-BF49-8FAD-8554FB4320FE}" destId="{30B62918-0769-BF4B-9445-ACC82DEE139E}" srcOrd="0" destOrd="0" presId="urn:microsoft.com/office/officeart/2008/layout/LinedList"/>
    <dgm:cxn modelId="{03A190E9-68AD-4445-97DE-6AB2A2C9A12E}" type="presParOf" srcId="{32EE4DC0-2EAD-BF49-8FAD-8554FB4320FE}" destId="{5853BD24-5809-4241-A9D7-00D1885DB53B}" srcOrd="1" destOrd="0" presId="urn:microsoft.com/office/officeart/2008/layout/LinedList"/>
    <dgm:cxn modelId="{F6053665-2803-CA45-A35A-533430AC5D13}" type="presParOf" srcId="{9A508BD3-1537-4640-BD19-55813ACB0B54}" destId="{E56E3D24-1B2C-E14F-8A91-4587B1F33BCD}" srcOrd="14" destOrd="0" presId="urn:microsoft.com/office/officeart/2008/layout/LinedList"/>
    <dgm:cxn modelId="{474D16B5-B9F0-2844-8AB9-351FAE0BBC87}" type="presParOf" srcId="{9A508BD3-1537-4640-BD19-55813ACB0B54}" destId="{C12FE245-DC58-2F4D-A44C-5A3678B70FC9}" srcOrd="15" destOrd="0" presId="urn:microsoft.com/office/officeart/2008/layout/LinedList"/>
    <dgm:cxn modelId="{96AA2B80-402F-B742-A2D6-E24AFB4E196C}" type="presParOf" srcId="{C12FE245-DC58-2F4D-A44C-5A3678B70FC9}" destId="{D8AB0DE6-753B-A74E-A872-B4BD33B7D0A3}" srcOrd="0" destOrd="0" presId="urn:microsoft.com/office/officeart/2008/layout/LinedList"/>
    <dgm:cxn modelId="{B07020C2-30A8-7145-B089-BBBE4DD31708}" type="presParOf" srcId="{C12FE245-DC58-2F4D-A44C-5A3678B70FC9}" destId="{5579618A-9D36-4642-88A1-2FA47E0850E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E3D721D-8E56-4E69-ADCA-AFF0963F6C6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001511E-F4AF-4E44-A99E-4BAF3C955E6D}">
      <dgm:prSet/>
      <dgm:spPr/>
      <dgm:t>
        <a:bodyPr/>
        <a:lstStyle/>
        <a:p>
          <a:r>
            <a:rPr lang="en-MY" b="1"/>
            <a:t>Not a silver bullet</a:t>
          </a:r>
          <a:r>
            <a:rPr lang="en-MY"/>
            <a:t>: Patterns don’t solve all design problems automatically.</a:t>
          </a:r>
          <a:endParaRPr lang="en-US"/>
        </a:p>
      </dgm:t>
    </dgm:pt>
    <dgm:pt modelId="{A5690B94-4181-42C5-BD40-13EB1505FE75}" type="parTrans" cxnId="{10CD52E1-9BA6-4D8F-BC24-0135A96DE0F2}">
      <dgm:prSet/>
      <dgm:spPr/>
      <dgm:t>
        <a:bodyPr/>
        <a:lstStyle/>
        <a:p>
          <a:endParaRPr lang="en-US"/>
        </a:p>
      </dgm:t>
    </dgm:pt>
    <dgm:pt modelId="{8AA0DED5-BEDA-407D-9E8E-B013385E3F73}" type="sibTrans" cxnId="{10CD52E1-9BA6-4D8F-BC24-0135A96DE0F2}">
      <dgm:prSet/>
      <dgm:spPr/>
      <dgm:t>
        <a:bodyPr/>
        <a:lstStyle/>
        <a:p>
          <a:endParaRPr lang="en-US"/>
        </a:p>
      </dgm:t>
    </dgm:pt>
    <dgm:pt modelId="{59DFBB5C-9348-4479-B7FC-349BABE6DB77}">
      <dgm:prSet/>
      <dgm:spPr/>
      <dgm:t>
        <a:bodyPr/>
        <a:lstStyle/>
        <a:p>
          <a:r>
            <a:rPr lang="en-MY" b="1"/>
            <a:t>Not libraries or frameworks</a:t>
          </a:r>
          <a:r>
            <a:rPr lang="en-MY"/>
            <a:t>: They're conceptual solutions, not plug-and-play code.</a:t>
          </a:r>
          <a:endParaRPr lang="en-US"/>
        </a:p>
      </dgm:t>
    </dgm:pt>
    <dgm:pt modelId="{380FE628-19C4-433F-AE04-F2715E76C47E}" type="parTrans" cxnId="{CCAA0328-A83B-4365-B722-D27CEC77E883}">
      <dgm:prSet/>
      <dgm:spPr/>
      <dgm:t>
        <a:bodyPr/>
        <a:lstStyle/>
        <a:p>
          <a:endParaRPr lang="en-US"/>
        </a:p>
      </dgm:t>
    </dgm:pt>
    <dgm:pt modelId="{ABBD79FC-F5E5-472F-A528-B5A2F962A76A}" type="sibTrans" cxnId="{CCAA0328-A83B-4365-B722-D27CEC77E883}">
      <dgm:prSet/>
      <dgm:spPr/>
      <dgm:t>
        <a:bodyPr/>
        <a:lstStyle/>
        <a:p>
          <a:endParaRPr lang="en-US"/>
        </a:p>
      </dgm:t>
    </dgm:pt>
    <dgm:pt modelId="{E641A55F-B67C-45BD-A9F5-3EB8346CFCCD}">
      <dgm:prSet/>
      <dgm:spPr/>
      <dgm:t>
        <a:bodyPr/>
        <a:lstStyle/>
        <a:p>
          <a:r>
            <a:rPr lang="en-MY" b="1"/>
            <a:t>Can be misused</a:t>
          </a:r>
          <a:r>
            <a:rPr lang="en-MY"/>
            <a:t>: Applying a pattern where it doesn't fit can lead to unnecessary complexity (aka "patternitis").</a:t>
          </a:r>
          <a:endParaRPr lang="en-US"/>
        </a:p>
      </dgm:t>
    </dgm:pt>
    <dgm:pt modelId="{B43AA991-3871-494A-86C9-C4163599C3C4}" type="parTrans" cxnId="{3AE44D9E-1230-4C62-9C23-A9657F10E9A7}">
      <dgm:prSet/>
      <dgm:spPr/>
      <dgm:t>
        <a:bodyPr/>
        <a:lstStyle/>
        <a:p>
          <a:endParaRPr lang="en-US"/>
        </a:p>
      </dgm:t>
    </dgm:pt>
    <dgm:pt modelId="{910F0478-DDB8-4751-8E2E-444837B79FD0}" type="sibTrans" cxnId="{3AE44D9E-1230-4C62-9C23-A9657F10E9A7}">
      <dgm:prSet/>
      <dgm:spPr/>
      <dgm:t>
        <a:bodyPr/>
        <a:lstStyle/>
        <a:p>
          <a:endParaRPr lang="en-US"/>
        </a:p>
      </dgm:t>
    </dgm:pt>
    <dgm:pt modelId="{BFF16398-9DBE-4311-AEE8-69CCF9785165}" type="pres">
      <dgm:prSet presAssocID="{8E3D721D-8E56-4E69-ADCA-AFF0963F6C64}" presName="root" presStyleCnt="0">
        <dgm:presLayoutVars>
          <dgm:dir/>
          <dgm:resizeHandles val="exact"/>
        </dgm:presLayoutVars>
      </dgm:prSet>
      <dgm:spPr/>
    </dgm:pt>
    <dgm:pt modelId="{071EAF68-4C09-47A0-879C-E3F5E174D866}" type="pres">
      <dgm:prSet presAssocID="{8001511E-F4AF-4E44-A99E-4BAF3C955E6D}" presName="compNode" presStyleCnt="0"/>
      <dgm:spPr/>
    </dgm:pt>
    <dgm:pt modelId="{F9D358F0-B24E-4326-AE3E-C1079033E756}" type="pres">
      <dgm:prSet presAssocID="{8001511E-F4AF-4E44-A99E-4BAF3C955E6D}" presName="bgRect" presStyleLbl="bgShp" presStyleIdx="0" presStyleCnt="3"/>
      <dgm:spPr/>
    </dgm:pt>
    <dgm:pt modelId="{FBF90657-BB0A-4129-85A0-261506A9C2B7}" type="pres">
      <dgm:prSet presAssocID="{8001511E-F4AF-4E44-A99E-4BAF3C955E6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cycle Sign"/>
        </a:ext>
      </dgm:extLst>
    </dgm:pt>
    <dgm:pt modelId="{932AA815-4084-4BB6-B364-4311B2F39896}" type="pres">
      <dgm:prSet presAssocID="{8001511E-F4AF-4E44-A99E-4BAF3C955E6D}" presName="spaceRect" presStyleCnt="0"/>
      <dgm:spPr/>
    </dgm:pt>
    <dgm:pt modelId="{555CCE67-9A36-4437-BB19-DF77F8E147E2}" type="pres">
      <dgm:prSet presAssocID="{8001511E-F4AF-4E44-A99E-4BAF3C955E6D}" presName="parTx" presStyleLbl="revTx" presStyleIdx="0" presStyleCnt="3">
        <dgm:presLayoutVars>
          <dgm:chMax val="0"/>
          <dgm:chPref val="0"/>
        </dgm:presLayoutVars>
      </dgm:prSet>
      <dgm:spPr/>
    </dgm:pt>
    <dgm:pt modelId="{2374B4F8-D3E8-48C0-82FD-74D305962B01}" type="pres">
      <dgm:prSet presAssocID="{8AA0DED5-BEDA-407D-9E8E-B013385E3F73}" presName="sibTrans" presStyleCnt="0"/>
      <dgm:spPr/>
    </dgm:pt>
    <dgm:pt modelId="{8BF862A5-723A-450D-BA36-9D91EB11BAD6}" type="pres">
      <dgm:prSet presAssocID="{59DFBB5C-9348-4479-B7FC-349BABE6DB77}" presName="compNode" presStyleCnt="0"/>
      <dgm:spPr/>
    </dgm:pt>
    <dgm:pt modelId="{B29B5E53-516D-429A-9134-A89C3AC8A52E}" type="pres">
      <dgm:prSet presAssocID="{59DFBB5C-9348-4479-B7FC-349BABE6DB77}" presName="bgRect" presStyleLbl="bgShp" presStyleIdx="1" presStyleCnt="3"/>
      <dgm:spPr/>
    </dgm:pt>
    <dgm:pt modelId="{5DADA136-AF2A-40F1-84F2-E21D484CFA4A}" type="pres">
      <dgm:prSet presAssocID="{59DFBB5C-9348-4479-B7FC-349BABE6DB7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D208FA2A-56D8-4794-AA30-317D2CD1AE68}" type="pres">
      <dgm:prSet presAssocID="{59DFBB5C-9348-4479-B7FC-349BABE6DB77}" presName="spaceRect" presStyleCnt="0"/>
      <dgm:spPr/>
    </dgm:pt>
    <dgm:pt modelId="{C264A1D2-8135-4D77-A7D0-BDC0D0E4D4CC}" type="pres">
      <dgm:prSet presAssocID="{59DFBB5C-9348-4479-B7FC-349BABE6DB77}" presName="parTx" presStyleLbl="revTx" presStyleIdx="1" presStyleCnt="3">
        <dgm:presLayoutVars>
          <dgm:chMax val="0"/>
          <dgm:chPref val="0"/>
        </dgm:presLayoutVars>
      </dgm:prSet>
      <dgm:spPr/>
    </dgm:pt>
    <dgm:pt modelId="{A50F2A9F-C005-49C8-96F9-C9996299A85D}" type="pres">
      <dgm:prSet presAssocID="{ABBD79FC-F5E5-472F-A528-B5A2F962A76A}" presName="sibTrans" presStyleCnt="0"/>
      <dgm:spPr/>
    </dgm:pt>
    <dgm:pt modelId="{1FE078D8-ACCC-4FAF-BB32-3B0E07E833D3}" type="pres">
      <dgm:prSet presAssocID="{E641A55F-B67C-45BD-A9F5-3EB8346CFCCD}" presName="compNode" presStyleCnt="0"/>
      <dgm:spPr/>
    </dgm:pt>
    <dgm:pt modelId="{34BC996D-2F17-495A-9465-6B56E565C97E}" type="pres">
      <dgm:prSet presAssocID="{E641A55F-B67C-45BD-A9F5-3EB8346CFCCD}" presName="bgRect" presStyleLbl="bgShp" presStyleIdx="2" presStyleCnt="3"/>
      <dgm:spPr/>
    </dgm:pt>
    <dgm:pt modelId="{F1CEA21A-7AA9-4C5C-A9D7-97603D307579}" type="pres">
      <dgm:prSet presAssocID="{E641A55F-B67C-45BD-A9F5-3EB8346CFCC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CD4807F4-CE0D-4730-AAD4-17973377DFB6}" type="pres">
      <dgm:prSet presAssocID="{E641A55F-B67C-45BD-A9F5-3EB8346CFCCD}" presName="spaceRect" presStyleCnt="0"/>
      <dgm:spPr/>
    </dgm:pt>
    <dgm:pt modelId="{E3BE0DE7-54DC-4866-8B4A-8FD38C010488}" type="pres">
      <dgm:prSet presAssocID="{E641A55F-B67C-45BD-A9F5-3EB8346CFCCD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DF5D203-7BA1-46E7-8242-E084A08C5A4F}" type="presOf" srcId="{59DFBB5C-9348-4479-B7FC-349BABE6DB77}" destId="{C264A1D2-8135-4D77-A7D0-BDC0D0E4D4CC}" srcOrd="0" destOrd="0" presId="urn:microsoft.com/office/officeart/2018/2/layout/IconVerticalSolidList"/>
    <dgm:cxn modelId="{514C5623-6C20-4F24-B66D-7545FF0E0E6C}" type="presOf" srcId="{8E3D721D-8E56-4E69-ADCA-AFF0963F6C64}" destId="{BFF16398-9DBE-4311-AEE8-69CCF9785165}" srcOrd="0" destOrd="0" presId="urn:microsoft.com/office/officeart/2018/2/layout/IconVerticalSolidList"/>
    <dgm:cxn modelId="{CCAA0328-A83B-4365-B722-D27CEC77E883}" srcId="{8E3D721D-8E56-4E69-ADCA-AFF0963F6C64}" destId="{59DFBB5C-9348-4479-B7FC-349BABE6DB77}" srcOrd="1" destOrd="0" parTransId="{380FE628-19C4-433F-AE04-F2715E76C47E}" sibTransId="{ABBD79FC-F5E5-472F-A528-B5A2F962A76A}"/>
    <dgm:cxn modelId="{55E4DC92-D8FF-4D55-87FC-97A3577D4AF6}" type="presOf" srcId="{8001511E-F4AF-4E44-A99E-4BAF3C955E6D}" destId="{555CCE67-9A36-4437-BB19-DF77F8E147E2}" srcOrd="0" destOrd="0" presId="urn:microsoft.com/office/officeart/2018/2/layout/IconVerticalSolidList"/>
    <dgm:cxn modelId="{3AE44D9E-1230-4C62-9C23-A9657F10E9A7}" srcId="{8E3D721D-8E56-4E69-ADCA-AFF0963F6C64}" destId="{E641A55F-B67C-45BD-A9F5-3EB8346CFCCD}" srcOrd="2" destOrd="0" parTransId="{B43AA991-3871-494A-86C9-C4163599C3C4}" sibTransId="{910F0478-DDB8-4751-8E2E-444837B79FD0}"/>
    <dgm:cxn modelId="{588A87D8-EC6A-4A9F-BCD5-F8C2FEC139AC}" type="presOf" srcId="{E641A55F-B67C-45BD-A9F5-3EB8346CFCCD}" destId="{E3BE0DE7-54DC-4866-8B4A-8FD38C010488}" srcOrd="0" destOrd="0" presId="urn:microsoft.com/office/officeart/2018/2/layout/IconVerticalSolidList"/>
    <dgm:cxn modelId="{10CD52E1-9BA6-4D8F-BC24-0135A96DE0F2}" srcId="{8E3D721D-8E56-4E69-ADCA-AFF0963F6C64}" destId="{8001511E-F4AF-4E44-A99E-4BAF3C955E6D}" srcOrd="0" destOrd="0" parTransId="{A5690B94-4181-42C5-BD40-13EB1505FE75}" sibTransId="{8AA0DED5-BEDA-407D-9E8E-B013385E3F73}"/>
    <dgm:cxn modelId="{F34A0B83-298D-4291-AFE2-0E904647BDDC}" type="presParOf" srcId="{BFF16398-9DBE-4311-AEE8-69CCF9785165}" destId="{071EAF68-4C09-47A0-879C-E3F5E174D866}" srcOrd="0" destOrd="0" presId="urn:microsoft.com/office/officeart/2018/2/layout/IconVerticalSolidList"/>
    <dgm:cxn modelId="{39BFBC13-E212-4F2E-A5D2-3169CE13D8FF}" type="presParOf" srcId="{071EAF68-4C09-47A0-879C-E3F5E174D866}" destId="{F9D358F0-B24E-4326-AE3E-C1079033E756}" srcOrd="0" destOrd="0" presId="urn:microsoft.com/office/officeart/2018/2/layout/IconVerticalSolidList"/>
    <dgm:cxn modelId="{EEF36631-A377-40D5-BACD-871147F4257E}" type="presParOf" srcId="{071EAF68-4C09-47A0-879C-E3F5E174D866}" destId="{FBF90657-BB0A-4129-85A0-261506A9C2B7}" srcOrd="1" destOrd="0" presId="urn:microsoft.com/office/officeart/2018/2/layout/IconVerticalSolidList"/>
    <dgm:cxn modelId="{4F7ACD6A-6E55-4424-99EC-C7E5B3B64540}" type="presParOf" srcId="{071EAF68-4C09-47A0-879C-E3F5E174D866}" destId="{932AA815-4084-4BB6-B364-4311B2F39896}" srcOrd="2" destOrd="0" presId="urn:microsoft.com/office/officeart/2018/2/layout/IconVerticalSolidList"/>
    <dgm:cxn modelId="{25B7849E-2C8F-4E9A-B188-EF4A4B5C17D3}" type="presParOf" srcId="{071EAF68-4C09-47A0-879C-E3F5E174D866}" destId="{555CCE67-9A36-4437-BB19-DF77F8E147E2}" srcOrd="3" destOrd="0" presId="urn:microsoft.com/office/officeart/2018/2/layout/IconVerticalSolidList"/>
    <dgm:cxn modelId="{FC96F892-4D25-4231-AE07-1513A0B246A0}" type="presParOf" srcId="{BFF16398-9DBE-4311-AEE8-69CCF9785165}" destId="{2374B4F8-D3E8-48C0-82FD-74D305962B01}" srcOrd="1" destOrd="0" presId="urn:microsoft.com/office/officeart/2018/2/layout/IconVerticalSolidList"/>
    <dgm:cxn modelId="{1A62CA6D-F0A4-46B0-815C-367FAA16AE45}" type="presParOf" srcId="{BFF16398-9DBE-4311-AEE8-69CCF9785165}" destId="{8BF862A5-723A-450D-BA36-9D91EB11BAD6}" srcOrd="2" destOrd="0" presId="urn:microsoft.com/office/officeart/2018/2/layout/IconVerticalSolidList"/>
    <dgm:cxn modelId="{420E9AE7-B62F-4126-A9C0-BA841DB9822E}" type="presParOf" srcId="{8BF862A5-723A-450D-BA36-9D91EB11BAD6}" destId="{B29B5E53-516D-429A-9134-A89C3AC8A52E}" srcOrd="0" destOrd="0" presId="urn:microsoft.com/office/officeart/2018/2/layout/IconVerticalSolidList"/>
    <dgm:cxn modelId="{2C9FB105-792D-4969-918C-772530081A02}" type="presParOf" srcId="{8BF862A5-723A-450D-BA36-9D91EB11BAD6}" destId="{5DADA136-AF2A-40F1-84F2-E21D484CFA4A}" srcOrd="1" destOrd="0" presId="urn:microsoft.com/office/officeart/2018/2/layout/IconVerticalSolidList"/>
    <dgm:cxn modelId="{01507FC5-B891-484C-BD47-73BE3796B5D5}" type="presParOf" srcId="{8BF862A5-723A-450D-BA36-9D91EB11BAD6}" destId="{D208FA2A-56D8-4794-AA30-317D2CD1AE68}" srcOrd="2" destOrd="0" presId="urn:microsoft.com/office/officeart/2018/2/layout/IconVerticalSolidList"/>
    <dgm:cxn modelId="{A9E6BEC5-EEED-44DA-ABAB-6C6DB85DA618}" type="presParOf" srcId="{8BF862A5-723A-450D-BA36-9D91EB11BAD6}" destId="{C264A1D2-8135-4D77-A7D0-BDC0D0E4D4CC}" srcOrd="3" destOrd="0" presId="urn:microsoft.com/office/officeart/2018/2/layout/IconVerticalSolidList"/>
    <dgm:cxn modelId="{34E605E8-3EA0-4E74-805C-2CCB310A9F19}" type="presParOf" srcId="{BFF16398-9DBE-4311-AEE8-69CCF9785165}" destId="{A50F2A9F-C005-49C8-96F9-C9996299A85D}" srcOrd="3" destOrd="0" presId="urn:microsoft.com/office/officeart/2018/2/layout/IconVerticalSolidList"/>
    <dgm:cxn modelId="{5C0D7E41-ABB2-481B-93D6-5776E38AC5A2}" type="presParOf" srcId="{BFF16398-9DBE-4311-AEE8-69CCF9785165}" destId="{1FE078D8-ACCC-4FAF-BB32-3B0E07E833D3}" srcOrd="4" destOrd="0" presId="urn:microsoft.com/office/officeart/2018/2/layout/IconVerticalSolidList"/>
    <dgm:cxn modelId="{B94A6518-4F6F-47A6-AADF-072ECADEC884}" type="presParOf" srcId="{1FE078D8-ACCC-4FAF-BB32-3B0E07E833D3}" destId="{34BC996D-2F17-495A-9465-6B56E565C97E}" srcOrd="0" destOrd="0" presId="urn:microsoft.com/office/officeart/2018/2/layout/IconVerticalSolidList"/>
    <dgm:cxn modelId="{8D066D16-88BB-4165-B4CF-E3AABAD71D09}" type="presParOf" srcId="{1FE078D8-ACCC-4FAF-BB32-3B0E07E833D3}" destId="{F1CEA21A-7AA9-4C5C-A9D7-97603D307579}" srcOrd="1" destOrd="0" presId="urn:microsoft.com/office/officeart/2018/2/layout/IconVerticalSolidList"/>
    <dgm:cxn modelId="{EAF1DE21-ED7C-49B3-A81C-6E09B6FAD9B7}" type="presParOf" srcId="{1FE078D8-ACCC-4FAF-BB32-3B0E07E833D3}" destId="{CD4807F4-CE0D-4730-AAD4-17973377DFB6}" srcOrd="2" destOrd="0" presId="urn:microsoft.com/office/officeart/2018/2/layout/IconVerticalSolidList"/>
    <dgm:cxn modelId="{F2038407-D8F5-4E25-8C5E-3DAB37246A4E}" type="presParOf" srcId="{1FE078D8-ACCC-4FAF-BB32-3B0E07E833D3}" destId="{E3BE0DE7-54DC-4866-8B4A-8FD38C01048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739E74-1F29-48A2-8D62-3A3DC8BB2B98}">
      <dsp:nvSpPr>
        <dsp:cNvPr id="0" name=""/>
        <dsp:cNvSpPr/>
      </dsp:nvSpPr>
      <dsp:spPr>
        <a:xfrm>
          <a:off x="0" y="2401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DE6C7F-41C4-4D3B-A132-0152D806FCFF}">
      <dsp:nvSpPr>
        <dsp:cNvPr id="0" name=""/>
        <dsp:cNvSpPr/>
      </dsp:nvSpPr>
      <dsp:spPr>
        <a:xfrm>
          <a:off x="368211" y="276278"/>
          <a:ext cx="669475" cy="6694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173ED5-ED57-4A57-A6F2-E8FCA096DA2B}">
      <dsp:nvSpPr>
        <dsp:cNvPr id="0" name=""/>
        <dsp:cNvSpPr/>
      </dsp:nvSpPr>
      <dsp:spPr>
        <a:xfrm>
          <a:off x="1405898" y="2401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100" b="1" kern="1200" dirty="0"/>
            <a:t>Design patterns</a:t>
          </a:r>
          <a:r>
            <a:rPr lang="en-MY" sz="2100" kern="1200" dirty="0"/>
            <a:t> are </a:t>
          </a:r>
          <a:r>
            <a:rPr lang="en-MY" sz="2100" b="1" kern="1200" dirty="0"/>
            <a:t>proven, reusable solutions to common problems</a:t>
          </a:r>
          <a:r>
            <a:rPr lang="en-MY" sz="2100" kern="1200" dirty="0"/>
            <a:t> that occur in software design. </a:t>
          </a:r>
          <a:endParaRPr lang="en-US" sz="2100" kern="1200" dirty="0"/>
        </a:p>
      </dsp:txBody>
      <dsp:txXfrm>
        <a:off x="1405898" y="2401"/>
        <a:ext cx="5543541" cy="1217228"/>
      </dsp:txXfrm>
    </dsp:sp>
    <dsp:sp modelId="{2414CFA6-0A5E-45C0-9390-E3E71C6E36B8}">
      <dsp:nvSpPr>
        <dsp:cNvPr id="0" name=""/>
        <dsp:cNvSpPr/>
      </dsp:nvSpPr>
      <dsp:spPr>
        <a:xfrm>
          <a:off x="0" y="1523937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8E1699-7563-4708-A914-D6BA7ACF8ECE}">
      <dsp:nvSpPr>
        <dsp:cNvPr id="0" name=""/>
        <dsp:cNvSpPr/>
      </dsp:nvSpPr>
      <dsp:spPr>
        <a:xfrm>
          <a:off x="368211" y="1797813"/>
          <a:ext cx="669475" cy="6694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CF17F9-30A9-4430-A68E-72BE91CB1178}">
      <dsp:nvSpPr>
        <dsp:cNvPr id="0" name=""/>
        <dsp:cNvSpPr/>
      </dsp:nvSpPr>
      <dsp:spPr>
        <a:xfrm>
          <a:off x="1405898" y="1523937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100" kern="1200"/>
            <a:t>They are </a:t>
          </a:r>
          <a:r>
            <a:rPr lang="en-MY" sz="2100" b="1" kern="1200"/>
            <a:t>not code templates</a:t>
          </a:r>
          <a:r>
            <a:rPr lang="en-MY" sz="2100" kern="1200"/>
            <a:t>, but </a:t>
          </a:r>
          <a:endParaRPr lang="en-US" sz="2100" kern="1200"/>
        </a:p>
      </dsp:txBody>
      <dsp:txXfrm>
        <a:off x="1405898" y="1523937"/>
        <a:ext cx="5543541" cy="1217228"/>
      </dsp:txXfrm>
    </dsp:sp>
    <dsp:sp modelId="{4D6F1EDF-C0D3-41AC-ACB2-6BAFE275DE96}">
      <dsp:nvSpPr>
        <dsp:cNvPr id="0" name=""/>
        <dsp:cNvSpPr/>
      </dsp:nvSpPr>
      <dsp:spPr>
        <a:xfrm>
          <a:off x="0" y="3045472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552EA0-3798-4136-B195-BA57359467A9}">
      <dsp:nvSpPr>
        <dsp:cNvPr id="0" name=""/>
        <dsp:cNvSpPr/>
      </dsp:nvSpPr>
      <dsp:spPr>
        <a:xfrm>
          <a:off x="368211" y="3319348"/>
          <a:ext cx="669475" cy="6694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B79D3A-B1B2-4F17-B196-C5D6E26296F7}">
      <dsp:nvSpPr>
        <dsp:cNvPr id="0" name=""/>
        <dsp:cNvSpPr/>
      </dsp:nvSpPr>
      <dsp:spPr>
        <a:xfrm>
          <a:off x="1405898" y="3045472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100" kern="1200"/>
            <a:t>rather </a:t>
          </a:r>
          <a:r>
            <a:rPr lang="en-MY" sz="2100" b="1" kern="1200"/>
            <a:t>descriptions or blueprints</a:t>
          </a:r>
          <a:r>
            <a:rPr lang="en-MY" sz="2100" kern="1200"/>
            <a:t> that help developers solve design issues in a consistent and efficient way.</a:t>
          </a:r>
          <a:endParaRPr lang="en-US" sz="2100" kern="1200"/>
        </a:p>
      </dsp:txBody>
      <dsp:txXfrm>
        <a:off x="1405898" y="3045472"/>
        <a:ext cx="5543541" cy="1217228"/>
      </dsp:txXfrm>
    </dsp:sp>
    <dsp:sp modelId="{EAB58CFE-7D2F-4876-BD4C-97F7447506ED}">
      <dsp:nvSpPr>
        <dsp:cNvPr id="0" name=""/>
        <dsp:cNvSpPr/>
      </dsp:nvSpPr>
      <dsp:spPr>
        <a:xfrm>
          <a:off x="0" y="4567007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CA876B-C382-4413-90FF-6F5BD8CAE13E}">
      <dsp:nvSpPr>
        <dsp:cNvPr id="0" name=""/>
        <dsp:cNvSpPr/>
      </dsp:nvSpPr>
      <dsp:spPr>
        <a:xfrm>
          <a:off x="368211" y="4840884"/>
          <a:ext cx="669475" cy="66947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8B7A31-26D8-4F5D-86BC-64BE6016F590}">
      <dsp:nvSpPr>
        <dsp:cNvPr id="0" name=""/>
        <dsp:cNvSpPr/>
      </dsp:nvSpPr>
      <dsp:spPr>
        <a:xfrm>
          <a:off x="1405898" y="4567007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100" b="1" kern="1200"/>
            <a:t>Design Pattern</a:t>
          </a:r>
          <a:r>
            <a:rPr lang="en-MY" sz="2100" kern="1200"/>
            <a:t> = A general, reusable solution to a commonly occurring problem within a given context in software design.</a:t>
          </a:r>
          <a:endParaRPr lang="en-US" sz="2100" kern="1200"/>
        </a:p>
      </dsp:txBody>
      <dsp:txXfrm>
        <a:off x="1405898" y="4567007"/>
        <a:ext cx="5543541" cy="121722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D25E9C-FE6B-4F90-BEC0-CF9F73B0DB83}">
      <dsp:nvSpPr>
        <dsp:cNvPr id="0" name=""/>
        <dsp:cNvSpPr/>
      </dsp:nvSpPr>
      <dsp:spPr>
        <a:xfrm>
          <a:off x="0" y="2401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9C4AE6-DD91-4181-82C4-D1E60456A0ED}">
      <dsp:nvSpPr>
        <dsp:cNvPr id="0" name=""/>
        <dsp:cNvSpPr/>
      </dsp:nvSpPr>
      <dsp:spPr>
        <a:xfrm>
          <a:off x="368211" y="276278"/>
          <a:ext cx="669475" cy="6694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3FA605-BE58-4380-94B3-582CFE418597}">
      <dsp:nvSpPr>
        <dsp:cNvPr id="0" name=""/>
        <dsp:cNvSpPr/>
      </dsp:nvSpPr>
      <dsp:spPr>
        <a:xfrm>
          <a:off x="1405898" y="2401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200" kern="1200"/>
            <a:t>Promote </a:t>
          </a:r>
          <a:r>
            <a:rPr lang="en-MY" sz="2200" b="1" kern="1200"/>
            <a:t>best practices</a:t>
          </a:r>
          <a:r>
            <a:rPr lang="en-MY" sz="2200" kern="1200"/>
            <a:t> in design</a:t>
          </a:r>
          <a:endParaRPr lang="en-US" sz="2200" kern="1200"/>
        </a:p>
      </dsp:txBody>
      <dsp:txXfrm>
        <a:off x="1405898" y="2401"/>
        <a:ext cx="5543541" cy="1217228"/>
      </dsp:txXfrm>
    </dsp:sp>
    <dsp:sp modelId="{A5CBF765-EF04-449F-AD75-A7E74F1B837F}">
      <dsp:nvSpPr>
        <dsp:cNvPr id="0" name=""/>
        <dsp:cNvSpPr/>
      </dsp:nvSpPr>
      <dsp:spPr>
        <a:xfrm>
          <a:off x="0" y="1523937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B47C2F-7BCC-4B81-9D5D-F7177FDCEDF6}">
      <dsp:nvSpPr>
        <dsp:cNvPr id="0" name=""/>
        <dsp:cNvSpPr/>
      </dsp:nvSpPr>
      <dsp:spPr>
        <a:xfrm>
          <a:off x="368211" y="1797813"/>
          <a:ext cx="669475" cy="6694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5047D7-2D46-4D4E-9F59-D9D252F2CF6D}">
      <dsp:nvSpPr>
        <dsp:cNvPr id="0" name=""/>
        <dsp:cNvSpPr/>
      </dsp:nvSpPr>
      <dsp:spPr>
        <a:xfrm>
          <a:off x="1405898" y="1523937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200" kern="1200"/>
            <a:t>Improve </a:t>
          </a:r>
          <a:r>
            <a:rPr lang="en-MY" sz="2200" b="1" kern="1200"/>
            <a:t>code readability</a:t>
          </a:r>
          <a:r>
            <a:rPr lang="en-MY" sz="2200" kern="1200"/>
            <a:t>, </a:t>
          </a:r>
          <a:r>
            <a:rPr lang="en-MY" sz="2200" b="1" kern="1200"/>
            <a:t>reusability</a:t>
          </a:r>
          <a:r>
            <a:rPr lang="en-MY" sz="2200" kern="1200"/>
            <a:t>, and </a:t>
          </a:r>
          <a:r>
            <a:rPr lang="en-MY" sz="2200" b="1" kern="1200"/>
            <a:t>maintainability</a:t>
          </a:r>
          <a:endParaRPr lang="en-US" sz="2200" kern="1200"/>
        </a:p>
      </dsp:txBody>
      <dsp:txXfrm>
        <a:off x="1405898" y="1523937"/>
        <a:ext cx="5543541" cy="1217228"/>
      </dsp:txXfrm>
    </dsp:sp>
    <dsp:sp modelId="{CCA3C509-5BCE-4562-9E69-7C1764A8E383}">
      <dsp:nvSpPr>
        <dsp:cNvPr id="0" name=""/>
        <dsp:cNvSpPr/>
      </dsp:nvSpPr>
      <dsp:spPr>
        <a:xfrm>
          <a:off x="0" y="3045472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E8F964-5BBD-413F-B98F-E27ACE756511}">
      <dsp:nvSpPr>
        <dsp:cNvPr id="0" name=""/>
        <dsp:cNvSpPr/>
      </dsp:nvSpPr>
      <dsp:spPr>
        <a:xfrm>
          <a:off x="368211" y="3319348"/>
          <a:ext cx="669475" cy="6694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0F47F1-2348-4BCA-8EA9-1E09F4D7AD10}">
      <dsp:nvSpPr>
        <dsp:cNvPr id="0" name=""/>
        <dsp:cNvSpPr/>
      </dsp:nvSpPr>
      <dsp:spPr>
        <a:xfrm>
          <a:off x="1405898" y="3045472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200" kern="1200"/>
            <a:t>Provide a </a:t>
          </a:r>
          <a:r>
            <a:rPr lang="en-MY" sz="2200" b="1" kern="1200"/>
            <a:t>common vocabulary</a:t>
          </a:r>
          <a:r>
            <a:rPr lang="en-MY" sz="2200" kern="1200"/>
            <a:t> for designers and developers</a:t>
          </a:r>
          <a:endParaRPr lang="en-US" sz="2200" kern="1200"/>
        </a:p>
      </dsp:txBody>
      <dsp:txXfrm>
        <a:off x="1405898" y="3045472"/>
        <a:ext cx="5543541" cy="1217228"/>
      </dsp:txXfrm>
    </dsp:sp>
    <dsp:sp modelId="{0F7FC3AB-6B4B-4D9F-BE7B-33C790B3D8D1}">
      <dsp:nvSpPr>
        <dsp:cNvPr id="0" name=""/>
        <dsp:cNvSpPr/>
      </dsp:nvSpPr>
      <dsp:spPr>
        <a:xfrm>
          <a:off x="0" y="4567007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DD1055-E1DF-4F57-ACFA-A861D5F6AD02}">
      <dsp:nvSpPr>
        <dsp:cNvPr id="0" name=""/>
        <dsp:cNvSpPr/>
      </dsp:nvSpPr>
      <dsp:spPr>
        <a:xfrm>
          <a:off x="368211" y="4840884"/>
          <a:ext cx="669475" cy="66947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7B8C27-5719-49B0-AA39-8B1532B0E418}">
      <dsp:nvSpPr>
        <dsp:cNvPr id="0" name=""/>
        <dsp:cNvSpPr/>
      </dsp:nvSpPr>
      <dsp:spPr>
        <a:xfrm>
          <a:off x="1405898" y="4567007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200" kern="1200"/>
            <a:t>Prevent common pitfalls in software architecture</a:t>
          </a:r>
          <a:endParaRPr lang="en-US" sz="2200" kern="1200"/>
        </a:p>
      </dsp:txBody>
      <dsp:txXfrm>
        <a:off x="1405898" y="4567007"/>
        <a:ext cx="5543541" cy="121722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9B81D6-770E-6949-B871-DD90CCFD9FEF}">
      <dsp:nvSpPr>
        <dsp:cNvPr id="0" name=""/>
        <dsp:cNvSpPr/>
      </dsp:nvSpPr>
      <dsp:spPr>
        <a:xfrm>
          <a:off x="0" y="756156"/>
          <a:ext cx="6949440" cy="131917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kern="1200"/>
            <a:t>Creational Patterns</a:t>
          </a:r>
        </a:p>
      </dsp:txBody>
      <dsp:txXfrm>
        <a:off x="64397" y="820553"/>
        <a:ext cx="6820646" cy="1190381"/>
      </dsp:txXfrm>
    </dsp:sp>
    <dsp:sp modelId="{14BC2059-2E95-A447-8853-694D5EF69E87}">
      <dsp:nvSpPr>
        <dsp:cNvPr id="0" name=""/>
        <dsp:cNvSpPr/>
      </dsp:nvSpPr>
      <dsp:spPr>
        <a:xfrm>
          <a:off x="0" y="2233731"/>
          <a:ext cx="6949440" cy="1319175"/>
        </a:xfrm>
        <a:prstGeom prst="roundRect">
          <a:avLst/>
        </a:prstGeom>
        <a:solidFill>
          <a:schemeClr val="accent2">
            <a:hueOff val="-520665"/>
            <a:satOff val="-10816"/>
            <a:lumOff val="-29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kern="1200"/>
            <a:t>Structural Patterns</a:t>
          </a:r>
        </a:p>
      </dsp:txBody>
      <dsp:txXfrm>
        <a:off x="64397" y="2298128"/>
        <a:ext cx="6820646" cy="1190381"/>
      </dsp:txXfrm>
    </dsp:sp>
    <dsp:sp modelId="{99E5B35F-2442-6446-8C8A-0B0D2F9DA94C}">
      <dsp:nvSpPr>
        <dsp:cNvPr id="0" name=""/>
        <dsp:cNvSpPr/>
      </dsp:nvSpPr>
      <dsp:spPr>
        <a:xfrm>
          <a:off x="0" y="3711306"/>
          <a:ext cx="6949440" cy="1319175"/>
        </a:xfrm>
        <a:prstGeom prst="roundRect">
          <a:avLst/>
        </a:prstGeom>
        <a:solidFill>
          <a:schemeClr val="accent2">
            <a:hueOff val="-1041329"/>
            <a:satOff val="-21631"/>
            <a:lumOff val="-5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209550" rIns="209550" bIns="209550" numCol="1" spcCol="1270" anchor="ctr" anchorCtr="0">
          <a:noAutofit/>
        </a:bodyPr>
        <a:lstStyle/>
        <a:p>
          <a:pPr marL="0" lvl="0" indent="0" algn="l" defTabSz="2444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500" kern="1200"/>
            <a:t>Behavioral Patterns</a:t>
          </a:r>
        </a:p>
      </dsp:txBody>
      <dsp:txXfrm>
        <a:off x="64397" y="3775703"/>
        <a:ext cx="6820646" cy="119038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167644-551C-F241-9FF6-C5C7EAE05281}">
      <dsp:nvSpPr>
        <dsp:cNvPr id="0" name=""/>
        <dsp:cNvSpPr/>
      </dsp:nvSpPr>
      <dsp:spPr>
        <a:xfrm>
          <a:off x="0" y="0"/>
          <a:ext cx="694944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A8D14F-1981-E346-AAC7-A8F3CBF1C166}">
      <dsp:nvSpPr>
        <dsp:cNvPr id="0" name=""/>
        <dsp:cNvSpPr/>
      </dsp:nvSpPr>
      <dsp:spPr>
        <a:xfrm>
          <a:off x="0" y="0"/>
          <a:ext cx="6949440" cy="7233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000" b="1" kern="1200"/>
            <a:t>Reusability</a:t>
          </a:r>
          <a:r>
            <a:rPr lang="en-MY" sz="2000" kern="1200"/>
            <a:t>: Promotes reuse of proven design structures.</a:t>
          </a:r>
          <a:endParaRPr lang="en-US" sz="2000" kern="1200"/>
        </a:p>
      </dsp:txBody>
      <dsp:txXfrm>
        <a:off x="0" y="0"/>
        <a:ext cx="6949440" cy="723329"/>
      </dsp:txXfrm>
    </dsp:sp>
    <dsp:sp modelId="{C80BCFA2-5976-4C4D-879B-BF8B0313DD99}">
      <dsp:nvSpPr>
        <dsp:cNvPr id="0" name=""/>
        <dsp:cNvSpPr/>
      </dsp:nvSpPr>
      <dsp:spPr>
        <a:xfrm>
          <a:off x="0" y="723329"/>
          <a:ext cx="6949440" cy="0"/>
        </a:xfrm>
        <a:prstGeom prst="line">
          <a:avLst/>
        </a:prstGeom>
        <a:solidFill>
          <a:schemeClr val="accent2">
            <a:hueOff val="-148761"/>
            <a:satOff val="-3090"/>
            <a:lumOff val="-840"/>
            <a:alphaOff val="0"/>
          </a:schemeClr>
        </a:solidFill>
        <a:ln w="12700" cap="flat" cmpd="sng" algn="ctr">
          <a:solidFill>
            <a:schemeClr val="accent2">
              <a:hueOff val="-148761"/>
              <a:satOff val="-3090"/>
              <a:lumOff val="-84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93680A-B060-DF43-9EE6-155DE56EA8E2}">
      <dsp:nvSpPr>
        <dsp:cNvPr id="0" name=""/>
        <dsp:cNvSpPr/>
      </dsp:nvSpPr>
      <dsp:spPr>
        <a:xfrm>
          <a:off x="0" y="723329"/>
          <a:ext cx="6949440" cy="7233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000" b="1" kern="1200"/>
            <a:t>Efficiency</a:t>
          </a:r>
          <a:r>
            <a:rPr lang="en-MY" sz="2000" kern="1200"/>
            <a:t>: Speeds up development by solving common problems.</a:t>
          </a:r>
          <a:endParaRPr lang="en-US" sz="2000" kern="1200"/>
        </a:p>
      </dsp:txBody>
      <dsp:txXfrm>
        <a:off x="0" y="723329"/>
        <a:ext cx="6949440" cy="723329"/>
      </dsp:txXfrm>
    </dsp:sp>
    <dsp:sp modelId="{B7A70864-237B-694C-A4E6-0B7D2012C223}">
      <dsp:nvSpPr>
        <dsp:cNvPr id="0" name=""/>
        <dsp:cNvSpPr/>
      </dsp:nvSpPr>
      <dsp:spPr>
        <a:xfrm>
          <a:off x="0" y="1446659"/>
          <a:ext cx="6949440" cy="0"/>
        </a:xfrm>
        <a:prstGeom prst="line">
          <a:avLst/>
        </a:prstGeom>
        <a:solidFill>
          <a:schemeClr val="accent2">
            <a:hueOff val="-297523"/>
            <a:satOff val="-6180"/>
            <a:lumOff val="-1681"/>
            <a:alphaOff val="0"/>
          </a:schemeClr>
        </a:solidFill>
        <a:ln w="12700" cap="flat" cmpd="sng" algn="ctr">
          <a:solidFill>
            <a:schemeClr val="accent2">
              <a:hueOff val="-297523"/>
              <a:satOff val="-6180"/>
              <a:lumOff val="-168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B4892F-4822-5948-AD32-F8BF9CEED0EA}">
      <dsp:nvSpPr>
        <dsp:cNvPr id="0" name=""/>
        <dsp:cNvSpPr/>
      </dsp:nvSpPr>
      <dsp:spPr>
        <a:xfrm>
          <a:off x="0" y="1446659"/>
          <a:ext cx="6949440" cy="7233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000" b="1" kern="1200"/>
            <a:t>Communication</a:t>
          </a:r>
          <a:r>
            <a:rPr lang="en-MY" sz="2000" kern="1200"/>
            <a:t>: Improves communication among developers through shared vocabulary.</a:t>
          </a:r>
          <a:endParaRPr lang="en-US" sz="2000" kern="1200"/>
        </a:p>
      </dsp:txBody>
      <dsp:txXfrm>
        <a:off x="0" y="1446659"/>
        <a:ext cx="6949440" cy="723329"/>
      </dsp:txXfrm>
    </dsp:sp>
    <dsp:sp modelId="{1D989411-F061-4146-AB1D-8124B5B9C06E}">
      <dsp:nvSpPr>
        <dsp:cNvPr id="0" name=""/>
        <dsp:cNvSpPr/>
      </dsp:nvSpPr>
      <dsp:spPr>
        <a:xfrm>
          <a:off x="0" y="2169989"/>
          <a:ext cx="6949440" cy="0"/>
        </a:xfrm>
        <a:prstGeom prst="line">
          <a:avLst/>
        </a:prstGeom>
        <a:solidFill>
          <a:schemeClr val="accent2">
            <a:hueOff val="-446284"/>
            <a:satOff val="-9270"/>
            <a:lumOff val="-2521"/>
            <a:alphaOff val="0"/>
          </a:schemeClr>
        </a:solidFill>
        <a:ln w="12700" cap="flat" cmpd="sng" algn="ctr">
          <a:solidFill>
            <a:schemeClr val="accent2">
              <a:hueOff val="-446284"/>
              <a:satOff val="-9270"/>
              <a:lumOff val="-252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FB0D4E-2E89-7F43-A92F-5CB377A68D38}">
      <dsp:nvSpPr>
        <dsp:cNvPr id="0" name=""/>
        <dsp:cNvSpPr/>
      </dsp:nvSpPr>
      <dsp:spPr>
        <a:xfrm>
          <a:off x="0" y="2169989"/>
          <a:ext cx="6949440" cy="7233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000" b="1" kern="1200"/>
            <a:t>Scalability</a:t>
          </a:r>
          <a:r>
            <a:rPr lang="en-MY" sz="2000" kern="1200"/>
            <a:t>: Encourages modular and flexible designs.</a:t>
          </a:r>
          <a:endParaRPr lang="en-US" sz="2000" kern="1200"/>
        </a:p>
      </dsp:txBody>
      <dsp:txXfrm>
        <a:off x="0" y="2169989"/>
        <a:ext cx="6949440" cy="723329"/>
      </dsp:txXfrm>
    </dsp:sp>
    <dsp:sp modelId="{E259C08D-2A93-8E45-8D1D-A63770D68B9D}">
      <dsp:nvSpPr>
        <dsp:cNvPr id="0" name=""/>
        <dsp:cNvSpPr/>
      </dsp:nvSpPr>
      <dsp:spPr>
        <a:xfrm>
          <a:off x="0" y="2893319"/>
          <a:ext cx="6949440" cy="0"/>
        </a:xfrm>
        <a:prstGeom prst="line">
          <a:avLst/>
        </a:prstGeom>
        <a:solidFill>
          <a:schemeClr val="accent2">
            <a:hueOff val="-595045"/>
            <a:satOff val="-12361"/>
            <a:lumOff val="-3361"/>
            <a:alphaOff val="0"/>
          </a:schemeClr>
        </a:solidFill>
        <a:ln w="12700" cap="flat" cmpd="sng" algn="ctr">
          <a:solidFill>
            <a:schemeClr val="accent2">
              <a:hueOff val="-595045"/>
              <a:satOff val="-12361"/>
              <a:lumOff val="-33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2A8BD9-59FD-F94C-90F0-1C18FF057C58}">
      <dsp:nvSpPr>
        <dsp:cNvPr id="0" name=""/>
        <dsp:cNvSpPr/>
      </dsp:nvSpPr>
      <dsp:spPr>
        <a:xfrm>
          <a:off x="0" y="2893318"/>
          <a:ext cx="6949440" cy="7233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000" b="1" kern="1200"/>
            <a:t>Maintainability</a:t>
          </a:r>
          <a:r>
            <a:rPr lang="en-MY" sz="2000" kern="1200"/>
            <a:t>: Reduces code duplication and increases clarity</a:t>
          </a:r>
          <a:endParaRPr lang="en-US" sz="2000" kern="1200"/>
        </a:p>
      </dsp:txBody>
      <dsp:txXfrm>
        <a:off x="0" y="2893318"/>
        <a:ext cx="6949440" cy="723329"/>
      </dsp:txXfrm>
    </dsp:sp>
    <dsp:sp modelId="{A6C89169-6C83-3445-B99F-C372419F0E93}">
      <dsp:nvSpPr>
        <dsp:cNvPr id="0" name=""/>
        <dsp:cNvSpPr/>
      </dsp:nvSpPr>
      <dsp:spPr>
        <a:xfrm>
          <a:off x="0" y="3616648"/>
          <a:ext cx="6949440" cy="0"/>
        </a:xfrm>
        <a:prstGeom prst="line">
          <a:avLst/>
        </a:prstGeom>
        <a:solidFill>
          <a:schemeClr val="accent2">
            <a:hueOff val="-743806"/>
            <a:satOff val="-15451"/>
            <a:lumOff val="-4201"/>
            <a:alphaOff val="0"/>
          </a:schemeClr>
        </a:solidFill>
        <a:ln w="12700" cap="flat" cmpd="sng" algn="ctr">
          <a:solidFill>
            <a:schemeClr val="accent2">
              <a:hueOff val="-743806"/>
              <a:satOff val="-15451"/>
              <a:lumOff val="-420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5ADE8D-5AC4-614F-90D2-3B90531602AE}">
      <dsp:nvSpPr>
        <dsp:cNvPr id="0" name=""/>
        <dsp:cNvSpPr/>
      </dsp:nvSpPr>
      <dsp:spPr>
        <a:xfrm>
          <a:off x="0" y="3616648"/>
          <a:ext cx="6949440" cy="7233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000" kern="1200"/>
            <a:t>Reduces technical debt</a:t>
          </a:r>
          <a:endParaRPr lang="en-US" sz="2000" kern="1200"/>
        </a:p>
      </dsp:txBody>
      <dsp:txXfrm>
        <a:off x="0" y="3616648"/>
        <a:ext cx="6949440" cy="723329"/>
      </dsp:txXfrm>
    </dsp:sp>
    <dsp:sp modelId="{5FB2EBF6-7DF6-3E40-BF6C-4C5F091597D7}">
      <dsp:nvSpPr>
        <dsp:cNvPr id="0" name=""/>
        <dsp:cNvSpPr/>
      </dsp:nvSpPr>
      <dsp:spPr>
        <a:xfrm>
          <a:off x="0" y="4339978"/>
          <a:ext cx="6949440" cy="0"/>
        </a:xfrm>
        <a:prstGeom prst="line">
          <a:avLst/>
        </a:prstGeom>
        <a:solidFill>
          <a:schemeClr val="accent2">
            <a:hueOff val="-892568"/>
            <a:satOff val="-18541"/>
            <a:lumOff val="-5042"/>
            <a:alphaOff val="0"/>
          </a:schemeClr>
        </a:solidFill>
        <a:ln w="12700" cap="flat" cmpd="sng" algn="ctr">
          <a:solidFill>
            <a:schemeClr val="accent2">
              <a:hueOff val="-892568"/>
              <a:satOff val="-18541"/>
              <a:lumOff val="-504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B62918-0769-BF4B-9445-ACC82DEE139E}">
      <dsp:nvSpPr>
        <dsp:cNvPr id="0" name=""/>
        <dsp:cNvSpPr/>
      </dsp:nvSpPr>
      <dsp:spPr>
        <a:xfrm>
          <a:off x="0" y="4339978"/>
          <a:ext cx="6949440" cy="7233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000" kern="1200"/>
            <a:t>Makes code easier to understand and modify</a:t>
          </a:r>
          <a:endParaRPr lang="en-US" sz="2000" kern="1200"/>
        </a:p>
      </dsp:txBody>
      <dsp:txXfrm>
        <a:off x="0" y="4339978"/>
        <a:ext cx="6949440" cy="723329"/>
      </dsp:txXfrm>
    </dsp:sp>
    <dsp:sp modelId="{E56E3D24-1B2C-E14F-8A91-4587B1F33BCD}">
      <dsp:nvSpPr>
        <dsp:cNvPr id="0" name=""/>
        <dsp:cNvSpPr/>
      </dsp:nvSpPr>
      <dsp:spPr>
        <a:xfrm>
          <a:off x="0" y="5063308"/>
          <a:ext cx="6949440" cy="0"/>
        </a:xfrm>
        <a:prstGeom prst="line">
          <a:avLst/>
        </a:prstGeom>
        <a:solidFill>
          <a:schemeClr val="accent2">
            <a:hueOff val="-1041329"/>
            <a:satOff val="-21631"/>
            <a:lumOff val="-5882"/>
            <a:alphaOff val="0"/>
          </a:schemeClr>
        </a:solidFill>
        <a:ln w="12700" cap="flat" cmpd="sng" algn="ctr">
          <a:solidFill>
            <a:schemeClr val="accent2">
              <a:hueOff val="-1041329"/>
              <a:satOff val="-21631"/>
              <a:lumOff val="-588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AB0DE6-753B-A74E-A872-B4BD33B7D0A3}">
      <dsp:nvSpPr>
        <dsp:cNvPr id="0" name=""/>
        <dsp:cNvSpPr/>
      </dsp:nvSpPr>
      <dsp:spPr>
        <a:xfrm>
          <a:off x="0" y="5063308"/>
          <a:ext cx="6949440" cy="7233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000" kern="1200"/>
            <a:t>Encourages </a:t>
          </a:r>
          <a:r>
            <a:rPr lang="en-MY" sz="2000" b="1" kern="1200"/>
            <a:t>modular</a:t>
          </a:r>
          <a:r>
            <a:rPr lang="en-MY" sz="2000" kern="1200"/>
            <a:t>, </a:t>
          </a:r>
          <a:r>
            <a:rPr lang="en-MY" sz="2000" b="1" kern="1200"/>
            <a:t>flexible</a:t>
          </a:r>
          <a:r>
            <a:rPr lang="en-MY" sz="2000" kern="1200"/>
            <a:t>, and </a:t>
          </a:r>
          <a:r>
            <a:rPr lang="en-MY" sz="2000" b="1" kern="1200"/>
            <a:t>extensible</a:t>
          </a:r>
          <a:r>
            <a:rPr lang="en-MY" sz="2000" kern="1200"/>
            <a:t> architecture</a:t>
          </a:r>
          <a:endParaRPr lang="en-US" sz="2000" kern="1200"/>
        </a:p>
      </dsp:txBody>
      <dsp:txXfrm>
        <a:off x="0" y="5063308"/>
        <a:ext cx="6949440" cy="72332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D358F0-B24E-4326-AE3E-C1079033E756}">
      <dsp:nvSpPr>
        <dsp:cNvPr id="0" name=""/>
        <dsp:cNvSpPr/>
      </dsp:nvSpPr>
      <dsp:spPr>
        <a:xfrm>
          <a:off x="0" y="706"/>
          <a:ext cx="6949440" cy="16529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F90657-BB0A-4129-85A0-261506A9C2B7}">
      <dsp:nvSpPr>
        <dsp:cNvPr id="0" name=""/>
        <dsp:cNvSpPr/>
      </dsp:nvSpPr>
      <dsp:spPr>
        <a:xfrm>
          <a:off x="500008" y="372613"/>
          <a:ext cx="909106" cy="9091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5CCE67-9A36-4437-BB19-DF77F8E147E2}">
      <dsp:nvSpPr>
        <dsp:cNvPr id="0" name=""/>
        <dsp:cNvSpPr/>
      </dsp:nvSpPr>
      <dsp:spPr>
        <a:xfrm>
          <a:off x="1909124" y="706"/>
          <a:ext cx="5040315" cy="1652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934" tIns="174934" rIns="174934" bIns="174934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300" b="1" kern="1200"/>
            <a:t>Not a silver bullet</a:t>
          </a:r>
          <a:r>
            <a:rPr lang="en-MY" sz="2300" kern="1200"/>
            <a:t>: Patterns don’t solve all design problems automatically.</a:t>
          </a:r>
          <a:endParaRPr lang="en-US" sz="2300" kern="1200"/>
        </a:p>
      </dsp:txBody>
      <dsp:txXfrm>
        <a:off x="1909124" y="706"/>
        <a:ext cx="5040315" cy="1652921"/>
      </dsp:txXfrm>
    </dsp:sp>
    <dsp:sp modelId="{B29B5E53-516D-429A-9134-A89C3AC8A52E}">
      <dsp:nvSpPr>
        <dsp:cNvPr id="0" name=""/>
        <dsp:cNvSpPr/>
      </dsp:nvSpPr>
      <dsp:spPr>
        <a:xfrm>
          <a:off x="0" y="2066858"/>
          <a:ext cx="6949440" cy="16529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ADA136-AF2A-40F1-84F2-E21D484CFA4A}">
      <dsp:nvSpPr>
        <dsp:cNvPr id="0" name=""/>
        <dsp:cNvSpPr/>
      </dsp:nvSpPr>
      <dsp:spPr>
        <a:xfrm>
          <a:off x="500008" y="2438765"/>
          <a:ext cx="909106" cy="9091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64A1D2-8135-4D77-A7D0-BDC0D0E4D4CC}">
      <dsp:nvSpPr>
        <dsp:cNvPr id="0" name=""/>
        <dsp:cNvSpPr/>
      </dsp:nvSpPr>
      <dsp:spPr>
        <a:xfrm>
          <a:off x="1909124" y="2066858"/>
          <a:ext cx="5040315" cy="1652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934" tIns="174934" rIns="174934" bIns="174934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300" b="1" kern="1200"/>
            <a:t>Not libraries or frameworks</a:t>
          </a:r>
          <a:r>
            <a:rPr lang="en-MY" sz="2300" kern="1200"/>
            <a:t>: They're conceptual solutions, not plug-and-play code.</a:t>
          </a:r>
          <a:endParaRPr lang="en-US" sz="2300" kern="1200"/>
        </a:p>
      </dsp:txBody>
      <dsp:txXfrm>
        <a:off x="1909124" y="2066858"/>
        <a:ext cx="5040315" cy="1652921"/>
      </dsp:txXfrm>
    </dsp:sp>
    <dsp:sp modelId="{34BC996D-2F17-495A-9465-6B56E565C97E}">
      <dsp:nvSpPr>
        <dsp:cNvPr id="0" name=""/>
        <dsp:cNvSpPr/>
      </dsp:nvSpPr>
      <dsp:spPr>
        <a:xfrm>
          <a:off x="0" y="4133010"/>
          <a:ext cx="6949440" cy="165292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CEA21A-7AA9-4C5C-A9D7-97603D307579}">
      <dsp:nvSpPr>
        <dsp:cNvPr id="0" name=""/>
        <dsp:cNvSpPr/>
      </dsp:nvSpPr>
      <dsp:spPr>
        <a:xfrm>
          <a:off x="500008" y="4504917"/>
          <a:ext cx="909106" cy="90910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BE0DE7-54DC-4866-8B4A-8FD38C010488}">
      <dsp:nvSpPr>
        <dsp:cNvPr id="0" name=""/>
        <dsp:cNvSpPr/>
      </dsp:nvSpPr>
      <dsp:spPr>
        <a:xfrm>
          <a:off x="1909124" y="4133010"/>
          <a:ext cx="5040315" cy="16529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4934" tIns="174934" rIns="174934" bIns="174934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2300" b="1" kern="1200"/>
            <a:t>Can be misused</a:t>
          </a:r>
          <a:r>
            <a:rPr lang="en-MY" sz="2300" kern="1200"/>
            <a:t>: Applying a pattern where it doesn't fit can lead to unnecessary complexity (aka "patternitis").</a:t>
          </a:r>
          <a:endParaRPr lang="en-US" sz="2300" kern="1200"/>
        </a:p>
      </dsp:txBody>
      <dsp:txXfrm>
        <a:off x="1909124" y="4133010"/>
        <a:ext cx="5040315" cy="16529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FEBDA9-A7B4-544C-9319-B33AD9DDF036}" type="datetimeFigureOut">
              <a:rPr lang="en-US" smtClean="0"/>
              <a:t>7/9/25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B77039-EF05-6D4B-BFA3-64F698E366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56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7/9/25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32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7/9/25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349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7/9/25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375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7/9/25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93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7/9/25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247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7/9/25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01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7/9/25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385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7/9/25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543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7/9/25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394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7/9/25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67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7/9/25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5026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267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7/9/25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017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  <p:sldLayoutId id="2147483687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YMAwgRwjEOQ?feature=oembed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5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!d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9.png"/><Relationship Id="rId4" Type="http://schemas.openxmlformats.org/officeDocument/2006/relationships/hyperlink" Target="https://pxhere.com/en/photo/849908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D587E41-605C-A8E4-8BA5-0E0B3797C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14" name="Picture 13" descr="A colourful light bulb with business icons">
            <a:extLst>
              <a:ext uri="{FF2B5EF4-FFF2-40B4-BE49-F238E27FC236}">
                <a16:creationId xmlns:a16="http://schemas.microsoft.com/office/drawing/2014/main" id="{60FF8101-ED3B-E1B4-8A5C-730972E730F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666" r="3137" b="149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EBD48A03-0DF9-3063-CB15-1BC2AEC79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14416"/>
            <a:ext cx="12191999" cy="1243584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7C3FD0-FAB1-A4A1-B3A5-BFFDCF276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768969"/>
            <a:ext cx="8183880" cy="960120"/>
          </a:xfrm>
        </p:spPr>
        <p:txBody>
          <a:bodyPr anchor="ctr">
            <a:normAutofit/>
          </a:bodyPr>
          <a:lstStyle/>
          <a:p>
            <a:pPr algn="l"/>
            <a:r>
              <a:rPr lang="en-US"/>
              <a:t>DESIGN PATTERNS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6CEBA4-3F4A-CB89-A51F-90713442FF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97245" y="5768969"/>
            <a:ext cx="3399681" cy="955994"/>
          </a:xfrm>
        </p:spPr>
        <p:txBody>
          <a:bodyPr anchor="ctr">
            <a:normAutofit/>
          </a:bodyPr>
          <a:lstStyle/>
          <a:p>
            <a:pPr algn="r"/>
            <a:r>
              <a:rPr lang="en-US" sz="1900"/>
              <a:t>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14045367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24D6D5-0ABF-7003-C9B3-02539D851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4000"/>
              <a:t>Overview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5AA96C4-A0DB-B9A8-A82A-8C77115D89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3372530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83744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9B08A8-F803-330F-04D9-67B1B487B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4000"/>
              <a:t>Purpose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15D259D-39BD-929F-B461-5CFE1BF669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5016314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58266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nline Media 2" descr="5 Design Patterns That Are ACTUALLY Used By Developers">
            <a:hlinkClick r:id="" action="ppaction://media"/>
            <a:extLst>
              <a:ext uri="{FF2B5EF4-FFF2-40B4-BE49-F238E27FC236}">
                <a16:creationId xmlns:a16="http://schemas.microsoft.com/office/drawing/2014/main" id="{248AA0A0-3D2A-5CF2-FABD-A34F3D0B4DDB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88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776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B72222-85C6-A22C-FE0C-22BBE06F7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MY" sz="4000"/>
              <a:t>Types of Design Patterns</a:t>
            </a:r>
            <a:endParaRPr lang="en-US" sz="40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EF70E83-1FF8-FC65-3762-FA1FBD1FB7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111470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62310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2D252-B44C-E2AE-F4A2-F700BD521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852" y="248836"/>
            <a:ext cx="11041374" cy="1132258"/>
          </a:xfrm>
        </p:spPr>
        <p:txBody>
          <a:bodyPr/>
          <a:lstStyle/>
          <a:p>
            <a:r>
              <a:rPr lang="en-US" dirty="0"/>
              <a:t>Creational Patterns - </a:t>
            </a:r>
            <a:r>
              <a:rPr lang="en-MY" dirty="0"/>
              <a:t>Focus on object creation, ensuring flexibility and reuse</a:t>
            </a:r>
            <a:endParaRPr lang="en-US" dirty="0"/>
          </a:p>
        </p:txBody>
      </p:sp>
      <p:pic>
        <p:nvPicPr>
          <p:cNvPr id="7" name="Content Placeholder 6" descr="A screenshot of a phone&#10;&#10;AI-generated content may be incorrect.">
            <a:extLst>
              <a:ext uri="{FF2B5EF4-FFF2-40B4-BE49-F238E27FC236}">
                <a16:creationId xmlns:a16="http://schemas.microsoft.com/office/drawing/2014/main" id="{8C5ECB0C-31AA-2138-FD45-6C653163FF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130" y="1680898"/>
            <a:ext cx="11981739" cy="4628462"/>
          </a:xfrm>
        </p:spPr>
      </p:pic>
    </p:spTree>
    <p:extLst>
      <p:ext uri="{BB962C8B-B14F-4D97-AF65-F5344CB8AC3E}">
        <p14:creationId xmlns:p14="http://schemas.microsoft.com/office/powerpoint/2010/main" val="1115321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0B98925-0550-1AFB-C1DC-02792400FB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625270-9C44-5226-2C7D-FCDFFCE5E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236" y="528919"/>
            <a:ext cx="11679528" cy="787897"/>
          </a:xfrm>
        </p:spPr>
        <p:txBody>
          <a:bodyPr vert="horz" wrap="square" lIns="91440" tIns="45720" rIns="91440" bIns="45720" rtlCol="0" anchor="b">
            <a:normAutofit fontScale="90000"/>
          </a:bodyPr>
          <a:lstStyle/>
          <a:p>
            <a:r>
              <a:rPr lang="en-US" sz="4000" dirty="0"/>
              <a:t>Structural Patterns - </a:t>
            </a:r>
            <a:r>
              <a:rPr lang="en-MY" sz="4000" dirty="0"/>
              <a:t>Deal with object composition — how classes and objects are combined</a:t>
            </a:r>
            <a:r>
              <a:rPr lang="en-US" sz="4000" dirty="0"/>
              <a:t> 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3689FD2-8F29-1350-24BC-24915F4644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035" y="1845735"/>
            <a:ext cx="11450274" cy="4232336"/>
          </a:xfrm>
        </p:spPr>
      </p:pic>
    </p:spTree>
    <p:extLst>
      <p:ext uri="{BB962C8B-B14F-4D97-AF65-F5344CB8AC3E}">
        <p14:creationId xmlns:p14="http://schemas.microsoft.com/office/powerpoint/2010/main" val="978835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0E919-CF50-0579-6FED-161F71415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Behavioral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B530B8-66CE-20C6-E200-B580402D3D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437339"/>
            <a:ext cx="5483353" cy="4593828"/>
          </a:xfrm>
        </p:spPr>
        <p:txBody>
          <a:bodyPr>
            <a:normAutofit fontScale="92500"/>
          </a:bodyPr>
          <a:lstStyle/>
          <a:p>
            <a:r>
              <a:rPr lang="en-MY" sz="2400" dirty="0"/>
              <a:t>Focus on communication between objects</a:t>
            </a:r>
            <a:br>
              <a:rPr lang="en-MY" sz="2400" dirty="0"/>
            </a:br>
            <a:endParaRPr lang="en-MY" sz="2400" dirty="0"/>
          </a:p>
          <a:p>
            <a:r>
              <a:rPr lang="en-MY" sz="2400" dirty="0"/>
              <a:t>Examples:</a:t>
            </a:r>
          </a:p>
          <a:p>
            <a:r>
              <a:rPr lang="en-MY" sz="2400" b="1" dirty="0"/>
              <a:t>Observer</a:t>
            </a:r>
            <a:r>
              <a:rPr lang="en-MY" sz="2400" dirty="0"/>
              <a:t> – Notifies multiple objects when one changes</a:t>
            </a:r>
          </a:p>
          <a:p>
            <a:r>
              <a:rPr lang="en-MY" sz="2400" b="1" dirty="0"/>
              <a:t>Strategy</a:t>
            </a:r>
            <a:r>
              <a:rPr lang="en-MY" sz="2400" dirty="0"/>
              <a:t> – Selects algorithms at runtime</a:t>
            </a:r>
          </a:p>
          <a:p>
            <a:r>
              <a:rPr lang="en-MY" sz="2400" b="1" dirty="0"/>
              <a:t>Command</a:t>
            </a:r>
            <a:r>
              <a:rPr lang="en-MY" sz="2400" dirty="0"/>
              <a:t> – Encapsulates requests as objects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BD85B3-453E-2F1B-2348-EB395D442B2A}"/>
              </a:ext>
            </a:extLst>
          </p:cNvPr>
          <p:cNvSpPr txBox="1"/>
          <p:nvPr/>
        </p:nvSpPr>
        <p:spPr>
          <a:xfrm>
            <a:off x="6467471" y="2026093"/>
            <a:ext cx="5326789" cy="34163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MY" b="1" dirty="0"/>
              <a:t>Example:</a:t>
            </a:r>
          </a:p>
          <a:p>
            <a:pPr>
              <a:buNone/>
            </a:pPr>
            <a:endParaRPr lang="en-MY" b="1" dirty="0"/>
          </a:p>
          <a:p>
            <a:pPr>
              <a:buNone/>
            </a:pPr>
            <a:r>
              <a:rPr lang="en-MY" b="1" dirty="0"/>
              <a:t>Observer Pattern (</a:t>
            </a:r>
            <a:r>
              <a:rPr lang="en-MY" b="1" dirty="0" err="1"/>
              <a:t>Behavioral</a:t>
            </a:r>
            <a:r>
              <a:rPr lang="en-MY" b="1" dirty="0"/>
              <a:t>)</a:t>
            </a:r>
            <a:br>
              <a:rPr lang="en-MY" dirty="0"/>
            </a:br>
            <a:r>
              <a:rPr lang="en-MY" dirty="0"/>
              <a:t>Imagine a </a:t>
            </a:r>
            <a:r>
              <a:rPr lang="en-MY" b="1" dirty="0"/>
              <a:t>news app</a:t>
            </a:r>
            <a:r>
              <a:rPr lang="en-MY" dirty="0"/>
              <a:t> that updates multiple subscribers whenever a news article is published.</a:t>
            </a:r>
          </a:p>
          <a:p>
            <a:pPr>
              <a:buFont typeface="Arial" panose="020B0604020202020204" pitchFamily="34" charset="0"/>
              <a:buChar char="•"/>
            </a:pPr>
            <a:endParaRPr lang="en-MY" b="1" dirty="0"/>
          </a:p>
          <a:p>
            <a:r>
              <a:rPr lang="en-MY" b="1" dirty="0"/>
              <a:t>Subject</a:t>
            </a:r>
            <a:r>
              <a:rPr lang="en-MY" dirty="0"/>
              <a:t> = News publisher</a:t>
            </a:r>
          </a:p>
          <a:p>
            <a:r>
              <a:rPr lang="en-MY" b="1" dirty="0"/>
              <a:t>Observers</a:t>
            </a:r>
            <a:r>
              <a:rPr lang="en-MY" dirty="0"/>
              <a:t> = Users subscribed to updates</a:t>
            </a:r>
          </a:p>
          <a:p>
            <a:endParaRPr lang="en-MY" dirty="0"/>
          </a:p>
          <a:p>
            <a:r>
              <a:rPr lang="en-MY" dirty="0"/>
              <a:t>When the publisher posts new content, all observers are notified automatically.</a:t>
            </a:r>
          </a:p>
        </p:txBody>
      </p:sp>
    </p:spTree>
    <p:extLst>
      <p:ext uri="{BB962C8B-B14F-4D97-AF65-F5344CB8AC3E}">
        <p14:creationId xmlns:p14="http://schemas.microsoft.com/office/powerpoint/2010/main" val="313923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E21EE-9E96-D8F7-1CAC-6FF763AB8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875" y="404759"/>
            <a:ext cx="7841804" cy="642343"/>
          </a:xfrm>
        </p:spPr>
        <p:txBody>
          <a:bodyPr>
            <a:normAutofit/>
          </a:bodyPr>
          <a:lstStyle/>
          <a:p>
            <a:r>
              <a:rPr lang="en-US" sz="3200" dirty="0"/>
              <a:t>Example coding – Observer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32C969-F3CC-B140-0564-0DC86977E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10" y="1292060"/>
            <a:ext cx="7082854" cy="2136940"/>
          </a:xfrm>
          <a:solidFill>
            <a:schemeClr val="bg2"/>
          </a:solidFill>
          <a:ln>
            <a:solidFill>
              <a:schemeClr val="tx1"/>
            </a:solidFill>
          </a:ln>
        </p:spPr>
        <p:txBody>
          <a:bodyPr>
            <a:normAutofit fontScale="92500" lnSpcReduction="20000"/>
          </a:bodyPr>
          <a:lstStyle/>
          <a:p>
            <a:r>
              <a:rPr lang="en-US" sz="2400" dirty="0"/>
              <a:t>Use Case:</a:t>
            </a:r>
          </a:p>
          <a:p>
            <a:pPr>
              <a:buFont typeface="Wingdings" pitchFamily="2" charset="2"/>
              <a:buChar char="Ø"/>
            </a:pPr>
            <a:r>
              <a:rPr lang="en-MY" sz="2400" dirty="0"/>
              <a:t>You have a </a:t>
            </a:r>
            <a:r>
              <a:rPr lang="en-MY" sz="2400" b="1" dirty="0"/>
              <a:t>Subject</a:t>
            </a:r>
            <a:r>
              <a:rPr lang="en-MY" sz="2400" dirty="0"/>
              <a:t> (like a </a:t>
            </a:r>
            <a:r>
              <a:rPr lang="en-MY" sz="2400" dirty="0" err="1"/>
              <a:t>WeatherStation</a:t>
            </a:r>
            <a:r>
              <a:rPr lang="en-MY" sz="2400" dirty="0"/>
              <a:t>), and </a:t>
            </a:r>
          </a:p>
          <a:p>
            <a:pPr>
              <a:buFont typeface="Wingdings" pitchFamily="2" charset="2"/>
              <a:buChar char="Ø"/>
            </a:pPr>
            <a:r>
              <a:rPr lang="en-MY" sz="2400" dirty="0"/>
              <a:t>multiple </a:t>
            </a:r>
            <a:r>
              <a:rPr lang="en-MY" sz="2400" b="1" dirty="0"/>
              <a:t>Observers</a:t>
            </a:r>
            <a:r>
              <a:rPr lang="en-MY" sz="2400" dirty="0"/>
              <a:t> (like displays or apps) that need to get updated whenever the Subject's state changes.</a:t>
            </a:r>
            <a:endParaRPr lang="en-US" sz="2400" dirty="0"/>
          </a:p>
        </p:txBody>
      </p:sp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964D8595-BDB9-6D5C-8598-BC38A7722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4846" y="236015"/>
            <a:ext cx="4048375" cy="367373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3C41395-A0CD-02FF-62BF-236802100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710" y="4078494"/>
            <a:ext cx="10726461" cy="27030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54993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8E673C-2839-DBB4-045D-2CCF3A331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4000"/>
              <a:t>Importance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93511536-C2DF-1858-57D3-3CDC2AA1B3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2878881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468967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8594E3-A9D8-093D-4EFF-B2052D8CB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US" sz="2800"/>
              <a:t>Misunderstandings on design patterns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C05C66-6297-F758-FB36-A95D623A91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8161552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701028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20CE451-818C-E63D-258B-234B6C543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16AF6D-D796-81CE-8B69-9B0231C34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4361686" cy="1527048"/>
          </a:xfrm>
        </p:spPr>
        <p:txBody>
          <a:bodyPr anchor="b">
            <a:normAutofit/>
          </a:bodyPr>
          <a:lstStyle/>
          <a:p>
            <a:r>
              <a:rPr lang="en-MY" sz="3300"/>
              <a:t>Example: Singleton Pattern (Creational)</a:t>
            </a:r>
            <a:endParaRPr lang="en-US" sz="33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6F469-38B8-D526-D80F-5949756679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2212848"/>
            <a:ext cx="4361687" cy="4096512"/>
          </a:xfrm>
        </p:spPr>
        <p:txBody>
          <a:bodyPr>
            <a:normAutofit/>
          </a:bodyPr>
          <a:lstStyle/>
          <a:p>
            <a:r>
              <a:rPr lang="en-MY" sz="1800" b="1"/>
              <a:t>Problem: </a:t>
            </a:r>
            <a:r>
              <a:rPr lang="en-MY" sz="1800"/>
              <a:t>You want only one instance of a </a:t>
            </a:r>
            <a:r>
              <a:rPr lang="en-MY" sz="1800" b="1"/>
              <a:t>logging class</a:t>
            </a:r>
            <a:r>
              <a:rPr lang="en-MY" sz="1800"/>
              <a:t> across your application.</a:t>
            </a:r>
          </a:p>
          <a:p>
            <a:pPr marL="0" indent="0">
              <a:buNone/>
            </a:pPr>
            <a:endParaRPr lang="en-US" sz="1800"/>
          </a:p>
        </p:txBody>
      </p:sp>
      <p:pic>
        <p:nvPicPr>
          <p:cNvPr id="5" name="Picture 4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A34F0F2D-2FD2-28E1-1FD2-67F314F0F1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" b="12126"/>
          <a:stretch>
            <a:fillRect/>
          </a:stretch>
        </p:blipFill>
        <p:spPr>
          <a:xfrm>
            <a:off x="5818632" y="-1"/>
            <a:ext cx="6373368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1003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6562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4520" y="2415540"/>
            <a:ext cx="838200" cy="96012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7840" y="2415540"/>
            <a:ext cx="838200" cy="96012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0240" y="2415540"/>
            <a:ext cx="960120" cy="96012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693420" y="1447800"/>
            <a:ext cx="10820400" cy="6324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4958"/>
              </a:lnSpc>
            </a:pPr>
            <a:r>
              <a:rPr lang="en-US" sz="3675" dirty="0">
                <a:solidFill>
                  <a:srgbClr val="404040"/>
                </a:solidFill>
                <a:latin typeface="Roboto-Roboto-Black" pitchFamily="34" charset="0"/>
                <a:ea typeface="Roboto-Roboto-Black" pitchFamily="34" charset="-122"/>
                <a:cs typeface="Roboto-Roboto-Black" pitchFamily="34" charset="-120"/>
              </a:rPr>
              <a:t>Criticisms of Design Patterns</a:t>
            </a:r>
            <a:endParaRPr lang="en-US" sz="3675" dirty="0"/>
          </a:p>
        </p:txBody>
      </p:sp>
      <p:sp>
        <p:nvSpPr>
          <p:cNvPr id="7" name="Text 1"/>
          <p:cNvSpPr/>
          <p:nvPr/>
        </p:nvSpPr>
        <p:spPr>
          <a:xfrm>
            <a:off x="4503420" y="4000500"/>
            <a:ext cx="3192780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2058"/>
              </a:lnSpc>
            </a:pPr>
            <a:r>
              <a:rPr lang="en-US" sz="1467" dirty="0">
                <a:solidFill>
                  <a:srgbClr val="161616"/>
                </a:solidFill>
                <a:latin typeface="Roboto-Roboto-Bold" pitchFamily="34" charset="0"/>
                <a:ea typeface="Roboto-Roboto-Bold" pitchFamily="34" charset="-122"/>
                <a:cs typeface="Roboto-Roboto-Bold" pitchFamily="34" charset="-120"/>
              </a:rPr>
              <a:t>Patterns can be misapplied if developers lack sufficient understanding of the problem domain, leading to suboptimal solutions.</a:t>
            </a:r>
            <a:endParaRPr lang="en-US" sz="1467" dirty="0"/>
          </a:p>
        </p:txBody>
      </p:sp>
      <p:sp>
        <p:nvSpPr>
          <p:cNvPr id="8" name="Text 2"/>
          <p:cNvSpPr/>
          <p:nvPr/>
        </p:nvSpPr>
        <p:spPr>
          <a:xfrm>
            <a:off x="800100" y="3566160"/>
            <a:ext cx="319278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ts val="2475"/>
              </a:lnSpc>
            </a:pPr>
            <a:r>
              <a:rPr lang="en-US" sz="1833" dirty="0">
                <a:solidFill>
                  <a:srgbClr val="161616"/>
                </a:solidFill>
                <a:latin typeface="Roboto-Roboto-Black" pitchFamily="34" charset="0"/>
                <a:ea typeface="Roboto-Roboto-Black" pitchFamily="34" charset="-122"/>
                <a:cs typeface="Roboto-Roboto-Black" pitchFamily="34" charset="-120"/>
              </a:rPr>
              <a:t>Overhead Complexity</a:t>
            </a:r>
            <a:endParaRPr lang="en-US" sz="1833" dirty="0"/>
          </a:p>
        </p:txBody>
      </p:sp>
      <p:sp>
        <p:nvSpPr>
          <p:cNvPr id="9" name="Text 3"/>
          <p:cNvSpPr/>
          <p:nvPr/>
        </p:nvSpPr>
        <p:spPr>
          <a:xfrm>
            <a:off x="8206740" y="3566160"/>
            <a:ext cx="319278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ts val="2475"/>
              </a:lnSpc>
            </a:pPr>
            <a:r>
              <a:rPr lang="en-US" sz="1833" dirty="0">
                <a:solidFill>
                  <a:srgbClr val="161616"/>
                </a:solidFill>
                <a:latin typeface="Roboto-Roboto-Black" pitchFamily="34" charset="0"/>
                <a:ea typeface="Roboto-Roboto-Black" pitchFamily="34" charset="-122"/>
                <a:cs typeface="Roboto-Roboto-Black" pitchFamily="34" charset="-120"/>
              </a:rPr>
              <a:t>Not Always Necessary</a:t>
            </a:r>
            <a:endParaRPr lang="en-US" sz="1833" dirty="0"/>
          </a:p>
        </p:txBody>
      </p:sp>
      <p:sp>
        <p:nvSpPr>
          <p:cNvPr id="10" name="Text 4"/>
          <p:cNvSpPr/>
          <p:nvPr/>
        </p:nvSpPr>
        <p:spPr>
          <a:xfrm>
            <a:off x="800100" y="4000500"/>
            <a:ext cx="31927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2058"/>
              </a:lnSpc>
            </a:pPr>
            <a:r>
              <a:rPr lang="en-US" sz="1467" dirty="0">
                <a:solidFill>
                  <a:srgbClr val="161616"/>
                </a:solidFill>
                <a:latin typeface="Roboto-Roboto-Bold" pitchFamily="34" charset="0"/>
                <a:ea typeface="Roboto-Roboto-Bold" pitchFamily="34" charset="-122"/>
                <a:cs typeface="Roboto-Roboto-Bold" pitchFamily="34" charset="-120"/>
              </a:rPr>
              <a:t>Some argue that overusing design patterns can lead to unnecessary complexity in software design, making it harder to understand.</a:t>
            </a:r>
            <a:endParaRPr lang="en-US" sz="1467" dirty="0"/>
          </a:p>
        </p:txBody>
      </p:sp>
      <p:sp>
        <p:nvSpPr>
          <p:cNvPr id="11" name="Text 5"/>
          <p:cNvSpPr/>
          <p:nvPr/>
        </p:nvSpPr>
        <p:spPr>
          <a:xfrm>
            <a:off x="4503420" y="3566160"/>
            <a:ext cx="319278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ts val="2475"/>
              </a:lnSpc>
            </a:pPr>
            <a:r>
              <a:rPr lang="en-US" sz="1833" dirty="0">
                <a:solidFill>
                  <a:srgbClr val="161616"/>
                </a:solidFill>
                <a:latin typeface="Roboto-Roboto-Black" pitchFamily="34" charset="0"/>
                <a:ea typeface="Roboto-Roboto-Black" pitchFamily="34" charset="-122"/>
                <a:cs typeface="Roboto-Roboto-Black" pitchFamily="34" charset="-120"/>
              </a:rPr>
              <a:t>Misapplication</a:t>
            </a:r>
            <a:endParaRPr lang="en-US" sz="1833" dirty="0"/>
          </a:p>
        </p:txBody>
      </p:sp>
      <p:sp>
        <p:nvSpPr>
          <p:cNvPr id="12" name="Text 6"/>
          <p:cNvSpPr/>
          <p:nvPr/>
        </p:nvSpPr>
        <p:spPr>
          <a:xfrm>
            <a:off x="8206740" y="4000500"/>
            <a:ext cx="3192780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2058"/>
              </a:lnSpc>
            </a:pPr>
            <a:r>
              <a:rPr lang="en-US" sz="1467" dirty="0">
                <a:solidFill>
                  <a:srgbClr val="161616"/>
                </a:solidFill>
                <a:latin typeface="Roboto-Roboto-Bold" pitchFamily="34" charset="0"/>
                <a:ea typeface="Roboto-Roboto-Bold" pitchFamily="34" charset="-122"/>
                <a:cs typeface="Roboto-Roboto-Bold" pitchFamily="34" charset="-120"/>
              </a:rPr>
              <a:t>In simple applications, the use of design patterns may be overkill, and simpler solutions might suffice without the need for complex patterns.</a:t>
            </a:r>
            <a:endParaRPr lang="en-US" sz="1467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6562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1965960"/>
            <a:ext cx="3787140" cy="378714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0" y="1965960"/>
            <a:ext cx="3787140" cy="378714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0" y="1965960"/>
            <a:ext cx="3787140" cy="378714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693420" y="571500"/>
            <a:ext cx="10820400" cy="6324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4958"/>
              </a:lnSpc>
            </a:pPr>
            <a:r>
              <a:rPr lang="en-US" sz="3675" dirty="0">
                <a:solidFill>
                  <a:srgbClr val="404040"/>
                </a:solidFill>
                <a:latin typeface="Roboto-Roboto-Black" pitchFamily="34" charset="0"/>
                <a:ea typeface="Roboto-Roboto-Black" pitchFamily="34" charset="-122"/>
                <a:cs typeface="Roboto-Roboto-Black" pitchFamily="34" charset="-120"/>
              </a:rPr>
              <a:t>Conclusion on Design Patterns</a:t>
            </a:r>
            <a:endParaRPr lang="en-US" sz="3675" dirty="0"/>
          </a:p>
        </p:txBody>
      </p:sp>
      <p:sp>
        <p:nvSpPr>
          <p:cNvPr id="7" name="Text 1"/>
          <p:cNvSpPr/>
          <p:nvPr/>
        </p:nvSpPr>
        <p:spPr>
          <a:xfrm>
            <a:off x="8092440" y="1645920"/>
            <a:ext cx="332232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2475"/>
              </a:lnSpc>
            </a:pPr>
            <a:r>
              <a:rPr lang="en-US" sz="1833" dirty="0">
                <a:solidFill>
                  <a:srgbClr val="161616"/>
                </a:solidFill>
                <a:latin typeface="Roboto-Roboto-Black" pitchFamily="34" charset="0"/>
                <a:ea typeface="Roboto-Roboto-Black" pitchFamily="34" charset="-122"/>
                <a:cs typeface="Roboto-Roboto-Black" pitchFamily="34" charset="-120"/>
              </a:rPr>
              <a:t>Future of Design Patterns</a:t>
            </a:r>
            <a:endParaRPr lang="en-US" sz="1833" dirty="0"/>
          </a:p>
        </p:txBody>
      </p:sp>
      <p:sp>
        <p:nvSpPr>
          <p:cNvPr id="8" name="Text 2"/>
          <p:cNvSpPr/>
          <p:nvPr/>
        </p:nvSpPr>
        <p:spPr>
          <a:xfrm>
            <a:off x="792480" y="360426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ts val="2058"/>
              </a:lnSpc>
            </a:pPr>
            <a:r>
              <a:rPr lang="en-US" sz="1467" dirty="0">
                <a:solidFill>
                  <a:srgbClr val="161616"/>
                </a:solidFill>
                <a:latin typeface="Roboto-Roboto-Bold" pitchFamily="34" charset="0"/>
                <a:ea typeface="Roboto-Roboto-Bold" pitchFamily="34" charset="-122"/>
                <a:cs typeface="Roboto-Roboto-Bold" pitchFamily="34" charset="-120"/>
              </a:rPr>
              <a:t>Design patterns are essential tools in software engineering that facilitate effective problem solving and enhance code quality.</a:t>
            </a:r>
            <a:endParaRPr lang="en-US" sz="1467" dirty="0"/>
          </a:p>
        </p:txBody>
      </p:sp>
      <p:sp>
        <p:nvSpPr>
          <p:cNvPr id="9" name="Text 3"/>
          <p:cNvSpPr/>
          <p:nvPr/>
        </p:nvSpPr>
        <p:spPr>
          <a:xfrm>
            <a:off x="8092440" y="4762500"/>
            <a:ext cx="3322320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058"/>
              </a:lnSpc>
            </a:pPr>
            <a:r>
              <a:rPr lang="en-US" sz="1467" dirty="0">
                <a:solidFill>
                  <a:srgbClr val="161616"/>
                </a:solidFill>
                <a:latin typeface="Roboto-Roboto-Bold" pitchFamily="34" charset="0"/>
                <a:ea typeface="Roboto-Roboto-Bold" pitchFamily="34" charset="-122"/>
                <a:cs typeface="Roboto-Roboto-Bold" pitchFamily="34" charset="-120"/>
              </a:rPr>
              <a:t>Students and developers are encouraged to study and practice design patterns to improve their software design skills and contribute to successful software projects.</a:t>
            </a:r>
            <a:endParaRPr lang="en-US" sz="1467" dirty="0"/>
          </a:p>
        </p:txBody>
      </p:sp>
      <p:sp>
        <p:nvSpPr>
          <p:cNvPr id="10" name="Text 4"/>
          <p:cNvSpPr/>
          <p:nvPr/>
        </p:nvSpPr>
        <p:spPr>
          <a:xfrm>
            <a:off x="792480" y="3070860"/>
            <a:ext cx="292608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ts val="2475"/>
              </a:lnSpc>
            </a:pPr>
            <a:r>
              <a:rPr lang="en-US" sz="1833" dirty="0">
                <a:solidFill>
                  <a:srgbClr val="161616"/>
                </a:solidFill>
                <a:latin typeface="Roboto-Roboto-Black" pitchFamily="34" charset="0"/>
                <a:ea typeface="Roboto-Roboto-Black" pitchFamily="34" charset="-122"/>
                <a:cs typeface="Roboto-Roboto-Black" pitchFamily="34" charset="-120"/>
              </a:rPr>
              <a:t>Recap of Importance</a:t>
            </a:r>
            <a:endParaRPr lang="en-US" sz="1833" dirty="0"/>
          </a:p>
        </p:txBody>
      </p:sp>
      <p:sp>
        <p:nvSpPr>
          <p:cNvPr id="11" name="Text 5"/>
          <p:cNvSpPr/>
          <p:nvPr/>
        </p:nvSpPr>
        <p:spPr>
          <a:xfrm>
            <a:off x="8092440" y="2186940"/>
            <a:ext cx="3322320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058"/>
              </a:lnSpc>
            </a:pPr>
            <a:r>
              <a:rPr lang="en-US" sz="1467" dirty="0">
                <a:solidFill>
                  <a:srgbClr val="161616"/>
                </a:solidFill>
                <a:latin typeface="Roboto-Roboto-Bold" pitchFamily="34" charset="0"/>
                <a:ea typeface="Roboto-Roboto-Bold" pitchFamily="34" charset="-122"/>
                <a:cs typeface="Roboto-Roboto-Bold" pitchFamily="34" charset="-120"/>
              </a:rPr>
              <a:t>As technology evolves, the adoption and adaptation of design patterns will continue to play a vital role in developing scalable and maintainable software solutions.</a:t>
            </a:r>
            <a:endParaRPr lang="en-US" sz="1467" dirty="0"/>
          </a:p>
        </p:txBody>
      </p:sp>
      <p:sp>
        <p:nvSpPr>
          <p:cNvPr id="12" name="Text 6"/>
          <p:cNvSpPr/>
          <p:nvPr/>
        </p:nvSpPr>
        <p:spPr>
          <a:xfrm>
            <a:off x="8092440" y="4229100"/>
            <a:ext cx="332232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2475"/>
              </a:lnSpc>
            </a:pPr>
            <a:r>
              <a:rPr lang="en-US" sz="1833" dirty="0">
                <a:solidFill>
                  <a:srgbClr val="161616"/>
                </a:solidFill>
                <a:latin typeface="Roboto-Roboto-Black" pitchFamily="34" charset="0"/>
                <a:ea typeface="Roboto-Roboto-Black" pitchFamily="34" charset="-122"/>
                <a:cs typeface="Roboto-Roboto-Black" pitchFamily="34" charset="-120"/>
              </a:rPr>
              <a:t>Encouragement for Practice</a:t>
            </a:r>
            <a:endParaRPr lang="en-US" sz="1833" dirty="0"/>
          </a:p>
        </p:txBody>
      </p:sp>
      <p:sp>
        <p:nvSpPr>
          <p:cNvPr id="13" name="Text 7"/>
          <p:cNvSpPr/>
          <p:nvPr/>
        </p:nvSpPr>
        <p:spPr>
          <a:xfrm>
            <a:off x="6697980" y="2575560"/>
            <a:ext cx="1371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2200"/>
              </a:lnSpc>
            </a:pPr>
            <a:r>
              <a:rPr lang="en-US" sz="1833" dirty="0">
                <a:solidFill>
                  <a:srgbClr val="545454"/>
                </a:solidFill>
                <a:latin typeface="Roboto-Roboto-Bold" pitchFamily="34" charset="0"/>
                <a:ea typeface="Roboto-Roboto-Bold" pitchFamily="34" charset="-122"/>
                <a:cs typeface="Roboto-Roboto-Bold" pitchFamily="34" charset="-120"/>
              </a:rPr>
              <a:t>2</a:t>
            </a:r>
            <a:endParaRPr lang="en-US" sz="1833" dirty="0"/>
          </a:p>
        </p:txBody>
      </p:sp>
      <p:sp>
        <p:nvSpPr>
          <p:cNvPr id="14" name="Text 8"/>
          <p:cNvSpPr/>
          <p:nvPr/>
        </p:nvSpPr>
        <p:spPr>
          <a:xfrm>
            <a:off x="6697980" y="4869180"/>
            <a:ext cx="1371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2200"/>
              </a:lnSpc>
            </a:pPr>
            <a:r>
              <a:rPr lang="en-US" sz="1833" dirty="0">
                <a:solidFill>
                  <a:srgbClr val="545454"/>
                </a:solidFill>
                <a:latin typeface="Roboto-Roboto-Bold" pitchFamily="34" charset="0"/>
                <a:ea typeface="Roboto-Roboto-Bold" pitchFamily="34" charset="-122"/>
                <a:cs typeface="Roboto-Roboto-Bold" pitchFamily="34" charset="-120"/>
              </a:rPr>
              <a:t>3</a:t>
            </a:r>
            <a:endParaRPr lang="en-US" sz="1833" dirty="0"/>
          </a:p>
        </p:txBody>
      </p:sp>
      <p:sp>
        <p:nvSpPr>
          <p:cNvPr id="15" name="Text 9"/>
          <p:cNvSpPr/>
          <p:nvPr/>
        </p:nvSpPr>
        <p:spPr>
          <a:xfrm>
            <a:off x="4709160" y="3726180"/>
            <a:ext cx="1371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2200"/>
              </a:lnSpc>
            </a:pPr>
            <a:r>
              <a:rPr lang="en-US" sz="1833" dirty="0">
                <a:solidFill>
                  <a:srgbClr val="545454"/>
                </a:solidFill>
                <a:latin typeface="Roboto-Roboto-Bold" pitchFamily="34" charset="0"/>
                <a:ea typeface="Roboto-Roboto-Bold" pitchFamily="34" charset="-122"/>
                <a:cs typeface="Roboto-Roboto-Bold" pitchFamily="34" charset="-120"/>
              </a:rPr>
              <a:t>1</a:t>
            </a:r>
            <a:endParaRPr lang="en-US" sz="1833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6562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1965960"/>
            <a:ext cx="3787140" cy="378714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0" y="1965960"/>
            <a:ext cx="3787140" cy="378714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0" y="1965960"/>
            <a:ext cx="3787140" cy="378714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8092440" y="2186940"/>
            <a:ext cx="3322320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058"/>
              </a:lnSpc>
            </a:pPr>
            <a:r>
              <a:rPr lang="en-US" sz="1467" dirty="0">
                <a:solidFill>
                  <a:srgbClr val="161616"/>
                </a:solidFill>
                <a:latin typeface="Roboto-Roboto-Bold" pitchFamily="34" charset="0"/>
                <a:ea typeface="Roboto-Roboto-Bold" pitchFamily="34" charset="-122"/>
                <a:cs typeface="Roboto-Roboto-Bold" pitchFamily="34" charset="-120"/>
              </a:rPr>
              <a:t>Proper implementation of design patterns involves recognizing the appropriate scenarios for their use and ensuring that they do not complicate the system unnecessarily.</a:t>
            </a:r>
            <a:endParaRPr lang="en-US" sz="1467" dirty="0"/>
          </a:p>
        </p:txBody>
      </p:sp>
      <p:sp>
        <p:nvSpPr>
          <p:cNvPr id="7" name="Text 1"/>
          <p:cNvSpPr/>
          <p:nvPr/>
        </p:nvSpPr>
        <p:spPr>
          <a:xfrm>
            <a:off x="8092440" y="4229100"/>
            <a:ext cx="332232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2475"/>
              </a:lnSpc>
            </a:pPr>
            <a:r>
              <a:rPr lang="en-US" sz="1833" dirty="0">
                <a:solidFill>
                  <a:srgbClr val="161616"/>
                </a:solidFill>
                <a:latin typeface="Roboto-Roboto-Black" pitchFamily="34" charset="0"/>
                <a:ea typeface="Roboto-Roboto-Black" pitchFamily="34" charset="-122"/>
                <a:cs typeface="Roboto-Roboto-Black" pitchFamily="34" charset="-120"/>
              </a:rPr>
              <a:t>Real-World Examples</a:t>
            </a:r>
            <a:endParaRPr lang="en-US" sz="1833" dirty="0"/>
          </a:p>
        </p:txBody>
      </p:sp>
      <p:sp>
        <p:nvSpPr>
          <p:cNvPr id="8" name="Text 2"/>
          <p:cNvSpPr/>
          <p:nvPr/>
        </p:nvSpPr>
        <p:spPr>
          <a:xfrm>
            <a:off x="693420" y="571500"/>
            <a:ext cx="10820400" cy="6324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4958"/>
              </a:lnSpc>
            </a:pPr>
            <a:r>
              <a:rPr lang="en-US" sz="3675" dirty="0">
                <a:solidFill>
                  <a:srgbClr val="404040"/>
                </a:solidFill>
                <a:latin typeface="Roboto-Roboto-Black" pitchFamily="34" charset="0"/>
                <a:ea typeface="Roboto-Roboto-Black" pitchFamily="34" charset="-122"/>
                <a:cs typeface="Roboto-Roboto-Black" pitchFamily="34" charset="-120"/>
              </a:rPr>
              <a:t>Applying Design Patterns</a:t>
            </a:r>
            <a:endParaRPr lang="en-US" sz="3675" dirty="0"/>
          </a:p>
        </p:txBody>
      </p:sp>
      <p:sp>
        <p:nvSpPr>
          <p:cNvPr id="9" name="Text 3"/>
          <p:cNvSpPr/>
          <p:nvPr/>
        </p:nvSpPr>
        <p:spPr>
          <a:xfrm>
            <a:off x="8092440" y="1645920"/>
            <a:ext cx="332232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2475"/>
              </a:lnSpc>
            </a:pPr>
            <a:r>
              <a:rPr lang="en-US" sz="1833" dirty="0">
                <a:solidFill>
                  <a:srgbClr val="161616"/>
                </a:solidFill>
                <a:latin typeface="Roboto-Roboto-Black" pitchFamily="34" charset="0"/>
                <a:ea typeface="Roboto-Roboto-Black" pitchFamily="34" charset="-122"/>
                <a:cs typeface="Roboto-Roboto-Black" pitchFamily="34" charset="-120"/>
              </a:rPr>
              <a:t>Pattern Implementation</a:t>
            </a:r>
            <a:endParaRPr lang="en-US" sz="1833" dirty="0"/>
          </a:p>
        </p:txBody>
      </p:sp>
      <p:sp>
        <p:nvSpPr>
          <p:cNvPr id="10" name="Text 4"/>
          <p:cNvSpPr/>
          <p:nvPr/>
        </p:nvSpPr>
        <p:spPr>
          <a:xfrm>
            <a:off x="8092440" y="4762500"/>
            <a:ext cx="3322320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2058"/>
              </a:lnSpc>
            </a:pPr>
            <a:r>
              <a:rPr lang="en-US" sz="1467" dirty="0">
                <a:solidFill>
                  <a:srgbClr val="161616"/>
                </a:solidFill>
                <a:latin typeface="Roboto-Roboto-Bold" pitchFamily="34" charset="0"/>
                <a:ea typeface="Roboto-Roboto-Bold" pitchFamily="34" charset="-122"/>
                <a:cs typeface="Roboto-Roboto-Bold" pitchFamily="34" charset="-120"/>
              </a:rPr>
              <a:t>Many frameworks and libraries incorporate design patterns, such as MVC in web applications, which demonstrate their practical applicability in software development.</a:t>
            </a:r>
            <a:endParaRPr lang="en-US" sz="1467" dirty="0"/>
          </a:p>
        </p:txBody>
      </p:sp>
      <p:sp>
        <p:nvSpPr>
          <p:cNvPr id="11" name="Text 5"/>
          <p:cNvSpPr/>
          <p:nvPr/>
        </p:nvSpPr>
        <p:spPr>
          <a:xfrm>
            <a:off x="792480" y="2941320"/>
            <a:ext cx="292608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ts val="2475"/>
              </a:lnSpc>
            </a:pPr>
            <a:r>
              <a:rPr lang="en-US" sz="1833" dirty="0">
                <a:solidFill>
                  <a:srgbClr val="161616"/>
                </a:solidFill>
                <a:latin typeface="Roboto-Roboto-Black" pitchFamily="34" charset="0"/>
                <a:ea typeface="Roboto-Roboto-Black" pitchFamily="34" charset="-122"/>
                <a:cs typeface="Roboto-Roboto-Black" pitchFamily="34" charset="-120"/>
              </a:rPr>
              <a:t>Choosing the Right Pattern</a:t>
            </a:r>
            <a:endParaRPr lang="en-US" sz="1833" dirty="0"/>
          </a:p>
        </p:txBody>
      </p:sp>
      <p:sp>
        <p:nvSpPr>
          <p:cNvPr id="12" name="Text 6"/>
          <p:cNvSpPr/>
          <p:nvPr/>
        </p:nvSpPr>
        <p:spPr>
          <a:xfrm>
            <a:off x="792480" y="3474720"/>
            <a:ext cx="2926080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ts val="2058"/>
              </a:lnSpc>
            </a:pPr>
            <a:r>
              <a:rPr lang="en-US" sz="1467" dirty="0">
                <a:solidFill>
                  <a:srgbClr val="161616"/>
                </a:solidFill>
                <a:latin typeface="Roboto-Roboto-Bold" pitchFamily="34" charset="0"/>
                <a:ea typeface="Roboto-Roboto-Bold" pitchFamily="34" charset="-122"/>
                <a:cs typeface="Roboto-Roboto-Bold" pitchFamily="34" charset="-120"/>
              </a:rPr>
              <a:t>Selecting the appropriate design pattern requires understanding the problem context and the relationships between different components in the system.</a:t>
            </a:r>
            <a:endParaRPr lang="en-US" sz="1467" dirty="0"/>
          </a:p>
        </p:txBody>
      </p:sp>
      <p:sp>
        <p:nvSpPr>
          <p:cNvPr id="13" name="Text 7"/>
          <p:cNvSpPr/>
          <p:nvPr/>
        </p:nvSpPr>
        <p:spPr>
          <a:xfrm>
            <a:off x="6697980" y="4869180"/>
            <a:ext cx="1371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2200"/>
              </a:lnSpc>
            </a:pPr>
            <a:r>
              <a:rPr lang="en-US" sz="1833" dirty="0">
                <a:solidFill>
                  <a:srgbClr val="545454"/>
                </a:solidFill>
                <a:latin typeface="Roboto-Roboto-Bold" pitchFamily="34" charset="0"/>
                <a:ea typeface="Roboto-Roboto-Bold" pitchFamily="34" charset="-122"/>
                <a:cs typeface="Roboto-Roboto-Bold" pitchFamily="34" charset="-120"/>
              </a:rPr>
              <a:t>3</a:t>
            </a:r>
            <a:endParaRPr lang="en-US" sz="1833" dirty="0"/>
          </a:p>
        </p:txBody>
      </p:sp>
      <p:sp>
        <p:nvSpPr>
          <p:cNvPr id="14" name="Text 8"/>
          <p:cNvSpPr/>
          <p:nvPr/>
        </p:nvSpPr>
        <p:spPr>
          <a:xfrm>
            <a:off x="4709160" y="3726180"/>
            <a:ext cx="1371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2200"/>
              </a:lnSpc>
            </a:pPr>
            <a:r>
              <a:rPr lang="en-US" sz="1833" dirty="0">
                <a:solidFill>
                  <a:srgbClr val="545454"/>
                </a:solidFill>
                <a:latin typeface="Roboto-Roboto-Bold" pitchFamily="34" charset="0"/>
                <a:ea typeface="Roboto-Roboto-Bold" pitchFamily="34" charset="-122"/>
                <a:cs typeface="Roboto-Roboto-Bold" pitchFamily="34" charset="-120"/>
              </a:rPr>
              <a:t>1</a:t>
            </a:r>
            <a:endParaRPr lang="en-US" sz="1833" dirty="0"/>
          </a:p>
        </p:txBody>
      </p:sp>
      <p:sp>
        <p:nvSpPr>
          <p:cNvPr id="15" name="Text 9"/>
          <p:cNvSpPr/>
          <p:nvPr/>
        </p:nvSpPr>
        <p:spPr>
          <a:xfrm>
            <a:off x="6697980" y="2575560"/>
            <a:ext cx="1371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2200"/>
              </a:lnSpc>
            </a:pPr>
            <a:r>
              <a:rPr lang="en-US" sz="1833" dirty="0">
                <a:solidFill>
                  <a:srgbClr val="545454"/>
                </a:solidFill>
                <a:latin typeface="Roboto-Roboto-Bold" pitchFamily="34" charset="0"/>
                <a:ea typeface="Roboto-Roboto-Bold" pitchFamily="34" charset="-122"/>
                <a:cs typeface="Roboto-Roboto-Bold" pitchFamily="34" charset="-120"/>
              </a:rPr>
              <a:t>2</a:t>
            </a:r>
            <a:endParaRPr lang="en-US" sz="1833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C88AB-16C6-46F4-0FD2-FE4E0A433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83748"/>
            <a:ext cx="10653578" cy="680554"/>
          </a:xfrm>
          <a:gradFill flip="none" rotWithShape="1">
            <a:gsLst>
              <a:gs pos="0">
                <a:schemeClr val="accent1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1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1">
                  <a:lumMod val="20000"/>
                  <a:lumOff val="80000"/>
                  <a:shade val="100000"/>
                  <a:satMod val="115000"/>
                </a:schemeClr>
              </a:gs>
            </a:gsLst>
            <a:lin ang="8100000" scaled="1"/>
            <a:tileRect/>
          </a:gradFill>
        </p:spPr>
        <p:txBody>
          <a:bodyPr/>
          <a:lstStyle/>
          <a:p>
            <a:r>
              <a:rPr lang="en-US" dirty="0"/>
              <a:t>Model-View-Controller (MVC)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01552-8738-FB02-25C5-8AF4B67E1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214204"/>
            <a:ext cx="10653579" cy="28631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MY" b="1" dirty="0"/>
              <a:t>In a web app;</a:t>
            </a:r>
          </a:p>
          <a:p>
            <a:r>
              <a:rPr lang="en-MY" b="1" dirty="0"/>
              <a:t>Model</a:t>
            </a:r>
            <a:r>
              <a:rPr lang="en-MY" dirty="0"/>
              <a:t>: Handles the data. For example, it knows how to save and retrieve user info from a database.</a:t>
            </a:r>
          </a:p>
          <a:p>
            <a:r>
              <a:rPr lang="en-MY" b="1" dirty="0"/>
              <a:t>View</a:t>
            </a:r>
            <a:r>
              <a:rPr lang="en-MY" dirty="0"/>
              <a:t>: Displays the data. For example, it shows a webpage with the user's profile.</a:t>
            </a:r>
          </a:p>
          <a:p>
            <a:r>
              <a:rPr lang="en-MY" b="1" dirty="0"/>
              <a:t>Controller</a:t>
            </a:r>
            <a:r>
              <a:rPr lang="en-MY" dirty="0"/>
              <a:t>: Handles user input. For example, when the user clicks "Save," the controller tells the model to update the data and then refreshes the view.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73783E-F651-6CFD-448E-A9BC51465613}"/>
              </a:ext>
            </a:extLst>
          </p:cNvPr>
          <p:cNvSpPr txBox="1"/>
          <p:nvPr/>
        </p:nvSpPr>
        <p:spPr>
          <a:xfrm>
            <a:off x="612646" y="5060075"/>
            <a:ext cx="10653577" cy="172354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shade val="30000"/>
                  <a:satMod val="115000"/>
                </a:schemeClr>
              </a:gs>
              <a:gs pos="50000">
                <a:schemeClr val="bg1">
                  <a:lumMod val="95000"/>
                  <a:shade val="67500"/>
                  <a:satMod val="11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lin ang="8100000" scaled="1"/>
            <a:tileRect/>
          </a:gradFill>
        </p:spPr>
        <p:txBody>
          <a:bodyPr wrap="square">
            <a:sp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v"/>
            </a:pPr>
            <a:r>
              <a:rPr lang="en-MY" sz="2400" b="0" i="0" dirty="0">
                <a:solidFill>
                  <a:srgbClr val="424242"/>
                </a:solidFill>
                <a:effectLst/>
                <a:latin typeface="Segoe Sans"/>
              </a:rPr>
              <a:t>Keeps code organized</a:t>
            </a:r>
          </a:p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v"/>
            </a:pPr>
            <a:r>
              <a:rPr lang="en-MY" sz="2400" b="0" i="0" dirty="0">
                <a:solidFill>
                  <a:srgbClr val="424242"/>
                </a:solidFill>
                <a:effectLst/>
                <a:latin typeface="Segoe Sans"/>
              </a:rPr>
              <a:t>Makes it easier to update or fix parts of the app</a:t>
            </a:r>
          </a:p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Wingdings" pitchFamily="2" charset="2"/>
              <a:buChar char="v"/>
            </a:pPr>
            <a:r>
              <a:rPr lang="en-MY" sz="2400" b="0" i="0" dirty="0">
                <a:solidFill>
                  <a:srgbClr val="424242"/>
                </a:solidFill>
                <a:effectLst/>
                <a:latin typeface="Segoe Sans"/>
              </a:rPr>
              <a:t>Helps teams work together (designers can work on views, developers on models)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750EC06-5189-DB01-D9D4-C287D0875C33}"/>
              </a:ext>
            </a:extLst>
          </p:cNvPr>
          <p:cNvSpPr txBox="1">
            <a:spLocks/>
          </p:cNvSpPr>
          <p:nvPr/>
        </p:nvSpPr>
        <p:spPr>
          <a:xfrm>
            <a:off x="612647" y="4287187"/>
            <a:ext cx="10653578" cy="680554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1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1">
                  <a:lumMod val="20000"/>
                  <a:lumOff val="80000"/>
                  <a:shade val="100000"/>
                  <a:satMod val="115000"/>
                </a:schemeClr>
              </a:gs>
            </a:gsLst>
            <a:lin ang="8100000" scaled="1"/>
            <a:tileRect/>
          </a:gradFill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Why use MVC?</a:t>
            </a:r>
          </a:p>
        </p:txBody>
      </p:sp>
    </p:spTree>
    <p:extLst>
      <p:ext uri="{BB962C8B-B14F-4D97-AF65-F5344CB8AC3E}">
        <p14:creationId xmlns:p14="http://schemas.microsoft.com/office/powerpoint/2010/main" val="31344759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group of colored pencils&#10;&#10;AI-generated content may be incorrect.">
            <a:extLst>
              <a:ext uri="{FF2B5EF4-FFF2-40B4-BE49-F238E27FC236}">
                <a16:creationId xmlns:a16="http://schemas.microsoft.com/office/drawing/2014/main" id="{BC06CD46-AEFB-17AA-4934-1834ADDCC9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1500" y="2827020"/>
            <a:ext cx="381000" cy="41148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040" y="2827020"/>
            <a:ext cx="381000" cy="41148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9580" y="2827020"/>
            <a:ext cx="381000" cy="41148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4518660" y="2895600"/>
            <a:ext cx="1371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ts val="2200"/>
              </a:lnSpc>
            </a:pPr>
            <a:r>
              <a:rPr lang="en-US" sz="1833" dirty="0">
                <a:solidFill>
                  <a:srgbClr val="545454"/>
                </a:solidFill>
                <a:latin typeface="Roboto-Roboto-Bold" pitchFamily="34" charset="0"/>
                <a:ea typeface="Roboto-Roboto-Bold" pitchFamily="34" charset="-122"/>
                <a:cs typeface="Roboto-Roboto-Bold" pitchFamily="34" charset="-120"/>
              </a:rPr>
              <a:t>2</a:t>
            </a:r>
            <a:endParaRPr lang="en-US" sz="1833" dirty="0"/>
          </a:p>
        </p:txBody>
      </p:sp>
      <p:sp>
        <p:nvSpPr>
          <p:cNvPr id="8" name="Text 1"/>
          <p:cNvSpPr/>
          <p:nvPr/>
        </p:nvSpPr>
        <p:spPr>
          <a:xfrm>
            <a:off x="1341120" y="2895601"/>
            <a:ext cx="2781300" cy="3541058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dirty="0">
                <a:solidFill>
                  <a:srgbClr val="161616"/>
                </a:solidFill>
                <a:latin typeface="Roboto-Roboto-Bold" pitchFamily="34" charset="0"/>
                <a:ea typeface="Roboto-Roboto-Bold" pitchFamily="34" charset="-122"/>
                <a:cs typeface="Roboto-Roboto-Bold" pitchFamily="34" charset="-120"/>
              </a:rPr>
              <a:t>The Model-View-Controller (MVC) pattern separates an application into three interconnected components, promoting organized code structure.</a:t>
            </a:r>
            <a:endParaRPr lang="en-US" sz="2200" dirty="0"/>
          </a:p>
        </p:txBody>
      </p:sp>
      <p:sp>
        <p:nvSpPr>
          <p:cNvPr id="9" name="Text 2"/>
          <p:cNvSpPr/>
          <p:nvPr/>
        </p:nvSpPr>
        <p:spPr>
          <a:xfrm>
            <a:off x="8717280" y="2895600"/>
            <a:ext cx="2781300" cy="3541058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dirty="0">
                <a:solidFill>
                  <a:srgbClr val="161616"/>
                </a:solidFill>
                <a:latin typeface="Roboto-Roboto-Bold" pitchFamily="34" charset="0"/>
                <a:ea typeface="Roboto-Roboto-Bold" pitchFamily="34" charset="-122"/>
                <a:cs typeface="Roboto-Roboto-Bold" pitchFamily="34" charset="-120"/>
              </a:rPr>
              <a:t>MVC enhances code maintainability and scalability by allowing independent development and testing of each component.</a:t>
            </a:r>
            <a:endParaRPr lang="en-US" sz="2200" dirty="0"/>
          </a:p>
        </p:txBody>
      </p:sp>
      <p:sp>
        <p:nvSpPr>
          <p:cNvPr id="10" name="Text 3"/>
          <p:cNvSpPr/>
          <p:nvPr/>
        </p:nvSpPr>
        <p:spPr>
          <a:xfrm>
            <a:off x="830580" y="2895600"/>
            <a:ext cx="1371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ts val="2200"/>
              </a:lnSpc>
            </a:pPr>
            <a:r>
              <a:rPr lang="en-US" sz="1833" dirty="0">
                <a:solidFill>
                  <a:srgbClr val="545454"/>
                </a:solidFill>
                <a:latin typeface="Roboto-Roboto-Bold" pitchFamily="34" charset="0"/>
                <a:ea typeface="Roboto-Roboto-Bold" pitchFamily="34" charset="-122"/>
                <a:cs typeface="Roboto-Roboto-Bold" pitchFamily="34" charset="-120"/>
              </a:rPr>
              <a:t>1</a:t>
            </a:r>
            <a:endParaRPr lang="en-US" sz="1833" dirty="0"/>
          </a:p>
        </p:txBody>
      </p:sp>
      <p:sp>
        <p:nvSpPr>
          <p:cNvPr id="11" name="Text 4"/>
          <p:cNvSpPr/>
          <p:nvPr/>
        </p:nvSpPr>
        <p:spPr>
          <a:xfrm>
            <a:off x="5029200" y="2110740"/>
            <a:ext cx="2781300" cy="632460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txBody>
          <a:bodyPr wrap="none" lIns="0" tIns="0" rIns="0" bIns="0" rtlCol="0" anchor="ctr"/>
          <a:lstStyle/>
          <a:p>
            <a:pPr algn="ctr">
              <a:lnSpc>
                <a:spcPts val="2475"/>
              </a:lnSpc>
            </a:pPr>
            <a:r>
              <a:rPr lang="en-US" sz="2400" dirty="0">
                <a:solidFill>
                  <a:srgbClr val="161616"/>
                </a:solidFill>
                <a:latin typeface="Roboto-Roboto-Black" pitchFamily="34" charset="0"/>
                <a:ea typeface="Roboto-Roboto-Black" pitchFamily="34" charset="-122"/>
                <a:cs typeface="Roboto-Roboto-Black" pitchFamily="34" charset="-120"/>
              </a:rPr>
              <a:t>Use in Web </a:t>
            </a:r>
          </a:p>
          <a:p>
            <a:pPr algn="ctr">
              <a:lnSpc>
                <a:spcPts val="2475"/>
              </a:lnSpc>
            </a:pPr>
            <a:r>
              <a:rPr lang="en-US" sz="2400" dirty="0">
                <a:solidFill>
                  <a:srgbClr val="161616"/>
                </a:solidFill>
                <a:latin typeface="Roboto-Roboto-Black" pitchFamily="34" charset="0"/>
                <a:ea typeface="Roboto-Roboto-Black" pitchFamily="34" charset="-122"/>
                <a:cs typeface="Roboto-Roboto-Black" pitchFamily="34" charset="-120"/>
              </a:rPr>
              <a:t>Development</a:t>
            </a:r>
            <a:endParaRPr lang="en-US" sz="2400" dirty="0"/>
          </a:p>
        </p:txBody>
      </p:sp>
      <p:sp>
        <p:nvSpPr>
          <p:cNvPr id="12" name="Text 5"/>
          <p:cNvSpPr/>
          <p:nvPr/>
        </p:nvSpPr>
        <p:spPr>
          <a:xfrm>
            <a:off x="8206740" y="2895600"/>
            <a:ext cx="1371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ts val="2200"/>
              </a:lnSpc>
            </a:pPr>
            <a:r>
              <a:rPr lang="en-US" sz="1833" dirty="0">
                <a:solidFill>
                  <a:srgbClr val="545454"/>
                </a:solidFill>
                <a:latin typeface="Roboto-Roboto-Bold" pitchFamily="34" charset="0"/>
                <a:ea typeface="Roboto-Roboto-Bold" pitchFamily="34" charset="-122"/>
                <a:cs typeface="Roboto-Roboto-Bold" pitchFamily="34" charset="-120"/>
              </a:rPr>
              <a:t>3</a:t>
            </a:r>
            <a:endParaRPr lang="en-US" sz="1833" dirty="0"/>
          </a:p>
        </p:txBody>
      </p:sp>
      <p:sp>
        <p:nvSpPr>
          <p:cNvPr id="13" name="Text 6"/>
          <p:cNvSpPr/>
          <p:nvPr/>
        </p:nvSpPr>
        <p:spPr>
          <a:xfrm>
            <a:off x="701040" y="1097280"/>
            <a:ext cx="10820400" cy="632460"/>
          </a:xfrm>
          <a:prstGeom prst="rect">
            <a:avLst/>
          </a:prstGeom>
          <a:solidFill>
            <a:srgbClr val="FFFF00"/>
          </a:solidFill>
          <a:ln/>
        </p:spPr>
        <p:txBody>
          <a:bodyPr wrap="none" lIns="0" tIns="0" rIns="0" bIns="0" rtlCol="0" anchor="ctr"/>
          <a:lstStyle/>
          <a:p>
            <a:pPr>
              <a:lnSpc>
                <a:spcPts val="4958"/>
              </a:lnSpc>
            </a:pPr>
            <a:r>
              <a:rPr lang="en-US" sz="3675" dirty="0">
                <a:solidFill>
                  <a:srgbClr val="404040"/>
                </a:solidFill>
                <a:latin typeface="Roboto-Roboto-Black" pitchFamily="34" charset="0"/>
                <a:ea typeface="Roboto-Roboto-Black" pitchFamily="34" charset="-122"/>
                <a:cs typeface="Roboto-Roboto-Black" pitchFamily="34" charset="-120"/>
              </a:rPr>
              <a:t>Case Study: MVC Pattern</a:t>
            </a:r>
            <a:endParaRPr lang="en-US" sz="3675" dirty="0"/>
          </a:p>
        </p:txBody>
      </p:sp>
      <p:sp>
        <p:nvSpPr>
          <p:cNvPr id="14" name="Text 7"/>
          <p:cNvSpPr/>
          <p:nvPr/>
        </p:nvSpPr>
        <p:spPr>
          <a:xfrm>
            <a:off x="8717280" y="2131060"/>
            <a:ext cx="2781300" cy="632460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txBody>
          <a:bodyPr wrap="none" lIns="0" tIns="0" rIns="0" bIns="0" rtlCol="0" anchor="ctr"/>
          <a:lstStyle/>
          <a:p>
            <a:pPr algn="ctr">
              <a:lnSpc>
                <a:spcPts val="2475"/>
              </a:lnSpc>
            </a:pPr>
            <a:r>
              <a:rPr lang="en-US" sz="2800" dirty="0">
                <a:solidFill>
                  <a:srgbClr val="161616"/>
                </a:solidFill>
                <a:latin typeface="Roboto-Roboto-Black" pitchFamily="34" charset="0"/>
                <a:ea typeface="Roboto-Roboto-Black" pitchFamily="34" charset="-122"/>
                <a:cs typeface="Roboto-Roboto-Black" pitchFamily="34" charset="-120"/>
              </a:rPr>
              <a:t>Benefits</a:t>
            </a:r>
            <a:endParaRPr lang="en-US" sz="2800" dirty="0"/>
          </a:p>
        </p:txBody>
      </p:sp>
      <p:sp>
        <p:nvSpPr>
          <p:cNvPr id="15" name="Text 8"/>
          <p:cNvSpPr/>
          <p:nvPr/>
        </p:nvSpPr>
        <p:spPr>
          <a:xfrm>
            <a:off x="5029200" y="2895600"/>
            <a:ext cx="2781300" cy="3541058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dirty="0">
                <a:solidFill>
                  <a:srgbClr val="161616"/>
                </a:solidFill>
                <a:latin typeface="Roboto-Roboto-Bold" pitchFamily="34" charset="0"/>
                <a:ea typeface="Roboto-Roboto-Bold" pitchFamily="34" charset="-122"/>
                <a:cs typeface="Roboto-Roboto-Bold" pitchFamily="34" charset="-120"/>
              </a:rPr>
              <a:t>MVC is widely used in web frameworks like Ruby on Rails and ASP.NET, where it helps manage user interactions efficiently.</a:t>
            </a:r>
            <a:endParaRPr lang="en-US" sz="2200" dirty="0"/>
          </a:p>
        </p:txBody>
      </p:sp>
      <p:sp>
        <p:nvSpPr>
          <p:cNvPr id="16" name="Text 9"/>
          <p:cNvSpPr/>
          <p:nvPr/>
        </p:nvSpPr>
        <p:spPr>
          <a:xfrm>
            <a:off x="1341120" y="2110740"/>
            <a:ext cx="2781300" cy="632460"/>
          </a:xfrm>
          <a:prstGeom prst="rect">
            <a:avLst/>
          </a:prstGeom>
          <a:solidFill>
            <a:schemeClr val="bg2">
              <a:lumMod val="90000"/>
            </a:schemeClr>
          </a:solidFill>
          <a:ln/>
        </p:spPr>
        <p:txBody>
          <a:bodyPr wrap="none" lIns="0" tIns="0" rIns="0" bIns="0" rtlCol="0" anchor="ctr"/>
          <a:lstStyle/>
          <a:p>
            <a:pPr algn="ctr">
              <a:lnSpc>
                <a:spcPts val="2475"/>
              </a:lnSpc>
            </a:pPr>
            <a:r>
              <a:rPr lang="en-US" sz="3200" dirty="0">
                <a:solidFill>
                  <a:srgbClr val="161616"/>
                </a:solidFill>
                <a:latin typeface="Roboto-Roboto-Black" pitchFamily="34" charset="0"/>
                <a:ea typeface="Roboto-Roboto-Black" pitchFamily="34" charset="-122"/>
                <a:cs typeface="Roboto-Roboto-Black" pitchFamily="34" charset="-120"/>
              </a:rPr>
              <a:t>Overview</a:t>
            </a:r>
            <a:endParaRPr lang="en-US" sz="3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59714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0" y="3810000"/>
            <a:ext cx="6492240" cy="649224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500" y="3810000"/>
            <a:ext cx="6492240" cy="649224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7500" y="3810000"/>
            <a:ext cx="6492240" cy="649224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8199120" y="3390900"/>
            <a:ext cx="3215640" cy="784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2058"/>
              </a:lnSpc>
            </a:pPr>
            <a:r>
              <a:rPr lang="en-US" sz="1467" dirty="0">
                <a:solidFill>
                  <a:srgbClr val="161616"/>
                </a:solidFill>
                <a:latin typeface="Roboto-Roboto-Bold" pitchFamily="34" charset="0"/>
                <a:ea typeface="Roboto-Roboto-Bold" pitchFamily="34" charset="-122"/>
                <a:cs typeface="Roboto-Roboto-Bold" pitchFamily="34" charset="-120"/>
              </a:rPr>
              <a:t>It promotes loose coupling between components, making systems easier to maintain and extend.</a:t>
            </a:r>
            <a:endParaRPr lang="en-US" sz="1467" dirty="0"/>
          </a:p>
        </p:txBody>
      </p:sp>
      <p:sp>
        <p:nvSpPr>
          <p:cNvPr id="7" name="Text 1"/>
          <p:cNvSpPr/>
          <p:nvPr/>
        </p:nvSpPr>
        <p:spPr>
          <a:xfrm>
            <a:off x="792480" y="2590800"/>
            <a:ext cx="321564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ts val="2475"/>
              </a:lnSpc>
            </a:pPr>
            <a:r>
              <a:rPr lang="en-US" sz="1833" dirty="0">
                <a:solidFill>
                  <a:srgbClr val="161616"/>
                </a:solidFill>
                <a:latin typeface="Roboto-Roboto-Black" pitchFamily="34" charset="0"/>
                <a:ea typeface="Roboto-Roboto-Black" pitchFamily="34" charset="-122"/>
                <a:cs typeface="Roboto-Roboto-Black" pitchFamily="34" charset="-120"/>
              </a:rPr>
              <a:t>Overview</a:t>
            </a:r>
            <a:endParaRPr lang="en-US" sz="1833" dirty="0"/>
          </a:p>
        </p:txBody>
      </p:sp>
      <p:sp>
        <p:nvSpPr>
          <p:cNvPr id="8" name="Text 2"/>
          <p:cNvSpPr/>
          <p:nvPr/>
        </p:nvSpPr>
        <p:spPr>
          <a:xfrm>
            <a:off x="4495800" y="2156460"/>
            <a:ext cx="3215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2058"/>
              </a:lnSpc>
            </a:pPr>
            <a:r>
              <a:rPr lang="en-US" sz="1467" dirty="0">
                <a:solidFill>
                  <a:srgbClr val="161616"/>
                </a:solidFill>
                <a:latin typeface="Roboto-Roboto-Bold" pitchFamily="34" charset="0"/>
                <a:ea typeface="Roboto-Roboto-Bold" pitchFamily="34" charset="-122"/>
                <a:cs typeface="Roboto-Roboto-Bold" pitchFamily="34" charset="-120"/>
              </a:rPr>
              <a:t>This pattern is commonly used in GUI frameworks, where UI elements need to respond to user inputs or other changes dynamically.</a:t>
            </a:r>
            <a:endParaRPr lang="en-US" sz="1467" dirty="0"/>
          </a:p>
        </p:txBody>
      </p:sp>
      <p:sp>
        <p:nvSpPr>
          <p:cNvPr id="9" name="Text 3"/>
          <p:cNvSpPr/>
          <p:nvPr/>
        </p:nvSpPr>
        <p:spPr>
          <a:xfrm>
            <a:off x="4495800" y="1615440"/>
            <a:ext cx="321564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ts val="2475"/>
              </a:lnSpc>
            </a:pPr>
            <a:r>
              <a:rPr lang="en-US" sz="1833" dirty="0">
                <a:solidFill>
                  <a:srgbClr val="161616"/>
                </a:solidFill>
                <a:latin typeface="Roboto-Roboto-Black" pitchFamily="34" charset="0"/>
                <a:ea typeface="Roboto-Roboto-Black" pitchFamily="34" charset="-122"/>
                <a:cs typeface="Roboto-Roboto-Black" pitchFamily="34" charset="-120"/>
              </a:rPr>
              <a:t>Use in GUI Applications</a:t>
            </a:r>
            <a:endParaRPr lang="en-US" sz="1833" dirty="0"/>
          </a:p>
        </p:txBody>
      </p:sp>
      <p:sp>
        <p:nvSpPr>
          <p:cNvPr id="10" name="Text 4"/>
          <p:cNvSpPr/>
          <p:nvPr/>
        </p:nvSpPr>
        <p:spPr>
          <a:xfrm>
            <a:off x="693420" y="541020"/>
            <a:ext cx="10820400" cy="6324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4958"/>
              </a:lnSpc>
            </a:pPr>
            <a:r>
              <a:rPr lang="en-US" sz="3675" dirty="0">
                <a:solidFill>
                  <a:srgbClr val="404040"/>
                </a:solidFill>
                <a:latin typeface="Roboto-Roboto-Black" pitchFamily="34" charset="0"/>
                <a:ea typeface="Roboto-Roboto-Black" pitchFamily="34" charset="-122"/>
                <a:cs typeface="Roboto-Roboto-Black" pitchFamily="34" charset="-120"/>
              </a:rPr>
              <a:t>Case Study: Observer Pattern</a:t>
            </a:r>
            <a:endParaRPr lang="en-US" sz="3675" dirty="0"/>
          </a:p>
        </p:txBody>
      </p:sp>
      <p:sp>
        <p:nvSpPr>
          <p:cNvPr id="11" name="Text 5"/>
          <p:cNvSpPr/>
          <p:nvPr/>
        </p:nvSpPr>
        <p:spPr>
          <a:xfrm>
            <a:off x="8199120" y="2849880"/>
            <a:ext cx="321564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ts val="2475"/>
              </a:lnSpc>
            </a:pPr>
            <a:r>
              <a:rPr lang="en-US" sz="1833" dirty="0">
                <a:solidFill>
                  <a:srgbClr val="161616"/>
                </a:solidFill>
                <a:latin typeface="Roboto-Roboto-Black" pitchFamily="34" charset="0"/>
                <a:ea typeface="Roboto-Roboto-Black" pitchFamily="34" charset="-122"/>
                <a:cs typeface="Roboto-Roboto-Black" pitchFamily="34" charset="-120"/>
              </a:rPr>
              <a:t>Benefits</a:t>
            </a:r>
            <a:endParaRPr lang="en-US" sz="1833" dirty="0"/>
          </a:p>
        </p:txBody>
      </p:sp>
      <p:sp>
        <p:nvSpPr>
          <p:cNvPr id="12" name="Text 6"/>
          <p:cNvSpPr/>
          <p:nvPr/>
        </p:nvSpPr>
        <p:spPr>
          <a:xfrm>
            <a:off x="792480" y="3124200"/>
            <a:ext cx="3215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2058"/>
              </a:lnSpc>
            </a:pPr>
            <a:r>
              <a:rPr lang="en-US" sz="1467" dirty="0">
                <a:solidFill>
                  <a:srgbClr val="161616"/>
                </a:solidFill>
                <a:latin typeface="Roboto-Roboto-Bold" pitchFamily="34" charset="0"/>
                <a:ea typeface="Roboto-Roboto-Bold" pitchFamily="34" charset="-122"/>
                <a:cs typeface="Roboto-Roboto-Bold" pitchFamily="34" charset="-120"/>
              </a:rPr>
              <a:t>The Observer pattern is designed for scenarios where a subject needs to notify multiple observers about state changes.</a:t>
            </a:r>
            <a:endParaRPr lang="en-US" sz="1467" dirty="0"/>
          </a:p>
        </p:txBody>
      </p:sp>
      <p:sp>
        <p:nvSpPr>
          <p:cNvPr id="13" name="Text 7"/>
          <p:cNvSpPr/>
          <p:nvPr/>
        </p:nvSpPr>
        <p:spPr>
          <a:xfrm>
            <a:off x="8138160" y="5707380"/>
            <a:ext cx="1371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2200"/>
              </a:lnSpc>
            </a:pPr>
            <a:r>
              <a:rPr lang="en-US" sz="1833" dirty="0">
                <a:solidFill>
                  <a:srgbClr val="545454"/>
                </a:solidFill>
                <a:latin typeface="Roboto-Roboto-Bold" pitchFamily="34" charset="0"/>
                <a:ea typeface="Roboto-Roboto-Bold" pitchFamily="34" charset="-122"/>
                <a:cs typeface="Roboto-Roboto-Bold" pitchFamily="34" charset="-120"/>
              </a:rPr>
              <a:t>3</a:t>
            </a:r>
            <a:endParaRPr lang="en-US" sz="1833" dirty="0"/>
          </a:p>
        </p:txBody>
      </p:sp>
      <p:sp>
        <p:nvSpPr>
          <p:cNvPr id="14" name="Text 8"/>
          <p:cNvSpPr/>
          <p:nvPr/>
        </p:nvSpPr>
        <p:spPr>
          <a:xfrm>
            <a:off x="6035040" y="4488180"/>
            <a:ext cx="1371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2200"/>
              </a:lnSpc>
            </a:pPr>
            <a:r>
              <a:rPr lang="en-US" sz="1833" dirty="0">
                <a:solidFill>
                  <a:srgbClr val="545454"/>
                </a:solidFill>
                <a:latin typeface="Roboto-Roboto-Bold" pitchFamily="34" charset="0"/>
                <a:ea typeface="Roboto-Roboto-Bold" pitchFamily="34" charset="-122"/>
                <a:cs typeface="Roboto-Roboto-Bold" pitchFamily="34" charset="-120"/>
              </a:rPr>
              <a:t>2</a:t>
            </a:r>
            <a:endParaRPr lang="en-US" sz="1833" dirty="0"/>
          </a:p>
        </p:txBody>
      </p:sp>
      <p:sp>
        <p:nvSpPr>
          <p:cNvPr id="15" name="Text 9"/>
          <p:cNvSpPr/>
          <p:nvPr/>
        </p:nvSpPr>
        <p:spPr>
          <a:xfrm>
            <a:off x="3924300" y="5707380"/>
            <a:ext cx="13716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2200"/>
              </a:lnSpc>
            </a:pPr>
            <a:r>
              <a:rPr lang="en-US" sz="1833" dirty="0">
                <a:solidFill>
                  <a:srgbClr val="545454"/>
                </a:solidFill>
                <a:latin typeface="Roboto-Roboto-Bold" pitchFamily="34" charset="0"/>
                <a:ea typeface="Roboto-Roboto-Bold" pitchFamily="34" charset="-122"/>
                <a:cs typeface="Roboto-Roboto-Bold" pitchFamily="34" charset="-120"/>
              </a:rPr>
              <a:t>1</a:t>
            </a:r>
            <a:endParaRPr lang="en-US" sz="1833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6562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0240" y="2255520"/>
            <a:ext cx="960120" cy="96012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4520" y="2255520"/>
            <a:ext cx="838200" cy="96012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0" y="2255520"/>
            <a:ext cx="960120" cy="96012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800100" y="3406140"/>
            <a:ext cx="319278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ts val="2475"/>
              </a:lnSpc>
            </a:pPr>
            <a:r>
              <a:rPr lang="en-US" sz="1833" dirty="0">
                <a:solidFill>
                  <a:srgbClr val="161616"/>
                </a:solidFill>
                <a:latin typeface="Roboto-Roboto-Black" pitchFamily="34" charset="0"/>
                <a:ea typeface="Roboto-Roboto-Black" pitchFamily="34" charset="-122"/>
                <a:cs typeface="Roboto-Roboto-Black" pitchFamily="34" charset="-120"/>
              </a:rPr>
              <a:t>Advanced Patterns</a:t>
            </a:r>
            <a:endParaRPr lang="en-US" sz="1833" dirty="0"/>
          </a:p>
        </p:txBody>
      </p:sp>
      <p:sp>
        <p:nvSpPr>
          <p:cNvPr id="7" name="Text 1"/>
          <p:cNvSpPr/>
          <p:nvPr/>
        </p:nvSpPr>
        <p:spPr>
          <a:xfrm>
            <a:off x="693420" y="1295400"/>
            <a:ext cx="10820400" cy="6324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4958"/>
              </a:lnSpc>
            </a:pPr>
            <a:r>
              <a:rPr lang="en-US" sz="3675" dirty="0">
                <a:solidFill>
                  <a:srgbClr val="404040"/>
                </a:solidFill>
                <a:latin typeface="Roboto-Roboto-Black" pitchFamily="34" charset="0"/>
                <a:ea typeface="Roboto-Roboto-Black" pitchFamily="34" charset="-122"/>
                <a:cs typeface="Roboto-Roboto-Black" pitchFamily="34" charset="-120"/>
              </a:rPr>
              <a:t>Further Reading and Exploration</a:t>
            </a:r>
            <a:endParaRPr lang="en-US" sz="3675" dirty="0"/>
          </a:p>
        </p:txBody>
      </p:sp>
      <p:sp>
        <p:nvSpPr>
          <p:cNvPr id="8" name="Text 2"/>
          <p:cNvSpPr/>
          <p:nvPr/>
        </p:nvSpPr>
        <p:spPr>
          <a:xfrm>
            <a:off x="800100" y="3840480"/>
            <a:ext cx="3192780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2058"/>
              </a:lnSpc>
            </a:pPr>
            <a:r>
              <a:rPr lang="en-US" sz="1467" dirty="0">
                <a:solidFill>
                  <a:srgbClr val="161616"/>
                </a:solidFill>
                <a:latin typeface="Roboto-Roboto-Bold" pitchFamily="34" charset="0"/>
                <a:ea typeface="Roboto-Roboto-Bold" pitchFamily="34" charset="-122"/>
                <a:cs typeface="Roboto-Roboto-Bold" pitchFamily="34" charset="-120"/>
              </a:rPr>
              <a:t>Explore advanced design patterns like the State Pattern, Mediator Pattern, and Visitor Pattern for more sophisticated software design solutions.</a:t>
            </a:r>
            <a:endParaRPr lang="en-US" sz="1467" dirty="0"/>
          </a:p>
        </p:txBody>
      </p:sp>
      <p:sp>
        <p:nvSpPr>
          <p:cNvPr id="9" name="Text 3"/>
          <p:cNvSpPr/>
          <p:nvPr/>
        </p:nvSpPr>
        <p:spPr>
          <a:xfrm>
            <a:off x="8206740" y="4160520"/>
            <a:ext cx="3192780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2058"/>
              </a:lnSpc>
            </a:pPr>
            <a:r>
              <a:rPr lang="en-US" sz="1467" dirty="0">
                <a:solidFill>
                  <a:srgbClr val="161616"/>
                </a:solidFill>
                <a:latin typeface="Roboto-Roboto-Bold" pitchFamily="34" charset="0"/>
                <a:ea typeface="Roboto-Roboto-Bold" pitchFamily="34" charset="-122"/>
                <a:cs typeface="Roboto-Roboto-Bold" pitchFamily="34" charset="-120"/>
              </a:rPr>
              <a:t>Investigate how different programming languages implement design patterns, as syntax and best practices vary widely across languages.</a:t>
            </a:r>
            <a:endParaRPr lang="en-US" sz="1467" dirty="0"/>
          </a:p>
        </p:txBody>
      </p:sp>
      <p:sp>
        <p:nvSpPr>
          <p:cNvPr id="10" name="Text 4"/>
          <p:cNvSpPr/>
          <p:nvPr/>
        </p:nvSpPr>
        <p:spPr>
          <a:xfrm>
            <a:off x="8206740" y="3406140"/>
            <a:ext cx="3192780" cy="632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2475"/>
              </a:lnSpc>
            </a:pPr>
            <a:r>
              <a:rPr lang="en-US" sz="1833" dirty="0">
                <a:solidFill>
                  <a:srgbClr val="161616"/>
                </a:solidFill>
                <a:latin typeface="Roboto-Roboto-Black" pitchFamily="34" charset="0"/>
                <a:ea typeface="Roboto-Roboto-Black" pitchFamily="34" charset="-122"/>
                <a:cs typeface="Roboto-Roboto-Black" pitchFamily="34" charset="-120"/>
              </a:rPr>
              <a:t>Implementation in Languages</a:t>
            </a:r>
            <a:endParaRPr lang="en-US" sz="1833" dirty="0"/>
          </a:p>
        </p:txBody>
      </p:sp>
      <p:sp>
        <p:nvSpPr>
          <p:cNvPr id="11" name="Text 5"/>
          <p:cNvSpPr/>
          <p:nvPr/>
        </p:nvSpPr>
        <p:spPr>
          <a:xfrm>
            <a:off x="4503420" y="3406140"/>
            <a:ext cx="319278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ts val="2475"/>
              </a:lnSpc>
            </a:pPr>
            <a:r>
              <a:rPr lang="en-US" sz="1833" dirty="0">
                <a:solidFill>
                  <a:srgbClr val="161616"/>
                </a:solidFill>
                <a:latin typeface="Roboto-Roboto-Black" pitchFamily="34" charset="0"/>
                <a:ea typeface="Roboto-Roboto-Black" pitchFamily="34" charset="-122"/>
                <a:cs typeface="Roboto-Roboto-Black" pitchFamily="34" charset="-120"/>
              </a:rPr>
              <a:t>Pattern Catalogs</a:t>
            </a:r>
            <a:endParaRPr lang="en-US" sz="1833" dirty="0"/>
          </a:p>
        </p:txBody>
      </p:sp>
      <p:sp>
        <p:nvSpPr>
          <p:cNvPr id="12" name="Text 6"/>
          <p:cNvSpPr/>
          <p:nvPr/>
        </p:nvSpPr>
        <p:spPr>
          <a:xfrm>
            <a:off x="4503420" y="3840480"/>
            <a:ext cx="31927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ts val="2058"/>
              </a:lnSpc>
            </a:pPr>
            <a:r>
              <a:rPr lang="en-US" sz="1467" dirty="0">
                <a:solidFill>
                  <a:srgbClr val="161616"/>
                </a:solidFill>
                <a:latin typeface="Roboto-Roboto-Bold" pitchFamily="34" charset="0"/>
                <a:ea typeface="Roboto-Roboto-Bold" pitchFamily="34" charset="-122"/>
                <a:cs typeface="Roboto-Roboto-Bold" pitchFamily="34" charset="-120"/>
              </a:rPr>
              <a:t>Consider consulting pattern catalogs that categorize and explain various patterns with practical examples and code snippets.</a:t>
            </a:r>
            <a:endParaRPr lang="en-US" sz="1467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21EC59C-71F6-98D0-F6DB-934D5A584459}"/>
              </a:ext>
            </a:extLst>
          </p:cNvPr>
          <p:cNvSpPr/>
          <p:nvPr/>
        </p:nvSpPr>
        <p:spPr>
          <a:xfrm>
            <a:off x="1365663" y="1009403"/>
            <a:ext cx="9155876" cy="4667002"/>
          </a:xfrm>
          <a:prstGeom prst="roundRect">
            <a:avLst>
              <a:gd name="adj" fmla="val 19435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Practice</a:t>
            </a:r>
          </a:p>
          <a:p>
            <a:pPr algn="ctr"/>
            <a:endParaRPr lang="en-US" sz="3200" dirty="0">
              <a:solidFill>
                <a:schemeClr val="tx1"/>
              </a:solidFill>
            </a:endParaRPr>
          </a:p>
          <a:p>
            <a:pPr algn="ctr"/>
            <a:r>
              <a:rPr lang="en-US" sz="3200" dirty="0">
                <a:solidFill>
                  <a:schemeClr val="tx1"/>
                </a:solidFill>
              </a:rPr>
              <a:t>Find 2 samples coding and try to find their design pattern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73792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D8E64-5485-FF38-12F7-A327A998B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189" y="146340"/>
            <a:ext cx="10653578" cy="113225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Example: </a:t>
            </a:r>
            <a:r>
              <a:rPr lang="en-MY" dirty="0"/>
              <a:t>Display and manage student award recipients for the Academic Excellence Ceremony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939138-C940-1E55-2884-C6F00729C58A}"/>
              </a:ext>
            </a:extLst>
          </p:cNvPr>
          <p:cNvSpPr txBox="1"/>
          <p:nvPr/>
        </p:nvSpPr>
        <p:spPr>
          <a:xfrm>
            <a:off x="187374" y="1190053"/>
            <a:ext cx="11817250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MY" b="1" dirty="0"/>
              <a:t>Python project</a:t>
            </a:r>
            <a:r>
              <a:rPr lang="en-MY" dirty="0"/>
              <a:t> that demonstrates a simple, real-world </a:t>
            </a:r>
            <a:r>
              <a:rPr lang="en-MY" b="1" dirty="0"/>
              <a:t>Academic Excellence Award Management System</a:t>
            </a:r>
            <a:r>
              <a:rPr lang="en-MY" dirty="0"/>
              <a:t> using the </a:t>
            </a:r>
            <a:r>
              <a:rPr lang="en-MY" b="1" dirty="0"/>
              <a:t>Model-View-Controller (MVC)</a:t>
            </a:r>
            <a:r>
              <a:rPr lang="en-MY" dirty="0"/>
              <a:t> design pattern — one of the most common and appropriate patterns for such applications.</a:t>
            </a:r>
            <a:endParaRPr lang="en-US" dirty="0"/>
          </a:p>
        </p:txBody>
      </p:sp>
      <p:pic>
        <p:nvPicPr>
          <p:cNvPr id="6" name="Picture 5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12F9D8C7-0EF3-A7F9-3EDC-A363AB46C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374" y="2304425"/>
            <a:ext cx="7337687" cy="1612690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A69E33D-EB76-122A-1987-269CAEB4D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374" y="4394699"/>
            <a:ext cx="3731745" cy="216441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AE127CAE-665F-EE00-9C6B-CB94E9F8E2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3878" y="4394698"/>
            <a:ext cx="3124200" cy="216441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7385B9D8-9970-2ECE-307D-31756DFA4C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2838" y="2304425"/>
            <a:ext cx="4531787" cy="273799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BCEAB770-3F08-D93A-9E1A-D4788674C9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2837" y="5192317"/>
            <a:ext cx="4531787" cy="131130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01372787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1013</Words>
  <Application>Microsoft Macintosh PowerPoint</Application>
  <PresentationFormat>Widescreen</PresentationFormat>
  <Paragraphs>126</Paragraphs>
  <Slides>21</Slides>
  <Notes>6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Aptos</vt:lpstr>
      <vt:lpstr>Arial</vt:lpstr>
      <vt:lpstr>Neue Haas Grotesk Text Pro</vt:lpstr>
      <vt:lpstr>Roboto-Roboto-Black</vt:lpstr>
      <vt:lpstr>Roboto-Roboto-Bold</vt:lpstr>
      <vt:lpstr>Segoe Sans</vt:lpstr>
      <vt:lpstr>Wingdings</vt:lpstr>
      <vt:lpstr>VanillaVTI</vt:lpstr>
      <vt:lpstr>DESIGN PATTERNS</vt:lpstr>
      <vt:lpstr>Overview</vt:lpstr>
      <vt:lpstr>Purpose</vt:lpstr>
      <vt:lpstr>PowerPoint Presentation</vt:lpstr>
      <vt:lpstr>Types of Design Patterns</vt:lpstr>
      <vt:lpstr>Creational Patterns - Focus on object creation, ensuring flexibility and reuse</vt:lpstr>
      <vt:lpstr>Structural Patterns - Deal with object composition — how classes and objects are combined </vt:lpstr>
      <vt:lpstr>Behavioral Pattern</vt:lpstr>
      <vt:lpstr>Example coding – Observer Pattern</vt:lpstr>
      <vt:lpstr>Importance</vt:lpstr>
      <vt:lpstr>Misunderstandings on design patterns</vt:lpstr>
      <vt:lpstr>Example: Singleton Pattern (Creational)</vt:lpstr>
      <vt:lpstr>PowerPoint Presentation</vt:lpstr>
      <vt:lpstr>PowerPoint Presentation</vt:lpstr>
      <vt:lpstr>PowerPoint Presentation</vt:lpstr>
      <vt:lpstr>Model-View-Controller (MVC)</vt:lpstr>
      <vt:lpstr>PowerPoint Presentation</vt:lpstr>
      <vt:lpstr>PowerPoint Presentation</vt:lpstr>
      <vt:lpstr>PowerPoint Presentation</vt:lpstr>
      <vt:lpstr>PowerPoint Presentation</vt:lpstr>
      <vt:lpstr>Example: Display and manage student award recipients for the Academic Excellence Ceremony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Hazlina Haron</dc:creator>
  <cp:lastModifiedBy>Hazlina Haron</cp:lastModifiedBy>
  <cp:revision>1</cp:revision>
  <dcterms:created xsi:type="dcterms:W3CDTF">2025-06-25T00:51:13Z</dcterms:created>
  <dcterms:modified xsi:type="dcterms:W3CDTF">2025-07-09T06:17:39Z</dcterms:modified>
</cp:coreProperties>
</file>