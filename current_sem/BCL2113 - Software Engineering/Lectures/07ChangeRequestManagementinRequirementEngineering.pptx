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8.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9.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0.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1.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9"/>
  </p:notesMasterIdLst>
  <p:sldIdLst>
    <p:sldId id="256" r:id="rId2"/>
    <p:sldId id="271" r:id="rId3"/>
    <p:sldId id="257" r:id="rId4"/>
    <p:sldId id="258" r:id="rId5"/>
    <p:sldId id="259" r:id="rId6"/>
    <p:sldId id="260" r:id="rId7"/>
    <p:sldId id="261" r:id="rId8"/>
    <p:sldId id="262" r:id="rId9"/>
    <p:sldId id="272" r:id="rId10"/>
    <p:sldId id="263" r:id="rId11"/>
    <p:sldId id="264" r:id="rId12"/>
    <p:sldId id="265" r:id="rId13"/>
    <p:sldId id="266" r:id="rId14"/>
    <p:sldId id="267" r:id="rId15"/>
    <p:sldId id="268" r:id="rId16"/>
    <p:sldId id="269" r:id="rId17"/>
    <p:sldId id="270"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66" d="100"/>
          <a:sy n="66" d="100"/>
        </p:scale>
        <p:origin x="0" y="0"/>
      </p:cViewPr>
      <p:guideLst>
        <p:guide orient="horz" pos="2160"/>
        <p:guide pos="2880"/>
      </p:guideLst>
    </p:cSldViewPr>
  </p:slide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iagrams/_rels/data1.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_rels/data3.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10" Type="http://schemas.openxmlformats.org/officeDocument/2006/relationships/image" Target="../media/image23.svg"/><Relationship Id="rId4" Type="http://schemas.openxmlformats.org/officeDocument/2006/relationships/image" Target="../media/image17.svg"/><Relationship Id="rId9" Type="http://schemas.openxmlformats.org/officeDocument/2006/relationships/image" Target="../media/image22.png"/></Relationships>
</file>

<file path=ppt/diagrams/_rels/data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svg"/><Relationship Id="rId1" Type="http://schemas.openxmlformats.org/officeDocument/2006/relationships/image" Target="../media/image25.png"/><Relationship Id="rId6" Type="http://schemas.openxmlformats.org/officeDocument/2006/relationships/image" Target="../media/image30.svg"/><Relationship Id="rId5" Type="http://schemas.openxmlformats.org/officeDocument/2006/relationships/image" Target="../media/image29.png"/><Relationship Id="rId4" Type="http://schemas.openxmlformats.org/officeDocument/2006/relationships/image" Target="../media/image28.svg"/></Relationships>
</file>

<file path=ppt/diagrams/_rels/data7.xml.rels><?xml version="1.0" encoding="UTF-8" standalone="yes"?>
<Relationships xmlns="http://schemas.openxmlformats.org/package/2006/relationships"><Relationship Id="rId8" Type="http://schemas.openxmlformats.org/officeDocument/2006/relationships/image" Target="../media/image40.sv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image" Target="../media/image34.svg"/><Relationship Id="rId1" Type="http://schemas.openxmlformats.org/officeDocument/2006/relationships/image" Target="../media/image33.png"/><Relationship Id="rId6" Type="http://schemas.openxmlformats.org/officeDocument/2006/relationships/image" Target="../media/image38.svg"/><Relationship Id="rId5" Type="http://schemas.openxmlformats.org/officeDocument/2006/relationships/image" Target="../media/image37.png"/><Relationship Id="rId10" Type="http://schemas.openxmlformats.org/officeDocument/2006/relationships/image" Target="../media/image42.svg"/><Relationship Id="rId4" Type="http://schemas.openxmlformats.org/officeDocument/2006/relationships/image" Target="../media/image36.svg"/><Relationship Id="rId9" Type="http://schemas.openxmlformats.org/officeDocument/2006/relationships/image" Target="../media/image41.png"/></Relationships>
</file>

<file path=ppt/diagrams/_rels/data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47.svg"/><Relationship Id="rId5" Type="http://schemas.openxmlformats.org/officeDocument/2006/relationships/image" Target="../media/image46.png"/><Relationship Id="rId4" Type="http://schemas.openxmlformats.org/officeDocument/2006/relationships/image" Target="../media/image45.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_rels/drawing3.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10" Type="http://schemas.openxmlformats.org/officeDocument/2006/relationships/image" Target="../media/image23.svg"/><Relationship Id="rId4" Type="http://schemas.openxmlformats.org/officeDocument/2006/relationships/image" Target="../media/image17.svg"/><Relationship Id="rId9" Type="http://schemas.openxmlformats.org/officeDocument/2006/relationships/image" Target="../media/image22.png"/></Relationships>
</file>

<file path=ppt/diagrams/_rels/drawing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svg"/><Relationship Id="rId1" Type="http://schemas.openxmlformats.org/officeDocument/2006/relationships/image" Target="../media/image25.png"/><Relationship Id="rId6" Type="http://schemas.openxmlformats.org/officeDocument/2006/relationships/image" Target="../media/image30.svg"/><Relationship Id="rId5" Type="http://schemas.openxmlformats.org/officeDocument/2006/relationships/image" Target="../media/image29.png"/><Relationship Id="rId4" Type="http://schemas.openxmlformats.org/officeDocument/2006/relationships/image" Target="../media/image28.svg"/></Relationships>
</file>

<file path=ppt/diagrams/_rels/drawing7.xml.rels><?xml version="1.0" encoding="UTF-8" standalone="yes"?>
<Relationships xmlns="http://schemas.openxmlformats.org/package/2006/relationships"><Relationship Id="rId8" Type="http://schemas.openxmlformats.org/officeDocument/2006/relationships/image" Target="../media/image40.sv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image" Target="../media/image34.svg"/><Relationship Id="rId1" Type="http://schemas.openxmlformats.org/officeDocument/2006/relationships/image" Target="../media/image33.png"/><Relationship Id="rId6" Type="http://schemas.openxmlformats.org/officeDocument/2006/relationships/image" Target="../media/image38.svg"/><Relationship Id="rId5" Type="http://schemas.openxmlformats.org/officeDocument/2006/relationships/image" Target="../media/image37.png"/><Relationship Id="rId10" Type="http://schemas.openxmlformats.org/officeDocument/2006/relationships/image" Target="../media/image42.svg"/><Relationship Id="rId4" Type="http://schemas.openxmlformats.org/officeDocument/2006/relationships/image" Target="../media/image36.svg"/><Relationship Id="rId9" Type="http://schemas.openxmlformats.org/officeDocument/2006/relationships/image" Target="../media/image41.png"/></Relationships>
</file>

<file path=ppt/diagrams/_rels/drawing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47.svg"/><Relationship Id="rId5" Type="http://schemas.openxmlformats.org/officeDocument/2006/relationships/image" Target="../media/image46.png"/><Relationship Id="rId4" Type="http://schemas.openxmlformats.org/officeDocument/2006/relationships/image" Target="../media/image45.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C25C04C-650B-4F4A-ACE6-7EAF3DF2227D}"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5E5C7301-E3CB-4F41-B4A2-0219A90A6335}">
      <dgm:prSet/>
      <dgm:spPr/>
      <dgm:t>
        <a:bodyPr/>
        <a:lstStyle/>
        <a:p>
          <a:r>
            <a:rPr lang="en-US">
              <a:solidFill>
                <a:srgbClr val="FF0000"/>
              </a:solidFill>
            </a:rPr>
            <a:t>Project Manager</a:t>
          </a:r>
          <a:r>
            <a:rPr lang="en-US"/>
            <a:t>: Oversees the change process. Ensures that changes align with project goals</a:t>
          </a:r>
        </a:p>
      </dgm:t>
    </dgm:pt>
    <dgm:pt modelId="{C52881B6-A4A9-4075-A59F-878DC5C65C70}" type="parTrans" cxnId="{0D361925-CE72-4916-BBD8-B197B7ADF496}">
      <dgm:prSet/>
      <dgm:spPr/>
      <dgm:t>
        <a:bodyPr/>
        <a:lstStyle/>
        <a:p>
          <a:endParaRPr lang="en-US"/>
        </a:p>
      </dgm:t>
    </dgm:pt>
    <dgm:pt modelId="{74A20D65-8180-4949-8488-C31699B2FE84}" type="sibTrans" cxnId="{0D361925-CE72-4916-BBD8-B197B7ADF496}">
      <dgm:prSet/>
      <dgm:spPr/>
      <dgm:t>
        <a:bodyPr/>
        <a:lstStyle/>
        <a:p>
          <a:endParaRPr lang="en-US"/>
        </a:p>
      </dgm:t>
    </dgm:pt>
    <dgm:pt modelId="{3F2498C1-96C6-482A-ABDF-1B4D2DD444C9}">
      <dgm:prSet/>
      <dgm:spPr/>
      <dgm:t>
        <a:bodyPr/>
        <a:lstStyle/>
        <a:p>
          <a:r>
            <a:rPr lang="en-US">
              <a:solidFill>
                <a:srgbClr val="FF0000"/>
              </a:solidFill>
            </a:rPr>
            <a:t>Business Analyst</a:t>
          </a:r>
          <a:r>
            <a:rPr lang="en-US"/>
            <a:t>: Conducts impact analysis - Analyzes and documents the impact of changes on requirements and business goals.</a:t>
          </a:r>
        </a:p>
      </dgm:t>
    </dgm:pt>
    <dgm:pt modelId="{FB4D5508-DE11-4416-8B9F-F73EF377A1CA}" type="parTrans" cxnId="{5A9B33D4-3BC0-47AF-834F-AE99EFC9FB92}">
      <dgm:prSet/>
      <dgm:spPr/>
      <dgm:t>
        <a:bodyPr/>
        <a:lstStyle/>
        <a:p>
          <a:endParaRPr lang="en-US"/>
        </a:p>
      </dgm:t>
    </dgm:pt>
    <dgm:pt modelId="{3CC8EBEF-CE69-4973-93EC-EBDEC3E47D34}" type="sibTrans" cxnId="{5A9B33D4-3BC0-47AF-834F-AE99EFC9FB92}">
      <dgm:prSet/>
      <dgm:spPr/>
      <dgm:t>
        <a:bodyPr/>
        <a:lstStyle/>
        <a:p>
          <a:endParaRPr lang="en-US"/>
        </a:p>
      </dgm:t>
    </dgm:pt>
    <dgm:pt modelId="{855BEAAF-D0E8-4036-9B9F-FCDA00B8F6A9}">
      <dgm:prSet/>
      <dgm:spPr/>
      <dgm:t>
        <a:bodyPr/>
        <a:lstStyle/>
        <a:p>
          <a:r>
            <a:rPr lang="en-US">
              <a:solidFill>
                <a:srgbClr val="FF0000"/>
              </a:solidFill>
            </a:rPr>
            <a:t>Stakeholders</a:t>
          </a:r>
          <a:r>
            <a:rPr lang="en-US"/>
            <a:t>: Initiate/approve changes - Provide insights and approval for changes that impact their areas</a:t>
          </a:r>
        </a:p>
      </dgm:t>
    </dgm:pt>
    <dgm:pt modelId="{6E0B780F-B525-46F0-890E-6CC73445C0CB}" type="parTrans" cxnId="{D09761FE-1753-4266-8E7D-0967D7180722}">
      <dgm:prSet/>
      <dgm:spPr/>
      <dgm:t>
        <a:bodyPr/>
        <a:lstStyle/>
        <a:p>
          <a:endParaRPr lang="en-US"/>
        </a:p>
      </dgm:t>
    </dgm:pt>
    <dgm:pt modelId="{B1322DDA-9831-4379-A6F4-79F4B3C9EEB0}" type="sibTrans" cxnId="{D09761FE-1753-4266-8E7D-0967D7180722}">
      <dgm:prSet/>
      <dgm:spPr/>
      <dgm:t>
        <a:bodyPr/>
        <a:lstStyle/>
        <a:p>
          <a:endParaRPr lang="en-US"/>
        </a:p>
      </dgm:t>
    </dgm:pt>
    <dgm:pt modelId="{21B4B161-314F-43F0-A95B-25E5F5844CA4}">
      <dgm:prSet/>
      <dgm:spPr/>
      <dgm:t>
        <a:bodyPr/>
        <a:lstStyle/>
        <a:p>
          <a:r>
            <a:rPr lang="en-US">
              <a:solidFill>
                <a:srgbClr val="FF0000"/>
              </a:solidFill>
            </a:rPr>
            <a:t>Developers &amp; Testers</a:t>
          </a:r>
          <a:r>
            <a:rPr lang="en-US"/>
            <a:t>: Implement and validate changes - Responsible for coding and testing the changes once approved.</a:t>
          </a:r>
        </a:p>
      </dgm:t>
    </dgm:pt>
    <dgm:pt modelId="{1E4A136A-B3CB-403B-A19F-39731B3A81CE}" type="parTrans" cxnId="{15B47BAA-8E58-4B20-BEA9-DEAF33FF4E88}">
      <dgm:prSet/>
      <dgm:spPr/>
      <dgm:t>
        <a:bodyPr/>
        <a:lstStyle/>
        <a:p>
          <a:endParaRPr lang="en-US"/>
        </a:p>
      </dgm:t>
    </dgm:pt>
    <dgm:pt modelId="{9FB109AC-F183-48B9-A244-A822C411A843}" type="sibTrans" cxnId="{15B47BAA-8E58-4B20-BEA9-DEAF33FF4E88}">
      <dgm:prSet/>
      <dgm:spPr/>
      <dgm:t>
        <a:bodyPr/>
        <a:lstStyle/>
        <a:p>
          <a:endParaRPr lang="en-US"/>
        </a:p>
      </dgm:t>
    </dgm:pt>
    <dgm:pt modelId="{5C7C1634-43B9-4173-820C-693DAC4B6C8B}" type="pres">
      <dgm:prSet presAssocID="{7C25C04C-650B-4F4A-ACE6-7EAF3DF2227D}" presName="root" presStyleCnt="0">
        <dgm:presLayoutVars>
          <dgm:dir/>
          <dgm:resizeHandles val="exact"/>
        </dgm:presLayoutVars>
      </dgm:prSet>
      <dgm:spPr/>
    </dgm:pt>
    <dgm:pt modelId="{EDBD6D66-623D-41A7-AC3F-9980766BF083}" type="pres">
      <dgm:prSet presAssocID="{5E5C7301-E3CB-4F41-B4A2-0219A90A6335}" presName="compNode" presStyleCnt="0"/>
      <dgm:spPr/>
    </dgm:pt>
    <dgm:pt modelId="{D41B3B7E-9955-4F14-B29E-3803B9C808BE}" type="pres">
      <dgm:prSet presAssocID="{5E5C7301-E3CB-4F41-B4A2-0219A90A6335}" presName="bgRect" presStyleLbl="bgShp" presStyleIdx="0" presStyleCnt="4"/>
      <dgm:spPr/>
    </dgm:pt>
    <dgm:pt modelId="{13270E26-4C77-4DEA-8D98-B7930CA1A86B}" type="pres">
      <dgm:prSet presAssocID="{5E5C7301-E3CB-4F41-B4A2-0219A90A6335}"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ierarchy"/>
        </a:ext>
      </dgm:extLst>
    </dgm:pt>
    <dgm:pt modelId="{256327DF-9952-440D-884E-E56701E71840}" type="pres">
      <dgm:prSet presAssocID="{5E5C7301-E3CB-4F41-B4A2-0219A90A6335}" presName="spaceRect" presStyleCnt="0"/>
      <dgm:spPr/>
    </dgm:pt>
    <dgm:pt modelId="{ED717FF2-B723-4C9F-8924-A9A891D88CA3}" type="pres">
      <dgm:prSet presAssocID="{5E5C7301-E3CB-4F41-B4A2-0219A90A6335}" presName="parTx" presStyleLbl="revTx" presStyleIdx="0" presStyleCnt="4">
        <dgm:presLayoutVars>
          <dgm:chMax val="0"/>
          <dgm:chPref val="0"/>
        </dgm:presLayoutVars>
      </dgm:prSet>
      <dgm:spPr/>
    </dgm:pt>
    <dgm:pt modelId="{9CE3DF62-2472-46BE-B683-CDC73079460D}" type="pres">
      <dgm:prSet presAssocID="{74A20D65-8180-4949-8488-C31699B2FE84}" presName="sibTrans" presStyleCnt="0"/>
      <dgm:spPr/>
    </dgm:pt>
    <dgm:pt modelId="{971F13E9-61D9-4FEF-97AD-0B995CA552A0}" type="pres">
      <dgm:prSet presAssocID="{3F2498C1-96C6-482A-ABDF-1B4D2DD444C9}" presName="compNode" presStyleCnt="0"/>
      <dgm:spPr/>
    </dgm:pt>
    <dgm:pt modelId="{44A7954E-05FE-4484-B61C-ECE962F9EFE4}" type="pres">
      <dgm:prSet presAssocID="{3F2498C1-96C6-482A-ABDF-1B4D2DD444C9}" presName="bgRect" presStyleLbl="bgShp" presStyleIdx="1" presStyleCnt="4"/>
      <dgm:spPr/>
    </dgm:pt>
    <dgm:pt modelId="{27E157AD-42FB-4C09-A5FA-A16232966B6C}" type="pres">
      <dgm:prSet presAssocID="{3F2498C1-96C6-482A-ABDF-1B4D2DD444C9}"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all center"/>
        </a:ext>
      </dgm:extLst>
    </dgm:pt>
    <dgm:pt modelId="{4CFA11B3-971A-4FC3-A232-61892B8422FD}" type="pres">
      <dgm:prSet presAssocID="{3F2498C1-96C6-482A-ABDF-1B4D2DD444C9}" presName="spaceRect" presStyleCnt="0"/>
      <dgm:spPr/>
    </dgm:pt>
    <dgm:pt modelId="{136D5F12-C2B2-4D23-86D7-CE48B84B7E26}" type="pres">
      <dgm:prSet presAssocID="{3F2498C1-96C6-482A-ABDF-1B4D2DD444C9}" presName="parTx" presStyleLbl="revTx" presStyleIdx="1" presStyleCnt="4">
        <dgm:presLayoutVars>
          <dgm:chMax val="0"/>
          <dgm:chPref val="0"/>
        </dgm:presLayoutVars>
      </dgm:prSet>
      <dgm:spPr/>
    </dgm:pt>
    <dgm:pt modelId="{E15B031E-3ED0-48DF-9487-6CB6E50D5407}" type="pres">
      <dgm:prSet presAssocID="{3CC8EBEF-CE69-4973-93EC-EBDEC3E47D34}" presName="sibTrans" presStyleCnt="0"/>
      <dgm:spPr/>
    </dgm:pt>
    <dgm:pt modelId="{9A1A8199-63C9-4B32-8B52-1482C3830A18}" type="pres">
      <dgm:prSet presAssocID="{855BEAAF-D0E8-4036-9B9F-FCDA00B8F6A9}" presName="compNode" presStyleCnt="0"/>
      <dgm:spPr/>
    </dgm:pt>
    <dgm:pt modelId="{78D07D7D-18AA-4454-B5C9-3FB12754A8C7}" type="pres">
      <dgm:prSet presAssocID="{855BEAAF-D0E8-4036-9B9F-FCDA00B8F6A9}" presName="bgRect" presStyleLbl="bgShp" presStyleIdx="2" presStyleCnt="4"/>
      <dgm:spPr/>
    </dgm:pt>
    <dgm:pt modelId="{EDB1A462-AA4F-4618-BBF4-F497CC12A7D8}" type="pres">
      <dgm:prSet presAssocID="{855BEAAF-D0E8-4036-9B9F-FCDA00B8F6A9}"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Meeting"/>
        </a:ext>
      </dgm:extLst>
    </dgm:pt>
    <dgm:pt modelId="{31DE9B9F-2571-49B7-8C31-ABB6B034A872}" type="pres">
      <dgm:prSet presAssocID="{855BEAAF-D0E8-4036-9B9F-FCDA00B8F6A9}" presName="spaceRect" presStyleCnt="0"/>
      <dgm:spPr/>
    </dgm:pt>
    <dgm:pt modelId="{DCE3B358-1D33-4526-AE8B-40FD7E698141}" type="pres">
      <dgm:prSet presAssocID="{855BEAAF-D0E8-4036-9B9F-FCDA00B8F6A9}" presName="parTx" presStyleLbl="revTx" presStyleIdx="2" presStyleCnt="4">
        <dgm:presLayoutVars>
          <dgm:chMax val="0"/>
          <dgm:chPref val="0"/>
        </dgm:presLayoutVars>
      </dgm:prSet>
      <dgm:spPr/>
    </dgm:pt>
    <dgm:pt modelId="{8607C5D3-3A21-4986-9CFE-CFA6B07E7CF0}" type="pres">
      <dgm:prSet presAssocID="{B1322DDA-9831-4379-A6F4-79F4B3C9EEB0}" presName="sibTrans" presStyleCnt="0"/>
      <dgm:spPr/>
    </dgm:pt>
    <dgm:pt modelId="{27819677-D4FA-4199-BD3D-6BCB4289CED9}" type="pres">
      <dgm:prSet presAssocID="{21B4B161-314F-43F0-A95B-25E5F5844CA4}" presName="compNode" presStyleCnt="0"/>
      <dgm:spPr/>
    </dgm:pt>
    <dgm:pt modelId="{F64E0DC9-02F6-4CBF-B237-5435A76585AB}" type="pres">
      <dgm:prSet presAssocID="{21B4B161-314F-43F0-A95B-25E5F5844CA4}" presName="bgRect" presStyleLbl="bgShp" presStyleIdx="3" presStyleCnt="4"/>
      <dgm:spPr/>
    </dgm:pt>
    <dgm:pt modelId="{83A4A0E3-9979-4311-BFAB-88CC2A3C8BD5}" type="pres">
      <dgm:prSet presAssocID="{21B4B161-314F-43F0-A95B-25E5F5844CA4}"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Flowchart"/>
        </a:ext>
      </dgm:extLst>
    </dgm:pt>
    <dgm:pt modelId="{903D685E-95B4-49D3-B100-521E8D82B9FD}" type="pres">
      <dgm:prSet presAssocID="{21B4B161-314F-43F0-A95B-25E5F5844CA4}" presName="spaceRect" presStyleCnt="0"/>
      <dgm:spPr/>
    </dgm:pt>
    <dgm:pt modelId="{31357EC5-8085-4C12-BC05-30F74F59A36F}" type="pres">
      <dgm:prSet presAssocID="{21B4B161-314F-43F0-A95B-25E5F5844CA4}" presName="parTx" presStyleLbl="revTx" presStyleIdx="3" presStyleCnt="4">
        <dgm:presLayoutVars>
          <dgm:chMax val="0"/>
          <dgm:chPref val="0"/>
        </dgm:presLayoutVars>
      </dgm:prSet>
      <dgm:spPr/>
    </dgm:pt>
  </dgm:ptLst>
  <dgm:cxnLst>
    <dgm:cxn modelId="{A477BF11-D271-4FA4-A6F0-89655E1F849C}" type="presOf" srcId="{7C25C04C-650B-4F4A-ACE6-7EAF3DF2227D}" destId="{5C7C1634-43B9-4173-820C-693DAC4B6C8B}" srcOrd="0" destOrd="0" presId="urn:microsoft.com/office/officeart/2018/2/layout/IconVerticalSolidList"/>
    <dgm:cxn modelId="{DCBFB917-7B26-4407-B93D-1CDF60AE0666}" type="presOf" srcId="{3F2498C1-96C6-482A-ABDF-1B4D2DD444C9}" destId="{136D5F12-C2B2-4D23-86D7-CE48B84B7E26}" srcOrd="0" destOrd="0" presId="urn:microsoft.com/office/officeart/2018/2/layout/IconVerticalSolidList"/>
    <dgm:cxn modelId="{0D361925-CE72-4916-BBD8-B197B7ADF496}" srcId="{7C25C04C-650B-4F4A-ACE6-7EAF3DF2227D}" destId="{5E5C7301-E3CB-4F41-B4A2-0219A90A6335}" srcOrd="0" destOrd="0" parTransId="{C52881B6-A4A9-4075-A59F-878DC5C65C70}" sibTransId="{74A20D65-8180-4949-8488-C31699B2FE84}"/>
    <dgm:cxn modelId="{CBABB327-D120-4B8A-824E-BF2052962E4E}" type="presOf" srcId="{21B4B161-314F-43F0-A95B-25E5F5844CA4}" destId="{31357EC5-8085-4C12-BC05-30F74F59A36F}" srcOrd="0" destOrd="0" presId="urn:microsoft.com/office/officeart/2018/2/layout/IconVerticalSolidList"/>
    <dgm:cxn modelId="{405ECB2D-BFAA-4930-990D-4386790BE14D}" type="presOf" srcId="{855BEAAF-D0E8-4036-9B9F-FCDA00B8F6A9}" destId="{DCE3B358-1D33-4526-AE8B-40FD7E698141}" srcOrd="0" destOrd="0" presId="urn:microsoft.com/office/officeart/2018/2/layout/IconVerticalSolidList"/>
    <dgm:cxn modelId="{15B47BAA-8E58-4B20-BEA9-DEAF33FF4E88}" srcId="{7C25C04C-650B-4F4A-ACE6-7EAF3DF2227D}" destId="{21B4B161-314F-43F0-A95B-25E5F5844CA4}" srcOrd="3" destOrd="0" parTransId="{1E4A136A-B3CB-403B-A19F-39731B3A81CE}" sibTransId="{9FB109AC-F183-48B9-A244-A822C411A843}"/>
    <dgm:cxn modelId="{5A9B33D4-3BC0-47AF-834F-AE99EFC9FB92}" srcId="{7C25C04C-650B-4F4A-ACE6-7EAF3DF2227D}" destId="{3F2498C1-96C6-482A-ABDF-1B4D2DD444C9}" srcOrd="1" destOrd="0" parTransId="{FB4D5508-DE11-4416-8B9F-F73EF377A1CA}" sibTransId="{3CC8EBEF-CE69-4973-93EC-EBDEC3E47D34}"/>
    <dgm:cxn modelId="{6CF53CEE-8C41-4003-81E1-1381380448BD}" type="presOf" srcId="{5E5C7301-E3CB-4F41-B4A2-0219A90A6335}" destId="{ED717FF2-B723-4C9F-8924-A9A891D88CA3}" srcOrd="0" destOrd="0" presId="urn:microsoft.com/office/officeart/2018/2/layout/IconVerticalSolidList"/>
    <dgm:cxn modelId="{D09761FE-1753-4266-8E7D-0967D7180722}" srcId="{7C25C04C-650B-4F4A-ACE6-7EAF3DF2227D}" destId="{855BEAAF-D0E8-4036-9B9F-FCDA00B8F6A9}" srcOrd="2" destOrd="0" parTransId="{6E0B780F-B525-46F0-890E-6CC73445C0CB}" sibTransId="{B1322DDA-9831-4379-A6F4-79F4B3C9EEB0}"/>
    <dgm:cxn modelId="{016AB090-870B-421D-A671-EEE8457B841D}" type="presParOf" srcId="{5C7C1634-43B9-4173-820C-693DAC4B6C8B}" destId="{EDBD6D66-623D-41A7-AC3F-9980766BF083}" srcOrd="0" destOrd="0" presId="urn:microsoft.com/office/officeart/2018/2/layout/IconVerticalSolidList"/>
    <dgm:cxn modelId="{D5FE2569-F435-4B94-A863-3BEC30B849D0}" type="presParOf" srcId="{EDBD6D66-623D-41A7-AC3F-9980766BF083}" destId="{D41B3B7E-9955-4F14-B29E-3803B9C808BE}" srcOrd="0" destOrd="0" presId="urn:microsoft.com/office/officeart/2018/2/layout/IconVerticalSolidList"/>
    <dgm:cxn modelId="{143BFB4A-BD19-4C69-A9F1-305C3E359B71}" type="presParOf" srcId="{EDBD6D66-623D-41A7-AC3F-9980766BF083}" destId="{13270E26-4C77-4DEA-8D98-B7930CA1A86B}" srcOrd="1" destOrd="0" presId="urn:microsoft.com/office/officeart/2018/2/layout/IconVerticalSolidList"/>
    <dgm:cxn modelId="{0AED5DB6-1FEF-40B6-BFFF-5AD7BCE6C1C2}" type="presParOf" srcId="{EDBD6D66-623D-41A7-AC3F-9980766BF083}" destId="{256327DF-9952-440D-884E-E56701E71840}" srcOrd="2" destOrd="0" presId="urn:microsoft.com/office/officeart/2018/2/layout/IconVerticalSolidList"/>
    <dgm:cxn modelId="{8AF6497E-9405-4FD2-9A98-C2BECB1BF0D9}" type="presParOf" srcId="{EDBD6D66-623D-41A7-AC3F-9980766BF083}" destId="{ED717FF2-B723-4C9F-8924-A9A891D88CA3}" srcOrd="3" destOrd="0" presId="urn:microsoft.com/office/officeart/2018/2/layout/IconVerticalSolidList"/>
    <dgm:cxn modelId="{EAEA7193-A74A-4B9B-9717-8F2A36601652}" type="presParOf" srcId="{5C7C1634-43B9-4173-820C-693DAC4B6C8B}" destId="{9CE3DF62-2472-46BE-B683-CDC73079460D}" srcOrd="1" destOrd="0" presId="urn:microsoft.com/office/officeart/2018/2/layout/IconVerticalSolidList"/>
    <dgm:cxn modelId="{706416FC-C6C6-47AA-B949-83360FED481E}" type="presParOf" srcId="{5C7C1634-43B9-4173-820C-693DAC4B6C8B}" destId="{971F13E9-61D9-4FEF-97AD-0B995CA552A0}" srcOrd="2" destOrd="0" presId="urn:microsoft.com/office/officeart/2018/2/layout/IconVerticalSolidList"/>
    <dgm:cxn modelId="{D577E030-2945-4087-A47E-B0B6F8B1BFC0}" type="presParOf" srcId="{971F13E9-61D9-4FEF-97AD-0B995CA552A0}" destId="{44A7954E-05FE-4484-B61C-ECE962F9EFE4}" srcOrd="0" destOrd="0" presId="urn:microsoft.com/office/officeart/2018/2/layout/IconVerticalSolidList"/>
    <dgm:cxn modelId="{B768510B-0C6D-42B2-99D6-35C32EE8A22F}" type="presParOf" srcId="{971F13E9-61D9-4FEF-97AD-0B995CA552A0}" destId="{27E157AD-42FB-4C09-A5FA-A16232966B6C}" srcOrd="1" destOrd="0" presId="urn:microsoft.com/office/officeart/2018/2/layout/IconVerticalSolidList"/>
    <dgm:cxn modelId="{EFE8E72B-B758-45FB-A2C8-ED2A79EE8E8A}" type="presParOf" srcId="{971F13E9-61D9-4FEF-97AD-0B995CA552A0}" destId="{4CFA11B3-971A-4FC3-A232-61892B8422FD}" srcOrd="2" destOrd="0" presId="urn:microsoft.com/office/officeart/2018/2/layout/IconVerticalSolidList"/>
    <dgm:cxn modelId="{F98B14E3-F6DE-4E2C-ADCF-AAA6D843C77B}" type="presParOf" srcId="{971F13E9-61D9-4FEF-97AD-0B995CA552A0}" destId="{136D5F12-C2B2-4D23-86D7-CE48B84B7E26}" srcOrd="3" destOrd="0" presId="urn:microsoft.com/office/officeart/2018/2/layout/IconVerticalSolidList"/>
    <dgm:cxn modelId="{46D98B08-60D8-444C-8A2D-D069CF0F0071}" type="presParOf" srcId="{5C7C1634-43B9-4173-820C-693DAC4B6C8B}" destId="{E15B031E-3ED0-48DF-9487-6CB6E50D5407}" srcOrd="3" destOrd="0" presId="urn:microsoft.com/office/officeart/2018/2/layout/IconVerticalSolidList"/>
    <dgm:cxn modelId="{9D00E06D-87EB-4DD7-A80E-669A64E03A64}" type="presParOf" srcId="{5C7C1634-43B9-4173-820C-693DAC4B6C8B}" destId="{9A1A8199-63C9-4B32-8B52-1482C3830A18}" srcOrd="4" destOrd="0" presId="urn:microsoft.com/office/officeart/2018/2/layout/IconVerticalSolidList"/>
    <dgm:cxn modelId="{805B7E04-C2E9-41A0-AA9A-9EB8D2988F32}" type="presParOf" srcId="{9A1A8199-63C9-4B32-8B52-1482C3830A18}" destId="{78D07D7D-18AA-4454-B5C9-3FB12754A8C7}" srcOrd="0" destOrd="0" presId="urn:microsoft.com/office/officeart/2018/2/layout/IconVerticalSolidList"/>
    <dgm:cxn modelId="{9381FFD7-41D5-47FC-9B36-C5BD904F201D}" type="presParOf" srcId="{9A1A8199-63C9-4B32-8B52-1482C3830A18}" destId="{EDB1A462-AA4F-4618-BBF4-F497CC12A7D8}" srcOrd="1" destOrd="0" presId="urn:microsoft.com/office/officeart/2018/2/layout/IconVerticalSolidList"/>
    <dgm:cxn modelId="{4563571B-0F00-4EE2-B3DF-31DC7DAB24D2}" type="presParOf" srcId="{9A1A8199-63C9-4B32-8B52-1482C3830A18}" destId="{31DE9B9F-2571-49B7-8C31-ABB6B034A872}" srcOrd="2" destOrd="0" presId="urn:microsoft.com/office/officeart/2018/2/layout/IconVerticalSolidList"/>
    <dgm:cxn modelId="{96278C13-019C-4598-8C16-1C880BC1409A}" type="presParOf" srcId="{9A1A8199-63C9-4B32-8B52-1482C3830A18}" destId="{DCE3B358-1D33-4526-AE8B-40FD7E698141}" srcOrd="3" destOrd="0" presId="urn:microsoft.com/office/officeart/2018/2/layout/IconVerticalSolidList"/>
    <dgm:cxn modelId="{0FE7BAEF-94E6-4150-BB34-746DEDB110AF}" type="presParOf" srcId="{5C7C1634-43B9-4173-820C-693DAC4B6C8B}" destId="{8607C5D3-3A21-4986-9CFE-CFA6B07E7CF0}" srcOrd="5" destOrd="0" presId="urn:microsoft.com/office/officeart/2018/2/layout/IconVerticalSolidList"/>
    <dgm:cxn modelId="{97639343-6D95-4280-ABC9-946EAFFDA483}" type="presParOf" srcId="{5C7C1634-43B9-4173-820C-693DAC4B6C8B}" destId="{27819677-D4FA-4199-BD3D-6BCB4289CED9}" srcOrd="6" destOrd="0" presId="urn:microsoft.com/office/officeart/2018/2/layout/IconVerticalSolidList"/>
    <dgm:cxn modelId="{03371446-C62E-4926-9236-8D8AA715A4C6}" type="presParOf" srcId="{27819677-D4FA-4199-BD3D-6BCB4289CED9}" destId="{F64E0DC9-02F6-4CBF-B237-5435A76585AB}" srcOrd="0" destOrd="0" presId="urn:microsoft.com/office/officeart/2018/2/layout/IconVerticalSolidList"/>
    <dgm:cxn modelId="{6F0A263E-708C-4CE9-9E5A-F7ACA751A890}" type="presParOf" srcId="{27819677-D4FA-4199-BD3D-6BCB4289CED9}" destId="{83A4A0E3-9979-4311-BFAB-88CC2A3C8BD5}" srcOrd="1" destOrd="0" presId="urn:microsoft.com/office/officeart/2018/2/layout/IconVerticalSolidList"/>
    <dgm:cxn modelId="{313EFA7C-0760-4BC0-9251-2073B9AF8816}" type="presParOf" srcId="{27819677-D4FA-4199-BD3D-6BCB4289CED9}" destId="{903D685E-95B4-49D3-B100-521E8D82B9FD}" srcOrd="2" destOrd="0" presId="urn:microsoft.com/office/officeart/2018/2/layout/IconVerticalSolidList"/>
    <dgm:cxn modelId="{B076D9B0-A009-4AFE-989D-FADEA5F313B3}" type="presParOf" srcId="{27819677-D4FA-4199-BD3D-6BCB4289CED9}" destId="{31357EC5-8085-4C12-BC05-30F74F59A36F}"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5354DB0-5731-419F-A8BC-F618DD7F5F2B}"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ACF710FC-488E-4E3D-A293-30CFA1309A4D}">
      <dgm:prSet/>
      <dgm:spPr/>
      <dgm:t>
        <a:bodyPr/>
        <a:lstStyle/>
        <a:p>
          <a:r>
            <a:rPr lang="en-US"/>
            <a:t>Change ID</a:t>
          </a:r>
        </a:p>
      </dgm:t>
    </dgm:pt>
    <dgm:pt modelId="{335BE736-7633-4EF3-A78A-9177A6263C31}" type="parTrans" cxnId="{7C3E313D-2C02-4F35-9F86-F8354828AA0A}">
      <dgm:prSet/>
      <dgm:spPr/>
      <dgm:t>
        <a:bodyPr/>
        <a:lstStyle/>
        <a:p>
          <a:endParaRPr lang="en-US"/>
        </a:p>
      </dgm:t>
    </dgm:pt>
    <dgm:pt modelId="{F3389B13-1223-4CB4-9FBC-8E84348142FA}" type="sibTrans" cxnId="{7C3E313D-2C02-4F35-9F86-F8354828AA0A}">
      <dgm:prSet/>
      <dgm:spPr/>
      <dgm:t>
        <a:bodyPr/>
        <a:lstStyle/>
        <a:p>
          <a:endParaRPr lang="en-US"/>
        </a:p>
      </dgm:t>
    </dgm:pt>
    <dgm:pt modelId="{74EC8136-A01A-4C72-9580-30A74405F796}">
      <dgm:prSet/>
      <dgm:spPr/>
      <dgm:t>
        <a:bodyPr/>
        <a:lstStyle/>
        <a:p>
          <a:r>
            <a:rPr lang="en-US"/>
            <a:t>Description of the change</a:t>
          </a:r>
        </a:p>
      </dgm:t>
    </dgm:pt>
    <dgm:pt modelId="{2ADD3746-A32D-4047-A8B4-703E5C99E1A9}" type="parTrans" cxnId="{6502E9F6-5E49-427B-8D39-9A613B5013B1}">
      <dgm:prSet/>
      <dgm:spPr/>
      <dgm:t>
        <a:bodyPr/>
        <a:lstStyle/>
        <a:p>
          <a:endParaRPr lang="en-US"/>
        </a:p>
      </dgm:t>
    </dgm:pt>
    <dgm:pt modelId="{FC2DC74C-62F6-4A2B-BCEB-C369F586111F}" type="sibTrans" cxnId="{6502E9F6-5E49-427B-8D39-9A613B5013B1}">
      <dgm:prSet/>
      <dgm:spPr/>
      <dgm:t>
        <a:bodyPr/>
        <a:lstStyle/>
        <a:p>
          <a:endParaRPr lang="en-US"/>
        </a:p>
      </dgm:t>
    </dgm:pt>
    <dgm:pt modelId="{041FDE3E-B127-45AD-A8DA-0BEA4F4BCD37}">
      <dgm:prSet/>
      <dgm:spPr/>
      <dgm:t>
        <a:bodyPr/>
        <a:lstStyle/>
        <a:p>
          <a:r>
            <a:rPr lang="en-US"/>
            <a:t>Reason for the change</a:t>
          </a:r>
        </a:p>
      </dgm:t>
    </dgm:pt>
    <dgm:pt modelId="{54823A99-BA33-4B21-AC5F-E5D404B6643F}" type="parTrans" cxnId="{FF8FAD24-4DE8-4101-B381-765A2F7E4A4E}">
      <dgm:prSet/>
      <dgm:spPr/>
      <dgm:t>
        <a:bodyPr/>
        <a:lstStyle/>
        <a:p>
          <a:endParaRPr lang="en-US"/>
        </a:p>
      </dgm:t>
    </dgm:pt>
    <dgm:pt modelId="{8D87DB6A-B22A-4938-B11D-DB943853D5E1}" type="sibTrans" cxnId="{FF8FAD24-4DE8-4101-B381-765A2F7E4A4E}">
      <dgm:prSet/>
      <dgm:spPr/>
      <dgm:t>
        <a:bodyPr/>
        <a:lstStyle/>
        <a:p>
          <a:endParaRPr lang="en-US"/>
        </a:p>
      </dgm:t>
    </dgm:pt>
    <dgm:pt modelId="{A6400A33-2A2A-47A3-B495-9537FAF48F71}">
      <dgm:prSet/>
      <dgm:spPr/>
      <dgm:t>
        <a:bodyPr/>
        <a:lstStyle/>
        <a:p>
          <a:r>
            <a:rPr lang="en-US"/>
            <a:t>Priority/Severity</a:t>
          </a:r>
        </a:p>
      </dgm:t>
    </dgm:pt>
    <dgm:pt modelId="{97600D74-809F-4C9B-8393-33607E7CE957}" type="parTrans" cxnId="{A3C4BFDE-CF47-4579-B773-67E37209872D}">
      <dgm:prSet/>
      <dgm:spPr/>
      <dgm:t>
        <a:bodyPr/>
        <a:lstStyle/>
        <a:p>
          <a:endParaRPr lang="en-US"/>
        </a:p>
      </dgm:t>
    </dgm:pt>
    <dgm:pt modelId="{BCFF1045-EFE2-4126-BBA3-D7D990F4A8DB}" type="sibTrans" cxnId="{A3C4BFDE-CF47-4579-B773-67E37209872D}">
      <dgm:prSet/>
      <dgm:spPr/>
      <dgm:t>
        <a:bodyPr/>
        <a:lstStyle/>
        <a:p>
          <a:endParaRPr lang="en-US"/>
        </a:p>
      </dgm:t>
    </dgm:pt>
    <dgm:pt modelId="{5137CE99-C285-4A81-A2F2-702E59BAABDA}">
      <dgm:prSet/>
      <dgm:spPr/>
      <dgm:t>
        <a:bodyPr/>
        <a:lstStyle/>
        <a:p>
          <a:r>
            <a:rPr lang="en-US"/>
            <a:t>Impact assessment</a:t>
          </a:r>
        </a:p>
      </dgm:t>
    </dgm:pt>
    <dgm:pt modelId="{119916E6-C795-41D7-A093-A8D2B67AC2CF}" type="parTrans" cxnId="{FE117C19-9BAF-4DA5-806A-02DA4CA5E46A}">
      <dgm:prSet/>
      <dgm:spPr/>
      <dgm:t>
        <a:bodyPr/>
        <a:lstStyle/>
        <a:p>
          <a:endParaRPr lang="en-US"/>
        </a:p>
      </dgm:t>
    </dgm:pt>
    <dgm:pt modelId="{A2015FC4-546A-4E01-8F2F-BB01BBC08C13}" type="sibTrans" cxnId="{FE117C19-9BAF-4DA5-806A-02DA4CA5E46A}">
      <dgm:prSet/>
      <dgm:spPr/>
      <dgm:t>
        <a:bodyPr/>
        <a:lstStyle/>
        <a:p>
          <a:endParaRPr lang="en-US"/>
        </a:p>
      </dgm:t>
    </dgm:pt>
    <dgm:pt modelId="{E2D10693-FE8B-41D1-871A-9BDC215204D8}">
      <dgm:prSet/>
      <dgm:spPr/>
      <dgm:t>
        <a:bodyPr/>
        <a:lstStyle/>
        <a:p>
          <a:r>
            <a:rPr lang="en-US"/>
            <a:t>Approval section</a:t>
          </a:r>
        </a:p>
      </dgm:t>
    </dgm:pt>
    <dgm:pt modelId="{E95C3F1B-CC04-43EC-83E5-26F63E2DC141}" type="parTrans" cxnId="{806831B3-69E4-420B-8DB7-BD9F3A4DA685}">
      <dgm:prSet/>
      <dgm:spPr/>
      <dgm:t>
        <a:bodyPr/>
        <a:lstStyle/>
        <a:p>
          <a:endParaRPr lang="en-US"/>
        </a:p>
      </dgm:t>
    </dgm:pt>
    <dgm:pt modelId="{35FF6BA9-09A4-435E-AE5F-874746F33B76}" type="sibTrans" cxnId="{806831B3-69E4-420B-8DB7-BD9F3A4DA685}">
      <dgm:prSet/>
      <dgm:spPr/>
      <dgm:t>
        <a:bodyPr/>
        <a:lstStyle/>
        <a:p>
          <a:endParaRPr lang="en-US"/>
        </a:p>
      </dgm:t>
    </dgm:pt>
    <dgm:pt modelId="{EEDE6C67-ED93-4107-8352-E8A35A093A60}" type="pres">
      <dgm:prSet presAssocID="{F5354DB0-5731-419F-A8BC-F618DD7F5F2B}" presName="vert0" presStyleCnt="0">
        <dgm:presLayoutVars>
          <dgm:dir/>
          <dgm:animOne val="branch"/>
          <dgm:animLvl val="lvl"/>
        </dgm:presLayoutVars>
      </dgm:prSet>
      <dgm:spPr/>
    </dgm:pt>
    <dgm:pt modelId="{EF5320B0-BF60-4BBC-A76B-57400FF5E089}" type="pres">
      <dgm:prSet presAssocID="{ACF710FC-488E-4E3D-A293-30CFA1309A4D}" presName="thickLine" presStyleLbl="alignNode1" presStyleIdx="0" presStyleCnt="6"/>
      <dgm:spPr/>
    </dgm:pt>
    <dgm:pt modelId="{79263635-8D21-469C-8C34-AD8DB970A7E8}" type="pres">
      <dgm:prSet presAssocID="{ACF710FC-488E-4E3D-A293-30CFA1309A4D}" presName="horz1" presStyleCnt="0"/>
      <dgm:spPr/>
    </dgm:pt>
    <dgm:pt modelId="{B4852F3B-47D7-4EA7-B13D-0844B698168A}" type="pres">
      <dgm:prSet presAssocID="{ACF710FC-488E-4E3D-A293-30CFA1309A4D}" presName="tx1" presStyleLbl="revTx" presStyleIdx="0" presStyleCnt="6"/>
      <dgm:spPr/>
    </dgm:pt>
    <dgm:pt modelId="{B5068264-E480-40AE-8803-568433639B89}" type="pres">
      <dgm:prSet presAssocID="{ACF710FC-488E-4E3D-A293-30CFA1309A4D}" presName="vert1" presStyleCnt="0"/>
      <dgm:spPr/>
    </dgm:pt>
    <dgm:pt modelId="{5530F23B-165C-42F8-9E05-6978B4D2363C}" type="pres">
      <dgm:prSet presAssocID="{74EC8136-A01A-4C72-9580-30A74405F796}" presName="thickLine" presStyleLbl="alignNode1" presStyleIdx="1" presStyleCnt="6"/>
      <dgm:spPr/>
    </dgm:pt>
    <dgm:pt modelId="{432949F4-1224-458D-A86C-4FEFF064CDBE}" type="pres">
      <dgm:prSet presAssocID="{74EC8136-A01A-4C72-9580-30A74405F796}" presName="horz1" presStyleCnt="0"/>
      <dgm:spPr/>
    </dgm:pt>
    <dgm:pt modelId="{E7CE151E-C033-48CE-9FCD-C06314AED9F8}" type="pres">
      <dgm:prSet presAssocID="{74EC8136-A01A-4C72-9580-30A74405F796}" presName="tx1" presStyleLbl="revTx" presStyleIdx="1" presStyleCnt="6"/>
      <dgm:spPr/>
    </dgm:pt>
    <dgm:pt modelId="{0EE289AE-42A1-4F63-82F1-DA9BFEB7A371}" type="pres">
      <dgm:prSet presAssocID="{74EC8136-A01A-4C72-9580-30A74405F796}" presName="vert1" presStyleCnt="0"/>
      <dgm:spPr/>
    </dgm:pt>
    <dgm:pt modelId="{70F59FD2-B695-4C7C-B54F-D871634C71C8}" type="pres">
      <dgm:prSet presAssocID="{041FDE3E-B127-45AD-A8DA-0BEA4F4BCD37}" presName="thickLine" presStyleLbl="alignNode1" presStyleIdx="2" presStyleCnt="6"/>
      <dgm:spPr/>
    </dgm:pt>
    <dgm:pt modelId="{63480A0D-8FD8-4693-B940-D4A101152E99}" type="pres">
      <dgm:prSet presAssocID="{041FDE3E-B127-45AD-A8DA-0BEA4F4BCD37}" presName="horz1" presStyleCnt="0"/>
      <dgm:spPr/>
    </dgm:pt>
    <dgm:pt modelId="{13D652EC-3715-4B1B-B37F-1DA51906F928}" type="pres">
      <dgm:prSet presAssocID="{041FDE3E-B127-45AD-A8DA-0BEA4F4BCD37}" presName="tx1" presStyleLbl="revTx" presStyleIdx="2" presStyleCnt="6"/>
      <dgm:spPr/>
    </dgm:pt>
    <dgm:pt modelId="{F100D0C5-7CF1-4878-A335-BF3141916AE0}" type="pres">
      <dgm:prSet presAssocID="{041FDE3E-B127-45AD-A8DA-0BEA4F4BCD37}" presName="vert1" presStyleCnt="0"/>
      <dgm:spPr/>
    </dgm:pt>
    <dgm:pt modelId="{2D460822-8A19-4265-A99C-C97850904AE6}" type="pres">
      <dgm:prSet presAssocID="{A6400A33-2A2A-47A3-B495-9537FAF48F71}" presName="thickLine" presStyleLbl="alignNode1" presStyleIdx="3" presStyleCnt="6"/>
      <dgm:spPr/>
    </dgm:pt>
    <dgm:pt modelId="{B3D84747-DB1A-409E-9C2E-B03B7C72E542}" type="pres">
      <dgm:prSet presAssocID="{A6400A33-2A2A-47A3-B495-9537FAF48F71}" presName="horz1" presStyleCnt="0"/>
      <dgm:spPr/>
    </dgm:pt>
    <dgm:pt modelId="{10415EE5-94D2-406F-B7FD-402A1D558F53}" type="pres">
      <dgm:prSet presAssocID="{A6400A33-2A2A-47A3-B495-9537FAF48F71}" presName="tx1" presStyleLbl="revTx" presStyleIdx="3" presStyleCnt="6"/>
      <dgm:spPr/>
    </dgm:pt>
    <dgm:pt modelId="{A3E238C7-BB01-4969-885D-E41C43362F28}" type="pres">
      <dgm:prSet presAssocID="{A6400A33-2A2A-47A3-B495-9537FAF48F71}" presName="vert1" presStyleCnt="0"/>
      <dgm:spPr/>
    </dgm:pt>
    <dgm:pt modelId="{ECA4FF15-408A-4543-95DC-743F43B825A6}" type="pres">
      <dgm:prSet presAssocID="{5137CE99-C285-4A81-A2F2-702E59BAABDA}" presName="thickLine" presStyleLbl="alignNode1" presStyleIdx="4" presStyleCnt="6"/>
      <dgm:spPr/>
    </dgm:pt>
    <dgm:pt modelId="{E9D33135-3137-4B44-BEEF-DCBF69BD24D0}" type="pres">
      <dgm:prSet presAssocID="{5137CE99-C285-4A81-A2F2-702E59BAABDA}" presName="horz1" presStyleCnt="0"/>
      <dgm:spPr/>
    </dgm:pt>
    <dgm:pt modelId="{8C954D5A-4162-4D91-ADDB-26896954A994}" type="pres">
      <dgm:prSet presAssocID="{5137CE99-C285-4A81-A2F2-702E59BAABDA}" presName="tx1" presStyleLbl="revTx" presStyleIdx="4" presStyleCnt="6"/>
      <dgm:spPr/>
    </dgm:pt>
    <dgm:pt modelId="{7734E021-4998-4E17-AA88-74121694027D}" type="pres">
      <dgm:prSet presAssocID="{5137CE99-C285-4A81-A2F2-702E59BAABDA}" presName="vert1" presStyleCnt="0"/>
      <dgm:spPr/>
    </dgm:pt>
    <dgm:pt modelId="{BD7946EE-2F30-4673-96DC-6AE4A4EFF606}" type="pres">
      <dgm:prSet presAssocID="{E2D10693-FE8B-41D1-871A-9BDC215204D8}" presName="thickLine" presStyleLbl="alignNode1" presStyleIdx="5" presStyleCnt="6"/>
      <dgm:spPr/>
    </dgm:pt>
    <dgm:pt modelId="{07471118-9AAE-41E4-B02A-AE68A51357DD}" type="pres">
      <dgm:prSet presAssocID="{E2D10693-FE8B-41D1-871A-9BDC215204D8}" presName="horz1" presStyleCnt="0"/>
      <dgm:spPr/>
    </dgm:pt>
    <dgm:pt modelId="{DFF9C517-DC3D-4F6E-A55C-14115CCD990B}" type="pres">
      <dgm:prSet presAssocID="{E2D10693-FE8B-41D1-871A-9BDC215204D8}" presName="tx1" presStyleLbl="revTx" presStyleIdx="5" presStyleCnt="6"/>
      <dgm:spPr/>
    </dgm:pt>
    <dgm:pt modelId="{2A038E9C-DD4C-49B8-B354-44D489D1E4BC}" type="pres">
      <dgm:prSet presAssocID="{E2D10693-FE8B-41D1-871A-9BDC215204D8}" presName="vert1" presStyleCnt="0"/>
      <dgm:spPr/>
    </dgm:pt>
  </dgm:ptLst>
  <dgm:cxnLst>
    <dgm:cxn modelId="{FE117C19-9BAF-4DA5-806A-02DA4CA5E46A}" srcId="{F5354DB0-5731-419F-A8BC-F618DD7F5F2B}" destId="{5137CE99-C285-4A81-A2F2-702E59BAABDA}" srcOrd="4" destOrd="0" parTransId="{119916E6-C795-41D7-A093-A8D2B67AC2CF}" sibTransId="{A2015FC4-546A-4E01-8F2F-BB01BBC08C13}"/>
    <dgm:cxn modelId="{9688101B-BBDF-44A0-8706-E43B3825CD26}" type="presOf" srcId="{E2D10693-FE8B-41D1-871A-9BDC215204D8}" destId="{DFF9C517-DC3D-4F6E-A55C-14115CCD990B}" srcOrd="0" destOrd="0" presId="urn:microsoft.com/office/officeart/2008/layout/LinedList"/>
    <dgm:cxn modelId="{E45A6C20-933C-43A1-B0F8-A7791842F4C6}" type="presOf" srcId="{74EC8136-A01A-4C72-9580-30A74405F796}" destId="{E7CE151E-C033-48CE-9FCD-C06314AED9F8}" srcOrd="0" destOrd="0" presId="urn:microsoft.com/office/officeart/2008/layout/LinedList"/>
    <dgm:cxn modelId="{FF8FAD24-4DE8-4101-B381-765A2F7E4A4E}" srcId="{F5354DB0-5731-419F-A8BC-F618DD7F5F2B}" destId="{041FDE3E-B127-45AD-A8DA-0BEA4F4BCD37}" srcOrd="2" destOrd="0" parTransId="{54823A99-BA33-4B21-AC5F-E5D404B6643F}" sibTransId="{8D87DB6A-B22A-4938-B11D-DB943853D5E1}"/>
    <dgm:cxn modelId="{48573529-88BE-4AA3-8FD9-09CD12FFB02B}" type="presOf" srcId="{F5354DB0-5731-419F-A8BC-F618DD7F5F2B}" destId="{EEDE6C67-ED93-4107-8352-E8A35A093A60}" srcOrd="0" destOrd="0" presId="urn:microsoft.com/office/officeart/2008/layout/LinedList"/>
    <dgm:cxn modelId="{DE5A7032-F120-4E2B-806E-BE4C3DB522DA}" type="presOf" srcId="{A6400A33-2A2A-47A3-B495-9537FAF48F71}" destId="{10415EE5-94D2-406F-B7FD-402A1D558F53}" srcOrd="0" destOrd="0" presId="urn:microsoft.com/office/officeart/2008/layout/LinedList"/>
    <dgm:cxn modelId="{7C3E313D-2C02-4F35-9F86-F8354828AA0A}" srcId="{F5354DB0-5731-419F-A8BC-F618DD7F5F2B}" destId="{ACF710FC-488E-4E3D-A293-30CFA1309A4D}" srcOrd="0" destOrd="0" parTransId="{335BE736-7633-4EF3-A78A-9177A6263C31}" sibTransId="{F3389B13-1223-4CB4-9FBC-8E84348142FA}"/>
    <dgm:cxn modelId="{0D8BB678-DB7F-4E63-83BC-00E85EFDE93F}" type="presOf" srcId="{5137CE99-C285-4A81-A2F2-702E59BAABDA}" destId="{8C954D5A-4162-4D91-ADDB-26896954A994}" srcOrd="0" destOrd="0" presId="urn:microsoft.com/office/officeart/2008/layout/LinedList"/>
    <dgm:cxn modelId="{E4C5B587-9C3B-42C0-BA8F-3F59E5759065}" type="presOf" srcId="{041FDE3E-B127-45AD-A8DA-0BEA4F4BCD37}" destId="{13D652EC-3715-4B1B-B37F-1DA51906F928}" srcOrd="0" destOrd="0" presId="urn:microsoft.com/office/officeart/2008/layout/LinedList"/>
    <dgm:cxn modelId="{806831B3-69E4-420B-8DB7-BD9F3A4DA685}" srcId="{F5354DB0-5731-419F-A8BC-F618DD7F5F2B}" destId="{E2D10693-FE8B-41D1-871A-9BDC215204D8}" srcOrd="5" destOrd="0" parTransId="{E95C3F1B-CC04-43EC-83E5-26F63E2DC141}" sibTransId="{35FF6BA9-09A4-435E-AE5F-874746F33B76}"/>
    <dgm:cxn modelId="{B33053C8-A019-41B4-B97F-935BC946147A}" type="presOf" srcId="{ACF710FC-488E-4E3D-A293-30CFA1309A4D}" destId="{B4852F3B-47D7-4EA7-B13D-0844B698168A}" srcOrd="0" destOrd="0" presId="urn:microsoft.com/office/officeart/2008/layout/LinedList"/>
    <dgm:cxn modelId="{A3C4BFDE-CF47-4579-B773-67E37209872D}" srcId="{F5354DB0-5731-419F-A8BC-F618DD7F5F2B}" destId="{A6400A33-2A2A-47A3-B495-9537FAF48F71}" srcOrd="3" destOrd="0" parTransId="{97600D74-809F-4C9B-8393-33607E7CE957}" sibTransId="{BCFF1045-EFE2-4126-BBA3-D7D990F4A8DB}"/>
    <dgm:cxn modelId="{6502E9F6-5E49-427B-8D39-9A613B5013B1}" srcId="{F5354DB0-5731-419F-A8BC-F618DD7F5F2B}" destId="{74EC8136-A01A-4C72-9580-30A74405F796}" srcOrd="1" destOrd="0" parTransId="{2ADD3746-A32D-4047-A8B4-703E5C99E1A9}" sibTransId="{FC2DC74C-62F6-4A2B-BCEB-C369F586111F}"/>
    <dgm:cxn modelId="{8F441E72-187D-41D6-9951-DE324D8D1886}" type="presParOf" srcId="{EEDE6C67-ED93-4107-8352-E8A35A093A60}" destId="{EF5320B0-BF60-4BBC-A76B-57400FF5E089}" srcOrd="0" destOrd="0" presId="urn:microsoft.com/office/officeart/2008/layout/LinedList"/>
    <dgm:cxn modelId="{60CBB80F-2D95-4D4C-9A5A-5D928BD562F7}" type="presParOf" srcId="{EEDE6C67-ED93-4107-8352-E8A35A093A60}" destId="{79263635-8D21-469C-8C34-AD8DB970A7E8}" srcOrd="1" destOrd="0" presId="urn:microsoft.com/office/officeart/2008/layout/LinedList"/>
    <dgm:cxn modelId="{C1DDE43E-E923-49DE-9BEC-0B51499A339D}" type="presParOf" srcId="{79263635-8D21-469C-8C34-AD8DB970A7E8}" destId="{B4852F3B-47D7-4EA7-B13D-0844B698168A}" srcOrd="0" destOrd="0" presId="urn:microsoft.com/office/officeart/2008/layout/LinedList"/>
    <dgm:cxn modelId="{484824C6-7491-44AD-BCC2-81A43F47BC7E}" type="presParOf" srcId="{79263635-8D21-469C-8C34-AD8DB970A7E8}" destId="{B5068264-E480-40AE-8803-568433639B89}" srcOrd="1" destOrd="0" presId="urn:microsoft.com/office/officeart/2008/layout/LinedList"/>
    <dgm:cxn modelId="{D80161D4-4935-4F16-BF06-C7A9C0190925}" type="presParOf" srcId="{EEDE6C67-ED93-4107-8352-E8A35A093A60}" destId="{5530F23B-165C-42F8-9E05-6978B4D2363C}" srcOrd="2" destOrd="0" presId="urn:microsoft.com/office/officeart/2008/layout/LinedList"/>
    <dgm:cxn modelId="{A8893E6F-D800-4316-B89E-6A7129768E6B}" type="presParOf" srcId="{EEDE6C67-ED93-4107-8352-E8A35A093A60}" destId="{432949F4-1224-458D-A86C-4FEFF064CDBE}" srcOrd="3" destOrd="0" presId="urn:microsoft.com/office/officeart/2008/layout/LinedList"/>
    <dgm:cxn modelId="{C8809206-D1BB-4929-9C64-5FB2DE1E2ADD}" type="presParOf" srcId="{432949F4-1224-458D-A86C-4FEFF064CDBE}" destId="{E7CE151E-C033-48CE-9FCD-C06314AED9F8}" srcOrd="0" destOrd="0" presId="urn:microsoft.com/office/officeart/2008/layout/LinedList"/>
    <dgm:cxn modelId="{54F35C58-E979-4939-B849-4CBC70AF04F1}" type="presParOf" srcId="{432949F4-1224-458D-A86C-4FEFF064CDBE}" destId="{0EE289AE-42A1-4F63-82F1-DA9BFEB7A371}" srcOrd="1" destOrd="0" presId="urn:microsoft.com/office/officeart/2008/layout/LinedList"/>
    <dgm:cxn modelId="{EE201015-356C-4FFE-A0E7-B97A0AD82F19}" type="presParOf" srcId="{EEDE6C67-ED93-4107-8352-E8A35A093A60}" destId="{70F59FD2-B695-4C7C-B54F-D871634C71C8}" srcOrd="4" destOrd="0" presId="urn:microsoft.com/office/officeart/2008/layout/LinedList"/>
    <dgm:cxn modelId="{614EAC11-7C60-4D90-ADD5-2E289F6D8FA7}" type="presParOf" srcId="{EEDE6C67-ED93-4107-8352-E8A35A093A60}" destId="{63480A0D-8FD8-4693-B940-D4A101152E99}" srcOrd="5" destOrd="0" presId="urn:microsoft.com/office/officeart/2008/layout/LinedList"/>
    <dgm:cxn modelId="{3C12BDCF-F4BA-43BE-937B-0A73C63D20C6}" type="presParOf" srcId="{63480A0D-8FD8-4693-B940-D4A101152E99}" destId="{13D652EC-3715-4B1B-B37F-1DA51906F928}" srcOrd="0" destOrd="0" presId="urn:microsoft.com/office/officeart/2008/layout/LinedList"/>
    <dgm:cxn modelId="{E56D3DBA-BE8E-40A4-98BA-BCA70BB11267}" type="presParOf" srcId="{63480A0D-8FD8-4693-B940-D4A101152E99}" destId="{F100D0C5-7CF1-4878-A335-BF3141916AE0}" srcOrd="1" destOrd="0" presId="urn:microsoft.com/office/officeart/2008/layout/LinedList"/>
    <dgm:cxn modelId="{A8A57288-9E41-41A8-8453-E3BF13F58761}" type="presParOf" srcId="{EEDE6C67-ED93-4107-8352-E8A35A093A60}" destId="{2D460822-8A19-4265-A99C-C97850904AE6}" srcOrd="6" destOrd="0" presId="urn:microsoft.com/office/officeart/2008/layout/LinedList"/>
    <dgm:cxn modelId="{16F851DC-098E-40F2-AE6F-7B0365E28907}" type="presParOf" srcId="{EEDE6C67-ED93-4107-8352-E8A35A093A60}" destId="{B3D84747-DB1A-409E-9C2E-B03B7C72E542}" srcOrd="7" destOrd="0" presId="urn:microsoft.com/office/officeart/2008/layout/LinedList"/>
    <dgm:cxn modelId="{5D7EC210-1220-4174-A361-6A14E87ED293}" type="presParOf" srcId="{B3D84747-DB1A-409E-9C2E-B03B7C72E542}" destId="{10415EE5-94D2-406F-B7FD-402A1D558F53}" srcOrd="0" destOrd="0" presId="urn:microsoft.com/office/officeart/2008/layout/LinedList"/>
    <dgm:cxn modelId="{7A7B5FB4-D856-4CA6-9794-DDB1F2A48FEE}" type="presParOf" srcId="{B3D84747-DB1A-409E-9C2E-B03B7C72E542}" destId="{A3E238C7-BB01-4969-885D-E41C43362F28}" srcOrd="1" destOrd="0" presId="urn:microsoft.com/office/officeart/2008/layout/LinedList"/>
    <dgm:cxn modelId="{C4C656A5-5F3C-4D26-B40F-8E86DF0E36D9}" type="presParOf" srcId="{EEDE6C67-ED93-4107-8352-E8A35A093A60}" destId="{ECA4FF15-408A-4543-95DC-743F43B825A6}" srcOrd="8" destOrd="0" presId="urn:microsoft.com/office/officeart/2008/layout/LinedList"/>
    <dgm:cxn modelId="{3BC6115B-6D65-46F1-8FD0-4D3088EAAC9C}" type="presParOf" srcId="{EEDE6C67-ED93-4107-8352-E8A35A093A60}" destId="{E9D33135-3137-4B44-BEEF-DCBF69BD24D0}" srcOrd="9" destOrd="0" presId="urn:microsoft.com/office/officeart/2008/layout/LinedList"/>
    <dgm:cxn modelId="{F2DBEBBB-52CD-4436-8E17-0D1B0A96D32A}" type="presParOf" srcId="{E9D33135-3137-4B44-BEEF-DCBF69BD24D0}" destId="{8C954D5A-4162-4D91-ADDB-26896954A994}" srcOrd="0" destOrd="0" presId="urn:microsoft.com/office/officeart/2008/layout/LinedList"/>
    <dgm:cxn modelId="{B3505093-8A99-444C-8960-899800E6FD70}" type="presParOf" srcId="{E9D33135-3137-4B44-BEEF-DCBF69BD24D0}" destId="{7734E021-4998-4E17-AA88-74121694027D}" srcOrd="1" destOrd="0" presId="urn:microsoft.com/office/officeart/2008/layout/LinedList"/>
    <dgm:cxn modelId="{98009134-8220-414B-8A48-7F50A8026F58}" type="presParOf" srcId="{EEDE6C67-ED93-4107-8352-E8A35A093A60}" destId="{BD7946EE-2F30-4673-96DC-6AE4A4EFF606}" srcOrd="10" destOrd="0" presId="urn:microsoft.com/office/officeart/2008/layout/LinedList"/>
    <dgm:cxn modelId="{0378411E-B498-4F3F-A2C4-E91E0D28FBFE}" type="presParOf" srcId="{EEDE6C67-ED93-4107-8352-E8A35A093A60}" destId="{07471118-9AAE-41E4-B02A-AE68A51357DD}" srcOrd="11" destOrd="0" presId="urn:microsoft.com/office/officeart/2008/layout/LinedList"/>
    <dgm:cxn modelId="{FD53DF97-FB3E-4701-82EC-E7CA3AF898A7}" type="presParOf" srcId="{07471118-9AAE-41E4-B02A-AE68A51357DD}" destId="{DFF9C517-DC3D-4F6E-A55C-14115CCD990B}" srcOrd="0" destOrd="0" presId="urn:microsoft.com/office/officeart/2008/layout/LinedList"/>
    <dgm:cxn modelId="{51759268-E504-4E32-9C03-C37B1A49A36C}" type="presParOf" srcId="{07471118-9AAE-41E4-B02A-AE68A51357DD}" destId="{2A038E9C-DD4C-49B8-B354-44D489D1E4BC}"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66DC0A9-3065-445E-AFE9-1A7331F84A4A}"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8A6B00B-ED7B-43C7-BD38-D16CF0980B5C}">
      <dgm:prSet/>
      <dgm:spPr/>
      <dgm:t>
        <a:bodyPr/>
        <a:lstStyle/>
        <a:p>
          <a:r>
            <a:rPr lang="en-US">
              <a:highlight>
                <a:srgbClr val="FFFF00"/>
              </a:highlight>
            </a:rPr>
            <a:t>Scope analysis </a:t>
          </a:r>
          <a:r>
            <a:rPr lang="en-US"/>
            <a:t>- Determines how the change affects current deliverables</a:t>
          </a:r>
        </a:p>
      </dgm:t>
    </dgm:pt>
    <dgm:pt modelId="{E4A9ED90-413D-4097-BB61-E60E208CDA3E}" type="parTrans" cxnId="{57E49A47-943A-494E-B559-75C94A02866F}">
      <dgm:prSet/>
      <dgm:spPr/>
      <dgm:t>
        <a:bodyPr/>
        <a:lstStyle/>
        <a:p>
          <a:endParaRPr lang="en-US"/>
        </a:p>
      </dgm:t>
    </dgm:pt>
    <dgm:pt modelId="{EDC671D4-2930-4BF0-8028-31AA0E9A7277}" type="sibTrans" cxnId="{57E49A47-943A-494E-B559-75C94A02866F}">
      <dgm:prSet/>
      <dgm:spPr/>
      <dgm:t>
        <a:bodyPr/>
        <a:lstStyle/>
        <a:p>
          <a:endParaRPr lang="en-US"/>
        </a:p>
      </dgm:t>
    </dgm:pt>
    <dgm:pt modelId="{A8EE6083-4381-4118-ACAE-E2677EB5AA64}">
      <dgm:prSet/>
      <dgm:spPr/>
      <dgm:t>
        <a:bodyPr/>
        <a:lstStyle/>
        <a:p>
          <a:r>
            <a:rPr lang="en-US">
              <a:highlight>
                <a:srgbClr val="FFFF00"/>
              </a:highlight>
            </a:rPr>
            <a:t>Time and cost estimation </a:t>
          </a:r>
          <a:r>
            <a:rPr lang="en-US"/>
            <a:t>- Evaluates the additional resources required</a:t>
          </a:r>
        </a:p>
      </dgm:t>
    </dgm:pt>
    <dgm:pt modelId="{64D8988E-FAF5-48A0-B670-0F87B209FD63}" type="parTrans" cxnId="{B3B24955-1B70-4B7E-B824-E7307F879A93}">
      <dgm:prSet/>
      <dgm:spPr/>
      <dgm:t>
        <a:bodyPr/>
        <a:lstStyle/>
        <a:p>
          <a:endParaRPr lang="en-US"/>
        </a:p>
      </dgm:t>
    </dgm:pt>
    <dgm:pt modelId="{DF129543-6544-4FDC-A764-89223BD6C07A}" type="sibTrans" cxnId="{B3B24955-1B70-4B7E-B824-E7307F879A93}">
      <dgm:prSet/>
      <dgm:spPr/>
      <dgm:t>
        <a:bodyPr/>
        <a:lstStyle/>
        <a:p>
          <a:endParaRPr lang="en-US"/>
        </a:p>
      </dgm:t>
    </dgm:pt>
    <dgm:pt modelId="{F5A6062D-E04B-47B6-B9C9-5890036A0926}">
      <dgm:prSet/>
      <dgm:spPr/>
      <dgm:t>
        <a:bodyPr/>
        <a:lstStyle/>
        <a:p>
          <a:r>
            <a:rPr lang="en-US">
              <a:highlight>
                <a:srgbClr val="FFFF00"/>
              </a:highlight>
            </a:rPr>
            <a:t>Risk identification </a:t>
          </a:r>
          <a:r>
            <a:rPr lang="en-US"/>
            <a:t>- Considers potential risks introduced by the change.</a:t>
          </a:r>
        </a:p>
      </dgm:t>
    </dgm:pt>
    <dgm:pt modelId="{AE3FDE2C-DA25-4D13-9DBD-D8FD804140D2}" type="parTrans" cxnId="{9E5D4C54-4AA1-4E64-8EB6-66A672A26DBD}">
      <dgm:prSet/>
      <dgm:spPr/>
      <dgm:t>
        <a:bodyPr/>
        <a:lstStyle/>
        <a:p>
          <a:endParaRPr lang="en-US"/>
        </a:p>
      </dgm:t>
    </dgm:pt>
    <dgm:pt modelId="{B45FAF33-8A15-479A-95CD-F9F776BC36BE}" type="sibTrans" cxnId="{9E5D4C54-4AA1-4E64-8EB6-66A672A26DBD}">
      <dgm:prSet/>
      <dgm:spPr/>
      <dgm:t>
        <a:bodyPr/>
        <a:lstStyle/>
        <a:p>
          <a:endParaRPr lang="en-US"/>
        </a:p>
      </dgm:t>
    </dgm:pt>
    <dgm:pt modelId="{C66EA3A5-9063-4B33-8187-FBAA04FD88CC}">
      <dgm:prSet/>
      <dgm:spPr/>
      <dgm:t>
        <a:bodyPr/>
        <a:lstStyle/>
        <a:p>
          <a:r>
            <a:rPr lang="en-US">
              <a:highlight>
                <a:srgbClr val="FFFF00"/>
              </a:highlight>
            </a:rPr>
            <a:t>Dependencies</a:t>
          </a:r>
          <a:r>
            <a:rPr lang="en-US"/>
            <a:t> - Analyzes if the change depends on or impacts other components.</a:t>
          </a:r>
        </a:p>
      </dgm:t>
    </dgm:pt>
    <dgm:pt modelId="{AD1939E2-B848-4824-9AC0-20362A6D4A19}" type="parTrans" cxnId="{06F7EDD0-F8EA-4135-A926-322C5F214A2F}">
      <dgm:prSet/>
      <dgm:spPr/>
      <dgm:t>
        <a:bodyPr/>
        <a:lstStyle/>
        <a:p>
          <a:endParaRPr lang="en-US"/>
        </a:p>
      </dgm:t>
    </dgm:pt>
    <dgm:pt modelId="{9E1093B3-2165-4EC9-8572-CED2ABBC97F5}" type="sibTrans" cxnId="{06F7EDD0-F8EA-4135-A926-322C5F214A2F}">
      <dgm:prSet/>
      <dgm:spPr/>
      <dgm:t>
        <a:bodyPr/>
        <a:lstStyle/>
        <a:p>
          <a:endParaRPr lang="en-US"/>
        </a:p>
      </dgm:t>
    </dgm:pt>
    <dgm:pt modelId="{500B0B88-9694-460B-9B5F-A8B2CB762E73}">
      <dgm:prSet/>
      <dgm:spPr/>
      <dgm:t>
        <a:bodyPr/>
        <a:lstStyle/>
        <a:p>
          <a:r>
            <a:rPr lang="en-US">
              <a:highlight>
                <a:srgbClr val="FFFF00"/>
              </a:highlight>
            </a:rPr>
            <a:t>Resource availability </a:t>
          </a:r>
          <a:r>
            <a:rPr lang="en-US"/>
            <a:t>- Checks whether required personnel and tools are available.</a:t>
          </a:r>
        </a:p>
      </dgm:t>
    </dgm:pt>
    <dgm:pt modelId="{3BD95776-B8B8-4CDC-A4B8-D08C36407248}" type="parTrans" cxnId="{6D248840-17BA-46C4-8849-30283EBFEB64}">
      <dgm:prSet/>
      <dgm:spPr/>
      <dgm:t>
        <a:bodyPr/>
        <a:lstStyle/>
        <a:p>
          <a:endParaRPr lang="en-US"/>
        </a:p>
      </dgm:t>
    </dgm:pt>
    <dgm:pt modelId="{D4F233F1-FFDD-4D02-B170-869C2D11E81D}" type="sibTrans" cxnId="{6D248840-17BA-46C4-8849-30283EBFEB64}">
      <dgm:prSet/>
      <dgm:spPr/>
      <dgm:t>
        <a:bodyPr/>
        <a:lstStyle/>
        <a:p>
          <a:endParaRPr lang="en-US"/>
        </a:p>
      </dgm:t>
    </dgm:pt>
    <dgm:pt modelId="{E82EF873-5BEB-46CF-8D54-ADF8184B8C7C}" type="pres">
      <dgm:prSet presAssocID="{166DC0A9-3065-445E-AFE9-1A7331F84A4A}" presName="root" presStyleCnt="0">
        <dgm:presLayoutVars>
          <dgm:dir/>
          <dgm:resizeHandles val="exact"/>
        </dgm:presLayoutVars>
      </dgm:prSet>
      <dgm:spPr/>
    </dgm:pt>
    <dgm:pt modelId="{C2C89946-4D19-4EE1-BF50-F17437157B16}" type="pres">
      <dgm:prSet presAssocID="{E8A6B00B-ED7B-43C7-BD38-D16CF0980B5C}" presName="compNode" presStyleCnt="0"/>
      <dgm:spPr/>
    </dgm:pt>
    <dgm:pt modelId="{C2969E74-E1FE-4D15-82D6-2C745A798A3A}" type="pres">
      <dgm:prSet presAssocID="{E8A6B00B-ED7B-43C7-BD38-D16CF0980B5C}" presName="bgRect" presStyleLbl="bgShp" presStyleIdx="0" presStyleCnt="5"/>
      <dgm:spPr/>
    </dgm:pt>
    <dgm:pt modelId="{5C25A443-47DE-45A3-9749-B762756A42C7}" type="pres">
      <dgm:prSet presAssocID="{E8A6B00B-ED7B-43C7-BD38-D16CF0980B5C}"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6A8224BB-057F-4B7E-97BB-67A6BB40B72C}" type="pres">
      <dgm:prSet presAssocID="{E8A6B00B-ED7B-43C7-BD38-D16CF0980B5C}" presName="spaceRect" presStyleCnt="0"/>
      <dgm:spPr/>
    </dgm:pt>
    <dgm:pt modelId="{F9A0C74D-FF2D-47E1-9809-AABEC1DA55C6}" type="pres">
      <dgm:prSet presAssocID="{E8A6B00B-ED7B-43C7-BD38-D16CF0980B5C}" presName="parTx" presStyleLbl="revTx" presStyleIdx="0" presStyleCnt="5">
        <dgm:presLayoutVars>
          <dgm:chMax val="0"/>
          <dgm:chPref val="0"/>
        </dgm:presLayoutVars>
      </dgm:prSet>
      <dgm:spPr/>
    </dgm:pt>
    <dgm:pt modelId="{F7C27D05-FDE1-449D-9069-F5D8D6872130}" type="pres">
      <dgm:prSet presAssocID="{EDC671D4-2930-4BF0-8028-31AA0E9A7277}" presName="sibTrans" presStyleCnt="0"/>
      <dgm:spPr/>
    </dgm:pt>
    <dgm:pt modelId="{A440F075-DEF2-409B-A121-441ED94C9C66}" type="pres">
      <dgm:prSet presAssocID="{A8EE6083-4381-4118-ACAE-E2677EB5AA64}" presName="compNode" presStyleCnt="0"/>
      <dgm:spPr/>
    </dgm:pt>
    <dgm:pt modelId="{3190F279-8ECB-4BBC-A4B2-2D34C65D41B4}" type="pres">
      <dgm:prSet presAssocID="{A8EE6083-4381-4118-ACAE-E2677EB5AA64}" presName="bgRect" presStyleLbl="bgShp" presStyleIdx="1" presStyleCnt="5"/>
      <dgm:spPr/>
    </dgm:pt>
    <dgm:pt modelId="{A9692257-E1E9-4074-A010-33EAC6B38001}" type="pres">
      <dgm:prSet presAssocID="{A8EE6083-4381-4118-ACAE-E2677EB5AA64}"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oney"/>
        </a:ext>
      </dgm:extLst>
    </dgm:pt>
    <dgm:pt modelId="{28A80EEF-329A-4BE1-9743-CCB3D777494F}" type="pres">
      <dgm:prSet presAssocID="{A8EE6083-4381-4118-ACAE-E2677EB5AA64}" presName="spaceRect" presStyleCnt="0"/>
      <dgm:spPr/>
    </dgm:pt>
    <dgm:pt modelId="{8295F22F-D356-4660-A453-C900E6E3967E}" type="pres">
      <dgm:prSet presAssocID="{A8EE6083-4381-4118-ACAE-E2677EB5AA64}" presName="parTx" presStyleLbl="revTx" presStyleIdx="1" presStyleCnt="5">
        <dgm:presLayoutVars>
          <dgm:chMax val="0"/>
          <dgm:chPref val="0"/>
        </dgm:presLayoutVars>
      </dgm:prSet>
      <dgm:spPr/>
    </dgm:pt>
    <dgm:pt modelId="{D5798BD4-B900-4E5E-A857-61ED5D5D4782}" type="pres">
      <dgm:prSet presAssocID="{DF129543-6544-4FDC-A764-89223BD6C07A}" presName="sibTrans" presStyleCnt="0"/>
      <dgm:spPr/>
    </dgm:pt>
    <dgm:pt modelId="{C84E4C18-2942-494B-B59F-4A2A11A39887}" type="pres">
      <dgm:prSet presAssocID="{F5A6062D-E04B-47B6-B9C9-5890036A0926}" presName="compNode" presStyleCnt="0"/>
      <dgm:spPr/>
    </dgm:pt>
    <dgm:pt modelId="{62AD6EBD-3F53-4917-8A7F-C0BBA41ADC3E}" type="pres">
      <dgm:prSet presAssocID="{F5A6062D-E04B-47B6-B9C9-5890036A0926}" presName="bgRect" presStyleLbl="bgShp" presStyleIdx="2" presStyleCnt="5"/>
      <dgm:spPr/>
    </dgm:pt>
    <dgm:pt modelId="{E8147E2A-4781-466E-855B-559F10A9C254}" type="pres">
      <dgm:prSet presAssocID="{F5A6062D-E04B-47B6-B9C9-5890036A0926}"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Warning"/>
        </a:ext>
      </dgm:extLst>
    </dgm:pt>
    <dgm:pt modelId="{1F4F7876-4A7A-4A7F-AF6E-D7A9496F22F4}" type="pres">
      <dgm:prSet presAssocID="{F5A6062D-E04B-47B6-B9C9-5890036A0926}" presName="spaceRect" presStyleCnt="0"/>
      <dgm:spPr/>
    </dgm:pt>
    <dgm:pt modelId="{E32DB67D-043B-4309-99A9-E5DE8C2FADB5}" type="pres">
      <dgm:prSet presAssocID="{F5A6062D-E04B-47B6-B9C9-5890036A0926}" presName="parTx" presStyleLbl="revTx" presStyleIdx="2" presStyleCnt="5">
        <dgm:presLayoutVars>
          <dgm:chMax val="0"/>
          <dgm:chPref val="0"/>
        </dgm:presLayoutVars>
      </dgm:prSet>
      <dgm:spPr/>
    </dgm:pt>
    <dgm:pt modelId="{5176D2D6-61A4-4B6F-9727-9877A0F8F067}" type="pres">
      <dgm:prSet presAssocID="{B45FAF33-8A15-479A-95CD-F9F776BC36BE}" presName="sibTrans" presStyleCnt="0"/>
      <dgm:spPr/>
    </dgm:pt>
    <dgm:pt modelId="{BDFECBEC-319F-49FC-B6DE-8CF58160B29B}" type="pres">
      <dgm:prSet presAssocID="{C66EA3A5-9063-4B33-8187-FBAA04FD88CC}" presName="compNode" presStyleCnt="0"/>
      <dgm:spPr/>
    </dgm:pt>
    <dgm:pt modelId="{982760CF-291E-44C4-9386-2F9C242B97DD}" type="pres">
      <dgm:prSet presAssocID="{C66EA3A5-9063-4B33-8187-FBAA04FD88CC}" presName="bgRect" presStyleLbl="bgShp" presStyleIdx="3" presStyleCnt="5"/>
      <dgm:spPr/>
    </dgm:pt>
    <dgm:pt modelId="{B2A2340E-970E-4F18-B07E-A57FF5B6088E}" type="pres">
      <dgm:prSet presAssocID="{C66EA3A5-9063-4B33-8187-FBAA04FD88CC}"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heck List"/>
        </a:ext>
      </dgm:extLst>
    </dgm:pt>
    <dgm:pt modelId="{78519282-37CE-4B50-AFFF-02B29513CD59}" type="pres">
      <dgm:prSet presAssocID="{C66EA3A5-9063-4B33-8187-FBAA04FD88CC}" presName="spaceRect" presStyleCnt="0"/>
      <dgm:spPr/>
    </dgm:pt>
    <dgm:pt modelId="{728B6DE5-74BB-4EED-A8A7-119E9140DEE6}" type="pres">
      <dgm:prSet presAssocID="{C66EA3A5-9063-4B33-8187-FBAA04FD88CC}" presName="parTx" presStyleLbl="revTx" presStyleIdx="3" presStyleCnt="5">
        <dgm:presLayoutVars>
          <dgm:chMax val="0"/>
          <dgm:chPref val="0"/>
        </dgm:presLayoutVars>
      </dgm:prSet>
      <dgm:spPr/>
    </dgm:pt>
    <dgm:pt modelId="{E58784C5-6275-4E77-8AD4-C744ED3D88F7}" type="pres">
      <dgm:prSet presAssocID="{9E1093B3-2165-4EC9-8572-CED2ABBC97F5}" presName="sibTrans" presStyleCnt="0"/>
      <dgm:spPr/>
    </dgm:pt>
    <dgm:pt modelId="{73B8C7AC-759F-437C-B06B-7ABC88D43FD4}" type="pres">
      <dgm:prSet presAssocID="{500B0B88-9694-460B-9B5F-A8B2CB762E73}" presName="compNode" presStyleCnt="0"/>
      <dgm:spPr/>
    </dgm:pt>
    <dgm:pt modelId="{FD09845E-EDC2-46F2-9DF1-8CE858ACD0FA}" type="pres">
      <dgm:prSet presAssocID="{500B0B88-9694-460B-9B5F-A8B2CB762E73}" presName="bgRect" presStyleLbl="bgShp" presStyleIdx="4" presStyleCnt="5"/>
      <dgm:spPr/>
    </dgm:pt>
    <dgm:pt modelId="{D1EC13DB-81E5-4DFE-8D96-044F0179C293}" type="pres">
      <dgm:prSet presAssocID="{500B0B88-9694-460B-9B5F-A8B2CB762E73}"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Users"/>
        </a:ext>
      </dgm:extLst>
    </dgm:pt>
    <dgm:pt modelId="{65A11EC6-072B-4330-A4A0-5BE9B9CE3661}" type="pres">
      <dgm:prSet presAssocID="{500B0B88-9694-460B-9B5F-A8B2CB762E73}" presName="spaceRect" presStyleCnt="0"/>
      <dgm:spPr/>
    </dgm:pt>
    <dgm:pt modelId="{0BFA9549-88DC-439B-A24F-CDDE44F46DBD}" type="pres">
      <dgm:prSet presAssocID="{500B0B88-9694-460B-9B5F-A8B2CB762E73}" presName="parTx" presStyleLbl="revTx" presStyleIdx="4" presStyleCnt="5">
        <dgm:presLayoutVars>
          <dgm:chMax val="0"/>
          <dgm:chPref val="0"/>
        </dgm:presLayoutVars>
      </dgm:prSet>
      <dgm:spPr/>
    </dgm:pt>
  </dgm:ptLst>
  <dgm:cxnLst>
    <dgm:cxn modelId="{6D248840-17BA-46C4-8849-30283EBFEB64}" srcId="{166DC0A9-3065-445E-AFE9-1A7331F84A4A}" destId="{500B0B88-9694-460B-9B5F-A8B2CB762E73}" srcOrd="4" destOrd="0" parTransId="{3BD95776-B8B8-4CDC-A4B8-D08C36407248}" sibTransId="{D4F233F1-FFDD-4D02-B170-869C2D11E81D}"/>
    <dgm:cxn modelId="{57E49A47-943A-494E-B559-75C94A02866F}" srcId="{166DC0A9-3065-445E-AFE9-1A7331F84A4A}" destId="{E8A6B00B-ED7B-43C7-BD38-D16CF0980B5C}" srcOrd="0" destOrd="0" parTransId="{E4A9ED90-413D-4097-BB61-E60E208CDA3E}" sibTransId="{EDC671D4-2930-4BF0-8028-31AA0E9A7277}"/>
    <dgm:cxn modelId="{9E5D4C54-4AA1-4E64-8EB6-66A672A26DBD}" srcId="{166DC0A9-3065-445E-AFE9-1A7331F84A4A}" destId="{F5A6062D-E04B-47B6-B9C9-5890036A0926}" srcOrd="2" destOrd="0" parTransId="{AE3FDE2C-DA25-4D13-9DBD-D8FD804140D2}" sibTransId="{B45FAF33-8A15-479A-95CD-F9F776BC36BE}"/>
    <dgm:cxn modelId="{B3B24955-1B70-4B7E-B824-E7307F879A93}" srcId="{166DC0A9-3065-445E-AFE9-1A7331F84A4A}" destId="{A8EE6083-4381-4118-ACAE-E2677EB5AA64}" srcOrd="1" destOrd="0" parTransId="{64D8988E-FAF5-48A0-B670-0F87B209FD63}" sibTransId="{DF129543-6544-4FDC-A764-89223BD6C07A}"/>
    <dgm:cxn modelId="{5DE53068-F887-4237-ACC0-9CEF9121C927}" type="presOf" srcId="{166DC0A9-3065-445E-AFE9-1A7331F84A4A}" destId="{E82EF873-5BEB-46CF-8D54-ADF8184B8C7C}" srcOrd="0" destOrd="0" presId="urn:microsoft.com/office/officeart/2018/2/layout/IconVerticalSolidList"/>
    <dgm:cxn modelId="{0E654E6E-5B24-4830-BA13-C7715CEF03C5}" type="presOf" srcId="{E8A6B00B-ED7B-43C7-BD38-D16CF0980B5C}" destId="{F9A0C74D-FF2D-47E1-9809-AABEC1DA55C6}" srcOrd="0" destOrd="0" presId="urn:microsoft.com/office/officeart/2018/2/layout/IconVerticalSolidList"/>
    <dgm:cxn modelId="{1B6CA27C-F9D3-4024-8814-5EC13452F5B4}" type="presOf" srcId="{C66EA3A5-9063-4B33-8187-FBAA04FD88CC}" destId="{728B6DE5-74BB-4EED-A8A7-119E9140DEE6}" srcOrd="0" destOrd="0" presId="urn:microsoft.com/office/officeart/2018/2/layout/IconVerticalSolidList"/>
    <dgm:cxn modelId="{FEC308C3-14BA-487C-A077-B09E10C9C202}" type="presOf" srcId="{A8EE6083-4381-4118-ACAE-E2677EB5AA64}" destId="{8295F22F-D356-4660-A453-C900E6E3967E}" srcOrd="0" destOrd="0" presId="urn:microsoft.com/office/officeart/2018/2/layout/IconVerticalSolidList"/>
    <dgm:cxn modelId="{06F7EDD0-F8EA-4135-A926-322C5F214A2F}" srcId="{166DC0A9-3065-445E-AFE9-1A7331F84A4A}" destId="{C66EA3A5-9063-4B33-8187-FBAA04FD88CC}" srcOrd="3" destOrd="0" parTransId="{AD1939E2-B848-4824-9AC0-20362A6D4A19}" sibTransId="{9E1093B3-2165-4EC9-8572-CED2ABBC97F5}"/>
    <dgm:cxn modelId="{464A10DB-CB5B-40C4-BD18-73BA0A67157D}" type="presOf" srcId="{F5A6062D-E04B-47B6-B9C9-5890036A0926}" destId="{E32DB67D-043B-4309-99A9-E5DE8C2FADB5}" srcOrd="0" destOrd="0" presId="urn:microsoft.com/office/officeart/2018/2/layout/IconVerticalSolidList"/>
    <dgm:cxn modelId="{A26BA2F2-4322-4120-AAB5-AA8D0CE6C6BE}" type="presOf" srcId="{500B0B88-9694-460B-9B5F-A8B2CB762E73}" destId="{0BFA9549-88DC-439B-A24F-CDDE44F46DBD}" srcOrd="0" destOrd="0" presId="urn:microsoft.com/office/officeart/2018/2/layout/IconVerticalSolidList"/>
    <dgm:cxn modelId="{40A4B5BF-5B62-4BF4-A00B-AFD9559632D5}" type="presParOf" srcId="{E82EF873-5BEB-46CF-8D54-ADF8184B8C7C}" destId="{C2C89946-4D19-4EE1-BF50-F17437157B16}" srcOrd="0" destOrd="0" presId="urn:microsoft.com/office/officeart/2018/2/layout/IconVerticalSolidList"/>
    <dgm:cxn modelId="{25D6B361-7416-4FEC-BF6B-97178AD0A369}" type="presParOf" srcId="{C2C89946-4D19-4EE1-BF50-F17437157B16}" destId="{C2969E74-E1FE-4D15-82D6-2C745A798A3A}" srcOrd="0" destOrd="0" presId="urn:microsoft.com/office/officeart/2018/2/layout/IconVerticalSolidList"/>
    <dgm:cxn modelId="{FBEE64F5-2166-48B9-85C7-A5944C493C00}" type="presParOf" srcId="{C2C89946-4D19-4EE1-BF50-F17437157B16}" destId="{5C25A443-47DE-45A3-9749-B762756A42C7}" srcOrd="1" destOrd="0" presId="urn:microsoft.com/office/officeart/2018/2/layout/IconVerticalSolidList"/>
    <dgm:cxn modelId="{DF82650A-068C-4E65-92BE-EE214143413D}" type="presParOf" srcId="{C2C89946-4D19-4EE1-BF50-F17437157B16}" destId="{6A8224BB-057F-4B7E-97BB-67A6BB40B72C}" srcOrd="2" destOrd="0" presId="urn:microsoft.com/office/officeart/2018/2/layout/IconVerticalSolidList"/>
    <dgm:cxn modelId="{4F4CCABD-255A-40A7-83B8-9FEC82D80C4F}" type="presParOf" srcId="{C2C89946-4D19-4EE1-BF50-F17437157B16}" destId="{F9A0C74D-FF2D-47E1-9809-AABEC1DA55C6}" srcOrd="3" destOrd="0" presId="urn:microsoft.com/office/officeart/2018/2/layout/IconVerticalSolidList"/>
    <dgm:cxn modelId="{E5EF3BFA-A422-4D18-B50E-039DEE7AD84B}" type="presParOf" srcId="{E82EF873-5BEB-46CF-8D54-ADF8184B8C7C}" destId="{F7C27D05-FDE1-449D-9069-F5D8D6872130}" srcOrd="1" destOrd="0" presId="urn:microsoft.com/office/officeart/2018/2/layout/IconVerticalSolidList"/>
    <dgm:cxn modelId="{AB98B156-43C2-454D-B67A-DAC7F7613D56}" type="presParOf" srcId="{E82EF873-5BEB-46CF-8D54-ADF8184B8C7C}" destId="{A440F075-DEF2-409B-A121-441ED94C9C66}" srcOrd="2" destOrd="0" presId="urn:microsoft.com/office/officeart/2018/2/layout/IconVerticalSolidList"/>
    <dgm:cxn modelId="{19397A4F-5645-40C3-A3A0-A9831B517EC7}" type="presParOf" srcId="{A440F075-DEF2-409B-A121-441ED94C9C66}" destId="{3190F279-8ECB-4BBC-A4B2-2D34C65D41B4}" srcOrd="0" destOrd="0" presId="urn:microsoft.com/office/officeart/2018/2/layout/IconVerticalSolidList"/>
    <dgm:cxn modelId="{F54F592A-EC56-4157-80BF-AD7F574A9A7C}" type="presParOf" srcId="{A440F075-DEF2-409B-A121-441ED94C9C66}" destId="{A9692257-E1E9-4074-A010-33EAC6B38001}" srcOrd="1" destOrd="0" presId="urn:microsoft.com/office/officeart/2018/2/layout/IconVerticalSolidList"/>
    <dgm:cxn modelId="{F3044119-C5D6-4161-A0C0-B248FDB834D3}" type="presParOf" srcId="{A440F075-DEF2-409B-A121-441ED94C9C66}" destId="{28A80EEF-329A-4BE1-9743-CCB3D777494F}" srcOrd="2" destOrd="0" presId="urn:microsoft.com/office/officeart/2018/2/layout/IconVerticalSolidList"/>
    <dgm:cxn modelId="{A8B98AD1-5BB8-4D09-914B-206634942C11}" type="presParOf" srcId="{A440F075-DEF2-409B-A121-441ED94C9C66}" destId="{8295F22F-D356-4660-A453-C900E6E3967E}" srcOrd="3" destOrd="0" presId="urn:microsoft.com/office/officeart/2018/2/layout/IconVerticalSolidList"/>
    <dgm:cxn modelId="{784748BA-BB72-4F55-9FF0-A0A736ED2B51}" type="presParOf" srcId="{E82EF873-5BEB-46CF-8D54-ADF8184B8C7C}" destId="{D5798BD4-B900-4E5E-A857-61ED5D5D4782}" srcOrd="3" destOrd="0" presId="urn:microsoft.com/office/officeart/2018/2/layout/IconVerticalSolidList"/>
    <dgm:cxn modelId="{76465EB1-21DD-4D62-A309-B6155CF8472A}" type="presParOf" srcId="{E82EF873-5BEB-46CF-8D54-ADF8184B8C7C}" destId="{C84E4C18-2942-494B-B59F-4A2A11A39887}" srcOrd="4" destOrd="0" presId="urn:microsoft.com/office/officeart/2018/2/layout/IconVerticalSolidList"/>
    <dgm:cxn modelId="{9E4E976B-250A-4657-8180-9950814B2D9C}" type="presParOf" srcId="{C84E4C18-2942-494B-B59F-4A2A11A39887}" destId="{62AD6EBD-3F53-4917-8A7F-C0BBA41ADC3E}" srcOrd="0" destOrd="0" presId="urn:microsoft.com/office/officeart/2018/2/layout/IconVerticalSolidList"/>
    <dgm:cxn modelId="{2FDAB1C5-ED55-481E-84E8-A43EFAA7D2C6}" type="presParOf" srcId="{C84E4C18-2942-494B-B59F-4A2A11A39887}" destId="{E8147E2A-4781-466E-855B-559F10A9C254}" srcOrd="1" destOrd="0" presId="urn:microsoft.com/office/officeart/2018/2/layout/IconVerticalSolidList"/>
    <dgm:cxn modelId="{879CC7F7-DB5A-46DC-996A-F6125785B1A8}" type="presParOf" srcId="{C84E4C18-2942-494B-B59F-4A2A11A39887}" destId="{1F4F7876-4A7A-4A7F-AF6E-D7A9496F22F4}" srcOrd="2" destOrd="0" presId="urn:microsoft.com/office/officeart/2018/2/layout/IconVerticalSolidList"/>
    <dgm:cxn modelId="{79879346-FB4C-4A51-BD9A-9A8373216000}" type="presParOf" srcId="{C84E4C18-2942-494B-B59F-4A2A11A39887}" destId="{E32DB67D-043B-4309-99A9-E5DE8C2FADB5}" srcOrd="3" destOrd="0" presId="urn:microsoft.com/office/officeart/2018/2/layout/IconVerticalSolidList"/>
    <dgm:cxn modelId="{B7C08963-F8AE-4F02-8C61-233E1B92E2E9}" type="presParOf" srcId="{E82EF873-5BEB-46CF-8D54-ADF8184B8C7C}" destId="{5176D2D6-61A4-4B6F-9727-9877A0F8F067}" srcOrd="5" destOrd="0" presId="urn:microsoft.com/office/officeart/2018/2/layout/IconVerticalSolidList"/>
    <dgm:cxn modelId="{1E3C4A46-F69B-471A-BC7E-F983B6D40048}" type="presParOf" srcId="{E82EF873-5BEB-46CF-8D54-ADF8184B8C7C}" destId="{BDFECBEC-319F-49FC-B6DE-8CF58160B29B}" srcOrd="6" destOrd="0" presId="urn:microsoft.com/office/officeart/2018/2/layout/IconVerticalSolidList"/>
    <dgm:cxn modelId="{7F4074B5-CEE9-4A46-849C-0272101B8D1A}" type="presParOf" srcId="{BDFECBEC-319F-49FC-B6DE-8CF58160B29B}" destId="{982760CF-291E-44C4-9386-2F9C242B97DD}" srcOrd="0" destOrd="0" presId="urn:microsoft.com/office/officeart/2018/2/layout/IconVerticalSolidList"/>
    <dgm:cxn modelId="{6F8F3114-5256-4C93-8719-10A5E425B25B}" type="presParOf" srcId="{BDFECBEC-319F-49FC-B6DE-8CF58160B29B}" destId="{B2A2340E-970E-4F18-B07E-A57FF5B6088E}" srcOrd="1" destOrd="0" presId="urn:microsoft.com/office/officeart/2018/2/layout/IconVerticalSolidList"/>
    <dgm:cxn modelId="{C0CF2F28-ABA9-4BE6-9F3E-4C2BEAB23C16}" type="presParOf" srcId="{BDFECBEC-319F-49FC-B6DE-8CF58160B29B}" destId="{78519282-37CE-4B50-AFFF-02B29513CD59}" srcOrd="2" destOrd="0" presId="urn:microsoft.com/office/officeart/2018/2/layout/IconVerticalSolidList"/>
    <dgm:cxn modelId="{5253A078-27BE-4A13-8194-4829A7985B61}" type="presParOf" srcId="{BDFECBEC-319F-49FC-B6DE-8CF58160B29B}" destId="{728B6DE5-74BB-4EED-A8A7-119E9140DEE6}" srcOrd="3" destOrd="0" presId="urn:microsoft.com/office/officeart/2018/2/layout/IconVerticalSolidList"/>
    <dgm:cxn modelId="{6E0016DC-3B3F-45F5-833F-136FBFA70C30}" type="presParOf" srcId="{E82EF873-5BEB-46CF-8D54-ADF8184B8C7C}" destId="{E58784C5-6275-4E77-8AD4-C744ED3D88F7}" srcOrd="7" destOrd="0" presId="urn:microsoft.com/office/officeart/2018/2/layout/IconVerticalSolidList"/>
    <dgm:cxn modelId="{F5A6FE4D-9B6E-4B7F-BB91-5AA98FF9EF76}" type="presParOf" srcId="{E82EF873-5BEB-46CF-8D54-ADF8184B8C7C}" destId="{73B8C7AC-759F-437C-B06B-7ABC88D43FD4}" srcOrd="8" destOrd="0" presId="urn:microsoft.com/office/officeart/2018/2/layout/IconVerticalSolidList"/>
    <dgm:cxn modelId="{301DC367-DA88-4AA2-B486-2D0AAB92941E}" type="presParOf" srcId="{73B8C7AC-759F-437C-B06B-7ABC88D43FD4}" destId="{FD09845E-EDC2-46F2-9DF1-8CE858ACD0FA}" srcOrd="0" destOrd="0" presId="urn:microsoft.com/office/officeart/2018/2/layout/IconVerticalSolidList"/>
    <dgm:cxn modelId="{D1E0D375-C3F2-4A9C-98EE-77AD1AC284FC}" type="presParOf" srcId="{73B8C7AC-759F-437C-B06B-7ABC88D43FD4}" destId="{D1EC13DB-81E5-4DFE-8D96-044F0179C293}" srcOrd="1" destOrd="0" presId="urn:microsoft.com/office/officeart/2018/2/layout/IconVerticalSolidList"/>
    <dgm:cxn modelId="{5F61E33E-6DAE-491A-BB50-7E10ABC83560}" type="presParOf" srcId="{73B8C7AC-759F-437C-B06B-7ABC88D43FD4}" destId="{65A11EC6-072B-4330-A4A0-5BE9B9CE3661}" srcOrd="2" destOrd="0" presId="urn:microsoft.com/office/officeart/2018/2/layout/IconVerticalSolidList"/>
    <dgm:cxn modelId="{6524A525-4A7F-4265-8288-35EF355F3457}" type="presParOf" srcId="{73B8C7AC-759F-437C-B06B-7ABC88D43FD4}" destId="{0BFA9549-88DC-439B-A24F-CDDE44F46DBD}"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2F8C368-8B26-44AE-A24D-83530593AE51}"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DEAE4E8C-82EE-42EB-9FB7-6D8238987C26}">
      <dgm:prSet/>
      <dgm:spPr/>
      <dgm:t>
        <a:bodyPr/>
        <a:lstStyle/>
        <a:p>
          <a:r>
            <a:rPr lang="en-US">
              <a:solidFill>
                <a:srgbClr val="FF0000"/>
              </a:solidFill>
            </a:rPr>
            <a:t>Definition</a:t>
          </a:r>
          <a:r>
            <a:rPr lang="en-US"/>
            <a:t>: A committee that reviews and approves/rejects changes</a:t>
          </a:r>
        </a:p>
      </dgm:t>
    </dgm:pt>
    <dgm:pt modelId="{EEE5FA07-BBCD-4EA0-B42B-61EED125FE12}" type="parTrans" cxnId="{78208576-0377-4B1E-8905-565D5D4AF6CB}">
      <dgm:prSet/>
      <dgm:spPr/>
      <dgm:t>
        <a:bodyPr/>
        <a:lstStyle/>
        <a:p>
          <a:endParaRPr lang="en-US"/>
        </a:p>
      </dgm:t>
    </dgm:pt>
    <dgm:pt modelId="{347DAB05-900A-40B5-8734-E9C433A7ED79}" type="sibTrans" cxnId="{78208576-0377-4B1E-8905-565D5D4AF6CB}">
      <dgm:prSet/>
      <dgm:spPr/>
      <dgm:t>
        <a:bodyPr/>
        <a:lstStyle/>
        <a:p>
          <a:endParaRPr lang="en-US"/>
        </a:p>
      </dgm:t>
    </dgm:pt>
    <dgm:pt modelId="{307191BA-FC25-4430-85B7-CC3F8250BF2A}">
      <dgm:prSet/>
      <dgm:spPr/>
      <dgm:t>
        <a:bodyPr/>
        <a:lstStyle/>
        <a:p>
          <a:r>
            <a:rPr lang="en-US">
              <a:solidFill>
                <a:srgbClr val="FF0000"/>
              </a:solidFill>
            </a:rPr>
            <a:t>Members</a:t>
          </a:r>
          <a:r>
            <a:rPr lang="en-US"/>
            <a:t>: Project manager, lead analyst, stakeholder reps</a:t>
          </a:r>
        </a:p>
      </dgm:t>
    </dgm:pt>
    <dgm:pt modelId="{5539854C-E0C1-4A87-BDB2-7DB6E0869123}" type="parTrans" cxnId="{76FA6105-6CC2-480D-ADA3-DC73AAAC9948}">
      <dgm:prSet/>
      <dgm:spPr/>
      <dgm:t>
        <a:bodyPr/>
        <a:lstStyle/>
        <a:p>
          <a:endParaRPr lang="en-US"/>
        </a:p>
      </dgm:t>
    </dgm:pt>
    <dgm:pt modelId="{36D2325D-0EA2-4ECE-BEA1-A372284165B5}" type="sibTrans" cxnId="{76FA6105-6CC2-480D-ADA3-DC73AAAC9948}">
      <dgm:prSet/>
      <dgm:spPr/>
      <dgm:t>
        <a:bodyPr/>
        <a:lstStyle/>
        <a:p>
          <a:endParaRPr lang="en-US"/>
        </a:p>
      </dgm:t>
    </dgm:pt>
    <dgm:pt modelId="{642B2830-1669-476C-A1FB-5B2F29E7F33B}">
      <dgm:prSet/>
      <dgm:spPr/>
      <dgm:t>
        <a:bodyPr/>
        <a:lstStyle/>
        <a:p>
          <a:r>
            <a:rPr lang="en-US">
              <a:solidFill>
                <a:srgbClr val="FF0000"/>
              </a:solidFill>
            </a:rPr>
            <a:t>Decision criteria</a:t>
          </a:r>
          <a:r>
            <a:rPr lang="en-US"/>
            <a:t>: Benefit vs. risk, cost, feasibility</a:t>
          </a:r>
        </a:p>
      </dgm:t>
    </dgm:pt>
    <dgm:pt modelId="{A2771D11-4A7C-4D99-A0E8-A8C8B05949E2}" type="parTrans" cxnId="{536D9213-5D11-40E3-B27A-341A16E86448}">
      <dgm:prSet/>
      <dgm:spPr/>
      <dgm:t>
        <a:bodyPr/>
        <a:lstStyle/>
        <a:p>
          <a:endParaRPr lang="en-US"/>
        </a:p>
      </dgm:t>
    </dgm:pt>
    <dgm:pt modelId="{A3A164C3-072B-4E90-BFF5-4F27B0589E1C}" type="sibTrans" cxnId="{536D9213-5D11-40E3-B27A-341A16E86448}">
      <dgm:prSet/>
      <dgm:spPr/>
      <dgm:t>
        <a:bodyPr/>
        <a:lstStyle/>
        <a:p>
          <a:endParaRPr lang="en-US"/>
        </a:p>
      </dgm:t>
    </dgm:pt>
    <dgm:pt modelId="{94DB3A4C-83B4-41BA-B1B3-CA94AC33DCDC}" type="pres">
      <dgm:prSet presAssocID="{32F8C368-8B26-44AE-A24D-83530593AE51}" presName="root" presStyleCnt="0">
        <dgm:presLayoutVars>
          <dgm:dir/>
          <dgm:resizeHandles val="exact"/>
        </dgm:presLayoutVars>
      </dgm:prSet>
      <dgm:spPr/>
    </dgm:pt>
    <dgm:pt modelId="{41FB0B19-F36A-4B19-ACDB-6ACB4F46DE26}" type="pres">
      <dgm:prSet presAssocID="{DEAE4E8C-82EE-42EB-9FB7-6D8238987C26}" presName="compNode" presStyleCnt="0"/>
      <dgm:spPr/>
    </dgm:pt>
    <dgm:pt modelId="{B69FB027-AAC2-42DC-A9D5-70D428488246}" type="pres">
      <dgm:prSet presAssocID="{DEAE4E8C-82EE-42EB-9FB7-6D8238987C26}" presName="bgRect" presStyleLbl="bgShp" presStyleIdx="0" presStyleCnt="3"/>
      <dgm:spPr/>
    </dgm:pt>
    <dgm:pt modelId="{FBF2BBA7-0938-4D75-ADC6-5FBD5D789A48}" type="pres">
      <dgm:prSet presAssocID="{DEAE4E8C-82EE-42EB-9FB7-6D8238987C26}"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ustomer Review"/>
        </a:ext>
      </dgm:extLst>
    </dgm:pt>
    <dgm:pt modelId="{78928F55-0CBE-4583-AD91-F26DA642608C}" type="pres">
      <dgm:prSet presAssocID="{DEAE4E8C-82EE-42EB-9FB7-6D8238987C26}" presName="spaceRect" presStyleCnt="0"/>
      <dgm:spPr/>
    </dgm:pt>
    <dgm:pt modelId="{EF188A71-3861-498E-8103-FE688B08CFD9}" type="pres">
      <dgm:prSet presAssocID="{DEAE4E8C-82EE-42EB-9FB7-6D8238987C26}" presName="parTx" presStyleLbl="revTx" presStyleIdx="0" presStyleCnt="3">
        <dgm:presLayoutVars>
          <dgm:chMax val="0"/>
          <dgm:chPref val="0"/>
        </dgm:presLayoutVars>
      </dgm:prSet>
      <dgm:spPr/>
    </dgm:pt>
    <dgm:pt modelId="{E891E1EC-9029-4569-BD55-297DF4A4BBAC}" type="pres">
      <dgm:prSet presAssocID="{347DAB05-900A-40B5-8734-E9C433A7ED79}" presName="sibTrans" presStyleCnt="0"/>
      <dgm:spPr/>
    </dgm:pt>
    <dgm:pt modelId="{BE45C7A8-25E7-468A-B325-AA551A7C0981}" type="pres">
      <dgm:prSet presAssocID="{307191BA-FC25-4430-85B7-CC3F8250BF2A}" presName="compNode" presStyleCnt="0"/>
      <dgm:spPr/>
    </dgm:pt>
    <dgm:pt modelId="{77247711-1ABC-4156-9396-D08A85ECBC3A}" type="pres">
      <dgm:prSet presAssocID="{307191BA-FC25-4430-85B7-CC3F8250BF2A}" presName="bgRect" presStyleLbl="bgShp" presStyleIdx="1" presStyleCnt="3"/>
      <dgm:spPr/>
    </dgm:pt>
    <dgm:pt modelId="{21AC36F6-1622-40BD-B311-92629D65EA6F}" type="pres">
      <dgm:prSet presAssocID="{307191BA-FC25-4430-85B7-CC3F8250BF2A}"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ycle with People"/>
        </a:ext>
      </dgm:extLst>
    </dgm:pt>
    <dgm:pt modelId="{3903C8AE-FC6A-44DA-8FF6-4C8BF143A4D8}" type="pres">
      <dgm:prSet presAssocID="{307191BA-FC25-4430-85B7-CC3F8250BF2A}" presName="spaceRect" presStyleCnt="0"/>
      <dgm:spPr/>
    </dgm:pt>
    <dgm:pt modelId="{3D5D198E-9056-4643-8448-B2E763272660}" type="pres">
      <dgm:prSet presAssocID="{307191BA-FC25-4430-85B7-CC3F8250BF2A}" presName="parTx" presStyleLbl="revTx" presStyleIdx="1" presStyleCnt="3">
        <dgm:presLayoutVars>
          <dgm:chMax val="0"/>
          <dgm:chPref val="0"/>
        </dgm:presLayoutVars>
      </dgm:prSet>
      <dgm:spPr/>
    </dgm:pt>
    <dgm:pt modelId="{24C9B049-3D94-42AD-ABF4-D3045CCC71F6}" type="pres">
      <dgm:prSet presAssocID="{36D2325D-0EA2-4ECE-BEA1-A372284165B5}" presName="sibTrans" presStyleCnt="0"/>
      <dgm:spPr/>
    </dgm:pt>
    <dgm:pt modelId="{F7AC588F-E765-4741-9951-7F6F28DCB843}" type="pres">
      <dgm:prSet presAssocID="{642B2830-1669-476C-A1FB-5B2F29E7F33B}" presName="compNode" presStyleCnt="0"/>
      <dgm:spPr/>
    </dgm:pt>
    <dgm:pt modelId="{1C390C68-78C9-467D-B325-C8776C2155D3}" type="pres">
      <dgm:prSet presAssocID="{642B2830-1669-476C-A1FB-5B2F29E7F33B}" presName="bgRect" presStyleLbl="bgShp" presStyleIdx="2" presStyleCnt="3"/>
      <dgm:spPr/>
    </dgm:pt>
    <dgm:pt modelId="{07D1EB0B-46FF-4406-BD19-D54B6BEE79F6}" type="pres">
      <dgm:prSet presAssocID="{642B2830-1669-476C-A1FB-5B2F29E7F33B}"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cales of Justice"/>
        </a:ext>
      </dgm:extLst>
    </dgm:pt>
    <dgm:pt modelId="{E481B85B-7053-4956-9E0A-0454F462852B}" type="pres">
      <dgm:prSet presAssocID="{642B2830-1669-476C-A1FB-5B2F29E7F33B}" presName="spaceRect" presStyleCnt="0"/>
      <dgm:spPr/>
    </dgm:pt>
    <dgm:pt modelId="{C197B682-5DE4-4CDE-906F-7F8CF77CF238}" type="pres">
      <dgm:prSet presAssocID="{642B2830-1669-476C-A1FB-5B2F29E7F33B}" presName="parTx" presStyleLbl="revTx" presStyleIdx="2" presStyleCnt="3">
        <dgm:presLayoutVars>
          <dgm:chMax val="0"/>
          <dgm:chPref val="0"/>
        </dgm:presLayoutVars>
      </dgm:prSet>
      <dgm:spPr/>
    </dgm:pt>
  </dgm:ptLst>
  <dgm:cxnLst>
    <dgm:cxn modelId="{76FA6105-6CC2-480D-ADA3-DC73AAAC9948}" srcId="{32F8C368-8B26-44AE-A24D-83530593AE51}" destId="{307191BA-FC25-4430-85B7-CC3F8250BF2A}" srcOrd="1" destOrd="0" parTransId="{5539854C-E0C1-4A87-BDB2-7DB6E0869123}" sibTransId="{36D2325D-0EA2-4ECE-BEA1-A372284165B5}"/>
    <dgm:cxn modelId="{04D8270C-4EA6-4666-839F-AC45E2120C7D}" type="presOf" srcId="{DEAE4E8C-82EE-42EB-9FB7-6D8238987C26}" destId="{EF188A71-3861-498E-8103-FE688B08CFD9}" srcOrd="0" destOrd="0" presId="urn:microsoft.com/office/officeart/2018/2/layout/IconVerticalSolidList"/>
    <dgm:cxn modelId="{536D9213-5D11-40E3-B27A-341A16E86448}" srcId="{32F8C368-8B26-44AE-A24D-83530593AE51}" destId="{642B2830-1669-476C-A1FB-5B2F29E7F33B}" srcOrd="2" destOrd="0" parTransId="{A2771D11-4A7C-4D99-A0E8-A8C8B05949E2}" sibTransId="{A3A164C3-072B-4E90-BFF5-4F27B0589E1C}"/>
    <dgm:cxn modelId="{2041CB19-6B79-46E3-A86A-729204422130}" type="presOf" srcId="{32F8C368-8B26-44AE-A24D-83530593AE51}" destId="{94DB3A4C-83B4-41BA-B1B3-CA94AC33DCDC}" srcOrd="0" destOrd="0" presId="urn:microsoft.com/office/officeart/2018/2/layout/IconVerticalSolidList"/>
    <dgm:cxn modelId="{78208576-0377-4B1E-8905-565D5D4AF6CB}" srcId="{32F8C368-8B26-44AE-A24D-83530593AE51}" destId="{DEAE4E8C-82EE-42EB-9FB7-6D8238987C26}" srcOrd="0" destOrd="0" parTransId="{EEE5FA07-BBCD-4EA0-B42B-61EED125FE12}" sibTransId="{347DAB05-900A-40B5-8734-E9C433A7ED79}"/>
    <dgm:cxn modelId="{B97C1AB7-3ECD-4AA8-880A-231A5A71627C}" type="presOf" srcId="{642B2830-1669-476C-A1FB-5B2F29E7F33B}" destId="{C197B682-5DE4-4CDE-906F-7F8CF77CF238}" srcOrd="0" destOrd="0" presId="urn:microsoft.com/office/officeart/2018/2/layout/IconVerticalSolidList"/>
    <dgm:cxn modelId="{902B6BED-D113-46D9-87C8-124AF19D11E5}" type="presOf" srcId="{307191BA-FC25-4430-85B7-CC3F8250BF2A}" destId="{3D5D198E-9056-4643-8448-B2E763272660}" srcOrd="0" destOrd="0" presId="urn:microsoft.com/office/officeart/2018/2/layout/IconVerticalSolidList"/>
    <dgm:cxn modelId="{500BF5ED-1B2A-4A07-B1AE-7DF1DD776F89}" type="presParOf" srcId="{94DB3A4C-83B4-41BA-B1B3-CA94AC33DCDC}" destId="{41FB0B19-F36A-4B19-ACDB-6ACB4F46DE26}" srcOrd="0" destOrd="0" presId="urn:microsoft.com/office/officeart/2018/2/layout/IconVerticalSolidList"/>
    <dgm:cxn modelId="{A0F8E213-E8FA-4489-8FE6-E8E3B177A9F2}" type="presParOf" srcId="{41FB0B19-F36A-4B19-ACDB-6ACB4F46DE26}" destId="{B69FB027-AAC2-42DC-A9D5-70D428488246}" srcOrd="0" destOrd="0" presId="urn:microsoft.com/office/officeart/2018/2/layout/IconVerticalSolidList"/>
    <dgm:cxn modelId="{03F77949-9EB9-47B8-B762-268F30559CDA}" type="presParOf" srcId="{41FB0B19-F36A-4B19-ACDB-6ACB4F46DE26}" destId="{FBF2BBA7-0938-4D75-ADC6-5FBD5D789A48}" srcOrd="1" destOrd="0" presId="urn:microsoft.com/office/officeart/2018/2/layout/IconVerticalSolidList"/>
    <dgm:cxn modelId="{BE565061-ACAE-4632-A6A5-6E66892F9176}" type="presParOf" srcId="{41FB0B19-F36A-4B19-ACDB-6ACB4F46DE26}" destId="{78928F55-0CBE-4583-AD91-F26DA642608C}" srcOrd="2" destOrd="0" presId="urn:microsoft.com/office/officeart/2018/2/layout/IconVerticalSolidList"/>
    <dgm:cxn modelId="{80151E82-EC1F-4973-ADD6-7172DAB97F09}" type="presParOf" srcId="{41FB0B19-F36A-4B19-ACDB-6ACB4F46DE26}" destId="{EF188A71-3861-498E-8103-FE688B08CFD9}" srcOrd="3" destOrd="0" presId="urn:microsoft.com/office/officeart/2018/2/layout/IconVerticalSolidList"/>
    <dgm:cxn modelId="{D41BE442-029C-4FC8-A0EA-C7220076BDD3}" type="presParOf" srcId="{94DB3A4C-83B4-41BA-B1B3-CA94AC33DCDC}" destId="{E891E1EC-9029-4569-BD55-297DF4A4BBAC}" srcOrd="1" destOrd="0" presId="urn:microsoft.com/office/officeart/2018/2/layout/IconVerticalSolidList"/>
    <dgm:cxn modelId="{9788EBD9-C114-4438-B46B-DD424F3E0E3F}" type="presParOf" srcId="{94DB3A4C-83B4-41BA-B1B3-CA94AC33DCDC}" destId="{BE45C7A8-25E7-468A-B325-AA551A7C0981}" srcOrd="2" destOrd="0" presId="urn:microsoft.com/office/officeart/2018/2/layout/IconVerticalSolidList"/>
    <dgm:cxn modelId="{BA6CF7E3-A653-4F85-9DDE-8AF6B9E60CF7}" type="presParOf" srcId="{BE45C7A8-25E7-468A-B325-AA551A7C0981}" destId="{77247711-1ABC-4156-9396-D08A85ECBC3A}" srcOrd="0" destOrd="0" presId="urn:microsoft.com/office/officeart/2018/2/layout/IconVerticalSolidList"/>
    <dgm:cxn modelId="{B06CB6DA-2FA5-4F3A-A65E-303E8B39A719}" type="presParOf" srcId="{BE45C7A8-25E7-468A-B325-AA551A7C0981}" destId="{21AC36F6-1622-40BD-B311-92629D65EA6F}" srcOrd="1" destOrd="0" presId="urn:microsoft.com/office/officeart/2018/2/layout/IconVerticalSolidList"/>
    <dgm:cxn modelId="{F0A7AF8C-D91D-42BE-BDC2-8CFCEC904260}" type="presParOf" srcId="{BE45C7A8-25E7-468A-B325-AA551A7C0981}" destId="{3903C8AE-FC6A-44DA-8FF6-4C8BF143A4D8}" srcOrd="2" destOrd="0" presId="urn:microsoft.com/office/officeart/2018/2/layout/IconVerticalSolidList"/>
    <dgm:cxn modelId="{CADF1C1A-0187-44B3-8A18-005AA3D35754}" type="presParOf" srcId="{BE45C7A8-25E7-468A-B325-AA551A7C0981}" destId="{3D5D198E-9056-4643-8448-B2E763272660}" srcOrd="3" destOrd="0" presId="urn:microsoft.com/office/officeart/2018/2/layout/IconVerticalSolidList"/>
    <dgm:cxn modelId="{711A9F21-B1AF-42D8-ABEE-91075417B148}" type="presParOf" srcId="{94DB3A4C-83B4-41BA-B1B3-CA94AC33DCDC}" destId="{24C9B049-3D94-42AD-ABF4-D3045CCC71F6}" srcOrd="3" destOrd="0" presId="urn:microsoft.com/office/officeart/2018/2/layout/IconVerticalSolidList"/>
    <dgm:cxn modelId="{BC844E9E-F088-4832-8847-6AF7E1D61C4E}" type="presParOf" srcId="{94DB3A4C-83B4-41BA-B1B3-CA94AC33DCDC}" destId="{F7AC588F-E765-4741-9951-7F6F28DCB843}" srcOrd="4" destOrd="0" presId="urn:microsoft.com/office/officeart/2018/2/layout/IconVerticalSolidList"/>
    <dgm:cxn modelId="{F96DF172-E07C-49F2-AA71-C8792F3D4A7C}" type="presParOf" srcId="{F7AC588F-E765-4741-9951-7F6F28DCB843}" destId="{1C390C68-78C9-467D-B325-C8776C2155D3}" srcOrd="0" destOrd="0" presId="urn:microsoft.com/office/officeart/2018/2/layout/IconVerticalSolidList"/>
    <dgm:cxn modelId="{0F62FCD6-2BCA-4C14-8DDF-D76FBA38D0AD}" type="presParOf" srcId="{F7AC588F-E765-4741-9951-7F6F28DCB843}" destId="{07D1EB0B-46FF-4406-BD19-D54B6BEE79F6}" srcOrd="1" destOrd="0" presId="urn:microsoft.com/office/officeart/2018/2/layout/IconVerticalSolidList"/>
    <dgm:cxn modelId="{BB91677A-BC59-4D1B-8C7F-5D90E5149243}" type="presParOf" srcId="{F7AC588F-E765-4741-9951-7F6F28DCB843}" destId="{E481B85B-7053-4956-9E0A-0454F462852B}" srcOrd="2" destOrd="0" presId="urn:microsoft.com/office/officeart/2018/2/layout/IconVerticalSolidList"/>
    <dgm:cxn modelId="{56E46976-0918-4EFF-8F60-16E6EE1B9036}" type="presParOf" srcId="{F7AC588F-E765-4741-9951-7F6F28DCB843}" destId="{C197B682-5DE4-4CDE-906F-7F8CF77CF238}"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B1EA6DC-0B9B-45D9-A58C-47169FE2AB43}" type="doc">
      <dgm:prSet loTypeId="urn:microsoft.com/office/officeart/2005/8/layout/vList2" loCatId="list" qsTypeId="urn:microsoft.com/office/officeart/2005/8/quickstyle/simple1" qsCatId="simple" csTypeId="urn:microsoft.com/office/officeart/2005/8/colors/colorful5" csCatId="colorful" phldr="1"/>
      <dgm:spPr/>
      <dgm:t>
        <a:bodyPr/>
        <a:lstStyle/>
        <a:p>
          <a:endParaRPr lang="en-US"/>
        </a:p>
      </dgm:t>
    </dgm:pt>
    <dgm:pt modelId="{759A6ADB-AF02-4E38-B8F5-97B557C95561}">
      <dgm:prSet/>
      <dgm:spPr/>
      <dgm:t>
        <a:bodyPr/>
        <a:lstStyle/>
        <a:p>
          <a:r>
            <a:rPr lang="en-US"/>
            <a:t>JIRA - : Widely used tool for tracking issues, bugs, and changes.</a:t>
          </a:r>
        </a:p>
      </dgm:t>
    </dgm:pt>
    <dgm:pt modelId="{AC655732-9B18-4BBC-BFAF-B7A4FE0EDF39}" type="parTrans" cxnId="{36A0DCCC-F8EE-4DA2-8BD9-B4B8BFC09B33}">
      <dgm:prSet/>
      <dgm:spPr/>
      <dgm:t>
        <a:bodyPr/>
        <a:lstStyle/>
        <a:p>
          <a:endParaRPr lang="en-US"/>
        </a:p>
      </dgm:t>
    </dgm:pt>
    <dgm:pt modelId="{48FE6988-A6B0-463E-A6AE-27DABD4D450E}" type="sibTrans" cxnId="{36A0DCCC-F8EE-4DA2-8BD9-B4B8BFC09B33}">
      <dgm:prSet/>
      <dgm:spPr/>
      <dgm:t>
        <a:bodyPr/>
        <a:lstStyle/>
        <a:p>
          <a:endParaRPr lang="en-US"/>
        </a:p>
      </dgm:t>
    </dgm:pt>
    <dgm:pt modelId="{3130DF4C-B855-467E-B969-3AD6E4DA46B3}">
      <dgm:prSet/>
      <dgm:spPr/>
      <dgm:t>
        <a:bodyPr/>
        <a:lstStyle/>
        <a:p>
          <a:r>
            <a:rPr lang="en-US"/>
            <a:t>ServiceNow - Enterprise tool for managing IT service workflows, including change requests.</a:t>
          </a:r>
        </a:p>
      </dgm:t>
    </dgm:pt>
    <dgm:pt modelId="{C301DB10-F3E2-47C7-8828-3F193AEEFE12}" type="parTrans" cxnId="{59691758-ECE1-4F07-8950-B6358249076C}">
      <dgm:prSet/>
      <dgm:spPr/>
      <dgm:t>
        <a:bodyPr/>
        <a:lstStyle/>
        <a:p>
          <a:endParaRPr lang="en-US"/>
        </a:p>
      </dgm:t>
    </dgm:pt>
    <dgm:pt modelId="{5F345D8E-AA8C-4953-BDAA-4DA7580E66A8}" type="sibTrans" cxnId="{59691758-ECE1-4F07-8950-B6358249076C}">
      <dgm:prSet/>
      <dgm:spPr/>
      <dgm:t>
        <a:bodyPr/>
        <a:lstStyle/>
        <a:p>
          <a:endParaRPr lang="en-US"/>
        </a:p>
      </dgm:t>
    </dgm:pt>
    <dgm:pt modelId="{466B0D3A-7E8F-49A7-8EA6-35CD91E552DF}">
      <dgm:prSet/>
      <dgm:spPr/>
      <dgm:t>
        <a:bodyPr/>
        <a:lstStyle/>
        <a:p>
          <a:r>
            <a:rPr lang="en-US"/>
            <a:t>ChangeGear - Designed for ITIL-compliant change management</a:t>
          </a:r>
        </a:p>
      </dgm:t>
    </dgm:pt>
    <dgm:pt modelId="{35806904-4B83-41D6-BF8A-2AE09F83D7D7}" type="parTrans" cxnId="{08EDD6F6-3469-4113-A898-19F205A143C6}">
      <dgm:prSet/>
      <dgm:spPr/>
      <dgm:t>
        <a:bodyPr/>
        <a:lstStyle/>
        <a:p>
          <a:endParaRPr lang="en-US"/>
        </a:p>
      </dgm:t>
    </dgm:pt>
    <dgm:pt modelId="{544D80E0-EB4A-4B94-B21F-371448F0C89F}" type="sibTrans" cxnId="{08EDD6F6-3469-4113-A898-19F205A143C6}">
      <dgm:prSet/>
      <dgm:spPr/>
      <dgm:t>
        <a:bodyPr/>
        <a:lstStyle/>
        <a:p>
          <a:endParaRPr lang="en-US"/>
        </a:p>
      </dgm:t>
    </dgm:pt>
    <dgm:pt modelId="{11F20EE6-3A15-4E42-952D-8FA68E8B871F}">
      <dgm:prSet/>
      <dgm:spPr/>
      <dgm:t>
        <a:bodyPr/>
        <a:lstStyle/>
        <a:p>
          <a:r>
            <a:rPr lang="en-US"/>
            <a:t>Microsoft Azure DevOps - Integrates requirement tracking with development pipelines.</a:t>
          </a:r>
        </a:p>
      </dgm:t>
    </dgm:pt>
    <dgm:pt modelId="{22BC4FD4-1B48-4CC9-92F4-B7D1FA2871D2}" type="parTrans" cxnId="{B7CDF45D-C2C0-4148-9619-864A61E96777}">
      <dgm:prSet/>
      <dgm:spPr/>
      <dgm:t>
        <a:bodyPr/>
        <a:lstStyle/>
        <a:p>
          <a:endParaRPr lang="en-US"/>
        </a:p>
      </dgm:t>
    </dgm:pt>
    <dgm:pt modelId="{1BCD3923-1748-41F2-A015-8F5B2528B4E8}" type="sibTrans" cxnId="{B7CDF45D-C2C0-4148-9619-864A61E96777}">
      <dgm:prSet/>
      <dgm:spPr/>
      <dgm:t>
        <a:bodyPr/>
        <a:lstStyle/>
        <a:p>
          <a:endParaRPr lang="en-US"/>
        </a:p>
      </dgm:t>
    </dgm:pt>
    <dgm:pt modelId="{BEC64F3D-0E55-4534-8424-A76DDD5261FB}" type="pres">
      <dgm:prSet presAssocID="{EB1EA6DC-0B9B-45D9-A58C-47169FE2AB43}" presName="linear" presStyleCnt="0">
        <dgm:presLayoutVars>
          <dgm:animLvl val="lvl"/>
          <dgm:resizeHandles val="exact"/>
        </dgm:presLayoutVars>
      </dgm:prSet>
      <dgm:spPr/>
    </dgm:pt>
    <dgm:pt modelId="{685CBD48-280E-4CFB-A019-FEE3ABEA6A47}" type="pres">
      <dgm:prSet presAssocID="{759A6ADB-AF02-4E38-B8F5-97B557C95561}" presName="parentText" presStyleLbl="node1" presStyleIdx="0" presStyleCnt="4">
        <dgm:presLayoutVars>
          <dgm:chMax val="0"/>
          <dgm:bulletEnabled val="1"/>
        </dgm:presLayoutVars>
      </dgm:prSet>
      <dgm:spPr/>
    </dgm:pt>
    <dgm:pt modelId="{F4488BFC-A9C2-40A8-9D4A-E65335FD85B6}" type="pres">
      <dgm:prSet presAssocID="{48FE6988-A6B0-463E-A6AE-27DABD4D450E}" presName="spacer" presStyleCnt="0"/>
      <dgm:spPr/>
    </dgm:pt>
    <dgm:pt modelId="{A0803C91-19E3-4A57-B858-BBEB3173B312}" type="pres">
      <dgm:prSet presAssocID="{3130DF4C-B855-467E-B969-3AD6E4DA46B3}" presName="parentText" presStyleLbl="node1" presStyleIdx="1" presStyleCnt="4">
        <dgm:presLayoutVars>
          <dgm:chMax val="0"/>
          <dgm:bulletEnabled val="1"/>
        </dgm:presLayoutVars>
      </dgm:prSet>
      <dgm:spPr/>
    </dgm:pt>
    <dgm:pt modelId="{61472CE7-C8B2-4ADD-9C5F-DD1BAE2E95FC}" type="pres">
      <dgm:prSet presAssocID="{5F345D8E-AA8C-4953-BDAA-4DA7580E66A8}" presName="spacer" presStyleCnt="0"/>
      <dgm:spPr/>
    </dgm:pt>
    <dgm:pt modelId="{007C8458-0EC5-413B-9BBB-57DB85D825D9}" type="pres">
      <dgm:prSet presAssocID="{466B0D3A-7E8F-49A7-8EA6-35CD91E552DF}" presName="parentText" presStyleLbl="node1" presStyleIdx="2" presStyleCnt="4">
        <dgm:presLayoutVars>
          <dgm:chMax val="0"/>
          <dgm:bulletEnabled val="1"/>
        </dgm:presLayoutVars>
      </dgm:prSet>
      <dgm:spPr/>
    </dgm:pt>
    <dgm:pt modelId="{91800703-AD76-4342-9105-4F10F9DA5155}" type="pres">
      <dgm:prSet presAssocID="{544D80E0-EB4A-4B94-B21F-371448F0C89F}" presName="spacer" presStyleCnt="0"/>
      <dgm:spPr/>
    </dgm:pt>
    <dgm:pt modelId="{08DBF923-2150-44A5-93A2-E40EEF06B643}" type="pres">
      <dgm:prSet presAssocID="{11F20EE6-3A15-4E42-952D-8FA68E8B871F}" presName="parentText" presStyleLbl="node1" presStyleIdx="3" presStyleCnt="4" custLinFactNeighborX="-776" custLinFactNeighborY="52267">
        <dgm:presLayoutVars>
          <dgm:chMax val="0"/>
          <dgm:bulletEnabled val="1"/>
        </dgm:presLayoutVars>
      </dgm:prSet>
      <dgm:spPr/>
    </dgm:pt>
  </dgm:ptLst>
  <dgm:cxnLst>
    <dgm:cxn modelId="{EC756702-A794-48E1-94FC-BDE6EDD06638}" type="presOf" srcId="{EB1EA6DC-0B9B-45D9-A58C-47169FE2AB43}" destId="{BEC64F3D-0E55-4534-8424-A76DDD5261FB}" srcOrd="0" destOrd="0" presId="urn:microsoft.com/office/officeart/2005/8/layout/vList2"/>
    <dgm:cxn modelId="{59691758-ECE1-4F07-8950-B6358249076C}" srcId="{EB1EA6DC-0B9B-45D9-A58C-47169FE2AB43}" destId="{3130DF4C-B855-467E-B969-3AD6E4DA46B3}" srcOrd="1" destOrd="0" parTransId="{C301DB10-F3E2-47C7-8828-3F193AEEFE12}" sibTransId="{5F345D8E-AA8C-4953-BDAA-4DA7580E66A8}"/>
    <dgm:cxn modelId="{B7CDF45D-C2C0-4148-9619-864A61E96777}" srcId="{EB1EA6DC-0B9B-45D9-A58C-47169FE2AB43}" destId="{11F20EE6-3A15-4E42-952D-8FA68E8B871F}" srcOrd="3" destOrd="0" parTransId="{22BC4FD4-1B48-4CC9-92F4-B7D1FA2871D2}" sibTransId="{1BCD3923-1748-41F2-A015-8F5B2528B4E8}"/>
    <dgm:cxn modelId="{B3A69C73-353C-4835-9991-4D3963E143A3}" type="presOf" srcId="{759A6ADB-AF02-4E38-B8F5-97B557C95561}" destId="{685CBD48-280E-4CFB-A019-FEE3ABEA6A47}" srcOrd="0" destOrd="0" presId="urn:microsoft.com/office/officeart/2005/8/layout/vList2"/>
    <dgm:cxn modelId="{2CA28A8F-473A-4DB0-A389-D0E5D9DD1D83}" type="presOf" srcId="{11F20EE6-3A15-4E42-952D-8FA68E8B871F}" destId="{08DBF923-2150-44A5-93A2-E40EEF06B643}" srcOrd="0" destOrd="0" presId="urn:microsoft.com/office/officeart/2005/8/layout/vList2"/>
    <dgm:cxn modelId="{765D76C1-97B4-42A4-934A-1377102D8BB7}" type="presOf" srcId="{3130DF4C-B855-467E-B969-3AD6E4DA46B3}" destId="{A0803C91-19E3-4A57-B858-BBEB3173B312}" srcOrd="0" destOrd="0" presId="urn:microsoft.com/office/officeart/2005/8/layout/vList2"/>
    <dgm:cxn modelId="{B5366DC4-DD9B-405F-BFDC-92D6AB03571C}" type="presOf" srcId="{466B0D3A-7E8F-49A7-8EA6-35CD91E552DF}" destId="{007C8458-0EC5-413B-9BBB-57DB85D825D9}" srcOrd="0" destOrd="0" presId="urn:microsoft.com/office/officeart/2005/8/layout/vList2"/>
    <dgm:cxn modelId="{36A0DCCC-F8EE-4DA2-8BD9-B4B8BFC09B33}" srcId="{EB1EA6DC-0B9B-45D9-A58C-47169FE2AB43}" destId="{759A6ADB-AF02-4E38-B8F5-97B557C95561}" srcOrd="0" destOrd="0" parTransId="{AC655732-9B18-4BBC-BFAF-B7A4FE0EDF39}" sibTransId="{48FE6988-A6B0-463E-A6AE-27DABD4D450E}"/>
    <dgm:cxn modelId="{08EDD6F6-3469-4113-A898-19F205A143C6}" srcId="{EB1EA6DC-0B9B-45D9-A58C-47169FE2AB43}" destId="{466B0D3A-7E8F-49A7-8EA6-35CD91E552DF}" srcOrd="2" destOrd="0" parTransId="{35806904-4B83-41D6-BF8A-2AE09F83D7D7}" sibTransId="{544D80E0-EB4A-4B94-B21F-371448F0C89F}"/>
    <dgm:cxn modelId="{7DD255D4-2976-4A44-880A-90A3A629A78B}" type="presParOf" srcId="{BEC64F3D-0E55-4534-8424-A76DDD5261FB}" destId="{685CBD48-280E-4CFB-A019-FEE3ABEA6A47}" srcOrd="0" destOrd="0" presId="urn:microsoft.com/office/officeart/2005/8/layout/vList2"/>
    <dgm:cxn modelId="{57954264-69D2-47CB-9C4E-89EAA17DF0DC}" type="presParOf" srcId="{BEC64F3D-0E55-4534-8424-A76DDD5261FB}" destId="{F4488BFC-A9C2-40A8-9D4A-E65335FD85B6}" srcOrd="1" destOrd="0" presId="urn:microsoft.com/office/officeart/2005/8/layout/vList2"/>
    <dgm:cxn modelId="{E8F95275-A1DB-4BE4-8CB7-B83D1D37B522}" type="presParOf" srcId="{BEC64F3D-0E55-4534-8424-A76DDD5261FB}" destId="{A0803C91-19E3-4A57-B858-BBEB3173B312}" srcOrd="2" destOrd="0" presId="urn:microsoft.com/office/officeart/2005/8/layout/vList2"/>
    <dgm:cxn modelId="{F3E92C58-9270-4224-BB0F-321A77A2D107}" type="presParOf" srcId="{BEC64F3D-0E55-4534-8424-A76DDD5261FB}" destId="{61472CE7-C8B2-4ADD-9C5F-DD1BAE2E95FC}" srcOrd="3" destOrd="0" presId="urn:microsoft.com/office/officeart/2005/8/layout/vList2"/>
    <dgm:cxn modelId="{93D8BCD8-0C67-40FB-9F13-1EBEA471E94E}" type="presParOf" srcId="{BEC64F3D-0E55-4534-8424-A76DDD5261FB}" destId="{007C8458-0EC5-413B-9BBB-57DB85D825D9}" srcOrd="4" destOrd="0" presId="urn:microsoft.com/office/officeart/2005/8/layout/vList2"/>
    <dgm:cxn modelId="{80CBF8FF-55FD-4660-9E33-2D766BD746F3}" type="presParOf" srcId="{BEC64F3D-0E55-4534-8424-A76DDD5261FB}" destId="{91800703-AD76-4342-9105-4F10F9DA5155}" srcOrd="5" destOrd="0" presId="urn:microsoft.com/office/officeart/2005/8/layout/vList2"/>
    <dgm:cxn modelId="{79572E29-08DC-49F9-9D12-C59A9D0C5651}" type="presParOf" srcId="{BEC64F3D-0E55-4534-8424-A76DDD5261FB}" destId="{08DBF923-2150-44A5-93A2-E40EEF06B643}"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7181B4C6-CF71-4962-8A18-470719526E2C}" type="doc">
      <dgm:prSet loTypeId="urn:microsoft.com/office/officeart/2016/7/layout/BasicLinearProcessNumbered" loCatId="process" qsTypeId="urn:microsoft.com/office/officeart/2005/8/quickstyle/simple1" qsCatId="simple" csTypeId="urn:microsoft.com/office/officeart/2005/8/colors/accent1_2" csCatId="accent1"/>
      <dgm:spPr/>
      <dgm:t>
        <a:bodyPr/>
        <a:lstStyle/>
        <a:p>
          <a:endParaRPr lang="en-US"/>
        </a:p>
      </dgm:t>
    </dgm:pt>
    <dgm:pt modelId="{C58CFB64-A7CB-43AA-897B-8F75E1B710DE}">
      <dgm:prSet/>
      <dgm:spPr/>
      <dgm:t>
        <a:bodyPr/>
        <a:lstStyle/>
        <a:p>
          <a:r>
            <a:rPr lang="en-US"/>
            <a:t>Project: University Management System</a:t>
          </a:r>
        </a:p>
      </dgm:t>
    </dgm:pt>
    <dgm:pt modelId="{A602A381-5648-4644-A694-F0132ADFA2C3}" type="parTrans" cxnId="{71BC1CB7-04A9-428F-AA51-30A57C1F1AA6}">
      <dgm:prSet/>
      <dgm:spPr/>
      <dgm:t>
        <a:bodyPr/>
        <a:lstStyle/>
        <a:p>
          <a:endParaRPr lang="en-US"/>
        </a:p>
      </dgm:t>
    </dgm:pt>
    <dgm:pt modelId="{0F8FE4F8-8B23-459E-8BCA-919FB58AF44E}" type="sibTrans" cxnId="{71BC1CB7-04A9-428F-AA51-30A57C1F1AA6}">
      <dgm:prSet phldrT="1" phldr="0"/>
      <dgm:spPr/>
      <dgm:t>
        <a:bodyPr/>
        <a:lstStyle/>
        <a:p>
          <a:r>
            <a:rPr lang="en-US"/>
            <a:t>1</a:t>
          </a:r>
        </a:p>
      </dgm:t>
    </dgm:pt>
    <dgm:pt modelId="{E2CCE186-1707-4D5A-A1A7-E9AE868F0225}">
      <dgm:prSet/>
      <dgm:spPr/>
      <dgm:t>
        <a:bodyPr/>
        <a:lstStyle/>
        <a:p>
          <a:r>
            <a:rPr lang="en-US"/>
            <a:t>Initial requirement: Register students by email only</a:t>
          </a:r>
        </a:p>
      </dgm:t>
    </dgm:pt>
    <dgm:pt modelId="{E03F9A80-66A5-4240-AA5C-2B9A0C0FE97F}" type="parTrans" cxnId="{647AD243-BFBE-4D49-9817-75F0399E0893}">
      <dgm:prSet/>
      <dgm:spPr/>
      <dgm:t>
        <a:bodyPr/>
        <a:lstStyle/>
        <a:p>
          <a:endParaRPr lang="en-US"/>
        </a:p>
      </dgm:t>
    </dgm:pt>
    <dgm:pt modelId="{B1C0E1CC-91D5-4111-AFE5-909103A76672}" type="sibTrans" cxnId="{647AD243-BFBE-4D49-9817-75F0399E0893}">
      <dgm:prSet phldrT="2" phldr="0"/>
      <dgm:spPr/>
      <dgm:t>
        <a:bodyPr/>
        <a:lstStyle/>
        <a:p>
          <a:r>
            <a:rPr lang="en-US"/>
            <a:t>2</a:t>
          </a:r>
        </a:p>
      </dgm:t>
    </dgm:pt>
    <dgm:pt modelId="{61E92AAE-4809-4AB4-822D-D91B047D52F6}">
      <dgm:prSet/>
      <dgm:spPr/>
      <dgm:t>
        <a:bodyPr/>
        <a:lstStyle/>
        <a:p>
          <a:r>
            <a:rPr lang="en-US"/>
            <a:t>Change requested: Allow phone number registration</a:t>
          </a:r>
        </a:p>
      </dgm:t>
    </dgm:pt>
    <dgm:pt modelId="{471515C8-3CF6-462F-9919-D16D5EA04D4B}" type="parTrans" cxnId="{A31F015D-F3C6-4628-BB5D-4683017D4D75}">
      <dgm:prSet/>
      <dgm:spPr/>
      <dgm:t>
        <a:bodyPr/>
        <a:lstStyle/>
        <a:p>
          <a:endParaRPr lang="en-US"/>
        </a:p>
      </dgm:t>
    </dgm:pt>
    <dgm:pt modelId="{DD044811-D4B2-4189-931E-F1AD58E3349A}" type="sibTrans" cxnId="{A31F015D-F3C6-4628-BB5D-4683017D4D75}">
      <dgm:prSet phldrT="3" phldr="0"/>
      <dgm:spPr/>
      <dgm:t>
        <a:bodyPr/>
        <a:lstStyle/>
        <a:p>
          <a:r>
            <a:rPr lang="en-US"/>
            <a:t>3</a:t>
          </a:r>
        </a:p>
      </dgm:t>
    </dgm:pt>
    <dgm:pt modelId="{DA2455BE-E723-432B-9771-61C3A81566BE}">
      <dgm:prSet/>
      <dgm:spPr/>
      <dgm:t>
        <a:bodyPr/>
        <a:lstStyle/>
        <a:p>
          <a:r>
            <a:rPr lang="en-US"/>
            <a:t>Steps taken: Impact analysis &gt; Approval &gt; Implementation &gt; Testing</a:t>
          </a:r>
        </a:p>
      </dgm:t>
    </dgm:pt>
    <dgm:pt modelId="{522F83A7-0F2E-4C49-9B7B-700805F37AA5}" type="parTrans" cxnId="{AAA4F0A6-9D15-4CFA-9E66-84F12BDFC610}">
      <dgm:prSet/>
      <dgm:spPr/>
      <dgm:t>
        <a:bodyPr/>
        <a:lstStyle/>
        <a:p>
          <a:endParaRPr lang="en-US"/>
        </a:p>
      </dgm:t>
    </dgm:pt>
    <dgm:pt modelId="{AB38E896-764E-4CC0-8467-12BE0A8628BB}" type="sibTrans" cxnId="{AAA4F0A6-9D15-4CFA-9E66-84F12BDFC610}">
      <dgm:prSet phldrT="4" phldr="0"/>
      <dgm:spPr/>
      <dgm:t>
        <a:bodyPr/>
        <a:lstStyle/>
        <a:p>
          <a:r>
            <a:rPr lang="en-US"/>
            <a:t>4</a:t>
          </a:r>
        </a:p>
      </dgm:t>
    </dgm:pt>
    <dgm:pt modelId="{5226DF11-464E-4FD5-B53A-6ED27D39A5CA}" type="pres">
      <dgm:prSet presAssocID="{7181B4C6-CF71-4962-8A18-470719526E2C}" presName="Name0" presStyleCnt="0">
        <dgm:presLayoutVars>
          <dgm:animLvl val="lvl"/>
          <dgm:resizeHandles val="exact"/>
        </dgm:presLayoutVars>
      </dgm:prSet>
      <dgm:spPr/>
    </dgm:pt>
    <dgm:pt modelId="{0F438F69-D12B-49CC-BC0C-1442B41D8B06}" type="pres">
      <dgm:prSet presAssocID="{C58CFB64-A7CB-43AA-897B-8F75E1B710DE}" presName="compositeNode" presStyleCnt="0">
        <dgm:presLayoutVars>
          <dgm:bulletEnabled val="1"/>
        </dgm:presLayoutVars>
      </dgm:prSet>
      <dgm:spPr/>
    </dgm:pt>
    <dgm:pt modelId="{F182046A-229F-4D24-AB88-1695D69A08E0}" type="pres">
      <dgm:prSet presAssocID="{C58CFB64-A7CB-43AA-897B-8F75E1B710DE}" presName="bgRect" presStyleLbl="bgAccFollowNode1" presStyleIdx="0" presStyleCnt="4"/>
      <dgm:spPr/>
    </dgm:pt>
    <dgm:pt modelId="{6CA404D2-76EF-4F21-96EA-BE016EFCCB2A}" type="pres">
      <dgm:prSet presAssocID="{0F8FE4F8-8B23-459E-8BCA-919FB58AF44E}" presName="sibTransNodeCircle" presStyleLbl="alignNode1" presStyleIdx="0" presStyleCnt="8">
        <dgm:presLayoutVars>
          <dgm:chMax val="0"/>
          <dgm:bulletEnabled/>
        </dgm:presLayoutVars>
      </dgm:prSet>
      <dgm:spPr/>
    </dgm:pt>
    <dgm:pt modelId="{CEC127C0-6F40-469B-8A1A-406432369309}" type="pres">
      <dgm:prSet presAssocID="{C58CFB64-A7CB-43AA-897B-8F75E1B710DE}" presName="bottomLine" presStyleLbl="alignNode1" presStyleIdx="1" presStyleCnt="8">
        <dgm:presLayoutVars/>
      </dgm:prSet>
      <dgm:spPr/>
    </dgm:pt>
    <dgm:pt modelId="{FC6DB17F-FAE8-45C1-A06F-F7EB3777924C}" type="pres">
      <dgm:prSet presAssocID="{C58CFB64-A7CB-43AA-897B-8F75E1B710DE}" presName="nodeText" presStyleLbl="bgAccFollowNode1" presStyleIdx="0" presStyleCnt="4">
        <dgm:presLayoutVars>
          <dgm:bulletEnabled val="1"/>
        </dgm:presLayoutVars>
      </dgm:prSet>
      <dgm:spPr/>
    </dgm:pt>
    <dgm:pt modelId="{FA98C711-EBC7-433A-A47F-22B15E7B0BA5}" type="pres">
      <dgm:prSet presAssocID="{0F8FE4F8-8B23-459E-8BCA-919FB58AF44E}" presName="sibTrans" presStyleCnt="0"/>
      <dgm:spPr/>
    </dgm:pt>
    <dgm:pt modelId="{34BA8621-A86E-4CCB-AAA4-BF336BAA7C47}" type="pres">
      <dgm:prSet presAssocID="{E2CCE186-1707-4D5A-A1A7-E9AE868F0225}" presName="compositeNode" presStyleCnt="0">
        <dgm:presLayoutVars>
          <dgm:bulletEnabled val="1"/>
        </dgm:presLayoutVars>
      </dgm:prSet>
      <dgm:spPr/>
    </dgm:pt>
    <dgm:pt modelId="{7D0E2AA4-198E-4799-A2A0-1BDCC3B7940F}" type="pres">
      <dgm:prSet presAssocID="{E2CCE186-1707-4D5A-A1A7-E9AE868F0225}" presName="bgRect" presStyleLbl="bgAccFollowNode1" presStyleIdx="1" presStyleCnt="4"/>
      <dgm:spPr/>
    </dgm:pt>
    <dgm:pt modelId="{81E3F846-9115-4CE7-9839-A2216E22B1C2}" type="pres">
      <dgm:prSet presAssocID="{B1C0E1CC-91D5-4111-AFE5-909103A76672}" presName="sibTransNodeCircle" presStyleLbl="alignNode1" presStyleIdx="2" presStyleCnt="8">
        <dgm:presLayoutVars>
          <dgm:chMax val="0"/>
          <dgm:bulletEnabled/>
        </dgm:presLayoutVars>
      </dgm:prSet>
      <dgm:spPr/>
    </dgm:pt>
    <dgm:pt modelId="{3C97E768-8D4C-4D77-9D33-7F872D2FA3B4}" type="pres">
      <dgm:prSet presAssocID="{E2CCE186-1707-4D5A-A1A7-E9AE868F0225}" presName="bottomLine" presStyleLbl="alignNode1" presStyleIdx="3" presStyleCnt="8">
        <dgm:presLayoutVars/>
      </dgm:prSet>
      <dgm:spPr/>
    </dgm:pt>
    <dgm:pt modelId="{DCF354FF-F368-4272-8DAF-11313996BD3B}" type="pres">
      <dgm:prSet presAssocID="{E2CCE186-1707-4D5A-A1A7-E9AE868F0225}" presName="nodeText" presStyleLbl="bgAccFollowNode1" presStyleIdx="1" presStyleCnt="4">
        <dgm:presLayoutVars>
          <dgm:bulletEnabled val="1"/>
        </dgm:presLayoutVars>
      </dgm:prSet>
      <dgm:spPr/>
    </dgm:pt>
    <dgm:pt modelId="{EBE3CC7E-5295-437C-9542-E964D5A26F72}" type="pres">
      <dgm:prSet presAssocID="{B1C0E1CC-91D5-4111-AFE5-909103A76672}" presName="sibTrans" presStyleCnt="0"/>
      <dgm:spPr/>
    </dgm:pt>
    <dgm:pt modelId="{3056755B-2D69-4060-87F0-0D8DEF68F095}" type="pres">
      <dgm:prSet presAssocID="{61E92AAE-4809-4AB4-822D-D91B047D52F6}" presName="compositeNode" presStyleCnt="0">
        <dgm:presLayoutVars>
          <dgm:bulletEnabled val="1"/>
        </dgm:presLayoutVars>
      </dgm:prSet>
      <dgm:spPr/>
    </dgm:pt>
    <dgm:pt modelId="{7A9FBB69-AD88-4B11-B6ED-24E6B5C9FFB2}" type="pres">
      <dgm:prSet presAssocID="{61E92AAE-4809-4AB4-822D-D91B047D52F6}" presName="bgRect" presStyleLbl="bgAccFollowNode1" presStyleIdx="2" presStyleCnt="4"/>
      <dgm:spPr/>
    </dgm:pt>
    <dgm:pt modelId="{BB2EF1AD-8F5B-457B-A152-9775AA004AEA}" type="pres">
      <dgm:prSet presAssocID="{DD044811-D4B2-4189-931E-F1AD58E3349A}" presName="sibTransNodeCircle" presStyleLbl="alignNode1" presStyleIdx="4" presStyleCnt="8">
        <dgm:presLayoutVars>
          <dgm:chMax val="0"/>
          <dgm:bulletEnabled/>
        </dgm:presLayoutVars>
      </dgm:prSet>
      <dgm:spPr/>
    </dgm:pt>
    <dgm:pt modelId="{6D930C61-7E34-40E4-850A-5705EA581A75}" type="pres">
      <dgm:prSet presAssocID="{61E92AAE-4809-4AB4-822D-D91B047D52F6}" presName="bottomLine" presStyleLbl="alignNode1" presStyleIdx="5" presStyleCnt="8">
        <dgm:presLayoutVars/>
      </dgm:prSet>
      <dgm:spPr/>
    </dgm:pt>
    <dgm:pt modelId="{AC857500-A334-4E77-80BB-2E4849B27620}" type="pres">
      <dgm:prSet presAssocID="{61E92AAE-4809-4AB4-822D-D91B047D52F6}" presName="nodeText" presStyleLbl="bgAccFollowNode1" presStyleIdx="2" presStyleCnt="4">
        <dgm:presLayoutVars>
          <dgm:bulletEnabled val="1"/>
        </dgm:presLayoutVars>
      </dgm:prSet>
      <dgm:spPr/>
    </dgm:pt>
    <dgm:pt modelId="{AC1E0E57-1C5C-4FC6-B636-4B2F7D41B5A6}" type="pres">
      <dgm:prSet presAssocID="{DD044811-D4B2-4189-931E-F1AD58E3349A}" presName="sibTrans" presStyleCnt="0"/>
      <dgm:spPr/>
    </dgm:pt>
    <dgm:pt modelId="{B6A504B2-0C70-42B0-B779-C29141CF7682}" type="pres">
      <dgm:prSet presAssocID="{DA2455BE-E723-432B-9771-61C3A81566BE}" presName="compositeNode" presStyleCnt="0">
        <dgm:presLayoutVars>
          <dgm:bulletEnabled val="1"/>
        </dgm:presLayoutVars>
      </dgm:prSet>
      <dgm:spPr/>
    </dgm:pt>
    <dgm:pt modelId="{7D9579D4-2559-44B6-BE0E-530842F1DDB0}" type="pres">
      <dgm:prSet presAssocID="{DA2455BE-E723-432B-9771-61C3A81566BE}" presName="bgRect" presStyleLbl="bgAccFollowNode1" presStyleIdx="3" presStyleCnt="4"/>
      <dgm:spPr/>
    </dgm:pt>
    <dgm:pt modelId="{527969F8-B405-42E1-8D46-2F8A36E3D4C0}" type="pres">
      <dgm:prSet presAssocID="{AB38E896-764E-4CC0-8467-12BE0A8628BB}" presName="sibTransNodeCircle" presStyleLbl="alignNode1" presStyleIdx="6" presStyleCnt="8">
        <dgm:presLayoutVars>
          <dgm:chMax val="0"/>
          <dgm:bulletEnabled/>
        </dgm:presLayoutVars>
      </dgm:prSet>
      <dgm:spPr/>
    </dgm:pt>
    <dgm:pt modelId="{45679023-F419-48DA-B44F-FD7364EC0B24}" type="pres">
      <dgm:prSet presAssocID="{DA2455BE-E723-432B-9771-61C3A81566BE}" presName="bottomLine" presStyleLbl="alignNode1" presStyleIdx="7" presStyleCnt="8">
        <dgm:presLayoutVars/>
      </dgm:prSet>
      <dgm:spPr/>
    </dgm:pt>
    <dgm:pt modelId="{385C6826-F650-45E8-B376-9C10ABD2E7AE}" type="pres">
      <dgm:prSet presAssocID="{DA2455BE-E723-432B-9771-61C3A81566BE}" presName="nodeText" presStyleLbl="bgAccFollowNode1" presStyleIdx="3" presStyleCnt="4">
        <dgm:presLayoutVars>
          <dgm:bulletEnabled val="1"/>
        </dgm:presLayoutVars>
      </dgm:prSet>
      <dgm:spPr/>
    </dgm:pt>
  </dgm:ptLst>
  <dgm:cxnLst>
    <dgm:cxn modelId="{28130002-C2C9-4268-950D-69B212E8887A}" type="presOf" srcId="{B1C0E1CC-91D5-4111-AFE5-909103A76672}" destId="{81E3F846-9115-4CE7-9839-A2216E22B1C2}" srcOrd="0" destOrd="0" presId="urn:microsoft.com/office/officeart/2016/7/layout/BasicLinearProcessNumbered"/>
    <dgm:cxn modelId="{BC027511-280D-43F1-A6BB-58C7CC6B6CC7}" type="presOf" srcId="{61E92AAE-4809-4AB4-822D-D91B047D52F6}" destId="{7A9FBB69-AD88-4B11-B6ED-24E6B5C9FFB2}" srcOrd="0" destOrd="0" presId="urn:microsoft.com/office/officeart/2016/7/layout/BasicLinearProcessNumbered"/>
    <dgm:cxn modelId="{647AD243-BFBE-4D49-9817-75F0399E0893}" srcId="{7181B4C6-CF71-4962-8A18-470719526E2C}" destId="{E2CCE186-1707-4D5A-A1A7-E9AE868F0225}" srcOrd="1" destOrd="0" parTransId="{E03F9A80-66A5-4240-AA5C-2B9A0C0FE97F}" sibTransId="{B1C0E1CC-91D5-4111-AFE5-909103A76672}"/>
    <dgm:cxn modelId="{B822AB46-5B15-4A1D-800A-BD55DD987235}" type="presOf" srcId="{DA2455BE-E723-432B-9771-61C3A81566BE}" destId="{385C6826-F650-45E8-B376-9C10ABD2E7AE}" srcOrd="1" destOrd="0" presId="urn:microsoft.com/office/officeart/2016/7/layout/BasicLinearProcessNumbered"/>
    <dgm:cxn modelId="{3E4E3753-3CDF-4192-94DD-A1464054EC57}" type="presOf" srcId="{E2CCE186-1707-4D5A-A1A7-E9AE868F0225}" destId="{DCF354FF-F368-4272-8DAF-11313996BD3B}" srcOrd="1" destOrd="0" presId="urn:microsoft.com/office/officeart/2016/7/layout/BasicLinearProcessNumbered"/>
    <dgm:cxn modelId="{9A0AB158-C5EE-4670-B6AB-5FCFD200B303}" type="presOf" srcId="{61E92AAE-4809-4AB4-822D-D91B047D52F6}" destId="{AC857500-A334-4E77-80BB-2E4849B27620}" srcOrd="1" destOrd="0" presId="urn:microsoft.com/office/officeart/2016/7/layout/BasicLinearProcessNumbered"/>
    <dgm:cxn modelId="{A31F015D-F3C6-4628-BB5D-4683017D4D75}" srcId="{7181B4C6-CF71-4962-8A18-470719526E2C}" destId="{61E92AAE-4809-4AB4-822D-D91B047D52F6}" srcOrd="2" destOrd="0" parTransId="{471515C8-3CF6-462F-9919-D16D5EA04D4B}" sibTransId="{DD044811-D4B2-4189-931E-F1AD58E3349A}"/>
    <dgm:cxn modelId="{A85A4261-E99C-4B3D-A987-AEC7AEDABE07}" type="presOf" srcId="{E2CCE186-1707-4D5A-A1A7-E9AE868F0225}" destId="{7D0E2AA4-198E-4799-A2A0-1BDCC3B7940F}" srcOrd="0" destOrd="0" presId="urn:microsoft.com/office/officeart/2016/7/layout/BasicLinearProcessNumbered"/>
    <dgm:cxn modelId="{D759667A-A09C-4557-BF42-565321BDA109}" type="presOf" srcId="{C58CFB64-A7CB-43AA-897B-8F75E1B710DE}" destId="{FC6DB17F-FAE8-45C1-A06F-F7EB3777924C}" srcOrd="1" destOrd="0" presId="urn:microsoft.com/office/officeart/2016/7/layout/BasicLinearProcessNumbered"/>
    <dgm:cxn modelId="{2053DC87-7D44-49FF-8BF1-FF2A24DBB2AE}" type="presOf" srcId="{DA2455BE-E723-432B-9771-61C3A81566BE}" destId="{7D9579D4-2559-44B6-BE0E-530842F1DDB0}" srcOrd="0" destOrd="0" presId="urn:microsoft.com/office/officeart/2016/7/layout/BasicLinearProcessNumbered"/>
    <dgm:cxn modelId="{AAA4F0A6-9D15-4CFA-9E66-84F12BDFC610}" srcId="{7181B4C6-CF71-4962-8A18-470719526E2C}" destId="{DA2455BE-E723-432B-9771-61C3A81566BE}" srcOrd="3" destOrd="0" parTransId="{522F83A7-0F2E-4C49-9B7B-700805F37AA5}" sibTransId="{AB38E896-764E-4CC0-8467-12BE0A8628BB}"/>
    <dgm:cxn modelId="{196C95A7-06A2-4199-8A2D-F07CFD98ED32}" type="presOf" srcId="{0F8FE4F8-8B23-459E-8BCA-919FB58AF44E}" destId="{6CA404D2-76EF-4F21-96EA-BE016EFCCB2A}" srcOrd="0" destOrd="0" presId="urn:microsoft.com/office/officeart/2016/7/layout/BasicLinearProcessNumbered"/>
    <dgm:cxn modelId="{71BC1CB7-04A9-428F-AA51-30A57C1F1AA6}" srcId="{7181B4C6-CF71-4962-8A18-470719526E2C}" destId="{C58CFB64-A7CB-43AA-897B-8F75E1B710DE}" srcOrd="0" destOrd="0" parTransId="{A602A381-5648-4644-A694-F0132ADFA2C3}" sibTransId="{0F8FE4F8-8B23-459E-8BCA-919FB58AF44E}"/>
    <dgm:cxn modelId="{24AF4FC3-1E33-4606-ABCB-4E05D6859FB3}" type="presOf" srcId="{AB38E896-764E-4CC0-8467-12BE0A8628BB}" destId="{527969F8-B405-42E1-8D46-2F8A36E3D4C0}" srcOrd="0" destOrd="0" presId="urn:microsoft.com/office/officeart/2016/7/layout/BasicLinearProcessNumbered"/>
    <dgm:cxn modelId="{582D1FD7-41C9-4C3E-8D79-A271CA00F6A7}" type="presOf" srcId="{DD044811-D4B2-4189-931E-F1AD58E3349A}" destId="{BB2EF1AD-8F5B-457B-A152-9775AA004AEA}" srcOrd="0" destOrd="0" presId="urn:microsoft.com/office/officeart/2016/7/layout/BasicLinearProcessNumbered"/>
    <dgm:cxn modelId="{17A5AFFC-6760-4554-B940-1F8BED10A51D}" type="presOf" srcId="{7181B4C6-CF71-4962-8A18-470719526E2C}" destId="{5226DF11-464E-4FD5-B53A-6ED27D39A5CA}" srcOrd="0" destOrd="0" presId="urn:microsoft.com/office/officeart/2016/7/layout/BasicLinearProcessNumbered"/>
    <dgm:cxn modelId="{BDF2A7FF-2EE1-4D4C-AC4C-01F73632D758}" type="presOf" srcId="{C58CFB64-A7CB-43AA-897B-8F75E1B710DE}" destId="{F182046A-229F-4D24-AB88-1695D69A08E0}" srcOrd="0" destOrd="0" presId="urn:microsoft.com/office/officeart/2016/7/layout/BasicLinearProcessNumbered"/>
    <dgm:cxn modelId="{3000EF68-5C42-4A52-AE04-760A6886F51C}" type="presParOf" srcId="{5226DF11-464E-4FD5-B53A-6ED27D39A5CA}" destId="{0F438F69-D12B-49CC-BC0C-1442B41D8B06}" srcOrd="0" destOrd="0" presId="urn:microsoft.com/office/officeart/2016/7/layout/BasicLinearProcessNumbered"/>
    <dgm:cxn modelId="{278A702F-DCDA-4166-9AF7-CC3B6D94C0CD}" type="presParOf" srcId="{0F438F69-D12B-49CC-BC0C-1442B41D8B06}" destId="{F182046A-229F-4D24-AB88-1695D69A08E0}" srcOrd="0" destOrd="0" presId="urn:microsoft.com/office/officeart/2016/7/layout/BasicLinearProcessNumbered"/>
    <dgm:cxn modelId="{ECF3A6CB-26EC-4E7C-82F7-012C8600FFC8}" type="presParOf" srcId="{0F438F69-D12B-49CC-BC0C-1442B41D8B06}" destId="{6CA404D2-76EF-4F21-96EA-BE016EFCCB2A}" srcOrd="1" destOrd="0" presId="urn:microsoft.com/office/officeart/2016/7/layout/BasicLinearProcessNumbered"/>
    <dgm:cxn modelId="{68550227-EFC4-4990-B08F-D13BBA4BE1A1}" type="presParOf" srcId="{0F438F69-D12B-49CC-BC0C-1442B41D8B06}" destId="{CEC127C0-6F40-469B-8A1A-406432369309}" srcOrd="2" destOrd="0" presId="urn:microsoft.com/office/officeart/2016/7/layout/BasicLinearProcessNumbered"/>
    <dgm:cxn modelId="{97344604-2227-4846-9445-85748D4B26F8}" type="presParOf" srcId="{0F438F69-D12B-49CC-BC0C-1442B41D8B06}" destId="{FC6DB17F-FAE8-45C1-A06F-F7EB3777924C}" srcOrd="3" destOrd="0" presId="urn:microsoft.com/office/officeart/2016/7/layout/BasicLinearProcessNumbered"/>
    <dgm:cxn modelId="{35BEB4D1-88F4-4016-9E03-5E3DB2854567}" type="presParOf" srcId="{5226DF11-464E-4FD5-B53A-6ED27D39A5CA}" destId="{FA98C711-EBC7-433A-A47F-22B15E7B0BA5}" srcOrd="1" destOrd="0" presId="urn:microsoft.com/office/officeart/2016/7/layout/BasicLinearProcessNumbered"/>
    <dgm:cxn modelId="{38C10AE8-4550-4AF1-88D3-092D44D31B99}" type="presParOf" srcId="{5226DF11-464E-4FD5-B53A-6ED27D39A5CA}" destId="{34BA8621-A86E-4CCB-AAA4-BF336BAA7C47}" srcOrd="2" destOrd="0" presId="urn:microsoft.com/office/officeart/2016/7/layout/BasicLinearProcessNumbered"/>
    <dgm:cxn modelId="{F39111BD-685C-45A1-B043-510B90D153C5}" type="presParOf" srcId="{34BA8621-A86E-4CCB-AAA4-BF336BAA7C47}" destId="{7D0E2AA4-198E-4799-A2A0-1BDCC3B7940F}" srcOrd="0" destOrd="0" presId="urn:microsoft.com/office/officeart/2016/7/layout/BasicLinearProcessNumbered"/>
    <dgm:cxn modelId="{CD6D4956-1C0B-4BA7-932A-C22E4E38A40E}" type="presParOf" srcId="{34BA8621-A86E-4CCB-AAA4-BF336BAA7C47}" destId="{81E3F846-9115-4CE7-9839-A2216E22B1C2}" srcOrd="1" destOrd="0" presId="urn:microsoft.com/office/officeart/2016/7/layout/BasicLinearProcessNumbered"/>
    <dgm:cxn modelId="{4897D46D-5DE5-4FBB-A965-DB9513A19CFA}" type="presParOf" srcId="{34BA8621-A86E-4CCB-AAA4-BF336BAA7C47}" destId="{3C97E768-8D4C-4D77-9D33-7F872D2FA3B4}" srcOrd="2" destOrd="0" presId="urn:microsoft.com/office/officeart/2016/7/layout/BasicLinearProcessNumbered"/>
    <dgm:cxn modelId="{2F98619E-F132-4258-A0CD-0E766BD731D5}" type="presParOf" srcId="{34BA8621-A86E-4CCB-AAA4-BF336BAA7C47}" destId="{DCF354FF-F368-4272-8DAF-11313996BD3B}" srcOrd="3" destOrd="0" presId="urn:microsoft.com/office/officeart/2016/7/layout/BasicLinearProcessNumbered"/>
    <dgm:cxn modelId="{B88B4366-85D7-431E-96EA-1F183AC90CA3}" type="presParOf" srcId="{5226DF11-464E-4FD5-B53A-6ED27D39A5CA}" destId="{EBE3CC7E-5295-437C-9542-E964D5A26F72}" srcOrd="3" destOrd="0" presId="urn:microsoft.com/office/officeart/2016/7/layout/BasicLinearProcessNumbered"/>
    <dgm:cxn modelId="{2108AC35-AE62-4517-8F22-181A20C023FD}" type="presParOf" srcId="{5226DF11-464E-4FD5-B53A-6ED27D39A5CA}" destId="{3056755B-2D69-4060-87F0-0D8DEF68F095}" srcOrd="4" destOrd="0" presId="urn:microsoft.com/office/officeart/2016/7/layout/BasicLinearProcessNumbered"/>
    <dgm:cxn modelId="{12387675-688E-4435-97B1-7F372A0D0B4F}" type="presParOf" srcId="{3056755B-2D69-4060-87F0-0D8DEF68F095}" destId="{7A9FBB69-AD88-4B11-B6ED-24E6B5C9FFB2}" srcOrd="0" destOrd="0" presId="urn:microsoft.com/office/officeart/2016/7/layout/BasicLinearProcessNumbered"/>
    <dgm:cxn modelId="{6A0B5FDF-4D06-4433-861B-D8F1F58F5297}" type="presParOf" srcId="{3056755B-2D69-4060-87F0-0D8DEF68F095}" destId="{BB2EF1AD-8F5B-457B-A152-9775AA004AEA}" srcOrd="1" destOrd="0" presId="urn:microsoft.com/office/officeart/2016/7/layout/BasicLinearProcessNumbered"/>
    <dgm:cxn modelId="{05C131D5-6DC6-4ECD-B77A-F6F90BA59944}" type="presParOf" srcId="{3056755B-2D69-4060-87F0-0D8DEF68F095}" destId="{6D930C61-7E34-40E4-850A-5705EA581A75}" srcOrd="2" destOrd="0" presId="urn:microsoft.com/office/officeart/2016/7/layout/BasicLinearProcessNumbered"/>
    <dgm:cxn modelId="{AC2829F3-7909-419C-B01A-078C9D095F35}" type="presParOf" srcId="{3056755B-2D69-4060-87F0-0D8DEF68F095}" destId="{AC857500-A334-4E77-80BB-2E4849B27620}" srcOrd="3" destOrd="0" presId="urn:microsoft.com/office/officeart/2016/7/layout/BasicLinearProcessNumbered"/>
    <dgm:cxn modelId="{5609F1CC-A69A-4A7F-A5F1-B94A7B6D93D0}" type="presParOf" srcId="{5226DF11-464E-4FD5-B53A-6ED27D39A5CA}" destId="{AC1E0E57-1C5C-4FC6-B636-4B2F7D41B5A6}" srcOrd="5" destOrd="0" presId="urn:microsoft.com/office/officeart/2016/7/layout/BasicLinearProcessNumbered"/>
    <dgm:cxn modelId="{1A19523E-056D-48F5-839A-1450F297A694}" type="presParOf" srcId="{5226DF11-464E-4FD5-B53A-6ED27D39A5CA}" destId="{B6A504B2-0C70-42B0-B779-C29141CF7682}" srcOrd="6" destOrd="0" presId="urn:microsoft.com/office/officeart/2016/7/layout/BasicLinearProcessNumbered"/>
    <dgm:cxn modelId="{B31488AC-FF06-4F3F-AA89-ADB8C62F5D87}" type="presParOf" srcId="{B6A504B2-0C70-42B0-B779-C29141CF7682}" destId="{7D9579D4-2559-44B6-BE0E-530842F1DDB0}" srcOrd="0" destOrd="0" presId="urn:microsoft.com/office/officeart/2016/7/layout/BasicLinearProcessNumbered"/>
    <dgm:cxn modelId="{086CE1A6-4D1F-4EDB-8388-A3A9E1B34989}" type="presParOf" srcId="{B6A504B2-0C70-42B0-B779-C29141CF7682}" destId="{527969F8-B405-42E1-8D46-2F8A36E3D4C0}" srcOrd="1" destOrd="0" presId="urn:microsoft.com/office/officeart/2016/7/layout/BasicLinearProcessNumbered"/>
    <dgm:cxn modelId="{A2AAFF98-E752-45E0-8435-365F4E989FCE}" type="presParOf" srcId="{B6A504B2-0C70-42B0-B779-C29141CF7682}" destId="{45679023-F419-48DA-B44F-FD7364EC0B24}" srcOrd="2" destOrd="0" presId="urn:microsoft.com/office/officeart/2016/7/layout/BasicLinearProcessNumbered"/>
    <dgm:cxn modelId="{873D5136-FF82-482E-8F12-73CB731E1DE9}" type="presParOf" srcId="{B6A504B2-0C70-42B0-B779-C29141CF7682}" destId="{385C6826-F650-45E8-B376-9C10ABD2E7AE}" srcOrd="3" destOrd="0" presId="urn:microsoft.com/office/officeart/2016/7/layout/BasicLinearProcessNumbered"/>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9CE22E72-049E-4113-A1BD-86557931DEA6}"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EA98200-CA34-4F04-8B34-E455AE66AE8C}">
      <dgm:prSet/>
      <dgm:spPr/>
      <dgm:t>
        <a:bodyPr/>
        <a:lstStyle/>
        <a:p>
          <a:pPr>
            <a:lnSpc>
              <a:spcPct val="100000"/>
            </a:lnSpc>
          </a:pPr>
          <a:r>
            <a:rPr lang="en-US"/>
            <a:t>Maintain detailed documentation - Ensures traceability and transparency</a:t>
          </a:r>
        </a:p>
      </dgm:t>
    </dgm:pt>
    <dgm:pt modelId="{FD87FEBB-B35C-4744-BAA5-528AAD7565F1}" type="parTrans" cxnId="{D1CB8482-1EFE-4FB2-BBC9-DE81DEC677C2}">
      <dgm:prSet/>
      <dgm:spPr/>
      <dgm:t>
        <a:bodyPr/>
        <a:lstStyle/>
        <a:p>
          <a:endParaRPr lang="en-US"/>
        </a:p>
      </dgm:t>
    </dgm:pt>
    <dgm:pt modelId="{FEB234CA-F99B-4335-81FF-9B8E9A81032C}" type="sibTrans" cxnId="{D1CB8482-1EFE-4FB2-BBC9-DE81DEC677C2}">
      <dgm:prSet/>
      <dgm:spPr/>
      <dgm:t>
        <a:bodyPr/>
        <a:lstStyle/>
        <a:p>
          <a:endParaRPr lang="en-US"/>
        </a:p>
      </dgm:t>
    </dgm:pt>
    <dgm:pt modelId="{42293869-0359-4EDD-8E5E-84840E3F15AB}">
      <dgm:prSet/>
      <dgm:spPr/>
      <dgm:t>
        <a:bodyPr/>
        <a:lstStyle/>
        <a:p>
          <a:pPr>
            <a:lnSpc>
              <a:spcPct val="100000"/>
            </a:lnSpc>
          </a:pPr>
          <a:r>
            <a:rPr lang="en-US"/>
            <a:t>Communicate changes to all parties - Avoids confusion and misalignment</a:t>
          </a:r>
        </a:p>
      </dgm:t>
    </dgm:pt>
    <dgm:pt modelId="{D56180B4-8970-48F0-88A7-09EC7171978F}" type="parTrans" cxnId="{8A79BFB0-13EA-428D-95F8-6EEE273E438A}">
      <dgm:prSet/>
      <dgm:spPr/>
      <dgm:t>
        <a:bodyPr/>
        <a:lstStyle/>
        <a:p>
          <a:endParaRPr lang="en-US"/>
        </a:p>
      </dgm:t>
    </dgm:pt>
    <dgm:pt modelId="{F5D9919E-323F-4BC4-BC65-ECBF8C38896F}" type="sibTrans" cxnId="{8A79BFB0-13EA-428D-95F8-6EEE273E438A}">
      <dgm:prSet/>
      <dgm:spPr/>
      <dgm:t>
        <a:bodyPr/>
        <a:lstStyle/>
        <a:p>
          <a:endParaRPr lang="en-US"/>
        </a:p>
      </dgm:t>
    </dgm:pt>
    <dgm:pt modelId="{DF431E40-652F-4788-A0BB-8F50D9B9811C}">
      <dgm:prSet/>
      <dgm:spPr/>
      <dgm:t>
        <a:bodyPr/>
        <a:lstStyle/>
        <a:p>
          <a:pPr>
            <a:lnSpc>
              <a:spcPct val="100000"/>
            </a:lnSpc>
          </a:pPr>
          <a:r>
            <a:rPr lang="en-US"/>
            <a:t>Evaluate changes continuously - Encourages proactive planning</a:t>
          </a:r>
        </a:p>
      </dgm:t>
    </dgm:pt>
    <dgm:pt modelId="{7936753A-5B84-4F36-AD22-C642A6611A39}" type="parTrans" cxnId="{894B7AAC-F0B0-4BB2-8901-BAD1B57D3284}">
      <dgm:prSet/>
      <dgm:spPr/>
      <dgm:t>
        <a:bodyPr/>
        <a:lstStyle/>
        <a:p>
          <a:endParaRPr lang="en-US"/>
        </a:p>
      </dgm:t>
    </dgm:pt>
    <dgm:pt modelId="{353C50AB-E17B-4597-9C8C-F092D75355EC}" type="sibTrans" cxnId="{894B7AAC-F0B0-4BB2-8901-BAD1B57D3284}">
      <dgm:prSet/>
      <dgm:spPr/>
      <dgm:t>
        <a:bodyPr/>
        <a:lstStyle/>
        <a:p>
          <a:endParaRPr lang="en-US"/>
        </a:p>
      </dgm:t>
    </dgm:pt>
    <dgm:pt modelId="{F5C8D687-4A85-4DDF-92E3-2D60E078D9FE}">
      <dgm:prSet/>
      <dgm:spPr/>
      <dgm:t>
        <a:bodyPr/>
        <a:lstStyle/>
        <a:p>
          <a:pPr>
            <a:lnSpc>
              <a:spcPct val="100000"/>
            </a:lnSpc>
          </a:pPr>
          <a:r>
            <a:rPr lang="en-US"/>
            <a:t>Use proper tools - Increases efficiency and reduces manual errors</a:t>
          </a:r>
        </a:p>
      </dgm:t>
    </dgm:pt>
    <dgm:pt modelId="{B5097610-E14B-44E5-B4BD-DF9B250AE799}" type="parTrans" cxnId="{760C7DE7-D631-469D-A4E1-5EE3E366EF29}">
      <dgm:prSet/>
      <dgm:spPr/>
      <dgm:t>
        <a:bodyPr/>
        <a:lstStyle/>
        <a:p>
          <a:endParaRPr lang="en-US"/>
        </a:p>
      </dgm:t>
    </dgm:pt>
    <dgm:pt modelId="{FD70FE05-A7D2-4EEF-BEFB-5F54855A9345}" type="sibTrans" cxnId="{760C7DE7-D631-469D-A4E1-5EE3E366EF29}">
      <dgm:prSet/>
      <dgm:spPr/>
      <dgm:t>
        <a:bodyPr/>
        <a:lstStyle/>
        <a:p>
          <a:endParaRPr lang="en-US"/>
        </a:p>
      </dgm:t>
    </dgm:pt>
    <dgm:pt modelId="{62BAC5C9-93F3-426A-8F54-06100B6B9799}">
      <dgm:prSet/>
      <dgm:spPr/>
      <dgm:t>
        <a:bodyPr/>
        <a:lstStyle/>
        <a:p>
          <a:pPr>
            <a:lnSpc>
              <a:spcPct val="100000"/>
            </a:lnSpc>
          </a:pPr>
          <a:r>
            <a:rPr lang="en-US"/>
            <a:t>Monitor cumulative impact - Prevents overall project deviation</a:t>
          </a:r>
        </a:p>
      </dgm:t>
    </dgm:pt>
    <dgm:pt modelId="{DD745E26-9C88-48C5-B3C0-1F322B9CE45B}" type="parTrans" cxnId="{BA838BB0-6B90-45F2-936D-57F27A464CB4}">
      <dgm:prSet/>
      <dgm:spPr/>
      <dgm:t>
        <a:bodyPr/>
        <a:lstStyle/>
        <a:p>
          <a:endParaRPr lang="en-US"/>
        </a:p>
      </dgm:t>
    </dgm:pt>
    <dgm:pt modelId="{80C33AFC-7283-4D67-B5EC-A77462272F16}" type="sibTrans" cxnId="{BA838BB0-6B90-45F2-936D-57F27A464CB4}">
      <dgm:prSet/>
      <dgm:spPr/>
      <dgm:t>
        <a:bodyPr/>
        <a:lstStyle/>
        <a:p>
          <a:endParaRPr lang="en-US"/>
        </a:p>
      </dgm:t>
    </dgm:pt>
    <dgm:pt modelId="{7299549A-7950-461B-B61A-AB346B90FD3C}" type="pres">
      <dgm:prSet presAssocID="{9CE22E72-049E-4113-A1BD-86557931DEA6}" presName="root" presStyleCnt="0">
        <dgm:presLayoutVars>
          <dgm:dir/>
          <dgm:resizeHandles val="exact"/>
        </dgm:presLayoutVars>
      </dgm:prSet>
      <dgm:spPr/>
    </dgm:pt>
    <dgm:pt modelId="{F9BEB7F1-5690-4378-B96B-DFD76B1EC65A}" type="pres">
      <dgm:prSet presAssocID="{EEA98200-CA34-4F04-8B34-E455AE66AE8C}" presName="compNode" presStyleCnt="0"/>
      <dgm:spPr/>
    </dgm:pt>
    <dgm:pt modelId="{C46B7B74-BF38-4BFF-AD97-14C1B11F56A7}" type="pres">
      <dgm:prSet presAssocID="{EEA98200-CA34-4F04-8B34-E455AE66AE8C}" presName="bgRect" presStyleLbl="bgShp" presStyleIdx="0" presStyleCnt="5" custLinFactNeighborX="-776" custLinFactNeighborY="-469"/>
      <dgm:spPr/>
    </dgm:pt>
    <dgm:pt modelId="{8CA21466-1310-4212-8BA3-E32C0AA9544E}" type="pres">
      <dgm:prSet presAssocID="{EEA98200-CA34-4F04-8B34-E455AE66AE8C}"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ocument"/>
        </a:ext>
      </dgm:extLst>
    </dgm:pt>
    <dgm:pt modelId="{484F00EF-AF9D-4010-B725-37B2F4E1BBB8}" type="pres">
      <dgm:prSet presAssocID="{EEA98200-CA34-4F04-8B34-E455AE66AE8C}" presName="spaceRect" presStyleCnt="0"/>
      <dgm:spPr/>
    </dgm:pt>
    <dgm:pt modelId="{E59152D1-1969-4C99-A2BB-7C26A83813FC}" type="pres">
      <dgm:prSet presAssocID="{EEA98200-CA34-4F04-8B34-E455AE66AE8C}" presName="parTx" presStyleLbl="revTx" presStyleIdx="0" presStyleCnt="5">
        <dgm:presLayoutVars>
          <dgm:chMax val="0"/>
          <dgm:chPref val="0"/>
        </dgm:presLayoutVars>
      </dgm:prSet>
      <dgm:spPr/>
    </dgm:pt>
    <dgm:pt modelId="{7E7E38C0-ADD4-4866-B137-A42A979F49DD}" type="pres">
      <dgm:prSet presAssocID="{FEB234CA-F99B-4335-81FF-9B8E9A81032C}" presName="sibTrans" presStyleCnt="0"/>
      <dgm:spPr/>
    </dgm:pt>
    <dgm:pt modelId="{8B2ABAA2-643A-4867-A6E6-2D3CB74BB566}" type="pres">
      <dgm:prSet presAssocID="{42293869-0359-4EDD-8E5E-84840E3F15AB}" presName="compNode" presStyleCnt="0"/>
      <dgm:spPr/>
    </dgm:pt>
    <dgm:pt modelId="{93B636B3-4ACE-4215-8A69-F850C50E308C}" type="pres">
      <dgm:prSet presAssocID="{42293869-0359-4EDD-8E5E-84840E3F15AB}" presName="bgRect" presStyleLbl="bgShp" presStyleIdx="1" presStyleCnt="5"/>
      <dgm:spPr/>
    </dgm:pt>
    <dgm:pt modelId="{8CED39CF-F252-4D09-985A-8F51BACA5CB5}" type="pres">
      <dgm:prSet presAssocID="{42293869-0359-4EDD-8E5E-84840E3F15AB}"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at"/>
        </a:ext>
      </dgm:extLst>
    </dgm:pt>
    <dgm:pt modelId="{6A01BCC6-2A1A-4740-8D81-895A013C1552}" type="pres">
      <dgm:prSet presAssocID="{42293869-0359-4EDD-8E5E-84840E3F15AB}" presName="spaceRect" presStyleCnt="0"/>
      <dgm:spPr/>
    </dgm:pt>
    <dgm:pt modelId="{3F43FD1F-09CF-4274-8453-5B31BB164221}" type="pres">
      <dgm:prSet presAssocID="{42293869-0359-4EDD-8E5E-84840E3F15AB}" presName="parTx" presStyleLbl="revTx" presStyleIdx="1" presStyleCnt="5">
        <dgm:presLayoutVars>
          <dgm:chMax val="0"/>
          <dgm:chPref val="0"/>
        </dgm:presLayoutVars>
      </dgm:prSet>
      <dgm:spPr/>
    </dgm:pt>
    <dgm:pt modelId="{9062F8BA-1629-425C-B07A-5C526DD82393}" type="pres">
      <dgm:prSet presAssocID="{F5D9919E-323F-4BC4-BC65-ECBF8C38896F}" presName="sibTrans" presStyleCnt="0"/>
      <dgm:spPr/>
    </dgm:pt>
    <dgm:pt modelId="{BB1D1E90-8350-4722-B417-EA1222EC2EBB}" type="pres">
      <dgm:prSet presAssocID="{DF431E40-652F-4788-A0BB-8F50D9B9811C}" presName="compNode" presStyleCnt="0"/>
      <dgm:spPr/>
    </dgm:pt>
    <dgm:pt modelId="{FC726123-EFD9-49AD-ADDC-9EEDBBA71011}" type="pres">
      <dgm:prSet presAssocID="{DF431E40-652F-4788-A0BB-8F50D9B9811C}" presName="bgRect" presStyleLbl="bgShp" presStyleIdx="2" presStyleCnt="5"/>
      <dgm:spPr/>
    </dgm:pt>
    <dgm:pt modelId="{5B3DE463-ADA8-4B81-B589-FEA0C49A76A3}" type="pres">
      <dgm:prSet presAssocID="{DF431E40-652F-4788-A0BB-8F50D9B9811C}"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heckmark"/>
        </a:ext>
      </dgm:extLst>
    </dgm:pt>
    <dgm:pt modelId="{33C8E4C5-0651-4A6B-B4BA-6BBB9218B6A5}" type="pres">
      <dgm:prSet presAssocID="{DF431E40-652F-4788-A0BB-8F50D9B9811C}" presName="spaceRect" presStyleCnt="0"/>
      <dgm:spPr/>
    </dgm:pt>
    <dgm:pt modelId="{10C1A251-8405-4B24-88A2-D35B3B177A0B}" type="pres">
      <dgm:prSet presAssocID="{DF431E40-652F-4788-A0BB-8F50D9B9811C}" presName="parTx" presStyleLbl="revTx" presStyleIdx="2" presStyleCnt="5">
        <dgm:presLayoutVars>
          <dgm:chMax val="0"/>
          <dgm:chPref val="0"/>
        </dgm:presLayoutVars>
      </dgm:prSet>
      <dgm:spPr/>
    </dgm:pt>
    <dgm:pt modelId="{F830B0D6-A21C-4F42-8048-6949BE595FDD}" type="pres">
      <dgm:prSet presAssocID="{353C50AB-E17B-4597-9C8C-F092D75355EC}" presName="sibTrans" presStyleCnt="0"/>
      <dgm:spPr/>
    </dgm:pt>
    <dgm:pt modelId="{EF1A8C40-D943-4B33-8FCD-0FBF67A484D8}" type="pres">
      <dgm:prSet presAssocID="{F5C8D687-4A85-4DDF-92E3-2D60E078D9FE}" presName="compNode" presStyleCnt="0"/>
      <dgm:spPr/>
    </dgm:pt>
    <dgm:pt modelId="{C4C2CCBA-847D-4D19-B6A9-F6D3E4972E4F}" type="pres">
      <dgm:prSet presAssocID="{F5C8D687-4A85-4DDF-92E3-2D60E078D9FE}" presName="bgRect" presStyleLbl="bgShp" presStyleIdx="3" presStyleCnt="5"/>
      <dgm:spPr/>
    </dgm:pt>
    <dgm:pt modelId="{AA991EB4-2ACA-4437-80C0-9709CFB93AAF}" type="pres">
      <dgm:prSet presAssocID="{F5C8D687-4A85-4DDF-92E3-2D60E078D9FE}"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Tools"/>
        </a:ext>
      </dgm:extLst>
    </dgm:pt>
    <dgm:pt modelId="{AA539600-C6FC-4178-95E6-F68352D68239}" type="pres">
      <dgm:prSet presAssocID="{F5C8D687-4A85-4DDF-92E3-2D60E078D9FE}" presName="spaceRect" presStyleCnt="0"/>
      <dgm:spPr/>
    </dgm:pt>
    <dgm:pt modelId="{387EE4DA-8FAD-44C5-9907-C749114EB1B6}" type="pres">
      <dgm:prSet presAssocID="{F5C8D687-4A85-4DDF-92E3-2D60E078D9FE}" presName="parTx" presStyleLbl="revTx" presStyleIdx="3" presStyleCnt="5">
        <dgm:presLayoutVars>
          <dgm:chMax val="0"/>
          <dgm:chPref val="0"/>
        </dgm:presLayoutVars>
      </dgm:prSet>
      <dgm:spPr/>
    </dgm:pt>
    <dgm:pt modelId="{ADCA80A1-6AE8-4E9E-A298-452AD0B8ECB3}" type="pres">
      <dgm:prSet presAssocID="{FD70FE05-A7D2-4EEF-BEFB-5F54855A9345}" presName="sibTrans" presStyleCnt="0"/>
      <dgm:spPr/>
    </dgm:pt>
    <dgm:pt modelId="{6F3839D9-CC92-48F8-8C23-330B3886227B}" type="pres">
      <dgm:prSet presAssocID="{62BAC5C9-93F3-426A-8F54-06100B6B9799}" presName="compNode" presStyleCnt="0"/>
      <dgm:spPr/>
    </dgm:pt>
    <dgm:pt modelId="{83D6B8B1-4C65-4A41-9C3B-A8AB40E90AD4}" type="pres">
      <dgm:prSet presAssocID="{62BAC5C9-93F3-426A-8F54-06100B6B9799}" presName="bgRect" presStyleLbl="bgShp" presStyleIdx="4" presStyleCnt="5"/>
      <dgm:spPr/>
    </dgm:pt>
    <dgm:pt modelId="{5A468DC2-CC78-407C-BA27-0C097D8E35D0}" type="pres">
      <dgm:prSet presAssocID="{62BAC5C9-93F3-426A-8F54-06100B6B9799}"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Upward trend"/>
        </a:ext>
      </dgm:extLst>
    </dgm:pt>
    <dgm:pt modelId="{7613E0C8-645F-4961-B3FB-874569E5987F}" type="pres">
      <dgm:prSet presAssocID="{62BAC5C9-93F3-426A-8F54-06100B6B9799}" presName="spaceRect" presStyleCnt="0"/>
      <dgm:spPr/>
    </dgm:pt>
    <dgm:pt modelId="{58E6B794-210F-40A1-920F-87072D8D0B71}" type="pres">
      <dgm:prSet presAssocID="{62BAC5C9-93F3-426A-8F54-06100B6B9799}" presName="parTx" presStyleLbl="revTx" presStyleIdx="4" presStyleCnt="5">
        <dgm:presLayoutVars>
          <dgm:chMax val="0"/>
          <dgm:chPref val="0"/>
        </dgm:presLayoutVars>
      </dgm:prSet>
      <dgm:spPr/>
    </dgm:pt>
  </dgm:ptLst>
  <dgm:cxnLst>
    <dgm:cxn modelId="{7D41E91C-2E17-44CB-B786-79691F94EB4B}" type="presOf" srcId="{42293869-0359-4EDD-8E5E-84840E3F15AB}" destId="{3F43FD1F-09CF-4274-8453-5B31BB164221}" srcOrd="0" destOrd="0" presId="urn:microsoft.com/office/officeart/2018/2/layout/IconVerticalSolidList"/>
    <dgm:cxn modelId="{1108021D-9CC0-4A46-93A3-37C1F37E1C0B}" type="presOf" srcId="{9CE22E72-049E-4113-A1BD-86557931DEA6}" destId="{7299549A-7950-461B-B61A-AB346B90FD3C}" srcOrd="0" destOrd="0" presId="urn:microsoft.com/office/officeart/2018/2/layout/IconVerticalSolidList"/>
    <dgm:cxn modelId="{D202C32E-1831-4C30-9863-D1E0092B9F21}" type="presOf" srcId="{F5C8D687-4A85-4DDF-92E3-2D60E078D9FE}" destId="{387EE4DA-8FAD-44C5-9907-C749114EB1B6}" srcOrd="0" destOrd="0" presId="urn:microsoft.com/office/officeart/2018/2/layout/IconVerticalSolidList"/>
    <dgm:cxn modelId="{D1CB8482-1EFE-4FB2-BBC9-DE81DEC677C2}" srcId="{9CE22E72-049E-4113-A1BD-86557931DEA6}" destId="{EEA98200-CA34-4F04-8B34-E455AE66AE8C}" srcOrd="0" destOrd="0" parTransId="{FD87FEBB-B35C-4744-BAA5-528AAD7565F1}" sibTransId="{FEB234CA-F99B-4335-81FF-9B8E9A81032C}"/>
    <dgm:cxn modelId="{894B7AAC-F0B0-4BB2-8901-BAD1B57D3284}" srcId="{9CE22E72-049E-4113-A1BD-86557931DEA6}" destId="{DF431E40-652F-4788-A0BB-8F50D9B9811C}" srcOrd="2" destOrd="0" parTransId="{7936753A-5B84-4F36-AD22-C642A6611A39}" sibTransId="{353C50AB-E17B-4597-9C8C-F092D75355EC}"/>
    <dgm:cxn modelId="{BA838BB0-6B90-45F2-936D-57F27A464CB4}" srcId="{9CE22E72-049E-4113-A1BD-86557931DEA6}" destId="{62BAC5C9-93F3-426A-8F54-06100B6B9799}" srcOrd="4" destOrd="0" parTransId="{DD745E26-9C88-48C5-B3C0-1F322B9CE45B}" sibTransId="{80C33AFC-7283-4D67-B5EC-A77462272F16}"/>
    <dgm:cxn modelId="{8A79BFB0-13EA-428D-95F8-6EEE273E438A}" srcId="{9CE22E72-049E-4113-A1BD-86557931DEA6}" destId="{42293869-0359-4EDD-8E5E-84840E3F15AB}" srcOrd="1" destOrd="0" parTransId="{D56180B4-8970-48F0-88A7-09EC7171978F}" sibTransId="{F5D9919E-323F-4BC4-BC65-ECBF8C38896F}"/>
    <dgm:cxn modelId="{80B70DBC-276D-4E9A-892B-CF6E37064FEE}" type="presOf" srcId="{62BAC5C9-93F3-426A-8F54-06100B6B9799}" destId="{58E6B794-210F-40A1-920F-87072D8D0B71}" srcOrd="0" destOrd="0" presId="urn:microsoft.com/office/officeart/2018/2/layout/IconVerticalSolidList"/>
    <dgm:cxn modelId="{760C7DE7-D631-469D-A4E1-5EE3E366EF29}" srcId="{9CE22E72-049E-4113-A1BD-86557931DEA6}" destId="{F5C8D687-4A85-4DDF-92E3-2D60E078D9FE}" srcOrd="3" destOrd="0" parTransId="{B5097610-E14B-44E5-B4BD-DF9B250AE799}" sibTransId="{FD70FE05-A7D2-4EEF-BEFB-5F54855A9345}"/>
    <dgm:cxn modelId="{28E3B3E7-E431-470F-98AD-4C6B9A52F05A}" type="presOf" srcId="{DF431E40-652F-4788-A0BB-8F50D9B9811C}" destId="{10C1A251-8405-4B24-88A2-D35B3B177A0B}" srcOrd="0" destOrd="0" presId="urn:microsoft.com/office/officeart/2018/2/layout/IconVerticalSolidList"/>
    <dgm:cxn modelId="{1E5A71F0-E5A6-48C1-9615-7E0C4C45BA47}" type="presOf" srcId="{EEA98200-CA34-4F04-8B34-E455AE66AE8C}" destId="{E59152D1-1969-4C99-A2BB-7C26A83813FC}" srcOrd="0" destOrd="0" presId="urn:microsoft.com/office/officeart/2018/2/layout/IconVerticalSolidList"/>
    <dgm:cxn modelId="{D7C115A6-916B-4349-B95E-543536F7E1EF}" type="presParOf" srcId="{7299549A-7950-461B-B61A-AB346B90FD3C}" destId="{F9BEB7F1-5690-4378-B96B-DFD76B1EC65A}" srcOrd="0" destOrd="0" presId="urn:microsoft.com/office/officeart/2018/2/layout/IconVerticalSolidList"/>
    <dgm:cxn modelId="{36821B5F-FB1A-4081-8FD7-8316504C439C}" type="presParOf" srcId="{F9BEB7F1-5690-4378-B96B-DFD76B1EC65A}" destId="{C46B7B74-BF38-4BFF-AD97-14C1B11F56A7}" srcOrd="0" destOrd="0" presId="urn:microsoft.com/office/officeart/2018/2/layout/IconVerticalSolidList"/>
    <dgm:cxn modelId="{C2E11B80-3B94-483D-8C1D-4AB7934129AE}" type="presParOf" srcId="{F9BEB7F1-5690-4378-B96B-DFD76B1EC65A}" destId="{8CA21466-1310-4212-8BA3-E32C0AA9544E}" srcOrd="1" destOrd="0" presId="urn:microsoft.com/office/officeart/2018/2/layout/IconVerticalSolidList"/>
    <dgm:cxn modelId="{A8BC2412-DCB6-4E8A-B1BB-B32D9EA62F35}" type="presParOf" srcId="{F9BEB7F1-5690-4378-B96B-DFD76B1EC65A}" destId="{484F00EF-AF9D-4010-B725-37B2F4E1BBB8}" srcOrd="2" destOrd="0" presId="urn:microsoft.com/office/officeart/2018/2/layout/IconVerticalSolidList"/>
    <dgm:cxn modelId="{83EA66D0-693D-4979-88B3-9674D7F77949}" type="presParOf" srcId="{F9BEB7F1-5690-4378-B96B-DFD76B1EC65A}" destId="{E59152D1-1969-4C99-A2BB-7C26A83813FC}" srcOrd="3" destOrd="0" presId="urn:microsoft.com/office/officeart/2018/2/layout/IconVerticalSolidList"/>
    <dgm:cxn modelId="{593994A5-46CA-4783-933C-59E5F001580F}" type="presParOf" srcId="{7299549A-7950-461B-B61A-AB346B90FD3C}" destId="{7E7E38C0-ADD4-4866-B137-A42A979F49DD}" srcOrd="1" destOrd="0" presId="urn:microsoft.com/office/officeart/2018/2/layout/IconVerticalSolidList"/>
    <dgm:cxn modelId="{5978D7F0-2F4B-49B0-A949-EB807315D533}" type="presParOf" srcId="{7299549A-7950-461B-B61A-AB346B90FD3C}" destId="{8B2ABAA2-643A-4867-A6E6-2D3CB74BB566}" srcOrd="2" destOrd="0" presId="urn:microsoft.com/office/officeart/2018/2/layout/IconVerticalSolidList"/>
    <dgm:cxn modelId="{EA0113E0-57AE-41C1-8585-2152D59EFF0F}" type="presParOf" srcId="{8B2ABAA2-643A-4867-A6E6-2D3CB74BB566}" destId="{93B636B3-4ACE-4215-8A69-F850C50E308C}" srcOrd="0" destOrd="0" presId="urn:microsoft.com/office/officeart/2018/2/layout/IconVerticalSolidList"/>
    <dgm:cxn modelId="{F39607D3-2043-446A-A2DB-C624A8BF035C}" type="presParOf" srcId="{8B2ABAA2-643A-4867-A6E6-2D3CB74BB566}" destId="{8CED39CF-F252-4D09-985A-8F51BACA5CB5}" srcOrd="1" destOrd="0" presId="urn:microsoft.com/office/officeart/2018/2/layout/IconVerticalSolidList"/>
    <dgm:cxn modelId="{1B18419F-E60A-4F95-87AA-F7FE933C3A66}" type="presParOf" srcId="{8B2ABAA2-643A-4867-A6E6-2D3CB74BB566}" destId="{6A01BCC6-2A1A-4740-8D81-895A013C1552}" srcOrd="2" destOrd="0" presId="urn:microsoft.com/office/officeart/2018/2/layout/IconVerticalSolidList"/>
    <dgm:cxn modelId="{135F845D-D166-4BF8-9022-F899D178645A}" type="presParOf" srcId="{8B2ABAA2-643A-4867-A6E6-2D3CB74BB566}" destId="{3F43FD1F-09CF-4274-8453-5B31BB164221}" srcOrd="3" destOrd="0" presId="urn:microsoft.com/office/officeart/2018/2/layout/IconVerticalSolidList"/>
    <dgm:cxn modelId="{E9F07A05-1E2A-4AFF-92EB-5E4C2DA2E227}" type="presParOf" srcId="{7299549A-7950-461B-B61A-AB346B90FD3C}" destId="{9062F8BA-1629-425C-B07A-5C526DD82393}" srcOrd="3" destOrd="0" presId="urn:microsoft.com/office/officeart/2018/2/layout/IconVerticalSolidList"/>
    <dgm:cxn modelId="{120EDCE2-F51E-4212-8943-24D4E57B59E6}" type="presParOf" srcId="{7299549A-7950-461B-B61A-AB346B90FD3C}" destId="{BB1D1E90-8350-4722-B417-EA1222EC2EBB}" srcOrd="4" destOrd="0" presId="urn:microsoft.com/office/officeart/2018/2/layout/IconVerticalSolidList"/>
    <dgm:cxn modelId="{6957E8D1-6AA5-4054-BEB8-23346C1BE7B2}" type="presParOf" srcId="{BB1D1E90-8350-4722-B417-EA1222EC2EBB}" destId="{FC726123-EFD9-49AD-ADDC-9EEDBBA71011}" srcOrd="0" destOrd="0" presId="urn:microsoft.com/office/officeart/2018/2/layout/IconVerticalSolidList"/>
    <dgm:cxn modelId="{C1A1E03B-F63E-4EB1-801A-F9260E3A043F}" type="presParOf" srcId="{BB1D1E90-8350-4722-B417-EA1222EC2EBB}" destId="{5B3DE463-ADA8-4B81-B589-FEA0C49A76A3}" srcOrd="1" destOrd="0" presId="urn:microsoft.com/office/officeart/2018/2/layout/IconVerticalSolidList"/>
    <dgm:cxn modelId="{C34E7704-7B5F-44B0-BF81-557EDC4B413E}" type="presParOf" srcId="{BB1D1E90-8350-4722-B417-EA1222EC2EBB}" destId="{33C8E4C5-0651-4A6B-B4BA-6BBB9218B6A5}" srcOrd="2" destOrd="0" presId="urn:microsoft.com/office/officeart/2018/2/layout/IconVerticalSolidList"/>
    <dgm:cxn modelId="{BDFB7819-A277-498F-BEE1-698E2BF25BF3}" type="presParOf" srcId="{BB1D1E90-8350-4722-B417-EA1222EC2EBB}" destId="{10C1A251-8405-4B24-88A2-D35B3B177A0B}" srcOrd="3" destOrd="0" presId="urn:microsoft.com/office/officeart/2018/2/layout/IconVerticalSolidList"/>
    <dgm:cxn modelId="{E9307E5D-172B-4103-9BE2-78DF28A97FA1}" type="presParOf" srcId="{7299549A-7950-461B-B61A-AB346B90FD3C}" destId="{F830B0D6-A21C-4F42-8048-6949BE595FDD}" srcOrd="5" destOrd="0" presId="urn:microsoft.com/office/officeart/2018/2/layout/IconVerticalSolidList"/>
    <dgm:cxn modelId="{46F722B9-7803-41E9-99B9-5FF7B32B8908}" type="presParOf" srcId="{7299549A-7950-461B-B61A-AB346B90FD3C}" destId="{EF1A8C40-D943-4B33-8FCD-0FBF67A484D8}" srcOrd="6" destOrd="0" presId="urn:microsoft.com/office/officeart/2018/2/layout/IconVerticalSolidList"/>
    <dgm:cxn modelId="{E6836B8F-D629-498A-8E69-6625936554F3}" type="presParOf" srcId="{EF1A8C40-D943-4B33-8FCD-0FBF67A484D8}" destId="{C4C2CCBA-847D-4D19-B6A9-F6D3E4972E4F}" srcOrd="0" destOrd="0" presId="urn:microsoft.com/office/officeart/2018/2/layout/IconVerticalSolidList"/>
    <dgm:cxn modelId="{2380B82E-7664-4232-BD9D-44F723F046EC}" type="presParOf" srcId="{EF1A8C40-D943-4B33-8FCD-0FBF67A484D8}" destId="{AA991EB4-2ACA-4437-80C0-9709CFB93AAF}" srcOrd="1" destOrd="0" presId="urn:microsoft.com/office/officeart/2018/2/layout/IconVerticalSolidList"/>
    <dgm:cxn modelId="{84CB6A99-044F-4584-924B-4422640748AB}" type="presParOf" srcId="{EF1A8C40-D943-4B33-8FCD-0FBF67A484D8}" destId="{AA539600-C6FC-4178-95E6-F68352D68239}" srcOrd="2" destOrd="0" presId="urn:microsoft.com/office/officeart/2018/2/layout/IconVerticalSolidList"/>
    <dgm:cxn modelId="{83FF1682-5120-459E-B595-809B180628FD}" type="presParOf" srcId="{EF1A8C40-D943-4B33-8FCD-0FBF67A484D8}" destId="{387EE4DA-8FAD-44C5-9907-C749114EB1B6}" srcOrd="3" destOrd="0" presId="urn:microsoft.com/office/officeart/2018/2/layout/IconVerticalSolidList"/>
    <dgm:cxn modelId="{15D0EBAB-A5F6-4821-87E8-E76E2E60A2A9}" type="presParOf" srcId="{7299549A-7950-461B-B61A-AB346B90FD3C}" destId="{ADCA80A1-6AE8-4E9E-A298-452AD0B8ECB3}" srcOrd="7" destOrd="0" presId="urn:microsoft.com/office/officeart/2018/2/layout/IconVerticalSolidList"/>
    <dgm:cxn modelId="{E9558A63-EB9F-4503-A5D9-6B73DC503661}" type="presParOf" srcId="{7299549A-7950-461B-B61A-AB346B90FD3C}" destId="{6F3839D9-CC92-48F8-8C23-330B3886227B}" srcOrd="8" destOrd="0" presId="urn:microsoft.com/office/officeart/2018/2/layout/IconVerticalSolidList"/>
    <dgm:cxn modelId="{05F4D3B7-2DCD-41F2-A69A-934BD7F5F157}" type="presParOf" srcId="{6F3839D9-CC92-48F8-8C23-330B3886227B}" destId="{83D6B8B1-4C65-4A41-9C3B-A8AB40E90AD4}" srcOrd="0" destOrd="0" presId="urn:microsoft.com/office/officeart/2018/2/layout/IconVerticalSolidList"/>
    <dgm:cxn modelId="{226035EE-0425-4E34-8D99-DDC0CE276352}" type="presParOf" srcId="{6F3839D9-CC92-48F8-8C23-330B3886227B}" destId="{5A468DC2-CC78-407C-BA27-0C097D8E35D0}" srcOrd="1" destOrd="0" presId="urn:microsoft.com/office/officeart/2018/2/layout/IconVerticalSolidList"/>
    <dgm:cxn modelId="{9626D5F4-B322-472F-95AD-D03EDACD465A}" type="presParOf" srcId="{6F3839D9-CC92-48F8-8C23-330B3886227B}" destId="{7613E0C8-645F-4961-B3FB-874569E5987F}" srcOrd="2" destOrd="0" presId="urn:microsoft.com/office/officeart/2018/2/layout/IconVerticalSolidList"/>
    <dgm:cxn modelId="{D44D18F5-1C14-4999-A65F-018D91462987}" type="presParOf" srcId="{6F3839D9-CC92-48F8-8C23-330B3886227B}" destId="{58E6B794-210F-40A1-920F-87072D8D0B71}"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78B9E482-2A65-423D-9E2D-6A5EAF25E627}" type="doc">
      <dgm:prSet loTypeId="urn:microsoft.com/office/officeart/2005/8/layout/vList2" loCatId="list" qsTypeId="urn:microsoft.com/office/officeart/2005/8/quickstyle/simple1" qsCatId="simple" csTypeId="urn:microsoft.com/office/officeart/2005/8/colors/colorful5" csCatId="colorful" phldr="1"/>
      <dgm:spPr/>
      <dgm:t>
        <a:bodyPr/>
        <a:lstStyle/>
        <a:p>
          <a:endParaRPr lang="en-US"/>
        </a:p>
      </dgm:t>
    </dgm:pt>
    <dgm:pt modelId="{26B87F65-60DA-48B6-B794-3878C62BFFCB}">
      <dgm:prSet/>
      <dgm:spPr/>
      <dgm:t>
        <a:bodyPr/>
        <a:lstStyle/>
        <a:p>
          <a:r>
            <a:rPr lang="en-US"/>
            <a:t>Frequent scope creep - Too many unplanned changes can derail the project</a:t>
          </a:r>
        </a:p>
      </dgm:t>
    </dgm:pt>
    <dgm:pt modelId="{C08C5299-4F20-4D86-B925-F7DAD224E92B}" type="parTrans" cxnId="{B0333A65-EB8A-464A-9C80-EF826A68B73D}">
      <dgm:prSet/>
      <dgm:spPr/>
      <dgm:t>
        <a:bodyPr/>
        <a:lstStyle/>
        <a:p>
          <a:endParaRPr lang="en-US"/>
        </a:p>
      </dgm:t>
    </dgm:pt>
    <dgm:pt modelId="{FFA906B1-4E02-4F14-8343-3E564352522D}" type="sibTrans" cxnId="{B0333A65-EB8A-464A-9C80-EF826A68B73D}">
      <dgm:prSet/>
      <dgm:spPr/>
      <dgm:t>
        <a:bodyPr/>
        <a:lstStyle/>
        <a:p>
          <a:endParaRPr lang="en-US"/>
        </a:p>
      </dgm:t>
    </dgm:pt>
    <dgm:pt modelId="{38FA57EE-271E-4848-9FB9-B516851BFF66}">
      <dgm:prSet/>
      <dgm:spPr/>
      <dgm:t>
        <a:bodyPr/>
        <a:lstStyle/>
        <a:p>
          <a:r>
            <a:rPr lang="en-US"/>
            <a:t>Resistance from stakeholders - Not everyone may support a change</a:t>
          </a:r>
        </a:p>
      </dgm:t>
    </dgm:pt>
    <dgm:pt modelId="{9F4E6A89-B03C-4FF2-A397-548A4AAE119A}" type="parTrans" cxnId="{B563A424-53E5-477B-B68C-3998F80D8FBF}">
      <dgm:prSet/>
      <dgm:spPr/>
      <dgm:t>
        <a:bodyPr/>
        <a:lstStyle/>
        <a:p>
          <a:endParaRPr lang="en-US"/>
        </a:p>
      </dgm:t>
    </dgm:pt>
    <dgm:pt modelId="{57216C84-9282-42B1-8882-7F1B800DCB07}" type="sibTrans" cxnId="{B563A424-53E5-477B-B68C-3998F80D8FBF}">
      <dgm:prSet/>
      <dgm:spPr/>
      <dgm:t>
        <a:bodyPr/>
        <a:lstStyle/>
        <a:p>
          <a:endParaRPr lang="en-US"/>
        </a:p>
      </dgm:t>
    </dgm:pt>
    <dgm:pt modelId="{1FB87532-46C4-440F-B033-483831A1B4D5}">
      <dgm:prSet/>
      <dgm:spPr/>
      <dgm:t>
        <a:bodyPr/>
        <a:lstStyle/>
        <a:p>
          <a:r>
            <a:rPr lang="en-US"/>
            <a:t>Poor documentation - Leads to confusion or miscommunication</a:t>
          </a:r>
        </a:p>
      </dgm:t>
    </dgm:pt>
    <dgm:pt modelId="{D385A61F-F7BD-4F1E-83B4-E9BED55CB16E}" type="parTrans" cxnId="{7AC25568-7DB5-461C-9C5F-9D4C52ED7807}">
      <dgm:prSet/>
      <dgm:spPr/>
      <dgm:t>
        <a:bodyPr/>
        <a:lstStyle/>
        <a:p>
          <a:endParaRPr lang="en-US"/>
        </a:p>
      </dgm:t>
    </dgm:pt>
    <dgm:pt modelId="{93891FFD-8A25-4773-A88C-9543EC6C9C1E}" type="sibTrans" cxnId="{7AC25568-7DB5-461C-9C5F-9D4C52ED7807}">
      <dgm:prSet/>
      <dgm:spPr/>
      <dgm:t>
        <a:bodyPr/>
        <a:lstStyle/>
        <a:p>
          <a:endParaRPr lang="en-US"/>
        </a:p>
      </dgm:t>
    </dgm:pt>
    <dgm:pt modelId="{46F3BDBD-1456-49DD-BAF2-0D92C6056022}">
      <dgm:prSet/>
      <dgm:spPr/>
      <dgm:t>
        <a:bodyPr/>
        <a:lstStyle/>
        <a:p>
          <a:r>
            <a:rPr lang="en-US"/>
            <a:t>Underestimation of change impact - Can result in delays or cost overruns</a:t>
          </a:r>
        </a:p>
      </dgm:t>
    </dgm:pt>
    <dgm:pt modelId="{5FF35613-C3CB-46FE-88FF-BA037105B5C9}" type="parTrans" cxnId="{3F18154B-8CA0-4225-B94B-9A9B75861412}">
      <dgm:prSet/>
      <dgm:spPr/>
      <dgm:t>
        <a:bodyPr/>
        <a:lstStyle/>
        <a:p>
          <a:endParaRPr lang="en-US"/>
        </a:p>
      </dgm:t>
    </dgm:pt>
    <dgm:pt modelId="{5F2C011B-D60E-4A0B-B528-E86B1AC12448}" type="sibTrans" cxnId="{3F18154B-8CA0-4225-B94B-9A9B75861412}">
      <dgm:prSet/>
      <dgm:spPr/>
      <dgm:t>
        <a:bodyPr/>
        <a:lstStyle/>
        <a:p>
          <a:endParaRPr lang="en-US"/>
        </a:p>
      </dgm:t>
    </dgm:pt>
    <dgm:pt modelId="{7FF37AC3-EE47-4A32-99BB-F4F064FC7AA7}" type="pres">
      <dgm:prSet presAssocID="{78B9E482-2A65-423D-9E2D-6A5EAF25E627}" presName="linear" presStyleCnt="0">
        <dgm:presLayoutVars>
          <dgm:animLvl val="lvl"/>
          <dgm:resizeHandles val="exact"/>
        </dgm:presLayoutVars>
      </dgm:prSet>
      <dgm:spPr/>
    </dgm:pt>
    <dgm:pt modelId="{381D828B-1071-4168-9FD5-A12EB5E57D16}" type="pres">
      <dgm:prSet presAssocID="{26B87F65-60DA-48B6-B794-3878C62BFFCB}" presName="parentText" presStyleLbl="node1" presStyleIdx="0" presStyleCnt="4">
        <dgm:presLayoutVars>
          <dgm:chMax val="0"/>
          <dgm:bulletEnabled val="1"/>
        </dgm:presLayoutVars>
      </dgm:prSet>
      <dgm:spPr/>
    </dgm:pt>
    <dgm:pt modelId="{934D2FF0-036D-42F3-8B98-851F805C18B4}" type="pres">
      <dgm:prSet presAssocID="{FFA906B1-4E02-4F14-8343-3E564352522D}" presName="spacer" presStyleCnt="0"/>
      <dgm:spPr/>
    </dgm:pt>
    <dgm:pt modelId="{34E427C8-663E-4993-8A8E-56E1C1EF044C}" type="pres">
      <dgm:prSet presAssocID="{38FA57EE-271E-4848-9FB9-B516851BFF66}" presName="parentText" presStyleLbl="node1" presStyleIdx="1" presStyleCnt="4">
        <dgm:presLayoutVars>
          <dgm:chMax val="0"/>
          <dgm:bulletEnabled val="1"/>
        </dgm:presLayoutVars>
      </dgm:prSet>
      <dgm:spPr/>
    </dgm:pt>
    <dgm:pt modelId="{95C69C79-38B5-4764-85B9-E2C3FCABA3DD}" type="pres">
      <dgm:prSet presAssocID="{57216C84-9282-42B1-8882-7F1B800DCB07}" presName="spacer" presStyleCnt="0"/>
      <dgm:spPr/>
    </dgm:pt>
    <dgm:pt modelId="{53C8261F-8371-435C-A7B5-9361DDFAEBC7}" type="pres">
      <dgm:prSet presAssocID="{1FB87532-46C4-440F-B033-483831A1B4D5}" presName="parentText" presStyleLbl="node1" presStyleIdx="2" presStyleCnt="4">
        <dgm:presLayoutVars>
          <dgm:chMax val="0"/>
          <dgm:bulletEnabled val="1"/>
        </dgm:presLayoutVars>
      </dgm:prSet>
      <dgm:spPr/>
    </dgm:pt>
    <dgm:pt modelId="{B8B84066-8F47-4B35-B8D5-4FDDB63A7429}" type="pres">
      <dgm:prSet presAssocID="{93891FFD-8A25-4773-A88C-9543EC6C9C1E}" presName="spacer" presStyleCnt="0"/>
      <dgm:spPr/>
    </dgm:pt>
    <dgm:pt modelId="{3FB1E930-F81F-473E-BE07-BDD1C29F6A1D}" type="pres">
      <dgm:prSet presAssocID="{46F3BDBD-1456-49DD-BAF2-0D92C6056022}" presName="parentText" presStyleLbl="node1" presStyleIdx="3" presStyleCnt="4">
        <dgm:presLayoutVars>
          <dgm:chMax val="0"/>
          <dgm:bulletEnabled val="1"/>
        </dgm:presLayoutVars>
      </dgm:prSet>
      <dgm:spPr/>
    </dgm:pt>
  </dgm:ptLst>
  <dgm:cxnLst>
    <dgm:cxn modelId="{27BF1C01-FA76-49CC-8E4B-42EE73A7DEAA}" type="presOf" srcId="{38FA57EE-271E-4848-9FB9-B516851BFF66}" destId="{34E427C8-663E-4993-8A8E-56E1C1EF044C}" srcOrd="0" destOrd="0" presId="urn:microsoft.com/office/officeart/2005/8/layout/vList2"/>
    <dgm:cxn modelId="{B563A424-53E5-477B-B68C-3998F80D8FBF}" srcId="{78B9E482-2A65-423D-9E2D-6A5EAF25E627}" destId="{38FA57EE-271E-4848-9FB9-B516851BFF66}" srcOrd="1" destOrd="0" parTransId="{9F4E6A89-B03C-4FF2-A397-548A4AAE119A}" sibTransId="{57216C84-9282-42B1-8882-7F1B800DCB07}"/>
    <dgm:cxn modelId="{334CD826-D76C-4756-A1B4-B83AA86747A1}" type="presOf" srcId="{78B9E482-2A65-423D-9E2D-6A5EAF25E627}" destId="{7FF37AC3-EE47-4A32-99BB-F4F064FC7AA7}" srcOrd="0" destOrd="0" presId="urn:microsoft.com/office/officeart/2005/8/layout/vList2"/>
    <dgm:cxn modelId="{3017C02B-4737-41C8-AEE2-B3BF6BCF5538}" type="presOf" srcId="{46F3BDBD-1456-49DD-BAF2-0D92C6056022}" destId="{3FB1E930-F81F-473E-BE07-BDD1C29F6A1D}" srcOrd="0" destOrd="0" presId="urn:microsoft.com/office/officeart/2005/8/layout/vList2"/>
    <dgm:cxn modelId="{6F4E3F36-1250-4C24-8BC0-DA8E97AF4602}" type="presOf" srcId="{26B87F65-60DA-48B6-B794-3878C62BFFCB}" destId="{381D828B-1071-4168-9FD5-A12EB5E57D16}" srcOrd="0" destOrd="0" presId="urn:microsoft.com/office/officeart/2005/8/layout/vList2"/>
    <dgm:cxn modelId="{3F18154B-8CA0-4225-B94B-9A9B75861412}" srcId="{78B9E482-2A65-423D-9E2D-6A5EAF25E627}" destId="{46F3BDBD-1456-49DD-BAF2-0D92C6056022}" srcOrd="3" destOrd="0" parTransId="{5FF35613-C3CB-46FE-88FF-BA037105B5C9}" sibTransId="{5F2C011B-D60E-4A0B-B528-E86B1AC12448}"/>
    <dgm:cxn modelId="{B0333A65-EB8A-464A-9C80-EF826A68B73D}" srcId="{78B9E482-2A65-423D-9E2D-6A5EAF25E627}" destId="{26B87F65-60DA-48B6-B794-3878C62BFFCB}" srcOrd="0" destOrd="0" parTransId="{C08C5299-4F20-4D86-B925-F7DAD224E92B}" sibTransId="{FFA906B1-4E02-4F14-8343-3E564352522D}"/>
    <dgm:cxn modelId="{7AC25568-7DB5-461C-9C5F-9D4C52ED7807}" srcId="{78B9E482-2A65-423D-9E2D-6A5EAF25E627}" destId="{1FB87532-46C4-440F-B033-483831A1B4D5}" srcOrd="2" destOrd="0" parTransId="{D385A61F-F7BD-4F1E-83B4-E9BED55CB16E}" sibTransId="{93891FFD-8A25-4773-A88C-9543EC6C9C1E}"/>
    <dgm:cxn modelId="{87FAE777-B853-4753-8A49-143F4EA2AD42}" type="presOf" srcId="{1FB87532-46C4-440F-B033-483831A1B4D5}" destId="{53C8261F-8371-435C-A7B5-9361DDFAEBC7}" srcOrd="0" destOrd="0" presId="urn:microsoft.com/office/officeart/2005/8/layout/vList2"/>
    <dgm:cxn modelId="{29D3DED1-0F57-4279-AF7C-89BCF5E8E2CB}" type="presParOf" srcId="{7FF37AC3-EE47-4A32-99BB-F4F064FC7AA7}" destId="{381D828B-1071-4168-9FD5-A12EB5E57D16}" srcOrd="0" destOrd="0" presId="urn:microsoft.com/office/officeart/2005/8/layout/vList2"/>
    <dgm:cxn modelId="{000BE29C-2EDD-47ED-BF7E-A3CEC2F261A8}" type="presParOf" srcId="{7FF37AC3-EE47-4A32-99BB-F4F064FC7AA7}" destId="{934D2FF0-036D-42F3-8B98-851F805C18B4}" srcOrd="1" destOrd="0" presId="urn:microsoft.com/office/officeart/2005/8/layout/vList2"/>
    <dgm:cxn modelId="{8A372383-1458-4140-8FEF-76A924CBBAB4}" type="presParOf" srcId="{7FF37AC3-EE47-4A32-99BB-F4F064FC7AA7}" destId="{34E427C8-663E-4993-8A8E-56E1C1EF044C}" srcOrd="2" destOrd="0" presId="urn:microsoft.com/office/officeart/2005/8/layout/vList2"/>
    <dgm:cxn modelId="{1BBE7A9D-A6A0-4479-8723-79C7482C7597}" type="presParOf" srcId="{7FF37AC3-EE47-4A32-99BB-F4F064FC7AA7}" destId="{95C69C79-38B5-4764-85B9-E2C3FCABA3DD}" srcOrd="3" destOrd="0" presId="urn:microsoft.com/office/officeart/2005/8/layout/vList2"/>
    <dgm:cxn modelId="{974B6B49-F4CF-4830-9333-09C48DCA3390}" type="presParOf" srcId="{7FF37AC3-EE47-4A32-99BB-F4F064FC7AA7}" destId="{53C8261F-8371-435C-A7B5-9361DDFAEBC7}" srcOrd="4" destOrd="0" presId="urn:microsoft.com/office/officeart/2005/8/layout/vList2"/>
    <dgm:cxn modelId="{E709AEF6-2187-4862-B8B4-D4753A5A65BC}" type="presParOf" srcId="{7FF37AC3-EE47-4A32-99BB-F4F064FC7AA7}" destId="{B8B84066-8F47-4B35-B8D5-4FDDB63A7429}" srcOrd="5" destOrd="0" presId="urn:microsoft.com/office/officeart/2005/8/layout/vList2"/>
    <dgm:cxn modelId="{F9C17E56-3A07-4FA4-9F04-452B9408C2D7}" type="presParOf" srcId="{7FF37AC3-EE47-4A32-99BB-F4F064FC7AA7}" destId="{3FB1E930-F81F-473E-BE07-BDD1C29F6A1D}"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755CE370-3FBA-439C-B4BF-D01A72B7E67C}"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ACE4CCF-7CC3-48EF-B122-9C43EF00389F}">
      <dgm:prSet/>
      <dgm:spPr/>
      <dgm:t>
        <a:bodyPr/>
        <a:lstStyle/>
        <a:p>
          <a:r>
            <a:rPr lang="en-US"/>
            <a:t>Recap of CRM importance - </a:t>
          </a:r>
          <a:r>
            <a:rPr lang="en-MY"/>
            <a:t>Manages changes effectively, maintaining </a:t>
          </a:r>
          <a:r>
            <a:rPr lang="en-MY" err="1"/>
            <a:t>qualit</a:t>
          </a:r>
          <a:endParaRPr lang="en-US"/>
        </a:p>
      </dgm:t>
    </dgm:pt>
    <dgm:pt modelId="{DD959F48-77E7-41E3-B0A2-AE15F383E9C2}" type="parTrans" cxnId="{597B7BCA-1538-4ECE-B3F5-AB078E4B16A9}">
      <dgm:prSet/>
      <dgm:spPr/>
      <dgm:t>
        <a:bodyPr/>
        <a:lstStyle/>
        <a:p>
          <a:endParaRPr lang="en-US"/>
        </a:p>
      </dgm:t>
    </dgm:pt>
    <dgm:pt modelId="{75D66CFA-869C-4E45-B03B-B0D79A6858FA}" type="sibTrans" cxnId="{597B7BCA-1538-4ECE-B3F5-AB078E4B16A9}">
      <dgm:prSet/>
      <dgm:spPr/>
      <dgm:t>
        <a:bodyPr/>
        <a:lstStyle/>
        <a:p>
          <a:endParaRPr lang="en-US"/>
        </a:p>
      </dgm:t>
    </dgm:pt>
    <dgm:pt modelId="{7440E9BE-AAF1-4EBA-85D6-C71A24D587F4}">
      <dgm:prSet/>
      <dgm:spPr/>
      <dgm:t>
        <a:bodyPr/>
        <a:lstStyle/>
        <a:p>
          <a:r>
            <a:rPr lang="en-US"/>
            <a:t>Key takeaway: 'A good change request process reduces chaos and increases project success.'</a:t>
          </a:r>
        </a:p>
      </dgm:t>
    </dgm:pt>
    <dgm:pt modelId="{FF7E39AD-1BDA-42CC-979A-0EF6A65A2FE8}" type="parTrans" cxnId="{F70284F0-0576-4F2D-961C-74CF32198B45}">
      <dgm:prSet/>
      <dgm:spPr/>
      <dgm:t>
        <a:bodyPr/>
        <a:lstStyle/>
        <a:p>
          <a:endParaRPr lang="en-US"/>
        </a:p>
      </dgm:t>
    </dgm:pt>
    <dgm:pt modelId="{BC1655F1-091E-46E9-A2F3-C6A0D4D8A6A6}" type="sibTrans" cxnId="{F70284F0-0576-4F2D-961C-74CF32198B45}">
      <dgm:prSet/>
      <dgm:spPr/>
      <dgm:t>
        <a:bodyPr/>
        <a:lstStyle/>
        <a:p>
          <a:endParaRPr lang="en-US"/>
        </a:p>
      </dgm:t>
    </dgm:pt>
    <dgm:pt modelId="{1C616EB3-92B4-484F-A16E-D068F2581688}">
      <dgm:prSet/>
      <dgm:spPr/>
      <dgm:t>
        <a:bodyPr/>
        <a:lstStyle/>
        <a:p>
          <a:r>
            <a:rPr lang="en-US"/>
            <a:t>Invite questions from audience</a:t>
          </a:r>
        </a:p>
      </dgm:t>
    </dgm:pt>
    <dgm:pt modelId="{0BE7E2D3-F161-426F-A4E4-B454719F940A}" type="parTrans" cxnId="{AFDA840B-4A8B-4891-87B3-88A5D3E52DDC}">
      <dgm:prSet/>
      <dgm:spPr/>
      <dgm:t>
        <a:bodyPr/>
        <a:lstStyle/>
        <a:p>
          <a:endParaRPr lang="en-US"/>
        </a:p>
      </dgm:t>
    </dgm:pt>
    <dgm:pt modelId="{67238CA7-0D3B-4E37-AE1D-CF15495D4F78}" type="sibTrans" cxnId="{AFDA840B-4A8B-4891-87B3-88A5D3E52DDC}">
      <dgm:prSet/>
      <dgm:spPr/>
      <dgm:t>
        <a:bodyPr/>
        <a:lstStyle/>
        <a:p>
          <a:endParaRPr lang="en-US"/>
        </a:p>
      </dgm:t>
    </dgm:pt>
    <dgm:pt modelId="{1EB8E1D3-3C0E-42F9-AEFA-750B876B3DDD}" type="pres">
      <dgm:prSet presAssocID="{755CE370-3FBA-439C-B4BF-D01A72B7E67C}" presName="root" presStyleCnt="0">
        <dgm:presLayoutVars>
          <dgm:dir/>
          <dgm:resizeHandles val="exact"/>
        </dgm:presLayoutVars>
      </dgm:prSet>
      <dgm:spPr/>
    </dgm:pt>
    <dgm:pt modelId="{B0E89E03-40E4-4765-8A02-B56D28671BB9}" type="pres">
      <dgm:prSet presAssocID="{EACE4CCF-7CC3-48EF-B122-9C43EF00389F}" presName="compNode" presStyleCnt="0"/>
      <dgm:spPr/>
    </dgm:pt>
    <dgm:pt modelId="{5FDC24D2-6C9F-447B-80F7-CEE651A51BEE}" type="pres">
      <dgm:prSet presAssocID="{EACE4CCF-7CC3-48EF-B122-9C43EF00389F}" presName="bgRect" presStyleLbl="bgShp" presStyleIdx="0" presStyleCnt="3"/>
      <dgm:spPr/>
    </dgm:pt>
    <dgm:pt modelId="{3600D996-DAD8-4BF3-97AB-40C8C2FD4A5C}" type="pres">
      <dgm:prSet presAssocID="{EACE4CCF-7CC3-48EF-B122-9C43EF00389F}"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591B1071-2254-4BB0-B204-CEC24FB846C5}" type="pres">
      <dgm:prSet presAssocID="{EACE4CCF-7CC3-48EF-B122-9C43EF00389F}" presName="spaceRect" presStyleCnt="0"/>
      <dgm:spPr/>
    </dgm:pt>
    <dgm:pt modelId="{5AFA4128-9F3C-47BD-80A9-68CE7FBC34BB}" type="pres">
      <dgm:prSet presAssocID="{EACE4CCF-7CC3-48EF-B122-9C43EF00389F}" presName="parTx" presStyleLbl="revTx" presStyleIdx="0" presStyleCnt="3">
        <dgm:presLayoutVars>
          <dgm:chMax val="0"/>
          <dgm:chPref val="0"/>
        </dgm:presLayoutVars>
      </dgm:prSet>
      <dgm:spPr/>
    </dgm:pt>
    <dgm:pt modelId="{0DCD5489-D5C9-4B2E-A374-12B42AD4CD9D}" type="pres">
      <dgm:prSet presAssocID="{75D66CFA-869C-4E45-B03B-B0D79A6858FA}" presName="sibTrans" presStyleCnt="0"/>
      <dgm:spPr/>
    </dgm:pt>
    <dgm:pt modelId="{8F433F12-F02E-4D55-92B0-89D3AE1F3D1A}" type="pres">
      <dgm:prSet presAssocID="{7440E9BE-AAF1-4EBA-85D6-C71A24D587F4}" presName="compNode" presStyleCnt="0"/>
      <dgm:spPr/>
    </dgm:pt>
    <dgm:pt modelId="{6CFEB402-A369-4BF4-9FF7-B37F6063FC7F}" type="pres">
      <dgm:prSet presAssocID="{7440E9BE-AAF1-4EBA-85D6-C71A24D587F4}" presName="bgRect" presStyleLbl="bgShp" presStyleIdx="1" presStyleCnt="3"/>
      <dgm:spPr/>
    </dgm:pt>
    <dgm:pt modelId="{59915D86-CEB4-4C7C-BF46-BFDF1D3B8FA9}" type="pres">
      <dgm:prSet presAssocID="{7440E9BE-AAF1-4EBA-85D6-C71A24D587F4}"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Workflow"/>
        </a:ext>
      </dgm:extLst>
    </dgm:pt>
    <dgm:pt modelId="{4204A425-5A20-43D0-B50D-EB65FC313AA5}" type="pres">
      <dgm:prSet presAssocID="{7440E9BE-AAF1-4EBA-85D6-C71A24D587F4}" presName="spaceRect" presStyleCnt="0"/>
      <dgm:spPr/>
    </dgm:pt>
    <dgm:pt modelId="{3BFDB026-7753-4DAE-B3C1-31C63B719C0A}" type="pres">
      <dgm:prSet presAssocID="{7440E9BE-AAF1-4EBA-85D6-C71A24D587F4}" presName="parTx" presStyleLbl="revTx" presStyleIdx="1" presStyleCnt="3">
        <dgm:presLayoutVars>
          <dgm:chMax val="0"/>
          <dgm:chPref val="0"/>
        </dgm:presLayoutVars>
      </dgm:prSet>
      <dgm:spPr/>
    </dgm:pt>
    <dgm:pt modelId="{13B4934C-3C41-45E7-835C-4184298701AC}" type="pres">
      <dgm:prSet presAssocID="{BC1655F1-091E-46E9-A2F3-C6A0D4D8A6A6}" presName="sibTrans" presStyleCnt="0"/>
      <dgm:spPr/>
    </dgm:pt>
    <dgm:pt modelId="{8C2BA9FD-B6E9-4482-B976-880166110721}" type="pres">
      <dgm:prSet presAssocID="{1C616EB3-92B4-484F-A16E-D068F2581688}" presName="compNode" presStyleCnt="0"/>
      <dgm:spPr/>
    </dgm:pt>
    <dgm:pt modelId="{B21C65C0-FD37-4821-824A-8503FE5B832F}" type="pres">
      <dgm:prSet presAssocID="{1C616EB3-92B4-484F-A16E-D068F2581688}" presName="bgRect" presStyleLbl="bgShp" presStyleIdx="2" presStyleCnt="3"/>
      <dgm:spPr/>
    </dgm:pt>
    <dgm:pt modelId="{8CD1EEE9-FCE7-4839-995C-7FE2CA670493}" type="pres">
      <dgm:prSet presAssocID="{1C616EB3-92B4-484F-A16E-D068F2581688}"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elp"/>
        </a:ext>
      </dgm:extLst>
    </dgm:pt>
    <dgm:pt modelId="{69C9A155-7E0E-40C3-988E-B0AF94AC9690}" type="pres">
      <dgm:prSet presAssocID="{1C616EB3-92B4-484F-A16E-D068F2581688}" presName="spaceRect" presStyleCnt="0"/>
      <dgm:spPr/>
    </dgm:pt>
    <dgm:pt modelId="{3DA6B0E8-99CF-4099-924C-208E3C4F214E}" type="pres">
      <dgm:prSet presAssocID="{1C616EB3-92B4-484F-A16E-D068F2581688}" presName="parTx" presStyleLbl="revTx" presStyleIdx="2" presStyleCnt="3">
        <dgm:presLayoutVars>
          <dgm:chMax val="0"/>
          <dgm:chPref val="0"/>
        </dgm:presLayoutVars>
      </dgm:prSet>
      <dgm:spPr/>
    </dgm:pt>
  </dgm:ptLst>
  <dgm:cxnLst>
    <dgm:cxn modelId="{AFDA840B-4A8B-4891-87B3-88A5D3E52DDC}" srcId="{755CE370-3FBA-439C-B4BF-D01A72B7E67C}" destId="{1C616EB3-92B4-484F-A16E-D068F2581688}" srcOrd="2" destOrd="0" parTransId="{0BE7E2D3-F161-426F-A4E4-B454719F940A}" sibTransId="{67238CA7-0D3B-4E37-AE1D-CF15495D4F78}"/>
    <dgm:cxn modelId="{C0921371-EEC4-448B-A343-389AD3DC5B18}" type="presOf" srcId="{1C616EB3-92B4-484F-A16E-D068F2581688}" destId="{3DA6B0E8-99CF-4099-924C-208E3C4F214E}" srcOrd="0" destOrd="0" presId="urn:microsoft.com/office/officeart/2018/2/layout/IconVerticalSolidList"/>
    <dgm:cxn modelId="{0D3D23A5-1280-41FE-9EC4-3E78636A2A5D}" type="presOf" srcId="{EACE4CCF-7CC3-48EF-B122-9C43EF00389F}" destId="{5AFA4128-9F3C-47BD-80A9-68CE7FBC34BB}" srcOrd="0" destOrd="0" presId="urn:microsoft.com/office/officeart/2018/2/layout/IconVerticalSolidList"/>
    <dgm:cxn modelId="{855B81A9-2283-42FC-9D5F-41360D3B2CEE}" type="presOf" srcId="{7440E9BE-AAF1-4EBA-85D6-C71A24D587F4}" destId="{3BFDB026-7753-4DAE-B3C1-31C63B719C0A}" srcOrd="0" destOrd="0" presId="urn:microsoft.com/office/officeart/2018/2/layout/IconVerticalSolidList"/>
    <dgm:cxn modelId="{597B7BCA-1538-4ECE-B3F5-AB078E4B16A9}" srcId="{755CE370-3FBA-439C-B4BF-D01A72B7E67C}" destId="{EACE4CCF-7CC3-48EF-B122-9C43EF00389F}" srcOrd="0" destOrd="0" parTransId="{DD959F48-77E7-41E3-B0A2-AE15F383E9C2}" sibTransId="{75D66CFA-869C-4E45-B03B-B0D79A6858FA}"/>
    <dgm:cxn modelId="{D146C0E9-108A-48D1-9CFF-330A212F42DB}" type="presOf" srcId="{755CE370-3FBA-439C-B4BF-D01A72B7E67C}" destId="{1EB8E1D3-3C0E-42F9-AEFA-750B876B3DDD}" srcOrd="0" destOrd="0" presId="urn:microsoft.com/office/officeart/2018/2/layout/IconVerticalSolidList"/>
    <dgm:cxn modelId="{F70284F0-0576-4F2D-961C-74CF32198B45}" srcId="{755CE370-3FBA-439C-B4BF-D01A72B7E67C}" destId="{7440E9BE-AAF1-4EBA-85D6-C71A24D587F4}" srcOrd="1" destOrd="0" parTransId="{FF7E39AD-1BDA-42CC-979A-0EF6A65A2FE8}" sibTransId="{BC1655F1-091E-46E9-A2F3-C6A0D4D8A6A6}"/>
    <dgm:cxn modelId="{B52F7008-AC65-4AF2-A576-0C1991BA1B98}" type="presParOf" srcId="{1EB8E1D3-3C0E-42F9-AEFA-750B876B3DDD}" destId="{B0E89E03-40E4-4765-8A02-B56D28671BB9}" srcOrd="0" destOrd="0" presId="urn:microsoft.com/office/officeart/2018/2/layout/IconVerticalSolidList"/>
    <dgm:cxn modelId="{B3E6530E-EC4C-4AF4-A366-B48DFA8F5206}" type="presParOf" srcId="{B0E89E03-40E4-4765-8A02-B56D28671BB9}" destId="{5FDC24D2-6C9F-447B-80F7-CEE651A51BEE}" srcOrd="0" destOrd="0" presId="urn:microsoft.com/office/officeart/2018/2/layout/IconVerticalSolidList"/>
    <dgm:cxn modelId="{A8FCC6FE-7F79-4039-A5BE-A8C1A017A2C0}" type="presParOf" srcId="{B0E89E03-40E4-4765-8A02-B56D28671BB9}" destId="{3600D996-DAD8-4BF3-97AB-40C8C2FD4A5C}" srcOrd="1" destOrd="0" presId="urn:microsoft.com/office/officeart/2018/2/layout/IconVerticalSolidList"/>
    <dgm:cxn modelId="{3254E3F6-4D13-4EEB-BA15-46BFA815D978}" type="presParOf" srcId="{B0E89E03-40E4-4765-8A02-B56D28671BB9}" destId="{591B1071-2254-4BB0-B204-CEC24FB846C5}" srcOrd="2" destOrd="0" presId="urn:microsoft.com/office/officeart/2018/2/layout/IconVerticalSolidList"/>
    <dgm:cxn modelId="{2ED593EE-C1A8-48BE-8D99-93B2C620137D}" type="presParOf" srcId="{B0E89E03-40E4-4765-8A02-B56D28671BB9}" destId="{5AFA4128-9F3C-47BD-80A9-68CE7FBC34BB}" srcOrd="3" destOrd="0" presId="urn:microsoft.com/office/officeart/2018/2/layout/IconVerticalSolidList"/>
    <dgm:cxn modelId="{D6E04627-A88C-4616-A3C8-856C9C670DC7}" type="presParOf" srcId="{1EB8E1D3-3C0E-42F9-AEFA-750B876B3DDD}" destId="{0DCD5489-D5C9-4B2E-A374-12B42AD4CD9D}" srcOrd="1" destOrd="0" presId="urn:microsoft.com/office/officeart/2018/2/layout/IconVerticalSolidList"/>
    <dgm:cxn modelId="{1B76DBE6-649A-4646-B6FB-B93D88446B04}" type="presParOf" srcId="{1EB8E1D3-3C0E-42F9-AEFA-750B876B3DDD}" destId="{8F433F12-F02E-4D55-92B0-89D3AE1F3D1A}" srcOrd="2" destOrd="0" presId="urn:microsoft.com/office/officeart/2018/2/layout/IconVerticalSolidList"/>
    <dgm:cxn modelId="{00B23D3C-92C8-42CE-AEEB-840DCDCB86E2}" type="presParOf" srcId="{8F433F12-F02E-4D55-92B0-89D3AE1F3D1A}" destId="{6CFEB402-A369-4BF4-9FF7-B37F6063FC7F}" srcOrd="0" destOrd="0" presId="urn:microsoft.com/office/officeart/2018/2/layout/IconVerticalSolidList"/>
    <dgm:cxn modelId="{350E57D1-B4E2-44B5-BE88-76420B54209A}" type="presParOf" srcId="{8F433F12-F02E-4D55-92B0-89D3AE1F3D1A}" destId="{59915D86-CEB4-4C7C-BF46-BFDF1D3B8FA9}" srcOrd="1" destOrd="0" presId="urn:microsoft.com/office/officeart/2018/2/layout/IconVerticalSolidList"/>
    <dgm:cxn modelId="{657D441E-C4C2-4EDA-91EA-D11A13C064B4}" type="presParOf" srcId="{8F433F12-F02E-4D55-92B0-89D3AE1F3D1A}" destId="{4204A425-5A20-43D0-B50D-EB65FC313AA5}" srcOrd="2" destOrd="0" presId="urn:microsoft.com/office/officeart/2018/2/layout/IconVerticalSolidList"/>
    <dgm:cxn modelId="{2F121D15-84A9-4FA6-9A26-C62CD90CAB1F}" type="presParOf" srcId="{8F433F12-F02E-4D55-92B0-89D3AE1F3D1A}" destId="{3BFDB026-7753-4DAE-B3C1-31C63B719C0A}" srcOrd="3" destOrd="0" presId="urn:microsoft.com/office/officeart/2018/2/layout/IconVerticalSolidList"/>
    <dgm:cxn modelId="{9EB1E8EC-8E1F-4A66-9E06-69998F63E5A7}" type="presParOf" srcId="{1EB8E1D3-3C0E-42F9-AEFA-750B876B3DDD}" destId="{13B4934C-3C41-45E7-835C-4184298701AC}" srcOrd="3" destOrd="0" presId="urn:microsoft.com/office/officeart/2018/2/layout/IconVerticalSolidList"/>
    <dgm:cxn modelId="{F516D3E3-FC41-4396-95CC-6D7A551C8BA1}" type="presParOf" srcId="{1EB8E1D3-3C0E-42F9-AEFA-750B876B3DDD}" destId="{8C2BA9FD-B6E9-4482-B976-880166110721}" srcOrd="4" destOrd="0" presId="urn:microsoft.com/office/officeart/2018/2/layout/IconVerticalSolidList"/>
    <dgm:cxn modelId="{DD5140A2-BFA4-4870-820B-C2904A2EEFC1}" type="presParOf" srcId="{8C2BA9FD-B6E9-4482-B976-880166110721}" destId="{B21C65C0-FD37-4821-824A-8503FE5B832F}" srcOrd="0" destOrd="0" presId="urn:microsoft.com/office/officeart/2018/2/layout/IconVerticalSolidList"/>
    <dgm:cxn modelId="{641F495A-7F50-420A-B150-5541484183EA}" type="presParOf" srcId="{8C2BA9FD-B6E9-4482-B976-880166110721}" destId="{8CD1EEE9-FCE7-4839-995C-7FE2CA670493}" srcOrd="1" destOrd="0" presId="urn:microsoft.com/office/officeart/2018/2/layout/IconVerticalSolidList"/>
    <dgm:cxn modelId="{00B443CD-0F24-4154-A364-C2DF146CE53A}" type="presParOf" srcId="{8C2BA9FD-B6E9-4482-B976-880166110721}" destId="{69C9A155-7E0E-40C3-988E-B0AF94AC9690}" srcOrd="2" destOrd="0" presId="urn:microsoft.com/office/officeart/2018/2/layout/IconVerticalSolidList"/>
    <dgm:cxn modelId="{788A3A1E-F010-474D-BCD7-C0A0AAD5792D}" type="presParOf" srcId="{8C2BA9FD-B6E9-4482-B976-880166110721}" destId="{3DA6B0E8-99CF-4099-924C-208E3C4F214E}"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1B3B7E-9955-4F14-B29E-3803B9C808BE}">
      <dsp:nvSpPr>
        <dsp:cNvPr id="0" name=""/>
        <dsp:cNvSpPr/>
      </dsp:nvSpPr>
      <dsp:spPr>
        <a:xfrm>
          <a:off x="0" y="2344"/>
          <a:ext cx="5098256" cy="118846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3270E26-4C77-4DEA-8D98-B7930CA1A86B}">
      <dsp:nvSpPr>
        <dsp:cNvPr id="0" name=""/>
        <dsp:cNvSpPr/>
      </dsp:nvSpPr>
      <dsp:spPr>
        <a:xfrm>
          <a:off x="359511" y="269750"/>
          <a:ext cx="653657" cy="65365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D717FF2-B723-4C9F-8924-A9A891D88CA3}">
      <dsp:nvSpPr>
        <dsp:cNvPr id="0" name=""/>
        <dsp:cNvSpPr/>
      </dsp:nvSpPr>
      <dsp:spPr>
        <a:xfrm>
          <a:off x="1372680" y="2344"/>
          <a:ext cx="3725575" cy="11884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780" tIns="125780" rIns="125780" bIns="125780" numCol="1" spcCol="1270" anchor="ctr" anchorCtr="0">
          <a:noAutofit/>
        </a:bodyPr>
        <a:lstStyle/>
        <a:p>
          <a:pPr marL="0" lvl="0" indent="0" algn="l" defTabSz="711200">
            <a:lnSpc>
              <a:spcPct val="90000"/>
            </a:lnSpc>
            <a:spcBef>
              <a:spcPct val="0"/>
            </a:spcBef>
            <a:spcAft>
              <a:spcPct val="35000"/>
            </a:spcAft>
            <a:buNone/>
          </a:pPr>
          <a:r>
            <a:rPr lang="en-US" sz="1600" kern="1200">
              <a:solidFill>
                <a:srgbClr val="FF0000"/>
              </a:solidFill>
            </a:rPr>
            <a:t>Project Manager</a:t>
          </a:r>
          <a:r>
            <a:rPr lang="en-US" sz="1600" kern="1200"/>
            <a:t>: Oversees the change process. Ensures that changes align with project goals</a:t>
          </a:r>
        </a:p>
      </dsp:txBody>
      <dsp:txXfrm>
        <a:off x="1372680" y="2344"/>
        <a:ext cx="3725575" cy="1188467"/>
      </dsp:txXfrm>
    </dsp:sp>
    <dsp:sp modelId="{44A7954E-05FE-4484-B61C-ECE962F9EFE4}">
      <dsp:nvSpPr>
        <dsp:cNvPr id="0" name=""/>
        <dsp:cNvSpPr/>
      </dsp:nvSpPr>
      <dsp:spPr>
        <a:xfrm>
          <a:off x="0" y="1487929"/>
          <a:ext cx="5098256" cy="118846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7E157AD-42FB-4C09-A5FA-A16232966B6C}">
      <dsp:nvSpPr>
        <dsp:cNvPr id="0" name=""/>
        <dsp:cNvSpPr/>
      </dsp:nvSpPr>
      <dsp:spPr>
        <a:xfrm>
          <a:off x="359511" y="1755334"/>
          <a:ext cx="653657" cy="65365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36D5F12-C2B2-4D23-86D7-CE48B84B7E26}">
      <dsp:nvSpPr>
        <dsp:cNvPr id="0" name=""/>
        <dsp:cNvSpPr/>
      </dsp:nvSpPr>
      <dsp:spPr>
        <a:xfrm>
          <a:off x="1372680" y="1487929"/>
          <a:ext cx="3725575" cy="11884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780" tIns="125780" rIns="125780" bIns="125780" numCol="1" spcCol="1270" anchor="ctr" anchorCtr="0">
          <a:noAutofit/>
        </a:bodyPr>
        <a:lstStyle/>
        <a:p>
          <a:pPr marL="0" lvl="0" indent="0" algn="l" defTabSz="711200">
            <a:lnSpc>
              <a:spcPct val="90000"/>
            </a:lnSpc>
            <a:spcBef>
              <a:spcPct val="0"/>
            </a:spcBef>
            <a:spcAft>
              <a:spcPct val="35000"/>
            </a:spcAft>
            <a:buNone/>
          </a:pPr>
          <a:r>
            <a:rPr lang="en-US" sz="1600" kern="1200">
              <a:solidFill>
                <a:srgbClr val="FF0000"/>
              </a:solidFill>
            </a:rPr>
            <a:t>Business Analyst</a:t>
          </a:r>
          <a:r>
            <a:rPr lang="en-US" sz="1600" kern="1200"/>
            <a:t>: Conducts impact analysis - Analyzes and documents the impact of changes on requirements and business goals.</a:t>
          </a:r>
        </a:p>
      </dsp:txBody>
      <dsp:txXfrm>
        <a:off x="1372680" y="1487929"/>
        <a:ext cx="3725575" cy="1188467"/>
      </dsp:txXfrm>
    </dsp:sp>
    <dsp:sp modelId="{78D07D7D-18AA-4454-B5C9-3FB12754A8C7}">
      <dsp:nvSpPr>
        <dsp:cNvPr id="0" name=""/>
        <dsp:cNvSpPr/>
      </dsp:nvSpPr>
      <dsp:spPr>
        <a:xfrm>
          <a:off x="0" y="2973514"/>
          <a:ext cx="5098256" cy="118846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DB1A462-AA4F-4618-BBF4-F497CC12A7D8}">
      <dsp:nvSpPr>
        <dsp:cNvPr id="0" name=""/>
        <dsp:cNvSpPr/>
      </dsp:nvSpPr>
      <dsp:spPr>
        <a:xfrm>
          <a:off x="359511" y="3240919"/>
          <a:ext cx="653657" cy="65365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CE3B358-1D33-4526-AE8B-40FD7E698141}">
      <dsp:nvSpPr>
        <dsp:cNvPr id="0" name=""/>
        <dsp:cNvSpPr/>
      </dsp:nvSpPr>
      <dsp:spPr>
        <a:xfrm>
          <a:off x="1372680" y="2973514"/>
          <a:ext cx="3725575" cy="11884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780" tIns="125780" rIns="125780" bIns="125780" numCol="1" spcCol="1270" anchor="ctr" anchorCtr="0">
          <a:noAutofit/>
        </a:bodyPr>
        <a:lstStyle/>
        <a:p>
          <a:pPr marL="0" lvl="0" indent="0" algn="l" defTabSz="711200">
            <a:lnSpc>
              <a:spcPct val="90000"/>
            </a:lnSpc>
            <a:spcBef>
              <a:spcPct val="0"/>
            </a:spcBef>
            <a:spcAft>
              <a:spcPct val="35000"/>
            </a:spcAft>
            <a:buNone/>
          </a:pPr>
          <a:r>
            <a:rPr lang="en-US" sz="1600" kern="1200">
              <a:solidFill>
                <a:srgbClr val="FF0000"/>
              </a:solidFill>
            </a:rPr>
            <a:t>Stakeholders</a:t>
          </a:r>
          <a:r>
            <a:rPr lang="en-US" sz="1600" kern="1200"/>
            <a:t>: Initiate/approve changes - Provide insights and approval for changes that impact their areas</a:t>
          </a:r>
        </a:p>
      </dsp:txBody>
      <dsp:txXfrm>
        <a:off x="1372680" y="2973514"/>
        <a:ext cx="3725575" cy="1188467"/>
      </dsp:txXfrm>
    </dsp:sp>
    <dsp:sp modelId="{F64E0DC9-02F6-4CBF-B237-5435A76585AB}">
      <dsp:nvSpPr>
        <dsp:cNvPr id="0" name=""/>
        <dsp:cNvSpPr/>
      </dsp:nvSpPr>
      <dsp:spPr>
        <a:xfrm>
          <a:off x="0" y="4459099"/>
          <a:ext cx="5098256" cy="118846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3A4A0E3-9979-4311-BFAB-88CC2A3C8BD5}">
      <dsp:nvSpPr>
        <dsp:cNvPr id="0" name=""/>
        <dsp:cNvSpPr/>
      </dsp:nvSpPr>
      <dsp:spPr>
        <a:xfrm>
          <a:off x="359511" y="4726504"/>
          <a:ext cx="653657" cy="653657"/>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1357EC5-8085-4C12-BC05-30F74F59A36F}">
      <dsp:nvSpPr>
        <dsp:cNvPr id="0" name=""/>
        <dsp:cNvSpPr/>
      </dsp:nvSpPr>
      <dsp:spPr>
        <a:xfrm>
          <a:off x="1372680" y="4459099"/>
          <a:ext cx="3725575" cy="11884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780" tIns="125780" rIns="125780" bIns="125780" numCol="1" spcCol="1270" anchor="ctr" anchorCtr="0">
          <a:noAutofit/>
        </a:bodyPr>
        <a:lstStyle/>
        <a:p>
          <a:pPr marL="0" lvl="0" indent="0" algn="l" defTabSz="711200">
            <a:lnSpc>
              <a:spcPct val="90000"/>
            </a:lnSpc>
            <a:spcBef>
              <a:spcPct val="0"/>
            </a:spcBef>
            <a:spcAft>
              <a:spcPct val="35000"/>
            </a:spcAft>
            <a:buNone/>
          </a:pPr>
          <a:r>
            <a:rPr lang="en-US" sz="1600" kern="1200">
              <a:solidFill>
                <a:srgbClr val="FF0000"/>
              </a:solidFill>
            </a:rPr>
            <a:t>Developers &amp; Testers</a:t>
          </a:r>
          <a:r>
            <a:rPr lang="en-US" sz="1600" kern="1200"/>
            <a:t>: Implement and validate changes - Responsible for coding and testing the changes once approved.</a:t>
          </a:r>
        </a:p>
      </dsp:txBody>
      <dsp:txXfrm>
        <a:off x="1372680" y="4459099"/>
        <a:ext cx="3725575" cy="118846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5320B0-BF60-4BBC-A76B-57400FF5E089}">
      <dsp:nvSpPr>
        <dsp:cNvPr id="0" name=""/>
        <dsp:cNvSpPr/>
      </dsp:nvSpPr>
      <dsp:spPr>
        <a:xfrm>
          <a:off x="0" y="2758"/>
          <a:ext cx="5098256" cy="0"/>
        </a:xfrm>
        <a:prstGeom prst="line">
          <a:avLst/>
        </a:prstGeom>
        <a:solidFill>
          <a:schemeClr val="accent2">
            <a:hueOff val="0"/>
            <a:satOff val="0"/>
            <a:lumOff val="0"/>
            <a:alphaOff val="0"/>
          </a:schemeClr>
        </a:solidFill>
        <a:ln w="15875"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4852F3B-47D7-4EA7-B13D-0844B698168A}">
      <dsp:nvSpPr>
        <dsp:cNvPr id="0" name=""/>
        <dsp:cNvSpPr/>
      </dsp:nvSpPr>
      <dsp:spPr>
        <a:xfrm>
          <a:off x="0" y="2758"/>
          <a:ext cx="5098256" cy="9407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US" sz="3600" kern="1200"/>
            <a:t>Change ID</a:t>
          </a:r>
        </a:p>
      </dsp:txBody>
      <dsp:txXfrm>
        <a:off x="0" y="2758"/>
        <a:ext cx="5098256" cy="940732"/>
      </dsp:txXfrm>
    </dsp:sp>
    <dsp:sp modelId="{5530F23B-165C-42F8-9E05-6978B4D2363C}">
      <dsp:nvSpPr>
        <dsp:cNvPr id="0" name=""/>
        <dsp:cNvSpPr/>
      </dsp:nvSpPr>
      <dsp:spPr>
        <a:xfrm>
          <a:off x="0" y="943491"/>
          <a:ext cx="5098256" cy="0"/>
        </a:xfrm>
        <a:prstGeom prst="line">
          <a:avLst/>
        </a:prstGeom>
        <a:solidFill>
          <a:schemeClr val="accent2">
            <a:hueOff val="7808"/>
            <a:satOff val="-5375"/>
            <a:lumOff val="-1373"/>
            <a:alphaOff val="0"/>
          </a:schemeClr>
        </a:solidFill>
        <a:ln w="15875" cap="flat" cmpd="sng" algn="ctr">
          <a:solidFill>
            <a:schemeClr val="accent2">
              <a:hueOff val="7808"/>
              <a:satOff val="-5375"/>
              <a:lumOff val="-1373"/>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7CE151E-C033-48CE-9FCD-C06314AED9F8}">
      <dsp:nvSpPr>
        <dsp:cNvPr id="0" name=""/>
        <dsp:cNvSpPr/>
      </dsp:nvSpPr>
      <dsp:spPr>
        <a:xfrm>
          <a:off x="0" y="943491"/>
          <a:ext cx="5098256" cy="9407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US" sz="3600" kern="1200"/>
            <a:t>Description of the change</a:t>
          </a:r>
        </a:p>
      </dsp:txBody>
      <dsp:txXfrm>
        <a:off x="0" y="943491"/>
        <a:ext cx="5098256" cy="940732"/>
      </dsp:txXfrm>
    </dsp:sp>
    <dsp:sp modelId="{70F59FD2-B695-4C7C-B54F-D871634C71C8}">
      <dsp:nvSpPr>
        <dsp:cNvPr id="0" name=""/>
        <dsp:cNvSpPr/>
      </dsp:nvSpPr>
      <dsp:spPr>
        <a:xfrm>
          <a:off x="0" y="1884223"/>
          <a:ext cx="5098256" cy="0"/>
        </a:xfrm>
        <a:prstGeom prst="line">
          <a:avLst/>
        </a:prstGeom>
        <a:solidFill>
          <a:schemeClr val="accent2">
            <a:hueOff val="15615"/>
            <a:satOff val="-10750"/>
            <a:lumOff val="-2745"/>
            <a:alphaOff val="0"/>
          </a:schemeClr>
        </a:solidFill>
        <a:ln w="15875" cap="flat" cmpd="sng" algn="ctr">
          <a:solidFill>
            <a:schemeClr val="accent2">
              <a:hueOff val="15615"/>
              <a:satOff val="-10750"/>
              <a:lumOff val="-2745"/>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3D652EC-3715-4B1B-B37F-1DA51906F928}">
      <dsp:nvSpPr>
        <dsp:cNvPr id="0" name=""/>
        <dsp:cNvSpPr/>
      </dsp:nvSpPr>
      <dsp:spPr>
        <a:xfrm>
          <a:off x="0" y="1884223"/>
          <a:ext cx="5098256" cy="9407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US" sz="3600" kern="1200"/>
            <a:t>Reason for the change</a:t>
          </a:r>
        </a:p>
      </dsp:txBody>
      <dsp:txXfrm>
        <a:off x="0" y="1884223"/>
        <a:ext cx="5098256" cy="940732"/>
      </dsp:txXfrm>
    </dsp:sp>
    <dsp:sp modelId="{2D460822-8A19-4265-A99C-C97850904AE6}">
      <dsp:nvSpPr>
        <dsp:cNvPr id="0" name=""/>
        <dsp:cNvSpPr/>
      </dsp:nvSpPr>
      <dsp:spPr>
        <a:xfrm>
          <a:off x="0" y="2824955"/>
          <a:ext cx="5098256" cy="0"/>
        </a:xfrm>
        <a:prstGeom prst="line">
          <a:avLst/>
        </a:prstGeom>
        <a:solidFill>
          <a:schemeClr val="accent2">
            <a:hueOff val="23423"/>
            <a:satOff val="-16126"/>
            <a:lumOff val="-4118"/>
            <a:alphaOff val="0"/>
          </a:schemeClr>
        </a:solidFill>
        <a:ln w="15875" cap="flat" cmpd="sng" algn="ctr">
          <a:solidFill>
            <a:schemeClr val="accent2">
              <a:hueOff val="23423"/>
              <a:satOff val="-16126"/>
              <a:lumOff val="-4118"/>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0415EE5-94D2-406F-B7FD-402A1D558F53}">
      <dsp:nvSpPr>
        <dsp:cNvPr id="0" name=""/>
        <dsp:cNvSpPr/>
      </dsp:nvSpPr>
      <dsp:spPr>
        <a:xfrm>
          <a:off x="0" y="2824956"/>
          <a:ext cx="5098256" cy="9407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US" sz="3600" kern="1200"/>
            <a:t>Priority/Severity</a:t>
          </a:r>
        </a:p>
      </dsp:txBody>
      <dsp:txXfrm>
        <a:off x="0" y="2824956"/>
        <a:ext cx="5098256" cy="940732"/>
      </dsp:txXfrm>
    </dsp:sp>
    <dsp:sp modelId="{ECA4FF15-408A-4543-95DC-743F43B825A6}">
      <dsp:nvSpPr>
        <dsp:cNvPr id="0" name=""/>
        <dsp:cNvSpPr/>
      </dsp:nvSpPr>
      <dsp:spPr>
        <a:xfrm>
          <a:off x="0" y="3765688"/>
          <a:ext cx="5098256" cy="0"/>
        </a:xfrm>
        <a:prstGeom prst="line">
          <a:avLst/>
        </a:prstGeom>
        <a:solidFill>
          <a:schemeClr val="accent2">
            <a:hueOff val="31230"/>
            <a:satOff val="-21501"/>
            <a:lumOff val="-5490"/>
            <a:alphaOff val="0"/>
          </a:schemeClr>
        </a:solidFill>
        <a:ln w="15875" cap="flat" cmpd="sng" algn="ctr">
          <a:solidFill>
            <a:schemeClr val="accent2">
              <a:hueOff val="31230"/>
              <a:satOff val="-21501"/>
              <a:lumOff val="-549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C954D5A-4162-4D91-ADDB-26896954A994}">
      <dsp:nvSpPr>
        <dsp:cNvPr id="0" name=""/>
        <dsp:cNvSpPr/>
      </dsp:nvSpPr>
      <dsp:spPr>
        <a:xfrm>
          <a:off x="0" y="3765688"/>
          <a:ext cx="5098256" cy="9407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US" sz="3600" kern="1200"/>
            <a:t>Impact assessment</a:t>
          </a:r>
        </a:p>
      </dsp:txBody>
      <dsp:txXfrm>
        <a:off x="0" y="3765688"/>
        <a:ext cx="5098256" cy="940732"/>
      </dsp:txXfrm>
    </dsp:sp>
    <dsp:sp modelId="{BD7946EE-2F30-4673-96DC-6AE4A4EFF606}">
      <dsp:nvSpPr>
        <dsp:cNvPr id="0" name=""/>
        <dsp:cNvSpPr/>
      </dsp:nvSpPr>
      <dsp:spPr>
        <a:xfrm>
          <a:off x="0" y="4706420"/>
          <a:ext cx="5098256" cy="0"/>
        </a:xfrm>
        <a:prstGeom prst="line">
          <a:avLst/>
        </a:prstGeom>
        <a:solidFill>
          <a:schemeClr val="accent2">
            <a:hueOff val="39038"/>
            <a:satOff val="-26876"/>
            <a:lumOff val="-6863"/>
            <a:alphaOff val="0"/>
          </a:schemeClr>
        </a:solidFill>
        <a:ln w="15875" cap="flat" cmpd="sng" algn="ctr">
          <a:solidFill>
            <a:schemeClr val="accent2">
              <a:hueOff val="39038"/>
              <a:satOff val="-26876"/>
              <a:lumOff val="-6863"/>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FF9C517-DC3D-4F6E-A55C-14115CCD990B}">
      <dsp:nvSpPr>
        <dsp:cNvPr id="0" name=""/>
        <dsp:cNvSpPr/>
      </dsp:nvSpPr>
      <dsp:spPr>
        <a:xfrm>
          <a:off x="0" y="4706420"/>
          <a:ext cx="5098256" cy="9407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US" sz="3600" kern="1200"/>
            <a:t>Approval section</a:t>
          </a:r>
        </a:p>
      </dsp:txBody>
      <dsp:txXfrm>
        <a:off x="0" y="4706420"/>
        <a:ext cx="5098256" cy="94073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969E74-E1FE-4D15-82D6-2C745A798A3A}">
      <dsp:nvSpPr>
        <dsp:cNvPr id="0" name=""/>
        <dsp:cNvSpPr/>
      </dsp:nvSpPr>
      <dsp:spPr>
        <a:xfrm>
          <a:off x="0" y="4413"/>
          <a:ext cx="5098256" cy="94018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C25A443-47DE-45A3-9749-B762756A42C7}">
      <dsp:nvSpPr>
        <dsp:cNvPr id="0" name=""/>
        <dsp:cNvSpPr/>
      </dsp:nvSpPr>
      <dsp:spPr>
        <a:xfrm>
          <a:off x="284404" y="215954"/>
          <a:ext cx="517099" cy="51709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9A0C74D-FF2D-47E1-9809-AABEC1DA55C6}">
      <dsp:nvSpPr>
        <dsp:cNvPr id="0" name=""/>
        <dsp:cNvSpPr/>
      </dsp:nvSpPr>
      <dsp:spPr>
        <a:xfrm>
          <a:off x="1085908" y="4413"/>
          <a:ext cx="4012347" cy="9401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02" tIns="99502" rIns="99502" bIns="99502" numCol="1" spcCol="1270" anchor="ctr" anchorCtr="0">
          <a:noAutofit/>
        </a:bodyPr>
        <a:lstStyle/>
        <a:p>
          <a:pPr marL="0" lvl="0" indent="0" algn="l" defTabSz="755650">
            <a:lnSpc>
              <a:spcPct val="90000"/>
            </a:lnSpc>
            <a:spcBef>
              <a:spcPct val="0"/>
            </a:spcBef>
            <a:spcAft>
              <a:spcPct val="35000"/>
            </a:spcAft>
            <a:buNone/>
          </a:pPr>
          <a:r>
            <a:rPr lang="en-US" sz="1700" kern="1200">
              <a:highlight>
                <a:srgbClr val="FFFF00"/>
              </a:highlight>
            </a:rPr>
            <a:t>Scope analysis </a:t>
          </a:r>
          <a:r>
            <a:rPr lang="en-US" sz="1700" kern="1200"/>
            <a:t>- Determines how the change affects current deliverables</a:t>
          </a:r>
        </a:p>
      </dsp:txBody>
      <dsp:txXfrm>
        <a:off x="1085908" y="4413"/>
        <a:ext cx="4012347" cy="940180"/>
      </dsp:txXfrm>
    </dsp:sp>
    <dsp:sp modelId="{3190F279-8ECB-4BBC-A4B2-2D34C65D41B4}">
      <dsp:nvSpPr>
        <dsp:cNvPr id="0" name=""/>
        <dsp:cNvSpPr/>
      </dsp:nvSpPr>
      <dsp:spPr>
        <a:xfrm>
          <a:off x="0" y="1179639"/>
          <a:ext cx="5098256" cy="94018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9692257-E1E9-4074-A010-33EAC6B38001}">
      <dsp:nvSpPr>
        <dsp:cNvPr id="0" name=""/>
        <dsp:cNvSpPr/>
      </dsp:nvSpPr>
      <dsp:spPr>
        <a:xfrm>
          <a:off x="284404" y="1391180"/>
          <a:ext cx="517099" cy="51709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295F22F-D356-4660-A453-C900E6E3967E}">
      <dsp:nvSpPr>
        <dsp:cNvPr id="0" name=""/>
        <dsp:cNvSpPr/>
      </dsp:nvSpPr>
      <dsp:spPr>
        <a:xfrm>
          <a:off x="1085908" y="1179639"/>
          <a:ext cx="4012347" cy="9401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02" tIns="99502" rIns="99502" bIns="99502" numCol="1" spcCol="1270" anchor="ctr" anchorCtr="0">
          <a:noAutofit/>
        </a:bodyPr>
        <a:lstStyle/>
        <a:p>
          <a:pPr marL="0" lvl="0" indent="0" algn="l" defTabSz="755650">
            <a:lnSpc>
              <a:spcPct val="90000"/>
            </a:lnSpc>
            <a:spcBef>
              <a:spcPct val="0"/>
            </a:spcBef>
            <a:spcAft>
              <a:spcPct val="35000"/>
            </a:spcAft>
            <a:buNone/>
          </a:pPr>
          <a:r>
            <a:rPr lang="en-US" sz="1700" kern="1200">
              <a:highlight>
                <a:srgbClr val="FFFF00"/>
              </a:highlight>
            </a:rPr>
            <a:t>Time and cost estimation </a:t>
          </a:r>
          <a:r>
            <a:rPr lang="en-US" sz="1700" kern="1200"/>
            <a:t>- Evaluates the additional resources required</a:t>
          </a:r>
        </a:p>
      </dsp:txBody>
      <dsp:txXfrm>
        <a:off x="1085908" y="1179639"/>
        <a:ext cx="4012347" cy="940180"/>
      </dsp:txXfrm>
    </dsp:sp>
    <dsp:sp modelId="{62AD6EBD-3F53-4917-8A7F-C0BBA41ADC3E}">
      <dsp:nvSpPr>
        <dsp:cNvPr id="0" name=""/>
        <dsp:cNvSpPr/>
      </dsp:nvSpPr>
      <dsp:spPr>
        <a:xfrm>
          <a:off x="0" y="2354865"/>
          <a:ext cx="5098256" cy="94018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8147E2A-4781-466E-855B-559F10A9C254}">
      <dsp:nvSpPr>
        <dsp:cNvPr id="0" name=""/>
        <dsp:cNvSpPr/>
      </dsp:nvSpPr>
      <dsp:spPr>
        <a:xfrm>
          <a:off x="284404" y="2566406"/>
          <a:ext cx="517099" cy="51709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32DB67D-043B-4309-99A9-E5DE8C2FADB5}">
      <dsp:nvSpPr>
        <dsp:cNvPr id="0" name=""/>
        <dsp:cNvSpPr/>
      </dsp:nvSpPr>
      <dsp:spPr>
        <a:xfrm>
          <a:off x="1085908" y="2354865"/>
          <a:ext cx="4012347" cy="9401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02" tIns="99502" rIns="99502" bIns="99502" numCol="1" spcCol="1270" anchor="ctr" anchorCtr="0">
          <a:noAutofit/>
        </a:bodyPr>
        <a:lstStyle/>
        <a:p>
          <a:pPr marL="0" lvl="0" indent="0" algn="l" defTabSz="755650">
            <a:lnSpc>
              <a:spcPct val="90000"/>
            </a:lnSpc>
            <a:spcBef>
              <a:spcPct val="0"/>
            </a:spcBef>
            <a:spcAft>
              <a:spcPct val="35000"/>
            </a:spcAft>
            <a:buNone/>
          </a:pPr>
          <a:r>
            <a:rPr lang="en-US" sz="1700" kern="1200">
              <a:highlight>
                <a:srgbClr val="FFFF00"/>
              </a:highlight>
            </a:rPr>
            <a:t>Risk identification </a:t>
          </a:r>
          <a:r>
            <a:rPr lang="en-US" sz="1700" kern="1200"/>
            <a:t>- Considers potential risks introduced by the change.</a:t>
          </a:r>
        </a:p>
      </dsp:txBody>
      <dsp:txXfrm>
        <a:off x="1085908" y="2354865"/>
        <a:ext cx="4012347" cy="940180"/>
      </dsp:txXfrm>
    </dsp:sp>
    <dsp:sp modelId="{982760CF-291E-44C4-9386-2F9C242B97DD}">
      <dsp:nvSpPr>
        <dsp:cNvPr id="0" name=""/>
        <dsp:cNvSpPr/>
      </dsp:nvSpPr>
      <dsp:spPr>
        <a:xfrm>
          <a:off x="0" y="3530091"/>
          <a:ext cx="5098256" cy="94018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2A2340E-970E-4F18-B07E-A57FF5B6088E}">
      <dsp:nvSpPr>
        <dsp:cNvPr id="0" name=""/>
        <dsp:cNvSpPr/>
      </dsp:nvSpPr>
      <dsp:spPr>
        <a:xfrm>
          <a:off x="284404" y="3741632"/>
          <a:ext cx="517099" cy="51709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28B6DE5-74BB-4EED-A8A7-119E9140DEE6}">
      <dsp:nvSpPr>
        <dsp:cNvPr id="0" name=""/>
        <dsp:cNvSpPr/>
      </dsp:nvSpPr>
      <dsp:spPr>
        <a:xfrm>
          <a:off x="1085908" y="3530091"/>
          <a:ext cx="4012347" cy="9401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02" tIns="99502" rIns="99502" bIns="99502" numCol="1" spcCol="1270" anchor="ctr" anchorCtr="0">
          <a:noAutofit/>
        </a:bodyPr>
        <a:lstStyle/>
        <a:p>
          <a:pPr marL="0" lvl="0" indent="0" algn="l" defTabSz="755650">
            <a:lnSpc>
              <a:spcPct val="90000"/>
            </a:lnSpc>
            <a:spcBef>
              <a:spcPct val="0"/>
            </a:spcBef>
            <a:spcAft>
              <a:spcPct val="35000"/>
            </a:spcAft>
            <a:buNone/>
          </a:pPr>
          <a:r>
            <a:rPr lang="en-US" sz="1700" kern="1200">
              <a:highlight>
                <a:srgbClr val="FFFF00"/>
              </a:highlight>
            </a:rPr>
            <a:t>Dependencies</a:t>
          </a:r>
          <a:r>
            <a:rPr lang="en-US" sz="1700" kern="1200"/>
            <a:t> - Analyzes if the change depends on or impacts other components.</a:t>
          </a:r>
        </a:p>
      </dsp:txBody>
      <dsp:txXfrm>
        <a:off x="1085908" y="3530091"/>
        <a:ext cx="4012347" cy="940180"/>
      </dsp:txXfrm>
    </dsp:sp>
    <dsp:sp modelId="{FD09845E-EDC2-46F2-9DF1-8CE858ACD0FA}">
      <dsp:nvSpPr>
        <dsp:cNvPr id="0" name=""/>
        <dsp:cNvSpPr/>
      </dsp:nvSpPr>
      <dsp:spPr>
        <a:xfrm>
          <a:off x="0" y="4705317"/>
          <a:ext cx="5098256" cy="94018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1EC13DB-81E5-4DFE-8D96-044F0179C293}">
      <dsp:nvSpPr>
        <dsp:cNvPr id="0" name=""/>
        <dsp:cNvSpPr/>
      </dsp:nvSpPr>
      <dsp:spPr>
        <a:xfrm>
          <a:off x="284404" y="4916857"/>
          <a:ext cx="517099" cy="517099"/>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BFA9549-88DC-439B-A24F-CDDE44F46DBD}">
      <dsp:nvSpPr>
        <dsp:cNvPr id="0" name=""/>
        <dsp:cNvSpPr/>
      </dsp:nvSpPr>
      <dsp:spPr>
        <a:xfrm>
          <a:off x="1085908" y="4705317"/>
          <a:ext cx="4012347" cy="9401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02" tIns="99502" rIns="99502" bIns="99502" numCol="1" spcCol="1270" anchor="ctr" anchorCtr="0">
          <a:noAutofit/>
        </a:bodyPr>
        <a:lstStyle/>
        <a:p>
          <a:pPr marL="0" lvl="0" indent="0" algn="l" defTabSz="755650">
            <a:lnSpc>
              <a:spcPct val="90000"/>
            </a:lnSpc>
            <a:spcBef>
              <a:spcPct val="0"/>
            </a:spcBef>
            <a:spcAft>
              <a:spcPct val="35000"/>
            </a:spcAft>
            <a:buNone/>
          </a:pPr>
          <a:r>
            <a:rPr lang="en-US" sz="1700" kern="1200">
              <a:highlight>
                <a:srgbClr val="FFFF00"/>
              </a:highlight>
            </a:rPr>
            <a:t>Resource availability </a:t>
          </a:r>
          <a:r>
            <a:rPr lang="en-US" sz="1700" kern="1200"/>
            <a:t>- Checks whether required personnel and tools are available.</a:t>
          </a:r>
        </a:p>
      </dsp:txBody>
      <dsp:txXfrm>
        <a:off x="1085908" y="4705317"/>
        <a:ext cx="4012347" cy="94018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9FB027-AAC2-42DC-A9D5-70D428488246}">
      <dsp:nvSpPr>
        <dsp:cNvPr id="0" name=""/>
        <dsp:cNvSpPr/>
      </dsp:nvSpPr>
      <dsp:spPr>
        <a:xfrm>
          <a:off x="0" y="689"/>
          <a:ext cx="5098256" cy="161386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BF2BBA7-0938-4D75-ADC6-5FBD5D789A48}">
      <dsp:nvSpPr>
        <dsp:cNvPr id="0" name=""/>
        <dsp:cNvSpPr/>
      </dsp:nvSpPr>
      <dsp:spPr>
        <a:xfrm>
          <a:off x="488194" y="363809"/>
          <a:ext cx="887626" cy="88762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F188A71-3861-498E-8103-FE688B08CFD9}">
      <dsp:nvSpPr>
        <dsp:cNvPr id="0" name=""/>
        <dsp:cNvSpPr/>
      </dsp:nvSpPr>
      <dsp:spPr>
        <a:xfrm>
          <a:off x="1864015" y="689"/>
          <a:ext cx="3234240" cy="16138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801" tIns="170801" rIns="170801" bIns="170801" numCol="1" spcCol="1270" anchor="ctr" anchorCtr="0">
          <a:noAutofit/>
        </a:bodyPr>
        <a:lstStyle/>
        <a:p>
          <a:pPr marL="0" lvl="0" indent="0" algn="l" defTabSz="977900">
            <a:lnSpc>
              <a:spcPct val="90000"/>
            </a:lnSpc>
            <a:spcBef>
              <a:spcPct val="0"/>
            </a:spcBef>
            <a:spcAft>
              <a:spcPct val="35000"/>
            </a:spcAft>
            <a:buNone/>
          </a:pPr>
          <a:r>
            <a:rPr lang="en-US" sz="2200" kern="1200">
              <a:solidFill>
                <a:srgbClr val="FF0000"/>
              </a:solidFill>
            </a:rPr>
            <a:t>Definition</a:t>
          </a:r>
          <a:r>
            <a:rPr lang="en-US" sz="2200" kern="1200"/>
            <a:t>: A committee that reviews and approves/rejects changes</a:t>
          </a:r>
        </a:p>
      </dsp:txBody>
      <dsp:txXfrm>
        <a:off x="1864015" y="689"/>
        <a:ext cx="3234240" cy="1613866"/>
      </dsp:txXfrm>
    </dsp:sp>
    <dsp:sp modelId="{77247711-1ABC-4156-9396-D08A85ECBC3A}">
      <dsp:nvSpPr>
        <dsp:cNvPr id="0" name=""/>
        <dsp:cNvSpPr/>
      </dsp:nvSpPr>
      <dsp:spPr>
        <a:xfrm>
          <a:off x="0" y="2018022"/>
          <a:ext cx="5098256" cy="161386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1AC36F6-1622-40BD-B311-92629D65EA6F}">
      <dsp:nvSpPr>
        <dsp:cNvPr id="0" name=""/>
        <dsp:cNvSpPr/>
      </dsp:nvSpPr>
      <dsp:spPr>
        <a:xfrm>
          <a:off x="488194" y="2381142"/>
          <a:ext cx="887626" cy="88762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D5D198E-9056-4643-8448-B2E763272660}">
      <dsp:nvSpPr>
        <dsp:cNvPr id="0" name=""/>
        <dsp:cNvSpPr/>
      </dsp:nvSpPr>
      <dsp:spPr>
        <a:xfrm>
          <a:off x="1864015" y="2018022"/>
          <a:ext cx="3234240" cy="16138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801" tIns="170801" rIns="170801" bIns="170801" numCol="1" spcCol="1270" anchor="ctr" anchorCtr="0">
          <a:noAutofit/>
        </a:bodyPr>
        <a:lstStyle/>
        <a:p>
          <a:pPr marL="0" lvl="0" indent="0" algn="l" defTabSz="977900">
            <a:lnSpc>
              <a:spcPct val="90000"/>
            </a:lnSpc>
            <a:spcBef>
              <a:spcPct val="0"/>
            </a:spcBef>
            <a:spcAft>
              <a:spcPct val="35000"/>
            </a:spcAft>
            <a:buNone/>
          </a:pPr>
          <a:r>
            <a:rPr lang="en-US" sz="2200" kern="1200">
              <a:solidFill>
                <a:srgbClr val="FF0000"/>
              </a:solidFill>
            </a:rPr>
            <a:t>Members</a:t>
          </a:r>
          <a:r>
            <a:rPr lang="en-US" sz="2200" kern="1200"/>
            <a:t>: Project manager, lead analyst, stakeholder reps</a:t>
          </a:r>
        </a:p>
      </dsp:txBody>
      <dsp:txXfrm>
        <a:off x="1864015" y="2018022"/>
        <a:ext cx="3234240" cy="1613866"/>
      </dsp:txXfrm>
    </dsp:sp>
    <dsp:sp modelId="{1C390C68-78C9-467D-B325-C8776C2155D3}">
      <dsp:nvSpPr>
        <dsp:cNvPr id="0" name=""/>
        <dsp:cNvSpPr/>
      </dsp:nvSpPr>
      <dsp:spPr>
        <a:xfrm>
          <a:off x="0" y="4035355"/>
          <a:ext cx="5098256" cy="161386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7D1EB0B-46FF-4406-BD19-D54B6BEE79F6}">
      <dsp:nvSpPr>
        <dsp:cNvPr id="0" name=""/>
        <dsp:cNvSpPr/>
      </dsp:nvSpPr>
      <dsp:spPr>
        <a:xfrm>
          <a:off x="488194" y="4398475"/>
          <a:ext cx="887626" cy="88762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197B682-5DE4-4CDE-906F-7F8CF77CF238}">
      <dsp:nvSpPr>
        <dsp:cNvPr id="0" name=""/>
        <dsp:cNvSpPr/>
      </dsp:nvSpPr>
      <dsp:spPr>
        <a:xfrm>
          <a:off x="1864015" y="4035355"/>
          <a:ext cx="3234240" cy="16138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801" tIns="170801" rIns="170801" bIns="170801" numCol="1" spcCol="1270" anchor="ctr" anchorCtr="0">
          <a:noAutofit/>
        </a:bodyPr>
        <a:lstStyle/>
        <a:p>
          <a:pPr marL="0" lvl="0" indent="0" algn="l" defTabSz="977900">
            <a:lnSpc>
              <a:spcPct val="90000"/>
            </a:lnSpc>
            <a:spcBef>
              <a:spcPct val="0"/>
            </a:spcBef>
            <a:spcAft>
              <a:spcPct val="35000"/>
            </a:spcAft>
            <a:buNone/>
          </a:pPr>
          <a:r>
            <a:rPr lang="en-US" sz="2200" kern="1200">
              <a:solidFill>
                <a:srgbClr val="FF0000"/>
              </a:solidFill>
            </a:rPr>
            <a:t>Decision criteria</a:t>
          </a:r>
          <a:r>
            <a:rPr lang="en-US" sz="2200" kern="1200"/>
            <a:t>: Benefit vs. risk, cost, feasibility</a:t>
          </a:r>
        </a:p>
      </dsp:txBody>
      <dsp:txXfrm>
        <a:off x="1864015" y="4035355"/>
        <a:ext cx="3234240" cy="161386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5CBD48-280E-4CFB-A019-FEE3ABEA6A47}">
      <dsp:nvSpPr>
        <dsp:cNvPr id="0" name=""/>
        <dsp:cNvSpPr/>
      </dsp:nvSpPr>
      <dsp:spPr>
        <a:xfrm>
          <a:off x="0" y="36126"/>
          <a:ext cx="5098256" cy="1342574"/>
        </a:xfrm>
        <a:prstGeom prst="roundRect">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JIRA - : Widely used tool for tracking issues, bugs, and changes.</a:t>
          </a:r>
        </a:p>
      </dsp:txBody>
      <dsp:txXfrm>
        <a:off x="65539" y="101665"/>
        <a:ext cx="4967178" cy="1211496"/>
      </dsp:txXfrm>
    </dsp:sp>
    <dsp:sp modelId="{A0803C91-19E3-4A57-B858-BBEB3173B312}">
      <dsp:nvSpPr>
        <dsp:cNvPr id="0" name=""/>
        <dsp:cNvSpPr/>
      </dsp:nvSpPr>
      <dsp:spPr>
        <a:xfrm>
          <a:off x="0" y="1447821"/>
          <a:ext cx="5098256" cy="1342574"/>
        </a:xfrm>
        <a:prstGeom prst="roundRect">
          <a:avLst/>
        </a:prstGeom>
        <a:solidFill>
          <a:schemeClr val="accent5">
            <a:hueOff val="709040"/>
            <a:satOff val="-7964"/>
            <a:lumOff val="-1699"/>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ServiceNow - Enterprise tool for managing IT service workflows, including change requests.</a:t>
          </a:r>
        </a:p>
      </dsp:txBody>
      <dsp:txXfrm>
        <a:off x="65539" y="1513360"/>
        <a:ext cx="4967178" cy="1211496"/>
      </dsp:txXfrm>
    </dsp:sp>
    <dsp:sp modelId="{007C8458-0EC5-413B-9BBB-57DB85D825D9}">
      <dsp:nvSpPr>
        <dsp:cNvPr id="0" name=""/>
        <dsp:cNvSpPr/>
      </dsp:nvSpPr>
      <dsp:spPr>
        <a:xfrm>
          <a:off x="0" y="2859516"/>
          <a:ext cx="5098256" cy="1342574"/>
        </a:xfrm>
        <a:prstGeom prst="roundRect">
          <a:avLst/>
        </a:prstGeom>
        <a:solidFill>
          <a:schemeClr val="accent5">
            <a:hueOff val="1418080"/>
            <a:satOff val="-15927"/>
            <a:lumOff val="-3399"/>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ChangeGear - Designed for ITIL-compliant change management</a:t>
          </a:r>
        </a:p>
      </dsp:txBody>
      <dsp:txXfrm>
        <a:off x="65539" y="2925055"/>
        <a:ext cx="4967178" cy="1211496"/>
      </dsp:txXfrm>
    </dsp:sp>
    <dsp:sp modelId="{08DBF923-2150-44A5-93A2-E40EEF06B643}">
      <dsp:nvSpPr>
        <dsp:cNvPr id="0" name=""/>
        <dsp:cNvSpPr/>
      </dsp:nvSpPr>
      <dsp:spPr>
        <a:xfrm>
          <a:off x="0" y="4307337"/>
          <a:ext cx="5098256" cy="1342574"/>
        </a:xfrm>
        <a:prstGeom prst="roundRect">
          <a:avLst/>
        </a:prstGeom>
        <a:solidFill>
          <a:schemeClr val="accent5">
            <a:hueOff val="2127120"/>
            <a:satOff val="-23891"/>
            <a:lumOff val="-5098"/>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Microsoft Azure DevOps - Integrates requirement tracking with development pipelines.</a:t>
          </a:r>
        </a:p>
      </dsp:txBody>
      <dsp:txXfrm>
        <a:off x="65539" y="4372876"/>
        <a:ext cx="4967178" cy="121149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82046A-229F-4D24-AB88-1695D69A08E0}">
      <dsp:nvSpPr>
        <dsp:cNvPr id="0" name=""/>
        <dsp:cNvSpPr/>
      </dsp:nvSpPr>
      <dsp:spPr>
        <a:xfrm>
          <a:off x="2395" y="479528"/>
          <a:ext cx="1900132" cy="2660184"/>
        </a:xfrm>
        <a:prstGeom prst="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8142" tIns="330200" rIns="148142" bIns="330200" numCol="1" spcCol="1270" anchor="t" anchorCtr="0">
          <a:noAutofit/>
        </a:bodyPr>
        <a:lstStyle/>
        <a:p>
          <a:pPr marL="0" lvl="0" indent="0" algn="l" defTabSz="666750">
            <a:lnSpc>
              <a:spcPct val="90000"/>
            </a:lnSpc>
            <a:spcBef>
              <a:spcPct val="0"/>
            </a:spcBef>
            <a:spcAft>
              <a:spcPct val="35000"/>
            </a:spcAft>
            <a:buNone/>
          </a:pPr>
          <a:r>
            <a:rPr lang="en-US" sz="1500" kern="1200"/>
            <a:t>Project: University Management System</a:t>
          </a:r>
        </a:p>
      </dsp:txBody>
      <dsp:txXfrm>
        <a:off x="2395" y="1490398"/>
        <a:ext cx="1900132" cy="1596110"/>
      </dsp:txXfrm>
    </dsp:sp>
    <dsp:sp modelId="{6CA404D2-76EF-4F21-96EA-BE016EFCCB2A}">
      <dsp:nvSpPr>
        <dsp:cNvPr id="0" name=""/>
        <dsp:cNvSpPr/>
      </dsp:nvSpPr>
      <dsp:spPr>
        <a:xfrm>
          <a:off x="553433" y="745547"/>
          <a:ext cx="798055" cy="798055"/>
        </a:xfrm>
        <a:prstGeom prst="ellips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2220" tIns="12700" rIns="62220" bIns="12700" numCol="1" spcCol="1270" anchor="ctr" anchorCtr="0">
          <a:noAutofit/>
        </a:bodyPr>
        <a:lstStyle/>
        <a:p>
          <a:pPr marL="0" lvl="0" indent="0" algn="ctr" defTabSz="1689100">
            <a:lnSpc>
              <a:spcPct val="90000"/>
            </a:lnSpc>
            <a:spcBef>
              <a:spcPct val="0"/>
            </a:spcBef>
            <a:spcAft>
              <a:spcPct val="35000"/>
            </a:spcAft>
            <a:buNone/>
          </a:pPr>
          <a:r>
            <a:rPr lang="en-US" sz="3800" kern="1200"/>
            <a:t>1</a:t>
          </a:r>
        </a:p>
      </dsp:txBody>
      <dsp:txXfrm>
        <a:off x="670305" y="862419"/>
        <a:ext cx="564311" cy="564311"/>
      </dsp:txXfrm>
    </dsp:sp>
    <dsp:sp modelId="{CEC127C0-6F40-469B-8A1A-406432369309}">
      <dsp:nvSpPr>
        <dsp:cNvPr id="0" name=""/>
        <dsp:cNvSpPr/>
      </dsp:nvSpPr>
      <dsp:spPr>
        <a:xfrm>
          <a:off x="2395" y="3139641"/>
          <a:ext cx="1900132" cy="72"/>
        </a:xfrm>
        <a:prstGeom prst="rect">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D0E2AA4-198E-4799-A2A0-1BDCC3B7940F}">
      <dsp:nvSpPr>
        <dsp:cNvPr id="0" name=""/>
        <dsp:cNvSpPr/>
      </dsp:nvSpPr>
      <dsp:spPr>
        <a:xfrm>
          <a:off x="2092540" y="479528"/>
          <a:ext cx="1900132" cy="2660184"/>
        </a:xfrm>
        <a:prstGeom prst="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8142" tIns="330200" rIns="148142" bIns="330200" numCol="1" spcCol="1270" anchor="t" anchorCtr="0">
          <a:noAutofit/>
        </a:bodyPr>
        <a:lstStyle/>
        <a:p>
          <a:pPr marL="0" lvl="0" indent="0" algn="l" defTabSz="666750">
            <a:lnSpc>
              <a:spcPct val="90000"/>
            </a:lnSpc>
            <a:spcBef>
              <a:spcPct val="0"/>
            </a:spcBef>
            <a:spcAft>
              <a:spcPct val="35000"/>
            </a:spcAft>
            <a:buNone/>
          </a:pPr>
          <a:r>
            <a:rPr lang="en-US" sz="1500" kern="1200"/>
            <a:t>Initial requirement: Register students by email only</a:t>
          </a:r>
        </a:p>
      </dsp:txBody>
      <dsp:txXfrm>
        <a:off x="2092540" y="1490398"/>
        <a:ext cx="1900132" cy="1596110"/>
      </dsp:txXfrm>
    </dsp:sp>
    <dsp:sp modelId="{81E3F846-9115-4CE7-9839-A2216E22B1C2}">
      <dsp:nvSpPr>
        <dsp:cNvPr id="0" name=""/>
        <dsp:cNvSpPr/>
      </dsp:nvSpPr>
      <dsp:spPr>
        <a:xfrm>
          <a:off x="2643578" y="745547"/>
          <a:ext cx="798055" cy="798055"/>
        </a:xfrm>
        <a:prstGeom prst="ellips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2220" tIns="12700" rIns="62220" bIns="12700" numCol="1" spcCol="1270" anchor="ctr" anchorCtr="0">
          <a:noAutofit/>
        </a:bodyPr>
        <a:lstStyle/>
        <a:p>
          <a:pPr marL="0" lvl="0" indent="0" algn="ctr" defTabSz="1689100">
            <a:lnSpc>
              <a:spcPct val="90000"/>
            </a:lnSpc>
            <a:spcBef>
              <a:spcPct val="0"/>
            </a:spcBef>
            <a:spcAft>
              <a:spcPct val="35000"/>
            </a:spcAft>
            <a:buNone/>
          </a:pPr>
          <a:r>
            <a:rPr lang="en-US" sz="3800" kern="1200"/>
            <a:t>2</a:t>
          </a:r>
        </a:p>
      </dsp:txBody>
      <dsp:txXfrm>
        <a:off x="2760450" y="862419"/>
        <a:ext cx="564311" cy="564311"/>
      </dsp:txXfrm>
    </dsp:sp>
    <dsp:sp modelId="{3C97E768-8D4C-4D77-9D33-7F872D2FA3B4}">
      <dsp:nvSpPr>
        <dsp:cNvPr id="0" name=""/>
        <dsp:cNvSpPr/>
      </dsp:nvSpPr>
      <dsp:spPr>
        <a:xfrm>
          <a:off x="2092540" y="3139641"/>
          <a:ext cx="1900132" cy="72"/>
        </a:xfrm>
        <a:prstGeom prst="rect">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A9FBB69-AD88-4B11-B6ED-24E6B5C9FFB2}">
      <dsp:nvSpPr>
        <dsp:cNvPr id="0" name=""/>
        <dsp:cNvSpPr/>
      </dsp:nvSpPr>
      <dsp:spPr>
        <a:xfrm>
          <a:off x="4182685" y="479528"/>
          <a:ext cx="1900132" cy="2660184"/>
        </a:xfrm>
        <a:prstGeom prst="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8142" tIns="330200" rIns="148142" bIns="330200" numCol="1" spcCol="1270" anchor="t" anchorCtr="0">
          <a:noAutofit/>
        </a:bodyPr>
        <a:lstStyle/>
        <a:p>
          <a:pPr marL="0" lvl="0" indent="0" algn="l" defTabSz="666750">
            <a:lnSpc>
              <a:spcPct val="90000"/>
            </a:lnSpc>
            <a:spcBef>
              <a:spcPct val="0"/>
            </a:spcBef>
            <a:spcAft>
              <a:spcPct val="35000"/>
            </a:spcAft>
            <a:buNone/>
          </a:pPr>
          <a:r>
            <a:rPr lang="en-US" sz="1500" kern="1200"/>
            <a:t>Change requested: Allow phone number registration</a:t>
          </a:r>
        </a:p>
      </dsp:txBody>
      <dsp:txXfrm>
        <a:off x="4182685" y="1490398"/>
        <a:ext cx="1900132" cy="1596110"/>
      </dsp:txXfrm>
    </dsp:sp>
    <dsp:sp modelId="{BB2EF1AD-8F5B-457B-A152-9775AA004AEA}">
      <dsp:nvSpPr>
        <dsp:cNvPr id="0" name=""/>
        <dsp:cNvSpPr/>
      </dsp:nvSpPr>
      <dsp:spPr>
        <a:xfrm>
          <a:off x="4733723" y="745547"/>
          <a:ext cx="798055" cy="798055"/>
        </a:xfrm>
        <a:prstGeom prst="ellips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2220" tIns="12700" rIns="62220" bIns="12700" numCol="1" spcCol="1270" anchor="ctr" anchorCtr="0">
          <a:noAutofit/>
        </a:bodyPr>
        <a:lstStyle/>
        <a:p>
          <a:pPr marL="0" lvl="0" indent="0" algn="ctr" defTabSz="1689100">
            <a:lnSpc>
              <a:spcPct val="90000"/>
            </a:lnSpc>
            <a:spcBef>
              <a:spcPct val="0"/>
            </a:spcBef>
            <a:spcAft>
              <a:spcPct val="35000"/>
            </a:spcAft>
            <a:buNone/>
          </a:pPr>
          <a:r>
            <a:rPr lang="en-US" sz="3800" kern="1200"/>
            <a:t>3</a:t>
          </a:r>
        </a:p>
      </dsp:txBody>
      <dsp:txXfrm>
        <a:off x="4850595" y="862419"/>
        <a:ext cx="564311" cy="564311"/>
      </dsp:txXfrm>
    </dsp:sp>
    <dsp:sp modelId="{6D930C61-7E34-40E4-850A-5705EA581A75}">
      <dsp:nvSpPr>
        <dsp:cNvPr id="0" name=""/>
        <dsp:cNvSpPr/>
      </dsp:nvSpPr>
      <dsp:spPr>
        <a:xfrm>
          <a:off x="4182685" y="3139641"/>
          <a:ext cx="1900132" cy="72"/>
        </a:xfrm>
        <a:prstGeom prst="rect">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D9579D4-2559-44B6-BE0E-530842F1DDB0}">
      <dsp:nvSpPr>
        <dsp:cNvPr id="0" name=""/>
        <dsp:cNvSpPr/>
      </dsp:nvSpPr>
      <dsp:spPr>
        <a:xfrm>
          <a:off x="6272830" y="479528"/>
          <a:ext cx="1900132" cy="2660184"/>
        </a:xfrm>
        <a:prstGeom prst="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8142" tIns="330200" rIns="148142" bIns="330200" numCol="1" spcCol="1270" anchor="t" anchorCtr="0">
          <a:noAutofit/>
        </a:bodyPr>
        <a:lstStyle/>
        <a:p>
          <a:pPr marL="0" lvl="0" indent="0" algn="l" defTabSz="666750">
            <a:lnSpc>
              <a:spcPct val="90000"/>
            </a:lnSpc>
            <a:spcBef>
              <a:spcPct val="0"/>
            </a:spcBef>
            <a:spcAft>
              <a:spcPct val="35000"/>
            </a:spcAft>
            <a:buNone/>
          </a:pPr>
          <a:r>
            <a:rPr lang="en-US" sz="1500" kern="1200"/>
            <a:t>Steps taken: Impact analysis &gt; Approval &gt; Implementation &gt; Testing</a:t>
          </a:r>
        </a:p>
      </dsp:txBody>
      <dsp:txXfrm>
        <a:off x="6272830" y="1490398"/>
        <a:ext cx="1900132" cy="1596110"/>
      </dsp:txXfrm>
    </dsp:sp>
    <dsp:sp modelId="{527969F8-B405-42E1-8D46-2F8A36E3D4C0}">
      <dsp:nvSpPr>
        <dsp:cNvPr id="0" name=""/>
        <dsp:cNvSpPr/>
      </dsp:nvSpPr>
      <dsp:spPr>
        <a:xfrm>
          <a:off x="6823869" y="745547"/>
          <a:ext cx="798055" cy="798055"/>
        </a:xfrm>
        <a:prstGeom prst="ellips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2220" tIns="12700" rIns="62220" bIns="12700" numCol="1" spcCol="1270" anchor="ctr" anchorCtr="0">
          <a:noAutofit/>
        </a:bodyPr>
        <a:lstStyle/>
        <a:p>
          <a:pPr marL="0" lvl="0" indent="0" algn="ctr" defTabSz="1689100">
            <a:lnSpc>
              <a:spcPct val="90000"/>
            </a:lnSpc>
            <a:spcBef>
              <a:spcPct val="0"/>
            </a:spcBef>
            <a:spcAft>
              <a:spcPct val="35000"/>
            </a:spcAft>
            <a:buNone/>
          </a:pPr>
          <a:r>
            <a:rPr lang="en-US" sz="3800" kern="1200"/>
            <a:t>4</a:t>
          </a:r>
        </a:p>
      </dsp:txBody>
      <dsp:txXfrm>
        <a:off x="6940741" y="862419"/>
        <a:ext cx="564311" cy="564311"/>
      </dsp:txXfrm>
    </dsp:sp>
    <dsp:sp modelId="{45679023-F419-48DA-B44F-FD7364EC0B24}">
      <dsp:nvSpPr>
        <dsp:cNvPr id="0" name=""/>
        <dsp:cNvSpPr/>
      </dsp:nvSpPr>
      <dsp:spPr>
        <a:xfrm>
          <a:off x="6272830" y="3139641"/>
          <a:ext cx="1900132" cy="72"/>
        </a:xfrm>
        <a:prstGeom prst="rect">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6B7B74-BF38-4BFF-AD97-14C1B11F56A7}">
      <dsp:nvSpPr>
        <dsp:cNvPr id="0" name=""/>
        <dsp:cNvSpPr/>
      </dsp:nvSpPr>
      <dsp:spPr>
        <a:xfrm>
          <a:off x="0" y="4"/>
          <a:ext cx="5098256" cy="94018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CA21466-1310-4212-8BA3-E32C0AA9544E}">
      <dsp:nvSpPr>
        <dsp:cNvPr id="0" name=""/>
        <dsp:cNvSpPr/>
      </dsp:nvSpPr>
      <dsp:spPr>
        <a:xfrm>
          <a:off x="284404" y="215954"/>
          <a:ext cx="517099" cy="51709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59152D1-1969-4C99-A2BB-7C26A83813FC}">
      <dsp:nvSpPr>
        <dsp:cNvPr id="0" name=""/>
        <dsp:cNvSpPr/>
      </dsp:nvSpPr>
      <dsp:spPr>
        <a:xfrm>
          <a:off x="1085908" y="4413"/>
          <a:ext cx="4012347" cy="9401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02" tIns="99502" rIns="99502" bIns="99502" numCol="1" spcCol="1270" anchor="ctr" anchorCtr="0">
          <a:noAutofit/>
        </a:bodyPr>
        <a:lstStyle/>
        <a:p>
          <a:pPr marL="0" lvl="0" indent="0" algn="l" defTabSz="844550">
            <a:lnSpc>
              <a:spcPct val="100000"/>
            </a:lnSpc>
            <a:spcBef>
              <a:spcPct val="0"/>
            </a:spcBef>
            <a:spcAft>
              <a:spcPct val="35000"/>
            </a:spcAft>
            <a:buNone/>
          </a:pPr>
          <a:r>
            <a:rPr lang="en-US" sz="1900" kern="1200"/>
            <a:t>Maintain detailed documentation - Ensures traceability and transparency</a:t>
          </a:r>
        </a:p>
      </dsp:txBody>
      <dsp:txXfrm>
        <a:off x="1085908" y="4413"/>
        <a:ext cx="4012347" cy="940180"/>
      </dsp:txXfrm>
    </dsp:sp>
    <dsp:sp modelId="{93B636B3-4ACE-4215-8A69-F850C50E308C}">
      <dsp:nvSpPr>
        <dsp:cNvPr id="0" name=""/>
        <dsp:cNvSpPr/>
      </dsp:nvSpPr>
      <dsp:spPr>
        <a:xfrm>
          <a:off x="0" y="1179639"/>
          <a:ext cx="5098256" cy="94018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CED39CF-F252-4D09-985A-8F51BACA5CB5}">
      <dsp:nvSpPr>
        <dsp:cNvPr id="0" name=""/>
        <dsp:cNvSpPr/>
      </dsp:nvSpPr>
      <dsp:spPr>
        <a:xfrm>
          <a:off x="284404" y="1391180"/>
          <a:ext cx="517099" cy="51709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F43FD1F-09CF-4274-8453-5B31BB164221}">
      <dsp:nvSpPr>
        <dsp:cNvPr id="0" name=""/>
        <dsp:cNvSpPr/>
      </dsp:nvSpPr>
      <dsp:spPr>
        <a:xfrm>
          <a:off x="1085908" y="1179639"/>
          <a:ext cx="4012347" cy="9401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02" tIns="99502" rIns="99502" bIns="99502" numCol="1" spcCol="1270" anchor="ctr" anchorCtr="0">
          <a:noAutofit/>
        </a:bodyPr>
        <a:lstStyle/>
        <a:p>
          <a:pPr marL="0" lvl="0" indent="0" algn="l" defTabSz="844550">
            <a:lnSpc>
              <a:spcPct val="100000"/>
            </a:lnSpc>
            <a:spcBef>
              <a:spcPct val="0"/>
            </a:spcBef>
            <a:spcAft>
              <a:spcPct val="35000"/>
            </a:spcAft>
            <a:buNone/>
          </a:pPr>
          <a:r>
            <a:rPr lang="en-US" sz="1900" kern="1200"/>
            <a:t>Communicate changes to all parties - Avoids confusion and misalignment</a:t>
          </a:r>
        </a:p>
      </dsp:txBody>
      <dsp:txXfrm>
        <a:off x="1085908" y="1179639"/>
        <a:ext cx="4012347" cy="940180"/>
      </dsp:txXfrm>
    </dsp:sp>
    <dsp:sp modelId="{FC726123-EFD9-49AD-ADDC-9EEDBBA71011}">
      <dsp:nvSpPr>
        <dsp:cNvPr id="0" name=""/>
        <dsp:cNvSpPr/>
      </dsp:nvSpPr>
      <dsp:spPr>
        <a:xfrm>
          <a:off x="0" y="2354865"/>
          <a:ext cx="5098256" cy="94018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B3DE463-ADA8-4B81-B589-FEA0C49A76A3}">
      <dsp:nvSpPr>
        <dsp:cNvPr id="0" name=""/>
        <dsp:cNvSpPr/>
      </dsp:nvSpPr>
      <dsp:spPr>
        <a:xfrm>
          <a:off x="284404" y="2566406"/>
          <a:ext cx="517099" cy="51709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0C1A251-8405-4B24-88A2-D35B3B177A0B}">
      <dsp:nvSpPr>
        <dsp:cNvPr id="0" name=""/>
        <dsp:cNvSpPr/>
      </dsp:nvSpPr>
      <dsp:spPr>
        <a:xfrm>
          <a:off x="1085908" y="2354865"/>
          <a:ext cx="4012347" cy="9401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02" tIns="99502" rIns="99502" bIns="99502" numCol="1" spcCol="1270" anchor="ctr" anchorCtr="0">
          <a:noAutofit/>
        </a:bodyPr>
        <a:lstStyle/>
        <a:p>
          <a:pPr marL="0" lvl="0" indent="0" algn="l" defTabSz="844550">
            <a:lnSpc>
              <a:spcPct val="100000"/>
            </a:lnSpc>
            <a:spcBef>
              <a:spcPct val="0"/>
            </a:spcBef>
            <a:spcAft>
              <a:spcPct val="35000"/>
            </a:spcAft>
            <a:buNone/>
          </a:pPr>
          <a:r>
            <a:rPr lang="en-US" sz="1900" kern="1200"/>
            <a:t>Evaluate changes continuously - Encourages proactive planning</a:t>
          </a:r>
        </a:p>
      </dsp:txBody>
      <dsp:txXfrm>
        <a:off x="1085908" y="2354865"/>
        <a:ext cx="4012347" cy="940180"/>
      </dsp:txXfrm>
    </dsp:sp>
    <dsp:sp modelId="{C4C2CCBA-847D-4D19-B6A9-F6D3E4972E4F}">
      <dsp:nvSpPr>
        <dsp:cNvPr id="0" name=""/>
        <dsp:cNvSpPr/>
      </dsp:nvSpPr>
      <dsp:spPr>
        <a:xfrm>
          <a:off x="0" y="3530091"/>
          <a:ext cx="5098256" cy="94018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A991EB4-2ACA-4437-80C0-9709CFB93AAF}">
      <dsp:nvSpPr>
        <dsp:cNvPr id="0" name=""/>
        <dsp:cNvSpPr/>
      </dsp:nvSpPr>
      <dsp:spPr>
        <a:xfrm>
          <a:off x="284404" y="3741632"/>
          <a:ext cx="517099" cy="51709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87EE4DA-8FAD-44C5-9907-C749114EB1B6}">
      <dsp:nvSpPr>
        <dsp:cNvPr id="0" name=""/>
        <dsp:cNvSpPr/>
      </dsp:nvSpPr>
      <dsp:spPr>
        <a:xfrm>
          <a:off x="1085908" y="3530091"/>
          <a:ext cx="4012347" cy="9401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02" tIns="99502" rIns="99502" bIns="99502" numCol="1" spcCol="1270" anchor="ctr" anchorCtr="0">
          <a:noAutofit/>
        </a:bodyPr>
        <a:lstStyle/>
        <a:p>
          <a:pPr marL="0" lvl="0" indent="0" algn="l" defTabSz="844550">
            <a:lnSpc>
              <a:spcPct val="100000"/>
            </a:lnSpc>
            <a:spcBef>
              <a:spcPct val="0"/>
            </a:spcBef>
            <a:spcAft>
              <a:spcPct val="35000"/>
            </a:spcAft>
            <a:buNone/>
          </a:pPr>
          <a:r>
            <a:rPr lang="en-US" sz="1900" kern="1200"/>
            <a:t>Use proper tools - Increases efficiency and reduces manual errors</a:t>
          </a:r>
        </a:p>
      </dsp:txBody>
      <dsp:txXfrm>
        <a:off x="1085908" y="3530091"/>
        <a:ext cx="4012347" cy="940180"/>
      </dsp:txXfrm>
    </dsp:sp>
    <dsp:sp modelId="{83D6B8B1-4C65-4A41-9C3B-A8AB40E90AD4}">
      <dsp:nvSpPr>
        <dsp:cNvPr id="0" name=""/>
        <dsp:cNvSpPr/>
      </dsp:nvSpPr>
      <dsp:spPr>
        <a:xfrm>
          <a:off x="0" y="4705317"/>
          <a:ext cx="5098256" cy="94018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A468DC2-CC78-407C-BA27-0C097D8E35D0}">
      <dsp:nvSpPr>
        <dsp:cNvPr id="0" name=""/>
        <dsp:cNvSpPr/>
      </dsp:nvSpPr>
      <dsp:spPr>
        <a:xfrm>
          <a:off x="284404" y="4916857"/>
          <a:ext cx="517099" cy="517099"/>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8E6B794-210F-40A1-920F-87072D8D0B71}">
      <dsp:nvSpPr>
        <dsp:cNvPr id="0" name=""/>
        <dsp:cNvSpPr/>
      </dsp:nvSpPr>
      <dsp:spPr>
        <a:xfrm>
          <a:off x="1085908" y="4705317"/>
          <a:ext cx="4012347" cy="9401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02" tIns="99502" rIns="99502" bIns="99502" numCol="1" spcCol="1270" anchor="ctr" anchorCtr="0">
          <a:noAutofit/>
        </a:bodyPr>
        <a:lstStyle/>
        <a:p>
          <a:pPr marL="0" lvl="0" indent="0" algn="l" defTabSz="844550">
            <a:lnSpc>
              <a:spcPct val="100000"/>
            </a:lnSpc>
            <a:spcBef>
              <a:spcPct val="0"/>
            </a:spcBef>
            <a:spcAft>
              <a:spcPct val="35000"/>
            </a:spcAft>
            <a:buNone/>
          </a:pPr>
          <a:r>
            <a:rPr lang="en-US" sz="1900" kern="1200"/>
            <a:t>Monitor cumulative impact - Prevents overall project deviation</a:t>
          </a:r>
        </a:p>
      </dsp:txBody>
      <dsp:txXfrm>
        <a:off x="1085908" y="4705317"/>
        <a:ext cx="4012347" cy="94018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1D828B-1071-4168-9FD5-A12EB5E57D16}">
      <dsp:nvSpPr>
        <dsp:cNvPr id="0" name=""/>
        <dsp:cNvSpPr/>
      </dsp:nvSpPr>
      <dsp:spPr>
        <a:xfrm>
          <a:off x="0" y="81756"/>
          <a:ext cx="5098256" cy="1319759"/>
        </a:xfrm>
        <a:prstGeom prst="roundRect">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Frequent scope creep - Too many unplanned changes can derail the project</a:t>
          </a:r>
        </a:p>
      </dsp:txBody>
      <dsp:txXfrm>
        <a:off x="64425" y="146181"/>
        <a:ext cx="4969406" cy="1190909"/>
      </dsp:txXfrm>
    </dsp:sp>
    <dsp:sp modelId="{34E427C8-663E-4993-8A8E-56E1C1EF044C}">
      <dsp:nvSpPr>
        <dsp:cNvPr id="0" name=""/>
        <dsp:cNvSpPr/>
      </dsp:nvSpPr>
      <dsp:spPr>
        <a:xfrm>
          <a:off x="0" y="1470636"/>
          <a:ext cx="5098256" cy="1319759"/>
        </a:xfrm>
        <a:prstGeom prst="roundRect">
          <a:avLst/>
        </a:prstGeom>
        <a:solidFill>
          <a:schemeClr val="accent5">
            <a:hueOff val="709040"/>
            <a:satOff val="-7964"/>
            <a:lumOff val="-1699"/>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Resistance from stakeholders - Not everyone may support a change</a:t>
          </a:r>
        </a:p>
      </dsp:txBody>
      <dsp:txXfrm>
        <a:off x="64425" y="1535061"/>
        <a:ext cx="4969406" cy="1190909"/>
      </dsp:txXfrm>
    </dsp:sp>
    <dsp:sp modelId="{53C8261F-8371-435C-A7B5-9361DDFAEBC7}">
      <dsp:nvSpPr>
        <dsp:cNvPr id="0" name=""/>
        <dsp:cNvSpPr/>
      </dsp:nvSpPr>
      <dsp:spPr>
        <a:xfrm>
          <a:off x="0" y="2859516"/>
          <a:ext cx="5098256" cy="1319759"/>
        </a:xfrm>
        <a:prstGeom prst="roundRect">
          <a:avLst/>
        </a:prstGeom>
        <a:solidFill>
          <a:schemeClr val="accent5">
            <a:hueOff val="1418080"/>
            <a:satOff val="-15927"/>
            <a:lumOff val="-3399"/>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Poor documentation - Leads to confusion or miscommunication</a:t>
          </a:r>
        </a:p>
      </dsp:txBody>
      <dsp:txXfrm>
        <a:off x="64425" y="2923941"/>
        <a:ext cx="4969406" cy="1190909"/>
      </dsp:txXfrm>
    </dsp:sp>
    <dsp:sp modelId="{3FB1E930-F81F-473E-BE07-BDD1C29F6A1D}">
      <dsp:nvSpPr>
        <dsp:cNvPr id="0" name=""/>
        <dsp:cNvSpPr/>
      </dsp:nvSpPr>
      <dsp:spPr>
        <a:xfrm>
          <a:off x="0" y="4248396"/>
          <a:ext cx="5098256" cy="1319759"/>
        </a:xfrm>
        <a:prstGeom prst="roundRect">
          <a:avLst/>
        </a:prstGeom>
        <a:solidFill>
          <a:schemeClr val="accent5">
            <a:hueOff val="2127120"/>
            <a:satOff val="-23891"/>
            <a:lumOff val="-5098"/>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Underestimation of change impact - Can result in delays or cost overruns</a:t>
          </a:r>
        </a:p>
      </dsp:txBody>
      <dsp:txXfrm>
        <a:off x="64425" y="4312821"/>
        <a:ext cx="4969406" cy="1190909"/>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DC24D2-6C9F-447B-80F7-CEE651A51BEE}">
      <dsp:nvSpPr>
        <dsp:cNvPr id="0" name=""/>
        <dsp:cNvSpPr/>
      </dsp:nvSpPr>
      <dsp:spPr>
        <a:xfrm>
          <a:off x="0" y="689"/>
          <a:ext cx="5098256" cy="161386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600D996-DAD8-4BF3-97AB-40C8C2FD4A5C}">
      <dsp:nvSpPr>
        <dsp:cNvPr id="0" name=""/>
        <dsp:cNvSpPr/>
      </dsp:nvSpPr>
      <dsp:spPr>
        <a:xfrm>
          <a:off x="488194" y="363809"/>
          <a:ext cx="887626" cy="88762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AFA4128-9F3C-47BD-80A9-68CE7FBC34BB}">
      <dsp:nvSpPr>
        <dsp:cNvPr id="0" name=""/>
        <dsp:cNvSpPr/>
      </dsp:nvSpPr>
      <dsp:spPr>
        <a:xfrm>
          <a:off x="1864015" y="689"/>
          <a:ext cx="3234240" cy="16138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801" tIns="170801" rIns="170801" bIns="170801" numCol="1" spcCol="1270" anchor="ctr" anchorCtr="0">
          <a:noAutofit/>
        </a:bodyPr>
        <a:lstStyle/>
        <a:p>
          <a:pPr marL="0" lvl="0" indent="0" algn="l" defTabSz="889000">
            <a:lnSpc>
              <a:spcPct val="90000"/>
            </a:lnSpc>
            <a:spcBef>
              <a:spcPct val="0"/>
            </a:spcBef>
            <a:spcAft>
              <a:spcPct val="35000"/>
            </a:spcAft>
            <a:buNone/>
          </a:pPr>
          <a:r>
            <a:rPr lang="en-US" sz="2000" kern="1200"/>
            <a:t>Recap of CRM importance - </a:t>
          </a:r>
          <a:r>
            <a:rPr lang="en-MY" sz="2000" kern="1200"/>
            <a:t>Manages changes effectively, maintaining </a:t>
          </a:r>
          <a:r>
            <a:rPr lang="en-MY" sz="2000" kern="1200" err="1"/>
            <a:t>qualit</a:t>
          </a:r>
          <a:endParaRPr lang="en-US" sz="2000" kern="1200"/>
        </a:p>
      </dsp:txBody>
      <dsp:txXfrm>
        <a:off x="1864015" y="689"/>
        <a:ext cx="3234240" cy="1613866"/>
      </dsp:txXfrm>
    </dsp:sp>
    <dsp:sp modelId="{6CFEB402-A369-4BF4-9FF7-B37F6063FC7F}">
      <dsp:nvSpPr>
        <dsp:cNvPr id="0" name=""/>
        <dsp:cNvSpPr/>
      </dsp:nvSpPr>
      <dsp:spPr>
        <a:xfrm>
          <a:off x="0" y="2018022"/>
          <a:ext cx="5098256" cy="161386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9915D86-CEB4-4C7C-BF46-BFDF1D3B8FA9}">
      <dsp:nvSpPr>
        <dsp:cNvPr id="0" name=""/>
        <dsp:cNvSpPr/>
      </dsp:nvSpPr>
      <dsp:spPr>
        <a:xfrm>
          <a:off x="488194" y="2381142"/>
          <a:ext cx="887626" cy="88762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BFDB026-7753-4DAE-B3C1-31C63B719C0A}">
      <dsp:nvSpPr>
        <dsp:cNvPr id="0" name=""/>
        <dsp:cNvSpPr/>
      </dsp:nvSpPr>
      <dsp:spPr>
        <a:xfrm>
          <a:off x="1864015" y="2018022"/>
          <a:ext cx="3234240" cy="16138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801" tIns="170801" rIns="170801" bIns="170801" numCol="1" spcCol="1270" anchor="ctr" anchorCtr="0">
          <a:noAutofit/>
        </a:bodyPr>
        <a:lstStyle/>
        <a:p>
          <a:pPr marL="0" lvl="0" indent="0" algn="l" defTabSz="889000">
            <a:lnSpc>
              <a:spcPct val="90000"/>
            </a:lnSpc>
            <a:spcBef>
              <a:spcPct val="0"/>
            </a:spcBef>
            <a:spcAft>
              <a:spcPct val="35000"/>
            </a:spcAft>
            <a:buNone/>
          </a:pPr>
          <a:r>
            <a:rPr lang="en-US" sz="2000" kern="1200"/>
            <a:t>Key takeaway: 'A good change request process reduces chaos and increases project success.'</a:t>
          </a:r>
        </a:p>
      </dsp:txBody>
      <dsp:txXfrm>
        <a:off x="1864015" y="2018022"/>
        <a:ext cx="3234240" cy="1613866"/>
      </dsp:txXfrm>
    </dsp:sp>
    <dsp:sp modelId="{B21C65C0-FD37-4821-824A-8503FE5B832F}">
      <dsp:nvSpPr>
        <dsp:cNvPr id="0" name=""/>
        <dsp:cNvSpPr/>
      </dsp:nvSpPr>
      <dsp:spPr>
        <a:xfrm>
          <a:off x="0" y="4035355"/>
          <a:ext cx="5098256" cy="161386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CD1EEE9-FCE7-4839-995C-7FE2CA670493}">
      <dsp:nvSpPr>
        <dsp:cNvPr id="0" name=""/>
        <dsp:cNvSpPr/>
      </dsp:nvSpPr>
      <dsp:spPr>
        <a:xfrm>
          <a:off x="488194" y="4398475"/>
          <a:ext cx="887626" cy="88762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DA6B0E8-99CF-4099-924C-208E3C4F214E}">
      <dsp:nvSpPr>
        <dsp:cNvPr id="0" name=""/>
        <dsp:cNvSpPr/>
      </dsp:nvSpPr>
      <dsp:spPr>
        <a:xfrm>
          <a:off x="1864015" y="4035355"/>
          <a:ext cx="3234240" cy="16138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801" tIns="170801" rIns="170801" bIns="170801" numCol="1" spcCol="1270" anchor="ctr" anchorCtr="0">
          <a:noAutofit/>
        </a:bodyPr>
        <a:lstStyle/>
        <a:p>
          <a:pPr marL="0" lvl="0" indent="0" algn="l" defTabSz="889000">
            <a:lnSpc>
              <a:spcPct val="90000"/>
            </a:lnSpc>
            <a:spcBef>
              <a:spcPct val="0"/>
            </a:spcBef>
            <a:spcAft>
              <a:spcPct val="35000"/>
            </a:spcAft>
            <a:buNone/>
          </a:pPr>
          <a:r>
            <a:rPr lang="en-US" sz="2000" kern="1200"/>
            <a:t>Invite questions from audience</a:t>
          </a:r>
        </a:p>
      </dsp:txBody>
      <dsp:txXfrm>
        <a:off x="1864015" y="4035355"/>
        <a:ext cx="3234240" cy="1613866"/>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7.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MY"/>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36CC6C8-E8D5-424D-85DE-0A2A0D6D923C}" type="datetimeFigureOut">
              <a:rPr lang="en-MY" smtClean="0"/>
              <a:t>28/07/2025</a:t>
            </a:fld>
            <a:endParaRPr lang="en-MY"/>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MY"/>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MY"/>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A17BA2C-AA05-48BC-B722-573C29A8DE1D}" type="slidenum">
              <a:rPr lang="en-MY" smtClean="0"/>
              <a:t>‹#›</a:t>
            </a:fld>
            <a:endParaRPr lang="en-MY"/>
          </a:p>
        </p:txBody>
      </p:sp>
    </p:spTree>
    <p:extLst>
      <p:ext uri="{BB962C8B-B14F-4D97-AF65-F5344CB8AC3E}">
        <p14:creationId xmlns:p14="http://schemas.microsoft.com/office/powerpoint/2010/main" val="31254749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Definition</a:t>
            </a:r>
            <a:r>
              <a:rPr lang="en-US"/>
              <a:t>: Change Request Management (CRM) refers to the structured approach used to manage changes to the software requirements after the initial agreement. It ensures that any requested modifications are assessed, approved, implemented, and documented properly.</a:t>
            </a:r>
          </a:p>
          <a:p>
            <a:endParaRPr lang="en-US" b="1"/>
          </a:p>
          <a:p>
            <a:r>
              <a:rPr lang="en-US" b="1"/>
              <a:t>Importance</a:t>
            </a:r>
            <a:r>
              <a:rPr lang="en-US"/>
              <a:t>: Without a proper CRM process, projects may face scope creep, budget overruns, and delays. It provides control over the development process and aligns the outcome with stakeholder expectations.</a:t>
            </a:r>
          </a:p>
          <a:p>
            <a:endParaRPr lang="en-US" b="1"/>
          </a:p>
          <a:p>
            <a:r>
              <a:rPr lang="en-US" b="1"/>
              <a:t>Key Phrase</a:t>
            </a:r>
            <a:r>
              <a:rPr lang="en-US"/>
              <a:t>: This highlights the inevitability of changes in software projects and emphasizes the need for a systematic way to manage them</a:t>
            </a:r>
          </a:p>
          <a:p>
            <a:endParaRPr lang="en-MY"/>
          </a:p>
        </p:txBody>
      </p:sp>
      <p:sp>
        <p:nvSpPr>
          <p:cNvPr id="4" name="Slide Number Placeholder 3"/>
          <p:cNvSpPr>
            <a:spLocks noGrp="1"/>
          </p:cNvSpPr>
          <p:nvPr>
            <p:ph type="sldNum" sz="quarter" idx="5"/>
          </p:nvPr>
        </p:nvSpPr>
        <p:spPr/>
        <p:txBody>
          <a:bodyPr/>
          <a:lstStyle/>
          <a:p>
            <a:fld id="{DA17BA2C-AA05-48BC-B722-573C29A8DE1D}" type="slidenum">
              <a:rPr lang="en-MY" smtClean="0"/>
              <a:t>3</a:t>
            </a:fld>
            <a:endParaRPr lang="en-MY"/>
          </a:p>
        </p:txBody>
      </p:sp>
    </p:spTree>
    <p:extLst>
      <p:ext uri="{BB962C8B-B14F-4D97-AF65-F5344CB8AC3E}">
        <p14:creationId xmlns:p14="http://schemas.microsoft.com/office/powerpoint/2010/main" val="41277022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5"/>
          </p:nvPr>
        </p:nvSpPr>
        <p:spPr/>
        <p:txBody>
          <a:bodyPr/>
          <a:lstStyle/>
          <a:p>
            <a:fld id="{DA17BA2C-AA05-48BC-B722-573C29A8DE1D}" type="slidenum">
              <a:rPr lang="en-MY" smtClean="0"/>
              <a:t>4</a:t>
            </a:fld>
            <a:endParaRPr lang="en-MY"/>
          </a:p>
        </p:txBody>
      </p:sp>
    </p:spTree>
    <p:extLst>
      <p:ext uri="{BB962C8B-B14F-4D97-AF65-F5344CB8AC3E}">
        <p14:creationId xmlns:p14="http://schemas.microsoft.com/office/powerpoint/2010/main" val="37322075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5"/>
          </p:nvPr>
        </p:nvSpPr>
        <p:spPr/>
        <p:txBody>
          <a:bodyPr/>
          <a:lstStyle/>
          <a:p>
            <a:fld id="{DA17BA2C-AA05-48BC-B722-573C29A8DE1D}" type="slidenum">
              <a:rPr lang="en-MY" smtClean="0"/>
              <a:t>6</a:t>
            </a:fld>
            <a:endParaRPr lang="en-MY"/>
          </a:p>
        </p:txBody>
      </p:sp>
    </p:spTree>
    <p:extLst>
      <p:ext uri="{BB962C8B-B14F-4D97-AF65-F5344CB8AC3E}">
        <p14:creationId xmlns:p14="http://schemas.microsoft.com/office/powerpoint/2010/main" val="21292105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Change ID</a:t>
            </a:r>
            <a:r>
              <a:rPr lang="en-US"/>
              <a:t>: A unique identifier for tracking the request.</a:t>
            </a:r>
          </a:p>
          <a:p>
            <a:endParaRPr lang="en-US" b="1"/>
          </a:p>
          <a:p>
            <a:r>
              <a:rPr lang="en-US" b="1"/>
              <a:t>Description of the change</a:t>
            </a:r>
            <a:r>
              <a:rPr lang="en-US"/>
              <a:t>: A clear explanation of what is being proposed.</a:t>
            </a:r>
          </a:p>
          <a:p>
            <a:endParaRPr lang="en-US" b="1"/>
          </a:p>
          <a:p>
            <a:r>
              <a:rPr lang="en-US" b="1"/>
              <a:t>Reason for the change</a:t>
            </a:r>
            <a:r>
              <a:rPr lang="en-US"/>
              <a:t>: Justification for the change, such as new requirements or bug fixes.</a:t>
            </a:r>
          </a:p>
          <a:p>
            <a:endParaRPr lang="en-US" b="1"/>
          </a:p>
          <a:p>
            <a:r>
              <a:rPr lang="en-US" b="1"/>
              <a:t>Priority/Severity</a:t>
            </a:r>
            <a:r>
              <a:rPr lang="en-US"/>
              <a:t>: Indicates how critical the change is.</a:t>
            </a:r>
          </a:p>
          <a:p>
            <a:endParaRPr lang="en-US" b="1"/>
          </a:p>
          <a:p>
            <a:r>
              <a:rPr lang="en-US" b="1"/>
              <a:t>Impact assessment</a:t>
            </a:r>
            <a:r>
              <a:rPr lang="en-US"/>
              <a:t>: Analysis of how the change affects various aspects of the project.</a:t>
            </a:r>
          </a:p>
          <a:p>
            <a:endParaRPr lang="en-US" b="1"/>
          </a:p>
          <a:p>
            <a:r>
              <a:rPr lang="en-US" b="1"/>
              <a:t>Approval section</a:t>
            </a:r>
            <a:r>
              <a:rPr lang="en-US"/>
              <a:t>: Space for relevant authorities to approve or reject the change.</a:t>
            </a:r>
          </a:p>
          <a:p>
            <a:endParaRPr lang="en-MY"/>
          </a:p>
        </p:txBody>
      </p:sp>
      <p:sp>
        <p:nvSpPr>
          <p:cNvPr id="4" name="Slide Number Placeholder 3"/>
          <p:cNvSpPr>
            <a:spLocks noGrp="1"/>
          </p:cNvSpPr>
          <p:nvPr>
            <p:ph type="sldNum" sz="quarter" idx="5"/>
          </p:nvPr>
        </p:nvSpPr>
        <p:spPr/>
        <p:txBody>
          <a:bodyPr/>
          <a:lstStyle/>
          <a:p>
            <a:fld id="{DA17BA2C-AA05-48BC-B722-573C29A8DE1D}" type="slidenum">
              <a:rPr lang="en-MY" smtClean="0"/>
              <a:t>7</a:t>
            </a:fld>
            <a:endParaRPr lang="en-MY"/>
          </a:p>
        </p:txBody>
      </p:sp>
    </p:spTree>
    <p:extLst>
      <p:ext uri="{BB962C8B-B14F-4D97-AF65-F5344CB8AC3E}">
        <p14:creationId xmlns:p14="http://schemas.microsoft.com/office/powerpoint/2010/main" val="22642327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5"/>
          </p:nvPr>
        </p:nvSpPr>
        <p:spPr/>
        <p:txBody>
          <a:bodyPr/>
          <a:lstStyle/>
          <a:p>
            <a:fld id="{DA17BA2C-AA05-48BC-B722-573C29A8DE1D}" type="slidenum">
              <a:rPr lang="en-MY" smtClean="0"/>
              <a:t>8</a:t>
            </a:fld>
            <a:endParaRPr lang="en-MY"/>
          </a:p>
        </p:txBody>
      </p:sp>
    </p:spTree>
    <p:extLst>
      <p:ext uri="{BB962C8B-B14F-4D97-AF65-F5344CB8AC3E}">
        <p14:creationId xmlns:p14="http://schemas.microsoft.com/office/powerpoint/2010/main" val="309337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5"/>
          </p:nvPr>
        </p:nvSpPr>
        <p:spPr/>
        <p:txBody>
          <a:bodyPr/>
          <a:lstStyle/>
          <a:p>
            <a:fld id="{DA17BA2C-AA05-48BC-B722-573C29A8DE1D}" type="slidenum">
              <a:rPr lang="en-MY" smtClean="0"/>
              <a:t>9</a:t>
            </a:fld>
            <a:endParaRPr lang="en-MY"/>
          </a:p>
        </p:txBody>
      </p:sp>
    </p:spTree>
    <p:extLst>
      <p:ext uri="{BB962C8B-B14F-4D97-AF65-F5344CB8AC3E}">
        <p14:creationId xmlns:p14="http://schemas.microsoft.com/office/powerpoint/2010/main" val="5393433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Definition</a:t>
            </a:r>
            <a:r>
              <a:rPr lang="en-US"/>
              <a:t>: A formal group responsible for reviewing and deciding on change requests.</a:t>
            </a:r>
          </a:p>
          <a:p>
            <a:endParaRPr lang="en-US" b="1"/>
          </a:p>
          <a:p>
            <a:r>
              <a:rPr lang="en-US" b="1"/>
              <a:t>Members</a:t>
            </a:r>
            <a:r>
              <a:rPr lang="en-US"/>
              <a:t>: Typically includes the project manager, technical lead, quality assurance, and stakeholder representatives.</a:t>
            </a:r>
          </a:p>
          <a:p>
            <a:endParaRPr lang="en-US" b="1"/>
          </a:p>
          <a:p>
            <a:r>
              <a:rPr lang="en-US" b="1"/>
              <a:t>Decision criteria</a:t>
            </a:r>
            <a:r>
              <a:rPr lang="en-US"/>
              <a:t>: Decisions are based on factors such as feasibility, cost, impact, and benefit to the project.</a:t>
            </a:r>
          </a:p>
          <a:p>
            <a:endParaRPr lang="en-MY"/>
          </a:p>
        </p:txBody>
      </p:sp>
      <p:sp>
        <p:nvSpPr>
          <p:cNvPr id="4" name="Slide Number Placeholder 3"/>
          <p:cNvSpPr>
            <a:spLocks noGrp="1"/>
          </p:cNvSpPr>
          <p:nvPr>
            <p:ph type="sldNum" sz="quarter" idx="5"/>
          </p:nvPr>
        </p:nvSpPr>
        <p:spPr/>
        <p:txBody>
          <a:bodyPr/>
          <a:lstStyle/>
          <a:p>
            <a:fld id="{DA17BA2C-AA05-48BC-B722-573C29A8DE1D}" type="slidenum">
              <a:rPr lang="en-MY" smtClean="0"/>
              <a:t>10</a:t>
            </a:fld>
            <a:endParaRPr lang="en-MY"/>
          </a:p>
        </p:txBody>
      </p:sp>
    </p:spTree>
    <p:extLst>
      <p:ext uri="{BB962C8B-B14F-4D97-AF65-F5344CB8AC3E}">
        <p14:creationId xmlns:p14="http://schemas.microsoft.com/office/powerpoint/2010/main" val="34195041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ITIL - Information Technology Infrastructure Library, a set of best practices for IT service management</a:t>
            </a:r>
            <a:endParaRPr lang="en-MY"/>
          </a:p>
        </p:txBody>
      </p:sp>
      <p:sp>
        <p:nvSpPr>
          <p:cNvPr id="4" name="Slide Number Placeholder 3"/>
          <p:cNvSpPr>
            <a:spLocks noGrp="1"/>
          </p:cNvSpPr>
          <p:nvPr>
            <p:ph type="sldNum" sz="quarter" idx="5"/>
          </p:nvPr>
        </p:nvSpPr>
        <p:spPr/>
        <p:txBody>
          <a:bodyPr/>
          <a:lstStyle/>
          <a:p>
            <a:fld id="{DA17BA2C-AA05-48BC-B722-573C29A8DE1D}" type="slidenum">
              <a:rPr lang="en-MY" smtClean="0"/>
              <a:t>11</a:t>
            </a:fld>
            <a:endParaRPr lang="en-MY"/>
          </a:p>
        </p:txBody>
      </p:sp>
    </p:spTree>
    <p:extLst>
      <p:ext uri="{BB962C8B-B14F-4D97-AF65-F5344CB8AC3E}">
        <p14:creationId xmlns:p14="http://schemas.microsoft.com/office/powerpoint/2010/main" val="9177073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5"/>
          </p:nvPr>
        </p:nvSpPr>
        <p:spPr/>
        <p:txBody>
          <a:bodyPr/>
          <a:lstStyle/>
          <a:p>
            <a:fld id="{DA17BA2C-AA05-48BC-B722-573C29A8DE1D}" type="slidenum">
              <a:rPr lang="en-MY" smtClean="0"/>
              <a:t>13</a:t>
            </a:fld>
            <a:endParaRPr lang="en-MY"/>
          </a:p>
        </p:txBody>
      </p:sp>
    </p:spTree>
    <p:extLst>
      <p:ext uri="{BB962C8B-B14F-4D97-AF65-F5344CB8AC3E}">
        <p14:creationId xmlns:p14="http://schemas.microsoft.com/office/powerpoint/2010/main" val="18348763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5"/>
          </p:nvPr>
        </p:nvSpPr>
        <p:spPr/>
        <p:txBody>
          <a:bodyPr/>
          <a:lstStyle/>
          <a:p>
            <a:fld id="{DA17BA2C-AA05-48BC-B722-573C29A8DE1D}" type="slidenum">
              <a:rPr lang="en-MY" smtClean="0"/>
              <a:t>14</a:t>
            </a:fld>
            <a:endParaRPr lang="en-MY"/>
          </a:p>
        </p:txBody>
      </p:sp>
    </p:spTree>
    <p:extLst>
      <p:ext uri="{BB962C8B-B14F-4D97-AF65-F5344CB8AC3E}">
        <p14:creationId xmlns:p14="http://schemas.microsoft.com/office/powerpoint/2010/main" val="16583286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5"/>
          </p:nvPr>
        </p:nvSpPr>
        <p:spPr/>
        <p:txBody>
          <a:bodyPr/>
          <a:lstStyle/>
          <a:p>
            <a:fld id="{DA17BA2C-AA05-48BC-B722-573C29A8DE1D}" type="slidenum">
              <a:rPr lang="en-MY" smtClean="0"/>
              <a:t>15</a:t>
            </a:fld>
            <a:endParaRPr lang="en-MY"/>
          </a:p>
        </p:txBody>
      </p:sp>
    </p:spTree>
    <p:extLst>
      <p:ext uri="{BB962C8B-B14F-4D97-AF65-F5344CB8AC3E}">
        <p14:creationId xmlns:p14="http://schemas.microsoft.com/office/powerpoint/2010/main" val="1045370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5"/>
          </p:nvPr>
        </p:nvSpPr>
        <p:spPr/>
        <p:txBody>
          <a:bodyPr/>
          <a:lstStyle/>
          <a:p>
            <a:fld id="{DA17BA2C-AA05-48BC-B722-573C29A8DE1D}" type="slidenum">
              <a:rPr lang="en-MY" smtClean="0"/>
              <a:t>16</a:t>
            </a:fld>
            <a:endParaRPr lang="en-MY"/>
          </a:p>
        </p:txBody>
      </p:sp>
    </p:spTree>
    <p:extLst>
      <p:ext uri="{BB962C8B-B14F-4D97-AF65-F5344CB8AC3E}">
        <p14:creationId xmlns:p14="http://schemas.microsoft.com/office/powerpoint/2010/main" val="27052194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5"/>
          </p:nvPr>
        </p:nvSpPr>
        <p:spPr/>
        <p:txBody>
          <a:bodyPr/>
          <a:lstStyle/>
          <a:p>
            <a:fld id="{DA17BA2C-AA05-48BC-B722-573C29A8DE1D}" type="slidenum">
              <a:rPr lang="en-MY" smtClean="0"/>
              <a:t>17</a:t>
            </a:fld>
            <a:endParaRPr lang="en-MY"/>
          </a:p>
        </p:txBody>
      </p:sp>
    </p:spTree>
    <p:extLst>
      <p:ext uri="{BB962C8B-B14F-4D97-AF65-F5344CB8AC3E}">
        <p14:creationId xmlns:p14="http://schemas.microsoft.com/office/powerpoint/2010/main" val="18902372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0865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632003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018584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a:t>Click to edit Master title style</a:t>
            </a:r>
          </a:p>
        </p:txBody>
      </p:sp>
      <p:sp>
        <p:nvSpPr>
          <p:cNvPr id="3" name="Content Placeholder 2"/>
          <p:cNvSpPr>
            <a:spLocks noGrp="1"/>
          </p:cNvSpPr>
          <p:nvPr>
            <p:ph sz="half" idx="1"/>
          </p:nvPr>
        </p:nvSpPr>
        <p:spPr>
          <a:xfrm>
            <a:off x="822960" y="1845734"/>
            <a:ext cx="370332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63440" y="1845736"/>
            <a:ext cx="370332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7/28/25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059894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a:t>Click to edit Master title style</a:t>
            </a:r>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296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44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7/28/25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475084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7/28/25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902812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5BCAD085-E8A6-8845-BD4E-CB4CCA059FC4}" type="datetimeFigureOut">
              <a:rPr lang="en-US" smtClean="0"/>
              <a:t>7/28/25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35275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a:t>Click to edit Master title style</a:t>
            </a:r>
          </a:p>
        </p:txBody>
      </p:sp>
      <p:sp>
        <p:nvSpPr>
          <p:cNvPr id="3" name="Content Placeholder 2"/>
          <p:cNvSpPr>
            <a:spLocks noGrp="1"/>
          </p:cNvSpPr>
          <p:nvPr>
            <p:ph idx="1"/>
          </p:nvPr>
        </p:nvSpPr>
        <p:spPr>
          <a:xfrm>
            <a:off x="3460237" y="731520"/>
            <a:ext cx="5009393"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5BCAD085-E8A6-8845-BD4E-CB4CCA059FC4}" type="datetimeFigureOut">
              <a:rPr lang="en-US" smtClean="0"/>
              <a:t>7/28/25</a:t>
            </a:fld>
            <a:endParaRPr lang="en-US"/>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41029989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en-US"/>
              <a:t>Click to edit Master title style</a:t>
            </a:r>
          </a:p>
        </p:txBody>
      </p:sp>
      <p:sp>
        <p:nvSpPr>
          <p:cNvPr id="3" name="Picture Placeholder 2"/>
          <p:cNvSpPr>
            <a:spLocks noGrp="1" noChangeAspect="1"/>
          </p:cNvSpPr>
          <p:nvPr>
            <p:ph type="pic" idx="1"/>
          </p:nvPr>
        </p:nvSpPr>
        <p:spPr>
          <a:xfrm>
            <a:off x="12" y="0"/>
            <a:ext cx="9143989"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22959"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18137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622385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4779"/>
            <a:ext cx="1971675" cy="575742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414779"/>
            <a:ext cx="5800725" cy="5757420"/>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93934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5"/>
            <a:ext cx="9144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fld id="{5BCAD085-E8A6-8845-BD4E-CB4CCA059FC4}" type="datetimeFigureOut">
              <a:rPr lang="en-US" smtClean="0"/>
              <a:t>7/28/25</a:t>
            </a:fld>
            <a:endParaRPr lang="en-US"/>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fld id="{C1FF6DA9-008F-8B48-92A6-B652298478BF}" type="slidenum">
              <a:rPr lang="en-US" smtClean="0"/>
              <a:t>‹#›</a:t>
            </a:fld>
            <a:endParaRPr lang="en-US"/>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7926118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7.xml"/><Relationship Id="rId1" Type="http://schemas.openxmlformats.org/officeDocument/2006/relationships/video" Target="https://www.youtube.com/embed/VDApvKXzJyA?feature=oembed"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t>Change Request Management in Requirement Engineering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1497DE5-0939-4D1D-9350-0C5E1B209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CCC70ED-6C63-4537-B7EB-51990D6C0A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043" y="457200"/>
            <a:ext cx="8455914" cy="5943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76E24C1-2968-40DC-A36E-F6B85F0F07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2049" y="521208"/>
            <a:ext cx="8359902" cy="581558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Online Media 1" title="From Chaos to Control: Change Request Management in Software Development">
            <a:hlinkClick r:id="" action="ppaction://media"/>
            <a:extLst>
              <a:ext uri="{FF2B5EF4-FFF2-40B4-BE49-F238E27FC236}">
                <a16:creationId xmlns:a16="http://schemas.microsoft.com/office/drawing/2014/main" id="{0EACCA1E-A674-24A7-1FE7-C3AA3913BC4C}"/>
              </a:ext>
            </a:extLst>
          </p:cNvPr>
          <p:cNvPicPr>
            <a:picLocks noRot="1" noChangeAspect="1"/>
          </p:cNvPicPr>
          <p:nvPr>
            <a:videoFile r:link="rId1"/>
          </p:nvPr>
        </p:nvPicPr>
        <p:blipFill>
          <a:blip r:embed="rId3"/>
          <a:stretch>
            <a:fillRect/>
          </a:stretch>
        </p:blipFill>
        <p:spPr>
          <a:xfrm>
            <a:off x="523874" y="1131295"/>
            <a:ext cx="8133468" cy="4595409"/>
          </a:xfrm>
          <a:prstGeom prst="rect">
            <a:avLst/>
          </a:prstGeom>
        </p:spPr>
      </p:pic>
      <p:sp>
        <p:nvSpPr>
          <p:cNvPr id="4" name="TextBox 3">
            <a:extLst>
              <a:ext uri="{FF2B5EF4-FFF2-40B4-BE49-F238E27FC236}">
                <a16:creationId xmlns:a16="http://schemas.microsoft.com/office/drawing/2014/main" id="{26AEEB63-6800-88A0-5F96-D66FC3EF29D9}"/>
              </a:ext>
            </a:extLst>
          </p:cNvPr>
          <p:cNvSpPr txBox="1"/>
          <p:nvPr/>
        </p:nvSpPr>
        <p:spPr>
          <a:xfrm>
            <a:off x="551567" y="641586"/>
            <a:ext cx="8105775" cy="369332"/>
          </a:xfrm>
          <a:prstGeom prst="rect">
            <a:avLst/>
          </a:prstGeom>
          <a:noFill/>
        </p:spPr>
        <p:txBody>
          <a:bodyPr wrap="square">
            <a:spAutoFit/>
          </a:bodyPr>
          <a:lstStyle/>
          <a:p>
            <a:r>
              <a:rPr lang="en-US"/>
              <a:t>An overview of change request management and its importance in software projects</a:t>
            </a:r>
            <a:endParaRPr lang="en-MY"/>
          </a:p>
        </p:txBody>
      </p:sp>
    </p:spTree>
    <p:extLst>
      <p:ext uri="{BB962C8B-B14F-4D97-AF65-F5344CB8AC3E}">
        <p14:creationId xmlns:p14="http://schemas.microsoft.com/office/powerpoint/2010/main" val="1437276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5CF81D86-BDBA-477C-B7DD-8D359BB996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731078" y="634946"/>
            <a:ext cx="4931229" cy="1450757"/>
          </a:xfrm>
        </p:spPr>
        <p:txBody>
          <a:bodyPr>
            <a:normAutofit/>
          </a:bodyPr>
          <a:lstStyle/>
          <a:p>
            <a:r>
              <a:rPr lang="en-MY" sz="3400"/>
              <a:t>Introduction to Change Request Management (CRM)</a:t>
            </a:r>
          </a:p>
        </p:txBody>
      </p:sp>
      <p:pic>
        <p:nvPicPr>
          <p:cNvPr id="5" name="Picture 4" descr="Angled shot of pen on a graph">
            <a:extLst>
              <a:ext uri="{FF2B5EF4-FFF2-40B4-BE49-F238E27FC236}">
                <a16:creationId xmlns:a16="http://schemas.microsoft.com/office/drawing/2014/main" id="{44D14B32-EE2E-3491-4067-B4FBD56F9CD7}"/>
              </a:ext>
            </a:extLst>
          </p:cNvPr>
          <p:cNvPicPr>
            <a:picLocks noChangeAspect="1"/>
          </p:cNvPicPr>
          <p:nvPr/>
        </p:nvPicPr>
        <p:blipFill>
          <a:blip r:embed="rId3"/>
          <a:srcRect l="12611" r="49695" b="-1"/>
          <a:stretch>
            <a:fillRect/>
          </a:stretch>
        </p:blipFill>
        <p:spPr>
          <a:xfrm>
            <a:off x="475499" y="640081"/>
            <a:ext cx="3000986" cy="5314406"/>
          </a:xfrm>
          <a:prstGeom prst="rect">
            <a:avLst/>
          </a:prstGeom>
        </p:spPr>
      </p:pic>
      <p:cxnSp>
        <p:nvCxnSpPr>
          <p:cNvPr id="20" name="Straight Connector 19">
            <a:extLst>
              <a:ext uri="{FF2B5EF4-FFF2-40B4-BE49-F238E27FC236}">
                <a16:creationId xmlns:a16="http://schemas.microsoft.com/office/drawing/2014/main" id="{C65F3E9C-EF11-4F8F-A621-399C7A3E640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731077" y="2086188"/>
            <a:ext cx="4567326"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3731076" y="2198914"/>
            <a:ext cx="4931230" cy="3670180"/>
          </a:xfrm>
        </p:spPr>
        <p:txBody>
          <a:bodyPr>
            <a:normAutofit/>
          </a:bodyPr>
          <a:lstStyle/>
          <a:p>
            <a:endParaRPr/>
          </a:p>
          <a:p>
            <a:pPr>
              <a:buFont typeface="Wingdings" panose="05000000000000000000" pitchFamily="2" charset="2"/>
              <a:buChar char="q"/>
            </a:pPr>
            <a:r>
              <a:rPr b="1">
                <a:solidFill>
                  <a:srgbClr val="FF0000"/>
                </a:solidFill>
              </a:rPr>
              <a:t>Definition</a:t>
            </a:r>
            <a:r>
              <a:t>: A systematic process to manage modifications in requirements after initial agreement.</a:t>
            </a:r>
          </a:p>
          <a:p>
            <a:pPr>
              <a:buFont typeface="Wingdings" panose="05000000000000000000" pitchFamily="2" charset="2"/>
              <a:buChar char="q"/>
            </a:pPr>
            <a:r>
              <a:rPr b="1">
                <a:solidFill>
                  <a:srgbClr val="FF0000"/>
                </a:solidFill>
              </a:rPr>
              <a:t>Importance</a:t>
            </a:r>
            <a:r>
              <a:t>: Maintains project scope, timeline, and budget.</a:t>
            </a:r>
          </a:p>
          <a:p>
            <a:pPr>
              <a:buFont typeface="Wingdings" panose="05000000000000000000" pitchFamily="2" charset="2"/>
              <a:buChar char="q"/>
            </a:pPr>
            <a:r>
              <a:rPr b="1">
                <a:solidFill>
                  <a:srgbClr val="FF0000"/>
                </a:solidFill>
              </a:rPr>
              <a:t>Key Phrase</a:t>
            </a:r>
            <a:r>
              <a:t>: 'Change is inevitable, but must be managed.'</a:t>
            </a:r>
          </a:p>
        </p:txBody>
      </p:sp>
      <p:sp>
        <p:nvSpPr>
          <p:cNvPr id="22" name="Rectangle 21">
            <a:extLst>
              <a:ext uri="{FF2B5EF4-FFF2-40B4-BE49-F238E27FC236}">
                <a16:creationId xmlns:a16="http://schemas.microsoft.com/office/drawing/2014/main" id="{88AA064E-5F6E-4024-BC28-EDDC3DFC70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 y="6334316"/>
            <a:ext cx="9143989"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MY"/>
          </a:p>
        </p:txBody>
      </p:sp>
      <p:sp>
        <p:nvSpPr>
          <p:cNvPr id="24" name="Rectangle 23">
            <a:extLst>
              <a:ext uri="{FF2B5EF4-FFF2-40B4-BE49-F238E27FC236}">
                <a16:creationId xmlns:a16="http://schemas.microsoft.com/office/drawing/2014/main" id="{03B29638-4838-4B9B-B9DB-96E542BAF3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00800"/>
            <a:ext cx="9144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MY"/>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5CF81D86-BDBA-477C-B7DD-8D359BB996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731078" y="634946"/>
            <a:ext cx="4931229" cy="1450757"/>
          </a:xfrm>
        </p:spPr>
        <p:txBody>
          <a:bodyPr>
            <a:normAutofit/>
          </a:bodyPr>
          <a:lstStyle/>
          <a:p>
            <a:r>
              <a:rPr lang="en-US" sz="4400"/>
              <a:t>Why Changes Occur in Requirements</a:t>
            </a:r>
          </a:p>
        </p:txBody>
      </p:sp>
      <p:pic>
        <p:nvPicPr>
          <p:cNvPr id="5" name="Picture 4">
            <a:extLst>
              <a:ext uri="{FF2B5EF4-FFF2-40B4-BE49-F238E27FC236}">
                <a16:creationId xmlns:a16="http://schemas.microsoft.com/office/drawing/2014/main" id="{B73B936C-AA7F-0F61-6C90-8C5D34021E9A}"/>
              </a:ext>
            </a:extLst>
          </p:cNvPr>
          <p:cNvPicPr>
            <a:picLocks noChangeAspect="1"/>
          </p:cNvPicPr>
          <p:nvPr/>
        </p:nvPicPr>
        <p:blipFill>
          <a:blip r:embed="rId3"/>
          <a:srcRect l="23138" r="45099" b="2"/>
          <a:stretch>
            <a:fillRect/>
          </a:stretch>
        </p:blipFill>
        <p:spPr>
          <a:xfrm>
            <a:off x="475499" y="640081"/>
            <a:ext cx="3000986" cy="5314406"/>
          </a:xfrm>
          <a:prstGeom prst="rect">
            <a:avLst/>
          </a:prstGeom>
        </p:spPr>
      </p:pic>
      <p:cxnSp>
        <p:nvCxnSpPr>
          <p:cNvPr id="20" name="Straight Connector 19">
            <a:extLst>
              <a:ext uri="{FF2B5EF4-FFF2-40B4-BE49-F238E27FC236}">
                <a16:creationId xmlns:a16="http://schemas.microsoft.com/office/drawing/2014/main" id="{C65F3E9C-EF11-4F8F-A621-399C7A3E640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731077" y="2086188"/>
            <a:ext cx="4567326"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3731078" y="1852704"/>
            <a:ext cx="4931230" cy="4024135"/>
          </a:xfrm>
        </p:spPr>
        <p:txBody>
          <a:bodyPr>
            <a:normAutofit fontScale="92500" lnSpcReduction="20000"/>
          </a:bodyPr>
          <a:lstStyle/>
          <a:p>
            <a:pPr marL="0" indent="0">
              <a:buNone/>
            </a:pPr>
            <a:endParaRPr/>
          </a:p>
          <a:p>
            <a:pPr>
              <a:buFont typeface="Wingdings" panose="05000000000000000000" pitchFamily="2" charset="2"/>
              <a:buChar char="q"/>
            </a:pPr>
            <a:r>
              <a:rPr>
                <a:solidFill>
                  <a:srgbClr val="FF0000"/>
                </a:solidFill>
              </a:rPr>
              <a:t>Evolving business needs</a:t>
            </a:r>
            <a:r>
              <a:rPr lang="en-US">
                <a:solidFill>
                  <a:srgbClr val="FF0000"/>
                </a:solidFill>
              </a:rPr>
              <a:t> </a:t>
            </a:r>
            <a:r>
              <a:rPr lang="en-US"/>
              <a:t>- Businesses grow and shift priorities, requiring updates to existing functionalities.</a:t>
            </a:r>
            <a:endParaRPr/>
          </a:p>
          <a:p>
            <a:pPr>
              <a:buFont typeface="Wingdings" panose="05000000000000000000" pitchFamily="2" charset="2"/>
              <a:buChar char="q"/>
            </a:pPr>
            <a:r>
              <a:rPr>
                <a:solidFill>
                  <a:srgbClr val="FF0000"/>
                </a:solidFill>
              </a:rPr>
              <a:t>Errors or omissions in requirements</a:t>
            </a:r>
            <a:r>
              <a:rPr lang="en-US"/>
              <a:t> - Initial requirement gathering may overlook some user needs or system constraints.</a:t>
            </a:r>
            <a:endParaRPr/>
          </a:p>
          <a:p>
            <a:pPr>
              <a:buFont typeface="Wingdings" panose="05000000000000000000" pitchFamily="2" charset="2"/>
              <a:buChar char="q"/>
            </a:pPr>
            <a:r>
              <a:rPr>
                <a:solidFill>
                  <a:srgbClr val="FF0000"/>
                </a:solidFill>
              </a:rPr>
              <a:t>Technological changes</a:t>
            </a:r>
            <a:r>
              <a:rPr lang="en-US">
                <a:solidFill>
                  <a:srgbClr val="FF0000"/>
                </a:solidFill>
              </a:rPr>
              <a:t> </a:t>
            </a:r>
            <a:r>
              <a:rPr lang="en-US"/>
              <a:t>- Emerging technologies may offer better solutions or require adjustments.</a:t>
            </a:r>
            <a:endParaRPr/>
          </a:p>
          <a:p>
            <a:pPr>
              <a:buFont typeface="Wingdings" panose="05000000000000000000" pitchFamily="2" charset="2"/>
              <a:buChar char="q"/>
            </a:pPr>
            <a:r>
              <a:rPr>
                <a:solidFill>
                  <a:srgbClr val="FF0000"/>
                </a:solidFill>
              </a:rPr>
              <a:t>Stakeholder feedback</a:t>
            </a:r>
            <a:r>
              <a:rPr lang="en-US">
                <a:solidFill>
                  <a:srgbClr val="FF0000"/>
                </a:solidFill>
              </a:rPr>
              <a:t> </a:t>
            </a:r>
            <a:r>
              <a:rPr lang="en-US"/>
              <a:t>- Continuous input from users or stakeholders can reveal new insights</a:t>
            </a:r>
            <a:endParaRPr/>
          </a:p>
          <a:p>
            <a:pPr>
              <a:buFont typeface="Wingdings" panose="05000000000000000000" pitchFamily="2" charset="2"/>
              <a:buChar char="q"/>
            </a:pPr>
            <a:r>
              <a:rPr>
                <a:solidFill>
                  <a:srgbClr val="FF0000"/>
                </a:solidFill>
              </a:rPr>
              <a:t>Regulatory updates</a:t>
            </a:r>
            <a:r>
              <a:rPr lang="en-US">
                <a:solidFill>
                  <a:srgbClr val="FF0000"/>
                </a:solidFill>
              </a:rPr>
              <a:t> </a:t>
            </a:r>
            <a:r>
              <a:rPr lang="en-US"/>
              <a:t>- Compliance with new laws or standards might necessitate changes</a:t>
            </a:r>
            <a:endParaRPr/>
          </a:p>
        </p:txBody>
      </p:sp>
      <p:sp>
        <p:nvSpPr>
          <p:cNvPr id="22" name="Rectangle 21">
            <a:extLst>
              <a:ext uri="{FF2B5EF4-FFF2-40B4-BE49-F238E27FC236}">
                <a16:creationId xmlns:a16="http://schemas.microsoft.com/office/drawing/2014/main" id="{88AA064E-5F6E-4024-BC28-EDDC3DFC70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 y="6334316"/>
            <a:ext cx="9143989"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MY"/>
          </a:p>
        </p:txBody>
      </p:sp>
      <p:sp>
        <p:nvSpPr>
          <p:cNvPr id="24" name="Rectangle 23">
            <a:extLst>
              <a:ext uri="{FF2B5EF4-FFF2-40B4-BE49-F238E27FC236}">
                <a16:creationId xmlns:a16="http://schemas.microsoft.com/office/drawing/2014/main" id="{03B29638-4838-4B9B-B9DB-96E542BAF3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00800"/>
            <a:ext cx="9144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MY"/>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5CF81D86-BDBA-477C-B7DD-8D359BB996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731078" y="634946"/>
            <a:ext cx="4931229" cy="1450757"/>
          </a:xfrm>
        </p:spPr>
        <p:txBody>
          <a:bodyPr>
            <a:normAutofit/>
          </a:bodyPr>
          <a:lstStyle/>
          <a:p>
            <a:r>
              <a:t>The Change Request Lifecycle</a:t>
            </a:r>
          </a:p>
        </p:txBody>
      </p:sp>
      <p:pic>
        <p:nvPicPr>
          <p:cNvPr id="5" name="Picture 4" descr="Magnifying glass showing decling performance">
            <a:extLst>
              <a:ext uri="{FF2B5EF4-FFF2-40B4-BE49-F238E27FC236}">
                <a16:creationId xmlns:a16="http://schemas.microsoft.com/office/drawing/2014/main" id="{E37FF5BD-2CF1-71F3-37ED-BDB927598887}"/>
              </a:ext>
            </a:extLst>
          </p:cNvPr>
          <p:cNvPicPr>
            <a:picLocks noChangeAspect="1"/>
          </p:cNvPicPr>
          <p:nvPr/>
        </p:nvPicPr>
        <p:blipFill>
          <a:blip r:embed="rId2"/>
          <a:srcRect l="24593" r="37714" b="-1"/>
          <a:stretch>
            <a:fillRect/>
          </a:stretch>
        </p:blipFill>
        <p:spPr>
          <a:xfrm>
            <a:off x="475499" y="640081"/>
            <a:ext cx="3000986" cy="5314406"/>
          </a:xfrm>
          <a:prstGeom prst="rect">
            <a:avLst/>
          </a:prstGeom>
        </p:spPr>
      </p:pic>
      <p:cxnSp>
        <p:nvCxnSpPr>
          <p:cNvPr id="20" name="Straight Connector 19">
            <a:extLst>
              <a:ext uri="{FF2B5EF4-FFF2-40B4-BE49-F238E27FC236}">
                <a16:creationId xmlns:a16="http://schemas.microsoft.com/office/drawing/2014/main" id="{C65F3E9C-EF11-4F8F-A621-399C7A3E640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731077" y="2086188"/>
            <a:ext cx="4567326"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3731076" y="2198914"/>
            <a:ext cx="4931230" cy="3670180"/>
          </a:xfrm>
        </p:spPr>
        <p:txBody>
          <a:bodyPr>
            <a:normAutofit fontScale="92500" lnSpcReduction="20000"/>
          </a:bodyPr>
          <a:lstStyle/>
          <a:p>
            <a:endParaRPr/>
          </a:p>
          <a:p>
            <a:r>
              <a:t>1. </a:t>
            </a:r>
            <a:r>
              <a:rPr b="1">
                <a:solidFill>
                  <a:srgbClr val="FF0000"/>
                </a:solidFill>
              </a:rPr>
              <a:t>Submission</a:t>
            </a:r>
            <a:r>
              <a:rPr lang="en-US"/>
              <a:t> - Anyone involved in the project can submit a formal request for a change.</a:t>
            </a:r>
            <a:endParaRPr/>
          </a:p>
          <a:p>
            <a:r>
              <a:t>2</a:t>
            </a:r>
            <a:r>
              <a:rPr b="1">
                <a:solidFill>
                  <a:srgbClr val="FF0000"/>
                </a:solidFill>
              </a:rPr>
              <a:t>. Impact Analysis</a:t>
            </a:r>
            <a:r>
              <a:rPr lang="en-US" b="1"/>
              <a:t> </a:t>
            </a:r>
            <a:r>
              <a:rPr lang="en-US"/>
              <a:t>- The proposed change is evaluated for its effects on cost, time, quality, and scope.</a:t>
            </a:r>
            <a:endParaRPr/>
          </a:p>
          <a:p>
            <a:r>
              <a:t>3</a:t>
            </a:r>
            <a:r>
              <a:rPr b="1"/>
              <a:t>. </a:t>
            </a:r>
            <a:r>
              <a:rPr b="1">
                <a:solidFill>
                  <a:srgbClr val="FF0000"/>
                </a:solidFill>
              </a:rPr>
              <a:t>Approval/Review</a:t>
            </a:r>
            <a:r>
              <a:rPr lang="en-US" b="1">
                <a:solidFill>
                  <a:srgbClr val="FF0000"/>
                </a:solidFill>
              </a:rPr>
              <a:t> </a:t>
            </a:r>
            <a:r>
              <a:rPr lang="en-US"/>
              <a:t>- A Change Control Board (CCB) or designated authority decides whether to approve or reject the change.</a:t>
            </a:r>
            <a:endParaRPr/>
          </a:p>
          <a:p>
            <a:r>
              <a:t>4. </a:t>
            </a:r>
            <a:r>
              <a:rPr b="1">
                <a:solidFill>
                  <a:srgbClr val="FF0000"/>
                </a:solidFill>
              </a:rPr>
              <a:t>Implementation</a:t>
            </a:r>
            <a:r>
              <a:rPr lang="en-US"/>
              <a:t> - Once approved, the change is developed and integrated into the system.</a:t>
            </a:r>
            <a:endParaRPr/>
          </a:p>
          <a:p>
            <a:r>
              <a:t>5</a:t>
            </a:r>
            <a:r>
              <a:rPr b="1"/>
              <a:t>. </a:t>
            </a:r>
            <a:r>
              <a:rPr b="1">
                <a:solidFill>
                  <a:srgbClr val="FF0000"/>
                </a:solidFill>
              </a:rPr>
              <a:t>Verification &amp; Closure</a:t>
            </a:r>
            <a:r>
              <a:rPr lang="en-US" b="1">
                <a:solidFill>
                  <a:srgbClr val="FF0000"/>
                </a:solidFill>
              </a:rPr>
              <a:t> </a:t>
            </a:r>
            <a:r>
              <a:rPr lang="en-US"/>
              <a:t>- The change is tested, validated, and documented to close the request.</a:t>
            </a:r>
          </a:p>
          <a:p>
            <a:endParaRPr/>
          </a:p>
        </p:txBody>
      </p:sp>
      <p:sp>
        <p:nvSpPr>
          <p:cNvPr id="22" name="Rectangle 21">
            <a:extLst>
              <a:ext uri="{FF2B5EF4-FFF2-40B4-BE49-F238E27FC236}">
                <a16:creationId xmlns:a16="http://schemas.microsoft.com/office/drawing/2014/main" id="{88AA064E-5F6E-4024-BC28-EDDC3DFC70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 y="6334316"/>
            <a:ext cx="9143989"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MY"/>
          </a:p>
        </p:txBody>
      </p:sp>
      <p:sp>
        <p:nvSpPr>
          <p:cNvPr id="24" name="Rectangle 23">
            <a:extLst>
              <a:ext uri="{FF2B5EF4-FFF2-40B4-BE49-F238E27FC236}">
                <a16:creationId xmlns:a16="http://schemas.microsoft.com/office/drawing/2014/main" id="{03B29638-4838-4B9B-B9DB-96E542BAF3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00800"/>
            <a:ext cx="9144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MY"/>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B5993E2-C02B-4335-ABA5-D8EC465551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39736"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0B801A2-5622-4BE8-9AD2-C337A2CD00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MY"/>
          </a:p>
        </p:txBody>
      </p:sp>
      <p:sp>
        <p:nvSpPr>
          <p:cNvPr id="2" name="Title 1"/>
          <p:cNvSpPr>
            <a:spLocks noGrp="1"/>
          </p:cNvSpPr>
          <p:nvPr>
            <p:ph type="title"/>
          </p:nvPr>
        </p:nvSpPr>
        <p:spPr>
          <a:xfrm>
            <a:off x="369277" y="516835"/>
            <a:ext cx="2313633" cy="5772840"/>
          </a:xfrm>
        </p:spPr>
        <p:txBody>
          <a:bodyPr anchor="ctr">
            <a:normAutofit/>
          </a:bodyPr>
          <a:lstStyle/>
          <a:p>
            <a:r>
              <a:rPr lang="en-MY" sz="3100">
                <a:solidFill>
                  <a:srgbClr val="FFFFFF"/>
                </a:solidFill>
              </a:rPr>
              <a:t>Roles Involved in CRM</a:t>
            </a:r>
          </a:p>
        </p:txBody>
      </p:sp>
      <p:sp>
        <p:nvSpPr>
          <p:cNvPr id="13" name="Rectangle 12">
            <a:extLst>
              <a:ext uri="{FF2B5EF4-FFF2-40B4-BE49-F238E27FC236}">
                <a16:creationId xmlns:a16="http://schemas.microsoft.com/office/drawing/2014/main" id="{B7AF614F-5BC3-4086-99F5-B87C5847A0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MY"/>
          </a:p>
        </p:txBody>
      </p:sp>
      <p:graphicFrame>
        <p:nvGraphicFramePr>
          <p:cNvPr id="5" name="Content Placeholder 2">
            <a:extLst>
              <a:ext uri="{FF2B5EF4-FFF2-40B4-BE49-F238E27FC236}">
                <a16:creationId xmlns:a16="http://schemas.microsoft.com/office/drawing/2014/main" id="{BADFEA6C-6667-5422-A9C5-A71123C82703}"/>
              </a:ext>
            </a:extLst>
          </p:cNvPr>
          <p:cNvGraphicFramePr>
            <a:graphicFrameLocks noGrp="1"/>
          </p:cNvGraphicFramePr>
          <p:nvPr>
            <p:ph idx="1"/>
            <p:extLst>
              <p:ext uri="{D42A27DB-BD31-4B8C-83A1-F6EECF244321}">
                <p14:modId xmlns:p14="http://schemas.microsoft.com/office/powerpoint/2010/main" val="4006991884"/>
              </p:ext>
            </p:extLst>
          </p:nvPr>
        </p:nvGraphicFramePr>
        <p:xfrm>
          <a:off x="3556397" y="639763"/>
          <a:ext cx="5098256" cy="56499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B5993E2-C02B-4335-ABA5-D8EC465551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39736"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0B801A2-5622-4BE8-9AD2-C337A2CD00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MY"/>
          </a:p>
        </p:txBody>
      </p:sp>
      <p:sp>
        <p:nvSpPr>
          <p:cNvPr id="2" name="Title 1"/>
          <p:cNvSpPr>
            <a:spLocks noGrp="1"/>
          </p:cNvSpPr>
          <p:nvPr>
            <p:ph type="title"/>
          </p:nvPr>
        </p:nvSpPr>
        <p:spPr>
          <a:xfrm>
            <a:off x="369277" y="516835"/>
            <a:ext cx="2313633" cy="5772840"/>
          </a:xfrm>
        </p:spPr>
        <p:txBody>
          <a:bodyPr anchor="ctr">
            <a:normAutofit/>
          </a:bodyPr>
          <a:lstStyle/>
          <a:p>
            <a:r>
              <a:rPr lang="en-MY" sz="3100">
                <a:solidFill>
                  <a:srgbClr val="FFFFFF"/>
                </a:solidFill>
              </a:rPr>
              <a:t>Change Request Form Components</a:t>
            </a:r>
          </a:p>
        </p:txBody>
      </p:sp>
      <p:sp>
        <p:nvSpPr>
          <p:cNvPr id="13" name="Rectangle 12">
            <a:extLst>
              <a:ext uri="{FF2B5EF4-FFF2-40B4-BE49-F238E27FC236}">
                <a16:creationId xmlns:a16="http://schemas.microsoft.com/office/drawing/2014/main" id="{B7AF614F-5BC3-4086-99F5-B87C5847A0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MY"/>
          </a:p>
        </p:txBody>
      </p:sp>
      <p:graphicFrame>
        <p:nvGraphicFramePr>
          <p:cNvPr id="5" name="Content Placeholder 2">
            <a:extLst>
              <a:ext uri="{FF2B5EF4-FFF2-40B4-BE49-F238E27FC236}">
                <a16:creationId xmlns:a16="http://schemas.microsoft.com/office/drawing/2014/main" id="{12E7EE0B-4AAA-1A3A-0C6F-D176EAB03AB8}"/>
              </a:ext>
            </a:extLst>
          </p:cNvPr>
          <p:cNvGraphicFramePr>
            <a:graphicFrameLocks noGrp="1"/>
          </p:cNvGraphicFramePr>
          <p:nvPr>
            <p:ph idx="1"/>
            <p:extLst>
              <p:ext uri="{D42A27DB-BD31-4B8C-83A1-F6EECF244321}">
                <p14:modId xmlns:p14="http://schemas.microsoft.com/office/powerpoint/2010/main" val="3278886285"/>
              </p:ext>
            </p:extLst>
          </p:nvPr>
        </p:nvGraphicFramePr>
        <p:xfrm>
          <a:off x="3556397" y="639763"/>
          <a:ext cx="5098256" cy="56499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B5993E2-C02B-4335-ABA5-D8EC465551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39736"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0B801A2-5622-4BE8-9AD2-C337A2CD00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MY"/>
          </a:p>
        </p:txBody>
      </p:sp>
      <p:sp>
        <p:nvSpPr>
          <p:cNvPr id="2" name="Title 1"/>
          <p:cNvSpPr>
            <a:spLocks noGrp="1"/>
          </p:cNvSpPr>
          <p:nvPr>
            <p:ph type="title"/>
          </p:nvPr>
        </p:nvSpPr>
        <p:spPr>
          <a:xfrm>
            <a:off x="369277" y="516835"/>
            <a:ext cx="2313633" cy="5772840"/>
          </a:xfrm>
        </p:spPr>
        <p:txBody>
          <a:bodyPr anchor="ctr">
            <a:normAutofit/>
          </a:bodyPr>
          <a:lstStyle/>
          <a:p>
            <a:r>
              <a:rPr lang="en-MY" sz="3100">
                <a:solidFill>
                  <a:srgbClr val="FFFFFF"/>
                </a:solidFill>
              </a:rPr>
              <a:t>Impact Analysis</a:t>
            </a:r>
          </a:p>
        </p:txBody>
      </p:sp>
      <p:sp>
        <p:nvSpPr>
          <p:cNvPr id="13" name="Rectangle 12">
            <a:extLst>
              <a:ext uri="{FF2B5EF4-FFF2-40B4-BE49-F238E27FC236}">
                <a16:creationId xmlns:a16="http://schemas.microsoft.com/office/drawing/2014/main" id="{B7AF614F-5BC3-4086-99F5-B87C5847A0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MY"/>
          </a:p>
        </p:txBody>
      </p:sp>
      <p:graphicFrame>
        <p:nvGraphicFramePr>
          <p:cNvPr id="5" name="Content Placeholder 2">
            <a:extLst>
              <a:ext uri="{FF2B5EF4-FFF2-40B4-BE49-F238E27FC236}">
                <a16:creationId xmlns:a16="http://schemas.microsoft.com/office/drawing/2014/main" id="{919F3DF8-F29C-0489-34A6-8D903B8EAE3E}"/>
              </a:ext>
            </a:extLst>
          </p:cNvPr>
          <p:cNvGraphicFramePr>
            <a:graphicFrameLocks noGrp="1"/>
          </p:cNvGraphicFramePr>
          <p:nvPr>
            <p:ph idx="1"/>
            <p:extLst>
              <p:ext uri="{D42A27DB-BD31-4B8C-83A1-F6EECF244321}">
                <p14:modId xmlns:p14="http://schemas.microsoft.com/office/powerpoint/2010/main" val="2563331039"/>
              </p:ext>
            </p:extLst>
          </p:nvPr>
        </p:nvGraphicFramePr>
        <p:xfrm>
          <a:off x="3556397" y="639763"/>
          <a:ext cx="5098256" cy="56499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E4490D0-3672-446A-AC12-B4830333BD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81"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MY"/>
          </a:p>
        </p:txBody>
      </p:sp>
      <p:sp>
        <p:nvSpPr>
          <p:cNvPr id="11" name="Rectangle 10">
            <a:extLst>
              <a:ext uri="{FF2B5EF4-FFF2-40B4-BE49-F238E27FC236}">
                <a16:creationId xmlns:a16="http://schemas.microsoft.com/office/drawing/2014/main" id="{39CB82C2-DF65-4EC1-8280-F201D50F57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MY"/>
          </a:p>
        </p:txBody>
      </p:sp>
      <p:cxnSp>
        <p:nvCxnSpPr>
          <p:cNvPr id="13" name="Straight Connector 12">
            <a:extLst>
              <a:ext uri="{FF2B5EF4-FFF2-40B4-BE49-F238E27FC236}">
                <a16:creationId xmlns:a16="http://schemas.microsoft.com/office/drawing/2014/main" id="{7E1D4427-852B-4B37-8E76-0E9F1810BA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05743"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15" name="Rectangle 14">
            <a:extLst>
              <a:ext uri="{FF2B5EF4-FFF2-40B4-BE49-F238E27FC236}">
                <a16:creationId xmlns:a16="http://schemas.microsoft.com/office/drawing/2014/main" id="{FA4CD5CB-D209-4D70-8CA4-629731C592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6B932FE-FCC7-0760-A100-65A4DD0F2E56}"/>
              </a:ext>
            </a:extLst>
          </p:cNvPr>
          <p:cNvSpPr>
            <a:spLocks noGrp="1"/>
          </p:cNvSpPr>
          <p:nvPr>
            <p:ph type="title"/>
          </p:nvPr>
        </p:nvSpPr>
        <p:spPr>
          <a:xfrm>
            <a:off x="6358896" y="837298"/>
            <a:ext cx="2551471" cy="3686015"/>
          </a:xfrm>
        </p:spPr>
        <p:txBody>
          <a:bodyPr vert="horz" lIns="91440" tIns="45720" rIns="91440" bIns="45720" rtlCol="0" anchor="b">
            <a:normAutofit/>
          </a:bodyPr>
          <a:lstStyle/>
          <a:p>
            <a:r>
              <a:rPr lang="en-US" sz="5700">
                <a:solidFill>
                  <a:schemeClr val="tx1">
                    <a:lumMod val="85000"/>
                    <a:lumOff val="15000"/>
                  </a:schemeClr>
                </a:solidFill>
              </a:rPr>
              <a:t>Sample Change Request Form</a:t>
            </a:r>
          </a:p>
        </p:txBody>
      </p:sp>
      <p:pic>
        <p:nvPicPr>
          <p:cNvPr id="4" name="Picture 3">
            <a:extLst>
              <a:ext uri="{FF2B5EF4-FFF2-40B4-BE49-F238E27FC236}">
                <a16:creationId xmlns:a16="http://schemas.microsoft.com/office/drawing/2014/main" id="{EC3F037D-1AC3-9AA6-B8EF-BD5FF1516C4E}"/>
              </a:ext>
            </a:extLst>
          </p:cNvPr>
          <p:cNvPicPr>
            <a:picLocks noChangeAspect="1"/>
          </p:cNvPicPr>
          <p:nvPr/>
        </p:nvPicPr>
        <p:blipFill>
          <a:blip r:embed="rId3"/>
          <a:stretch>
            <a:fillRect/>
          </a:stretch>
        </p:blipFill>
        <p:spPr>
          <a:xfrm>
            <a:off x="2381" y="12542"/>
            <a:ext cx="6111620" cy="6468727"/>
          </a:xfrm>
          <a:prstGeom prst="rect">
            <a:avLst/>
          </a:prstGeom>
        </p:spPr>
      </p:pic>
      <p:cxnSp>
        <p:nvCxnSpPr>
          <p:cNvPr id="17" name="Straight Connector 16">
            <a:extLst>
              <a:ext uri="{FF2B5EF4-FFF2-40B4-BE49-F238E27FC236}">
                <a16:creationId xmlns:a16="http://schemas.microsoft.com/office/drawing/2014/main" id="{5C6A2BAE-B461-4B55-8E1F-0722ABDD139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156978" y="4343400"/>
            <a:ext cx="2400300" cy="0"/>
          </a:xfrm>
          <a:prstGeom prst="line">
            <a:avLst/>
          </a:prstGeom>
          <a:ln w="6350">
            <a:solidFill>
              <a:schemeClr val="tx2">
                <a:alpha val="90000"/>
              </a:schemeClr>
            </a:solidFill>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B4C27B90-DF2B-4D00-BA07-18ED774CD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 y="6334316"/>
            <a:ext cx="9143989"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MY"/>
          </a:p>
        </p:txBody>
      </p:sp>
      <p:sp>
        <p:nvSpPr>
          <p:cNvPr id="21" name="Rectangle 20">
            <a:extLst>
              <a:ext uri="{FF2B5EF4-FFF2-40B4-BE49-F238E27FC236}">
                <a16:creationId xmlns:a16="http://schemas.microsoft.com/office/drawing/2014/main" id="{593ACC25-C262-417A-8AA9-0641C772BD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00800"/>
            <a:ext cx="9144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MY"/>
          </a:p>
        </p:txBody>
      </p:sp>
    </p:spTree>
    <p:extLst>
      <p:ext uri="{BB962C8B-B14F-4D97-AF65-F5344CB8AC3E}">
        <p14:creationId xmlns:p14="http://schemas.microsoft.com/office/powerpoint/2010/main" val="19513727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B5993E2-C02B-4335-ABA5-D8EC465551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39736"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0B801A2-5622-4BE8-9AD2-C337A2CD00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MY"/>
          </a:p>
        </p:txBody>
      </p:sp>
      <p:sp>
        <p:nvSpPr>
          <p:cNvPr id="2" name="Title 1"/>
          <p:cNvSpPr>
            <a:spLocks noGrp="1"/>
          </p:cNvSpPr>
          <p:nvPr>
            <p:ph type="title"/>
          </p:nvPr>
        </p:nvSpPr>
        <p:spPr>
          <a:xfrm>
            <a:off x="369277" y="516835"/>
            <a:ext cx="2313633" cy="5772840"/>
          </a:xfrm>
        </p:spPr>
        <p:txBody>
          <a:bodyPr anchor="ctr">
            <a:normAutofit/>
          </a:bodyPr>
          <a:lstStyle/>
          <a:p>
            <a:r>
              <a:rPr lang="en-MY" sz="3100">
                <a:solidFill>
                  <a:srgbClr val="FFFFFF"/>
                </a:solidFill>
              </a:rPr>
              <a:t>Change Control Board (CCB)</a:t>
            </a:r>
          </a:p>
        </p:txBody>
      </p:sp>
      <p:sp>
        <p:nvSpPr>
          <p:cNvPr id="13" name="Rectangle 12">
            <a:extLst>
              <a:ext uri="{FF2B5EF4-FFF2-40B4-BE49-F238E27FC236}">
                <a16:creationId xmlns:a16="http://schemas.microsoft.com/office/drawing/2014/main" id="{B7AF614F-5BC3-4086-99F5-B87C5847A0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MY"/>
          </a:p>
        </p:txBody>
      </p:sp>
      <p:graphicFrame>
        <p:nvGraphicFramePr>
          <p:cNvPr id="5" name="Content Placeholder 2">
            <a:extLst>
              <a:ext uri="{FF2B5EF4-FFF2-40B4-BE49-F238E27FC236}">
                <a16:creationId xmlns:a16="http://schemas.microsoft.com/office/drawing/2014/main" id="{01EF78C9-6883-C607-A220-307A60C7D68B}"/>
              </a:ext>
            </a:extLst>
          </p:cNvPr>
          <p:cNvGraphicFramePr>
            <a:graphicFrameLocks noGrp="1"/>
          </p:cNvGraphicFramePr>
          <p:nvPr>
            <p:ph idx="1"/>
            <p:extLst>
              <p:ext uri="{D42A27DB-BD31-4B8C-83A1-F6EECF244321}">
                <p14:modId xmlns:p14="http://schemas.microsoft.com/office/powerpoint/2010/main" val="2004854939"/>
              </p:ext>
            </p:extLst>
          </p:nvPr>
        </p:nvGraphicFramePr>
        <p:xfrm>
          <a:off x="3556397" y="639763"/>
          <a:ext cx="5098256" cy="56499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FB5993E2-C02B-4335-ABA5-D8EC465551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39736"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C0B801A2-5622-4BE8-9AD2-C337A2CD00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MY"/>
          </a:p>
        </p:txBody>
      </p:sp>
      <p:sp>
        <p:nvSpPr>
          <p:cNvPr id="2" name="Title 1"/>
          <p:cNvSpPr>
            <a:spLocks noGrp="1"/>
          </p:cNvSpPr>
          <p:nvPr>
            <p:ph type="title"/>
          </p:nvPr>
        </p:nvSpPr>
        <p:spPr>
          <a:xfrm>
            <a:off x="369277" y="516835"/>
            <a:ext cx="2313633" cy="5772840"/>
          </a:xfrm>
        </p:spPr>
        <p:txBody>
          <a:bodyPr anchor="ctr">
            <a:normAutofit/>
          </a:bodyPr>
          <a:lstStyle/>
          <a:p>
            <a:r>
              <a:rPr lang="en-MY" sz="3100">
                <a:solidFill>
                  <a:srgbClr val="FFFFFF"/>
                </a:solidFill>
              </a:rPr>
              <a:t>Tools for CRM</a:t>
            </a:r>
          </a:p>
        </p:txBody>
      </p:sp>
      <p:sp>
        <p:nvSpPr>
          <p:cNvPr id="22" name="Rectangle 21">
            <a:extLst>
              <a:ext uri="{FF2B5EF4-FFF2-40B4-BE49-F238E27FC236}">
                <a16:creationId xmlns:a16="http://schemas.microsoft.com/office/drawing/2014/main" id="{B7AF614F-5BC3-4086-99F5-B87C5847A0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MY"/>
          </a:p>
        </p:txBody>
      </p:sp>
      <p:graphicFrame>
        <p:nvGraphicFramePr>
          <p:cNvPr id="14" name="Content Placeholder 2">
            <a:extLst>
              <a:ext uri="{FF2B5EF4-FFF2-40B4-BE49-F238E27FC236}">
                <a16:creationId xmlns:a16="http://schemas.microsoft.com/office/drawing/2014/main" id="{9E3D1B9E-1D46-CC14-D99A-7F99BD831DAB}"/>
              </a:ext>
            </a:extLst>
          </p:cNvPr>
          <p:cNvGraphicFramePr>
            <a:graphicFrameLocks noGrp="1"/>
          </p:cNvGraphicFramePr>
          <p:nvPr>
            <p:ph idx="1"/>
            <p:extLst>
              <p:ext uri="{D42A27DB-BD31-4B8C-83A1-F6EECF244321}">
                <p14:modId xmlns:p14="http://schemas.microsoft.com/office/powerpoint/2010/main" val="3684900305"/>
              </p:ext>
            </p:extLst>
          </p:nvPr>
        </p:nvGraphicFramePr>
        <p:xfrm>
          <a:off x="3556397" y="639763"/>
          <a:ext cx="5098256" cy="56499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52ABB703-2B0E-4C3B-B4A2-F3973548E5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08763" y="634946"/>
            <a:ext cx="3845379" cy="1450757"/>
          </a:xfrm>
        </p:spPr>
        <p:txBody>
          <a:bodyPr>
            <a:normAutofit/>
          </a:bodyPr>
          <a:lstStyle/>
          <a:p>
            <a:r>
              <a:rPr lang="en-US" sz="3400"/>
              <a:t>Integrating CRM with Requirement Engineering</a:t>
            </a:r>
          </a:p>
        </p:txBody>
      </p:sp>
      <p:pic>
        <p:nvPicPr>
          <p:cNvPr id="5" name="Picture 4" descr="Computer script on a screen">
            <a:extLst>
              <a:ext uri="{FF2B5EF4-FFF2-40B4-BE49-F238E27FC236}">
                <a16:creationId xmlns:a16="http://schemas.microsoft.com/office/drawing/2014/main" id="{13BB2724-EEA2-7991-8618-3106383C3A62}"/>
              </a:ext>
            </a:extLst>
          </p:cNvPr>
          <p:cNvPicPr>
            <a:picLocks noChangeAspect="1"/>
          </p:cNvPicPr>
          <p:nvPr/>
        </p:nvPicPr>
        <p:blipFill>
          <a:blip r:embed="rId2"/>
          <a:srcRect l="13156" r="52929" b="1"/>
          <a:stretch>
            <a:fillRect/>
          </a:stretch>
        </p:blipFill>
        <p:spPr>
          <a:xfrm>
            <a:off x="1193576" y="645106"/>
            <a:ext cx="2666355" cy="5247747"/>
          </a:xfrm>
          <a:prstGeom prst="rect">
            <a:avLst/>
          </a:prstGeom>
        </p:spPr>
      </p:pic>
      <p:cxnSp>
        <p:nvCxnSpPr>
          <p:cNvPr id="20" name="Straight Connector 19">
            <a:extLst>
              <a:ext uri="{FF2B5EF4-FFF2-40B4-BE49-F238E27FC236}">
                <a16:creationId xmlns:a16="http://schemas.microsoft.com/office/drawing/2014/main" id="{9C21570E-E159-49A6-9891-FA397B7A92D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08763" y="2086188"/>
            <a:ext cx="3561606"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4808763" y="2198914"/>
            <a:ext cx="3845379" cy="3670180"/>
          </a:xfrm>
        </p:spPr>
        <p:txBody>
          <a:bodyPr>
            <a:normAutofit/>
          </a:bodyPr>
          <a:lstStyle/>
          <a:p>
            <a:endParaRPr/>
          </a:p>
          <a:p>
            <a:pPr>
              <a:buFont typeface="Wingdings" panose="05000000000000000000" pitchFamily="2" charset="2"/>
              <a:buChar char="v"/>
            </a:pPr>
            <a:r>
              <a:rPr lang="en-US" b="1"/>
              <a:t>Traceability matrix updates</a:t>
            </a:r>
            <a:r>
              <a:rPr lang="en-US"/>
              <a:t>: Ensures that all changes are linked to original requirements.</a:t>
            </a:r>
          </a:p>
          <a:p>
            <a:pPr>
              <a:buFont typeface="Wingdings" panose="05000000000000000000" pitchFamily="2" charset="2"/>
              <a:buChar char="v"/>
            </a:pPr>
            <a:r>
              <a:rPr lang="en-US" b="1"/>
              <a:t>Requirement document versioning</a:t>
            </a:r>
            <a:r>
              <a:rPr lang="en-US"/>
              <a:t>: Tracks revisions to maintain a history of changes.</a:t>
            </a:r>
          </a:p>
          <a:p>
            <a:pPr>
              <a:buFont typeface="Wingdings" panose="05000000000000000000" pitchFamily="2" charset="2"/>
              <a:buChar char="v"/>
            </a:pPr>
            <a:r>
              <a:rPr lang="en-US" b="1"/>
              <a:t>Change logs</a:t>
            </a:r>
            <a:r>
              <a:rPr lang="en-US"/>
              <a:t>: Logs all changes made, when, and by whom for audit purpose</a:t>
            </a:r>
          </a:p>
        </p:txBody>
      </p:sp>
      <p:sp>
        <p:nvSpPr>
          <p:cNvPr id="22" name="Rectangle 21">
            <a:extLst>
              <a:ext uri="{FF2B5EF4-FFF2-40B4-BE49-F238E27FC236}">
                <a16:creationId xmlns:a16="http://schemas.microsoft.com/office/drawing/2014/main" id="{E95DA498-D9A2-4DA9-B9DA-B3776E08CF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 y="6334316"/>
            <a:ext cx="9143989"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MY"/>
          </a:p>
        </p:txBody>
      </p:sp>
      <p:sp>
        <p:nvSpPr>
          <p:cNvPr id="24" name="Rectangle 23">
            <a:extLst>
              <a:ext uri="{FF2B5EF4-FFF2-40B4-BE49-F238E27FC236}">
                <a16:creationId xmlns:a16="http://schemas.microsoft.com/office/drawing/2014/main" id="{82A73093-4B9D-420D-B17E-52293703A1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00800"/>
            <a:ext cx="9144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MY"/>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9E80720-23E6-4B89-B77E-04A7689F1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D1D3CA1-3EB6-41F3-A419-8424B56BE6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130" y="4953000"/>
            <a:ext cx="9141714"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MY"/>
          </a:p>
        </p:txBody>
      </p:sp>
      <p:sp>
        <p:nvSpPr>
          <p:cNvPr id="2" name="Title 1"/>
          <p:cNvSpPr>
            <a:spLocks noGrp="1"/>
          </p:cNvSpPr>
          <p:nvPr>
            <p:ph type="title"/>
          </p:nvPr>
        </p:nvSpPr>
        <p:spPr>
          <a:xfrm>
            <a:off x="0" y="5187534"/>
            <a:ext cx="3123240" cy="1279799"/>
          </a:xfrm>
        </p:spPr>
        <p:txBody>
          <a:bodyPr>
            <a:normAutofit fontScale="90000"/>
          </a:bodyPr>
          <a:lstStyle/>
          <a:p>
            <a:pPr algn="ctr"/>
            <a:r>
              <a:rPr lang="en-MY">
                <a:solidFill>
                  <a:srgbClr val="FFFFFF"/>
                </a:solidFill>
              </a:rPr>
              <a:t>Example Scenario</a:t>
            </a:r>
          </a:p>
        </p:txBody>
      </p:sp>
      <p:sp>
        <p:nvSpPr>
          <p:cNvPr id="13" name="Rectangle 12">
            <a:extLst>
              <a:ext uri="{FF2B5EF4-FFF2-40B4-BE49-F238E27FC236}">
                <a16:creationId xmlns:a16="http://schemas.microsoft.com/office/drawing/2014/main" id="{4D87F7B2-AA36-4B58-BC2C-1BBA135E8B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0" y="4906176"/>
            <a:ext cx="9141714"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MY"/>
          </a:p>
        </p:txBody>
      </p:sp>
      <p:graphicFrame>
        <p:nvGraphicFramePr>
          <p:cNvPr id="5" name="Content Placeholder 2">
            <a:extLst>
              <a:ext uri="{FF2B5EF4-FFF2-40B4-BE49-F238E27FC236}">
                <a16:creationId xmlns:a16="http://schemas.microsoft.com/office/drawing/2014/main" id="{48F9A1A9-899D-883D-CFF1-8D12A1167FCF}"/>
              </a:ext>
            </a:extLst>
          </p:cNvPr>
          <p:cNvGraphicFramePr>
            <a:graphicFrameLocks noGrp="1"/>
          </p:cNvGraphicFramePr>
          <p:nvPr>
            <p:ph idx="1"/>
            <p:extLst>
              <p:ext uri="{D42A27DB-BD31-4B8C-83A1-F6EECF244321}">
                <p14:modId xmlns:p14="http://schemas.microsoft.com/office/powerpoint/2010/main" val="2661546520"/>
              </p:ext>
            </p:extLst>
          </p:nvPr>
        </p:nvGraphicFramePr>
        <p:xfrm>
          <a:off x="484308" y="0"/>
          <a:ext cx="8175358" cy="361924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6" name="Picture 5">
            <a:extLst>
              <a:ext uri="{FF2B5EF4-FFF2-40B4-BE49-F238E27FC236}">
                <a16:creationId xmlns:a16="http://schemas.microsoft.com/office/drawing/2014/main" id="{C57D938C-06FB-76C9-F247-5A2B6F9000F2}"/>
              </a:ext>
            </a:extLst>
          </p:cNvPr>
          <p:cNvPicPr>
            <a:picLocks noChangeAspect="1"/>
          </p:cNvPicPr>
          <p:nvPr/>
        </p:nvPicPr>
        <p:blipFill>
          <a:blip r:embed="rId8"/>
          <a:stretch>
            <a:fillRect/>
          </a:stretch>
        </p:blipFill>
        <p:spPr>
          <a:xfrm>
            <a:off x="3570063" y="3255684"/>
            <a:ext cx="5136387" cy="3429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B5993E2-C02B-4335-ABA5-D8EC465551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39736"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0B801A2-5622-4BE8-9AD2-C337A2CD00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MY"/>
          </a:p>
        </p:txBody>
      </p:sp>
      <p:sp>
        <p:nvSpPr>
          <p:cNvPr id="2" name="Title 1"/>
          <p:cNvSpPr>
            <a:spLocks noGrp="1"/>
          </p:cNvSpPr>
          <p:nvPr>
            <p:ph type="title"/>
          </p:nvPr>
        </p:nvSpPr>
        <p:spPr>
          <a:xfrm>
            <a:off x="369277" y="516835"/>
            <a:ext cx="2313633" cy="5772840"/>
          </a:xfrm>
        </p:spPr>
        <p:txBody>
          <a:bodyPr anchor="ctr">
            <a:normAutofit/>
          </a:bodyPr>
          <a:lstStyle/>
          <a:p>
            <a:r>
              <a:rPr lang="en-MY" sz="3100">
                <a:solidFill>
                  <a:srgbClr val="FFFFFF"/>
                </a:solidFill>
              </a:rPr>
              <a:t>Best Practices in CRM</a:t>
            </a:r>
          </a:p>
        </p:txBody>
      </p:sp>
      <p:sp>
        <p:nvSpPr>
          <p:cNvPr id="13" name="Rectangle 12">
            <a:extLst>
              <a:ext uri="{FF2B5EF4-FFF2-40B4-BE49-F238E27FC236}">
                <a16:creationId xmlns:a16="http://schemas.microsoft.com/office/drawing/2014/main" id="{B7AF614F-5BC3-4086-99F5-B87C5847A0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MY"/>
          </a:p>
        </p:txBody>
      </p:sp>
      <p:graphicFrame>
        <p:nvGraphicFramePr>
          <p:cNvPr id="5" name="Content Placeholder 2">
            <a:extLst>
              <a:ext uri="{FF2B5EF4-FFF2-40B4-BE49-F238E27FC236}">
                <a16:creationId xmlns:a16="http://schemas.microsoft.com/office/drawing/2014/main" id="{1B33DAA6-E232-C635-FEDC-FE2CF4DB3FE5}"/>
              </a:ext>
            </a:extLst>
          </p:cNvPr>
          <p:cNvGraphicFramePr>
            <a:graphicFrameLocks noGrp="1"/>
          </p:cNvGraphicFramePr>
          <p:nvPr>
            <p:ph idx="1"/>
            <p:extLst>
              <p:ext uri="{D42A27DB-BD31-4B8C-83A1-F6EECF244321}">
                <p14:modId xmlns:p14="http://schemas.microsoft.com/office/powerpoint/2010/main" val="4253740936"/>
              </p:ext>
            </p:extLst>
          </p:nvPr>
        </p:nvGraphicFramePr>
        <p:xfrm>
          <a:off x="3556397" y="639763"/>
          <a:ext cx="5098256" cy="56499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B5993E2-C02B-4335-ABA5-D8EC465551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39736"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0B801A2-5622-4BE8-9AD2-C337A2CD00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MY"/>
          </a:p>
        </p:txBody>
      </p:sp>
      <p:sp>
        <p:nvSpPr>
          <p:cNvPr id="2" name="Title 1"/>
          <p:cNvSpPr>
            <a:spLocks noGrp="1"/>
          </p:cNvSpPr>
          <p:nvPr>
            <p:ph type="title"/>
          </p:nvPr>
        </p:nvSpPr>
        <p:spPr>
          <a:xfrm>
            <a:off x="369277" y="516835"/>
            <a:ext cx="2313633" cy="5772840"/>
          </a:xfrm>
        </p:spPr>
        <p:txBody>
          <a:bodyPr anchor="ctr">
            <a:normAutofit/>
          </a:bodyPr>
          <a:lstStyle/>
          <a:p>
            <a:r>
              <a:rPr lang="en-MY" sz="3100">
                <a:solidFill>
                  <a:srgbClr val="FFFFFF"/>
                </a:solidFill>
              </a:rPr>
              <a:t>Challenges in CRM</a:t>
            </a:r>
          </a:p>
        </p:txBody>
      </p:sp>
      <p:sp>
        <p:nvSpPr>
          <p:cNvPr id="13" name="Rectangle 12">
            <a:extLst>
              <a:ext uri="{FF2B5EF4-FFF2-40B4-BE49-F238E27FC236}">
                <a16:creationId xmlns:a16="http://schemas.microsoft.com/office/drawing/2014/main" id="{B7AF614F-5BC3-4086-99F5-B87C5847A0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MY"/>
          </a:p>
        </p:txBody>
      </p:sp>
      <p:graphicFrame>
        <p:nvGraphicFramePr>
          <p:cNvPr id="5" name="Content Placeholder 2">
            <a:extLst>
              <a:ext uri="{FF2B5EF4-FFF2-40B4-BE49-F238E27FC236}">
                <a16:creationId xmlns:a16="http://schemas.microsoft.com/office/drawing/2014/main" id="{FFCA8195-95D2-D142-42E6-1334CA7F896D}"/>
              </a:ext>
            </a:extLst>
          </p:cNvPr>
          <p:cNvGraphicFramePr>
            <a:graphicFrameLocks noGrp="1"/>
          </p:cNvGraphicFramePr>
          <p:nvPr>
            <p:ph idx="1"/>
            <p:extLst>
              <p:ext uri="{D42A27DB-BD31-4B8C-83A1-F6EECF244321}">
                <p14:modId xmlns:p14="http://schemas.microsoft.com/office/powerpoint/2010/main" val="1386394746"/>
              </p:ext>
            </p:extLst>
          </p:nvPr>
        </p:nvGraphicFramePr>
        <p:xfrm>
          <a:off x="3556397" y="639763"/>
          <a:ext cx="5098256" cy="56499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5CF81D86-BDBA-477C-B7DD-8D359BB996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731078" y="634946"/>
            <a:ext cx="4931229" cy="1450757"/>
          </a:xfrm>
        </p:spPr>
        <p:txBody>
          <a:bodyPr>
            <a:normAutofit/>
          </a:bodyPr>
          <a:lstStyle/>
          <a:p>
            <a:r>
              <a:t>Case Study</a:t>
            </a:r>
            <a:r>
              <a:rPr lang="en-US"/>
              <a:t> </a:t>
            </a:r>
            <a:r>
              <a:t>Summary</a:t>
            </a:r>
          </a:p>
        </p:txBody>
      </p:sp>
      <p:pic>
        <p:nvPicPr>
          <p:cNvPr id="5" name="Picture 4" descr="A person holding a globe">
            <a:extLst>
              <a:ext uri="{FF2B5EF4-FFF2-40B4-BE49-F238E27FC236}">
                <a16:creationId xmlns:a16="http://schemas.microsoft.com/office/drawing/2014/main" id="{2C8D34E3-E971-16B8-825C-13B1B6B89940}"/>
              </a:ext>
            </a:extLst>
          </p:cNvPr>
          <p:cNvPicPr>
            <a:picLocks noChangeAspect="1"/>
          </p:cNvPicPr>
          <p:nvPr/>
        </p:nvPicPr>
        <p:blipFill>
          <a:blip r:embed="rId3"/>
          <a:srcRect l="33367" r="33033" b="-2"/>
          <a:stretch>
            <a:fillRect/>
          </a:stretch>
        </p:blipFill>
        <p:spPr>
          <a:xfrm>
            <a:off x="475499" y="640081"/>
            <a:ext cx="3000986" cy="5314406"/>
          </a:xfrm>
          <a:prstGeom prst="rect">
            <a:avLst/>
          </a:prstGeom>
        </p:spPr>
      </p:pic>
      <p:cxnSp>
        <p:nvCxnSpPr>
          <p:cNvPr id="20" name="Straight Connector 19">
            <a:extLst>
              <a:ext uri="{FF2B5EF4-FFF2-40B4-BE49-F238E27FC236}">
                <a16:creationId xmlns:a16="http://schemas.microsoft.com/office/drawing/2014/main" id="{C65F3E9C-EF11-4F8F-A621-399C7A3E640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731077" y="2086188"/>
            <a:ext cx="4567326"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3731076" y="2198914"/>
            <a:ext cx="4931230" cy="3670180"/>
          </a:xfrm>
        </p:spPr>
        <p:txBody>
          <a:bodyPr>
            <a:normAutofit/>
          </a:bodyPr>
          <a:lstStyle/>
          <a:p>
            <a:endParaRPr/>
          </a:p>
          <a:p>
            <a:r>
              <a:rPr lang="en-US" b="1">
                <a:solidFill>
                  <a:srgbClr val="FF0000"/>
                </a:solidFill>
              </a:rPr>
              <a:t>Real/Fictional Case</a:t>
            </a:r>
            <a:r>
              <a:rPr lang="en-US"/>
              <a:t>: A hospital software system needed to include pandemic tracking features mid-project.</a:t>
            </a:r>
          </a:p>
          <a:p>
            <a:pPr marL="0" indent="0">
              <a:buNone/>
            </a:pPr>
            <a:r>
              <a:rPr lang="en-US" b="1"/>
              <a:t> </a:t>
            </a:r>
            <a:r>
              <a:rPr lang="en-US" b="1">
                <a:solidFill>
                  <a:srgbClr val="FF0000"/>
                </a:solidFill>
              </a:rPr>
              <a:t>Change</a:t>
            </a:r>
            <a:r>
              <a:rPr lang="en-US"/>
              <a:t>: Add COVID-19 case tracking module.</a:t>
            </a:r>
          </a:p>
          <a:p>
            <a:r>
              <a:rPr lang="en-US" b="1">
                <a:solidFill>
                  <a:srgbClr val="FF0000"/>
                </a:solidFill>
              </a:rPr>
              <a:t>How managed</a:t>
            </a:r>
            <a:r>
              <a:rPr lang="en-US"/>
              <a:t>: Request submitted, rapid impact analysis, prioritization by CCB.</a:t>
            </a:r>
          </a:p>
          <a:p>
            <a:r>
              <a:rPr lang="en-US" b="1">
                <a:solidFill>
                  <a:srgbClr val="FF0000"/>
                </a:solidFill>
              </a:rPr>
              <a:t>Outcome</a:t>
            </a:r>
            <a:r>
              <a:rPr lang="en-US"/>
              <a:t>: Feature added in 2 weeks, successfully deployed, improved system usefulness.</a:t>
            </a:r>
          </a:p>
        </p:txBody>
      </p:sp>
      <p:sp>
        <p:nvSpPr>
          <p:cNvPr id="22" name="Rectangle 21">
            <a:extLst>
              <a:ext uri="{FF2B5EF4-FFF2-40B4-BE49-F238E27FC236}">
                <a16:creationId xmlns:a16="http://schemas.microsoft.com/office/drawing/2014/main" id="{88AA064E-5F6E-4024-BC28-EDDC3DFC70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 y="6334316"/>
            <a:ext cx="9143989"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MY"/>
          </a:p>
        </p:txBody>
      </p:sp>
      <p:sp>
        <p:nvSpPr>
          <p:cNvPr id="24" name="Rectangle 23">
            <a:extLst>
              <a:ext uri="{FF2B5EF4-FFF2-40B4-BE49-F238E27FC236}">
                <a16:creationId xmlns:a16="http://schemas.microsoft.com/office/drawing/2014/main" id="{03B29638-4838-4B9B-B9DB-96E542BAF3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00800"/>
            <a:ext cx="9144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MY"/>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B5993E2-C02B-4335-ABA5-D8EC465551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39736"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0B801A2-5622-4BE8-9AD2-C337A2CD00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MY"/>
          </a:p>
        </p:txBody>
      </p:sp>
      <p:sp>
        <p:nvSpPr>
          <p:cNvPr id="2" name="Title 1"/>
          <p:cNvSpPr>
            <a:spLocks noGrp="1"/>
          </p:cNvSpPr>
          <p:nvPr>
            <p:ph type="title"/>
          </p:nvPr>
        </p:nvSpPr>
        <p:spPr>
          <a:xfrm>
            <a:off x="369277" y="516835"/>
            <a:ext cx="2313633" cy="5772840"/>
          </a:xfrm>
        </p:spPr>
        <p:txBody>
          <a:bodyPr anchor="ctr">
            <a:normAutofit/>
          </a:bodyPr>
          <a:lstStyle/>
          <a:p>
            <a:r>
              <a:rPr lang="en-MY" sz="3100">
                <a:solidFill>
                  <a:srgbClr val="FFFFFF"/>
                </a:solidFill>
              </a:rPr>
              <a:t>Conclusion and Q&amp;A</a:t>
            </a:r>
          </a:p>
        </p:txBody>
      </p:sp>
      <p:sp>
        <p:nvSpPr>
          <p:cNvPr id="13" name="Rectangle 12">
            <a:extLst>
              <a:ext uri="{FF2B5EF4-FFF2-40B4-BE49-F238E27FC236}">
                <a16:creationId xmlns:a16="http://schemas.microsoft.com/office/drawing/2014/main" id="{B7AF614F-5BC3-4086-99F5-B87C5847A0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MY"/>
          </a:p>
        </p:txBody>
      </p:sp>
      <p:graphicFrame>
        <p:nvGraphicFramePr>
          <p:cNvPr id="5" name="Content Placeholder 2">
            <a:extLst>
              <a:ext uri="{FF2B5EF4-FFF2-40B4-BE49-F238E27FC236}">
                <a16:creationId xmlns:a16="http://schemas.microsoft.com/office/drawing/2014/main" id="{D4B3B3EE-5BDC-37EE-2108-68F39543E924}"/>
              </a:ext>
            </a:extLst>
          </p:cNvPr>
          <p:cNvGraphicFramePr>
            <a:graphicFrameLocks noGrp="1"/>
          </p:cNvGraphicFramePr>
          <p:nvPr>
            <p:ph idx="1"/>
            <p:extLst>
              <p:ext uri="{D42A27DB-BD31-4B8C-83A1-F6EECF244321}">
                <p14:modId xmlns:p14="http://schemas.microsoft.com/office/powerpoint/2010/main" val="2612310459"/>
              </p:ext>
            </p:extLst>
          </p:nvPr>
        </p:nvGraphicFramePr>
        <p:xfrm>
          <a:off x="3556397" y="639763"/>
          <a:ext cx="5098256" cy="56499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0</TotalTime>
  <Words>1030</Words>
  <Application>Microsoft Macintosh PowerPoint</Application>
  <PresentationFormat>On-screen Show (4:3)</PresentationFormat>
  <Paragraphs>119</Paragraphs>
  <Slides>17</Slides>
  <Notes>13</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Aptos</vt:lpstr>
      <vt:lpstr>Calibri</vt:lpstr>
      <vt:lpstr>Calibri Light</vt:lpstr>
      <vt:lpstr>Wingdings</vt:lpstr>
      <vt:lpstr>Retrospect</vt:lpstr>
      <vt:lpstr>Change Request Management in Requirement Engineering</vt:lpstr>
      <vt:lpstr>PowerPoint Presentation</vt:lpstr>
      <vt:lpstr>Introduction to Change Request Management (CRM)</vt:lpstr>
      <vt:lpstr>Why Changes Occur in Requirements</vt:lpstr>
      <vt:lpstr>The Change Request Lifecycle</vt:lpstr>
      <vt:lpstr>Roles Involved in CRM</vt:lpstr>
      <vt:lpstr>Change Request Form Components</vt:lpstr>
      <vt:lpstr>Impact Analysis</vt:lpstr>
      <vt:lpstr>Sample Change Request Form</vt:lpstr>
      <vt:lpstr>Change Control Board (CCB)</vt:lpstr>
      <vt:lpstr>Tools for CRM</vt:lpstr>
      <vt:lpstr>Integrating CRM with Requirement Engineering</vt:lpstr>
      <vt:lpstr>Example Scenario</vt:lpstr>
      <vt:lpstr>Best Practices in CRM</vt:lpstr>
      <vt:lpstr>Challenges in CRM</vt:lpstr>
      <vt:lpstr>Case Study Summary</vt:lpstr>
      <vt:lpstr>Conclusion and Q&amp;A</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Hazlina Haron</cp:lastModifiedBy>
  <cp:revision>1</cp:revision>
  <dcterms:created xsi:type="dcterms:W3CDTF">2013-01-27T09:14:16Z</dcterms:created>
  <dcterms:modified xsi:type="dcterms:W3CDTF">2025-07-28T01:09:52Z</dcterms:modified>
  <cp:category/>
</cp:coreProperties>
</file>