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48"/>
  </p:notesMasterIdLst>
  <p:sldIdLst>
    <p:sldId id="256" r:id="rId2"/>
    <p:sldId id="423" r:id="rId3"/>
    <p:sldId id="424" r:id="rId4"/>
    <p:sldId id="425" r:id="rId5"/>
    <p:sldId id="426" r:id="rId6"/>
    <p:sldId id="427" r:id="rId7"/>
    <p:sldId id="428" r:id="rId8"/>
    <p:sldId id="480" r:id="rId9"/>
    <p:sldId id="482" r:id="rId10"/>
    <p:sldId id="429" r:id="rId11"/>
    <p:sldId id="430" r:id="rId12"/>
    <p:sldId id="440" r:id="rId13"/>
    <p:sldId id="441" r:id="rId14"/>
    <p:sldId id="442" r:id="rId15"/>
    <p:sldId id="443" r:id="rId16"/>
    <p:sldId id="444" r:id="rId17"/>
    <p:sldId id="446" r:id="rId18"/>
    <p:sldId id="447" r:id="rId19"/>
    <p:sldId id="448" r:id="rId20"/>
    <p:sldId id="449" r:id="rId21"/>
    <p:sldId id="484" r:id="rId22"/>
    <p:sldId id="450" r:id="rId23"/>
    <p:sldId id="485" r:id="rId24"/>
    <p:sldId id="452" r:id="rId25"/>
    <p:sldId id="486" r:id="rId26"/>
    <p:sldId id="487" r:id="rId27"/>
    <p:sldId id="488" r:id="rId28"/>
    <p:sldId id="491" r:id="rId29"/>
    <p:sldId id="492" r:id="rId30"/>
    <p:sldId id="493" r:id="rId31"/>
    <p:sldId id="454" r:id="rId32"/>
    <p:sldId id="455" r:id="rId33"/>
    <p:sldId id="456" r:id="rId34"/>
    <p:sldId id="457" r:id="rId35"/>
    <p:sldId id="494" r:id="rId36"/>
    <p:sldId id="460" r:id="rId37"/>
    <p:sldId id="458" r:id="rId38"/>
    <p:sldId id="459" r:id="rId39"/>
    <p:sldId id="461" r:id="rId40"/>
    <p:sldId id="462" r:id="rId41"/>
    <p:sldId id="478" r:id="rId42"/>
    <p:sldId id="479" r:id="rId43"/>
    <p:sldId id="499" r:id="rId44"/>
    <p:sldId id="500" r:id="rId45"/>
    <p:sldId id="506" r:id="rId46"/>
    <p:sldId id="507"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A0BC60-F558-CB4A-961E-F000431E5746}" v="1" dt="2025-06-11T03:36:08.3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45"/>
    <p:restoredTop sz="94703"/>
  </p:normalViewPr>
  <p:slideViewPr>
    <p:cSldViewPr snapToGrid="0">
      <p:cViewPr varScale="1">
        <p:scale>
          <a:sx n="86" d="100"/>
          <a:sy n="86" d="100"/>
        </p:scale>
        <p:origin x="85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ata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ata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ata19.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19.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816ECB-9820-4E29-828D-E8D103B2E495}"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957B0F9-0D11-4FB6-AB0B-B837F908F5EB}">
      <dgm:prSet/>
      <dgm:spPr/>
      <dgm:t>
        <a:bodyPr/>
        <a:lstStyle/>
        <a:p>
          <a:pPr>
            <a:lnSpc>
              <a:spcPct val="100000"/>
            </a:lnSpc>
          </a:pPr>
          <a:r>
            <a:rPr lang="en-US"/>
            <a:t>Agile methods</a:t>
          </a:r>
        </a:p>
      </dgm:t>
    </dgm:pt>
    <dgm:pt modelId="{4209E2A1-B7BF-4038-9D85-1B56C4EB2EA8}" type="parTrans" cxnId="{73F73F33-07A6-496F-9A99-ADD14B8B7C06}">
      <dgm:prSet/>
      <dgm:spPr/>
      <dgm:t>
        <a:bodyPr/>
        <a:lstStyle/>
        <a:p>
          <a:endParaRPr lang="en-US"/>
        </a:p>
      </dgm:t>
    </dgm:pt>
    <dgm:pt modelId="{4CDD23BE-C706-4497-913B-D0D102CBF6FF}" type="sibTrans" cxnId="{73F73F33-07A6-496F-9A99-ADD14B8B7C06}">
      <dgm:prSet/>
      <dgm:spPr/>
      <dgm:t>
        <a:bodyPr/>
        <a:lstStyle/>
        <a:p>
          <a:pPr>
            <a:lnSpc>
              <a:spcPct val="100000"/>
            </a:lnSpc>
          </a:pPr>
          <a:endParaRPr lang="en-US"/>
        </a:p>
      </dgm:t>
    </dgm:pt>
    <dgm:pt modelId="{83E18D96-9AE5-4F06-9267-6BD8A479B314}">
      <dgm:prSet/>
      <dgm:spPr/>
      <dgm:t>
        <a:bodyPr/>
        <a:lstStyle/>
        <a:p>
          <a:pPr>
            <a:lnSpc>
              <a:spcPct val="100000"/>
            </a:lnSpc>
          </a:pPr>
          <a:r>
            <a:rPr lang="en-US"/>
            <a:t>Agile development techniques</a:t>
          </a:r>
        </a:p>
      </dgm:t>
    </dgm:pt>
    <dgm:pt modelId="{6946CA78-1EF6-4309-BE1E-3267264A8044}" type="parTrans" cxnId="{0DB4B9C8-4F1B-49E3-969C-5BF8558E3A87}">
      <dgm:prSet/>
      <dgm:spPr/>
      <dgm:t>
        <a:bodyPr/>
        <a:lstStyle/>
        <a:p>
          <a:endParaRPr lang="en-US"/>
        </a:p>
      </dgm:t>
    </dgm:pt>
    <dgm:pt modelId="{E344DB4E-16A8-4ECB-B8A6-A68F38837346}" type="sibTrans" cxnId="{0DB4B9C8-4F1B-49E3-969C-5BF8558E3A87}">
      <dgm:prSet/>
      <dgm:spPr/>
      <dgm:t>
        <a:bodyPr/>
        <a:lstStyle/>
        <a:p>
          <a:pPr>
            <a:lnSpc>
              <a:spcPct val="100000"/>
            </a:lnSpc>
          </a:pPr>
          <a:endParaRPr lang="en-US"/>
        </a:p>
      </dgm:t>
    </dgm:pt>
    <dgm:pt modelId="{E84A9715-7BCC-4942-8695-2ABB173ECC66}">
      <dgm:prSet/>
      <dgm:spPr/>
      <dgm:t>
        <a:bodyPr/>
        <a:lstStyle/>
        <a:p>
          <a:pPr>
            <a:lnSpc>
              <a:spcPct val="100000"/>
            </a:lnSpc>
          </a:pPr>
          <a:r>
            <a:rPr lang="en-US"/>
            <a:t>Agile project management</a:t>
          </a:r>
        </a:p>
      </dgm:t>
    </dgm:pt>
    <dgm:pt modelId="{FD1B575B-C57B-4D38-AAE5-BC49F75BEC36}" type="parTrans" cxnId="{0CC5CAA8-F071-444B-8120-5BBF3D1B9F49}">
      <dgm:prSet/>
      <dgm:spPr/>
      <dgm:t>
        <a:bodyPr/>
        <a:lstStyle/>
        <a:p>
          <a:endParaRPr lang="en-US"/>
        </a:p>
      </dgm:t>
    </dgm:pt>
    <dgm:pt modelId="{29E71845-FF4D-4EAF-9FC0-2432113BBFFF}" type="sibTrans" cxnId="{0CC5CAA8-F071-444B-8120-5BBF3D1B9F49}">
      <dgm:prSet/>
      <dgm:spPr/>
      <dgm:t>
        <a:bodyPr/>
        <a:lstStyle/>
        <a:p>
          <a:endParaRPr lang="en-US"/>
        </a:p>
      </dgm:t>
    </dgm:pt>
    <dgm:pt modelId="{462DDDB4-9B05-4494-96DC-414AB34269D8}" type="pres">
      <dgm:prSet presAssocID="{38816ECB-9820-4E29-828D-E8D103B2E495}" presName="root" presStyleCnt="0">
        <dgm:presLayoutVars>
          <dgm:dir/>
          <dgm:resizeHandles val="exact"/>
        </dgm:presLayoutVars>
      </dgm:prSet>
      <dgm:spPr/>
    </dgm:pt>
    <dgm:pt modelId="{C9350BB4-C0E4-4D2C-A4C9-B43DE3CC4756}" type="pres">
      <dgm:prSet presAssocID="{38816ECB-9820-4E29-828D-E8D103B2E495}" presName="container" presStyleCnt="0">
        <dgm:presLayoutVars>
          <dgm:dir/>
          <dgm:resizeHandles val="exact"/>
        </dgm:presLayoutVars>
      </dgm:prSet>
      <dgm:spPr/>
    </dgm:pt>
    <dgm:pt modelId="{86748292-98DE-4938-9CD8-D402B5C569F6}" type="pres">
      <dgm:prSet presAssocID="{1957B0F9-0D11-4FB6-AB0B-B837F908F5EB}" presName="compNode" presStyleCnt="0"/>
      <dgm:spPr/>
    </dgm:pt>
    <dgm:pt modelId="{6EAF58D6-0C82-4E9E-B7AF-2ADB51814D3F}" type="pres">
      <dgm:prSet presAssocID="{1957B0F9-0D11-4FB6-AB0B-B837F908F5EB}" presName="iconBgRect" presStyleLbl="bgShp" presStyleIdx="0" presStyleCnt="3"/>
      <dgm:spPr/>
    </dgm:pt>
    <dgm:pt modelId="{071D3E20-2334-450E-87F2-1873F08A1462}" type="pres">
      <dgm:prSet presAssocID="{1957B0F9-0D11-4FB6-AB0B-B837F908F5E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5338F096-851A-43B5-954B-8A28D4A592E6}" type="pres">
      <dgm:prSet presAssocID="{1957B0F9-0D11-4FB6-AB0B-B837F908F5EB}" presName="spaceRect" presStyleCnt="0"/>
      <dgm:spPr/>
    </dgm:pt>
    <dgm:pt modelId="{6C024A99-8864-4240-A822-0CDA9BAEA924}" type="pres">
      <dgm:prSet presAssocID="{1957B0F9-0D11-4FB6-AB0B-B837F908F5EB}" presName="textRect" presStyleLbl="revTx" presStyleIdx="0" presStyleCnt="3">
        <dgm:presLayoutVars>
          <dgm:chMax val="1"/>
          <dgm:chPref val="1"/>
        </dgm:presLayoutVars>
      </dgm:prSet>
      <dgm:spPr/>
    </dgm:pt>
    <dgm:pt modelId="{52AFBE5C-DA5D-42C3-AAAB-C53690F8BCBC}" type="pres">
      <dgm:prSet presAssocID="{4CDD23BE-C706-4497-913B-D0D102CBF6FF}" presName="sibTrans" presStyleLbl="sibTrans2D1" presStyleIdx="0" presStyleCnt="0"/>
      <dgm:spPr/>
    </dgm:pt>
    <dgm:pt modelId="{C3B87397-1E76-4D1B-8EBD-CB4B0A9D5CFC}" type="pres">
      <dgm:prSet presAssocID="{83E18D96-9AE5-4F06-9267-6BD8A479B314}" presName="compNode" presStyleCnt="0"/>
      <dgm:spPr/>
    </dgm:pt>
    <dgm:pt modelId="{B48C7A0E-0E08-4C04-911C-12ABCF1FA968}" type="pres">
      <dgm:prSet presAssocID="{83E18D96-9AE5-4F06-9267-6BD8A479B314}" presName="iconBgRect" presStyleLbl="bgShp" presStyleIdx="1" presStyleCnt="3"/>
      <dgm:spPr/>
    </dgm:pt>
    <dgm:pt modelId="{A53FADE8-DF0C-4BF2-884A-6E39804E0B3B}" type="pres">
      <dgm:prSet presAssocID="{83E18D96-9AE5-4F06-9267-6BD8A479B31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E0CBC84B-9964-4651-BAD9-2D0D5FACE0BC}" type="pres">
      <dgm:prSet presAssocID="{83E18D96-9AE5-4F06-9267-6BD8A479B314}" presName="spaceRect" presStyleCnt="0"/>
      <dgm:spPr/>
    </dgm:pt>
    <dgm:pt modelId="{11011589-FEC8-4C66-BB84-8DA78B86FBE8}" type="pres">
      <dgm:prSet presAssocID="{83E18D96-9AE5-4F06-9267-6BD8A479B314}" presName="textRect" presStyleLbl="revTx" presStyleIdx="1" presStyleCnt="3">
        <dgm:presLayoutVars>
          <dgm:chMax val="1"/>
          <dgm:chPref val="1"/>
        </dgm:presLayoutVars>
      </dgm:prSet>
      <dgm:spPr/>
    </dgm:pt>
    <dgm:pt modelId="{06A7FB44-FA42-4E8A-8C2E-8A09ECD20C94}" type="pres">
      <dgm:prSet presAssocID="{E344DB4E-16A8-4ECB-B8A6-A68F38837346}" presName="sibTrans" presStyleLbl="sibTrans2D1" presStyleIdx="0" presStyleCnt="0"/>
      <dgm:spPr/>
    </dgm:pt>
    <dgm:pt modelId="{2AC2F308-8630-4D09-B6E9-186D1EC32E0E}" type="pres">
      <dgm:prSet presAssocID="{E84A9715-7BCC-4942-8695-2ABB173ECC66}" presName="compNode" presStyleCnt="0"/>
      <dgm:spPr/>
    </dgm:pt>
    <dgm:pt modelId="{E0189489-E189-46C7-9FDF-40D10EC04769}" type="pres">
      <dgm:prSet presAssocID="{E84A9715-7BCC-4942-8695-2ABB173ECC66}" presName="iconBgRect" presStyleLbl="bgShp" presStyleIdx="2" presStyleCnt="3"/>
      <dgm:spPr/>
    </dgm:pt>
    <dgm:pt modelId="{3A22F975-2FF9-448D-8E43-D21587F1C9B1}" type="pres">
      <dgm:prSet presAssocID="{E84A9715-7BCC-4942-8695-2ABB173ECC6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eeting"/>
        </a:ext>
      </dgm:extLst>
    </dgm:pt>
    <dgm:pt modelId="{99E9D8C4-1AAA-4EE7-B4D1-AD61DD94810D}" type="pres">
      <dgm:prSet presAssocID="{E84A9715-7BCC-4942-8695-2ABB173ECC66}" presName="spaceRect" presStyleCnt="0"/>
      <dgm:spPr/>
    </dgm:pt>
    <dgm:pt modelId="{D20ED590-28EE-4C0E-9F47-25C0A619387D}" type="pres">
      <dgm:prSet presAssocID="{E84A9715-7BCC-4942-8695-2ABB173ECC66}" presName="textRect" presStyleLbl="revTx" presStyleIdx="2" presStyleCnt="3">
        <dgm:presLayoutVars>
          <dgm:chMax val="1"/>
          <dgm:chPref val="1"/>
        </dgm:presLayoutVars>
      </dgm:prSet>
      <dgm:spPr/>
    </dgm:pt>
  </dgm:ptLst>
  <dgm:cxnLst>
    <dgm:cxn modelId="{73F73F33-07A6-496F-9A99-ADD14B8B7C06}" srcId="{38816ECB-9820-4E29-828D-E8D103B2E495}" destId="{1957B0F9-0D11-4FB6-AB0B-B837F908F5EB}" srcOrd="0" destOrd="0" parTransId="{4209E2A1-B7BF-4038-9D85-1B56C4EB2EA8}" sibTransId="{4CDD23BE-C706-4497-913B-D0D102CBF6FF}"/>
    <dgm:cxn modelId="{96305E53-E50D-4BB6-AAA7-D695955A74FA}" type="presOf" srcId="{E344DB4E-16A8-4ECB-B8A6-A68F38837346}" destId="{06A7FB44-FA42-4E8A-8C2E-8A09ECD20C94}" srcOrd="0" destOrd="0" presId="urn:microsoft.com/office/officeart/2018/2/layout/IconCircleList"/>
    <dgm:cxn modelId="{005DE053-0DFE-4EA2-BDD1-9D349A6C1967}" type="presOf" srcId="{4CDD23BE-C706-4497-913B-D0D102CBF6FF}" destId="{52AFBE5C-DA5D-42C3-AAAB-C53690F8BCBC}" srcOrd="0" destOrd="0" presId="urn:microsoft.com/office/officeart/2018/2/layout/IconCircleList"/>
    <dgm:cxn modelId="{4506DD86-CC3E-4B55-9E96-754EA20CBFC7}" type="presOf" srcId="{38816ECB-9820-4E29-828D-E8D103B2E495}" destId="{462DDDB4-9B05-4494-96DC-414AB34269D8}" srcOrd="0" destOrd="0" presId="urn:microsoft.com/office/officeart/2018/2/layout/IconCircleList"/>
    <dgm:cxn modelId="{5B420787-3305-4FD3-AA44-583FEFD784A3}" type="presOf" srcId="{1957B0F9-0D11-4FB6-AB0B-B837F908F5EB}" destId="{6C024A99-8864-4240-A822-0CDA9BAEA924}" srcOrd="0" destOrd="0" presId="urn:microsoft.com/office/officeart/2018/2/layout/IconCircleList"/>
    <dgm:cxn modelId="{03546E8B-87A9-41EE-8F25-C4AA206391F6}" type="presOf" srcId="{E84A9715-7BCC-4942-8695-2ABB173ECC66}" destId="{D20ED590-28EE-4C0E-9F47-25C0A619387D}" srcOrd="0" destOrd="0" presId="urn:microsoft.com/office/officeart/2018/2/layout/IconCircleList"/>
    <dgm:cxn modelId="{0CC5CAA8-F071-444B-8120-5BBF3D1B9F49}" srcId="{38816ECB-9820-4E29-828D-E8D103B2E495}" destId="{E84A9715-7BCC-4942-8695-2ABB173ECC66}" srcOrd="2" destOrd="0" parTransId="{FD1B575B-C57B-4D38-AAE5-BC49F75BEC36}" sibTransId="{29E71845-FF4D-4EAF-9FC0-2432113BBFFF}"/>
    <dgm:cxn modelId="{0DB4B9C8-4F1B-49E3-969C-5BF8558E3A87}" srcId="{38816ECB-9820-4E29-828D-E8D103B2E495}" destId="{83E18D96-9AE5-4F06-9267-6BD8A479B314}" srcOrd="1" destOrd="0" parTransId="{6946CA78-1EF6-4309-BE1E-3267264A8044}" sibTransId="{E344DB4E-16A8-4ECB-B8A6-A68F38837346}"/>
    <dgm:cxn modelId="{C9B527F9-47C8-47BB-876C-F23A1F2312B9}" type="presOf" srcId="{83E18D96-9AE5-4F06-9267-6BD8A479B314}" destId="{11011589-FEC8-4C66-BB84-8DA78B86FBE8}" srcOrd="0" destOrd="0" presId="urn:microsoft.com/office/officeart/2018/2/layout/IconCircleList"/>
    <dgm:cxn modelId="{6D7561E2-2F26-4711-90BC-E926C894BEBD}" type="presParOf" srcId="{462DDDB4-9B05-4494-96DC-414AB34269D8}" destId="{C9350BB4-C0E4-4D2C-A4C9-B43DE3CC4756}" srcOrd="0" destOrd="0" presId="urn:microsoft.com/office/officeart/2018/2/layout/IconCircleList"/>
    <dgm:cxn modelId="{FABA262C-B89B-4BAA-96CB-DBE98D61AFAB}" type="presParOf" srcId="{C9350BB4-C0E4-4D2C-A4C9-B43DE3CC4756}" destId="{86748292-98DE-4938-9CD8-D402B5C569F6}" srcOrd="0" destOrd="0" presId="urn:microsoft.com/office/officeart/2018/2/layout/IconCircleList"/>
    <dgm:cxn modelId="{47C824B8-5140-4521-9E64-CF7158271156}" type="presParOf" srcId="{86748292-98DE-4938-9CD8-D402B5C569F6}" destId="{6EAF58D6-0C82-4E9E-B7AF-2ADB51814D3F}" srcOrd="0" destOrd="0" presId="urn:microsoft.com/office/officeart/2018/2/layout/IconCircleList"/>
    <dgm:cxn modelId="{9CB204A9-5EA8-4023-B880-2F5E3F39C009}" type="presParOf" srcId="{86748292-98DE-4938-9CD8-D402B5C569F6}" destId="{071D3E20-2334-450E-87F2-1873F08A1462}" srcOrd="1" destOrd="0" presId="urn:microsoft.com/office/officeart/2018/2/layout/IconCircleList"/>
    <dgm:cxn modelId="{5DB24A35-6D61-4E73-A7BC-63781C86AD2B}" type="presParOf" srcId="{86748292-98DE-4938-9CD8-D402B5C569F6}" destId="{5338F096-851A-43B5-954B-8A28D4A592E6}" srcOrd="2" destOrd="0" presId="urn:microsoft.com/office/officeart/2018/2/layout/IconCircleList"/>
    <dgm:cxn modelId="{6B4170A2-CFAF-4958-9D65-BD3ADF198E77}" type="presParOf" srcId="{86748292-98DE-4938-9CD8-D402B5C569F6}" destId="{6C024A99-8864-4240-A822-0CDA9BAEA924}" srcOrd="3" destOrd="0" presId="urn:microsoft.com/office/officeart/2018/2/layout/IconCircleList"/>
    <dgm:cxn modelId="{852F0821-9E83-453C-B563-4640667CD920}" type="presParOf" srcId="{C9350BB4-C0E4-4D2C-A4C9-B43DE3CC4756}" destId="{52AFBE5C-DA5D-42C3-AAAB-C53690F8BCBC}" srcOrd="1" destOrd="0" presId="urn:microsoft.com/office/officeart/2018/2/layout/IconCircleList"/>
    <dgm:cxn modelId="{B6327012-6C61-4E0E-9622-88AADD08E58D}" type="presParOf" srcId="{C9350BB4-C0E4-4D2C-A4C9-B43DE3CC4756}" destId="{C3B87397-1E76-4D1B-8EBD-CB4B0A9D5CFC}" srcOrd="2" destOrd="0" presId="urn:microsoft.com/office/officeart/2018/2/layout/IconCircleList"/>
    <dgm:cxn modelId="{EF2513F5-0914-42DF-A042-DE5DAEDDEAE8}" type="presParOf" srcId="{C3B87397-1E76-4D1B-8EBD-CB4B0A9D5CFC}" destId="{B48C7A0E-0E08-4C04-911C-12ABCF1FA968}" srcOrd="0" destOrd="0" presId="urn:microsoft.com/office/officeart/2018/2/layout/IconCircleList"/>
    <dgm:cxn modelId="{DCFC0AD6-8658-4EC1-8560-3FD0F1BA4D1C}" type="presParOf" srcId="{C3B87397-1E76-4D1B-8EBD-CB4B0A9D5CFC}" destId="{A53FADE8-DF0C-4BF2-884A-6E39804E0B3B}" srcOrd="1" destOrd="0" presId="urn:microsoft.com/office/officeart/2018/2/layout/IconCircleList"/>
    <dgm:cxn modelId="{C6A12E08-B3BC-40ED-8E1B-185BF4D4E721}" type="presParOf" srcId="{C3B87397-1E76-4D1B-8EBD-CB4B0A9D5CFC}" destId="{E0CBC84B-9964-4651-BAD9-2D0D5FACE0BC}" srcOrd="2" destOrd="0" presId="urn:microsoft.com/office/officeart/2018/2/layout/IconCircleList"/>
    <dgm:cxn modelId="{167E3EE8-1D34-42B5-8D28-36829B06F5EC}" type="presParOf" srcId="{C3B87397-1E76-4D1B-8EBD-CB4B0A9D5CFC}" destId="{11011589-FEC8-4C66-BB84-8DA78B86FBE8}" srcOrd="3" destOrd="0" presId="urn:microsoft.com/office/officeart/2018/2/layout/IconCircleList"/>
    <dgm:cxn modelId="{A33B2130-51A4-4081-8DFF-88A67E6F2291}" type="presParOf" srcId="{C9350BB4-C0E4-4D2C-A4C9-B43DE3CC4756}" destId="{06A7FB44-FA42-4E8A-8C2E-8A09ECD20C94}" srcOrd="3" destOrd="0" presId="urn:microsoft.com/office/officeart/2018/2/layout/IconCircleList"/>
    <dgm:cxn modelId="{00A59CCB-5257-4696-9C25-85A7E11EDAD7}" type="presParOf" srcId="{C9350BB4-C0E4-4D2C-A4C9-B43DE3CC4756}" destId="{2AC2F308-8630-4D09-B6E9-186D1EC32E0E}" srcOrd="4" destOrd="0" presId="urn:microsoft.com/office/officeart/2018/2/layout/IconCircleList"/>
    <dgm:cxn modelId="{B307FC2F-329E-4778-8CBC-8D9F4F76FFF4}" type="presParOf" srcId="{2AC2F308-8630-4D09-B6E9-186D1EC32E0E}" destId="{E0189489-E189-46C7-9FDF-40D10EC04769}" srcOrd="0" destOrd="0" presId="urn:microsoft.com/office/officeart/2018/2/layout/IconCircleList"/>
    <dgm:cxn modelId="{5DE007A7-753D-4641-B69A-AED789B0C29A}" type="presParOf" srcId="{2AC2F308-8630-4D09-B6E9-186D1EC32E0E}" destId="{3A22F975-2FF9-448D-8E43-D21587F1C9B1}" srcOrd="1" destOrd="0" presId="urn:microsoft.com/office/officeart/2018/2/layout/IconCircleList"/>
    <dgm:cxn modelId="{1370ED26-AE08-4BD6-A729-E6E7B93D4A14}" type="presParOf" srcId="{2AC2F308-8630-4D09-B6E9-186D1EC32E0E}" destId="{99E9D8C4-1AAA-4EE7-B4D1-AD61DD94810D}" srcOrd="2" destOrd="0" presId="urn:microsoft.com/office/officeart/2018/2/layout/IconCircleList"/>
    <dgm:cxn modelId="{2FBA7CFB-C1A5-488E-A3AE-CAE6A3A8B495}" type="presParOf" srcId="{2AC2F308-8630-4D09-B6E9-186D1EC32E0E}" destId="{D20ED590-28EE-4C0E-9F47-25C0A619387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9A2D62-B511-4A04-8D79-0D929406194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83E5EF9-56DB-42D7-B89E-8CFAA900C3DF}">
      <dgm:prSet/>
      <dgm:spPr/>
      <dgm:t>
        <a:bodyPr/>
        <a:lstStyle/>
        <a:p>
          <a:r>
            <a:rPr lang="en-US"/>
            <a:t>Rapid development and delivery is now often the most important requirement for software systems</a:t>
          </a:r>
        </a:p>
      </dgm:t>
    </dgm:pt>
    <dgm:pt modelId="{66E08A31-063B-43A6-8F15-FF23CE59CDEC}" type="parTrans" cxnId="{9439CB9A-E04E-440D-AB02-04C2F8145011}">
      <dgm:prSet/>
      <dgm:spPr/>
      <dgm:t>
        <a:bodyPr/>
        <a:lstStyle/>
        <a:p>
          <a:endParaRPr lang="en-US"/>
        </a:p>
      </dgm:t>
    </dgm:pt>
    <dgm:pt modelId="{DD7225B4-B9A2-401C-9BF7-131416C036E3}" type="sibTrans" cxnId="{9439CB9A-E04E-440D-AB02-04C2F8145011}">
      <dgm:prSet/>
      <dgm:spPr/>
      <dgm:t>
        <a:bodyPr/>
        <a:lstStyle/>
        <a:p>
          <a:endParaRPr lang="en-US"/>
        </a:p>
      </dgm:t>
    </dgm:pt>
    <dgm:pt modelId="{75718BDD-E5B1-4C05-80E0-4F7BF2F14AB0}">
      <dgm:prSet/>
      <dgm:spPr/>
      <dgm:t>
        <a:bodyPr/>
        <a:lstStyle/>
        <a:p>
          <a:r>
            <a:rPr lang="en-US"/>
            <a:t>Businesses operate in a fast –changing requirement and it is practically impossible to produce a set of stable software requirements</a:t>
          </a:r>
        </a:p>
      </dgm:t>
    </dgm:pt>
    <dgm:pt modelId="{6266647A-C9BF-49DF-AD48-FBCBD419E3EC}" type="parTrans" cxnId="{C601470A-BB22-4B6C-A758-C8368F57D268}">
      <dgm:prSet/>
      <dgm:spPr/>
      <dgm:t>
        <a:bodyPr/>
        <a:lstStyle/>
        <a:p>
          <a:endParaRPr lang="en-US"/>
        </a:p>
      </dgm:t>
    </dgm:pt>
    <dgm:pt modelId="{36CDF9FF-6931-4A52-9E63-8E3999449728}" type="sibTrans" cxnId="{C601470A-BB22-4B6C-A758-C8368F57D268}">
      <dgm:prSet/>
      <dgm:spPr/>
      <dgm:t>
        <a:bodyPr/>
        <a:lstStyle/>
        <a:p>
          <a:endParaRPr lang="en-US"/>
        </a:p>
      </dgm:t>
    </dgm:pt>
    <dgm:pt modelId="{092C14D0-9C9A-4265-8692-1A873E331806}">
      <dgm:prSet/>
      <dgm:spPr/>
      <dgm:t>
        <a:bodyPr/>
        <a:lstStyle/>
        <a:p>
          <a:r>
            <a:rPr lang="en-US"/>
            <a:t>Software has to evolve quickly to reflect changing business needs.</a:t>
          </a:r>
        </a:p>
      </dgm:t>
    </dgm:pt>
    <dgm:pt modelId="{337D20D3-6192-47FA-BD00-9E02AAF4C476}" type="parTrans" cxnId="{C91B1435-D185-4CFA-AC6B-40E291C6753A}">
      <dgm:prSet/>
      <dgm:spPr/>
      <dgm:t>
        <a:bodyPr/>
        <a:lstStyle/>
        <a:p>
          <a:endParaRPr lang="en-US"/>
        </a:p>
      </dgm:t>
    </dgm:pt>
    <dgm:pt modelId="{D761CDD2-91DE-4945-A996-D8363D9B8491}" type="sibTrans" cxnId="{C91B1435-D185-4CFA-AC6B-40E291C6753A}">
      <dgm:prSet/>
      <dgm:spPr/>
      <dgm:t>
        <a:bodyPr/>
        <a:lstStyle/>
        <a:p>
          <a:endParaRPr lang="en-US"/>
        </a:p>
      </dgm:t>
    </dgm:pt>
    <dgm:pt modelId="{B9C42427-B42A-4DFB-A187-FACCAE5C4AD2}">
      <dgm:prSet/>
      <dgm:spPr/>
      <dgm:t>
        <a:bodyPr/>
        <a:lstStyle/>
        <a:p>
          <a:r>
            <a:rPr lang="en-US"/>
            <a:t>Plan-driven development is essential for some types of system but does not meet these business needs.</a:t>
          </a:r>
        </a:p>
      </dgm:t>
    </dgm:pt>
    <dgm:pt modelId="{3F298FE0-2C32-4826-BB5D-50AFF35E5178}" type="parTrans" cxnId="{367BA86D-4DA4-421B-8D10-803150716B71}">
      <dgm:prSet/>
      <dgm:spPr/>
      <dgm:t>
        <a:bodyPr/>
        <a:lstStyle/>
        <a:p>
          <a:endParaRPr lang="en-US"/>
        </a:p>
      </dgm:t>
    </dgm:pt>
    <dgm:pt modelId="{EE2F6340-EEED-4695-AE29-FCBB4490E65D}" type="sibTrans" cxnId="{367BA86D-4DA4-421B-8D10-803150716B71}">
      <dgm:prSet/>
      <dgm:spPr/>
      <dgm:t>
        <a:bodyPr/>
        <a:lstStyle/>
        <a:p>
          <a:endParaRPr lang="en-US"/>
        </a:p>
      </dgm:t>
    </dgm:pt>
    <dgm:pt modelId="{3FD5C780-7F51-441E-82E6-10A08EBABE76}">
      <dgm:prSet/>
      <dgm:spPr/>
      <dgm:t>
        <a:bodyPr/>
        <a:lstStyle/>
        <a:p>
          <a:r>
            <a:rPr lang="en-US"/>
            <a:t>Agile development methods emerged in the late 1990s whose aim was to radically reduce the delivery time for working software systems</a:t>
          </a:r>
        </a:p>
      </dgm:t>
    </dgm:pt>
    <dgm:pt modelId="{F3372491-D13E-42BD-83FC-432876CF1EB2}" type="parTrans" cxnId="{959F9F68-5E17-4528-9298-F9B952732FA2}">
      <dgm:prSet/>
      <dgm:spPr/>
      <dgm:t>
        <a:bodyPr/>
        <a:lstStyle/>
        <a:p>
          <a:endParaRPr lang="en-US"/>
        </a:p>
      </dgm:t>
    </dgm:pt>
    <dgm:pt modelId="{5C43B963-7CAF-49BC-958B-6D6B469C49BE}" type="sibTrans" cxnId="{959F9F68-5E17-4528-9298-F9B952732FA2}">
      <dgm:prSet/>
      <dgm:spPr/>
      <dgm:t>
        <a:bodyPr/>
        <a:lstStyle/>
        <a:p>
          <a:endParaRPr lang="en-US"/>
        </a:p>
      </dgm:t>
    </dgm:pt>
    <dgm:pt modelId="{19AE152F-04FE-4BE5-AB95-3003FE398DCD}" type="pres">
      <dgm:prSet presAssocID="{AF9A2D62-B511-4A04-8D79-0D9294061941}" presName="root" presStyleCnt="0">
        <dgm:presLayoutVars>
          <dgm:dir/>
          <dgm:resizeHandles val="exact"/>
        </dgm:presLayoutVars>
      </dgm:prSet>
      <dgm:spPr/>
    </dgm:pt>
    <dgm:pt modelId="{3A6024C3-ADB8-4648-A4D2-20F9915C0F20}" type="pres">
      <dgm:prSet presAssocID="{283E5EF9-56DB-42D7-B89E-8CFAA900C3DF}" presName="compNode" presStyleCnt="0"/>
      <dgm:spPr/>
    </dgm:pt>
    <dgm:pt modelId="{F362820D-5550-435F-9C39-6C41B00B83E3}" type="pres">
      <dgm:prSet presAssocID="{283E5EF9-56DB-42D7-B89E-8CFAA900C3DF}" presName="bgRect" presStyleLbl="bgShp" presStyleIdx="0" presStyleCnt="3"/>
      <dgm:spPr/>
    </dgm:pt>
    <dgm:pt modelId="{E33C3452-AEF5-47E4-A4F0-B579266BD58A}" type="pres">
      <dgm:prSet presAssocID="{283E5EF9-56DB-42D7-B89E-8CFAA900C3D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50C5B62E-E7F6-45A7-99E7-5085F040D57B}" type="pres">
      <dgm:prSet presAssocID="{283E5EF9-56DB-42D7-B89E-8CFAA900C3DF}" presName="spaceRect" presStyleCnt="0"/>
      <dgm:spPr/>
    </dgm:pt>
    <dgm:pt modelId="{9C604BA0-7055-48DA-9058-28A2C603FF1C}" type="pres">
      <dgm:prSet presAssocID="{283E5EF9-56DB-42D7-B89E-8CFAA900C3DF}" presName="parTx" presStyleLbl="revTx" presStyleIdx="0" presStyleCnt="4">
        <dgm:presLayoutVars>
          <dgm:chMax val="0"/>
          <dgm:chPref val="0"/>
        </dgm:presLayoutVars>
      </dgm:prSet>
      <dgm:spPr/>
    </dgm:pt>
    <dgm:pt modelId="{B01BE500-BDD8-4D48-8676-E68B92BFA74F}" type="pres">
      <dgm:prSet presAssocID="{283E5EF9-56DB-42D7-B89E-8CFAA900C3DF}" presName="desTx" presStyleLbl="revTx" presStyleIdx="1" presStyleCnt="4">
        <dgm:presLayoutVars/>
      </dgm:prSet>
      <dgm:spPr/>
    </dgm:pt>
    <dgm:pt modelId="{2C4EF8E7-1D0D-43F7-AB41-48F2FBDC2BFC}" type="pres">
      <dgm:prSet presAssocID="{DD7225B4-B9A2-401C-9BF7-131416C036E3}" presName="sibTrans" presStyleCnt="0"/>
      <dgm:spPr/>
    </dgm:pt>
    <dgm:pt modelId="{D5D15A2E-C984-4DDC-83E4-F412265439B2}" type="pres">
      <dgm:prSet presAssocID="{B9C42427-B42A-4DFB-A187-FACCAE5C4AD2}" presName="compNode" presStyleCnt="0"/>
      <dgm:spPr/>
    </dgm:pt>
    <dgm:pt modelId="{E468F22C-B963-49AB-8590-0DF2F73B59AF}" type="pres">
      <dgm:prSet presAssocID="{B9C42427-B42A-4DFB-A187-FACCAE5C4AD2}" presName="bgRect" presStyleLbl="bgShp" presStyleIdx="1" presStyleCnt="3"/>
      <dgm:spPr/>
    </dgm:pt>
    <dgm:pt modelId="{7C658032-3537-49BC-894A-44A875D43954}" type="pres">
      <dgm:prSet presAssocID="{B9C42427-B42A-4DFB-A187-FACCAE5C4AD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F2C08C4B-3A95-45B6-B48E-88F7FC97B9D8}" type="pres">
      <dgm:prSet presAssocID="{B9C42427-B42A-4DFB-A187-FACCAE5C4AD2}" presName="spaceRect" presStyleCnt="0"/>
      <dgm:spPr/>
    </dgm:pt>
    <dgm:pt modelId="{FE4EF53C-DBDC-4E98-8ECA-5C8E5DFA10A6}" type="pres">
      <dgm:prSet presAssocID="{B9C42427-B42A-4DFB-A187-FACCAE5C4AD2}" presName="parTx" presStyleLbl="revTx" presStyleIdx="2" presStyleCnt="4">
        <dgm:presLayoutVars>
          <dgm:chMax val="0"/>
          <dgm:chPref val="0"/>
        </dgm:presLayoutVars>
      </dgm:prSet>
      <dgm:spPr/>
    </dgm:pt>
    <dgm:pt modelId="{0E385FE2-0522-4E13-9E2C-EA1945DB402D}" type="pres">
      <dgm:prSet presAssocID="{EE2F6340-EEED-4695-AE29-FCBB4490E65D}" presName="sibTrans" presStyleCnt="0"/>
      <dgm:spPr/>
    </dgm:pt>
    <dgm:pt modelId="{6764F378-C01E-4EF5-B304-B0F819A28E9E}" type="pres">
      <dgm:prSet presAssocID="{3FD5C780-7F51-441E-82E6-10A08EBABE76}" presName="compNode" presStyleCnt="0"/>
      <dgm:spPr/>
    </dgm:pt>
    <dgm:pt modelId="{439DF76B-6004-40A4-83E4-CC4DA72D4038}" type="pres">
      <dgm:prSet presAssocID="{3FD5C780-7F51-441E-82E6-10A08EBABE76}" presName="bgRect" presStyleLbl="bgShp" presStyleIdx="2" presStyleCnt="3"/>
      <dgm:spPr/>
    </dgm:pt>
    <dgm:pt modelId="{8123DC57-DD35-464C-A99A-7846E1E71A35}" type="pres">
      <dgm:prSet presAssocID="{3FD5C780-7F51-441E-82E6-10A08EBABE7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5C0A555D-A7F3-48A1-8C00-9169A7448239}" type="pres">
      <dgm:prSet presAssocID="{3FD5C780-7F51-441E-82E6-10A08EBABE76}" presName="spaceRect" presStyleCnt="0"/>
      <dgm:spPr/>
    </dgm:pt>
    <dgm:pt modelId="{53859E08-6ED0-4F6D-84D8-C619F35959E9}" type="pres">
      <dgm:prSet presAssocID="{3FD5C780-7F51-441E-82E6-10A08EBABE76}" presName="parTx" presStyleLbl="revTx" presStyleIdx="3" presStyleCnt="4">
        <dgm:presLayoutVars>
          <dgm:chMax val="0"/>
          <dgm:chPref val="0"/>
        </dgm:presLayoutVars>
      </dgm:prSet>
      <dgm:spPr/>
    </dgm:pt>
  </dgm:ptLst>
  <dgm:cxnLst>
    <dgm:cxn modelId="{C601470A-BB22-4B6C-A758-C8368F57D268}" srcId="{283E5EF9-56DB-42D7-B89E-8CFAA900C3DF}" destId="{75718BDD-E5B1-4C05-80E0-4F7BF2F14AB0}" srcOrd="0" destOrd="0" parTransId="{6266647A-C9BF-49DF-AD48-FBCBD419E3EC}" sibTransId="{36CDF9FF-6931-4A52-9E63-8E3999449728}"/>
    <dgm:cxn modelId="{C91B1435-D185-4CFA-AC6B-40E291C6753A}" srcId="{283E5EF9-56DB-42D7-B89E-8CFAA900C3DF}" destId="{092C14D0-9C9A-4265-8692-1A873E331806}" srcOrd="1" destOrd="0" parTransId="{337D20D3-6192-47FA-BD00-9E02AAF4C476}" sibTransId="{D761CDD2-91DE-4945-A996-D8363D9B8491}"/>
    <dgm:cxn modelId="{AA484F5E-92D0-4FF8-AAD8-A2817825838E}" type="presOf" srcId="{092C14D0-9C9A-4265-8692-1A873E331806}" destId="{B01BE500-BDD8-4D48-8676-E68B92BFA74F}" srcOrd="0" destOrd="1" presId="urn:microsoft.com/office/officeart/2018/2/layout/IconVerticalSolidList"/>
    <dgm:cxn modelId="{959F9F68-5E17-4528-9298-F9B952732FA2}" srcId="{AF9A2D62-B511-4A04-8D79-0D9294061941}" destId="{3FD5C780-7F51-441E-82E6-10A08EBABE76}" srcOrd="2" destOrd="0" parTransId="{F3372491-D13E-42BD-83FC-432876CF1EB2}" sibTransId="{5C43B963-7CAF-49BC-958B-6D6B469C49BE}"/>
    <dgm:cxn modelId="{1D6B1C6B-E966-4BF7-808A-1FD8873EE4F6}" type="presOf" srcId="{3FD5C780-7F51-441E-82E6-10A08EBABE76}" destId="{53859E08-6ED0-4F6D-84D8-C619F35959E9}" srcOrd="0" destOrd="0" presId="urn:microsoft.com/office/officeart/2018/2/layout/IconVerticalSolidList"/>
    <dgm:cxn modelId="{367BA86D-4DA4-421B-8D10-803150716B71}" srcId="{AF9A2D62-B511-4A04-8D79-0D9294061941}" destId="{B9C42427-B42A-4DFB-A187-FACCAE5C4AD2}" srcOrd="1" destOrd="0" parTransId="{3F298FE0-2C32-4826-BB5D-50AFF35E5178}" sibTransId="{EE2F6340-EEED-4695-AE29-FCBB4490E65D}"/>
    <dgm:cxn modelId="{DE704477-26F8-47C7-9534-E060A49BB48A}" type="presOf" srcId="{AF9A2D62-B511-4A04-8D79-0D9294061941}" destId="{19AE152F-04FE-4BE5-AB95-3003FE398DCD}" srcOrd="0" destOrd="0" presId="urn:microsoft.com/office/officeart/2018/2/layout/IconVerticalSolidList"/>
    <dgm:cxn modelId="{85928994-ABBD-487F-839D-07E9887B5E66}" type="presOf" srcId="{B9C42427-B42A-4DFB-A187-FACCAE5C4AD2}" destId="{FE4EF53C-DBDC-4E98-8ECA-5C8E5DFA10A6}" srcOrd="0" destOrd="0" presId="urn:microsoft.com/office/officeart/2018/2/layout/IconVerticalSolidList"/>
    <dgm:cxn modelId="{9439CB9A-E04E-440D-AB02-04C2F8145011}" srcId="{AF9A2D62-B511-4A04-8D79-0D9294061941}" destId="{283E5EF9-56DB-42D7-B89E-8CFAA900C3DF}" srcOrd="0" destOrd="0" parTransId="{66E08A31-063B-43A6-8F15-FF23CE59CDEC}" sibTransId="{DD7225B4-B9A2-401C-9BF7-131416C036E3}"/>
    <dgm:cxn modelId="{2980F8D3-3FF0-4048-8D18-AF64A97EF4D8}" type="presOf" srcId="{75718BDD-E5B1-4C05-80E0-4F7BF2F14AB0}" destId="{B01BE500-BDD8-4D48-8676-E68B92BFA74F}" srcOrd="0" destOrd="0" presId="urn:microsoft.com/office/officeart/2018/2/layout/IconVerticalSolidList"/>
    <dgm:cxn modelId="{559CE6F6-BE14-4675-AEDF-D8889836898F}" type="presOf" srcId="{283E5EF9-56DB-42D7-B89E-8CFAA900C3DF}" destId="{9C604BA0-7055-48DA-9058-28A2C603FF1C}" srcOrd="0" destOrd="0" presId="urn:microsoft.com/office/officeart/2018/2/layout/IconVerticalSolidList"/>
    <dgm:cxn modelId="{08254B36-2A76-4222-B5F9-028E2C75E045}" type="presParOf" srcId="{19AE152F-04FE-4BE5-AB95-3003FE398DCD}" destId="{3A6024C3-ADB8-4648-A4D2-20F9915C0F20}" srcOrd="0" destOrd="0" presId="urn:microsoft.com/office/officeart/2018/2/layout/IconVerticalSolidList"/>
    <dgm:cxn modelId="{E9866409-ADA6-4489-97CB-060A7BC43ECD}" type="presParOf" srcId="{3A6024C3-ADB8-4648-A4D2-20F9915C0F20}" destId="{F362820D-5550-435F-9C39-6C41B00B83E3}" srcOrd="0" destOrd="0" presId="urn:microsoft.com/office/officeart/2018/2/layout/IconVerticalSolidList"/>
    <dgm:cxn modelId="{E275E691-7455-4A08-BD06-647C23732035}" type="presParOf" srcId="{3A6024C3-ADB8-4648-A4D2-20F9915C0F20}" destId="{E33C3452-AEF5-47E4-A4F0-B579266BD58A}" srcOrd="1" destOrd="0" presId="urn:microsoft.com/office/officeart/2018/2/layout/IconVerticalSolidList"/>
    <dgm:cxn modelId="{5CBB8913-F91F-4722-876F-7397F078CC87}" type="presParOf" srcId="{3A6024C3-ADB8-4648-A4D2-20F9915C0F20}" destId="{50C5B62E-E7F6-45A7-99E7-5085F040D57B}" srcOrd="2" destOrd="0" presId="urn:microsoft.com/office/officeart/2018/2/layout/IconVerticalSolidList"/>
    <dgm:cxn modelId="{F3DA629E-4880-4E52-BED0-837E26EEB687}" type="presParOf" srcId="{3A6024C3-ADB8-4648-A4D2-20F9915C0F20}" destId="{9C604BA0-7055-48DA-9058-28A2C603FF1C}" srcOrd="3" destOrd="0" presId="urn:microsoft.com/office/officeart/2018/2/layout/IconVerticalSolidList"/>
    <dgm:cxn modelId="{D3CAF802-DA04-4F2A-8CAA-9C59341365A9}" type="presParOf" srcId="{3A6024C3-ADB8-4648-A4D2-20F9915C0F20}" destId="{B01BE500-BDD8-4D48-8676-E68B92BFA74F}" srcOrd="4" destOrd="0" presId="urn:microsoft.com/office/officeart/2018/2/layout/IconVerticalSolidList"/>
    <dgm:cxn modelId="{31FEEE17-EE97-4B5C-986E-477F6739ADEA}" type="presParOf" srcId="{19AE152F-04FE-4BE5-AB95-3003FE398DCD}" destId="{2C4EF8E7-1D0D-43F7-AB41-48F2FBDC2BFC}" srcOrd="1" destOrd="0" presId="urn:microsoft.com/office/officeart/2018/2/layout/IconVerticalSolidList"/>
    <dgm:cxn modelId="{7186953E-9DCF-4106-8BA0-8E975C928F00}" type="presParOf" srcId="{19AE152F-04FE-4BE5-AB95-3003FE398DCD}" destId="{D5D15A2E-C984-4DDC-83E4-F412265439B2}" srcOrd="2" destOrd="0" presId="urn:microsoft.com/office/officeart/2018/2/layout/IconVerticalSolidList"/>
    <dgm:cxn modelId="{BD288108-8208-48E6-8338-B83D1E6DC257}" type="presParOf" srcId="{D5D15A2E-C984-4DDC-83E4-F412265439B2}" destId="{E468F22C-B963-49AB-8590-0DF2F73B59AF}" srcOrd="0" destOrd="0" presId="urn:microsoft.com/office/officeart/2018/2/layout/IconVerticalSolidList"/>
    <dgm:cxn modelId="{E09859FC-4104-4501-B07F-3E47C0D0C77B}" type="presParOf" srcId="{D5D15A2E-C984-4DDC-83E4-F412265439B2}" destId="{7C658032-3537-49BC-894A-44A875D43954}" srcOrd="1" destOrd="0" presId="urn:microsoft.com/office/officeart/2018/2/layout/IconVerticalSolidList"/>
    <dgm:cxn modelId="{A6993449-C9AB-4C65-B19A-A28A8E86A4F8}" type="presParOf" srcId="{D5D15A2E-C984-4DDC-83E4-F412265439B2}" destId="{F2C08C4B-3A95-45B6-B48E-88F7FC97B9D8}" srcOrd="2" destOrd="0" presId="urn:microsoft.com/office/officeart/2018/2/layout/IconVerticalSolidList"/>
    <dgm:cxn modelId="{A4E43837-B9DF-489E-AE8F-28CBB840454A}" type="presParOf" srcId="{D5D15A2E-C984-4DDC-83E4-F412265439B2}" destId="{FE4EF53C-DBDC-4E98-8ECA-5C8E5DFA10A6}" srcOrd="3" destOrd="0" presId="urn:microsoft.com/office/officeart/2018/2/layout/IconVerticalSolidList"/>
    <dgm:cxn modelId="{A49975B2-20B7-4059-840F-EBA931C6453A}" type="presParOf" srcId="{19AE152F-04FE-4BE5-AB95-3003FE398DCD}" destId="{0E385FE2-0522-4E13-9E2C-EA1945DB402D}" srcOrd="3" destOrd="0" presId="urn:microsoft.com/office/officeart/2018/2/layout/IconVerticalSolidList"/>
    <dgm:cxn modelId="{0344BE5A-6E64-4A0B-AD24-07E0D2D2FE12}" type="presParOf" srcId="{19AE152F-04FE-4BE5-AB95-3003FE398DCD}" destId="{6764F378-C01E-4EF5-B304-B0F819A28E9E}" srcOrd="4" destOrd="0" presId="urn:microsoft.com/office/officeart/2018/2/layout/IconVerticalSolidList"/>
    <dgm:cxn modelId="{6D72A8D6-9FBD-4ADE-88B7-DF08E3CD1F30}" type="presParOf" srcId="{6764F378-C01E-4EF5-B304-B0F819A28E9E}" destId="{439DF76B-6004-40A4-83E4-CC4DA72D4038}" srcOrd="0" destOrd="0" presId="urn:microsoft.com/office/officeart/2018/2/layout/IconVerticalSolidList"/>
    <dgm:cxn modelId="{1EF9FD3F-F4DC-4C4C-B5C2-3B4CF9AA46D4}" type="presParOf" srcId="{6764F378-C01E-4EF5-B304-B0F819A28E9E}" destId="{8123DC57-DD35-464C-A99A-7846E1E71A35}" srcOrd="1" destOrd="0" presId="urn:microsoft.com/office/officeart/2018/2/layout/IconVerticalSolidList"/>
    <dgm:cxn modelId="{6203878F-72EE-400E-8742-CB3B24C9D96F}" type="presParOf" srcId="{6764F378-C01E-4EF5-B304-B0F819A28E9E}" destId="{5C0A555D-A7F3-48A1-8C00-9169A7448239}" srcOrd="2" destOrd="0" presId="urn:microsoft.com/office/officeart/2018/2/layout/IconVerticalSolidList"/>
    <dgm:cxn modelId="{C541D73B-4E89-49E4-8DCF-20960BBC01B4}" type="presParOf" srcId="{6764F378-C01E-4EF5-B304-B0F819A28E9E}" destId="{53859E08-6ED0-4F6D-84D8-C619F35959E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A87D54-C7CD-438A-A740-1DCD8B8D4CC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1E06983-AA62-4947-A12C-64225D066096}">
      <dgm:prSet/>
      <dgm:spPr/>
      <dgm:t>
        <a:bodyPr/>
        <a:lstStyle/>
        <a:p>
          <a:r>
            <a:rPr lang="en-US"/>
            <a:t>Program specification, design and implementation are inter-leaved</a:t>
          </a:r>
        </a:p>
      </dgm:t>
    </dgm:pt>
    <dgm:pt modelId="{5D20B665-F752-4418-893B-CEDC4236C44C}" type="parTrans" cxnId="{68A91895-D9D6-420F-9F55-A13281CEFBF8}">
      <dgm:prSet/>
      <dgm:spPr/>
      <dgm:t>
        <a:bodyPr/>
        <a:lstStyle/>
        <a:p>
          <a:endParaRPr lang="en-US"/>
        </a:p>
      </dgm:t>
    </dgm:pt>
    <dgm:pt modelId="{A8191FD3-3D02-470C-9175-AF8FD4B6AAA0}" type="sibTrans" cxnId="{68A91895-D9D6-420F-9F55-A13281CEFBF8}">
      <dgm:prSet/>
      <dgm:spPr/>
      <dgm:t>
        <a:bodyPr/>
        <a:lstStyle/>
        <a:p>
          <a:endParaRPr lang="en-US"/>
        </a:p>
      </dgm:t>
    </dgm:pt>
    <dgm:pt modelId="{80A2A332-39DC-40EB-BFD1-19AD582FDD11}">
      <dgm:prSet/>
      <dgm:spPr/>
      <dgm:t>
        <a:bodyPr/>
        <a:lstStyle/>
        <a:p>
          <a:r>
            <a:rPr lang="en-US"/>
            <a:t>The system is developed as a series of versions or increments with stakeholders involved in version specification and evaluation</a:t>
          </a:r>
        </a:p>
      </dgm:t>
    </dgm:pt>
    <dgm:pt modelId="{078C8EF7-FFB2-40F8-90FA-5F8D65C303E2}" type="parTrans" cxnId="{9839E011-C76B-43B5-939D-6ADE9A5D40CD}">
      <dgm:prSet/>
      <dgm:spPr/>
      <dgm:t>
        <a:bodyPr/>
        <a:lstStyle/>
        <a:p>
          <a:endParaRPr lang="en-US"/>
        </a:p>
      </dgm:t>
    </dgm:pt>
    <dgm:pt modelId="{87BF8AD0-856E-4C71-8D2F-C6F73AC74381}" type="sibTrans" cxnId="{9839E011-C76B-43B5-939D-6ADE9A5D40CD}">
      <dgm:prSet/>
      <dgm:spPr/>
      <dgm:t>
        <a:bodyPr/>
        <a:lstStyle/>
        <a:p>
          <a:endParaRPr lang="en-US"/>
        </a:p>
      </dgm:t>
    </dgm:pt>
    <dgm:pt modelId="{DF888CDB-1BEC-4C59-9E9B-FBBEEC1350C1}">
      <dgm:prSet/>
      <dgm:spPr/>
      <dgm:t>
        <a:bodyPr/>
        <a:lstStyle/>
        <a:p>
          <a:r>
            <a:rPr lang="en-US"/>
            <a:t>Frequent delivery of new versions for evaluation</a:t>
          </a:r>
        </a:p>
      </dgm:t>
    </dgm:pt>
    <dgm:pt modelId="{05A00876-11EB-4C36-A717-A69CB308B6EA}" type="parTrans" cxnId="{69036337-28CD-4514-B1CC-7201DE9AAED5}">
      <dgm:prSet/>
      <dgm:spPr/>
      <dgm:t>
        <a:bodyPr/>
        <a:lstStyle/>
        <a:p>
          <a:endParaRPr lang="en-US"/>
        </a:p>
      </dgm:t>
    </dgm:pt>
    <dgm:pt modelId="{D0752C0C-763A-4E23-BD7C-0243D1DC8BE1}" type="sibTrans" cxnId="{69036337-28CD-4514-B1CC-7201DE9AAED5}">
      <dgm:prSet/>
      <dgm:spPr/>
      <dgm:t>
        <a:bodyPr/>
        <a:lstStyle/>
        <a:p>
          <a:endParaRPr lang="en-US"/>
        </a:p>
      </dgm:t>
    </dgm:pt>
    <dgm:pt modelId="{9274811A-DE69-4E98-AF4E-E97CFBFF937D}">
      <dgm:prSet/>
      <dgm:spPr/>
      <dgm:t>
        <a:bodyPr/>
        <a:lstStyle/>
        <a:p>
          <a:r>
            <a:rPr lang="en-US"/>
            <a:t>Extensive tool support (e.g. automated testing tools) used to support development.</a:t>
          </a:r>
        </a:p>
      </dgm:t>
    </dgm:pt>
    <dgm:pt modelId="{BDD1F498-F4A3-4019-8D5E-A83BC2D36D74}" type="parTrans" cxnId="{CD931937-802F-4F85-B532-9A5F508E6CF9}">
      <dgm:prSet/>
      <dgm:spPr/>
      <dgm:t>
        <a:bodyPr/>
        <a:lstStyle/>
        <a:p>
          <a:endParaRPr lang="en-US"/>
        </a:p>
      </dgm:t>
    </dgm:pt>
    <dgm:pt modelId="{C125419B-7767-4980-AC9E-703732E0FA89}" type="sibTrans" cxnId="{CD931937-802F-4F85-B532-9A5F508E6CF9}">
      <dgm:prSet/>
      <dgm:spPr/>
      <dgm:t>
        <a:bodyPr/>
        <a:lstStyle/>
        <a:p>
          <a:endParaRPr lang="en-US"/>
        </a:p>
      </dgm:t>
    </dgm:pt>
    <dgm:pt modelId="{EE0ECAEA-DAD7-437B-9327-CDB8C7ECE563}">
      <dgm:prSet/>
      <dgm:spPr/>
      <dgm:t>
        <a:bodyPr/>
        <a:lstStyle/>
        <a:p>
          <a:r>
            <a:rPr lang="en-US"/>
            <a:t>Minimal documentation – focus on working code</a:t>
          </a:r>
        </a:p>
      </dgm:t>
    </dgm:pt>
    <dgm:pt modelId="{ED5A207E-26DC-499F-9548-CD20027D152E}" type="parTrans" cxnId="{97C47D85-6B79-435F-9A57-65AD7A5B768E}">
      <dgm:prSet/>
      <dgm:spPr/>
      <dgm:t>
        <a:bodyPr/>
        <a:lstStyle/>
        <a:p>
          <a:endParaRPr lang="en-US"/>
        </a:p>
      </dgm:t>
    </dgm:pt>
    <dgm:pt modelId="{0E02541E-9A84-4BDB-AFA9-34D174DBDC85}" type="sibTrans" cxnId="{97C47D85-6B79-435F-9A57-65AD7A5B768E}">
      <dgm:prSet/>
      <dgm:spPr/>
      <dgm:t>
        <a:bodyPr/>
        <a:lstStyle/>
        <a:p>
          <a:endParaRPr lang="en-US"/>
        </a:p>
      </dgm:t>
    </dgm:pt>
    <dgm:pt modelId="{549B74E3-E5BD-42E4-A59E-9CB0378883F0}" type="pres">
      <dgm:prSet presAssocID="{1EA87D54-C7CD-438A-A740-1DCD8B8D4CCB}" presName="root" presStyleCnt="0">
        <dgm:presLayoutVars>
          <dgm:dir/>
          <dgm:resizeHandles val="exact"/>
        </dgm:presLayoutVars>
      </dgm:prSet>
      <dgm:spPr/>
    </dgm:pt>
    <dgm:pt modelId="{F5350003-373E-4D26-A73C-73C0E99CDAC6}" type="pres">
      <dgm:prSet presAssocID="{21E06983-AA62-4947-A12C-64225D066096}" presName="compNode" presStyleCnt="0"/>
      <dgm:spPr/>
    </dgm:pt>
    <dgm:pt modelId="{1F6BC3C8-A300-40EB-8021-9FB3BF18B726}" type="pres">
      <dgm:prSet presAssocID="{21E06983-AA62-4947-A12C-64225D066096}" presName="bgRect" presStyleLbl="bgShp" presStyleIdx="0" presStyleCnt="5"/>
      <dgm:spPr/>
    </dgm:pt>
    <dgm:pt modelId="{F77FB100-1C3E-4FEB-A4D4-B3E54652B0E2}" type="pres">
      <dgm:prSet presAssocID="{21E06983-AA62-4947-A12C-64225D06609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61F444BB-5F47-4051-B480-25A8A59D9E5E}" type="pres">
      <dgm:prSet presAssocID="{21E06983-AA62-4947-A12C-64225D066096}" presName="spaceRect" presStyleCnt="0"/>
      <dgm:spPr/>
    </dgm:pt>
    <dgm:pt modelId="{855BB846-7B37-47F6-8401-7248D0B005D1}" type="pres">
      <dgm:prSet presAssocID="{21E06983-AA62-4947-A12C-64225D066096}" presName="parTx" presStyleLbl="revTx" presStyleIdx="0" presStyleCnt="5">
        <dgm:presLayoutVars>
          <dgm:chMax val="0"/>
          <dgm:chPref val="0"/>
        </dgm:presLayoutVars>
      </dgm:prSet>
      <dgm:spPr/>
    </dgm:pt>
    <dgm:pt modelId="{567CCE7A-57C1-4558-A669-6BFC883D0D25}" type="pres">
      <dgm:prSet presAssocID="{A8191FD3-3D02-470C-9175-AF8FD4B6AAA0}" presName="sibTrans" presStyleCnt="0"/>
      <dgm:spPr/>
    </dgm:pt>
    <dgm:pt modelId="{98E57C0F-711A-49E2-B86B-C8E8C1C589AA}" type="pres">
      <dgm:prSet presAssocID="{80A2A332-39DC-40EB-BFD1-19AD582FDD11}" presName="compNode" presStyleCnt="0"/>
      <dgm:spPr/>
    </dgm:pt>
    <dgm:pt modelId="{ACD51F04-D5A9-4977-AAF5-32026585C193}" type="pres">
      <dgm:prSet presAssocID="{80A2A332-39DC-40EB-BFD1-19AD582FDD11}" presName="bgRect" presStyleLbl="bgShp" presStyleIdx="1" presStyleCnt="5"/>
      <dgm:spPr/>
    </dgm:pt>
    <dgm:pt modelId="{C587047F-6EED-43EB-9F8C-E82822AC93FA}" type="pres">
      <dgm:prSet presAssocID="{80A2A332-39DC-40EB-BFD1-19AD582FDD1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E8E6907C-EE11-476D-AD06-79BEA0510CE2}" type="pres">
      <dgm:prSet presAssocID="{80A2A332-39DC-40EB-BFD1-19AD582FDD11}" presName="spaceRect" presStyleCnt="0"/>
      <dgm:spPr/>
    </dgm:pt>
    <dgm:pt modelId="{D91153C2-F392-4D20-BAF4-AC1E08337460}" type="pres">
      <dgm:prSet presAssocID="{80A2A332-39DC-40EB-BFD1-19AD582FDD11}" presName="parTx" presStyleLbl="revTx" presStyleIdx="1" presStyleCnt="5">
        <dgm:presLayoutVars>
          <dgm:chMax val="0"/>
          <dgm:chPref val="0"/>
        </dgm:presLayoutVars>
      </dgm:prSet>
      <dgm:spPr/>
    </dgm:pt>
    <dgm:pt modelId="{9255A6A0-1D9C-4630-A73E-1A9680DFB82C}" type="pres">
      <dgm:prSet presAssocID="{87BF8AD0-856E-4C71-8D2F-C6F73AC74381}" presName="sibTrans" presStyleCnt="0"/>
      <dgm:spPr/>
    </dgm:pt>
    <dgm:pt modelId="{E058C622-DD2A-45B2-9A24-3B59E4C8DD85}" type="pres">
      <dgm:prSet presAssocID="{DF888CDB-1BEC-4C59-9E9B-FBBEEC1350C1}" presName="compNode" presStyleCnt="0"/>
      <dgm:spPr/>
    </dgm:pt>
    <dgm:pt modelId="{173EEAB1-A681-4309-BBFB-1742F9C66B95}" type="pres">
      <dgm:prSet presAssocID="{DF888CDB-1BEC-4C59-9E9B-FBBEEC1350C1}" presName="bgRect" presStyleLbl="bgShp" presStyleIdx="2" presStyleCnt="5"/>
      <dgm:spPr/>
    </dgm:pt>
    <dgm:pt modelId="{6ED92B43-EE25-4D80-B807-60493DDAE277}" type="pres">
      <dgm:prSet presAssocID="{DF888CDB-1BEC-4C59-9E9B-FBBEEC1350C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ick"/>
        </a:ext>
      </dgm:extLst>
    </dgm:pt>
    <dgm:pt modelId="{5B8F5E8C-363D-4958-97F1-BA4466964A1C}" type="pres">
      <dgm:prSet presAssocID="{DF888CDB-1BEC-4C59-9E9B-FBBEEC1350C1}" presName="spaceRect" presStyleCnt="0"/>
      <dgm:spPr/>
    </dgm:pt>
    <dgm:pt modelId="{BB6CF3BB-3624-4F94-948D-369BC10E9162}" type="pres">
      <dgm:prSet presAssocID="{DF888CDB-1BEC-4C59-9E9B-FBBEEC1350C1}" presName="parTx" presStyleLbl="revTx" presStyleIdx="2" presStyleCnt="5">
        <dgm:presLayoutVars>
          <dgm:chMax val="0"/>
          <dgm:chPref val="0"/>
        </dgm:presLayoutVars>
      </dgm:prSet>
      <dgm:spPr/>
    </dgm:pt>
    <dgm:pt modelId="{689674DD-7A7B-49D2-87D2-D5B3BC46211F}" type="pres">
      <dgm:prSet presAssocID="{D0752C0C-763A-4E23-BD7C-0243D1DC8BE1}" presName="sibTrans" presStyleCnt="0"/>
      <dgm:spPr/>
    </dgm:pt>
    <dgm:pt modelId="{0D0A6269-359F-4776-B55F-D65D9AC184E4}" type="pres">
      <dgm:prSet presAssocID="{9274811A-DE69-4E98-AF4E-E97CFBFF937D}" presName="compNode" presStyleCnt="0"/>
      <dgm:spPr/>
    </dgm:pt>
    <dgm:pt modelId="{E6011EF3-EE99-4F6F-B868-2689FC786747}" type="pres">
      <dgm:prSet presAssocID="{9274811A-DE69-4E98-AF4E-E97CFBFF937D}" presName="bgRect" presStyleLbl="bgShp" presStyleIdx="3" presStyleCnt="5"/>
      <dgm:spPr/>
    </dgm:pt>
    <dgm:pt modelId="{57BE9480-4918-4CE4-9BD7-6494D70DEE22}" type="pres">
      <dgm:prSet presAssocID="{9274811A-DE69-4E98-AF4E-E97CFBFF937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9DED989D-7FC1-44CE-B6C3-3EFF3E4CD941}" type="pres">
      <dgm:prSet presAssocID="{9274811A-DE69-4E98-AF4E-E97CFBFF937D}" presName="spaceRect" presStyleCnt="0"/>
      <dgm:spPr/>
    </dgm:pt>
    <dgm:pt modelId="{7C070393-644B-465F-840A-6249F8DA6D03}" type="pres">
      <dgm:prSet presAssocID="{9274811A-DE69-4E98-AF4E-E97CFBFF937D}" presName="parTx" presStyleLbl="revTx" presStyleIdx="3" presStyleCnt="5">
        <dgm:presLayoutVars>
          <dgm:chMax val="0"/>
          <dgm:chPref val="0"/>
        </dgm:presLayoutVars>
      </dgm:prSet>
      <dgm:spPr/>
    </dgm:pt>
    <dgm:pt modelId="{608E8341-B108-49E7-ADF9-0BA1B3912200}" type="pres">
      <dgm:prSet presAssocID="{C125419B-7767-4980-AC9E-703732E0FA89}" presName="sibTrans" presStyleCnt="0"/>
      <dgm:spPr/>
    </dgm:pt>
    <dgm:pt modelId="{8D42DC15-AFE2-4426-8418-30AA84303356}" type="pres">
      <dgm:prSet presAssocID="{EE0ECAEA-DAD7-437B-9327-CDB8C7ECE563}" presName="compNode" presStyleCnt="0"/>
      <dgm:spPr/>
    </dgm:pt>
    <dgm:pt modelId="{B52CC993-D179-48A5-BDA5-F21CDC7D9555}" type="pres">
      <dgm:prSet presAssocID="{EE0ECAEA-DAD7-437B-9327-CDB8C7ECE563}" presName="bgRect" presStyleLbl="bgShp" presStyleIdx="4" presStyleCnt="5"/>
      <dgm:spPr/>
    </dgm:pt>
    <dgm:pt modelId="{4BE33E23-57F2-4F5E-BD2E-226155210856}" type="pres">
      <dgm:prSet presAssocID="{EE0ECAEA-DAD7-437B-9327-CDB8C7ECE56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gnifying glass"/>
        </a:ext>
      </dgm:extLst>
    </dgm:pt>
    <dgm:pt modelId="{D1700582-7207-4588-B4A8-2DBC88EF82EA}" type="pres">
      <dgm:prSet presAssocID="{EE0ECAEA-DAD7-437B-9327-CDB8C7ECE563}" presName="spaceRect" presStyleCnt="0"/>
      <dgm:spPr/>
    </dgm:pt>
    <dgm:pt modelId="{AAB269F0-14BD-47AE-916D-C7F294A0974C}" type="pres">
      <dgm:prSet presAssocID="{EE0ECAEA-DAD7-437B-9327-CDB8C7ECE563}" presName="parTx" presStyleLbl="revTx" presStyleIdx="4" presStyleCnt="5">
        <dgm:presLayoutVars>
          <dgm:chMax val="0"/>
          <dgm:chPref val="0"/>
        </dgm:presLayoutVars>
      </dgm:prSet>
      <dgm:spPr/>
    </dgm:pt>
  </dgm:ptLst>
  <dgm:cxnLst>
    <dgm:cxn modelId="{9839E011-C76B-43B5-939D-6ADE9A5D40CD}" srcId="{1EA87D54-C7CD-438A-A740-1DCD8B8D4CCB}" destId="{80A2A332-39DC-40EB-BFD1-19AD582FDD11}" srcOrd="1" destOrd="0" parTransId="{078C8EF7-FFB2-40F8-90FA-5F8D65C303E2}" sibTransId="{87BF8AD0-856E-4C71-8D2F-C6F73AC74381}"/>
    <dgm:cxn modelId="{FBC57225-68DA-4AF5-9EE6-C4B4215858C9}" type="presOf" srcId="{1EA87D54-C7CD-438A-A740-1DCD8B8D4CCB}" destId="{549B74E3-E5BD-42E4-A59E-9CB0378883F0}" srcOrd="0" destOrd="0" presId="urn:microsoft.com/office/officeart/2018/2/layout/IconVerticalSolidList"/>
    <dgm:cxn modelId="{CD931937-802F-4F85-B532-9A5F508E6CF9}" srcId="{1EA87D54-C7CD-438A-A740-1DCD8B8D4CCB}" destId="{9274811A-DE69-4E98-AF4E-E97CFBFF937D}" srcOrd="3" destOrd="0" parTransId="{BDD1F498-F4A3-4019-8D5E-A83BC2D36D74}" sibTransId="{C125419B-7767-4980-AC9E-703732E0FA89}"/>
    <dgm:cxn modelId="{69036337-28CD-4514-B1CC-7201DE9AAED5}" srcId="{1EA87D54-C7CD-438A-A740-1DCD8B8D4CCB}" destId="{DF888CDB-1BEC-4C59-9E9B-FBBEEC1350C1}" srcOrd="2" destOrd="0" parTransId="{05A00876-11EB-4C36-A717-A69CB308B6EA}" sibTransId="{D0752C0C-763A-4E23-BD7C-0243D1DC8BE1}"/>
    <dgm:cxn modelId="{21D99645-171A-4E4D-9F32-3F80CCF5B79B}" type="presOf" srcId="{80A2A332-39DC-40EB-BFD1-19AD582FDD11}" destId="{D91153C2-F392-4D20-BAF4-AC1E08337460}" srcOrd="0" destOrd="0" presId="urn:microsoft.com/office/officeart/2018/2/layout/IconVerticalSolidList"/>
    <dgm:cxn modelId="{33189C53-AE60-4764-AD17-9F6A19B2717B}" type="presOf" srcId="{9274811A-DE69-4E98-AF4E-E97CFBFF937D}" destId="{7C070393-644B-465F-840A-6249F8DA6D03}" srcOrd="0" destOrd="0" presId="urn:microsoft.com/office/officeart/2018/2/layout/IconVerticalSolidList"/>
    <dgm:cxn modelId="{97C47D85-6B79-435F-9A57-65AD7A5B768E}" srcId="{1EA87D54-C7CD-438A-A740-1DCD8B8D4CCB}" destId="{EE0ECAEA-DAD7-437B-9327-CDB8C7ECE563}" srcOrd="4" destOrd="0" parTransId="{ED5A207E-26DC-499F-9548-CD20027D152E}" sibTransId="{0E02541E-9A84-4BDB-AFA9-34D174DBDC85}"/>
    <dgm:cxn modelId="{DE9BC48C-0F7B-4823-84CC-182EFFE75DBE}" type="presOf" srcId="{EE0ECAEA-DAD7-437B-9327-CDB8C7ECE563}" destId="{AAB269F0-14BD-47AE-916D-C7F294A0974C}" srcOrd="0" destOrd="0" presId="urn:microsoft.com/office/officeart/2018/2/layout/IconVerticalSolidList"/>
    <dgm:cxn modelId="{68A91895-D9D6-420F-9F55-A13281CEFBF8}" srcId="{1EA87D54-C7CD-438A-A740-1DCD8B8D4CCB}" destId="{21E06983-AA62-4947-A12C-64225D066096}" srcOrd="0" destOrd="0" parTransId="{5D20B665-F752-4418-893B-CEDC4236C44C}" sibTransId="{A8191FD3-3D02-470C-9175-AF8FD4B6AAA0}"/>
    <dgm:cxn modelId="{348578E5-D26E-4C0E-972B-4EDEDB01DA37}" type="presOf" srcId="{21E06983-AA62-4947-A12C-64225D066096}" destId="{855BB846-7B37-47F6-8401-7248D0B005D1}" srcOrd="0" destOrd="0" presId="urn:microsoft.com/office/officeart/2018/2/layout/IconVerticalSolidList"/>
    <dgm:cxn modelId="{BB3F26F0-3D24-4582-B5F2-0762AF93FE5D}" type="presOf" srcId="{DF888CDB-1BEC-4C59-9E9B-FBBEEC1350C1}" destId="{BB6CF3BB-3624-4F94-948D-369BC10E9162}" srcOrd="0" destOrd="0" presId="urn:microsoft.com/office/officeart/2018/2/layout/IconVerticalSolidList"/>
    <dgm:cxn modelId="{1E89580B-E12A-4D95-A03D-1F9B20C742C4}" type="presParOf" srcId="{549B74E3-E5BD-42E4-A59E-9CB0378883F0}" destId="{F5350003-373E-4D26-A73C-73C0E99CDAC6}" srcOrd="0" destOrd="0" presId="urn:microsoft.com/office/officeart/2018/2/layout/IconVerticalSolidList"/>
    <dgm:cxn modelId="{59EBACBE-047E-475D-9210-43FC6C1DD429}" type="presParOf" srcId="{F5350003-373E-4D26-A73C-73C0E99CDAC6}" destId="{1F6BC3C8-A300-40EB-8021-9FB3BF18B726}" srcOrd="0" destOrd="0" presId="urn:microsoft.com/office/officeart/2018/2/layout/IconVerticalSolidList"/>
    <dgm:cxn modelId="{9432A4D6-E9CA-4584-A9B2-5CDBE614DA72}" type="presParOf" srcId="{F5350003-373E-4D26-A73C-73C0E99CDAC6}" destId="{F77FB100-1C3E-4FEB-A4D4-B3E54652B0E2}" srcOrd="1" destOrd="0" presId="urn:microsoft.com/office/officeart/2018/2/layout/IconVerticalSolidList"/>
    <dgm:cxn modelId="{C89E3C5C-2B02-4A5A-9A01-62AA7DBC8A2E}" type="presParOf" srcId="{F5350003-373E-4D26-A73C-73C0E99CDAC6}" destId="{61F444BB-5F47-4051-B480-25A8A59D9E5E}" srcOrd="2" destOrd="0" presId="urn:microsoft.com/office/officeart/2018/2/layout/IconVerticalSolidList"/>
    <dgm:cxn modelId="{10DE0F50-DEAE-42AB-A589-E16E4DFDAF7B}" type="presParOf" srcId="{F5350003-373E-4D26-A73C-73C0E99CDAC6}" destId="{855BB846-7B37-47F6-8401-7248D0B005D1}" srcOrd="3" destOrd="0" presId="urn:microsoft.com/office/officeart/2018/2/layout/IconVerticalSolidList"/>
    <dgm:cxn modelId="{F9DE1E60-1855-456E-B2F1-06ACCC296137}" type="presParOf" srcId="{549B74E3-E5BD-42E4-A59E-9CB0378883F0}" destId="{567CCE7A-57C1-4558-A669-6BFC883D0D25}" srcOrd="1" destOrd="0" presId="urn:microsoft.com/office/officeart/2018/2/layout/IconVerticalSolidList"/>
    <dgm:cxn modelId="{87B31358-C842-4D89-A26E-879DA9A854B5}" type="presParOf" srcId="{549B74E3-E5BD-42E4-A59E-9CB0378883F0}" destId="{98E57C0F-711A-49E2-B86B-C8E8C1C589AA}" srcOrd="2" destOrd="0" presId="urn:microsoft.com/office/officeart/2018/2/layout/IconVerticalSolidList"/>
    <dgm:cxn modelId="{DBD4EAF2-06D0-4D6C-B322-560D4BBA73E4}" type="presParOf" srcId="{98E57C0F-711A-49E2-B86B-C8E8C1C589AA}" destId="{ACD51F04-D5A9-4977-AAF5-32026585C193}" srcOrd="0" destOrd="0" presId="urn:microsoft.com/office/officeart/2018/2/layout/IconVerticalSolidList"/>
    <dgm:cxn modelId="{41800349-4AF5-450D-AA59-2019068B2901}" type="presParOf" srcId="{98E57C0F-711A-49E2-B86B-C8E8C1C589AA}" destId="{C587047F-6EED-43EB-9F8C-E82822AC93FA}" srcOrd="1" destOrd="0" presId="urn:microsoft.com/office/officeart/2018/2/layout/IconVerticalSolidList"/>
    <dgm:cxn modelId="{1C44E707-BD76-4FB5-9AC1-CE77539A244E}" type="presParOf" srcId="{98E57C0F-711A-49E2-B86B-C8E8C1C589AA}" destId="{E8E6907C-EE11-476D-AD06-79BEA0510CE2}" srcOrd="2" destOrd="0" presId="urn:microsoft.com/office/officeart/2018/2/layout/IconVerticalSolidList"/>
    <dgm:cxn modelId="{227E8427-C4A6-4D04-BF61-D565A0166486}" type="presParOf" srcId="{98E57C0F-711A-49E2-B86B-C8E8C1C589AA}" destId="{D91153C2-F392-4D20-BAF4-AC1E08337460}" srcOrd="3" destOrd="0" presId="urn:microsoft.com/office/officeart/2018/2/layout/IconVerticalSolidList"/>
    <dgm:cxn modelId="{CAF22188-8E98-473E-B460-17A61E05592F}" type="presParOf" srcId="{549B74E3-E5BD-42E4-A59E-9CB0378883F0}" destId="{9255A6A0-1D9C-4630-A73E-1A9680DFB82C}" srcOrd="3" destOrd="0" presId="urn:microsoft.com/office/officeart/2018/2/layout/IconVerticalSolidList"/>
    <dgm:cxn modelId="{929352EE-A440-48DA-87E5-34C1FACE97EB}" type="presParOf" srcId="{549B74E3-E5BD-42E4-A59E-9CB0378883F0}" destId="{E058C622-DD2A-45B2-9A24-3B59E4C8DD85}" srcOrd="4" destOrd="0" presId="urn:microsoft.com/office/officeart/2018/2/layout/IconVerticalSolidList"/>
    <dgm:cxn modelId="{2CC97326-C195-45D1-8CF1-E4C8FAB7E8DD}" type="presParOf" srcId="{E058C622-DD2A-45B2-9A24-3B59E4C8DD85}" destId="{173EEAB1-A681-4309-BBFB-1742F9C66B95}" srcOrd="0" destOrd="0" presId="urn:microsoft.com/office/officeart/2018/2/layout/IconVerticalSolidList"/>
    <dgm:cxn modelId="{360AF87A-C827-496C-8FC7-018C920BA247}" type="presParOf" srcId="{E058C622-DD2A-45B2-9A24-3B59E4C8DD85}" destId="{6ED92B43-EE25-4D80-B807-60493DDAE277}" srcOrd="1" destOrd="0" presId="urn:microsoft.com/office/officeart/2018/2/layout/IconVerticalSolidList"/>
    <dgm:cxn modelId="{82713AF4-69E5-4827-9B26-798E262931D1}" type="presParOf" srcId="{E058C622-DD2A-45B2-9A24-3B59E4C8DD85}" destId="{5B8F5E8C-363D-4958-97F1-BA4466964A1C}" srcOrd="2" destOrd="0" presId="urn:microsoft.com/office/officeart/2018/2/layout/IconVerticalSolidList"/>
    <dgm:cxn modelId="{F6615DFB-2ED1-44E7-8719-091FD3F5FCFE}" type="presParOf" srcId="{E058C622-DD2A-45B2-9A24-3B59E4C8DD85}" destId="{BB6CF3BB-3624-4F94-948D-369BC10E9162}" srcOrd="3" destOrd="0" presId="urn:microsoft.com/office/officeart/2018/2/layout/IconVerticalSolidList"/>
    <dgm:cxn modelId="{D2F22FB5-8669-4A14-9574-B87E29AEB86C}" type="presParOf" srcId="{549B74E3-E5BD-42E4-A59E-9CB0378883F0}" destId="{689674DD-7A7B-49D2-87D2-D5B3BC46211F}" srcOrd="5" destOrd="0" presId="urn:microsoft.com/office/officeart/2018/2/layout/IconVerticalSolidList"/>
    <dgm:cxn modelId="{8BF05FB7-9DB5-4382-ACB3-A0B1A074036F}" type="presParOf" srcId="{549B74E3-E5BD-42E4-A59E-9CB0378883F0}" destId="{0D0A6269-359F-4776-B55F-D65D9AC184E4}" srcOrd="6" destOrd="0" presId="urn:microsoft.com/office/officeart/2018/2/layout/IconVerticalSolidList"/>
    <dgm:cxn modelId="{3406CE4E-4623-443A-B295-D622DE116A6B}" type="presParOf" srcId="{0D0A6269-359F-4776-B55F-D65D9AC184E4}" destId="{E6011EF3-EE99-4F6F-B868-2689FC786747}" srcOrd="0" destOrd="0" presId="urn:microsoft.com/office/officeart/2018/2/layout/IconVerticalSolidList"/>
    <dgm:cxn modelId="{21143515-4C90-4F1D-9DBB-8CA2557A3312}" type="presParOf" srcId="{0D0A6269-359F-4776-B55F-D65D9AC184E4}" destId="{57BE9480-4918-4CE4-9BD7-6494D70DEE22}" srcOrd="1" destOrd="0" presId="urn:microsoft.com/office/officeart/2018/2/layout/IconVerticalSolidList"/>
    <dgm:cxn modelId="{281FA77A-AC65-4EAF-96B0-42BE739A66B1}" type="presParOf" srcId="{0D0A6269-359F-4776-B55F-D65D9AC184E4}" destId="{9DED989D-7FC1-44CE-B6C3-3EFF3E4CD941}" srcOrd="2" destOrd="0" presId="urn:microsoft.com/office/officeart/2018/2/layout/IconVerticalSolidList"/>
    <dgm:cxn modelId="{1370E40B-B8E7-4AB5-B856-37D5DF8C787F}" type="presParOf" srcId="{0D0A6269-359F-4776-B55F-D65D9AC184E4}" destId="{7C070393-644B-465F-840A-6249F8DA6D03}" srcOrd="3" destOrd="0" presId="urn:microsoft.com/office/officeart/2018/2/layout/IconVerticalSolidList"/>
    <dgm:cxn modelId="{3C0DADF8-43D4-4E1C-A3B1-BD1655434872}" type="presParOf" srcId="{549B74E3-E5BD-42E4-A59E-9CB0378883F0}" destId="{608E8341-B108-49E7-ADF9-0BA1B3912200}" srcOrd="7" destOrd="0" presId="urn:microsoft.com/office/officeart/2018/2/layout/IconVerticalSolidList"/>
    <dgm:cxn modelId="{82F10410-8D10-4AE5-951B-F42D4BC6FD90}" type="presParOf" srcId="{549B74E3-E5BD-42E4-A59E-9CB0378883F0}" destId="{8D42DC15-AFE2-4426-8418-30AA84303356}" srcOrd="8" destOrd="0" presId="urn:microsoft.com/office/officeart/2018/2/layout/IconVerticalSolidList"/>
    <dgm:cxn modelId="{1D6D0E59-9E30-4BD6-9358-21933C96AB64}" type="presParOf" srcId="{8D42DC15-AFE2-4426-8418-30AA84303356}" destId="{B52CC993-D179-48A5-BDA5-F21CDC7D9555}" srcOrd="0" destOrd="0" presId="urn:microsoft.com/office/officeart/2018/2/layout/IconVerticalSolidList"/>
    <dgm:cxn modelId="{0728FE4B-FDFB-4619-B2CF-FDF365ACD36E}" type="presParOf" srcId="{8D42DC15-AFE2-4426-8418-30AA84303356}" destId="{4BE33E23-57F2-4F5E-BD2E-226155210856}" srcOrd="1" destOrd="0" presId="urn:microsoft.com/office/officeart/2018/2/layout/IconVerticalSolidList"/>
    <dgm:cxn modelId="{06965E1D-90F3-4EA5-A826-BFBD976D57A8}" type="presParOf" srcId="{8D42DC15-AFE2-4426-8418-30AA84303356}" destId="{D1700582-7207-4588-B4A8-2DBC88EF82EA}" srcOrd="2" destOrd="0" presId="urn:microsoft.com/office/officeart/2018/2/layout/IconVerticalSolidList"/>
    <dgm:cxn modelId="{4C33C15E-1F14-4470-9F70-87238DEB7CEA}" type="presParOf" srcId="{8D42DC15-AFE2-4426-8418-30AA84303356}" destId="{AAB269F0-14BD-47AE-916D-C7F294A0974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8A97EB5-264B-425B-8226-E7EC928BAD6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F033E85-6B67-404A-A5E8-42B91986C0FA}">
      <dgm:prSet/>
      <dgm:spPr/>
      <dgm:t>
        <a:bodyPr/>
        <a:lstStyle/>
        <a:p>
          <a:pPr>
            <a:lnSpc>
              <a:spcPct val="100000"/>
            </a:lnSpc>
          </a:pPr>
          <a:r>
            <a:rPr lang="en-US"/>
            <a:t>A very influential agile method, developed in the late 1990s, that introduced a range of agile development techniques.</a:t>
          </a:r>
        </a:p>
      </dgm:t>
    </dgm:pt>
    <dgm:pt modelId="{DE7F0E70-16B0-4115-AABD-CD3DCDC48D1A}" type="parTrans" cxnId="{E0CAC0DF-1796-4CDD-8E9A-E50091C7416E}">
      <dgm:prSet/>
      <dgm:spPr/>
      <dgm:t>
        <a:bodyPr/>
        <a:lstStyle/>
        <a:p>
          <a:endParaRPr lang="en-US"/>
        </a:p>
      </dgm:t>
    </dgm:pt>
    <dgm:pt modelId="{1B144389-119C-4631-8D0A-1F8954AFBF5C}" type="sibTrans" cxnId="{E0CAC0DF-1796-4CDD-8E9A-E50091C7416E}">
      <dgm:prSet/>
      <dgm:spPr/>
      <dgm:t>
        <a:bodyPr/>
        <a:lstStyle/>
        <a:p>
          <a:endParaRPr lang="en-US"/>
        </a:p>
      </dgm:t>
    </dgm:pt>
    <dgm:pt modelId="{9D7BF99A-516B-4B19-8EE2-87F33F3F2E0C}">
      <dgm:prSet/>
      <dgm:spPr/>
      <dgm:t>
        <a:bodyPr/>
        <a:lstStyle/>
        <a:p>
          <a:pPr>
            <a:lnSpc>
              <a:spcPct val="100000"/>
            </a:lnSpc>
          </a:pPr>
          <a:r>
            <a:rPr lang="en-US"/>
            <a:t>Extreme Programming (X P) takes an ‘extreme’ approach to iterative development. </a:t>
          </a:r>
        </a:p>
      </dgm:t>
    </dgm:pt>
    <dgm:pt modelId="{FEE81A8A-4223-4EF8-9505-887E40B455FD}" type="parTrans" cxnId="{4AD697C3-A963-4DAF-A7C6-97B13A95ED04}">
      <dgm:prSet/>
      <dgm:spPr/>
      <dgm:t>
        <a:bodyPr/>
        <a:lstStyle/>
        <a:p>
          <a:endParaRPr lang="en-US"/>
        </a:p>
      </dgm:t>
    </dgm:pt>
    <dgm:pt modelId="{E2932C01-3427-4B14-A310-F0B916D34C3A}" type="sibTrans" cxnId="{4AD697C3-A963-4DAF-A7C6-97B13A95ED04}">
      <dgm:prSet/>
      <dgm:spPr/>
      <dgm:t>
        <a:bodyPr/>
        <a:lstStyle/>
        <a:p>
          <a:endParaRPr lang="en-US"/>
        </a:p>
      </dgm:t>
    </dgm:pt>
    <dgm:pt modelId="{9BEC0415-4012-4C3C-8808-F31D7A9DE5F9}">
      <dgm:prSet/>
      <dgm:spPr/>
      <dgm:t>
        <a:bodyPr/>
        <a:lstStyle/>
        <a:p>
          <a:pPr>
            <a:lnSpc>
              <a:spcPct val="100000"/>
            </a:lnSpc>
          </a:pPr>
          <a:r>
            <a:rPr lang="en-US"/>
            <a:t>New versions may be built several times per day;</a:t>
          </a:r>
        </a:p>
      </dgm:t>
    </dgm:pt>
    <dgm:pt modelId="{135FAD6C-E8DF-4AFB-8AF5-63EBC089C569}" type="parTrans" cxnId="{DF92CBDE-6676-4D5F-ACA6-0CDD84EC5FFA}">
      <dgm:prSet/>
      <dgm:spPr/>
      <dgm:t>
        <a:bodyPr/>
        <a:lstStyle/>
        <a:p>
          <a:endParaRPr lang="en-US"/>
        </a:p>
      </dgm:t>
    </dgm:pt>
    <dgm:pt modelId="{E210A605-E3E2-400D-AEC8-C7A1E582F4C4}" type="sibTrans" cxnId="{DF92CBDE-6676-4D5F-ACA6-0CDD84EC5FFA}">
      <dgm:prSet/>
      <dgm:spPr/>
      <dgm:t>
        <a:bodyPr/>
        <a:lstStyle/>
        <a:p>
          <a:endParaRPr lang="en-US"/>
        </a:p>
      </dgm:t>
    </dgm:pt>
    <dgm:pt modelId="{6D9DE2FF-200F-49E7-A5CD-CE01B963EDF0}">
      <dgm:prSet/>
      <dgm:spPr/>
      <dgm:t>
        <a:bodyPr/>
        <a:lstStyle/>
        <a:p>
          <a:pPr>
            <a:lnSpc>
              <a:spcPct val="100000"/>
            </a:lnSpc>
          </a:pPr>
          <a:r>
            <a:rPr lang="en-US"/>
            <a:t>Increments are delivered to customers every 2 weeks;</a:t>
          </a:r>
        </a:p>
      </dgm:t>
    </dgm:pt>
    <dgm:pt modelId="{F2CA49EC-BFE0-470F-8BF4-1860F76898CF}" type="parTrans" cxnId="{7D733880-4514-49AC-AB9D-35262CE95BC6}">
      <dgm:prSet/>
      <dgm:spPr/>
      <dgm:t>
        <a:bodyPr/>
        <a:lstStyle/>
        <a:p>
          <a:endParaRPr lang="en-US"/>
        </a:p>
      </dgm:t>
    </dgm:pt>
    <dgm:pt modelId="{EA77C280-B592-4714-B7F5-0F4706D5778C}" type="sibTrans" cxnId="{7D733880-4514-49AC-AB9D-35262CE95BC6}">
      <dgm:prSet/>
      <dgm:spPr/>
      <dgm:t>
        <a:bodyPr/>
        <a:lstStyle/>
        <a:p>
          <a:endParaRPr lang="en-US"/>
        </a:p>
      </dgm:t>
    </dgm:pt>
    <dgm:pt modelId="{F1F3E7B3-67BB-41CA-8ABA-69B0BC49E0AD}">
      <dgm:prSet/>
      <dgm:spPr/>
      <dgm:t>
        <a:bodyPr/>
        <a:lstStyle/>
        <a:p>
          <a:pPr>
            <a:lnSpc>
              <a:spcPct val="100000"/>
            </a:lnSpc>
          </a:pPr>
          <a:r>
            <a:rPr lang="en-US"/>
            <a:t>All tests must be run for every build and the build is only accepted if tests run successfully.</a:t>
          </a:r>
        </a:p>
      </dgm:t>
    </dgm:pt>
    <dgm:pt modelId="{16B92632-63EB-4276-BC9E-FF52687C09D6}" type="parTrans" cxnId="{1D02D147-1323-4F4A-9296-3FE1E638356E}">
      <dgm:prSet/>
      <dgm:spPr/>
      <dgm:t>
        <a:bodyPr/>
        <a:lstStyle/>
        <a:p>
          <a:endParaRPr lang="en-US"/>
        </a:p>
      </dgm:t>
    </dgm:pt>
    <dgm:pt modelId="{E705EA58-F8A7-4E8D-8FBE-2A2AEFA33E1D}" type="sibTrans" cxnId="{1D02D147-1323-4F4A-9296-3FE1E638356E}">
      <dgm:prSet/>
      <dgm:spPr/>
      <dgm:t>
        <a:bodyPr/>
        <a:lstStyle/>
        <a:p>
          <a:endParaRPr lang="en-US"/>
        </a:p>
      </dgm:t>
    </dgm:pt>
    <dgm:pt modelId="{5FEA2175-16C5-437D-97B0-079963CA8210}" type="pres">
      <dgm:prSet presAssocID="{D8A97EB5-264B-425B-8226-E7EC928BAD67}" presName="root" presStyleCnt="0">
        <dgm:presLayoutVars>
          <dgm:dir/>
          <dgm:resizeHandles val="exact"/>
        </dgm:presLayoutVars>
      </dgm:prSet>
      <dgm:spPr/>
    </dgm:pt>
    <dgm:pt modelId="{B7A26B5E-81DA-4FD9-A89B-4BB07823CEF8}" type="pres">
      <dgm:prSet presAssocID="{AF033E85-6B67-404A-A5E8-42B91986C0FA}" presName="compNode" presStyleCnt="0"/>
      <dgm:spPr/>
    </dgm:pt>
    <dgm:pt modelId="{225F17E2-3BBD-497B-B0F9-4A05D31A06BD}" type="pres">
      <dgm:prSet presAssocID="{AF033E85-6B67-404A-A5E8-42B91986C0FA}" presName="bgRect" presStyleLbl="bgShp" presStyleIdx="0" presStyleCnt="2"/>
      <dgm:spPr/>
    </dgm:pt>
    <dgm:pt modelId="{4CA8785B-C526-4E3E-9378-B37DE791B763}" type="pres">
      <dgm:prSet presAssocID="{AF033E85-6B67-404A-A5E8-42B91986C0F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nching Diagram"/>
        </a:ext>
      </dgm:extLst>
    </dgm:pt>
    <dgm:pt modelId="{B7FB373E-94DC-482B-B4E1-B84DC4925D07}" type="pres">
      <dgm:prSet presAssocID="{AF033E85-6B67-404A-A5E8-42B91986C0FA}" presName="spaceRect" presStyleCnt="0"/>
      <dgm:spPr/>
    </dgm:pt>
    <dgm:pt modelId="{A6571E28-AC1E-4A4A-BAFE-1604C5BCD5DA}" type="pres">
      <dgm:prSet presAssocID="{AF033E85-6B67-404A-A5E8-42B91986C0FA}" presName="parTx" presStyleLbl="revTx" presStyleIdx="0" presStyleCnt="3">
        <dgm:presLayoutVars>
          <dgm:chMax val="0"/>
          <dgm:chPref val="0"/>
        </dgm:presLayoutVars>
      </dgm:prSet>
      <dgm:spPr/>
    </dgm:pt>
    <dgm:pt modelId="{7AFA64CD-E2D3-4A5D-BA38-FCAAB267397A}" type="pres">
      <dgm:prSet presAssocID="{1B144389-119C-4631-8D0A-1F8954AFBF5C}" presName="sibTrans" presStyleCnt="0"/>
      <dgm:spPr/>
    </dgm:pt>
    <dgm:pt modelId="{83D8075C-CBF2-43AA-BBBE-441F49695717}" type="pres">
      <dgm:prSet presAssocID="{9D7BF99A-516B-4B19-8EE2-87F33F3F2E0C}" presName="compNode" presStyleCnt="0"/>
      <dgm:spPr/>
    </dgm:pt>
    <dgm:pt modelId="{075F6BC3-AEB2-426D-B49E-39FEA1C20F23}" type="pres">
      <dgm:prSet presAssocID="{9D7BF99A-516B-4B19-8EE2-87F33F3F2E0C}" presName="bgRect" presStyleLbl="bgShp" presStyleIdx="1" presStyleCnt="2"/>
      <dgm:spPr/>
    </dgm:pt>
    <dgm:pt modelId="{2651B82F-B57F-4792-9CF2-1CFD6EC2E106}" type="pres">
      <dgm:prSet presAssocID="{9D7BF99A-516B-4B19-8EE2-87F33F3F2E0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grammer"/>
        </a:ext>
      </dgm:extLst>
    </dgm:pt>
    <dgm:pt modelId="{220E65AE-F042-4457-9C4B-91FAB8C95515}" type="pres">
      <dgm:prSet presAssocID="{9D7BF99A-516B-4B19-8EE2-87F33F3F2E0C}" presName="spaceRect" presStyleCnt="0"/>
      <dgm:spPr/>
    </dgm:pt>
    <dgm:pt modelId="{EC6E7956-86A4-419B-9443-B312F6F48F67}" type="pres">
      <dgm:prSet presAssocID="{9D7BF99A-516B-4B19-8EE2-87F33F3F2E0C}" presName="parTx" presStyleLbl="revTx" presStyleIdx="1" presStyleCnt="3">
        <dgm:presLayoutVars>
          <dgm:chMax val="0"/>
          <dgm:chPref val="0"/>
        </dgm:presLayoutVars>
      </dgm:prSet>
      <dgm:spPr/>
    </dgm:pt>
    <dgm:pt modelId="{C5C22B26-610F-4BF7-96D3-EF37F8EE1E84}" type="pres">
      <dgm:prSet presAssocID="{9D7BF99A-516B-4B19-8EE2-87F33F3F2E0C}" presName="desTx" presStyleLbl="revTx" presStyleIdx="2" presStyleCnt="3">
        <dgm:presLayoutVars/>
      </dgm:prSet>
      <dgm:spPr/>
    </dgm:pt>
  </dgm:ptLst>
  <dgm:cxnLst>
    <dgm:cxn modelId="{26B72D1D-6322-45A9-81EE-1FD4BAA29CAB}" type="presOf" srcId="{6D9DE2FF-200F-49E7-A5CD-CE01B963EDF0}" destId="{C5C22B26-610F-4BF7-96D3-EF37F8EE1E84}" srcOrd="0" destOrd="1" presId="urn:microsoft.com/office/officeart/2018/2/layout/IconVerticalSolidList"/>
    <dgm:cxn modelId="{C2676129-D255-4AA0-A8F8-E2BFB2096B39}" type="presOf" srcId="{D8A97EB5-264B-425B-8226-E7EC928BAD67}" destId="{5FEA2175-16C5-437D-97B0-079963CA8210}" srcOrd="0" destOrd="0" presId="urn:microsoft.com/office/officeart/2018/2/layout/IconVerticalSolidList"/>
    <dgm:cxn modelId="{E13DC946-7582-48D9-BD35-8ED17958EB0A}" type="presOf" srcId="{AF033E85-6B67-404A-A5E8-42B91986C0FA}" destId="{A6571E28-AC1E-4A4A-BAFE-1604C5BCD5DA}" srcOrd="0" destOrd="0" presId="urn:microsoft.com/office/officeart/2018/2/layout/IconVerticalSolidList"/>
    <dgm:cxn modelId="{1D02D147-1323-4F4A-9296-3FE1E638356E}" srcId="{9D7BF99A-516B-4B19-8EE2-87F33F3F2E0C}" destId="{F1F3E7B3-67BB-41CA-8ABA-69B0BC49E0AD}" srcOrd="2" destOrd="0" parTransId="{16B92632-63EB-4276-BC9E-FF52687C09D6}" sibTransId="{E705EA58-F8A7-4E8D-8FBE-2A2AEFA33E1D}"/>
    <dgm:cxn modelId="{7D733880-4514-49AC-AB9D-35262CE95BC6}" srcId="{9D7BF99A-516B-4B19-8EE2-87F33F3F2E0C}" destId="{6D9DE2FF-200F-49E7-A5CD-CE01B963EDF0}" srcOrd="1" destOrd="0" parTransId="{F2CA49EC-BFE0-470F-8BF4-1860F76898CF}" sibTransId="{EA77C280-B592-4714-B7F5-0F4706D5778C}"/>
    <dgm:cxn modelId="{9C85E59B-91B5-44E6-8690-564128FF6337}" type="presOf" srcId="{F1F3E7B3-67BB-41CA-8ABA-69B0BC49E0AD}" destId="{C5C22B26-610F-4BF7-96D3-EF37F8EE1E84}" srcOrd="0" destOrd="2" presId="urn:microsoft.com/office/officeart/2018/2/layout/IconVerticalSolidList"/>
    <dgm:cxn modelId="{371F91C3-590E-4052-9148-5157EF50D63B}" type="presOf" srcId="{9BEC0415-4012-4C3C-8808-F31D7A9DE5F9}" destId="{C5C22B26-610F-4BF7-96D3-EF37F8EE1E84}" srcOrd="0" destOrd="0" presId="urn:microsoft.com/office/officeart/2018/2/layout/IconVerticalSolidList"/>
    <dgm:cxn modelId="{4AD697C3-A963-4DAF-A7C6-97B13A95ED04}" srcId="{D8A97EB5-264B-425B-8226-E7EC928BAD67}" destId="{9D7BF99A-516B-4B19-8EE2-87F33F3F2E0C}" srcOrd="1" destOrd="0" parTransId="{FEE81A8A-4223-4EF8-9505-887E40B455FD}" sibTransId="{E2932C01-3427-4B14-A310-F0B916D34C3A}"/>
    <dgm:cxn modelId="{67E9B2DA-A3F3-4BEB-821B-4513000968C5}" type="presOf" srcId="{9D7BF99A-516B-4B19-8EE2-87F33F3F2E0C}" destId="{EC6E7956-86A4-419B-9443-B312F6F48F67}" srcOrd="0" destOrd="0" presId="urn:microsoft.com/office/officeart/2018/2/layout/IconVerticalSolidList"/>
    <dgm:cxn modelId="{DF92CBDE-6676-4D5F-ACA6-0CDD84EC5FFA}" srcId="{9D7BF99A-516B-4B19-8EE2-87F33F3F2E0C}" destId="{9BEC0415-4012-4C3C-8808-F31D7A9DE5F9}" srcOrd="0" destOrd="0" parTransId="{135FAD6C-E8DF-4AFB-8AF5-63EBC089C569}" sibTransId="{E210A605-E3E2-400D-AEC8-C7A1E582F4C4}"/>
    <dgm:cxn modelId="{E0CAC0DF-1796-4CDD-8E9A-E50091C7416E}" srcId="{D8A97EB5-264B-425B-8226-E7EC928BAD67}" destId="{AF033E85-6B67-404A-A5E8-42B91986C0FA}" srcOrd="0" destOrd="0" parTransId="{DE7F0E70-16B0-4115-AABD-CD3DCDC48D1A}" sibTransId="{1B144389-119C-4631-8D0A-1F8954AFBF5C}"/>
    <dgm:cxn modelId="{40F81050-65CC-4AE7-BF29-0A2AD7066D9A}" type="presParOf" srcId="{5FEA2175-16C5-437D-97B0-079963CA8210}" destId="{B7A26B5E-81DA-4FD9-A89B-4BB07823CEF8}" srcOrd="0" destOrd="0" presId="urn:microsoft.com/office/officeart/2018/2/layout/IconVerticalSolidList"/>
    <dgm:cxn modelId="{E02DDEFC-189F-406E-AC46-AF4476F99883}" type="presParOf" srcId="{B7A26B5E-81DA-4FD9-A89B-4BB07823CEF8}" destId="{225F17E2-3BBD-497B-B0F9-4A05D31A06BD}" srcOrd="0" destOrd="0" presId="urn:microsoft.com/office/officeart/2018/2/layout/IconVerticalSolidList"/>
    <dgm:cxn modelId="{BAE7B1EB-C83F-48DD-A33B-9C67D8D0EA49}" type="presParOf" srcId="{B7A26B5E-81DA-4FD9-A89B-4BB07823CEF8}" destId="{4CA8785B-C526-4E3E-9378-B37DE791B763}" srcOrd="1" destOrd="0" presId="urn:microsoft.com/office/officeart/2018/2/layout/IconVerticalSolidList"/>
    <dgm:cxn modelId="{6F6FA184-1F26-46AB-A6D3-C3F89676177C}" type="presParOf" srcId="{B7A26B5E-81DA-4FD9-A89B-4BB07823CEF8}" destId="{B7FB373E-94DC-482B-B4E1-B84DC4925D07}" srcOrd="2" destOrd="0" presId="urn:microsoft.com/office/officeart/2018/2/layout/IconVerticalSolidList"/>
    <dgm:cxn modelId="{E8974413-4D69-47E8-94BB-8F86CB69DAB6}" type="presParOf" srcId="{B7A26B5E-81DA-4FD9-A89B-4BB07823CEF8}" destId="{A6571E28-AC1E-4A4A-BAFE-1604C5BCD5DA}" srcOrd="3" destOrd="0" presId="urn:microsoft.com/office/officeart/2018/2/layout/IconVerticalSolidList"/>
    <dgm:cxn modelId="{859A3698-62C6-4D2F-830C-108B644F91F8}" type="presParOf" srcId="{5FEA2175-16C5-437D-97B0-079963CA8210}" destId="{7AFA64CD-E2D3-4A5D-BA38-FCAAB267397A}" srcOrd="1" destOrd="0" presId="urn:microsoft.com/office/officeart/2018/2/layout/IconVerticalSolidList"/>
    <dgm:cxn modelId="{687FA1A1-F373-4589-BFC7-9CC08E7D04E0}" type="presParOf" srcId="{5FEA2175-16C5-437D-97B0-079963CA8210}" destId="{83D8075C-CBF2-43AA-BBBE-441F49695717}" srcOrd="2" destOrd="0" presId="urn:microsoft.com/office/officeart/2018/2/layout/IconVerticalSolidList"/>
    <dgm:cxn modelId="{65B2928C-7BE6-4548-83D3-260429DE04DF}" type="presParOf" srcId="{83D8075C-CBF2-43AA-BBBE-441F49695717}" destId="{075F6BC3-AEB2-426D-B49E-39FEA1C20F23}" srcOrd="0" destOrd="0" presId="urn:microsoft.com/office/officeart/2018/2/layout/IconVerticalSolidList"/>
    <dgm:cxn modelId="{E345E663-9C53-4085-8F8C-31F272DF79B4}" type="presParOf" srcId="{83D8075C-CBF2-43AA-BBBE-441F49695717}" destId="{2651B82F-B57F-4792-9CF2-1CFD6EC2E106}" srcOrd="1" destOrd="0" presId="urn:microsoft.com/office/officeart/2018/2/layout/IconVerticalSolidList"/>
    <dgm:cxn modelId="{9295A08B-8C42-4F07-8063-395422BF1995}" type="presParOf" srcId="{83D8075C-CBF2-43AA-BBBE-441F49695717}" destId="{220E65AE-F042-4457-9C4B-91FAB8C95515}" srcOrd="2" destOrd="0" presId="urn:microsoft.com/office/officeart/2018/2/layout/IconVerticalSolidList"/>
    <dgm:cxn modelId="{296BCBF7-C12E-4240-89DA-1D2C7698A54F}" type="presParOf" srcId="{83D8075C-CBF2-43AA-BBBE-441F49695717}" destId="{EC6E7956-86A4-419B-9443-B312F6F48F67}" srcOrd="3" destOrd="0" presId="urn:microsoft.com/office/officeart/2018/2/layout/IconVerticalSolidList"/>
    <dgm:cxn modelId="{FDAEB96B-4535-449E-BB91-7E660258D623}" type="presParOf" srcId="{83D8075C-CBF2-43AA-BBBE-441F49695717}" destId="{C5C22B26-610F-4BF7-96D3-EF37F8EE1E8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286C98-B9E1-4C2E-B283-846EBF20ACC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58B6187-084D-468A-A6D8-D5D847E7EC5C}">
      <dgm:prSet/>
      <dgm:spPr/>
      <dgm:t>
        <a:bodyPr/>
        <a:lstStyle/>
        <a:p>
          <a:r>
            <a:rPr lang="en-US"/>
            <a:t>Incremental development is supported through small, frequent system releases.</a:t>
          </a:r>
        </a:p>
      </dgm:t>
    </dgm:pt>
    <dgm:pt modelId="{D3D43F62-D7AE-4542-AE13-0EFF03D1E01B}" type="parTrans" cxnId="{C86D822B-716E-4489-8B80-36798FF3878B}">
      <dgm:prSet/>
      <dgm:spPr/>
      <dgm:t>
        <a:bodyPr/>
        <a:lstStyle/>
        <a:p>
          <a:endParaRPr lang="en-US"/>
        </a:p>
      </dgm:t>
    </dgm:pt>
    <dgm:pt modelId="{4B416AC2-E7F4-461F-90B8-87C3CF30874A}" type="sibTrans" cxnId="{C86D822B-716E-4489-8B80-36798FF3878B}">
      <dgm:prSet/>
      <dgm:spPr/>
      <dgm:t>
        <a:bodyPr/>
        <a:lstStyle/>
        <a:p>
          <a:endParaRPr lang="en-US"/>
        </a:p>
      </dgm:t>
    </dgm:pt>
    <dgm:pt modelId="{436418A1-B158-4077-BDC6-9C44AE677815}">
      <dgm:prSet/>
      <dgm:spPr/>
      <dgm:t>
        <a:bodyPr/>
        <a:lstStyle/>
        <a:p>
          <a:r>
            <a:rPr lang="en-US"/>
            <a:t>Customer involvement means full-time customer engagement with the team.</a:t>
          </a:r>
        </a:p>
      </dgm:t>
    </dgm:pt>
    <dgm:pt modelId="{ADA73000-DE22-4711-B526-9ACFF556DD2E}" type="parTrans" cxnId="{CA671D46-D3D7-4512-8FD8-01EF2E8A6C40}">
      <dgm:prSet/>
      <dgm:spPr/>
      <dgm:t>
        <a:bodyPr/>
        <a:lstStyle/>
        <a:p>
          <a:endParaRPr lang="en-US"/>
        </a:p>
      </dgm:t>
    </dgm:pt>
    <dgm:pt modelId="{B1E76B9C-D557-47C2-8DD9-F971B7077450}" type="sibTrans" cxnId="{CA671D46-D3D7-4512-8FD8-01EF2E8A6C40}">
      <dgm:prSet/>
      <dgm:spPr/>
      <dgm:t>
        <a:bodyPr/>
        <a:lstStyle/>
        <a:p>
          <a:endParaRPr lang="en-US"/>
        </a:p>
      </dgm:t>
    </dgm:pt>
    <dgm:pt modelId="{2E5B093C-00BB-4FC1-8C27-021B66E387C8}">
      <dgm:prSet/>
      <dgm:spPr/>
      <dgm:t>
        <a:bodyPr/>
        <a:lstStyle/>
        <a:p>
          <a:r>
            <a:rPr lang="en-US"/>
            <a:t>People not process through pair programming, collective ownership and a process that avoids long working hours.</a:t>
          </a:r>
        </a:p>
      </dgm:t>
    </dgm:pt>
    <dgm:pt modelId="{11E778C8-C2ED-4C2A-A35E-7BE9587AC3F9}" type="parTrans" cxnId="{FEAECEAB-4C19-463E-A685-6A122EC12B25}">
      <dgm:prSet/>
      <dgm:spPr/>
      <dgm:t>
        <a:bodyPr/>
        <a:lstStyle/>
        <a:p>
          <a:endParaRPr lang="en-US"/>
        </a:p>
      </dgm:t>
    </dgm:pt>
    <dgm:pt modelId="{C6D24B5F-19BA-4A62-8E13-F39A956ACCC5}" type="sibTrans" cxnId="{FEAECEAB-4C19-463E-A685-6A122EC12B25}">
      <dgm:prSet/>
      <dgm:spPr/>
      <dgm:t>
        <a:bodyPr/>
        <a:lstStyle/>
        <a:p>
          <a:endParaRPr lang="en-US"/>
        </a:p>
      </dgm:t>
    </dgm:pt>
    <dgm:pt modelId="{6896604A-5087-4991-BBA2-6E218303630D}">
      <dgm:prSet/>
      <dgm:spPr/>
      <dgm:t>
        <a:bodyPr/>
        <a:lstStyle/>
        <a:p>
          <a:r>
            <a:rPr lang="en-US"/>
            <a:t>Change supported through regular system releases.</a:t>
          </a:r>
        </a:p>
      </dgm:t>
    </dgm:pt>
    <dgm:pt modelId="{E7F3DDE2-2D3F-4616-8366-75412A561584}" type="parTrans" cxnId="{70E5F9AE-2C69-40C1-9C71-E3A8B7CECA59}">
      <dgm:prSet/>
      <dgm:spPr/>
      <dgm:t>
        <a:bodyPr/>
        <a:lstStyle/>
        <a:p>
          <a:endParaRPr lang="en-US"/>
        </a:p>
      </dgm:t>
    </dgm:pt>
    <dgm:pt modelId="{6BEF613A-68DB-4BC7-8EA7-9A0CB7210AAC}" type="sibTrans" cxnId="{70E5F9AE-2C69-40C1-9C71-E3A8B7CECA59}">
      <dgm:prSet/>
      <dgm:spPr/>
      <dgm:t>
        <a:bodyPr/>
        <a:lstStyle/>
        <a:p>
          <a:endParaRPr lang="en-US"/>
        </a:p>
      </dgm:t>
    </dgm:pt>
    <dgm:pt modelId="{E2819092-14DF-4695-8081-BACA854DFAA4}">
      <dgm:prSet/>
      <dgm:spPr/>
      <dgm:t>
        <a:bodyPr/>
        <a:lstStyle/>
        <a:p>
          <a:r>
            <a:rPr lang="en-US"/>
            <a:t>Maintaining simplicity through constant refactoring of code.</a:t>
          </a:r>
        </a:p>
      </dgm:t>
    </dgm:pt>
    <dgm:pt modelId="{BE64E3E9-A682-48A0-81B1-38B443F25E87}" type="parTrans" cxnId="{85F42A7E-B247-4AC1-AD49-6954BEF7B1EE}">
      <dgm:prSet/>
      <dgm:spPr/>
      <dgm:t>
        <a:bodyPr/>
        <a:lstStyle/>
        <a:p>
          <a:endParaRPr lang="en-US"/>
        </a:p>
      </dgm:t>
    </dgm:pt>
    <dgm:pt modelId="{48E7A23E-6051-4EF5-9896-CC8E3C5865CE}" type="sibTrans" cxnId="{85F42A7E-B247-4AC1-AD49-6954BEF7B1EE}">
      <dgm:prSet/>
      <dgm:spPr/>
      <dgm:t>
        <a:bodyPr/>
        <a:lstStyle/>
        <a:p>
          <a:endParaRPr lang="en-US"/>
        </a:p>
      </dgm:t>
    </dgm:pt>
    <dgm:pt modelId="{012F0088-19C0-274F-933A-6877F27EE222}" type="pres">
      <dgm:prSet presAssocID="{22286C98-B9E1-4C2E-B283-846EBF20ACCC}" presName="linear" presStyleCnt="0">
        <dgm:presLayoutVars>
          <dgm:animLvl val="lvl"/>
          <dgm:resizeHandles val="exact"/>
        </dgm:presLayoutVars>
      </dgm:prSet>
      <dgm:spPr/>
    </dgm:pt>
    <dgm:pt modelId="{5A70CA05-4593-5D40-B0D4-F2332179F347}" type="pres">
      <dgm:prSet presAssocID="{C58B6187-084D-468A-A6D8-D5D847E7EC5C}" presName="parentText" presStyleLbl="node1" presStyleIdx="0" presStyleCnt="5">
        <dgm:presLayoutVars>
          <dgm:chMax val="0"/>
          <dgm:bulletEnabled val="1"/>
        </dgm:presLayoutVars>
      </dgm:prSet>
      <dgm:spPr/>
    </dgm:pt>
    <dgm:pt modelId="{45C9577A-0C83-9445-AEAF-58A9EB9C0424}" type="pres">
      <dgm:prSet presAssocID="{4B416AC2-E7F4-461F-90B8-87C3CF30874A}" presName="spacer" presStyleCnt="0"/>
      <dgm:spPr/>
    </dgm:pt>
    <dgm:pt modelId="{6C6F1B05-0509-A94B-9D81-31CB629A630B}" type="pres">
      <dgm:prSet presAssocID="{436418A1-B158-4077-BDC6-9C44AE677815}" presName="parentText" presStyleLbl="node1" presStyleIdx="1" presStyleCnt="5">
        <dgm:presLayoutVars>
          <dgm:chMax val="0"/>
          <dgm:bulletEnabled val="1"/>
        </dgm:presLayoutVars>
      </dgm:prSet>
      <dgm:spPr/>
    </dgm:pt>
    <dgm:pt modelId="{D028769C-8562-B447-96FC-03287A099524}" type="pres">
      <dgm:prSet presAssocID="{B1E76B9C-D557-47C2-8DD9-F971B7077450}" presName="spacer" presStyleCnt="0"/>
      <dgm:spPr/>
    </dgm:pt>
    <dgm:pt modelId="{687F0A9F-C624-0E40-B31B-67353CC0788C}" type="pres">
      <dgm:prSet presAssocID="{2E5B093C-00BB-4FC1-8C27-021B66E387C8}" presName="parentText" presStyleLbl="node1" presStyleIdx="2" presStyleCnt="5">
        <dgm:presLayoutVars>
          <dgm:chMax val="0"/>
          <dgm:bulletEnabled val="1"/>
        </dgm:presLayoutVars>
      </dgm:prSet>
      <dgm:spPr/>
    </dgm:pt>
    <dgm:pt modelId="{350F2D2E-DC1E-AE41-9A20-9103C140F21C}" type="pres">
      <dgm:prSet presAssocID="{C6D24B5F-19BA-4A62-8E13-F39A956ACCC5}" presName="spacer" presStyleCnt="0"/>
      <dgm:spPr/>
    </dgm:pt>
    <dgm:pt modelId="{C9969EBF-CFD3-F942-A1CB-B1EAC02B6658}" type="pres">
      <dgm:prSet presAssocID="{6896604A-5087-4991-BBA2-6E218303630D}" presName="parentText" presStyleLbl="node1" presStyleIdx="3" presStyleCnt="5">
        <dgm:presLayoutVars>
          <dgm:chMax val="0"/>
          <dgm:bulletEnabled val="1"/>
        </dgm:presLayoutVars>
      </dgm:prSet>
      <dgm:spPr/>
    </dgm:pt>
    <dgm:pt modelId="{2AFAE4D7-FAD7-084B-B0F3-F8409AFA55B3}" type="pres">
      <dgm:prSet presAssocID="{6BEF613A-68DB-4BC7-8EA7-9A0CB7210AAC}" presName="spacer" presStyleCnt="0"/>
      <dgm:spPr/>
    </dgm:pt>
    <dgm:pt modelId="{604A41CC-C46A-6645-A94B-8A23D2B47C31}" type="pres">
      <dgm:prSet presAssocID="{E2819092-14DF-4695-8081-BACA854DFAA4}" presName="parentText" presStyleLbl="node1" presStyleIdx="4" presStyleCnt="5">
        <dgm:presLayoutVars>
          <dgm:chMax val="0"/>
          <dgm:bulletEnabled val="1"/>
        </dgm:presLayoutVars>
      </dgm:prSet>
      <dgm:spPr/>
    </dgm:pt>
  </dgm:ptLst>
  <dgm:cxnLst>
    <dgm:cxn modelId="{81557C02-B245-8941-AF96-20F7649416A7}" type="presOf" srcId="{436418A1-B158-4077-BDC6-9C44AE677815}" destId="{6C6F1B05-0509-A94B-9D81-31CB629A630B}" srcOrd="0" destOrd="0" presId="urn:microsoft.com/office/officeart/2005/8/layout/vList2"/>
    <dgm:cxn modelId="{C822A427-1693-084E-9740-88C1D281AF66}" type="presOf" srcId="{C58B6187-084D-468A-A6D8-D5D847E7EC5C}" destId="{5A70CA05-4593-5D40-B0D4-F2332179F347}" srcOrd="0" destOrd="0" presId="urn:microsoft.com/office/officeart/2005/8/layout/vList2"/>
    <dgm:cxn modelId="{C86D822B-716E-4489-8B80-36798FF3878B}" srcId="{22286C98-B9E1-4C2E-B283-846EBF20ACCC}" destId="{C58B6187-084D-468A-A6D8-D5D847E7EC5C}" srcOrd="0" destOrd="0" parTransId="{D3D43F62-D7AE-4542-AE13-0EFF03D1E01B}" sibTransId="{4B416AC2-E7F4-461F-90B8-87C3CF30874A}"/>
    <dgm:cxn modelId="{45588D43-3D45-764C-8B8D-ADC01BFBB913}" type="presOf" srcId="{6896604A-5087-4991-BBA2-6E218303630D}" destId="{C9969EBF-CFD3-F942-A1CB-B1EAC02B6658}" srcOrd="0" destOrd="0" presId="urn:microsoft.com/office/officeart/2005/8/layout/vList2"/>
    <dgm:cxn modelId="{CA671D46-D3D7-4512-8FD8-01EF2E8A6C40}" srcId="{22286C98-B9E1-4C2E-B283-846EBF20ACCC}" destId="{436418A1-B158-4077-BDC6-9C44AE677815}" srcOrd="1" destOrd="0" parTransId="{ADA73000-DE22-4711-B526-9ACFF556DD2E}" sibTransId="{B1E76B9C-D557-47C2-8DD9-F971B7077450}"/>
    <dgm:cxn modelId="{593B7C62-71F8-F746-930D-062AE881DFEB}" type="presOf" srcId="{E2819092-14DF-4695-8081-BACA854DFAA4}" destId="{604A41CC-C46A-6645-A94B-8A23D2B47C31}" srcOrd="0" destOrd="0" presId="urn:microsoft.com/office/officeart/2005/8/layout/vList2"/>
    <dgm:cxn modelId="{85F42A7E-B247-4AC1-AD49-6954BEF7B1EE}" srcId="{22286C98-B9E1-4C2E-B283-846EBF20ACCC}" destId="{E2819092-14DF-4695-8081-BACA854DFAA4}" srcOrd="4" destOrd="0" parTransId="{BE64E3E9-A682-48A0-81B1-38B443F25E87}" sibTransId="{48E7A23E-6051-4EF5-9896-CC8E3C5865CE}"/>
    <dgm:cxn modelId="{8D479095-B908-C942-A76D-1AD4CEAD6B6F}" type="presOf" srcId="{22286C98-B9E1-4C2E-B283-846EBF20ACCC}" destId="{012F0088-19C0-274F-933A-6877F27EE222}" srcOrd="0" destOrd="0" presId="urn:microsoft.com/office/officeart/2005/8/layout/vList2"/>
    <dgm:cxn modelId="{F543FE96-78E2-5B4C-ABA4-921C7C0D5B74}" type="presOf" srcId="{2E5B093C-00BB-4FC1-8C27-021B66E387C8}" destId="{687F0A9F-C624-0E40-B31B-67353CC0788C}" srcOrd="0" destOrd="0" presId="urn:microsoft.com/office/officeart/2005/8/layout/vList2"/>
    <dgm:cxn modelId="{FEAECEAB-4C19-463E-A685-6A122EC12B25}" srcId="{22286C98-B9E1-4C2E-B283-846EBF20ACCC}" destId="{2E5B093C-00BB-4FC1-8C27-021B66E387C8}" srcOrd="2" destOrd="0" parTransId="{11E778C8-C2ED-4C2A-A35E-7BE9587AC3F9}" sibTransId="{C6D24B5F-19BA-4A62-8E13-F39A956ACCC5}"/>
    <dgm:cxn modelId="{70E5F9AE-2C69-40C1-9C71-E3A8B7CECA59}" srcId="{22286C98-B9E1-4C2E-B283-846EBF20ACCC}" destId="{6896604A-5087-4991-BBA2-6E218303630D}" srcOrd="3" destOrd="0" parTransId="{E7F3DDE2-2D3F-4616-8366-75412A561584}" sibTransId="{6BEF613A-68DB-4BC7-8EA7-9A0CB7210AAC}"/>
    <dgm:cxn modelId="{23A22D74-E80B-9A4A-A9C7-0913008BE9A4}" type="presParOf" srcId="{012F0088-19C0-274F-933A-6877F27EE222}" destId="{5A70CA05-4593-5D40-B0D4-F2332179F347}" srcOrd="0" destOrd="0" presId="urn:microsoft.com/office/officeart/2005/8/layout/vList2"/>
    <dgm:cxn modelId="{6CAC8D55-06A5-4340-8C20-8AFFF8A9F265}" type="presParOf" srcId="{012F0088-19C0-274F-933A-6877F27EE222}" destId="{45C9577A-0C83-9445-AEAF-58A9EB9C0424}" srcOrd="1" destOrd="0" presId="urn:microsoft.com/office/officeart/2005/8/layout/vList2"/>
    <dgm:cxn modelId="{D299B136-C55C-0447-92D0-812F1B2BD114}" type="presParOf" srcId="{012F0088-19C0-274F-933A-6877F27EE222}" destId="{6C6F1B05-0509-A94B-9D81-31CB629A630B}" srcOrd="2" destOrd="0" presId="urn:microsoft.com/office/officeart/2005/8/layout/vList2"/>
    <dgm:cxn modelId="{B647235C-91EE-D04A-8994-18EFA95BB2BD}" type="presParOf" srcId="{012F0088-19C0-274F-933A-6877F27EE222}" destId="{D028769C-8562-B447-96FC-03287A099524}" srcOrd="3" destOrd="0" presId="urn:microsoft.com/office/officeart/2005/8/layout/vList2"/>
    <dgm:cxn modelId="{979BF658-13FA-874A-B667-8341923A2ED5}" type="presParOf" srcId="{012F0088-19C0-274F-933A-6877F27EE222}" destId="{687F0A9F-C624-0E40-B31B-67353CC0788C}" srcOrd="4" destOrd="0" presId="urn:microsoft.com/office/officeart/2005/8/layout/vList2"/>
    <dgm:cxn modelId="{B6206B08-6C6D-5549-8D6D-B6E0D6A97283}" type="presParOf" srcId="{012F0088-19C0-274F-933A-6877F27EE222}" destId="{350F2D2E-DC1E-AE41-9A20-9103C140F21C}" srcOrd="5" destOrd="0" presId="urn:microsoft.com/office/officeart/2005/8/layout/vList2"/>
    <dgm:cxn modelId="{06A268CD-8F2A-A64B-B9CF-C51E66954317}" type="presParOf" srcId="{012F0088-19C0-274F-933A-6877F27EE222}" destId="{C9969EBF-CFD3-F942-A1CB-B1EAC02B6658}" srcOrd="6" destOrd="0" presId="urn:microsoft.com/office/officeart/2005/8/layout/vList2"/>
    <dgm:cxn modelId="{2ECE531D-A153-8244-ABD5-187B15452E3F}" type="presParOf" srcId="{012F0088-19C0-274F-933A-6877F27EE222}" destId="{2AFAE4D7-FAD7-084B-B0F3-F8409AFA55B3}" srcOrd="7" destOrd="0" presId="urn:microsoft.com/office/officeart/2005/8/layout/vList2"/>
    <dgm:cxn modelId="{1F5F1887-D3F1-5F40-9EB6-76E4E3A5F2A5}" type="presParOf" srcId="{012F0088-19C0-274F-933A-6877F27EE222}" destId="{604A41CC-C46A-6645-A94B-8A23D2B47C3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F700349-E759-42D8-B4A1-577CAB6027A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4773954-DBCE-416A-8CC2-888FCC73D1B0}">
      <dgm:prSet/>
      <dgm:spPr/>
      <dgm:t>
        <a:bodyPr/>
        <a:lstStyle/>
        <a:p>
          <a:r>
            <a:rPr lang="en-US"/>
            <a:t>Extreme programming has a technical focus and is not easy to integrate with management practice in most organizations.</a:t>
          </a:r>
        </a:p>
      </dgm:t>
    </dgm:pt>
    <dgm:pt modelId="{E64104ED-184A-4D51-A17F-B3D80D562B2A}" type="parTrans" cxnId="{839313A5-393B-49AD-8FF0-E769E8A0AD90}">
      <dgm:prSet/>
      <dgm:spPr/>
      <dgm:t>
        <a:bodyPr/>
        <a:lstStyle/>
        <a:p>
          <a:endParaRPr lang="en-US"/>
        </a:p>
      </dgm:t>
    </dgm:pt>
    <dgm:pt modelId="{F53A5818-5C93-4475-8D53-ED1A44CBCEB1}" type="sibTrans" cxnId="{839313A5-393B-49AD-8FF0-E769E8A0AD90}">
      <dgm:prSet/>
      <dgm:spPr/>
      <dgm:t>
        <a:bodyPr/>
        <a:lstStyle/>
        <a:p>
          <a:endParaRPr lang="en-US"/>
        </a:p>
      </dgm:t>
    </dgm:pt>
    <dgm:pt modelId="{C22E00CA-EBCC-4EBF-BB7C-245915F3F111}">
      <dgm:prSet/>
      <dgm:spPr/>
      <dgm:t>
        <a:bodyPr/>
        <a:lstStyle/>
        <a:p>
          <a:r>
            <a:rPr lang="en-US"/>
            <a:t>Consequently, while agile development uses practices from XP, the method as originally defined is not widely used.</a:t>
          </a:r>
        </a:p>
      </dgm:t>
    </dgm:pt>
    <dgm:pt modelId="{479093D2-C5F7-45BC-B6D9-F4CB21DB3124}" type="parTrans" cxnId="{254EA29E-E237-4850-A9A2-C3FE32113B76}">
      <dgm:prSet/>
      <dgm:spPr/>
      <dgm:t>
        <a:bodyPr/>
        <a:lstStyle/>
        <a:p>
          <a:endParaRPr lang="en-US"/>
        </a:p>
      </dgm:t>
    </dgm:pt>
    <dgm:pt modelId="{E5BA2972-6EFD-4ED8-893D-FED701AA2EFF}" type="sibTrans" cxnId="{254EA29E-E237-4850-A9A2-C3FE32113B76}">
      <dgm:prSet/>
      <dgm:spPr/>
      <dgm:t>
        <a:bodyPr/>
        <a:lstStyle/>
        <a:p>
          <a:endParaRPr lang="en-US"/>
        </a:p>
      </dgm:t>
    </dgm:pt>
    <dgm:pt modelId="{BA93E672-59AC-4EC8-AF09-E67BFDE0EBDE}">
      <dgm:prSet/>
      <dgm:spPr/>
      <dgm:t>
        <a:bodyPr/>
        <a:lstStyle/>
        <a:p>
          <a:r>
            <a:rPr lang="en-US"/>
            <a:t>Key practices</a:t>
          </a:r>
        </a:p>
      </dgm:t>
    </dgm:pt>
    <dgm:pt modelId="{C4E4BC4B-1127-4479-831B-71E1546CB13C}" type="parTrans" cxnId="{95C247AA-A805-4EC9-92F9-B924C6EEEA80}">
      <dgm:prSet/>
      <dgm:spPr/>
      <dgm:t>
        <a:bodyPr/>
        <a:lstStyle/>
        <a:p>
          <a:endParaRPr lang="en-US"/>
        </a:p>
      </dgm:t>
    </dgm:pt>
    <dgm:pt modelId="{2E4AE919-07B5-42C5-905C-461696AC0808}" type="sibTrans" cxnId="{95C247AA-A805-4EC9-92F9-B924C6EEEA80}">
      <dgm:prSet/>
      <dgm:spPr/>
      <dgm:t>
        <a:bodyPr/>
        <a:lstStyle/>
        <a:p>
          <a:endParaRPr lang="en-US"/>
        </a:p>
      </dgm:t>
    </dgm:pt>
    <dgm:pt modelId="{2BB2390D-51C6-48E6-9DD8-108EDCD49A02}">
      <dgm:prSet/>
      <dgm:spPr/>
      <dgm:t>
        <a:bodyPr/>
        <a:lstStyle/>
        <a:p>
          <a:r>
            <a:rPr lang="en-US"/>
            <a:t>User stories for specification</a:t>
          </a:r>
        </a:p>
      </dgm:t>
    </dgm:pt>
    <dgm:pt modelId="{366557C9-38C9-4013-A3B2-6A19F8DDF2FF}" type="parTrans" cxnId="{6455D3A7-87D4-49C3-A723-DFC97274ED79}">
      <dgm:prSet/>
      <dgm:spPr/>
      <dgm:t>
        <a:bodyPr/>
        <a:lstStyle/>
        <a:p>
          <a:endParaRPr lang="en-US"/>
        </a:p>
      </dgm:t>
    </dgm:pt>
    <dgm:pt modelId="{EDFCEB5D-0A84-4FA1-BA90-0906C6DD319A}" type="sibTrans" cxnId="{6455D3A7-87D4-49C3-A723-DFC97274ED79}">
      <dgm:prSet/>
      <dgm:spPr/>
      <dgm:t>
        <a:bodyPr/>
        <a:lstStyle/>
        <a:p>
          <a:endParaRPr lang="en-US"/>
        </a:p>
      </dgm:t>
    </dgm:pt>
    <dgm:pt modelId="{C6710ED1-B362-4A0C-9F3E-EC60A1A437C9}">
      <dgm:prSet/>
      <dgm:spPr/>
      <dgm:t>
        <a:bodyPr/>
        <a:lstStyle/>
        <a:p>
          <a:r>
            <a:rPr lang="en-US"/>
            <a:t>Refactoring</a:t>
          </a:r>
        </a:p>
      </dgm:t>
    </dgm:pt>
    <dgm:pt modelId="{457040E4-E261-47C3-A442-65CEB29A2C89}" type="parTrans" cxnId="{58A963FD-D145-443A-A1AA-990323542E72}">
      <dgm:prSet/>
      <dgm:spPr/>
      <dgm:t>
        <a:bodyPr/>
        <a:lstStyle/>
        <a:p>
          <a:endParaRPr lang="en-US"/>
        </a:p>
      </dgm:t>
    </dgm:pt>
    <dgm:pt modelId="{5C75D295-1472-4504-8462-3D43B9FEED1C}" type="sibTrans" cxnId="{58A963FD-D145-443A-A1AA-990323542E72}">
      <dgm:prSet/>
      <dgm:spPr/>
      <dgm:t>
        <a:bodyPr/>
        <a:lstStyle/>
        <a:p>
          <a:endParaRPr lang="en-US"/>
        </a:p>
      </dgm:t>
    </dgm:pt>
    <dgm:pt modelId="{EFF39246-8136-4E2C-BFDF-B5415731C997}">
      <dgm:prSet/>
      <dgm:spPr/>
      <dgm:t>
        <a:bodyPr/>
        <a:lstStyle/>
        <a:p>
          <a:r>
            <a:rPr lang="en-US"/>
            <a:t>Test-first development</a:t>
          </a:r>
        </a:p>
      </dgm:t>
    </dgm:pt>
    <dgm:pt modelId="{0864A6DB-08BE-4FAA-AB65-3E02AF8A9D56}" type="parTrans" cxnId="{C5CB6DD2-704C-4DF9-9790-13CC41A62025}">
      <dgm:prSet/>
      <dgm:spPr/>
      <dgm:t>
        <a:bodyPr/>
        <a:lstStyle/>
        <a:p>
          <a:endParaRPr lang="en-US"/>
        </a:p>
      </dgm:t>
    </dgm:pt>
    <dgm:pt modelId="{4A3D9066-FBB0-4314-A0F6-D55B80AA20ED}" type="sibTrans" cxnId="{C5CB6DD2-704C-4DF9-9790-13CC41A62025}">
      <dgm:prSet/>
      <dgm:spPr/>
      <dgm:t>
        <a:bodyPr/>
        <a:lstStyle/>
        <a:p>
          <a:endParaRPr lang="en-US"/>
        </a:p>
      </dgm:t>
    </dgm:pt>
    <dgm:pt modelId="{176D8C0D-4DBC-4E95-B74D-7BEB045C9C52}">
      <dgm:prSet/>
      <dgm:spPr/>
      <dgm:t>
        <a:bodyPr/>
        <a:lstStyle/>
        <a:p>
          <a:r>
            <a:rPr lang="en-US"/>
            <a:t>Pair programming</a:t>
          </a:r>
        </a:p>
      </dgm:t>
    </dgm:pt>
    <dgm:pt modelId="{26ECD7C8-0883-4D2A-8947-9C301C8817AE}" type="parTrans" cxnId="{CE2B5412-FE96-4587-A153-308ACC27AF26}">
      <dgm:prSet/>
      <dgm:spPr/>
      <dgm:t>
        <a:bodyPr/>
        <a:lstStyle/>
        <a:p>
          <a:endParaRPr lang="en-US"/>
        </a:p>
      </dgm:t>
    </dgm:pt>
    <dgm:pt modelId="{2D8BE1B0-B8E3-4BAB-8119-3F6D2B3BE816}" type="sibTrans" cxnId="{CE2B5412-FE96-4587-A153-308ACC27AF26}">
      <dgm:prSet/>
      <dgm:spPr/>
      <dgm:t>
        <a:bodyPr/>
        <a:lstStyle/>
        <a:p>
          <a:endParaRPr lang="en-US"/>
        </a:p>
      </dgm:t>
    </dgm:pt>
    <dgm:pt modelId="{55882843-D44F-49EF-8EA9-7B7F6E247E56}" type="pres">
      <dgm:prSet presAssocID="{4F700349-E759-42D8-B4A1-577CAB6027AE}" presName="root" presStyleCnt="0">
        <dgm:presLayoutVars>
          <dgm:dir/>
          <dgm:resizeHandles val="exact"/>
        </dgm:presLayoutVars>
      </dgm:prSet>
      <dgm:spPr/>
    </dgm:pt>
    <dgm:pt modelId="{6FC84E2F-7704-4602-A191-0A9C8814E0F8}" type="pres">
      <dgm:prSet presAssocID="{B4773954-DBCE-416A-8CC2-888FCC73D1B0}" presName="compNode" presStyleCnt="0"/>
      <dgm:spPr/>
    </dgm:pt>
    <dgm:pt modelId="{F2246D34-08E8-455C-B280-1614CC765CE1}" type="pres">
      <dgm:prSet presAssocID="{B4773954-DBCE-416A-8CC2-888FCC73D1B0}" presName="bgRect" presStyleLbl="bgShp" presStyleIdx="0" presStyleCnt="3"/>
      <dgm:spPr/>
    </dgm:pt>
    <dgm:pt modelId="{D6EA622E-9261-4C23-9AD5-34C26649AFA8}" type="pres">
      <dgm:prSet presAssocID="{B4773954-DBCE-416A-8CC2-888FCC73D1B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7DBDADEB-5654-45C2-AE84-81E94F017BEF}" type="pres">
      <dgm:prSet presAssocID="{B4773954-DBCE-416A-8CC2-888FCC73D1B0}" presName="spaceRect" presStyleCnt="0"/>
      <dgm:spPr/>
    </dgm:pt>
    <dgm:pt modelId="{55250489-C463-4700-8502-B7C4308AE406}" type="pres">
      <dgm:prSet presAssocID="{B4773954-DBCE-416A-8CC2-888FCC73D1B0}" presName="parTx" presStyleLbl="revTx" presStyleIdx="0" presStyleCnt="4">
        <dgm:presLayoutVars>
          <dgm:chMax val="0"/>
          <dgm:chPref val="0"/>
        </dgm:presLayoutVars>
      </dgm:prSet>
      <dgm:spPr/>
    </dgm:pt>
    <dgm:pt modelId="{E7DB6C9F-217F-4939-A103-0B41D69BA2D7}" type="pres">
      <dgm:prSet presAssocID="{F53A5818-5C93-4475-8D53-ED1A44CBCEB1}" presName="sibTrans" presStyleCnt="0"/>
      <dgm:spPr/>
    </dgm:pt>
    <dgm:pt modelId="{3491718F-19D8-4A95-B2F7-CD5BFE07BA84}" type="pres">
      <dgm:prSet presAssocID="{C22E00CA-EBCC-4EBF-BB7C-245915F3F111}" presName="compNode" presStyleCnt="0"/>
      <dgm:spPr/>
    </dgm:pt>
    <dgm:pt modelId="{64350C36-91AA-4D99-A777-F62ACC511185}" type="pres">
      <dgm:prSet presAssocID="{C22E00CA-EBCC-4EBF-BB7C-245915F3F111}" presName="bgRect" presStyleLbl="bgShp" presStyleIdx="1" presStyleCnt="3"/>
      <dgm:spPr/>
    </dgm:pt>
    <dgm:pt modelId="{07BE77DD-CCDF-4482-BA7D-B0A3ED7C1CD3}" type="pres">
      <dgm:prSet presAssocID="{C22E00CA-EBCC-4EBF-BB7C-245915F3F11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DE394A5A-C20F-4898-B3ED-D0330BDF2AA6}" type="pres">
      <dgm:prSet presAssocID="{C22E00CA-EBCC-4EBF-BB7C-245915F3F111}" presName="spaceRect" presStyleCnt="0"/>
      <dgm:spPr/>
    </dgm:pt>
    <dgm:pt modelId="{03E7AE01-7F69-4F5F-AB94-86E53C13E340}" type="pres">
      <dgm:prSet presAssocID="{C22E00CA-EBCC-4EBF-BB7C-245915F3F111}" presName="parTx" presStyleLbl="revTx" presStyleIdx="1" presStyleCnt="4">
        <dgm:presLayoutVars>
          <dgm:chMax val="0"/>
          <dgm:chPref val="0"/>
        </dgm:presLayoutVars>
      </dgm:prSet>
      <dgm:spPr/>
    </dgm:pt>
    <dgm:pt modelId="{9B440E8B-6DA5-4D57-988B-4CF60F44111F}" type="pres">
      <dgm:prSet presAssocID="{E5BA2972-6EFD-4ED8-893D-FED701AA2EFF}" presName="sibTrans" presStyleCnt="0"/>
      <dgm:spPr/>
    </dgm:pt>
    <dgm:pt modelId="{C02297BE-CC35-4E1B-8B33-546C8273AE6F}" type="pres">
      <dgm:prSet presAssocID="{BA93E672-59AC-4EC8-AF09-E67BFDE0EBDE}" presName="compNode" presStyleCnt="0"/>
      <dgm:spPr/>
    </dgm:pt>
    <dgm:pt modelId="{4BE61B47-EF32-4D37-9449-1F1713B03478}" type="pres">
      <dgm:prSet presAssocID="{BA93E672-59AC-4EC8-AF09-E67BFDE0EBDE}" presName="bgRect" presStyleLbl="bgShp" presStyleIdx="2" presStyleCnt="3"/>
      <dgm:spPr/>
    </dgm:pt>
    <dgm:pt modelId="{61B33807-3745-4121-A44D-1030FA1D09C9}" type="pres">
      <dgm:prSet presAssocID="{BA93E672-59AC-4EC8-AF09-E67BFDE0EBD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F724D83D-CD67-4C60-A7DD-EFA141C330F7}" type="pres">
      <dgm:prSet presAssocID="{BA93E672-59AC-4EC8-AF09-E67BFDE0EBDE}" presName="spaceRect" presStyleCnt="0"/>
      <dgm:spPr/>
    </dgm:pt>
    <dgm:pt modelId="{6ED60091-9022-44AE-8FD6-32130EDDA015}" type="pres">
      <dgm:prSet presAssocID="{BA93E672-59AC-4EC8-AF09-E67BFDE0EBDE}" presName="parTx" presStyleLbl="revTx" presStyleIdx="2" presStyleCnt="4">
        <dgm:presLayoutVars>
          <dgm:chMax val="0"/>
          <dgm:chPref val="0"/>
        </dgm:presLayoutVars>
      </dgm:prSet>
      <dgm:spPr/>
    </dgm:pt>
    <dgm:pt modelId="{2403DC28-300C-41CC-8761-F4EA66F3AC8B}" type="pres">
      <dgm:prSet presAssocID="{BA93E672-59AC-4EC8-AF09-E67BFDE0EBDE}" presName="desTx" presStyleLbl="revTx" presStyleIdx="3" presStyleCnt="4">
        <dgm:presLayoutVars/>
      </dgm:prSet>
      <dgm:spPr/>
    </dgm:pt>
  </dgm:ptLst>
  <dgm:cxnLst>
    <dgm:cxn modelId="{5044EC08-0E53-454D-BA24-5B5C1DAB7151}" type="presOf" srcId="{C6710ED1-B362-4A0C-9F3E-EC60A1A437C9}" destId="{2403DC28-300C-41CC-8761-F4EA66F3AC8B}" srcOrd="0" destOrd="1" presId="urn:microsoft.com/office/officeart/2018/2/layout/IconVerticalSolidList"/>
    <dgm:cxn modelId="{CE2B5412-FE96-4587-A153-308ACC27AF26}" srcId="{BA93E672-59AC-4EC8-AF09-E67BFDE0EBDE}" destId="{176D8C0D-4DBC-4E95-B74D-7BEB045C9C52}" srcOrd="3" destOrd="0" parTransId="{26ECD7C8-0883-4D2A-8947-9C301C8817AE}" sibTransId="{2D8BE1B0-B8E3-4BAB-8119-3F6D2B3BE816}"/>
    <dgm:cxn modelId="{6C847134-1671-4312-B9E4-DD787C6189E0}" type="presOf" srcId="{EFF39246-8136-4E2C-BFDF-B5415731C997}" destId="{2403DC28-300C-41CC-8761-F4EA66F3AC8B}" srcOrd="0" destOrd="2" presId="urn:microsoft.com/office/officeart/2018/2/layout/IconVerticalSolidList"/>
    <dgm:cxn modelId="{36947B36-CCF8-4D0B-B430-4EB955B24C6B}" type="presOf" srcId="{BA93E672-59AC-4EC8-AF09-E67BFDE0EBDE}" destId="{6ED60091-9022-44AE-8FD6-32130EDDA015}" srcOrd="0" destOrd="0" presId="urn:microsoft.com/office/officeart/2018/2/layout/IconVerticalSolidList"/>
    <dgm:cxn modelId="{E6E0E28A-E6D8-448F-8FB4-1DCD882659E4}" type="presOf" srcId="{C22E00CA-EBCC-4EBF-BB7C-245915F3F111}" destId="{03E7AE01-7F69-4F5F-AB94-86E53C13E340}" srcOrd="0" destOrd="0" presId="urn:microsoft.com/office/officeart/2018/2/layout/IconVerticalSolidList"/>
    <dgm:cxn modelId="{17F01B94-F318-4FB9-825E-B52DD0CF0EE6}" type="presOf" srcId="{B4773954-DBCE-416A-8CC2-888FCC73D1B0}" destId="{55250489-C463-4700-8502-B7C4308AE406}" srcOrd="0" destOrd="0" presId="urn:microsoft.com/office/officeart/2018/2/layout/IconVerticalSolidList"/>
    <dgm:cxn modelId="{02A7E094-AF86-4C49-9F31-35B3C662F2C4}" type="presOf" srcId="{176D8C0D-4DBC-4E95-B74D-7BEB045C9C52}" destId="{2403DC28-300C-41CC-8761-F4EA66F3AC8B}" srcOrd="0" destOrd="3" presId="urn:microsoft.com/office/officeart/2018/2/layout/IconVerticalSolidList"/>
    <dgm:cxn modelId="{A40B0A95-6788-449E-91AD-0C06E842B179}" type="presOf" srcId="{4F700349-E759-42D8-B4A1-577CAB6027AE}" destId="{55882843-D44F-49EF-8EA9-7B7F6E247E56}" srcOrd="0" destOrd="0" presId="urn:microsoft.com/office/officeart/2018/2/layout/IconVerticalSolidList"/>
    <dgm:cxn modelId="{254EA29E-E237-4850-A9A2-C3FE32113B76}" srcId="{4F700349-E759-42D8-B4A1-577CAB6027AE}" destId="{C22E00CA-EBCC-4EBF-BB7C-245915F3F111}" srcOrd="1" destOrd="0" parTransId="{479093D2-C5F7-45BC-B6D9-F4CB21DB3124}" sibTransId="{E5BA2972-6EFD-4ED8-893D-FED701AA2EFF}"/>
    <dgm:cxn modelId="{839313A5-393B-49AD-8FF0-E769E8A0AD90}" srcId="{4F700349-E759-42D8-B4A1-577CAB6027AE}" destId="{B4773954-DBCE-416A-8CC2-888FCC73D1B0}" srcOrd="0" destOrd="0" parTransId="{E64104ED-184A-4D51-A17F-B3D80D562B2A}" sibTransId="{F53A5818-5C93-4475-8D53-ED1A44CBCEB1}"/>
    <dgm:cxn modelId="{6455D3A7-87D4-49C3-A723-DFC97274ED79}" srcId="{BA93E672-59AC-4EC8-AF09-E67BFDE0EBDE}" destId="{2BB2390D-51C6-48E6-9DD8-108EDCD49A02}" srcOrd="0" destOrd="0" parTransId="{366557C9-38C9-4013-A3B2-6A19F8DDF2FF}" sibTransId="{EDFCEB5D-0A84-4FA1-BA90-0906C6DD319A}"/>
    <dgm:cxn modelId="{95C247AA-A805-4EC9-92F9-B924C6EEEA80}" srcId="{4F700349-E759-42D8-B4A1-577CAB6027AE}" destId="{BA93E672-59AC-4EC8-AF09-E67BFDE0EBDE}" srcOrd="2" destOrd="0" parTransId="{C4E4BC4B-1127-4479-831B-71E1546CB13C}" sibTransId="{2E4AE919-07B5-42C5-905C-461696AC0808}"/>
    <dgm:cxn modelId="{C5CB6DD2-704C-4DF9-9790-13CC41A62025}" srcId="{BA93E672-59AC-4EC8-AF09-E67BFDE0EBDE}" destId="{EFF39246-8136-4E2C-BFDF-B5415731C997}" srcOrd="2" destOrd="0" parTransId="{0864A6DB-08BE-4FAA-AB65-3E02AF8A9D56}" sibTransId="{4A3D9066-FBB0-4314-A0F6-D55B80AA20ED}"/>
    <dgm:cxn modelId="{3EDA77D4-AD10-4A8F-BDB7-21FA5187034B}" type="presOf" srcId="{2BB2390D-51C6-48E6-9DD8-108EDCD49A02}" destId="{2403DC28-300C-41CC-8761-F4EA66F3AC8B}" srcOrd="0" destOrd="0" presId="urn:microsoft.com/office/officeart/2018/2/layout/IconVerticalSolidList"/>
    <dgm:cxn modelId="{58A963FD-D145-443A-A1AA-990323542E72}" srcId="{BA93E672-59AC-4EC8-AF09-E67BFDE0EBDE}" destId="{C6710ED1-B362-4A0C-9F3E-EC60A1A437C9}" srcOrd="1" destOrd="0" parTransId="{457040E4-E261-47C3-A442-65CEB29A2C89}" sibTransId="{5C75D295-1472-4504-8462-3D43B9FEED1C}"/>
    <dgm:cxn modelId="{0EE00FCA-11E1-4B58-B933-A877FA704B3E}" type="presParOf" srcId="{55882843-D44F-49EF-8EA9-7B7F6E247E56}" destId="{6FC84E2F-7704-4602-A191-0A9C8814E0F8}" srcOrd="0" destOrd="0" presId="urn:microsoft.com/office/officeart/2018/2/layout/IconVerticalSolidList"/>
    <dgm:cxn modelId="{9F905ADF-F794-417D-A01A-7617B79FEFC4}" type="presParOf" srcId="{6FC84E2F-7704-4602-A191-0A9C8814E0F8}" destId="{F2246D34-08E8-455C-B280-1614CC765CE1}" srcOrd="0" destOrd="0" presId="urn:microsoft.com/office/officeart/2018/2/layout/IconVerticalSolidList"/>
    <dgm:cxn modelId="{BB531733-A42A-4F43-A890-5ADD63A40E42}" type="presParOf" srcId="{6FC84E2F-7704-4602-A191-0A9C8814E0F8}" destId="{D6EA622E-9261-4C23-9AD5-34C26649AFA8}" srcOrd="1" destOrd="0" presId="urn:microsoft.com/office/officeart/2018/2/layout/IconVerticalSolidList"/>
    <dgm:cxn modelId="{67CD40EE-BD31-4D09-B87E-FE48DA9ACB9D}" type="presParOf" srcId="{6FC84E2F-7704-4602-A191-0A9C8814E0F8}" destId="{7DBDADEB-5654-45C2-AE84-81E94F017BEF}" srcOrd="2" destOrd="0" presId="urn:microsoft.com/office/officeart/2018/2/layout/IconVerticalSolidList"/>
    <dgm:cxn modelId="{122AD158-591E-43D2-809A-ACB2CCEE491D}" type="presParOf" srcId="{6FC84E2F-7704-4602-A191-0A9C8814E0F8}" destId="{55250489-C463-4700-8502-B7C4308AE406}" srcOrd="3" destOrd="0" presId="urn:microsoft.com/office/officeart/2018/2/layout/IconVerticalSolidList"/>
    <dgm:cxn modelId="{ED4A1F3A-0FE1-451D-B5C4-C5B752549515}" type="presParOf" srcId="{55882843-D44F-49EF-8EA9-7B7F6E247E56}" destId="{E7DB6C9F-217F-4939-A103-0B41D69BA2D7}" srcOrd="1" destOrd="0" presId="urn:microsoft.com/office/officeart/2018/2/layout/IconVerticalSolidList"/>
    <dgm:cxn modelId="{A05838BD-6ECE-4B91-8B19-145909EE5459}" type="presParOf" srcId="{55882843-D44F-49EF-8EA9-7B7F6E247E56}" destId="{3491718F-19D8-4A95-B2F7-CD5BFE07BA84}" srcOrd="2" destOrd="0" presId="urn:microsoft.com/office/officeart/2018/2/layout/IconVerticalSolidList"/>
    <dgm:cxn modelId="{3D149D86-A8E0-49CD-BD49-B8554472BE79}" type="presParOf" srcId="{3491718F-19D8-4A95-B2F7-CD5BFE07BA84}" destId="{64350C36-91AA-4D99-A777-F62ACC511185}" srcOrd="0" destOrd="0" presId="urn:microsoft.com/office/officeart/2018/2/layout/IconVerticalSolidList"/>
    <dgm:cxn modelId="{BE315140-0CA7-47C7-8945-21334C4B0FC3}" type="presParOf" srcId="{3491718F-19D8-4A95-B2F7-CD5BFE07BA84}" destId="{07BE77DD-CCDF-4482-BA7D-B0A3ED7C1CD3}" srcOrd="1" destOrd="0" presId="urn:microsoft.com/office/officeart/2018/2/layout/IconVerticalSolidList"/>
    <dgm:cxn modelId="{81D13705-41AA-46F6-B91A-07E2B78EB014}" type="presParOf" srcId="{3491718F-19D8-4A95-B2F7-CD5BFE07BA84}" destId="{DE394A5A-C20F-4898-B3ED-D0330BDF2AA6}" srcOrd="2" destOrd="0" presId="urn:microsoft.com/office/officeart/2018/2/layout/IconVerticalSolidList"/>
    <dgm:cxn modelId="{A230A0FC-6A95-4249-B81A-0B3829588232}" type="presParOf" srcId="{3491718F-19D8-4A95-B2F7-CD5BFE07BA84}" destId="{03E7AE01-7F69-4F5F-AB94-86E53C13E340}" srcOrd="3" destOrd="0" presId="urn:microsoft.com/office/officeart/2018/2/layout/IconVerticalSolidList"/>
    <dgm:cxn modelId="{0FCDC245-9248-415F-BB17-70307A6F50CF}" type="presParOf" srcId="{55882843-D44F-49EF-8EA9-7B7F6E247E56}" destId="{9B440E8B-6DA5-4D57-988B-4CF60F44111F}" srcOrd="3" destOrd="0" presId="urn:microsoft.com/office/officeart/2018/2/layout/IconVerticalSolidList"/>
    <dgm:cxn modelId="{4EAA14DE-9F98-4FF4-BF0C-9E46587E523E}" type="presParOf" srcId="{55882843-D44F-49EF-8EA9-7B7F6E247E56}" destId="{C02297BE-CC35-4E1B-8B33-546C8273AE6F}" srcOrd="4" destOrd="0" presId="urn:microsoft.com/office/officeart/2018/2/layout/IconVerticalSolidList"/>
    <dgm:cxn modelId="{CA86F0A4-6F8F-46BB-BF4A-A59636D96881}" type="presParOf" srcId="{C02297BE-CC35-4E1B-8B33-546C8273AE6F}" destId="{4BE61B47-EF32-4D37-9449-1F1713B03478}" srcOrd="0" destOrd="0" presId="urn:microsoft.com/office/officeart/2018/2/layout/IconVerticalSolidList"/>
    <dgm:cxn modelId="{A1CB081C-AECF-43D7-AF57-5E3D9445B85E}" type="presParOf" srcId="{C02297BE-CC35-4E1B-8B33-546C8273AE6F}" destId="{61B33807-3745-4121-A44D-1030FA1D09C9}" srcOrd="1" destOrd="0" presId="urn:microsoft.com/office/officeart/2018/2/layout/IconVerticalSolidList"/>
    <dgm:cxn modelId="{CD5C3A06-69DC-46B1-9BDA-37ED82AE6071}" type="presParOf" srcId="{C02297BE-CC35-4E1B-8B33-546C8273AE6F}" destId="{F724D83D-CD67-4C60-A7DD-EFA141C330F7}" srcOrd="2" destOrd="0" presId="urn:microsoft.com/office/officeart/2018/2/layout/IconVerticalSolidList"/>
    <dgm:cxn modelId="{D79181C6-8FAA-42CC-B245-3D365B9D1ADC}" type="presParOf" srcId="{C02297BE-CC35-4E1B-8B33-546C8273AE6F}" destId="{6ED60091-9022-44AE-8FD6-32130EDDA015}" srcOrd="3" destOrd="0" presId="urn:microsoft.com/office/officeart/2018/2/layout/IconVerticalSolidList"/>
    <dgm:cxn modelId="{9971FA8B-AF25-458B-8B6F-8962BA5ABB4C}" type="presParOf" srcId="{C02297BE-CC35-4E1B-8B33-546C8273AE6F}" destId="{2403DC28-300C-41CC-8761-F4EA66F3AC8B}"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EF49FFB-E27C-4300-B67D-FC85D800832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6B0C492B-E17E-4041-9250-D61237657353}">
      <dgm:prSet/>
      <dgm:spPr/>
      <dgm:t>
        <a:bodyPr/>
        <a:lstStyle/>
        <a:p>
          <a:r>
            <a:rPr lang="en-US"/>
            <a:t>In XP, a customer or user is part of the XP team and is responsible for making decisions on requirements.</a:t>
          </a:r>
        </a:p>
      </dgm:t>
    </dgm:pt>
    <dgm:pt modelId="{C2EC8D03-A9E5-431C-AE70-6DB1914C4C7E}" type="parTrans" cxnId="{E4791D7F-DD48-425E-910C-E6947562CBDD}">
      <dgm:prSet/>
      <dgm:spPr/>
      <dgm:t>
        <a:bodyPr/>
        <a:lstStyle/>
        <a:p>
          <a:endParaRPr lang="en-US"/>
        </a:p>
      </dgm:t>
    </dgm:pt>
    <dgm:pt modelId="{23E72FB6-4154-4E71-8E9C-E1446303B7AE}" type="sibTrans" cxnId="{E4791D7F-DD48-425E-910C-E6947562CBDD}">
      <dgm:prSet/>
      <dgm:spPr/>
      <dgm:t>
        <a:bodyPr/>
        <a:lstStyle/>
        <a:p>
          <a:endParaRPr lang="en-US"/>
        </a:p>
      </dgm:t>
    </dgm:pt>
    <dgm:pt modelId="{A72561ED-39BA-4B15-9788-0780EC4AA364}">
      <dgm:prSet/>
      <dgm:spPr/>
      <dgm:t>
        <a:bodyPr/>
        <a:lstStyle/>
        <a:p>
          <a:r>
            <a:rPr lang="en-US"/>
            <a:t>User requirements are expressed as user stories or scenarios.</a:t>
          </a:r>
        </a:p>
      </dgm:t>
    </dgm:pt>
    <dgm:pt modelId="{77357AAB-468C-4602-B080-5A8381B4C5E7}" type="parTrans" cxnId="{D283CF61-242C-4FC0-B4EC-F275D4FBB4F5}">
      <dgm:prSet/>
      <dgm:spPr/>
      <dgm:t>
        <a:bodyPr/>
        <a:lstStyle/>
        <a:p>
          <a:endParaRPr lang="en-US"/>
        </a:p>
      </dgm:t>
    </dgm:pt>
    <dgm:pt modelId="{33E73231-8DB6-4C14-B79C-868AEA7370D6}" type="sibTrans" cxnId="{D283CF61-242C-4FC0-B4EC-F275D4FBB4F5}">
      <dgm:prSet/>
      <dgm:spPr/>
      <dgm:t>
        <a:bodyPr/>
        <a:lstStyle/>
        <a:p>
          <a:endParaRPr lang="en-US"/>
        </a:p>
      </dgm:t>
    </dgm:pt>
    <dgm:pt modelId="{8B80F07C-394E-477F-86AB-B3D19B512CAF}">
      <dgm:prSet/>
      <dgm:spPr/>
      <dgm:t>
        <a:bodyPr/>
        <a:lstStyle/>
        <a:p>
          <a:r>
            <a:rPr lang="en-US"/>
            <a:t>These are written on cards and the development team break them down into implementation tasks. These tasks are the basis of schedule and cost estimates.</a:t>
          </a:r>
        </a:p>
      </dgm:t>
    </dgm:pt>
    <dgm:pt modelId="{E8751873-1192-4063-BCB4-B8DA0E438A81}" type="parTrans" cxnId="{8710572B-0A25-4EDF-945C-BED0F9D6D4F9}">
      <dgm:prSet/>
      <dgm:spPr/>
      <dgm:t>
        <a:bodyPr/>
        <a:lstStyle/>
        <a:p>
          <a:endParaRPr lang="en-US"/>
        </a:p>
      </dgm:t>
    </dgm:pt>
    <dgm:pt modelId="{6D57F0FF-BACD-452E-BBAA-2A71C0AE6177}" type="sibTrans" cxnId="{8710572B-0A25-4EDF-945C-BED0F9D6D4F9}">
      <dgm:prSet/>
      <dgm:spPr/>
      <dgm:t>
        <a:bodyPr/>
        <a:lstStyle/>
        <a:p>
          <a:endParaRPr lang="en-US"/>
        </a:p>
      </dgm:t>
    </dgm:pt>
    <dgm:pt modelId="{2E95F33B-A8F9-4C25-9655-8C94DAA66A8B}">
      <dgm:prSet/>
      <dgm:spPr/>
      <dgm:t>
        <a:bodyPr/>
        <a:lstStyle/>
        <a:p>
          <a:r>
            <a:rPr lang="en-US"/>
            <a:t>The customer chooses the stories for inclusion in the next release based on their priorities and the schedule estimates.</a:t>
          </a:r>
        </a:p>
      </dgm:t>
    </dgm:pt>
    <dgm:pt modelId="{DFAA3F20-7796-4791-A8CD-B95F2BFEF95B}" type="parTrans" cxnId="{037075D1-5919-49E6-A104-AE5DC3518647}">
      <dgm:prSet/>
      <dgm:spPr/>
      <dgm:t>
        <a:bodyPr/>
        <a:lstStyle/>
        <a:p>
          <a:endParaRPr lang="en-US"/>
        </a:p>
      </dgm:t>
    </dgm:pt>
    <dgm:pt modelId="{9EECB72C-F9C8-49F3-8988-3B1CFF4E26E0}" type="sibTrans" cxnId="{037075D1-5919-49E6-A104-AE5DC3518647}">
      <dgm:prSet/>
      <dgm:spPr/>
      <dgm:t>
        <a:bodyPr/>
        <a:lstStyle/>
        <a:p>
          <a:endParaRPr lang="en-US"/>
        </a:p>
      </dgm:t>
    </dgm:pt>
    <dgm:pt modelId="{A694446C-43B0-F44B-8085-5FF18BE3F314}" type="pres">
      <dgm:prSet presAssocID="{EEF49FFB-E27C-4300-B67D-FC85D8008325}" presName="vert0" presStyleCnt="0">
        <dgm:presLayoutVars>
          <dgm:dir/>
          <dgm:animOne val="branch"/>
          <dgm:animLvl val="lvl"/>
        </dgm:presLayoutVars>
      </dgm:prSet>
      <dgm:spPr/>
    </dgm:pt>
    <dgm:pt modelId="{8927ECED-5FD8-AF4F-BE66-7674E7105E5A}" type="pres">
      <dgm:prSet presAssocID="{6B0C492B-E17E-4041-9250-D61237657353}" presName="thickLine" presStyleLbl="alignNode1" presStyleIdx="0" presStyleCnt="4"/>
      <dgm:spPr/>
    </dgm:pt>
    <dgm:pt modelId="{BB4DDBDF-7E74-6042-ADA1-E3717F8361C6}" type="pres">
      <dgm:prSet presAssocID="{6B0C492B-E17E-4041-9250-D61237657353}" presName="horz1" presStyleCnt="0"/>
      <dgm:spPr/>
    </dgm:pt>
    <dgm:pt modelId="{DDE392E9-F20D-4B4C-9AC8-185EDD84DCF3}" type="pres">
      <dgm:prSet presAssocID="{6B0C492B-E17E-4041-9250-D61237657353}" presName="tx1" presStyleLbl="revTx" presStyleIdx="0" presStyleCnt="4"/>
      <dgm:spPr/>
    </dgm:pt>
    <dgm:pt modelId="{711C0902-D082-0E4A-8D04-FB20B5D693B0}" type="pres">
      <dgm:prSet presAssocID="{6B0C492B-E17E-4041-9250-D61237657353}" presName="vert1" presStyleCnt="0"/>
      <dgm:spPr/>
    </dgm:pt>
    <dgm:pt modelId="{7E881196-FF25-B84A-A007-F867350F32A0}" type="pres">
      <dgm:prSet presAssocID="{A72561ED-39BA-4B15-9788-0780EC4AA364}" presName="thickLine" presStyleLbl="alignNode1" presStyleIdx="1" presStyleCnt="4"/>
      <dgm:spPr/>
    </dgm:pt>
    <dgm:pt modelId="{59AF8B5F-9D62-5D46-9365-2DE536C4B553}" type="pres">
      <dgm:prSet presAssocID="{A72561ED-39BA-4B15-9788-0780EC4AA364}" presName="horz1" presStyleCnt="0"/>
      <dgm:spPr/>
    </dgm:pt>
    <dgm:pt modelId="{81F9BEBD-F311-A940-AF47-DBA3E0C9D416}" type="pres">
      <dgm:prSet presAssocID="{A72561ED-39BA-4B15-9788-0780EC4AA364}" presName="tx1" presStyleLbl="revTx" presStyleIdx="1" presStyleCnt="4"/>
      <dgm:spPr/>
    </dgm:pt>
    <dgm:pt modelId="{840497CF-7565-3A44-B642-0E2943D80509}" type="pres">
      <dgm:prSet presAssocID="{A72561ED-39BA-4B15-9788-0780EC4AA364}" presName="vert1" presStyleCnt="0"/>
      <dgm:spPr/>
    </dgm:pt>
    <dgm:pt modelId="{52E91676-91E2-814B-983F-A06483A8F778}" type="pres">
      <dgm:prSet presAssocID="{8B80F07C-394E-477F-86AB-B3D19B512CAF}" presName="thickLine" presStyleLbl="alignNode1" presStyleIdx="2" presStyleCnt="4"/>
      <dgm:spPr/>
    </dgm:pt>
    <dgm:pt modelId="{88F7B9F6-20AE-2A48-8EF2-928E412BC896}" type="pres">
      <dgm:prSet presAssocID="{8B80F07C-394E-477F-86AB-B3D19B512CAF}" presName="horz1" presStyleCnt="0"/>
      <dgm:spPr/>
    </dgm:pt>
    <dgm:pt modelId="{FD475819-949F-6846-A6EA-AA56BA4061B3}" type="pres">
      <dgm:prSet presAssocID="{8B80F07C-394E-477F-86AB-B3D19B512CAF}" presName="tx1" presStyleLbl="revTx" presStyleIdx="2" presStyleCnt="4"/>
      <dgm:spPr/>
    </dgm:pt>
    <dgm:pt modelId="{C64E843F-A2D5-CE43-8DA2-30FD03851540}" type="pres">
      <dgm:prSet presAssocID="{8B80F07C-394E-477F-86AB-B3D19B512CAF}" presName="vert1" presStyleCnt="0"/>
      <dgm:spPr/>
    </dgm:pt>
    <dgm:pt modelId="{E40D3657-AA46-3447-8338-BC946DF26AD1}" type="pres">
      <dgm:prSet presAssocID="{2E95F33B-A8F9-4C25-9655-8C94DAA66A8B}" presName="thickLine" presStyleLbl="alignNode1" presStyleIdx="3" presStyleCnt="4"/>
      <dgm:spPr/>
    </dgm:pt>
    <dgm:pt modelId="{3EF05B02-FCED-1A46-9CDA-188D9DF04F69}" type="pres">
      <dgm:prSet presAssocID="{2E95F33B-A8F9-4C25-9655-8C94DAA66A8B}" presName="horz1" presStyleCnt="0"/>
      <dgm:spPr/>
    </dgm:pt>
    <dgm:pt modelId="{9D000968-1DDC-1747-A973-1A01E84F2EEE}" type="pres">
      <dgm:prSet presAssocID="{2E95F33B-A8F9-4C25-9655-8C94DAA66A8B}" presName="tx1" presStyleLbl="revTx" presStyleIdx="3" presStyleCnt="4"/>
      <dgm:spPr/>
    </dgm:pt>
    <dgm:pt modelId="{C08194EE-E0D7-DA49-8C84-EED83BF26CDB}" type="pres">
      <dgm:prSet presAssocID="{2E95F33B-A8F9-4C25-9655-8C94DAA66A8B}" presName="vert1" presStyleCnt="0"/>
      <dgm:spPr/>
    </dgm:pt>
  </dgm:ptLst>
  <dgm:cxnLst>
    <dgm:cxn modelId="{ED237009-4D3D-E748-B1D4-C9205723ABE1}" type="presOf" srcId="{EEF49FFB-E27C-4300-B67D-FC85D8008325}" destId="{A694446C-43B0-F44B-8085-5FF18BE3F314}" srcOrd="0" destOrd="0" presId="urn:microsoft.com/office/officeart/2008/layout/LinedList"/>
    <dgm:cxn modelId="{60D1B61E-E936-4546-A82F-57A109BE1F82}" type="presOf" srcId="{6B0C492B-E17E-4041-9250-D61237657353}" destId="{DDE392E9-F20D-4B4C-9AC8-185EDD84DCF3}" srcOrd="0" destOrd="0" presId="urn:microsoft.com/office/officeart/2008/layout/LinedList"/>
    <dgm:cxn modelId="{8E483623-C82E-B144-BB22-BB32C3565C52}" type="presOf" srcId="{A72561ED-39BA-4B15-9788-0780EC4AA364}" destId="{81F9BEBD-F311-A940-AF47-DBA3E0C9D416}" srcOrd="0" destOrd="0" presId="urn:microsoft.com/office/officeart/2008/layout/LinedList"/>
    <dgm:cxn modelId="{8710572B-0A25-4EDF-945C-BED0F9D6D4F9}" srcId="{EEF49FFB-E27C-4300-B67D-FC85D8008325}" destId="{8B80F07C-394E-477F-86AB-B3D19B512CAF}" srcOrd="2" destOrd="0" parTransId="{E8751873-1192-4063-BCB4-B8DA0E438A81}" sibTransId="{6D57F0FF-BACD-452E-BBAA-2A71C0AE6177}"/>
    <dgm:cxn modelId="{685CD557-F1E1-DE40-B0F0-0A997D985CF5}" type="presOf" srcId="{8B80F07C-394E-477F-86AB-B3D19B512CAF}" destId="{FD475819-949F-6846-A6EA-AA56BA4061B3}" srcOrd="0" destOrd="0" presId="urn:microsoft.com/office/officeart/2008/layout/LinedList"/>
    <dgm:cxn modelId="{D283CF61-242C-4FC0-B4EC-F275D4FBB4F5}" srcId="{EEF49FFB-E27C-4300-B67D-FC85D8008325}" destId="{A72561ED-39BA-4B15-9788-0780EC4AA364}" srcOrd="1" destOrd="0" parTransId="{77357AAB-468C-4602-B080-5A8381B4C5E7}" sibTransId="{33E73231-8DB6-4C14-B79C-868AEA7370D6}"/>
    <dgm:cxn modelId="{E4791D7F-DD48-425E-910C-E6947562CBDD}" srcId="{EEF49FFB-E27C-4300-B67D-FC85D8008325}" destId="{6B0C492B-E17E-4041-9250-D61237657353}" srcOrd="0" destOrd="0" parTransId="{C2EC8D03-A9E5-431C-AE70-6DB1914C4C7E}" sibTransId="{23E72FB6-4154-4E71-8E9C-E1446303B7AE}"/>
    <dgm:cxn modelId="{21F24DC1-9FD5-4D47-82B7-BF27E97A0A3E}" type="presOf" srcId="{2E95F33B-A8F9-4C25-9655-8C94DAA66A8B}" destId="{9D000968-1DDC-1747-A973-1A01E84F2EEE}" srcOrd="0" destOrd="0" presId="urn:microsoft.com/office/officeart/2008/layout/LinedList"/>
    <dgm:cxn modelId="{037075D1-5919-49E6-A104-AE5DC3518647}" srcId="{EEF49FFB-E27C-4300-B67D-FC85D8008325}" destId="{2E95F33B-A8F9-4C25-9655-8C94DAA66A8B}" srcOrd="3" destOrd="0" parTransId="{DFAA3F20-7796-4791-A8CD-B95F2BFEF95B}" sibTransId="{9EECB72C-F9C8-49F3-8988-3B1CFF4E26E0}"/>
    <dgm:cxn modelId="{744674D3-B14A-D443-A00D-11100D2951D3}" type="presParOf" srcId="{A694446C-43B0-F44B-8085-5FF18BE3F314}" destId="{8927ECED-5FD8-AF4F-BE66-7674E7105E5A}" srcOrd="0" destOrd="0" presId="urn:microsoft.com/office/officeart/2008/layout/LinedList"/>
    <dgm:cxn modelId="{14FDDE67-FF33-3B41-A4B2-D14CB04283EF}" type="presParOf" srcId="{A694446C-43B0-F44B-8085-5FF18BE3F314}" destId="{BB4DDBDF-7E74-6042-ADA1-E3717F8361C6}" srcOrd="1" destOrd="0" presId="urn:microsoft.com/office/officeart/2008/layout/LinedList"/>
    <dgm:cxn modelId="{DAD0B8A4-CAC0-6349-8092-4F2EC41FB9DB}" type="presParOf" srcId="{BB4DDBDF-7E74-6042-ADA1-E3717F8361C6}" destId="{DDE392E9-F20D-4B4C-9AC8-185EDD84DCF3}" srcOrd="0" destOrd="0" presId="urn:microsoft.com/office/officeart/2008/layout/LinedList"/>
    <dgm:cxn modelId="{DDA37102-5CD4-354C-B605-17B6472423C2}" type="presParOf" srcId="{BB4DDBDF-7E74-6042-ADA1-E3717F8361C6}" destId="{711C0902-D082-0E4A-8D04-FB20B5D693B0}" srcOrd="1" destOrd="0" presId="urn:microsoft.com/office/officeart/2008/layout/LinedList"/>
    <dgm:cxn modelId="{8E9DF23B-39E0-DD4B-958E-BAB6D5DBF855}" type="presParOf" srcId="{A694446C-43B0-F44B-8085-5FF18BE3F314}" destId="{7E881196-FF25-B84A-A007-F867350F32A0}" srcOrd="2" destOrd="0" presId="urn:microsoft.com/office/officeart/2008/layout/LinedList"/>
    <dgm:cxn modelId="{27FA1E6D-3B0D-AE44-A4EB-8F73BC67E6B1}" type="presParOf" srcId="{A694446C-43B0-F44B-8085-5FF18BE3F314}" destId="{59AF8B5F-9D62-5D46-9365-2DE536C4B553}" srcOrd="3" destOrd="0" presId="urn:microsoft.com/office/officeart/2008/layout/LinedList"/>
    <dgm:cxn modelId="{01DE2292-FE58-2F4C-BE03-2CFFDDA22AC2}" type="presParOf" srcId="{59AF8B5F-9D62-5D46-9365-2DE536C4B553}" destId="{81F9BEBD-F311-A940-AF47-DBA3E0C9D416}" srcOrd="0" destOrd="0" presId="urn:microsoft.com/office/officeart/2008/layout/LinedList"/>
    <dgm:cxn modelId="{D90A8ECB-FABE-EC46-97B5-0DE4B7CF0C6C}" type="presParOf" srcId="{59AF8B5F-9D62-5D46-9365-2DE536C4B553}" destId="{840497CF-7565-3A44-B642-0E2943D80509}" srcOrd="1" destOrd="0" presId="urn:microsoft.com/office/officeart/2008/layout/LinedList"/>
    <dgm:cxn modelId="{7F859B0C-61C6-0840-9A6C-9BF7CE5EA450}" type="presParOf" srcId="{A694446C-43B0-F44B-8085-5FF18BE3F314}" destId="{52E91676-91E2-814B-983F-A06483A8F778}" srcOrd="4" destOrd="0" presId="urn:microsoft.com/office/officeart/2008/layout/LinedList"/>
    <dgm:cxn modelId="{E81AFCA1-F112-094C-B3EB-2740BDE2838F}" type="presParOf" srcId="{A694446C-43B0-F44B-8085-5FF18BE3F314}" destId="{88F7B9F6-20AE-2A48-8EF2-928E412BC896}" srcOrd="5" destOrd="0" presId="urn:microsoft.com/office/officeart/2008/layout/LinedList"/>
    <dgm:cxn modelId="{87B88F8E-E998-294B-815B-7984BE7D1A93}" type="presParOf" srcId="{88F7B9F6-20AE-2A48-8EF2-928E412BC896}" destId="{FD475819-949F-6846-A6EA-AA56BA4061B3}" srcOrd="0" destOrd="0" presId="urn:microsoft.com/office/officeart/2008/layout/LinedList"/>
    <dgm:cxn modelId="{98207158-251B-F443-8B0B-DB238C8FBB6A}" type="presParOf" srcId="{88F7B9F6-20AE-2A48-8EF2-928E412BC896}" destId="{C64E843F-A2D5-CE43-8DA2-30FD03851540}" srcOrd="1" destOrd="0" presId="urn:microsoft.com/office/officeart/2008/layout/LinedList"/>
    <dgm:cxn modelId="{E08D75A7-F77E-E24C-925A-F5393575CD26}" type="presParOf" srcId="{A694446C-43B0-F44B-8085-5FF18BE3F314}" destId="{E40D3657-AA46-3447-8338-BC946DF26AD1}" srcOrd="6" destOrd="0" presId="urn:microsoft.com/office/officeart/2008/layout/LinedList"/>
    <dgm:cxn modelId="{F4FCD33C-491F-3141-8E42-BD411DB3CEEE}" type="presParOf" srcId="{A694446C-43B0-F44B-8085-5FF18BE3F314}" destId="{3EF05B02-FCED-1A46-9CDA-188D9DF04F69}" srcOrd="7" destOrd="0" presId="urn:microsoft.com/office/officeart/2008/layout/LinedList"/>
    <dgm:cxn modelId="{16FFBC9C-C144-064D-9442-6495F428CE44}" type="presParOf" srcId="{3EF05B02-FCED-1A46-9CDA-188D9DF04F69}" destId="{9D000968-1DDC-1747-A973-1A01E84F2EEE}" srcOrd="0" destOrd="0" presId="urn:microsoft.com/office/officeart/2008/layout/LinedList"/>
    <dgm:cxn modelId="{25621036-B55E-BC4A-A46D-DDBF3818BF97}" type="presParOf" srcId="{3EF05B02-FCED-1A46-9CDA-188D9DF04F69}" destId="{C08194EE-E0D7-DA49-8C84-EED83BF26CD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DAD59BC-65CE-473E-A872-FEC19C87B78F}"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39464BC-3C15-43C0-921C-E935D3F1DF9E}">
      <dgm:prSet/>
      <dgm:spPr/>
      <dgm:t>
        <a:bodyPr/>
        <a:lstStyle/>
        <a:p>
          <a:r>
            <a:rPr lang="en-US"/>
            <a:t>Programming team look for possible software improvements and make these improvements even where there is no immediate need for them.</a:t>
          </a:r>
        </a:p>
      </dgm:t>
    </dgm:pt>
    <dgm:pt modelId="{865A4E5C-9AD4-45C6-B1A9-677C81AF9B0B}" type="parTrans" cxnId="{DA848F6C-2C8D-4070-8163-1F16A7C5687F}">
      <dgm:prSet/>
      <dgm:spPr/>
      <dgm:t>
        <a:bodyPr/>
        <a:lstStyle/>
        <a:p>
          <a:endParaRPr lang="en-US"/>
        </a:p>
      </dgm:t>
    </dgm:pt>
    <dgm:pt modelId="{D5C8B8C2-E217-40BE-A2E2-57D0912A68BE}" type="sibTrans" cxnId="{DA848F6C-2C8D-4070-8163-1F16A7C5687F}">
      <dgm:prSet/>
      <dgm:spPr/>
      <dgm:t>
        <a:bodyPr/>
        <a:lstStyle/>
        <a:p>
          <a:endParaRPr lang="en-US"/>
        </a:p>
      </dgm:t>
    </dgm:pt>
    <dgm:pt modelId="{C46B8712-ECEA-4F11-84CC-6671B491B42C}">
      <dgm:prSet/>
      <dgm:spPr/>
      <dgm:t>
        <a:bodyPr/>
        <a:lstStyle/>
        <a:p>
          <a:r>
            <a:rPr lang="en-US"/>
            <a:t>This improves the understandability of the software and so reduces the need for documentation.</a:t>
          </a:r>
        </a:p>
      </dgm:t>
    </dgm:pt>
    <dgm:pt modelId="{3F2C30FF-3C84-49B6-B0D9-96B8E4DADEEF}" type="parTrans" cxnId="{82EF0267-6E4B-4A15-B75C-8528E32C65A2}">
      <dgm:prSet/>
      <dgm:spPr/>
      <dgm:t>
        <a:bodyPr/>
        <a:lstStyle/>
        <a:p>
          <a:endParaRPr lang="en-US"/>
        </a:p>
      </dgm:t>
    </dgm:pt>
    <dgm:pt modelId="{3B685DB7-41DF-4622-A44A-9DAE64DBF3A2}" type="sibTrans" cxnId="{82EF0267-6E4B-4A15-B75C-8528E32C65A2}">
      <dgm:prSet/>
      <dgm:spPr/>
      <dgm:t>
        <a:bodyPr/>
        <a:lstStyle/>
        <a:p>
          <a:endParaRPr lang="en-US"/>
        </a:p>
      </dgm:t>
    </dgm:pt>
    <dgm:pt modelId="{6D1BE80B-7A37-471C-997C-764559A7844C}">
      <dgm:prSet/>
      <dgm:spPr/>
      <dgm:t>
        <a:bodyPr/>
        <a:lstStyle/>
        <a:p>
          <a:r>
            <a:rPr lang="en-US"/>
            <a:t>Changes are easier to make because the code is well-structured and clear.</a:t>
          </a:r>
        </a:p>
      </dgm:t>
    </dgm:pt>
    <dgm:pt modelId="{9F2EE707-FE6D-4C9D-8AB2-A0EB0460E411}" type="parTrans" cxnId="{C2A3B5B0-4F9F-4FAA-B21D-0A0E0B39DF8B}">
      <dgm:prSet/>
      <dgm:spPr/>
      <dgm:t>
        <a:bodyPr/>
        <a:lstStyle/>
        <a:p>
          <a:endParaRPr lang="en-US"/>
        </a:p>
      </dgm:t>
    </dgm:pt>
    <dgm:pt modelId="{47D1A44C-EFA2-4757-9294-B5E414392BB5}" type="sibTrans" cxnId="{C2A3B5B0-4F9F-4FAA-B21D-0A0E0B39DF8B}">
      <dgm:prSet/>
      <dgm:spPr/>
      <dgm:t>
        <a:bodyPr/>
        <a:lstStyle/>
        <a:p>
          <a:endParaRPr lang="en-US"/>
        </a:p>
      </dgm:t>
    </dgm:pt>
    <dgm:pt modelId="{F8715A7A-B889-47BF-8449-E3A3F84BA09F}">
      <dgm:prSet/>
      <dgm:spPr/>
      <dgm:t>
        <a:bodyPr/>
        <a:lstStyle/>
        <a:p>
          <a:r>
            <a:rPr lang="en-US"/>
            <a:t>However, some changes requires architecture refactoring and this is much more expensive.</a:t>
          </a:r>
        </a:p>
      </dgm:t>
    </dgm:pt>
    <dgm:pt modelId="{A34E2B1A-CC32-4900-B9B7-E66664F32826}" type="parTrans" cxnId="{780045EF-9F69-4461-ABAF-848D4372F691}">
      <dgm:prSet/>
      <dgm:spPr/>
      <dgm:t>
        <a:bodyPr/>
        <a:lstStyle/>
        <a:p>
          <a:endParaRPr lang="en-US"/>
        </a:p>
      </dgm:t>
    </dgm:pt>
    <dgm:pt modelId="{B7B31D57-7D7C-489E-9191-1EA6809A1E5C}" type="sibTrans" cxnId="{780045EF-9F69-4461-ABAF-848D4372F691}">
      <dgm:prSet/>
      <dgm:spPr/>
      <dgm:t>
        <a:bodyPr/>
        <a:lstStyle/>
        <a:p>
          <a:endParaRPr lang="en-US"/>
        </a:p>
      </dgm:t>
    </dgm:pt>
    <dgm:pt modelId="{7688F06A-5F54-A74C-80C8-76A8B23B665C}" type="pres">
      <dgm:prSet presAssocID="{7DAD59BC-65CE-473E-A872-FEC19C87B78F}" presName="vert0" presStyleCnt="0">
        <dgm:presLayoutVars>
          <dgm:dir/>
          <dgm:animOne val="branch"/>
          <dgm:animLvl val="lvl"/>
        </dgm:presLayoutVars>
      </dgm:prSet>
      <dgm:spPr/>
    </dgm:pt>
    <dgm:pt modelId="{48C3F838-EAE9-4340-B325-B8EA5DE4090E}" type="pres">
      <dgm:prSet presAssocID="{939464BC-3C15-43C0-921C-E935D3F1DF9E}" presName="thickLine" presStyleLbl="alignNode1" presStyleIdx="0" presStyleCnt="4"/>
      <dgm:spPr/>
    </dgm:pt>
    <dgm:pt modelId="{F7E56B69-B438-7046-8CB4-4F4FF6AFCA58}" type="pres">
      <dgm:prSet presAssocID="{939464BC-3C15-43C0-921C-E935D3F1DF9E}" presName="horz1" presStyleCnt="0"/>
      <dgm:spPr/>
    </dgm:pt>
    <dgm:pt modelId="{CFEF749A-2BA9-0942-937D-6C215CA41904}" type="pres">
      <dgm:prSet presAssocID="{939464BC-3C15-43C0-921C-E935D3F1DF9E}" presName="tx1" presStyleLbl="revTx" presStyleIdx="0" presStyleCnt="4"/>
      <dgm:spPr/>
    </dgm:pt>
    <dgm:pt modelId="{AB62CE67-A4B6-844D-AFBA-1BC9E52E9A1A}" type="pres">
      <dgm:prSet presAssocID="{939464BC-3C15-43C0-921C-E935D3F1DF9E}" presName="vert1" presStyleCnt="0"/>
      <dgm:spPr/>
    </dgm:pt>
    <dgm:pt modelId="{A25EB5E6-2470-3444-8CC8-8C11DEDD80F9}" type="pres">
      <dgm:prSet presAssocID="{C46B8712-ECEA-4F11-84CC-6671B491B42C}" presName="thickLine" presStyleLbl="alignNode1" presStyleIdx="1" presStyleCnt="4"/>
      <dgm:spPr/>
    </dgm:pt>
    <dgm:pt modelId="{8A86E3BC-B8BA-4741-876B-22DDFF60B615}" type="pres">
      <dgm:prSet presAssocID="{C46B8712-ECEA-4F11-84CC-6671B491B42C}" presName="horz1" presStyleCnt="0"/>
      <dgm:spPr/>
    </dgm:pt>
    <dgm:pt modelId="{9941674F-999B-AE4B-9B1D-9BDFC4DD66FC}" type="pres">
      <dgm:prSet presAssocID="{C46B8712-ECEA-4F11-84CC-6671B491B42C}" presName="tx1" presStyleLbl="revTx" presStyleIdx="1" presStyleCnt="4"/>
      <dgm:spPr/>
    </dgm:pt>
    <dgm:pt modelId="{A8523B9F-290C-7740-97D7-12EC515ECDAB}" type="pres">
      <dgm:prSet presAssocID="{C46B8712-ECEA-4F11-84CC-6671B491B42C}" presName="vert1" presStyleCnt="0"/>
      <dgm:spPr/>
    </dgm:pt>
    <dgm:pt modelId="{3743F775-37FC-3D40-963B-6630C0DB5386}" type="pres">
      <dgm:prSet presAssocID="{6D1BE80B-7A37-471C-997C-764559A7844C}" presName="thickLine" presStyleLbl="alignNode1" presStyleIdx="2" presStyleCnt="4"/>
      <dgm:spPr/>
    </dgm:pt>
    <dgm:pt modelId="{A434465B-CE25-4643-9F33-7B5C95238530}" type="pres">
      <dgm:prSet presAssocID="{6D1BE80B-7A37-471C-997C-764559A7844C}" presName="horz1" presStyleCnt="0"/>
      <dgm:spPr/>
    </dgm:pt>
    <dgm:pt modelId="{5A6F93B3-82DC-A740-AE84-35D9DF77E73D}" type="pres">
      <dgm:prSet presAssocID="{6D1BE80B-7A37-471C-997C-764559A7844C}" presName="tx1" presStyleLbl="revTx" presStyleIdx="2" presStyleCnt="4"/>
      <dgm:spPr/>
    </dgm:pt>
    <dgm:pt modelId="{1CAFF1BD-2163-2B4B-9E1D-9630144C3E09}" type="pres">
      <dgm:prSet presAssocID="{6D1BE80B-7A37-471C-997C-764559A7844C}" presName="vert1" presStyleCnt="0"/>
      <dgm:spPr/>
    </dgm:pt>
    <dgm:pt modelId="{20D0798C-8267-C64B-B330-95D5FDB41EB7}" type="pres">
      <dgm:prSet presAssocID="{F8715A7A-B889-47BF-8449-E3A3F84BA09F}" presName="thickLine" presStyleLbl="alignNode1" presStyleIdx="3" presStyleCnt="4"/>
      <dgm:spPr/>
    </dgm:pt>
    <dgm:pt modelId="{08316A0E-5275-D340-B829-D49E12589720}" type="pres">
      <dgm:prSet presAssocID="{F8715A7A-B889-47BF-8449-E3A3F84BA09F}" presName="horz1" presStyleCnt="0"/>
      <dgm:spPr/>
    </dgm:pt>
    <dgm:pt modelId="{23893375-E78E-ED4D-A719-B38C98B07E04}" type="pres">
      <dgm:prSet presAssocID="{F8715A7A-B889-47BF-8449-E3A3F84BA09F}" presName="tx1" presStyleLbl="revTx" presStyleIdx="3" presStyleCnt="4"/>
      <dgm:spPr/>
    </dgm:pt>
    <dgm:pt modelId="{DFC32063-4578-994E-93D8-3C9FFA879935}" type="pres">
      <dgm:prSet presAssocID="{F8715A7A-B889-47BF-8449-E3A3F84BA09F}" presName="vert1" presStyleCnt="0"/>
      <dgm:spPr/>
    </dgm:pt>
  </dgm:ptLst>
  <dgm:cxnLst>
    <dgm:cxn modelId="{DAF2E117-FDCA-E540-8954-263B6914B555}" type="presOf" srcId="{939464BC-3C15-43C0-921C-E935D3F1DF9E}" destId="{CFEF749A-2BA9-0942-937D-6C215CA41904}" srcOrd="0" destOrd="0" presId="urn:microsoft.com/office/officeart/2008/layout/LinedList"/>
    <dgm:cxn modelId="{5F0A574E-C6D2-4345-BF76-222B2826EF66}" type="presOf" srcId="{C46B8712-ECEA-4F11-84CC-6671B491B42C}" destId="{9941674F-999B-AE4B-9B1D-9BDFC4DD66FC}" srcOrd="0" destOrd="0" presId="urn:microsoft.com/office/officeart/2008/layout/LinedList"/>
    <dgm:cxn modelId="{82EF0267-6E4B-4A15-B75C-8528E32C65A2}" srcId="{7DAD59BC-65CE-473E-A872-FEC19C87B78F}" destId="{C46B8712-ECEA-4F11-84CC-6671B491B42C}" srcOrd="1" destOrd="0" parTransId="{3F2C30FF-3C84-49B6-B0D9-96B8E4DADEEF}" sibTransId="{3B685DB7-41DF-4622-A44A-9DAE64DBF3A2}"/>
    <dgm:cxn modelId="{DA848F6C-2C8D-4070-8163-1F16A7C5687F}" srcId="{7DAD59BC-65CE-473E-A872-FEC19C87B78F}" destId="{939464BC-3C15-43C0-921C-E935D3F1DF9E}" srcOrd="0" destOrd="0" parTransId="{865A4E5C-9AD4-45C6-B1A9-677C81AF9B0B}" sibTransId="{D5C8B8C2-E217-40BE-A2E2-57D0912A68BE}"/>
    <dgm:cxn modelId="{8A743FAA-DFD0-774D-9D91-670E3E8BA7A3}" type="presOf" srcId="{6D1BE80B-7A37-471C-997C-764559A7844C}" destId="{5A6F93B3-82DC-A740-AE84-35D9DF77E73D}" srcOrd="0" destOrd="0" presId="urn:microsoft.com/office/officeart/2008/layout/LinedList"/>
    <dgm:cxn modelId="{C2A3B5B0-4F9F-4FAA-B21D-0A0E0B39DF8B}" srcId="{7DAD59BC-65CE-473E-A872-FEC19C87B78F}" destId="{6D1BE80B-7A37-471C-997C-764559A7844C}" srcOrd="2" destOrd="0" parTransId="{9F2EE707-FE6D-4C9D-8AB2-A0EB0460E411}" sibTransId="{47D1A44C-EFA2-4757-9294-B5E414392BB5}"/>
    <dgm:cxn modelId="{47C16CB4-0525-9341-8947-2A66AF34780E}" type="presOf" srcId="{F8715A7A-B889-47BF-8449-E3A3F84BA09F}" destId="{23893375-E78E-ED4D-A719-B38C98B07E04}" srcOrd="0" destOrd="0" presId="urn:microsoft.com/office/officeart/2008/layout/LinedList"/>
    <dgm:cxn modelId="{642B13CD-8451-0D4A-B8BE-90774DCED531}" type="presOf" srcId="{7DAD59BC-65CE-473E-A872-FEC19C87B78F}" destId="{7688F06A-5F54-A74C-80C8-76A8B23B665C}" srcOrd="0" destOrd="0" presId="urn:microsoft.com/office/officeart/2008/layout/LinedList"/>
    <dgm:cxn modelId="{780045EF-9F69-4461-ABAF-848D4372F691}" srcId="{7DAD59BC-65CE-473E-A872-FEC19C87B78F}" destId="{F8715A7A-B889-47BF-8449-E3A3F84BA09F}" srcOrd="3" destOrd="0" parTransId="{A34E2B1A-CC32-4900-B9B7-E66664F32826}" sibTransId="{B7B31D57-7D7C-489E-9191-1EA6809A1E5C}"/>
    <dgm:cxn modelId="{F6B66501-2EE3-5F44-A5E0-73F25EE54699}" type="presParOf" srcId="{7688F06A-5F54-A74C-80C8-76A8B23B665C}" destId="{48C3F838-EAE9-4340-B325-B8EA5DE4090E}" srcOrd="0" destOrd="0" presId="urn:microsoft.com/office/officeart/2008/layout/LinedList"/>
    <dgm:cxn modelId="{6B9FBCCB-7D55-F04C-9D9C-9F49C7095BC3}" type="presParOf" srcId="{7688F06A-5F54-A74C-80C8-76A8B23B665C}" destId="{F7E56B69-B438-7046-8CB4-4F4FF6AFCA58}" srcOrd="1" destOrd="0" presId="urn:microsoft.com/office/officeart/2008/layout/LinedList"/>
    <dgm:cxn modelId="{065E45DC-9449-0A40-929B-8959A663DC1C}" type="presParOf" srcId="{F7E56B69-B438-7046-8CB4-4F4FF6AFCA58}" destId="{CFEF749A-2BA9-0942-937D-6C215CA41904}" srcOrd="0" destOrd="0" presId="urn:microsoft.com/office/officeart/2008/layout/LinedList"/>
    <dgm:cxn modelId="{D9657BE7-4131-9844-BEA3-6DB0C56292C9}" type="presParOf" srcId="{F7E56B69-B438-7046-8CB4-4F4FF6AFCA58}" destId="{AB62CE67-A4B6-844D-AFBA-1BC9E52E9A1A}" srcOrd="1" destOrd="0" presId="urn:microsoft.com/office/officeart/2008/layout/LinedList"/>
    <dgm:cxn modelId="{D4E020F3-ED49-8147-B3E5-4C18FFDEE042}" type="presParOf" srcId="{7688F06A-5F54-A74C-80C8-76A8B23B665C}" destId="{A25EB5E6-2470-3444-8CC8-8C11DEDD80F9}" srcOrd="2" destOrd="0" presId="urn:microsoft.com/office/officeart/2008/layout/LinedList"/>
    <dgm:cxn modelId="{D6AE3C76-6E3B-264F-9017-A7F27A1C2696}" type="presParOf" srcId="{7688F06A-5F54-A74C-80C8-76A8B23B665C}" destId="{8A86E3BC-B8BA-4741-876B-22DDFF60B615}" srcOrd="3" destOrd="0" presId="urn:microsoft.com/office/officeart/2008/layout/LinedList"/>
    <dgm:cxn modelId="{977F8066-163B-4E4C-B4ED-AD617E0D1CBD}" type="presParOf" srcId="{8A86E3BC-B8BA-4741-876B-22DDFF60B615}" destId="{9941674F-999B-AE4B-9B1D-9BDFC4DD66FC}" srcOrd="0" destOrd="0" presId="urn:microsoft.com/office/officeart/2008/layout/LinedList"/>
    <dgm:cxn modelId="{6E7A144F-579C-7246-923D-991AEA913968}" type="presParOf" srcId="{8A86E3BC-B8BA-4741-876B-22DDFF60B615}" destId="{A8523B9F-290C-7740-97D7-12EC515ECDAB}" srcOrd="1" destOrd="0" presId="urn:microsoft.com/office/officeart/2008/layout/LinedList"/>
    <dgm:cxn modelId="{668D8C32-BFEB-0E4B-A313-7808B40DEAC8}" type="presParOf" srcId="{7688F06A-5F54-A74C-80C8-76A8B23B665C}" destId="{3743F775-37FC-3D40-963B-6630C0DB5386}" srcOrd="4" destOrd="0" presId="urn:microsoft.com/office/officeart/2008/layout/LinedList"/>
    <dgm:cxn modelId="{E7A0B8B3-F645-A145-BA3A-F2F37218D2C1}" type="presParOf" srcId="{7688F06A-5F54-A74C-80C8-76A8B23B665C}" destId="{A434465B-CE25-4643-9F33-7B5C95238530}" srcOrd="5" destOrd="0" presId="urn:microsoft.com/office/officeart/2008/layout/LinedList"/>
    <dgm:cxn modelId="{7DDE7A7B-2D5A-9247-AE88-EFB4BBA24FD2}" type="presParOf" srcId="{A434465B-CE25-4643-9F33-7B5C95238530}" destId="{5A6F93B3-82DC-A740-AE84-35D9DF77E73D}" srcOrd="0" destOrd="0" presId="urn:microsoft.com/office/officeart/2008/layout/LinedList"/>
    <dgm:cxn modelId="{7BF4F233-FD8F-C94B-96B5-947001027976}" type="presParOf" srcId="{A434465B-CE25-4643-9F33-7B5C95238530}" destId="{1CAFF1BD-2163-2B4B-9E1D-9630144C3E09}" srcOrd="1" destOrd="0" presId="urn:microsoft.com/office/officeart/2008/layout/LinedList"/>
    <dgm:cxn modelId="{7D3EB9E6-EBF7-2648-8FC0-04D9545E9604}" type="presParOf" srcId="{7688F06A-5F54-A74C-80C8-76A8B23B665C}" destId="{20D0798C-8267-C64B-B330-95D5FDB41EB7}" srcOrd="6" destOrd="0" presId="urn:microsoft.com/office/officeart/2008/layout/LinedList"/>
    <dgm:cxn modelId="{FB47C685-18AB-C247-88CC-3B3B377A353C}" type="presParOf" srcId="{7688F06A-5F54-A74C-80C8-76A8B23B665C}" destId="{08316A0E-5275-D340-B829-D49E12589720}" srcOrd="7" destOrd="0" presId="urn:microsoft.com/office/officeart/2008/layout/LinedList"/>
    <dgm:cxn modelId="{E3D73ADF-B4BC-3E47-9A24-F67B6B8516AB}" type="presParOf" srcId="{08316A0E-5275-D340-B829-D49E12589720}" destId="{23893375-E78E-ED4D-A719-B38C98B07E04}" srcOrd="0" destOrd="0" presId="urn:microsoft.com/office/officeart/2008/layout/LinedList"/>
    <dgm:cxn modelId="{12DB1E74-44B4-4949-8977-587728642EB4}" type="presParOf" srcId="{08316A0E-5275-D340-B829-D49E12589720}" destId="{DFC32063-4578-994E-93D8-3C9FFA87993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B3A8B98-B7AA-477C-8C65-C2F09D31433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281715B-3334-4DFA-8C09-E653D8B75CDA}">
      <dgm:prSet/>
      <dgm:spPr/>
      <dgm:t>
        <a:bodyPr/>
        <a:lstStyle/>
        <a:p>
          <a:r>
            <a:rPr lang="en-US"/>
            <a:t>Re-organization of a class hierarchy to remove duplicate code.</a:t>
          </a:r>
        </a:p>
      </dgm:t>
    </dgm:pt>
    <dgm:pt modelId="{971301D2-C445-4DEC-B9E8-CC5D69BBB085}" type="parTrans" cxnId="{6D9BE433-F6FE-4583-A28B-5036B47067E9}">
      <dgm:prSet/>
      <dgm:spPr/>
      <dgm:t>
        <a:bodyPr/>
        <a:lstStyle/>
        <a:p>
          <a:endParaRPr lang="en-US"/>
        </a:p>
      </dgm:t>
    </dgm:pt>
    <dgm:pt modelId="{E4F21913-FDDB-471A-9A44-C7FD07E0AE7F}" type="sibTrans" cxnId="{6D9BE433-F6FE-4583-A28B-5036B47067E9}">
      <dgm:prSet/>
      <dgm:spPr/>
      <dgm:t>
        <a:bodyPr/>
        <a:lstStyle/>
        <a:p>
          <a:endParaRPr lang="en-US"/>
        </a:p>
      </dgm:t>
    </dgm:pt>
    <dgm:pt modelId="{3AB00339-BA67-4D87-B263-1CA964069D4D}">
      <dgm:prSet/>
      <dgm:spPr/>
      <dgm:t>
        <a:bodyPr/>
        <a:lstStyle/>
        <a:p>
          <a:r>
            <a:rPr lang="en-US"/>
            <a:t>Tidying up and renaming attributes and methods to make them easier to understand.</a:t>
          </a:r>
        </a:p>
      </dgm:t>
    </dgm:pt>
    <dgm:pt modelId="{15AB7C83-17D7-4F83-9179-D0000DFEC596}" type="parTrans" cxnId="{C85AF9F0-B6B0-44CC-AA22-A492519EF1AF}">
      <dgm:prSet/>
      <dgm:spPr/>
      <dgm:t>
        <a:bodyPr/>
        <a:lstStyle/>
        <a:p>
          <a:endParaRPr lang="en-US"/>
        </a:p>
      </dgm:t>
    </dgm:pt>
    <dgm:pt modelId="{DF495C91-E402-4752-8584-227C48F86D36}" type="sibTrans" cxnId="{C85AF9F0-B6B0-44CC-AA22-A492519EF1AF}">
      <dgm:prSet/>
      <dgm:spPr/>
      <dgm:t>
        <a:bodyPr/>
        <a:lstStyle/>
        <a:p>
          <a:endParaRPr lang="en-US"/>
        </a:p>
      </dgm:t>
    </dgm:pt>
    <dgm:pt modelId="{1E4A7602-4624-49CD-932A-D5A4696FA806}">
      <dgm:prSet/>
      <dgm:spPr/>
      <dgm:t>
        <a:bodyPr/>
        <a:lstStyle/>
        <a:p>
          <a:r>
            <a:rPr lang="en-US"/>
            <a:t>The replacement of inline code with calls to methods that have been included in a program library.</a:t>
          </a:r>
        </a:p>
      </dgm:t>
    </dgm:pt>
    <dgm:pt modelId="{8F7C3F65-6377-4E5A-B6C9-555A363ABC6E}" type="parTrans" cxnId="{80E7AB64-3BC8-46B0-9252-66772018F729}">
      <dgm:prSet/>
      <dgm:spPr/>
      <dgm:t>
        <a:bodyPr/>
        <a:lstStyle/>
        <a:p>
          <a:endParaRPr lang="en-US"/>
        </a:p>
      </dgm:t>
    </dgm:pt>
    <dgm:pt modelId="{7AADC442-D5D9-4519-9829-0BFC8DC44E5C}" type="sibTrans" cxnId="{80E7AB64-3BC8-46B0-9252-66772018F729}">
      <dgm:prSet/>
      <dgm:spPr/>
      <dgm:t>
        <a:bodyPr/>
        <a:lstStyle/>
        <a:p>
          <a:endParaRPr lang="en-US"/>
        </a:p>
      </dgm:t>
    </dgm:pt>
    <dgm:pt modelId="{6D4242C1-1566-BB45-8011-9CB38AE2D314}" type="pres">
      <dgm:prSet presAssocID="{DB3A8B98-B7AA-477C-8C65-C2F09D31433D}" presName="linear" presStyleCnt="0">
        <dgm:presLayoutVars>
          <dgm:animLvl val="lvl"/>
          <dgm:resizeHandles val="exact"/>
        </dgm:presLayoutVars>
      </dgm:prSet>
      <dgm:spPr/>
    </dgm:pt>
    <dgm:pt modelId="{7B1D386E-FA57-DC41-B4C5-E313E9A9C82A}" type="pres">
      <dgm:prSet presAssocID="{D281715B-3334-4DFA-8C09-E653D8B75CDA}" presName="parentText" presStyleLbl="node1" presStyleIdx="0" presStyleCnt="3">
        <dgm:presLayoutVars>
          <dgm:chMax val="0"/>
          <dgm:bulletEnabled val="1"/>
        </dgm:presLayoutVars>
      </dgm:prSet>
      <dgm:spPr/>
    </dgm:pt>
    <dgm:pt modelId="{442E035E-6810-D048-AE0C-026120A29DA6}" type="pres">
      <dgm:prSet presAssocID="{E4F21913-FDDB-471A-9A44-C7FD07E0AE7F}" presName="spacer" presStyleCnt="0"/>
      <dgm:spPr/>
    </dgm:pt>
    <dgm:pt modelId="{789E3497-D14C-8E45-A63B-B7075BCA87A0}" type="pres">
      <dgm:prSet presAssocID="{3AB00339-BA67-4D87-B263-1CA964069D4D}" presName="parentText" presStyleLbl="node1" presStyleIdx="1" presStyleCnt="3">
        <dgm:presLayoutVars>
          <dgm:chMax val="0"/>
          <dgm:bulletEnabled val="1"/>
        </dgm:presLayoutVars>
      </dgm:prSet>
      <dgm:spPr/>
    </dgm:pt>
    <dgm:pt modelId="{3EBC1872-2AD3-B545-8A9B-428DAF2DFAB5}" type="pres">
      <dgm:prSet presAssocID="{DF495C91-E402-4752-8584-227C48F86D36}" presName="spacer" presStyleCnt="0"/>
      <dgm:spPr/>
    </dgm:pt>
    <dgm:pt modelId="{7DF65F57-8F0D-BF4F-9B74-BFA19A8DA1FF}" type="pres">
      <dgm:prSet presAssocID="{1E4A7602-4624-49CD-932A-D5A4696FA806}" presName="parentText" presStyleLbl="node1" presStyleIdx="2" presStyleCnt="3">
        <dgm:presLayoutVars>
          <dgm:chMax val="0"/>
          <dgm:bulletEnabled val="1"/>
        </dgm:presLayoutVars>
      </dgm:prSet>
      <dgm:spPr/>
    </dgm:pt>
  </dgm:ptLst>
  <dgm:cxnLst>
    <dgm:cxn modelId="{6D9BE433-F6FE-4583-A28B-5036B47067E9}" srcId="{DB3A8B98-B7AA-477C-8C65-C2F09D31433D}" destId="{D281715B-3334-4DFA-8C09-E653D8B75CDA}" srcOrd="0" destOrd="0" parTransId="{971301D2-C445-4DEC-B9E8-CC5D69BBB085}" sibTransId="{E4F21913-FDDB-471A-9A44-C7FD07E0AE7F}"/>
    <dgm:cxn modelId="{677B3140-12F8-5D40-B87F-54FB8C8B4FF2}" type="presOf" srcId="{DB3A8B98-B7AA-477C-8C65-C2F09D31433D}" destId="{6D4242C1-1566-BB45-8011-9CB38AE2D314}" srcOrd="0" destOrd="0" presId="urn:microsoft.com/office/officeart/2005/8/layout/vList2"/>
    <dgm:cxn modelId="{80E7AB64-3BC8-46B0-9252-66772018F729}" srcId="{DB3A8B98-B7AA-477C-8C65-C2F09D31433D}" destId="{1E4A7602-4624-49CD-932A-D5A4696FA806}" srcOrd="2" destOrd="0" parTransId="{8F7C3F65-6377-4E5A-B6C9-555A363ABC6E}" sibTransId="{7AADC442-D5D9-4519-9829-0BFC8DC44E5C}"/>
    <dgm:cxn modelId="{CB1EB276-4B41-5146-B750-FB05F0001995}" type="presOf" srcId="{1E4A7602-4624-49CD-932A-D5A4696FA806}" destId="{7DF65F57-8F0D-BF4F-9B74-BFA19A8DA1FF}" srcOrd="0" destOrd="0" presId="urn:microsoft.com/office/officeart/2005/8/layout/vList2"/>
    <dgm:cxn modelId="{3676B9B4-2795-BA41-B7B4-2784D34F55F9}" type="presOf" srcId="{3AB00339-BA67-4D87-B263-1CA964069D4D}" destId="{789E3497-D14C-8E45-A63B-B7075BCA87A0}" srcOrd="0" destOrd="0" presId="urn:microsoft.com/office/officeart/2005/8/layout/vList2"/>
    <dgm:cxn modelId="{C85AF9F0-B6B0-44CC-AA22-A492519EF1AF}" srcId="{DB3A8B98-B7AA-477C-8C65-C2F09D31433D}" destId="{3AB00339-BA67-4D87-B263-1CA964069D4D}" srcOrd="1" destOrd="0" parTransId="{15AB7C83-17D7-4F83-9179-D0000DFEC596}" sibTransId="{DF495C91-E402-4752-8584-227C48F86D36}"/>
    <dgm:cxn modelId="{BCA326FF-ED75-CF46-9932-D1FA4DBE6C7D}" type="presOf" srcId="{D281715B-3334-4DFA-8C09-E653D8B75CDA}" destId="{7B1D386E-FA57-DC41-B4C5-E313E9A9C82A}" srcOrd="0" destOrd="0" presId="urn:microsoft.com/office/officeart/2005/8/layout/vList2"/>
    <dgm:cxn modelId="{869BBECE-14C6-704C-B62E-5372A665460A}" type="presParOf" srcId="{6D4242C1-1566-BB45-8011-9CB38AE2D314}" destId="{7B1D386E-FA57-DC41-B4C5-E313E9A9C82A}" srcOrd="0" destOrd="0" presId="urn:microsoft.com/office/officeart/2005/8/layout/vList2"/>
    <dgm:cxn modelId="{A6EE31A5-8979-2744-AA2A-0D46B6741A09}" type="presParOf" srcId="{6D4242C1-1566-BB45-8011-9CB38AE2D314}" destId="{442E035E-6810-D048-AE0C-026120A29DA6}" srcOrd="1" destOrd="0" presId="urn:microsoft.com/office/officeart/2005/8/layout/vList2"/>
    <dgm:cxn modelId="{EC6A2258-E2AC-B04E-BEF4-851F5A8ECCBA}" type="presParOf" srcId="{6D4242C1-1566-BB45-8011-9CB38AE2D314}" destId="{789E3497-D14C-8E45-A63B-B7075BCA87A0}" srcOrd="2" destOrd="0" presId="urn:microsoft.com/office/officeart/2005/8/layout/vList2"/>
    <dgm:cxn modelId="{79DE780E-D846-A34A-9761-260A744FAB61}" type="presParOf" srcId="{6D4242C1-1566-BB45-8011-9CB38AE2D314}" destId="{3EBC1872-2AD3-B545-8A9B-428DAF2DFAB5}" srcOrd="3" destOrd="0" presId="urn:microsoft.com/office/officeart/2005/8/layout/vList2"/>
    <dgm:cxn modelId="{F5CCA155-8992-7F49-9B04-2D954232E4A3}" type="presParOf" srcId="{6D4242C1-1566-BB45-8011-9CB38AE2D314}" destId="{7DF65F57-8F0D-BF4F-9B74-BFA19A8DA1F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C1D6BFD-AA6B-48CF-8357-58AC15E3A2E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EE681D2-3BFF-4BA8-84C0-50611B1E5927}">
      <dgm:prSet/>
      <dgm:spPr/>
      <dgm:t>
        <a:bodyPr/>
        <a:lstStyle/>
        <a:p>
          <a:r>
            <a:rPr lang="en-US"/>
            <a:t>Testing is central to X P and X P has developed an approach where the program is tested after every change has been made.</a:t>
          </a:r>
        </a:p>
      </dgm:t>
    </dgm:pt>
    <dgm:pt modelId="{3E72C230-7B6D-41C6-BE5D-9CA33930928F}" type="parTrans" cxnId="{43295D7A-E2F2-4BE1-B992-185AABA36125}">
      <dgm:prSet/>
      <dgm:spPr/>
      <dgm:t>
        <a:bodyPr/>
        <a:lstStyle/>
        <a:p>
          <a:endParaRPr lang="en-US"/>
        </a:p>
      </dgm:t>
    </dgm:pt>
    <dgm:pt modelId="{B58ABA3E-3077-4773-9854-A927A505C73F}" type="sibTrans" cxnId="{43295D7A-E2F2-4BE1-B992-185AABA36125}">
      <dgm:prSet/>
      <dgm:spPr/>
      <dgm:t>
        <a:bodyPr/>
        <a:lstStyle/>
        <a:p>
          <a:endParaRPr lang="en-US"/>
        </a:p>
      </dgm:t>
    </dgm:pt>
    <dgm:pt modelId="{AA7BE19B-89AB-4AA8-BDCC-8C9E1EACE096}">
      <dgm:prSet/>
      <dgm:spPr/>
      <dgm:t>
        <a:bodyPr/>
        <a:lstStyle/>
        <a:p>
          <a:r>
            <a:rPr lang="en-US"/>
            <a:t>X P testing features:</a:t>
          </a:r>
        </a:p>
      </dgm:t>
    </dgm:pt>
    <dgm:pt modelId="{844CDC17-31C8-4D6F-8E9C-CF7058E3D6AE}" type="parTrans" cxnId="{42A871C5-DD32-4F10-BD08-AEBE0768A61A}">
      <dgm:prSet/>
      <dgm:spPr/>
      <dgm:t>
        <a:bodyPr/>
        <a:lstStyle/>
        <a:p>
          <a:endParaRPr lang="en-US"/>
        </a:p>
      </dgm:t>
    </dgm:pt>
    <dgm:pt modelId="{F060C21F-573C-4335-933E-12A0C5EDB27A}" type="sibTrans" cxnId="{42A871C5-DD32-4F10-BD08-AEBE0768A61A}">
      <dgm:prSet/>
      <dgm:spPr/>
      <dgm:t>
        <a:bodyPr/>
        <a:lstStyle/>
        <a:p>
          <a:endParaRPr lang="en-US"/>
        </a:p>
      </dgm:t>
    </dgm:pt>
    <dgm:pt modelId="{D98C1EF2-4474-4E93-AF65-22EA6BC33CBA}">
      <dgm:prSet/>
      <dgm:spPr/>
      <dgm:t>
        <a:bodyPr/>
        <a:lstStyle/>
        <a:p>
          <a:r>
            <a:rPr lang="en-US"/>
            <a:t>Test-first development.</a:t>
          </a:r>
        </a:p>
      </dgm:t>
    </dgm:pt>
    <dgm:pt modelId="{4141BE40-CE3B-4AB7-8218-F3527EBCB39E}" type="parTrans" cxnId="{D2AA6A55-8889-4D7F-9C24-BB7EF4FC0E6B}">
      <dgm:prSet/>
      <dgm:spPr/>
      <dgm:t>
        <a:bodyPr/>
        <a:lstStyle/>
        <a:p>
          <a:endParaRPr lang="en-US"/>
        </a:p>
      </dgm:t>
    </dgm:pt>
    <dgm:pt modelId="{839265A2-7CAB-457E-82B6-7874288EA6B5}" type="sibTrans" cxnId="{D2AA6A55-8889-4D7F-9C24-BB7EF4FC0E6B}">
      <dgm:prSet/>
      <dgm:spPr/>
      <dgm:t>
        <a:bodyPr/>
        <a:lstStyle/>
        <a:p>
          <a:endParaRPr lang="en-US"/>
        </a:p>
      </dgm:t>
    </dgm:pt>
    <dgm:pt modelId="{33B2898B-574C-467E-8B2D-AB3C0870F452}">
      <dgm:prSet/>
      <dgm:spPr/>
      <dgm:t>
        <a:bodyPr/>
        <a:lstStyle/>
        <a:p>
          <a:r>
            <a:rPr lang="en-US"/>
            <a:t>Incremental test development from scenarios.</a:t>
          </a:r>
        </a:p>
      </dgm:t>
    </dgm:pt>
    <dgm:pt modelId="{D488DE9C-411A-4BF5-9FA6-A499BC641BD8}" type="parTrans" cxnId="{81EABE9F-DD6F-4F5C-8412-5FD70ECF0558}">
      <dgm:prSet/>
      <dgm:spPr/>
      <dgm:t>
        <a:bodyPr/>
        <a:lstStyle/>
        <a:p>
          <a:endParaRPr lang="en-US"/>
        </a:p>
      </dgm:t>
    </dgm:pt>
    <dgm:pt modelId="{840989B5-F9F8-4FD3-9763-F7A30CD401A1}" type="sibTrans" cxnId="{81EABE9F-DD6F-4F5C-8412-5FD70ECF0558}">
      <dgm:prSet/>
      <dgm:spPr/>
      <dgm:t>
        <a:bodyPr/>
        <a:lstStyle/>
        <a:p>
          <a:endParaRPr lang="en-US"/>
        </a:p>
      </dgm:t>
    </dgm:pt>
    <dgm:pt modelId="{AD260C3E-4540-42A2-B124-A40A4560721B}">
      <dgm:prSet/>
      <dgm:spPr/>
      <dgm:t>
        <a:bodyPr/>
        <a:lstStyle/>
        <a:p>
          <a:r>
            <a:rPr lang="en-US"/>
            <a:t>User involvement in test development and validation.</a:t>
          </a:r>
        </a:p>
      </dgm:t>
    </dgm:pt>
    <dgm:pt modelId="{BB4F6E02-0D30-4EC5-A2FB-673E8C15233B}" type="parTrans" cxnId="{0F705C45-179C-45F2-A58E-888B4BFF2FA8}">
      <dgm:prSet/>
      <dgm:spPr/>
      <dgm:t>
        <a:bodyPr/>
        <a:lstStyle/>
        <a:p>
          <a:endParaRPr lang="en-US"/>
        </a:p>
      </dgm:t>
    </dgm:pt>
    <dgm:pt modelId="{976A5011-7D53-4BDB-B8EC-0B072A9025B0}" type="sibTrans" cxnId="{0F705C45-179C-45F2-A58E-888B4BFF2FA8}">
      <dgm:prSet/>
      <dgm:spPr/>
      <dgm:t>
        <a:bodyPr/>
        <a:lstStyle/>
        <a:p>
          <a:endParaRPr lang="en-US"/>
        </a:p>
      </dgm:t>
    </dgm:pt>
    <dgm:pt modelId="{82A33004-6403-4946-A721-F76970202A71}">
      <dgm:prSet/>
      <dgm:spPr/>
      <dgm:t>
        <a:bodyPr/>
        <a:lstStyle/>
        <a:p>
          <a:r>
            <a:rPr lang="en-US"/>
            <a:t>Automated test harnesses are used to run all component tests each time that a new release is built.</a:t>
          </a:r>
        </a:p>
      </dgm:t>
    </dgm:pt>
    <dgm:pt modelId="{C76533CF-C9A0-47CF-A5DA-8A6DA4E6C496}" type="parTrans" cxnId="{8F638AF6-BD35-48DE-A576-A4C9A9049628}">
      <dgm:prSet/>
      <dgm:spPr/>
      <dgm:t>
        <a:bodyPr/>
        <a:lstStyle/>
        <a:p>
          <a:endParaRPr lang="en-US"/>
        </a:p>
      </dgm:t>
    </dgm:pt>
    <dgm:pt modelId="{D3E75575-33BD-4828-895E-C0094897D109}" type="sibTrans" cxnId="{8F638AF6-BD35-48DE-A576-A4C9A9049628}">
      <dgm:prSet/>
      <dgm:spPr/>
      <dgm:t>
        <a:bodyPr/>
        <a:lstStyle/>
        <a:p>
          <a:endParaRPr lang="en-US"/>
        </a:p>
      </dgm:t>
    </dgm:pt>
    <dgm:pt modelId="{E22F63E8-47C2-734B-AE58-7FB28B4345F4}" type="pres">
      <dgm:prSet presAssocID="{1C1D6BFD-AA6B-48CF-8357-58AC15E3A2E0}" presName="linear" presStyleCnt="0">
        <dgm:presLayoutVars>
          <dgm:animLvl val="lvl"/>
          <dgm:resizeHandles val="exact"/>
        </dgm:presLayoutVars>
      </dgm:prSet>
      <dgm:spPr/>
    </dgm:pt>
    <dgm:pt modelId="{F1054784-51CB-494C-BD82-FAAAC9578444}" type="pres">
      <dgm:prSet presAssocID="{DEE681D2-3BFF-4BA8-84C0-50611B1E5927}" presName="parentText" presStyleLbl="node1" presStyleIdx="0" presStyleCnt="2">
        <dgm:presLayoutVars>
          <dgm:chMax val="0"/>
          <dgm:bulletEnabled val="1"/>
        </dgm:presLayoutVars>
      </dgm:prSet>
      <dgm:spPr/>
    </dgm:pt>
    <dgm:pt modelId="{15B653E3-306B-6244-B68A-EC38B1672586}" type="pres">
      <dgm:prSet presAssocID="{B58ABA3E-3077-4773-9854-A927A505C73F}" presName="spacer" presStyleCnt="0"/>
      <dgm:spPr/>
    </dgm:pt>
    <dgm:pt modelId="{46AB5D10-EA1A-0B47-904B-7786B090BCF1}" type="pres">
      <dgm:prSet presAssocID="{AA7BE19B-89AB-4AA8-BDCC-8C9E1EACE096}" presName="parentText" presStyleLbl="node1" presStyleIdx="1" presStyleCnt="2">
        <dgm:presLayoutVars>
          <dgm:chMax val="0"/>
          <dgm:bulletEnabled val="1"/>
        </dgm:presLayoutVars>
      </dgm:prSet>
      <dgm:spPr/>
    </dgm:pt>
    <dgm:pt modelId="{25F4C8F8-B98F-8440-909D-3FB4CE9EFBFC}" type="pres">
      <dgm:prSet presAssocID="{AA7BE19B-89AB-4AA8-BDCC-8C9E1EACE096}" presName="childText" presStyleLbl="revTx" presStyleIdx="0" presStyleCnt="1">
        <dgm:presLayoutVars>
          <dgm:bulletEnabled val="1"/>
        </dgm:presLayoutVars>
      </dgm:prSet>
      <dgm:spPr/>
    </dgm:pt>
  </dgm:ptLst>
  <dgm:cxnLst>
    <dgm:cxn modelId="{32960A10-AAE3-B149-93A6-C5EE67317F57}" type="presOf" srcId="{D98C1EF2-4474-4E93-AF65-22EA6BC33CBA}" destId="{25F4C8F8-B98F-8440-909D-3FB4CE9EFBFC}" srcOrd="0" destOrd="0" presId="urn:microsoft.com/office/officeart/2005/8/layout/vList2"/>
    <dgm:cxn modelId="{70BB9638-7472-3042-A190-EA883C54B444}" type="presOf" srcId="{1C1D6BFD-AA6B-48CF-8357-58AC15E3A2E0}" destId="{E22F63E8-47C2-734B-AE58-7FB28B4345F4}" srcOrd="0" destOrd="0" presId="urn:microsoft.com/office/officeart/2005/8/layout/vList2"/>
    <dgm:cxn modelId="{0F705C45-179C-45F2-A58E-888B4BFF2FA8}" srcId="{AA7BE19B-89AB-4AA8-BDCC-8C9E1EACE096}" destId="{AD260C3E-4540-42A2-B124-A40A4560721B}" srcOrd="2" destOrd="0" parTransId="{BB4F6E02-0D30-4EC5-A2FB-673E8C15233B}" sibTransId="{976A5011-7D53-4BDB-B8EC-0B072A9025B0}"/>
    <dgm:cxn modelId="{D2AA6A55-8889-4D7F-9C24-BB7EF4FC0E6B}" srcId="{AA7BE19B-89AB-4AA8-BDCC-8C9E1EACE096}" destId="{D98C1EF2-4474-4E93-AF65-22EA6BC33CBA}" srcOrd="0" destOrd="0" parTransId="{4141BE40-CE3B-4AB7-8218-F3527EBCB39E}" sibTransId="{839265A2-7CAB-457E-82B6-7874288EA6B5}"/>
    <dgm:cxn modelId="{43295D7A-E2F2-4BE1-B992-185AABA36125}" srcId="{1C1D6BFD-AA6B-48CF-8357-58AC15E3A2E0}" destId="{DEE681D2-3BFF-4BA8-84C0-50611B1E5927}" srcOrd="0" destOrd="0" parTransId="{3E72C230-7B6D-41C6-BE5D-9CA33930928F}" sibTransId="{B58ABA3E-3077-4773-9854-A927A505C73F}"/>
    <dgm:cxn modelId="{EBC08683-F51D-014D-B82C-5F8D389DBC3E}" type="presOf" srcId="{AD260C3E-4540-42A2-B124-A40A4560721B}" destId="{25F4C8F8-B98F-8440-909D-3FB4CE9EFBFC}" srcOrd="0" destOrd="2" presId="urn:microsoft.com/office/officeart/2005/8/layout/vList2"/>
    <dgm:cxn modelId="{81EABE9F-DD6F-4F5C-8412-5FD70ECF0558}" srcId="{AA7BE19B-89AB-4AA8-BDCC-8C9E1EACE096}" destId="{33B2898B-574C-467E-8B2D-AB3C0870F452}" srcOrd="1" destOrd="0" parTransId="{D488DE9C-411A-4BF5-9FA6-A499BC641BD8}" sibTransId="{840989B5-F9F8-4FD3-9763-F7A30CD401A1}"/>
    <dgm:cxn modelId="{42A871C5-DD32-4F10-BD08-AEBE0768A61A}" srcId="{1C1D6BFD-AA6B-48CF-8357-58AC15E3A2E0}" destId="{AA7BE19B-89AB-4AA8-BDCC-8C9E1EACE096}" srcOrd="1" destOrd="0" parTransId="{844CDC17-31C8-4D6F-8E9C-CF7058E3D6AE}" sibTransId="{F060C21F-573C-4335-933E-12A0C5EDB27A}"/>
    <dgm:cxn modelId="{FB7238D3-4B69-7A4C-A683-908294DBC001}" type="presOf" srcId="{AA7BE19B-89AB-4AA8-BDCC-8C9E1EACE096}" destId="{46AB5D10-EA1A-0B47-904B-7786B090BCF1}" srcOrd="0" destOrd="0" presId="urn:microsoft.com/office/officeart/2005/8/layout/vList2"/>
    <dgm:cxn modelId="{991986D8-467E-4D4A-9775-406310BCA995}" type="presOf" srcId="{82A33004-6403-4946-A721-F76970202A71}" destId="{25F4C8F8-B98F-8440-909D-3FB4CE9EFBFC}" srcOrd="0" destOrd="3" presId="urn:microsoft.com/office/officeart/2005/8/layout/vList2"/>
    <dgm:cxn modelId="{86FDF9E3-88B5-AE44-A1D9-A3E3D894BC7D}" type="presOf" srcId="{33B2898B-574C-467E-8B2D-AB3C0870F452}" destId="{25F4C8F8-B98F-8440-909D-3FB4CE9EFBFC}" srcOrd="0" destOrd="1" presId="urn:microsoft.com/office/officeart/2005/8/layout/vList2"/>
    <dgm:cxn modelId="{B981FBE6-D97A-984A-8040-B0D0479344A9}" type="presOf" srcId="{DEE681D2-3BFF-4BA8-84C0-50611B1E5927}" destId="{F1054784-51CB-494C-BD82-FAAAC9578444}" srcOrd="0" destOrd="0" presId="urn:microsoft.com/office/officeart/2005/8/layout/vList2"/>
    <dgm:cxn modelId="{8F638AF6-BD35-48DE-A576-A4C9A9049628}" srcId="{AA7BE19B-89AB-4AA8-BDCC-8C9E1EACE096}" destId="{82A33004-6403-4946-A721-F76970202A71}" srcOrd="3" destOrd="0" parTransId="{C76533CF-C9A0-47CF-A5DA-8A6DA4E6C496}" sibTransId="{D3E75575-33BD-4828-895E-C0094897D109}"/>
    <dgm:cxn modelId="{9ECE3899-9682-5341-A3A2-7B2C449BB39E}" type="presParOf" srcId="{E22F63E8-47C2-734B-AE58-7FB28B4345F4}" destId="{F1054784-51CB-494C-BD82-FAAAC9578444}" srcOrd="0" destOrd="0" presId="urn:microsoft.com/office/officeart/2005/8/layout/vList2"/>
    <dgm:cxn modelId="{826F6BAB-166F-1C40-AAA2-7145C1F78909}" type="presParOf" srcId="{E22F63E8-47C2-734B-AE58-7FB28B4345F4}" destId="{15B653E3-306B-6244-B68A-EC38B1672586}" srcOrd="1" destOrd="0" presId="urn:microsoft.com/office/officeart/2005/8/layout/vList2"/>
    <dgm:cxn modelId="{29346C8D-D982-9F4D-B90C-9DC1A00F8E08}" type="presParOf" srcId="{E22F63E8-47C2-734B-AE58-7FB28B4345F4}" destId="{46AB5D10-EA1A-0B47-904B-7786B090BCF1}" srcOrd="2" destOrd="0" presId="urn:microsoft.com/office/officeart/2005/8/layout/vList2"/>
    <dgm:cxn modelId="{512C9F69-95AB-4348-AB58-1029F7347149}" type="presParOf" srcId="{E22F63E8-47C2-734B-AE58-7FB28B4345F4}" destId="{25F4C8F8-B98F-8440-909D-3FB4CE9EFBF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BFDD517-53BE-44BF-802F-718D8B2205F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055028A-4F4A-4E65-B917-803500F1AE5F}">
      <dgm:prSet/>
      <dgm:spPr/>
      <dgm:t>
        <a:bodyPr/>
        <a:lstStyle/>
        <a:p>
          <a:r>
            <a:rPr lang="en-US"/>
            <a:t>Writing tests before code clarifies the requirements to be implemented.</a:t>
          </a:r>
        </a:p>
      </dgm:t>
    </dgm:pt>
    <dgm:pt modelId="{97DA9448-3218-4ED5-9736-674E7ECB35C6}" type="parTrans" cxnId="{02860FA3-B77B-4A14-A964-9F2439CCF781}">
      <dgm:prSet/>
      <dgm:spPr/>
      <dgm:t>
        <a:bodyPr/>
        <a:lstStyle/>
        <a:p>
          <a:endParaRPr lang="en-US"/>
        </a:p>
      </dgm:t>
    </dgm:pt>
    <dgm:pt modelId="{0CA874C0-2CEB-4C74-AD60-A040B623036E}" type="sibTrans" cxnId="{02860FA3-B77B-4A14-A964-9F2439CCF781}">
      <dgm:prSet/>
      <dgm:spPr/>
      <dgm:t>
        <a:bodyPr/>
        <a:lstStyle/>
        <a:p>
          <a:endParaRPr lang="en-US"/>
        </a:p>
      </dgm:t>
    </dgm:pt>
    <dgm:pt modelId="{98E67D98-6A78-4EAC-8DBA-76B33A1697D6}">
      <dgm:prSet/>
      <dgm:spPr/>
      <dgm:t>
        <a:bodyPr/>
        <a:lstStyle/>
        <a:p>
          <a:r>
            <a:rPr lang="en-US"/>
            <a:t>Tests are written as programs rather than data so that they can be executed automatically. The test includes a check that it has executed correctly.</a:t>
          </a:r>
        </a:p>
      </dgm:t>
    </dgm:pt>
    <dgm:pt modelId="{1090F89E-4E88-4459-A9EF-83F1736BEAFF}" type="parTrans" cxnId="{568B7A37-A669-4EAB-A935-25BE73AF4099}">
      <dgm:prSet/>
      <dgm:spPr/>
      <dgm:t>
        <a:bodyPr/>
        <a:lstStyle/>
        <a:p>
          <a:endParaRPr lang="en-US"/>
        </a:p>
      </dgm:t>
    </dgm:pt>
    <dgm:pt modelId="{98BF8B32-C33C-4EEB-A6ED-565B16F6C182}" type="sibTrans" cxnId="{568B7A37-A669-4EAB-A935-25BE73AF4099}">
      <dgm:prSet/>
      <dgm:spPr/>
      <dgm:t>
        <a:bodyPr/>
        <a:lstStyle/>
        <a:p>
          <a:endParaRPr lang="en-US"/>
        </a:p>
      </dgm:t>
    </dgm:pt>
    <dgm:pt modelId="{F4C52597-D76A-441E-B836-656A169AD1CC}">
      <dgm:prSet/>
      <dgm:spPr/>
      <dgm:t>
        <a:bodyPr/>
        <a:lstStyle/>
        <a:p>
          <a:r>
            <a:rPr lang="en-US"/>
            <a:t>Usually relies on a testing framework such as Junit.</a:t>
          </a:r>
        </a:p>
      </dgm:t>
    </dgm:pt>
    <dgm:pt modelId="{3EAFE310-9CAF-4564-9F4D-CA6A6DDED016}" type="parTrans" cxnId="{4BF16CA7-B7C5-4E22-9296-A48D662FEBD3}">
      <dgm:prSet/>
      <dgm:spPr/>
      <dgm:t>
        <a:bodyPr/>
        <a:lstStyle/>
        <a:p>
          <a:endParaRPr lang="en-US"/>
        </a:p>
      </dgm:t>
    </dgm:pt>
    <dgm:pt modelId="{5CC1C1AA-FE23-4312-BDBB-B8788845D101}" type="sibTrans" cxnId="{4BF16CA7-B7C5-4E22-9296-A48D662FEBD3}">
      <dgm:prSet/>
      <dgm:spPr/>
      <dgm:t>
        <a:bodyPr/>
        <a:lstStyle/>
        <a:p>
          <a:endParaRPr lang="en-US"/>
        </a:p>
      </dgm:t>
    </dgm:pt>
    <dgm:pt modelId="{4DF4F6B4-8DBA-462F-A0B5-03E32943F212}">
      <dgm:prSet/>
      <dgm:spPr/>
      <dgm:t>
        <a:bodyPr/>
        <a:lstStyle/>
        <a:p>
          <a:r>
            <a:rPr lang="en-US"/>
            <a:t>All previous and new tests are run automatically when new functionality is added, thus checking that the new functionality has not introduced errors.</a:t>
          </a:r>
        </a:p>
      </dgm:t>
    </dgm:pt>
    <dgm:pt modelId="{E8EC1506-82D2-4184-AE4A-B15114244B99}" type="parTrans" cxnId="{681831CF-50BF-4CAA-9C9A-B601DFF3BD6E}">
      <dgm:prSet/>
      <dgm:spPr/>
      <dgm:t>
        <a:bodyPr/>
        <a:lstStyle/>
        <a:p>
          <a:endParaRPr lang="en-US"/>
        </a:p>
      </dgm:t>
    </dgm:pt>
    <dgm:pt modelId="{02E7EF60-0AD0-4C9E-AE57-00B7418820A4}" type="sibTrans" cxnId="{681831CF-50BF-4CAA-9C9A-B601DFF3BD6E}">
      <dgm:prSet/>
      <dgm:spPr/>
      <dgm:t>
        <a:bodyPr/>
        <a:lstStyle/>
        <a:p>
          <a:endParaRPr lang="en-US"/>
        </a:p>
      </dgm:t>
    </dgm:pt>
    <dgm:pt modelId="{D07BB666-FDC3-3349-9373-FECBDF2EA2A4}" type="pres">
      <dgm:prSet presAssocID="{BBFDD517-53BE-44BF-802F-718D8B2205FA}" presName="linear" presStyleCnt="0">
        <dgm:presLayoutVars>
          <dgm:animLvl val="lvl"/>
          <dgm:resizeHandles val="exact"/>
        </dgm:presLayoutVars>
      </dgm:prSet>
      <dgm:spPr/>
    </dgm:pt>
    <dgm:pt modelId="{0E891A77-49F9-424D-B6F3-278F1CF4A0E9}" type="pres">
      <dgm:prSet presAssocID="{2055028A-4F4A-4E65-B917-803500F1AE5F}" presName="parentText" presStyleLbl="node1" presStyleIdx="0" presStyleCnt="3">
        <dgm:presLayoutVars>
          <dgm:chMax val="0"/>
          <dgm:bulletEnabled val="1"/>
        </dgm:presLayoutVars>
      </dgm:prSet>
      <dgm:spPr/>
    </dgm:pt>
    <dgm:pt modelId="{5BFB26FC-3463-4249-9C9D-F490C7D88A57}" type="pres">
      <dgm:prSet presAssocID="{0CA874C0-2CEB-4C74-AD60-A040B623036E}" presName="spacer" presStyleCnt="0"/>
      <dgm:spPr/>
    </dgm:pt>
    <dgm:pt modelId="{A32FD301-0F7B-B440-AA35-DBFFD6F59C22}" type="pres">
      <dgm:prSet presAssocID="{98E67D98-6A78-4EAC-8DBA-76B33A1697D6}" presName="parentText" presStyleLbl="node1" presStyleIdx="1" presStyleCnt="3">
        <dgm:presLayoutVars>
          <dgm:chMax val="0"/>
          <dgm:bulletEnabled val="1"/>
        </dgm:presLayoutVars>
      </dgm:prSet>
      <dgm:spPr/>
    </dgm:pt>
    <dgm:pt modelId="{48AE3D9B-8D2D-1540-AD42-B1A2156AC17B}" type="pres">
      <dgm:prSet presAssocID="{98E67D98-6A78-4EAC-8DBA-76B33A1697D6}" presName="childText" presStyleLbl="revTx" presStyleIdx="0" presStyleCnt="1">
        <dgm:presLayoutVars>
          <dgm:bulletEnabled val="1"/>
        </dgm:presLayoutVars>
      </dgm:prSet>
      <dgm:spPr/>
    </dgm:pt>
    <dgm:pt modelId="{DAABAD7F-5DD6-6D41-A66C-3DBF081810CC}" type="pres">
      <dgm:prSet presAssocID="{4DF4F6B4-8DBA-462F-A0B5-03E32943F212}" presName="parentText" presStyleLbl="node1" presStyleIdx="2" presStyleCnt="3">
        <dgm:presLayoutVars>
          <dgm:chMax val="0"/>
          <dgm:bulletEnabled val="1"/>
        </dgm:presLayoutVars>
      </dgm:prSet>
      <dgm:spPr/>
    </dgm:pt>
  </dgm:ptLst>
  <dgm:cxnLst>
    <dgm:cxn modelId="{F475DC25-461E-A24F-945D-1AD69066ADB4}" type="presOf" srcId="{2055028A-4F4A-4E65-B917-803500F1AE5F}" destId="{0E891A77-49F9-424D-B6F3-278F1CF4A0E9}" srcOrd="0" destOrd="0" presId="urn:microsoft.com/office/officeart/2005/8/layout/vList2"/>
    <dgm:cxn modelId="{D795D130-FCC7-BB44-AA67-BAA1AADA20F5}" type="presOf" srcId="{98E67D98-6A78-4EAC-8DBA-76B33A1697D6}" destId="{A32FD301-0F7B-B440-AA35-DBFFD6F59C22}" srcOrd="0" destOrd="0" presId="urn:microsoft.com/office/officeart/2005/8/layout/vList2"/>
    <dgm:cxn modelId="{568B7A37-A669-4EAB-A935-25BE73AF4099}" srcId="{BBFDD517-53BE-44BF-802F-718D8B2205FA}" destId="{98E67D98-6A78-4EAC-8DBA-76B33A1697D6}" srcOrd="1" destOrd="0" parTransId="{1090F89E-4E88-4459-A9EF-83F1736BEAFF}" sibTransId="{98BF8B32-C33C-4EEB-A6ED-565B16F6C182}"/>
    <dgm:cxn modelId="{F335615F-1CA5-1A49-947E-97748B3BF07F}" type="presOf" srcId="{4DF4F6B4-8DBA-462F-A0B5-03E32943F212}" destId="{DAABAD7F-5DD6-6D41-A66C-3DBF081810CC}" srcOrd="0" destOrd="0" presId="urn:microsoft.com/office/officeart/2005/8/layout/vList2"/>
    <dgm:cxn modelId="{F83B558D-229E-6C42-A3E2-5D0620C5B856}" type="presOf" srcId="{F4C52597-D76A-441E-B836-656A169AD1CC}" destId="{48AE3D9B-8D2D-1540-AD42-B1A2156AC17B}" srcOrd="0" destOrd="0" presId="urn:microsoft.com/office/officeart/2005/8/layout/vList2"/>
    <dgm:cxn modelId="{02860FA3-B77B-4A14-A964-9F2439CCF781}" srcId="{BBFDD517-53BE-44BF-802F-718D8B2205FA}" destId="{2055028A-4F4A-4E65-B917-803500F1AE5F}" srcOrd="0" destOrd="0" parTransId="{97DA9448-3218-4ED5-9736-674E7ECB35C6}" sibTransId="{0CA874C0-2CEB-4C74-AD60-A040B623036E}"/>
    <dgm:cxn modelId="{4BF16CA7-B7C5-4E22-9296-A48D662FEBD3}" srcId="{98E67D98-6A78-4EAC-8DBA-76B33A1697D6}" destId="{F4C52597-D76A-441E-B836-656A169AD1CC}" srcOrd="0" destOrd="0" parTransId="{3EAFE310-9CAF-4564-9F4D-CA6A6DDED016}" sibTransId="{5CC1C1AA-FE23-4312-BDBB-B8788845D101}"/>
    <dgm:cxn modelId="{681831CF-50BF-4CAA-9C9A-B601DFF3BD6E}" srcId="{BBFDD517-53BE-44BF-802F-718D8B2205FA}" destId="{4DF4F6B4-8DBA-462F-A0B5-03E32943F212}" srcOrd="2" destOrd="0" parTransId="{E8EC1506-82D2-4184-AE4A-B15114244B99}" sibTransId="{02E7EF60-0AD0-4C9E-AE57-00B7418820A4}"/>
    <dgm:cxn modelId="{17C8E4D3-165C-124E-9FB7-78994C03CBB5}" type="presOf" srcId="{BBFDD517-53BE-44BF-802F-718D8B2205FA}" destId="{D07BB666-FDC3-3349-9373-FECBDF2EA2A4}" srcOrd="0" destOrd="0" presId="urn:microsoft.com/office/officeart/2005/8/layout/vList2"/>
    <dgm:cxn modelId="{03177A84-0D45-F043-94BF-57A4101F0687}" type="presParOf" srcId="{D07BB666-FDC3-3349-9373-FECBDF2EA2A4}" destId="{0E891A77-49F9-424D-B6F3-278F1CF4A0E9}" srcOrd="0" destOrd="0" presId="urn:microsoft.com/office/officeart/2005/8/layout/vList2"/>
    <dgm:cxn modelId="{22ABD36B-C04D-C54A-BBB9-156805FB3A5D}" type="presParOf" srcId="{D07BB666-FDC3-3349-9373-FECBDF2EA2A4}" destId="{5BFB26FC-3463-4249-9C9D-F490C7D88A57}" srcOrd="1" destOrd="0" presId="urn:microsoft.com/office/officeart/2005/8/layout/vList2"/>
    <dgm:cxn modelId="{78AA91F5-9A0B-DA45-8371-12A0BA3CEDCC}" type="presParOf" srcId="{D07BB666-FDC3-3349-9373-FECBDF2EA2A4}" destId="{A32FD301-0F7B-B440-AA35-DBFFD6F59C22}" srcOrd="2" destOrd="0" presId="urn:microsoft.com/office/officeart/2005/8/layout/vList2"/>
    <dgm:cxn modelId="{E898B73E-708F-1B4B-A691-03EE1FB353DD}" type="presParOf" srcId="{D07BB666-FDC3-3349-9373-FECBDF2EA2A4}" destId="{48AE3D9B-8D2D-1540-AD42-B1A2156AC17B}" srcOrd="3" destOrd="0" presId="urn:microsoft.com/office/officeart/2005/8/layout/vList2"/>
    <dgm:cxn modelId="{BCEC838B-B79B-F14B-9B71-432C222C06C1}" type="presParOf" srcId="{D07BB666-FDC3-3349-9373-FECBDF2EA2A4}" destId="{DAABAD7F-5DD6-6D41-A66C-3DBF081810C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5C1EADD-6744-4665-9D98-B3D1002A30E6}"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7763A38-F64C-4B39-B8A4-F6CBFAFEB8FF}">
      <dgm:prSet/>
      <dgm:spPr/>
      <dgm:t>
        <a:bodyPr/>
        <a:lstStyle/>
        <a:p>
          <a:r>
            <a:rPr lang="en-GB"/>
            <a:t>The role of the customer in the testing process is to help develop acceptance tests for the stories that are to be implemented in the next release of the system. </a:t>
          </a:r>
          <a:endParaRPr lang="en-US"/>
        </a:p>
      </dgm:t>
    </dgm:pt>
    <dgm:pt modelId="{8BC57514-6AC0-4604-BB7D-E9A5D0DC3BED}" type="parTrans" cxnId="{378BEE93-7D21-4718-9745-51ECE3A883A7}">
      <dgm:prSet/>
      <dgm:spPr/>
      <dgm:t>
        <a:bodyPr/>
        <a:lstStyle/>
        <a:p>
          <a:endParaRPr lang="en-US"/>
        </a:p>
      </dgm:t>
    </dgm:pt>
    <dgm:pt modelId="{C802979F-C594-40D6-992E-058D4F667EF7}" type="sibTrans" cxnId="{378BEE93-7D21-4718-9745-51ECE3A883A7}">
      <dgm:prSet/>
      <dgm:spPr/>
      <dgm:t>
        <a:bodyPr/>
        <a:lstStyle/>
        <a:p>
          <a:endParaRPr lang="en-US"/>
        </a:p>
      </dgm:t>
    </dgm:pt>
    <dgm:pt modelId="{9B1B7154-1690-48AF-909D-94B5E1EDAF66}">
      <dgm:prSet/>
      <dgm:spPr/>
      <dgm:t>
        <a:bodyPr/>
        <a:lstStyle/>
        <a:p>
          <a:r>
            <a:rPr lang="en-GB"/>
            <a:t>The customer who is part of the team writes tests as development proceeds. All new code is therefore validated to ensure that it is what the customer needs. </a:t>
          </a:r>
          <a:endParaRPr lang="en-US"/>
        </a:p>
      </dgm:t>
    </dgm:pt>
    <dgm:pt modelId="{5AFC53D2-7B42-4767-BDD7-AA750EDD6416}" type="parTrans" cxnId="{58D51E7B-76FA-4BA9-872D-14B77CBDBEF8}">
      <dgm:prSet/>
      <dgm:spPr/>
      <dgm:t>
        <a:bodyPr/>
        <a:lstStyle/>
        <a:p>
          <a:endParaRPr lang="en-US"/>
        </a:p>
      </dgm:t>
    </dgm:pt>
    <dgm:pt modelId="{3394BBCB-689E-4A6D-A635-1C7A94B7B043}" type="sibTrans" cxnId="{58D51E7B-76FA-4BA9-872D-14B77CBDBEF8}">
      <dgm:prSet/>
      <dgm:spPr/>
      <dgm:t>
        <a:bodyPr/>
        <a:lstStyle/>
        <a:p>
          <a:endParaRPr lang="en-US"/>
        </a:p>
      </dgm:t>
    </dgm:pt>
    <dgm:pt modelId="{9DB27734-19F7-4184-8426-5AECFF3F23F8}">
      <dgm:prSet/>
      <dgm:spPr/>
      <dgm:t>
        <a:bodyPr/>
        <a:lstStyle/>
        <a:p>
          <a:r>
            <a:rPr lang="en-GB"/>
            <a:t>However, people adopting the customer role have limited time available and so cannot work full-time with the development team. They may feel that providing the requirements was enough of a contribution and so may be reluctant to get involved in the testing process. </a:t>
          </a:r>
          <a:endParaRPr lang="en-US"/>
        </a:p>
      </dgm:t>
    </dgm:pt>
    <dgm:pt modelId="{B0E78796-79AB-4477-A2CB-DB9F7AA0243C}" type="parTrans" cxnId="{2FCF9E13-F49E-49C1-AD13-9FCB31B39416}">
      <dgm:prSet/>
      <dgm:spPr/>
      <dgm:t>
        <a:bodyPr/>
        <a:lstStyle/>
        <a:p>
          <a:endParaRPr lang="en-US"/>
        </a:p>
      </dgm:t>
    </dgm:pt>
    <dgm:pt modelId="{82E8DC7B-52C1-4CE7-9A89-5DA1BF15E1F5}" type="sibTrans" cxnId="{2FCF9E13-F49E-49C1-AD13-9FCB31B39416}">
      <dgm:prSet/>
      <dgm:spPr/>
      <dgm:t>
        <a:bodyPr/>
        <a:lstStyle/>
        <a:p>
          <a:endParaRPr lang="en-US"/>
        </a:p>
      </dgm:t>
    </dgm:pt>
    <dgm:pt modelId="{FAD48AC2-7901-1A4A-A4BD-8276410CFD7B}" type="pres">
      <dgm:prSet presAssocID="{45C1EADD-6744-4665-9D98-B3D1002A30E6}" presName="vert0" presStyleCnt="0">
        <dgm:presLayoutVars>
          <dgm:dir/>
          <dgm:animOne val="branch"/>
          <dgm:animLvl val="lvl"/>
        </dgm:presLayoutVars>
      </dgm:prSet>
      <dgm:spPr/>
    </dgm:pt>
    <dgm:pt modelId="{39444C1F-D686-9E48-8241-2B4A9734917D}" type="pres">
      <dgm:prSet presAssocID="{97763A38-F64C-4B39-B8A4-F6CBFAFEB8FF}" presName="thickLine" presStyleLbl="alignNode1" presStyleIdx="0" presStyleCnt="3"/>
      <dgm:spPr/>
    </dgm:pt>
    <dgm:pt modelId="{39E3B678-DE6B-624E-B38F-18E81AC86D51}" type="pres">
      <dgm:prSet presAssocID="{97763A38-F64C-4B39-B8A4-F6CBFAFEB8FF}" presName="horz1" presStyleCnt="0"/>
      <dgm:spPr/>
    </dgm:pt>
    <dgm:pt modelId="{D705E642-9481-2D45-BB71-98BCC0000328}" type="pres">
      <dgm:prSet presAssocID="{97763A38-F64C-4B39-B8A4-F6CBFAFEB8FF}" presName="tx1" presStyleLbl="revTx" presStyleIdx="0" presStyleCnt="3"/>
      <dgm:spPr/>
    </dgm:pt>
    <dgm:pt modelId="{3090452B-82F6-DB48-91DE-747B86250291}" type="pres">
      <dgm:prSet presAssocID="{97763A38-F64C-4B39-B8A4-F6CBFAFEB8FF}" presName="vert1" presStyleCnt="0"/>
      <dgm:spPr/>
    </dgm:pt>
    <dgm:pt modelId="{B2B8D258-48C7-DF4B-B7DF-D1955D947C66}" type="pres">
      <dgm:prSet presAssocID="{9B1B7154-1690-48AF-909D-94B5E1EDAF66}" presName="thickLine" presStyleLbl="alignNode1" presStyleIdx="1" presStyleCnt="3"/>
      <dgm:spPr/>
    </dgm:pt>
    <dgm:pt modelId="{7A104E84-CFF1-574C-976F-9122E61B1AD2}" type="pres">
      <dgm:prSet presAssocID="{9B1B7154-1690-48AF-909D-94B5E1EDAF66}" presName="horz1" presStyleCnt="0"/>
      <dgm:spPr/>
    </dgm:pt>
    <dgm:pt modelId="{99C12E3A-21C2-8D4C-A6D9-4948C2A109AC}" type="pres">
      <dgm:prSet presAssocID="{9B1B7154-1690-48AF-909D-94B5E1EDAF66}" presName="tx1" presStyleLbl="revTx" presStyleIdx="1" presStyleCnt="3"/>
      <dgm:spPr/>
    </dgm:pt>
    <dgm:pt modelId="{07DA4C30-0B06-DE4C-BE83-C0C5C6267156}" type="pres">
      <dgm:prSet presAssocID="{9B1B7154-1690-48AF-909D-94B5E1EDAF66}" presName="vert1" presStyleCnt="0"/>
      <dgm:spPr/>
    </dgm:pt>
    <dgm:pt modelId="{A20E3597-8632-2748-9394-49E42B5FB4D9}" type="pres">
      <dgm:prSet presAssocID="{9DB27734-19F7-4184-8426-5AECFF3F23F8}" presName="thickLine" presStyleLbl="alignNode1" presStyleIdx="2" presStyleCnt="3"/>
      <dgm:spPr/>
    </dgm:pt>
    <dgm:pt modelId="{A18E1745-D199-C14C-8909-D773891F79AE}" type="pres">
      <dgm:prSet presAssocID="{9DB27734-19F7-4184-8426-5AECFF3F23F8}" presName="horz1" presStyleCnt="0"/>
      <dgm:spPr/>
    </dgm:pt>
    <dgm:pt modelId="{A7DDFC62-2918-4448-81D3-4E70BEAFEC67}" type="pres">
      <dgm:prSet presAssocID="{9DB27734-19F7-4184-8426-5AECFF3F23F8}" presName="tx1" presStyleLbl="revTx" presStyleIdx="2" presStyleCnt="3"/>
      <dgm:spPr/>
    </dgm:pt>
    <dgm:pt modelId="{B70062D0-F6B7-A64D-9D02-0DF9887557E2}" type="pres">
      <dgm:prSet presAssocID="{9DB27734-19F7-4184-8426-5AECFF3F23F8}" presName="vert1" presStyleCnt="0"/>
      <dgm:spPr/>
    </dgm:pt>
  </dgm:ptLst>
  <dgm:cxnLst>
    <dgm:cxn modelId="{28C49708-A16F-8A44-93BC-D23032735159}" type="presOf" srcId="{45C1EADD-6744-4665-9D98-B3D1002A30E6}" destId="{FAD48AC2-7901-1A4A-A4BD-8276410CFD7B}" srcOrd="0" destOrd="0" presId="urn:microsoft.com/office/officeart/2008/layout/LinedList"/>
    <dgm:cxn modelId="{2FCF9E13-F49E-49C1-AD13-9FCB31B39416}" srcId="{45C1EADD-6744-4665-9D98-B3D1002A30E6}" destId="{9DB27734-19F7-4184-8426-5AECFF3F23F8}" srcOrd="2" destOrd="0" parTransId="{B0E78796-79AB-4477-A2CB-DB9F7AA0243C}" sibTransId="{82E8DC7B-52C1-4CE7-9A89-5DA1BF15E1F5}"/>
    <dgm:cxn modelId="{EF47A968-571F-9646-A8A1-B0C506FEED61}" type="presOf" srcId="{9DB27734-19F7-4184-8426-5AECFF3F23F8}" destId="{A7DDFC62-2918-4448-81D3-4E70BEAFEC67}" srcOrd="0" destOrd="0" presId="urn:microsoft.com/office/officeart/2008/layout/LinedList"/>
    <dgm:cxn modelId="{CC6AD070-D255-E045-BDCA-674423358E69}" type="presOf" srcId="{9B1B7154-1690-48AF-909D-94B5E1EDAF66}" destId="{99C12E3A-21C2-8D4C-A6D9-4948C2A109AC}" srcOrd="0" destOrd="0" presId="urn:microsoft.com/office/officeart/2008/layout/LinedList"/>
    <dgm:cxn modelId="{58D51E7B-76FA-4BA9-872D-14B77CBDBEF8}" srcId="{45C1EADD-6744-4665-9D98-B3D1002A30E6}" destId="{9B1B7154-1690-48AF-909D-94B5E1EDAF66}" srcOrd="1" destOrd="0" parTransId="{5AFC53D2-7B42-4767-BDD7-AA750EDD6416}" sibTransId="{3394BBCB-689E-4A6D-A635-1C7A94B7B043}"/>
    <dgm:cxn modelId="{378BEE93-7D21-4718-9745-51ECE3A883A7}" srcId="{45C1EADD-6744-4665-9D98-B3D1002A30E6}" destId="{97763A38-F64C-4B39-B8A4-F6CBFAFEB8FF}" srcOrd="0" destOrd="0" parTransId="{8BC57514-6AC0-4604-BB7D-E9A5D0DC3BED}" sibTransId="{C802979F-C594-40D6-992E-058D4F667EF7}"/>
    <dgm:cxn modelId="{D11DA6DA-43C4-2045-8740-735C3E6AB44C}" type="presOf" srcId="{97763A38-F64C-4B39-B8A4-F6CBFAFEB8FF}" destId="{D705E642-9481-2D45-BB71-98BCC0000328}" srcOrd="0" destOrd="0" presId="urn:microsoft.com/office/officeart/2008/layout/LinedList"/>
    <dgm:cxn modelId="{94AAD84E-910B-724D-981A-EC4EB00D9ED7}" type="presParOf" srcId="{FAD48AC2-7901-1A4A-A4BD-8276410CFD7B}" destId="{39444C1F-D686-9E48-8241-2B4A9734917D}" srcOrd="0" destOrd="0" presId="urn:microsoft.com/office/officeart/2008/layout/LinedList"/>
    <dgm:cxn modelId="{DBCD2A2F-4891-FC41-970B-4CECF801FF43}" type="presParOf" srcId="{FAD48AC2-7901-1A4A-A4BD-8276410CFD7B}" destId="{39E3B678-DE6B-624E-B38F-18E81AC86D51}" srcOrd="1" destOrd="0" presId="urn:microsoft.com/office/officeart/2008/layout/LinedList"/>
    <dgm:cxn modelId="{7DBD1516-24CE-EB45-BD02-4AB00ED88B51}" type="presParOf" srcId="{39E3B678-DE6B-624E-B38F-18E81AC86D51}" destId="{D705E642-9481-2D45-BB71-98BCC0000328}" srcOrd="0" destOrd="0" presId="urn:microsoft.com/office/officeart/2008/layout/LinedList"/>
    <dgm:cxn modelId="{713488B5-9EF6-FD44-9793-7C0312003DA0}" type="presParOf" srcId="{39E3B678-DE6B-624E-B38F-18E81AC86D51}" destId="{3090452B-82F6-DB48-91DE-747B86250291}" srcOrd="1" destOrd="0" presId="urn:microsoft.com/office/officeart/2008/layout/LinedList"/>
    <dgm:cxn modelId="{D036C7FA-9496-0345-895B-DB3B0BF3454D}" type="presParOf" srcId="{FAD48AC2-7901-1A4A-A4BD-8276410CFD7B}" destId="{B2B8D258-48C7-DF4B-B7DF-D1955D947C66}" srcOrd="2" destOrd="0" presId="urn:microsoft.com/office/officeart/2008/layout/LinedList"/>
    <dgm:cxn modelId="{1597D014-127B-9749-AA39-B1EB77E5801C}" type="presParOf" srcId="{FAD48AC2-7901-1A4A-A4BD-8276410CFD7B}" destId="{7A104E84-CFF1-574C-976F-9122E61B1AD2}" srcOrd="3" destOrd="0" presId="urn:microsoft.com/office/officeart/2008/layout/LinedList"/>
    <dgm:cxn modelId="{DDA01924-A76C-C145-8C05-A0BF0169ECBF}" type="presParOf" srcId="{7A104E84-CFF1-574C-976F-9122E61B1AD2}" destId="{99C12E3A-21C2-8D4C-A6D9-4948C2A109AC}" srcOrd="0" destOrd="0" presId="urn:microsoft.com/office/officeart/2008/layout/LinedList"/>
    <dgm:cxn modelId="{A0B00C26-00FF-7A4F-82A6-21765D83E4E0}" type="presParOf" srcId="{7A104E84-CFF1-574C-976F-9122E61B1AD2}" destId="{07DA4C30-0B06-DE4C-BE83-C0C5C6267156}" srcOrd="1" destOrd="0" presId="urn:microsoft.com/office/officeart/2008/layout/LinedList"/>
    <dgm:cxn modelId="{42F92F71-157E-244C-8880-87E3178FA790}" type="presParOf" srcId="{FAD48AC2-7901-1A4A-A4BD-8276410CFD7B}" destId="{A20E3597-8632-2748-9394-49E42B5FB4D9}" srcOrd="4" destOrd="0" presId="urn:microsoft.com/office/officeart/2008/layout/LinedList"/>
    <dgm:cxn modelId="{41FD3391-7760-6342-8A7E-4DFEE370EBB1}" type="presParOf" srcId="{FAD48AC2-7901-1A4A-A4BD-8276410CFD7B}" destId="{A18E1745-D199-C14C-8909-D773891F79AE}" srcOrd="5" destOrd="0" presId="urn:microsoft.com/office/officeart/2008/layout/LinedList"/>
    <dgm:cxn modelId="{C409DD47-A4FD-4448-A366-ADBB0CE2F844}" type="presParOf" srcId="{A18E1745-D199-C14C-8909-D773891F79AE}" destId="{A7DDFC62-2918-4448-81D3-4E70BEAFEC67}" srcOrd="0" destOrd="0" presId="urn:microsoft.com/office/officeart/2008/layout/LinedList"/>
    <dgm:cxn modelId="{5EEE5186-AD90-2644-8B09-8068A902F8E4}" type="presParOf" srcId="{A18E1745-D199-C14C-8909-D773891F79AE}" destId="{B70062D0-F6B7-A64D-9D02-0DF9887557E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C7C424D-4939-4A5F-9AE1-8423D1099FF9}"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6263A8E-7021-4BCC-A000-11B8E7E4CACC}">
      <dgm:prSet/>
      <dgm:spPr/>
      <dgm:t>
        <a:bodyPr/>
        <a:lstStyle/>
        <a:p>
          <a:r>
            <a:rPr lang="en-GB"/>
            <a:t>Programmers prefer programming to testing and sometimes they take short cuts when writing tests. For example, they may write incomplete tests that do not check for all possible exceptions that may occur. </a:t>
          </a:r>
          <a:endParaRPr lang="en-US"/>
        </a:p>
      </dgm:t>
    </dgm:pt>
    <dgm:pt modelId="{94D1C137-3C9E-491F-AE6C-F077CE3FDA46}" type="parTrans" cxnId="{AC18BEF2-F516-47D6-933E-35C840CBE8F3}">
      <dgm:prSet/>
      <dgm:spPr/>
      <dgm:t>
        <a:bodyPr/>
        <a:lstStyle/>
        <a:p>
          <a:endParaRPr lang="en-US"/>
        </a:p>
      </dgm:t>
    </dgm:pt>
    <dgm:pt modelId="{AF4215DD-F453-49CF-B077-8CEF80D6E1FD}" type="sibTrans" cxnId="{AC18BEF2-F516-47D6-933E-35C840CBE8F3}">
      <dgm:prSet/>
      <dgm:spPr/>
      <dgm:t>
        <a:bodyPr/>
        <a:lstStyle/>
        <a:p>
          <a:endParaRPr lang="en-US"/>
        </a:p>
      </dgm:t>
    </dgm:pt>
    <dgm:pt modelId="{3B3D8957-29AC-4F69-9EAB-BC6068216C4F}">
      <dgm:prSet/>
      <dgm:spPr/>
      <dgm:t>
        <a:bodyPr/>
        <a:lstStyle/>
        <a:p>
          <a:r>
            <a:rPr lang="en-GB"/>
            <a:t>Some tests can be very difficult to write incrementally. For example, in a complex user interface, it is often difficult to write unit tests for the code that implements the ‘display logic’ and workflow between screens. </a:t>
          </a:r>
          <a:endParaRPr lang="en-US"/>
        </a:p>
      </dgm:t>
    </dgm:pt>
    <dgm:pt modelId="{49B60CCD-7480-4669-819A-D7A091986ADF}" type="parTrans" cxnId="{BF6B8FAC-F982-4F01-98FE-DFE1F6AC2C61}">
      <dgm:prSet/>
      <dgm:spPr/>
      <dgm:t>
        <a:bodyPr/>
        <a:lstStyle/>
        <a:p>
          <a:endParaRPr lang="en-US"/>
        </a:p>
      </dgm:t>
    </dgm:pt>
    <dgm:pt modelId="{07B316F5-319E-462F-8FD0-E624D57C70F8}" type="sibTrans" cxnId="{BF6B8FAC-F982-4F01-98FE-DFE1F6AC2C61}">
      <dgm:prSet/>
      <dgm:spPr/>
      <dgm:t>
        <a:bodyPr/>
        <a:lstStyle/>
        <a:p>
          <a:endParaRPr lang="en-US"/>
        </a:p>
      </dgm:t>
    </dgm:pt>
    <dgm:pt modelId="{F1E5B118-D3BE-4A5B-9CDC-A439D6D2BAA4}">
      <dgm:prSet/>
      <dgm:spPr/>
      <dgm:t>
        <a:bodyPr/>
        <a:lstStyle/>
        <a:p>
          <a:r>
            <a:rPr lang="en-GB"/>
            <a:t>It difficult to judge the completeness of a set of tests. Although you may have a lot of system tests, your test set may not provide complete coverage.  </a:t>
          </a:r>
          <a:endParaRPr lang="en-US"/>
        </a:p>
      </dgm:t>
    </dgm:pt>
    <dgm:pt modelId="{82D8D21A-2BFB-4E1E-86A6-03B3B155634D}" type="parTrans" cxnId="{2E664355-4421-460B-9CE4-9EDD584D3187}">
      <dgm:prSet/>
      <dgm:spPr/>
      <dgm:t>
        <a:bodyPr/>
        <a:lstStyle/>
        <a:p>
          <a:endParaRPr lang="en-US"/>
        </a:p>
      </dgm:t>
    </dgm:pt>
    <dgm:pt modelId="{52923858-6898-4312-A964-18A625058A82}" type="sibTrans" cxnId="{2E664355-4421-460B-9CE4-9EDD584D3187}">
      <dgm:prSet/>
      <dgm:spPr/>
      <dgm:t>
        <a:bodyPr/>
        <a:lstStyle/>
        <a:p>
          <a:endParaRPr lang="en-US"/>
        </a:p>
      </dgm:t>
    </dgm:pt>
    <dgm:pt modelId="{422DC248-79C3-8B46-9EF2-683D044C8A79}" type="pres">
      <dgm:prSet presAssocID="{0C7C424D-4939-4A5F-9AE1-8423D1099FF9}" presName="vert0" presStyleCnt="0">
        <dgm:presLayoutVars>
          <dgm:dir/>
          <dgm:animOne val="branch"/>
          <dgm:animLvl val="lvl"/>
        </dgm:presLayoutVars>
      </dgm:prSet>
      <dgm:spPr/>
    </dgm:pt>
    <dgm:pt modelId="{6E30FEAB-356F-DF48-8A4E-EDD728D25960}" type="pres">
      <dgm:prSet presAssocID="{36263A8E-7021-4BCC-A000-11B8E7E4CACC}" presName="thickLine" presStyleLbl="alignNode1" presStyleIdx="0" presStyleCnt="3"/>
      <dgm:spPr/>
    </dgm:pt>
    <dgm:pt modelId="{161E288E-BDBE-5E4B-B7CB-771F2D705D63}" type="pres">
      <dgm:prSet presAssocID="{36263A8E-7021-4BCC-A000-11B8E7E4CACC}" presName="horz1" presStyleCnt="0"/>
      <dgm:spPr/>
    </dgm:pt>
    <dgm:pt modelId="{60D6111A-2A3C-544B-B50A-1B0E438AA4AE}" type="pres">
      <dgm:prSet presAssocID="{36263A8E-7021-4BCC-A000-11B8E7E4CACC}" presName="tx1" presStyleLbl="revTx" presStyleIdx="0" presStyleCnt="3"/>
      <dgm:spPr/>
    </dgm:pt>
    <dgm:pt modelId="{90753831-458A-1942-90C0-58E7C2C3E643}" type="pres">
      <dgm:prSet presAssocID="{36263A8E-7021-4BCC-A000-11B8E7E4CACC}" presName="vert1" presStyleCnt="0"/>
      <dgm:spPr/>
    </dgm:pt>
    <dgm:pt modelId="{6638E2FE-1A59-E04D-86EA-C67EFE40F981}" type="pres">
      <dgm:prSet presAssocID="{3B3D8957-29AC-4F69-9EAB-BC6068216C4F}" presName="thickLine" presStyleLbl="alignNode1" presStyleIdx="1" presStyleCnt="3"/>
      <dgm:spPr/>
    </dgm:pt>
    <dgm:pt modelId="{B6FD7302-DCB7-8B4E-8B11-7D96BD810517}" type="pres">
      <dgm:prSet presAssocID="{3B3D8957-29AC-4F69-9EAB-BC6068216C4F}" presName="horz1" presStyleCnt="0"/>
      <dgm:spPr/>
    </dgm:pt>
    <dgm:pt modelId="{7C57E0BB-1FD4-AA48-8564-4DEAC0CFFB65}" type="pres">
      <dgm:prSet presAssocID="{3B3D8957-29AC-4F69-9EAB-BC6068216C4F}" presName="tx1" presStyleLbl="revTx" presStyleIdx="1" presStyleCnt="3"/>
      <dgm:spPr/>
    </dgm:pt>
    <dgm:pt modelId="{E4EF8919-3C11-8C4F-892E-35CA22AFC410}" type="pres">
      <dgm:prSet presAssocID="{3B3D8957-29AC-4F69-9EAB-BC6068216C4F}" presName="vert1" presStyleCnt="0"/>
      <dgm:spPr/>
    </dgm:pt>
    <dgm:pt modelId="{50603947-2152-434C-82A4-EBDA93C7ACFE}" type="pres">
      <dgm:prSet presAssocID="{F1E5B118-D3BE-4A5B-9CDC-A439D6D2BAA4}" presName="thickLine" presStyleLbl="alignNode1" presStyleIdx="2" presStyleCnt="3"/>
      <dgm:spPr/>
    </dgm:pt>
    <dgm:pt modelId="{5EB3E307-09D1-964B-A0E3-04316640E2CD}" type="pres">
      <dgm:prSet presAssocID="{F1E5B118-D3BE-4A5B-9CDC-A439D6D2BAA4}" presName="horz1" presStyleCnt="0"/>
      <dgm:spPr/>
    </dgm:pt>
    <dgm:pt modelId="{919E3535-EA0F-B046-B359-71918D4E73BE}" type="pres">
      <dgm:prSet presAssocID="{F1E5B118-D3BE-4A5B-9CDC-A439D6D2BAA4}" presName="tx1" presStyleLbl="revTx" presStyleIdx="2" presStyleCnt="3"/>
      <dgm:spPr/>
    </dgm:pt>
    <dgm:pt modelId="{DCBB45D5-82AD-EF4C-9D6D-F0A77153C0A2}" type="pres">
      <dgm:prSet presAssocID="{F1E5B118-D3BE-4A5B-9CDC-A439D6D2BAA4}" presName="vert1" presStyleCnt="0"/>
      <dgm:spPr/>
    </dgm:pt>
  </dgm:ptLst>
  <dgm:cxnLst>
    <dgm:cxn modelId="{2E664355-4421-460B-9CE4-9EDD584D3187}" srcId="{0C7C424D-4939-4A5F-9AE1-8423D1099FF9}" destId="{F1E5B118-D3BE-4A5B-9CDC-A439D6D2BAA4}" srcOrd="2" destOrd="0" parTransId="{82D8D21A-2BFB-4E1E-86A6-03B3B155634D}" sibTransId="{52923858-6898-4312-A964-18A625058A82}"/>
    <dgm:cxn modelId="{46BA9E68-E045-5740-9D8C-B74BDB7E2935}" type="presOf" srcId="{0C7C424D-4939-4A5F-9AE1-8423D1099FF9}" destId="{422DC248-79C3-8B46-9EF2-683D044C8A79}" srcOrd="0" destOrd="0" presId="urn:microsoft.com/office/officeart/2008/layout/LinedList"/>
    <dgm:cxn modelId="{B7C86796-5158-C94A-AB17-530E9E597C06}" type="presOf" srcId="{F1E5B118-D3BE-4A5B-9CDC-A439D6D2BAA4}" destId="{919E3535-EA0F-B046-B359-71918D4E73BE}" srcOrd="0" destOrd="0" presId="urn:microsoft.com/office/officeart/2008/layout/LinedList"/>
    <dgm:cxn modelId="{BF6B8FAC-F982-4F01-98FE-DFE1F6AC2C61}" srcId="{0C7C424D-4939-4A5F-9AE1-8423D1099FF9}" destId="{3B3D8957-29AC-4F69-9EAB-BC6068216C4F}" srcOrd="1" destOrd="0" parTransId="{49B60CCD-7480-4669-819A-D7A091986ADF}" sibTransId="{07B316F5-319E-462F-8FD0-E624D57C70F8}"/>
    <dgm:cxn modelId="{33FD38BD-A73C-0743-A41C-1D9FB0373398}" type="presOf" srcId="{3B3D8957-29AC-4F69-9EAB-BC6068216C4F}" destId="{7C57E0BB-1FD4-AA48-8564-4DEAC0CFFB65}" srcOrd="0" destOrd="0" presId="urn:microsoft.com/office/officeart/2008/layout/LinedList"/>
    <dgm:cxn modelId="{6E0AB7EA-FD66-3F46-881C-FDD491595827}" type="presOf" srcId="{36263A8E-7021-4BCC-A000-11B8E7E4CACC}" destId="{60D6111A-2A3C-544B-B50A-1B0E438AA4AE}" srcOrd="0" destOrd="0" presId="urn:microsoft.com/office/officeart/2008/layout/LinedList"/>
    <dgm:cxn modelId="{AC18BEF2-F516-47D6-933E-35C840CBE8F3}" srcId="{0C7C424D-4939-4A5F-9AE1-8423D1099FF9}" destId="{36263A8E-7021-4BCC-A000-11B8E7E4CACC}" srcOrd="0" destOrd="0" parTransId="{94D1C137-3C9E-491F-AE6C-F077CE3FDA46}" sibTransId="{AF4215DD-F453-49CF-B077-8CEF80D6E1FD}"/>
    <dgm:cxn modelId="{03835F69-446D-BE43-8371-412DDCCF747A}" type="presParOf" srcId="{422DC248-79C3-8B46-9EF2-683D044C8A79}" destId="{6E30FEAB-356F-DF48-8A4E-EDD728D25960}" srcOrd="0" destOrd="0" presId="urn:microsoft.com/office/officeart/2008/layout/LinedList"/>
    <dgm:cxn modelId="{8964A858-1D66-4947-B90D-2E2C4891CBCD}" type="presParOf" srcId="{422DC248-79C3-8B46-9EF2-683D044C8A79}" destId="{161E288E-BDBE-5E4B-B7CB-771F2D705D63}" srcOrd="1" destOrd="0" presId="urn:microsoft.com/office/officeart/2008/layout/LinedList"/>
    <dgm:cxn modelId="{DC3BE520-DD75-834D-BBC6-BFCB5CCA1113}" type="presParOf" srcId="{161E288E-BDBE-5E4B-B7CB-771F2D705D63}" destId="{60D6111A-2A3C-544B-B50A-1B0E438AA4AE}" srcOrd="0" destOrd="0" presId="urn:microsoft.com/office/officeart/2008/layout/LinedList"/>
    <dgm:cxn modelId="{D5E0C3A1-DFFC-6D4E-8071-DA2F2D5D913C}" type="presParOf" srcId="{161E288E-BDBE-5E4B-B7CB-771F2D705D63}" destId="{90753831-458A-1942-90C0-58E7C2C3E643}" srcOrd="1" destOrd="0" presId="urn:microsoft.com/office/officeart/2008/layout/LinedList"/>
    <dgm:cxn modelId="{3331C03A-4512-DE47-B982-1EAD52EDA3B5}" type="presParOf" srcId="{422DC248-79C3-8B46-9EF2-683D044C8A79}" destId="{6638E2FE-1A59-E04D-86EA-C67EFE40F981}" srcOrd="2" destOrd="0" presId="urn:microsoft.com/office/officeart/2008/layout/LinedList"/>
    <dgm:cxn modelId="{D3041E8D-CC2C-B244-96DE-1A85B878EE33}" type="presParOf" srcId="{422DC248-79C3-8B46-9EF2-683D044C8A79}" destId="{B6FD7302-DCB7-8B4E-8B11-7D96BD810517}" srcOrd="3" destOrd="0" presId="urn:microsoft.com/office/officeart/2008/layout/LinedList"/>
    <dgm:cxn modelId="{C6A917A9-B4BE-8548-B647-961B4505EAED}" type="presParOf" srcId="{B6FD7302-DCB7-8B4E-8B11-7D96BD810517}" destId="{7C57E0BB-1FD4-AA48-8564-4DEAC0CFFB65}" srcOrd="0" destOrd="0" presId="urn:microsoft.com/office/officeart/2008/layout/LinedList"/>
    <dgm:cxn modelId="{3CA77DD8-5153-7844-9F5D-532393933E75}" type="presParOf" srcId="{B6FD7302-DCB7-8B4E-8B11-7D96BD810517}" destId="{E4EF8919-3C11-8C4F-892E-35CA22AFC410}" srcOrd="1" destOrd="0" presId="urn:microsoft.com/office/officeart/2008/layout/LinedList"/>
    <dgm:cxn modelId="{04466224-6BAD-8344-9134-4A2EE37FF542}" type="presParOf" srcId="{422DC248-79C3-8B46-9EF2-683D044C8A79}" destId="{50603947-2152-434C-82A4-EBDA93C7ACFE}" srcOrd="4" destOrd="0" presId="urn:microsoft.com/office/officeart/2008/layout/LinedList"/>
    <dgm:cxn modelId="{ED1D9E3C-A074-544E-8B23-A79C9ED97BB4}" type="presParOf" srcId="{422DC248-79C3-8B46-9EF2-683D044C8A79}" destId="{5EB3E307-09D1-964B-A0E3-04316640E2CD}" srcOrd="5" destOrd="0" presId="urn:microsoft.com/office/officeart/2008/layout/LinedList"/>
    <dgm:cxn modelId="{E402D86C-37AF-1646-9CBE-E16044B1BCD5}" type="presParOf" srcId="{5EB3E307-09D1-964B-A0E3-04316640E2CD}" destId="{919E3535-EA0F-B046-B359-71918D4E73BE}" srcOrd="0" destOrd="0" presId="urn:microsoft.com/office/officeart/2008/layout/LinedList"/>
    <dgm:cxn modelId="{F20833EC-82E7-6D46-98BA-9A950FABC787}" type="presParOf" srcId="{5EB3E307-09D1-964B-A0E3-04316640E2CD}" destId="{DCBB45D5-82AD-EF4C-9D6D-F0A77153C0A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D4C0856-0908-428B-97FE-01D038A7849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0691E2A0-3893-41B6-8BC4-5BF5B6E86E22}">
      <dgm:prSet/>
      <dgm:spPr/>
      <dgm:t>
        <a:bodyPr/>
        <a:lstStyle/>
        <a:p>
          <a:r>
            <a:rPr lang="en-US"/>
            <a:t>Pair programming involves programmers working in pairs, developing code together.</a:t>
          </a:r>
        </a:p>
      </dgm:t>
    </dgm:pt>
    <dgm:pt modelId="{39675E15-FE91-4C4A-98BC-8900C61A7018}" type="parTrans" cxnId="{4D938F87-75C8-41F5-902B-13F81C762AA7}">
      <dgm:prSet/>
      <dgm:spPr/>
      <dgm:t>
        <a:bodyPr/>
        <a:lstStyle/>
        <a:p>
          <a:endParaRPr lang="en-US"/>
        </a:p>
      </dgm:t>
    </dgm:pt>
    <dgm:pt modelId="{59FF72A4-86C0-4CF1-B38E-4CE5E17334F2}" type="sibTrans" cxnId="{4D938F87-75C8-41F5-902B-13F81C762AA7}">
      <dgm:prSet/>
      <dgm:spPr/>
      <dgm:t>
        <a:bodyPr/>
        <a:lstStyle/>
        <a:p>
          <a:endParaRPr lang="en-US"/>
        </a:p>
      </dgm:t>
    </dgm:pt>
    <dgm:pt modelId="{AFB5C03C-E15D-4F51-A460-2E5B82DB663C}">
      <dgm:prSet/>
      <dgm:spPr/>
      <dgm:t>
        <a:bodyPr/>
        <a:lstStyle/>
        <a:p>
          <a:r>
            <a:rPr lang="en-US"/>
            <a:t>This helps develop common ownership of code and spreads knowledge across the team.</a:t>
          </a:r>
        </a:p>
      </dgm:t>
    </dgm:pt>
    <dgm:pt modelId="{B15D4703-4A8A-4A85-8290-6F900DF2E75A}" type="parTrans" cxnId="{3CC7929C-DA67-41D7-927A-1854B2FE5AA9}">
      <dgm:prSet/>
      <dgm:spPr/>
      <dgm:t>
        <a:bodyPr/>
        <a:lstStyle/>
        <a:p>
          <a:endParaRPr lang="en-US"/>
        </a:p>
      </dgm:t>
    </dgm:pt>
    <dgm:pt modelId="{A32AB4C1-DC8E-4008-833F-0CB27C72D700}" type="sibTrans" cxnId="{3CC7929C-DA67-41D7-927A-1854B2FE5AA9}">
      <dgm:prSet/>
      <dgm:spPr/>
      <dgm:t>
        <a:bodyPr/>
        <a:lstStyle/>
        <a:p>
          <a:endParaRPr lang="en-US"/>
        </a:p>
      </dgm:t>
    </dgm:pt>
    <dgm:pt modelId="{4265B8BD-4415-4559-84C4-8E737BD5210C}">
      <dgm:prSet/>
      <dgm:spPr/>
      <dgm:t>
        <a:bodyPr/>
        <a:lstStyle/>
        <a:p>
          <a:r>
            <a:rPr lang="en-US"/>
            <a:t>It serves as an informal review process as each line of code is looked at by more than 1 person.</a:t>
          </a:r>
        </a:p>
      </dgm:t>
    </dgm:pt>
    <dgm:pt modelId="{E61ECEA2-F360-4697-A42A-D7641D73ACE0}" type="parTrans" cxnId="{5D1715E9-FB9E-42B9-80A9-86AE07651B17}">
      <dgm:prSet/>
      <dgm:spPr/>
      <dgm:t>
        <a:bodyPr/>
        <a:lstStyle/>
        <a:p>
          <a:endParaRPr lang="en-US"/>
        </a:p>
      </dgm:t>
    </dgm:pt>
    <dgm:pt modelId="{623DC942-740C-47ED-80EE-D5366C6BA882}" type="sibTrans" cxnId="{5D1715E9-FB9E-42B9-80A9-86AE07651B17}">
      <dgm:prSet/>
      <dgm:spPr/>
      <dgm:t>
        <a:bodyPr/>
        <a:lstStyle/>
        <a:p>
          <a:endParaRPr lang="en-US"/>
        </a:p>
      </dgm:t>
    </dgm:pt>
    <dgm:pt modelId="{3FB579DA-AED2-497F-AD87-F24B939139AE}">
      <dgm:prSet/>
      <dgm:spPr/>
      <dgm:t>
        <a:bodyPr/>
        <a:lstStyle/>
        <a:p>
          <a:r>
            <a:rPr lang="en-US"/>
            <a:t>It encourages refactoring as the whole team can benefit from improving the system code.</a:t>
          </a:r>
        </a:p>
      </dgm:t>
    </dgm:pt>
    <dgm:pt modelId="{26320DF6-1702-4FFD-8489-2C987F0D6EB6}" type="parTrans" cxnId="{43EC5CEB-3846-4826-98A8-33F7540A41E9}">
      <dgm:prSet/>
      <dgm:spPr/>
      <dgm:t>
        <a:bodyPr/>
        <a:lstStyle/>
        <a:p>
          <a:endParaRPr lang="en-US"/>
        </a:p>
      </dgm:t>
    </dgm:pt>
    <dgm:pt modelId="{580F0B6C-80DE-442A-B9B8-031275B3393C}" type="sibTrans" cxnId="{43EC5CEB-3846-4826-98A8-33F7540A41E9}">
      <dgm:prSet/>
      <dgm:spPr/>
      <dgm:t>
        <a:bodyPr/>
        <a:lstStyle/>
        <a:p>
          <a:endParaRPr lang="en-US"/>
        </a:p>
      </dgm:t>
    </dgm:pt>
    <dgm:pt modelId="{CACA1FAC-A78C-E34C-8445-C5176D83082A}" type="pres">
      <dgm:prSet presAssocID="{AD4C0856-0908-428B-97FE-01D038A78493}" presName="vert0" presStyleCnt="0">
        <dgm:presLayoutVars>
          <dgm:dir/>
          <dgm:animOne val="branch"/>
          <dgm:animLvl val="lvl"/>
        </dgm:presLayoutVars>
      </dgm:prSet>
      <dgm:spPr/>
    </dgm:pt>
    <dgm:pt modelId="{29FC18ED-5EA7-7E45-8FFE-0EBBAD9C052F}" type="pres">
      <dgm:prSet presAssocID="{0691E2A0-3893-41B6-8BC4-5BF5B6E86E22}" presName="thickLine" presStyleLbl="alignNode1" presStyleIdx="0" presStyleCnt="4"/>
      <dgm:spPr/>
    </dgm:pt>
    <dgm:pt modelId="{474C2B3D-5451-484B-ABA4-C07C14435FA8}" type="pres">
      <dgm:prSet presAssocID="{0691E2A0-3893-41B6-8BC4-5BF5B6E86E22}" presName="horz1" presStyleCnt="0"/>
      <dgm:spPr/>
    </dgm:pt>
    <dgm:pt modelId="{8D78859D-BE66-2648-AFF3-D9497E3470B8}" type="pres">
      <dgm:prSet presAssocID="{0691E2A0-3893-41B6-8BC4-5BF5B6E86E22}" presName="tx1" presStyleLbl="revTx" presStyleIdx="0" presStyleCnt="4"/>
      <dgm:spPr/>
    </dgm:pt>
    <dgm:pt modelId="{113560B0-315D-DA42-9594-8B31DB7BA4DD}" type="pres">
      <dgm:prSet presAssocID="{0691E2A0-3893-41B6-8BC4-5BF5B6E86E22}" presName="vert1" presStyleCnt="0"/>
      <dgm:spPr/>
    </dgm:pt>
    <dgm:pt modelId="{48540D7D-01E6-474F-85EB-CC1AEB1DAD95}" type="pres">
      <dgm:prSet presAssocID="{AFB5C03C-E15D-4F51-A460-2E5B82DB663C}" presName="thickLine" presStyleLbl="alignNode1" presStyleIdx="1" presStyleCnt="4"/>
      <dgm:spPr/>
    </dgm:pt>
    <dgm:pt modelId="{FBE69E65-8C7F-1A40-A8A3-06279BAFB92B}" type="pres">
      <dgm:prSet presAssocID="{AFB5C03C-E15D-4F51-A460-2E5B82DB663C}" presName="horz1" presStyleCnt="0"/>
      <dgm:spPr/>
    </dgm:pt>
    <dgm:pt modelId="{80191DE5-7863-0245-9451-0FEA178ABF25}" type="pres">
      <dgm:prSet presAssocID="{AFB5C03C-E15D-4F51-A460-2E5B82DB663C}" presName="tx1" presStyleLbl="revTx" presStyleIdx="1" presStyleCnt="4"/>
      <dgm:spPr/>
    </dgm:pt>
    <dgm:pt modelId="{0ED81800-B1D4-5F4E-A46E-C7368CA24D64}" type="pres">
      <dgm:prSet presAssocID="{AFB5C03C-E15D-4F51-A460-2E5B82DB663C}" presName="vert1" presStyleCnt="0"/>
      <dgm:spPr/>
    </dgm:pt>
    <dgm:pt modelId="{E059CD77-9756-3C48-8591-D5493C751A8D}" type="pres">
      <dgm:prSet presAssocID="{4265B8BD-4415-4559-84C4-8E737BD5210C}" presName="thickLine" presStyleLbl="alignNode1" presStyleIdx="2" presStyleCnt="4"/>
      <dgm:spPr/>
    </dgm:pt>
    <dgm:pt modelId="{4A204A10-5C9C-EB47-87CE-AC53C5235F84}" type="pres">
      <dgm:prSet presAssocID="{4265B8BD-4415-4559-84C4-8E737BD5210C}" presName="horz1" presStyleCnt="0"/>
      <dgm:spPr/>
    </dgm:pt>
    <dgm:pt modelId="{B48D5513-02FF-1D4A-89AD-3DC955173005}" type="pres">
      <dgm:prSet presAssocID="{4265B8BD-4415-4559-84C4-8E737BD5210C}" presName="tx1" presStyleLbl="revTx" presStyleIdx="2" presStyleCnt="4"/>
      <dgm:spPr/>
    </dgm:pt>
    <dgm:pt modelId="{6E3AA492-0185-9643-A1B1-26F9A712B1E6}" type="pres">
      <dgm:prSet presAssocID="{4265B8BD-4415-4559-84C4-8E737BD5210C}" presName="vert1" presStyleCnt="0"/>
      <dgm:spPr/>
    </dgm:pt>
    <dgm:pt modelId="{2D1FF883-AC3F-2E42-81E5-D340CC5A7576}" type="pres">
      <dgm:prSet presAssocID="{3FB579DA-AED2-497F-AD87-F24B939139AE}" presName="thickLine" presStyleLbl="alignNode1" presStyleIdx="3" presStyleCnt="4"/>
      <dgm:spPr/>
    </dgm:pt>
    <dgm:pt modelId="{992E7B15-70D8-4942-BAE0-DBE37D9D82C5}" type="pres">
      <dgm:prSet presAssocID="{3FB579DA-AED2-497F-AD87-F24B939139AE}" presName="horz1" presStyleCnt="0"/>
      <dgm:spPr/>
    </dgm:pt>
    <dgm:pt modelId="{1D5AD990-235D-3641-B4C0-FFF6F1FEA688}" type="pres">
      <dgm:prSet presAssocID="{3FB579DA-AED2-497F-AD87-F24B939139AE}" presName="tx1" presStyleLbl="revTx" presStyleIdx="3" presStyleCnt="4"/>
      <dgm:spPr/>
    </dgm:pt>
    <dgm:pt modelId="{4305B512-9401-A947-8559-F8955B0718BF}" type="pres">
      <dgm:prSet presAssocID="{3FB579DA-AED2-497F-AD87-F24B939139AE}" presName="vert1" presStyleCnt="0"/>
      <dgm:spPr/>
    </dgm:pt>
  </dgm:ptLst>
  <dgm:cxnLst>
    <dgm:cxn modelId="{FC4A043D-B932-FB41-A92B-D4873AC1B46C}" type="presOf" srcId="{AFB5C03C-E15D-4F51-A460-2E5B82DB663C}" destId="{80191DE5-7863-0245-9451-0FEA178ABF25}" srcOrd="0" destOrd="0" presId="urn:microsoft.com/office/officeart/2008/layout/LinedList"/>
    <dgm:cxn modelId="{48CB3752-0B97-D649-9614-8C77C0F68414}" type="presOf" srcId="{4265B8BD-4415-4559-84C4-8E737BD5210C}" destId="{B48D5513-02FF-1D4A-89AD-3DC955173005}" srcOrd="0" destOrd="0" presId="urn:microsoft.com/office/officeart/2008/layout/LinedList"/>
    <dgm:cxn modelId="{4D938F87-75C8-41F5-902B-13F81C762AA7}" srcId="{AD4C0856-0908-428B-97FE-01D038A78493}" destId="{0691E2A0-3893-41B6-8BC4-5BF5B6E86E22}" srcOrd="0" destOrd="0" parTransId="{39675E15-FE91-4C4A-98BC-8900C61A7018}" sibTransId="{59FF72A4-86C0-4CF1-B38E-4CE5E17334F2}"/>
    <dgm:cxn modelId="{3CC7929C-DA67-41D7-927A-1854B2FE5AA9}" srcId="{AD4C0856-0908-428B-97FE-01D038A78493}" destId="{AFB5C03C-E15D-4F51-A460-2E5B82DB663C}" srcOrd="1" destOrd="0" parTransId="{B15D4703-4A8A-4A85-8290-6F900DF2E75A}" sibTransId="{A32AB4C1-DC8E-4008-833F-0CB27C72D700}"/>
    <dgm:cxn modelId="{7ABA88A4-F154-F941-937F-FBD421E5B470}" type="presOf" srcId="{0691E2A0-3893-41B6-8BC4-5BF5B6E86E22}" destId="{8D78859D-BE66-2648-AFF3-D9497E3470B8}" srcOrd="0" destOrd="0" presId="urn:microsoft.com/office/officeart/2008/layout/LinedList"/>
    <dgm:cxn modelId="{216362B7-0F31-C348-9206-FD34A3D88DE0}" type="presOf" srcId="{AD4C0856-0908-428B-97FE-01D038A78493}" destId="{CACA1FAC-A78C-E34C-8445-C5176D83082A}" srcOrd="0" destOrd="0" presId="urn:microsoft.com/office/officeart/2008/layout/LinedList"/>
    <dgm:cxn modelId="{A339BDCA-F790-A74A-9B64-C25BBE830989}" type="presOf" srcId="{3FB579DA-AED2-497F-AD87-F24B939139AE}" destId="{1D5AD990-235D-3641-B4C0-FFF6F1FEA688}" srcOrd="0" destOrd="0" presId="urn:microsoft.com/office/officeart/2008/layout/LinedList"/>
    <dgm:cxn modelId="{5D1715E9-FB9E-42B9-80A9-86AE07651B17}" srcId="{AD4C0856-0908-428B-97FE-01D038A78493}" destId="{4265B8BD-4415-4559-84C4-8E737BD5210C}" srcOrd="2" destOrd="0" parTransId="{E61ECEA2-F360-4697-A42A-D7641D73ACE0}" sibTransId="{623DC942-740C-47ED-80EE-D5366C6BA882}"/>
    <dgm:cxn modelId="{43EC5CEB-3846-4826-98A8-33F7540A41E9}" srcId="{AD4C0856-0908-428B-97FE-01D038A78493}" destId="{3FB579DA-AED2-497F-AD87-F24B939139AE}" srcOrd="3" destOrd="0" parTransId="{26320DF6-1702-4FFD-8489-2C987F0D6EB6}" sibTransId="{580F0B6C-80DE-442A-B9B8-031275B3393C}"/>
    <dgm:cxn modelId="{DE9879B3-CE7B-CC44-B432-BBA38817FB1D}" type="presParOf" srcId="{CACA1FAC-A78C-E34C-8445-C5176D83082A}" destId="{29FC18ED-5EA7-7E45-8FFE-0EBBAD9C052F}" srcOrd="0" destOrd="0" presId="urn:microsoft.com/office/officeart/2008/layout/LinedList"/>
    <dgm:cxn modelId="{F8E7EEAE-D17B-1D42-A0FA-873DA2D08E21}" type="presParOf" srcId="{CACA1FAC-A78C-E34C-8445-C5176D83082A}" destId="{474C2B3D-5451-484B-ABA4-C07C14435FA8}" srcOrd="1" destOrd="0" presId="urn:microsoft.com/office/officeart/2008/layout/LinedList"/>
    <dgm:cxn modelId="{11DA3643-2D60-5C47-B1CE-6DAE0DBBC8DF}" type="presParOf" srcId="{474C2B3D-5451-484B-ABA4-C07C14435FA8}" destId="{8D78859D-BE66-2648-AFF3-D9497E3470B8}" srcOrd="0" destOrd="0" presId="urn:microsoft.com/office/officeart/2008/layout/LinedList"/>
    <dgm:cxn modelId="{12747DDE-8EE5-F240-A1BA-54C0B51A7995}" type="presParOf" srcId="{474C2B3D-5451-484B-ABA4-C07C14435FA8}" destId="{113560B0-315D-DA42-9594-8B31DB7BA4DD}" srcOrd="1" destOrd="0" presId="urn:microsoft.com/office/officeart/2008/layout/LinedList"/>
    <dgm:cxn modelId="{B4E15991-8B5F-3F47-A60F-A0130C023EE8}" type="presParOf" srcId="{CACA1FAC-A78C-E34C-8445-C5176D83082A}" destId="{48540D7D-01E6-474F-85EB-CC1AEB1DAD95}" srcOrd="2" destOrd="0" presId="urn:microsoft.com/office/officeart/2008/layout/LinedList"/>
    <dgm:cxn modelId="{BAD98ACB-EA14-BB4A-96D9-486BF5E40AC4}" type="presParOf" srcId="{CACA1FAC-A78C-E34C-8445-C5176D83082A}" destId="{FBE69E65-8C7F-1A40-A8A3-06279BAFB92B}" srcOrd="3" destOrd="0" presId="urn:microsoft.com/office/officeart/2008/layout/LinedList"/>
    <dgm:cxn modelId="{84704ECA-3E60-4244-BF6B-5F1563EB37A4}" type="presParOf" srcId="{FBE69E65-8C7F-1A40-A8A3-06279BAFB92B}" destId="{80191DE5-7863-0245-9451-0FEA178ABF25}" srcOrd="0" destOrd="0" presId="urn:microsoft.com/office/officeart/2008/layout/LinedList"/>
    <dgm:cxn modelId="{27635B8C-F566-D84B-84F4-212EF6C15FC7}" type="presParOf" srcId="{FBE69E65-8C7F-1A40-A8A3-06279BAFB92B}" destId="{0ED81800-B1D4-5F4E-A46E-C7368CA24D64}" srcOrd="1" destOrd="0" presId="urn:microsoft.com/office/officeart/2008/layout/LinedList"/>
    <dgm:cxn modelId="{75196D73-3549-3642-A334-FFAE9A04FE68}" type="presParOf" srcId="{CACA1FAC-A78C-E34C-8445-C5176D83082A}" destId="{E059CD77-9756-3C48-8591-D5493C751A8D}" srcOrd="4" destOrd="0" presId="urn:microsoft.com/office/officeart/2008/layout/LinedList"/>
    <dgm:cxn modelId="{7C3CDDE0-640A-C24E-83F0-D06487780A65}" type="presParOf" srcId="{CACA1FAC-A78C-E34C-8445-C5176D83082A}" destId="{4A204A10-5C9C-EB47-87CE-AC53C5235F84}" srcOrd="5" destOrd="0" presId="urn:microsoft.com/office/officeart/2008/layout/LinedList"/>
    <dgm:cxn modelId="{D0A6B385-5629-2E45-ADA7-76D1D5326EA6}" type="presParOf" srcId="{4A204A10-5C9C-EB47-87CE-AC53C5235F84}" destId="{B48D5513-02FF-1D4A-89AD-3DC955173005}" srcOrd="0" destOrd="0" presId="urn:microsoft.com/office/officeart/2008/layout/LinedList"/>
    <dgm:cxn modelId="{38662262-0DDF-AA44-912A-9A6B50E92933}" type="presParOf" srcId="{4A204A10-5C9C-EB47-87CE-AC53C5235F84}" destId="{6E3AA492-0185-9643-A1B1-26F9A712B1E6}" srcOrd="1" destOrd="0" presId="urn:microsoft.com/office/officeart/2008/layout/LinedList"/>
    <dgm:cxn modelId="{FE8AA0B7-AE45-514F-9132-F46FD8719157}" type="presParOf" srcId="{CACA1FAC-A78C-E34C-8445-C5176D83082A}" destId="{2D1FF883-AC3F-2E42-81E5-D340CC5A7576}" srcOrd="6" destOrd="0" presId="urn:microsoft.com/office/officeart/2008/layout/LinedList"/>
    <dgm:cxn modelId="{C40EE1F5-5180-7B4B-A493-55E5FC5161B3}" type="presParOf" srcId="{CACA1FAC-A78C-E34C-8445-C5176D83082A}" destId="{992E7B15-70D8-4942-BAE0-DBE37D9D82C5}" srcOrd="7" destOrd="0" presId="urn:microsoft.com/office/officeart/2008/layout/LinedList"/>
    <dgm:cxn modelId="{7142E7EC-370A-BE4E-B6D6-FA4882B11FAE}" type="presParOf" srcId="{992E7B15-70D8-4942-BAE0-DBE37D9D82C5}" destId="{1D5AD990-235D-3641-B4C0-FFF6F1FEA688}" srcOrd="0" destOrd="0" presId="urn:microsoft.com/office/officeart/2008/layout/LinedList"/>
    <dgm:cxn modelId="{4037C742-DB51-CA44-B1BF-E02AC989D43A}" type="presParOf" srcId="{992E7B15-70D8-4942-BAE0-DBE37D9D82C5}" destId="{4305B512-9401-A947-8559-F8955B0718B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52F0E75-7FCE-4B8D-83E1-9993343908BE}"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1A70173B-907C-44F7-9AD4-818F866A01D1}">
      <dgm:prSet/>
      <dgm:spPr/>
      <dgm:t>
        <a:bodyPr/>
        <a:lstStyle/>
        <a:p>
          <a:r>
            <a:rPr lang="en-GB"/>
            <a:t>In pair programming, programmers sit together at the same computer to develop the software.</a:t>
          </a:r>
          <a:endParaRPr lang="en-US"/>
        </a:p>
      </dgm:t>
    </dgm:pt>
    <dgm:pt modelId="{9BFFDF57-ADFE-4C82-9BCF-DC70BC31BADB}" type="parTrans" cxnId="{DB18183F-61B8-460D-87E7-9F7148607DA3}">
      <dgm:prSet/>
      <dgm:spPr/>
      <dgm:t>
        <a:bodyPr/>
        <a:lstStyle/>
        <a:p>
          <a:endParaRPr lang="en-US"/>
        </a:p>
      </dgm:t>
    </dgm:pt>
    <dgm:pt modelId="{F4232E13-92F4-431F-A024-5C5CAE7568DB}" type="sibTrans" cxnId="{DB18183F-61B8-460D-87E7-9F7148607DA3}">
      <dgm:prSet/>
      <dgm:spPr/>
      <dgm:t>
        <a:bodyPr/>
        <a:lstStyle/>
        <a:p>
          <a:endParaRPr lang="en-US"/>
        </a:p>
      </dgm:t>
    </dgm:pt>
    <dgm:pt modelId="{D8DCDD8D-1E09-4C58-A974-9C5F60271E70}">
      <dgm:prSet/>
      <dgm:spPr/>
      <dgm:t>
        <a:bodyPr/>
        <a:lstStyle/>
        <a:p>
          <a:r>
            <a:rPr lang="en-GB"/>
            <a:t>Pairs are created dynamically so that all team members work with each other during the development process.</a:t>
          </a:r>
          <a:endParaRPr lang="en-US"/>
        </a:p>
      </dgm:t>
    </dgm:pt>
    <dgm:pt modelId="{BD7CEE96-7BD7-4A8F-BF5D-C96F52CBAB6D}" type="parTrans" cxnId="{E0D24160-25D8-49EF-8A68-2031ECC5951E}">
      <dgm:prSet/>
      <dgm:spPr/>
      <dgm:t>
        <a:bodyPr/>
        <a:lstStyle/>
        <a:p>
          <a:endParaRPr lang="en-US"/>
        </a:p>
      </dgm:t>
    </dgm:pt>
    <dgm:pt modelId="{A3F29F37-A04E-49F9-BCE4-F2874281EACC}" type="sibTrans" cxnId="{E0D24160-25D8-49EF-8A68-2031ECC5951E}">
      <dgm:prSet/>
      <dgm:spPr/>
      <dgm:t>
        <a:bodyPr/>
        <a:lstStyle/>
        <a:p>
          <a:endParaRPr lang="en-US"/>
        </a:p>
      </dgm:t>
    </dgm:pt>
    <dgm:pt modelId="{F2B452E4-6E7A-4EE8-9F71-5D686620D200}">
      <dgm:prSet/>
      <dgm:spPr/>
      <dgm:t>
        <a:bodyPr/>
        <a:lstStyle/>
        <a:p>
          <a:r>
            <a:rPr lang="en-GB"/>
            <a:t>The sharing of knowledge that happens during pair programming is very important as it reduces the overall risks to a project when team members leave.</a:t>
          </a:r>
          <a:endParaRPr lang="en-US"/>
        </a:p>
      </dgm:t>
    </dgm:pt>
    <dgm:pt modelId="{544E8D02-561B-4E6B-9E4C-CDB59C496D89}" type="parTrans" cxnId="{8127515C-5F40-4CCA-99DE-C5F63F6E6B31}">
      <dgm:prSet/>
      <dgm:spPr/>
      <dgm:t>
        <a:bodyPr/>
        <a:lstStyle/>
        <a:p>
          <a:endParaRPr lang="en-US"/>
        </a:p>
      </dgm:t>
    </dgm:pt>
    <dgm:pt modelId="{EFC9C799-E4D7-4095-9A32-B478DA70E47D}" type="sibTrans" cxnId="{8127515C-5F40-4CCA-99DE-C5F63F6E6B31}">
      <dgm:prSet/>
      <dgm:spPr/>
      <dgm:t>
        <a:bodyPr/>
        <a:lstStyle/>
        <a:p>
          <a:endParaRPr lang="en-US"/>
        </a:p>
      </dgm:t>
    </dgm:pt>
    <dgm:pt modelId="{921A899A-FF52-4523-9F78-E798189DA1DF}">
      <dgm:prSet/>
      <dgm:spPr/>
      <dgm:t>
        <a:bodyPr/>
        <a:lstStyle/>
        <a:p>
          <a:r>
            <a:rPr lang="en-GB"/>
            <a:t>Pair programming is not necessarily inefficient and there is some evidence that suggests that a pair working together is more efficient than 2 programmers working separately.</a:t>
          </a:r>
          <a:endParaRPr lang="en-US"/>
        </a:p>
      </dgm:t>
    </dgm:pt>
    <dgm:pt modelId="{7F03E085-BBB8-42C2-A7E1-A2F50B0725F0}" type="parTrans" cxnId="{F2A8053B-8572-4CC0-96D9-A14F8695D7A5}">
      <dgm:prSet/>
      <dgm:spPr/>
      <dgm:t>
        <a:bodyPr/>
        <a:lstStyle/>
        <a:p>
          <a:endParaRPr lang="en-US"/>
        </a:p>
      </dgm:t>
    </dgm:pt>
    <dgm:pt modelId="{8197D482-115A-4814-A93F-36E9E5C266CF}" type="sibTrans" cxnId="{F2A8053B-8572-4CC0-96D9-A14F8695D7A5}">
      <dgm:prSet/>
      <dgm:spPr/>
      <dgm:t>
        <a:bodyPr/>
        <a:lstStyle/>
        <a:p>
          <a:endParaRPr lang="en-US"/>
        </a:p>
      </dgm:t>
    </dgm:pt>
    <dgm:pt modelId="{F7A47CB8-0AB1-F54F-BD49-A24FF18BD7AC}" type="pres">
      <dgm:prSet presAssocID="{152F0E75-7FCE-4B8D-83E1-9993343908BE}" presName="vert0" presStyleCnt="0">
        <dgm:presLayoutVars>
          <dgm:dir/>
          <dgm:animOne val="branch"/>
          <dgm:animLvl val="lvl"/>
        </dgm:presLayoutVars>
      </dgm:prSet>
      <dgm:spPr/>
    </dgm:pt>
    <dgm:pt modelId="{0505FB34-5ECE-3F42-A811-47356674D720}" type="pres">
      <dgm:prSet presAssocID="{1A70173B-907C-44F7-9AD4-818F866A01D1}" presName="thickLine" presStyleLbl="alignNode1" presStyleIdx="0" presStyleCnt="4"/>
      <dgm:spPr/>
    </dgm:pt>
    <dgm:pt modelId="{9064E101-557B-C444-9062-AB682F5BFDB3}" type="pres">
      <dgm:prSet presAssocID="{1A70173B-907C-44F7-9AD4-818F866A01D1}" presName="horz1" presStyleCnt="0"/>
      <dgm:spPr/>
    </dgm:pt>
    <dgm:pt modelId="{57E66F73-19F4-9F46-9FFB-D3AB95C54714}" type="pres">
      <dgm:prSet presAssocID="{1A70173B-907C-44F7-9AD4-818F866A01D1}" presName="tx1" presStyleLbl="revTx" presStyleIdx="0" presStyleCnt="4"/>
      <dgm:spPr/>
    </dgm:pt>
    <dgm:pt modelId="{FAF534ED-EA61-8E49-8099-137A55989F70}" type="pres">
      <dgm:prSet presAssocID="{1A70173B-907C-44F7-9AD4-818F866A01D1}" presName="vert1" presStyleCnt="0"/>
      <dgm:spPr/>
    </dgm:pt>
    <dgm:pt modelId="{800A5982-5A20-0848-9465-65F59E782EE1}" type="pres">
      <dgm:prSet presAssocID="{D8DCDD8D-1E09-4C58-A974-9C5F60271E70}" presName="thickLine" presStyleLbl="alignNode1" presStyleIdx="1" presStyleCnt="4"/>
      <dgm:spPr/>
    </dgm:pt>
    <dgm:pt modelId="{5B6493C5-3C66-DB44-A766-3F1D48C20639}" type="pres">
      <dgm:prSet presAssocID="{D8DCDD8D-1E09-4C58-A974-9C5F60271E70}" presName="horz1" presStyleCnt="0"/>
      <dgm:spPr/>
    </dgm:pt>
    <dgm:pt modelId="{F728FDA0-C0E0-1F44-BE9A-D1DB3FBBCEF3}" type="pres">
      <dgm:prSet presAssocID="{D8DCDD8D-1E09-4C58-A974-9C5F60271E70}" presName="tx1" presStyleLbl="revTx" presStyleIdx="1" presStyleCnt="4"/>
      <dgm:spPr/>
    </dgm:pt>
    <dgm:pt modelId="{9FB08AAB-E1A2-C341-87D7-1E6DD09810E6}" type="pres">
      <dgm:prSet presAssocID="{D8DCDD8D-1E09-4C58-A974-9C5F60271E70}" presName="vert1" presStyleCnt="0"/>
      <dgm:spPr/>
    </dgm:pt>
    <dgm:pt modelId="{A0B7D1E8-A12D-EF46-91B0-C57FB63F44A7}" type="pres">
      <dgm:prSet presAssocID="{F2B452E4-6E7A-4EE8-9F71-5D686620D200}" presName="thickLine" presStyleLbl="alignNode1" presStyleIdx="2" presStyleCnt="4"/>
      <dgm:spPr/>
    </dgm:pt>
    <dgm:pt modelId="{52D91207-6C57-CD4E-A07C-415DD6F5FD71}" type="pres">
      <dgm:prSet presAssocID="{F2B452E4-6E7A-4EE8-9F71-5D686620D200}" presName="horz1" presStyleCnt="0"/>
      <dgm:spPr/>
    </dgm:pt>
    <dgm:pt modelId="{467CCA5B-BBA7-604A-A22A-BDCFB68D2607}" type="pres">
      <dgm:prSet presAssocID="{F2B452E4-6E7A-4EE8-9F71-5D686620D200}" presName="tx1" presStyleLbl="revTx" presStyleIdx="2" presStyleCnt="4"/>
      <dgm:spPr/>
    </dgm:pt>
    <dgm:pt modelId="{0E6A1FA6-4AA2-B741-A68B-6419A3949A0D}" type="pres">
      <dgm:prSet presAssocID="{F2B452E4-6E7A-4EE8-9F71-5D686620D200}" presName="vert1" presStyleCnt="0"/>
      <dgm:spPr/>
    </dgm:pt>
    <dgm:pt modelId="{D7FD8215-D542-0D49-A92A-3D328A172101}" type="pres">
      <dgm:prSet presAssocID="{921A899A-FF52-4523-9F78-E798189DA1DF}" presName="thickLine" presStyleLbl="alignNode1" presStyleIdx="3" presStyleCnt="4"/>
      <dgm:spPr/>
    </dgm:pt>
    <dgm:pt modelId="{B46F06FB-1EEC-CC40-B8DE-570332290E0E}" type="pres">
      <dgm:prSet presAssocID="{921A899A-FF52-4523-9F78-E798189DA1DF}" presName="horz1" presStyleCnt="0"/>
      <dgm:spPr/>
    </dgm:pt>
    <dgm:pt modelId="{384036A0-BA17-8148-8D2D-6C1A44073E10}" type="pres">
      <dgm:prSet presAssocID="{921A899A-FF52-4523-9F78-E798189DA1DF}" presName="tx1" presStyleLbl="revTx" presStyleIdx="3" presStyleCnt="4"/>
      <dgm:spPr/>
    </dgm:pt>
    <dgm:pt modelId="{E23918AC-F7F6-1E4B-87B8-FFCC5D304215}" type="pres">
      <dgm:prSet presAssocID="{921A899A-FF52-4523-9F78-E798189DA1DF}" presName="vert1" presStyleCnt="0"/>
      <dgm:spPr/>
    </dgm:pt>
  </dgm:ptLst>
  <dgm:cxnLst>
    <dgm:cxn modelId="{29CA8438-959C-B64F-92B5-541903EB063F}" type="presOf" srcId="{152F0E75-7FCE-4B8D-83E1-9993343908BE}" destId="{F7A47CB8-0AB1-F54F-BD49-A24FF18BD7AC}" srcOrd="0" destOrd="0" presId="urn:microsoft.com/office/officeart/2008/layout/LinedList"/>
    <dgm:cxn modelId="{C596943A-3930-0541-A933-4D5BCB59424F}" type="presOf" srcId="{D8DCDD8D-1E09-4C58-A974-9C5F60271E70}" destId="{F728FDA0-C0E0-1F44-BE9A-D1DB3FBBCEF3}" srcOrd="0" destOrd="0" presId="urn:microsoft.com/office/officeart/2008/layout/LinedList"/>
    <dgm:cxn modelId="{F2A8053B-8572-4CC0-96D9-A14F8695D7A5}" srcId="{152F0E75-7FCE-4B8D-83E1-9993343908BE}" destId="{921A899A-FF52-4523-9F78-E798189DA1DF}" srcOrd="3" destOrd="0" parTransId="{7F03E085-BBB8-42C2-A7E1-A2F50B0725F0}" sibTransId="{8197D482-115A-4814-A93F-36E9E5C266CF}"/>
    <dgm:cxn modelId="{DB18183F-61B8-460D-87E7-9F7148607DA3}" srcId="{152F0E75-7FCE-4B8D-83E1-9993343908BE}" destId="{1A70173B-907C-44F7-9AD4-818F866A01D1}" srcOrd="0" destOrd="0" parTransId="{9BFFDF57-ADFE-4C82-9BCF-DC70BC31BADB}" sibTransId="{F4232E13-92F4-431F-A024-5C5CAE7568DB}"/>
    <dgm:cxn modelId="{8127515C-5F40-4CCA-99DE-C5F63F6E6B31}" srcId="{152F0E75-7FCE-4B8D-83E1-9993343908BE}" destId="{F2B452E4-6E7A-4EE8-9F71-5D686620D200}" srcOrd="2" destOrd="0" parTransId="{544E8D02-561B-4E6B-9E4C-CDB59C496D89}" sibTransId="{EFC9C799-E4D7-4095-9A32-B478DA70E47D}"/>
    <dgm:cxn modelId="{E0D24160-25D8-49EF-8A68-2031ECC5951E}" srcId="{152F0E75-7FCE-4B8D-83E1-9993343908BE}" destId="{D8DCDD8D-1E09-4C58-A974-9C5F60271E70}" srcOrd="1" destOrd="0" parTransId="{BD7CEE96-7BD7-4A8F-BF5D-C96F52CBAB6D}" sibTransId="{A3F29F37-A04E-49F9-BCE4-F2874281EACC}"/>
    <dgm:cxn modelId="{2DD73D98-1C01-4F43-B4B1-44DEF3BF7333}" type="presOf" srcId="{1A70173B-907C-44F7-9AD4-818F866A01D1}" destId="{57E66F73-19F4-9F46-9FFB-D3AB95C54714}" srcOrd="0" destOrd="0" presId="urn:microsoft.com/office/officeart/2008/layout/LinedList"/>
    <dgm:cxn modelId="{ADDE4EAB-8FEB-1542-9C74-DA07E8F02BBF}" type="presOf" srcId="{921A899A-FF52-4523-9F78-E798189DA1DF}" destId="{384036A0-BA17-8148-8D2D-6C1A44073E10}" srcOrd="0" destOrd="0" presId="urn:microsoft.com/office/officeart/2008/layout/LinedList"/>
    <dgm:cxn modelId="{8CCDCCC2-B828-364C-BE35-44AA0C40362D}" type="presOf" srcId="{F2B452E4-6E7A-4EE8-9F71-5D686620D200}" destId="{467CCA5B-BBA7-604A-A22A-BDCFB68D2607}" srcOrd="0" destOrd="0" presId="urn:microsoft.com/office/officeart/2008/layout/LinedList"/>
    <dgm:cxn modelId="{5EAB8241-1F1D-7C4D-81D6-FAB023162623}" type="presParOf" srcId="{F7A47CB8-0AB1-F54F-BD49-A24FF18BD7AC}" destId="{0505FB34-5ECE-3F42-A811-47356674D720}" srcOrd="0" destOrd="0" presId="urn:microsoft.com/office/officeart/2008/layout/LinedList"/>
    <dgm:cxn modelId="{B8907399-97BA-E74E-9002-7EDE05A45F79}" type="presParOf" srcId="{F7A47CB8-0AB1-F54F-BD49-A24FF18BD7AC}" destId="{9064E101-557B-C444-9062-AB682F5BFDB3}" srcOrd="1" destOrd="0" presId="urn:microsoft.com/office/officeart/2008/layout/LinedList"/>
    <dgm:cxn modelId="{5AEF6E60-BD34-F64F-B360-AF1121CE135C}" type="presParOf" srcId="{9064E101-557B-C444-9062-AB682F5BFDB3}" destId="{57E66F73-19F4-9F46-9FFB-D3AB95C54714}" srcOrd="0" destOrd="0" presId="urn:microsoft.com/office/officeart/2008/layout/LinedList"/>
    <dgm:cxn modelId="{6563A27B-C2F7-084C-891E-4F79EFC5D1D3}" type="presParOf" srcId="{9064E101-557B-C444-9062-AB682F5BFDB3}" destId="{FAF534ED-EA61-8E49-8099-137A55989F70}" srcOrd="1" destOrd="0" presId="urn:microsoft.com/office/officeart/2008/layout/LinedList"/>
    <dgm:cxn modelId="{068EB794-04C8-044D-8FED-BC78301A831A}" type="presParOf" srcId="{F7A47CB8-0AB1-F54F-BD49-A24FF18BD7AC}" destId="{800A5982-5A20-0848-9465-65F59E782EE1}" srcOrd="2" destOrd="0" presId="urn:microsoft.com/office/officeart/2008/layout/LinedList"/>
    <dgm:cxn modelId="{A2ACD965-E765-3C42-92DA-39050EC970A6}" type="presParOf" srcId="{F7A47CB8-0AB1-F54F-BD49-A24FF18BD7AC}" destId="{5B6493C5-3C66-DB44-A766-3F1D48C20639}" srcOrd="3" destOrd="0" presId="urn:microsoft.com/office/officeart/2008/layout/LinedList"/>
    <dgm:cxn modelId="{25D7151B-D23C-C24A-98D5-D6325C693407}" type="presParOf" srcId="{5B6493C5-3C66-DB44-A766-3F1D48C20639}" destId="{F728FDA0-C0E0-1F44-BE9A-D1DB3FBBCEF3}" srcOrd="0" destOrd="0" presId="urn:microsoft.com/office/officeart/2008/layout/LinedList"/>
    <dgm:cxn modelId="{AE61EDCA-AD25-7542-B8B1-BE9E9ACDB051}" type="presParOf" srcId="{5B6493C5-3C66-DB44-A766-3F1D48C20639}" destId="{9FB08AAB-E1A2-C341-87D7-1E6DD09810E6}" srcOrd="1" destOrd="0" presId="urn:microsoft.com/office/officeart/2008/layout/LinedList"/>
    <dgm:cxn modelId="{5EA5C162-1775-2947-89E4-D6CB3D6F2E9C}" type="presParOf" srcId="{F7A47CB8-0AB1-F54F-BD49-A24FF18BD7AC}" destId="{A0B7D1E8-A12D-EF46-91B0-C57FB63F44A7}" srcOrd="4" destOrd="0" presId="urn:microsoft.com/office/officeart/2008/layout/LinedList"/>
    <dgm:cxn modelId="{29DAEE31-F8C6-0249-BBA2-860A0427046B}" type="presParOf" srcId="{F7A47CB8-0AB1-F54F-BD49-A24FF18BD7AC}" destId="{52D91207-6C57-CD4E-A07C-415DD6F5FD71}" srcOrd="5" destOrd="0" presId="urn:microsoft.com/office/officeart/2008/layout/LinedList"/>
    <dgm:cxn modelId="{AF67ADD8-6205-0346-B5EF-161AC49B4115}" type="presParOf" srcId="{52D91207-6C57-CD4E-A07C-415DD6F5FD71}" destId="{467CCA5B-BBA7-604A-A22A-BDCFB68D2607}" srcOrd="0" destOrd="0" presId="urn:microsoft.com/office/officeart/2008/layout/LinedList"/>
    <dgm:cxn modelId="{C589F576-5CC5-0B45-90A1-AFA6AE5423B1}" type="presParOf" srcId="{52D91207-6C57-CD4E-A07C-415DD6F5FD71}" destId="{0E6A1FA6-4AA2-B741-A68B-6419A3949A0D}" srcOrd="1" destOrd="0" presId="urn:microsoft.com/office/officeart/2008/layout/LinedList"/>
    <dgm:cxn modelId="{DFB928B7-B32D-DB43-A788-D31779855067}" type="presParOf" srcId="{F7A47CB8-0AB1-F54F-BD49-A24FF18BD7AC}" destId="{D7FD8215-D542-0D49-A92A-3D328A172101}" srcOrd="6" destOrd="0" presId="urn:microsoft.com/office/officeart/2008/layout/LinedList"/>
    <dgm:cxn modelId="{05218585-97BC-BE4C-9F6E-17982C4E10B2}" type="presParOf" srcId="{F7A47CB8-0AB1-F54F-BD49-A24FF18BD7AC}" destId="{B46F06FB-1EEC-CC40-B8DE-570332290E0E}" srcOrd="7" destOrd="0" presId="urn:microsoft.com/office/officeart/2008/layout/LinedList"/>
    <dgm:cxn modelId="{80600F3E-572E-CF46-B81C-244AE35A8021}" type="presParOf" srcId="{B46F06FB-1EEC-CC40-B8DE-570332290E0E}" destId="{384036A0-BA17-8148-8D2D-6C1A44073E10}" srcOrd="0" destOrd="0" presId="urn:microsoft.com/office/officeart/2008/layout/LinedList"/>
    <dgm:cxn modelId="{79D0305F-2CAC-B54F-8B57-12A627B0283F}" type="presParOf" srcId="{B46F06FB-1EEC-CC40-B8DE-570332290E0E}" destId="{E23918AC-F7F6-1E4B-87B8-FFCC5D30421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F52B79C-6F13-45A2-B161-046062CFA20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263A359-0874-43E9-9148-64CEFBA7E3FC}">
      <dgm:prSet/>
      <dgm:spPr/>
      <dgm:t>
        <a:bodyPr/>
        <a:lstStyle/>
        <a:p>
          <a:r>
            <a:rPr lang="en-GB"/>
            <a:t>The principal responsibility of software project managers is to manage the project so that the software is delivered on time and within the planned budget for the project. </a:t>
          </a:r>
          <a:endParaRPr lang="en-US"/>
        </a:p>
      </dgm:t>
    </dgm:pt>
    <dgm:pt modelId="{A99D4287-564B-478D-9F33-200C70AF5E44}" type="parTrans" cxnId="{55149E4E-1D82-47E0-ABE2-1E676C91DF4F}">
      <dgm:prSet/>
      <dgm:spPr/>
      <dgm:t>
        <a:bodyPr/>
        <a:lstStyle/>
        <a:p>
          <a:endParaRPr lang="en-US"/>
        </a:p>
      </dgm:t>
    </dgm:pt>
    <dgm:pt modelId="{5F9AABC5-DEC0-4B5C-ADBD-79878EEA9B5C}" type="sibTrans" cxnId="{55149E4E-1D82-47E0-ABE2-1E676C91DF4F}">
      <dgm:prSet/>
      <dgm:spPr/>
      <dgm:t>
        <a:bodyPr/>
        <a:lstStyle/>
        <a:p>
          <a:endParaRPr lang="en-US"/>
        </a:p>
      </dgm:t>
    </dgm:pt>
    <dgm:pt modelId="{BADE44F5-F1F4-4042-92B6-69BB4783BC2F}">
      <dgm:prSet/>
      <dgm:spPr/>
      <dgm:t>
        <a:bodyPr/>
        <a:lstStyle/>
        <a:p>
          <a:r>
            <a:rPr lang="en-GB"/>
            <a:t>The standard approach to project management is plan-driven. Managers draw up a plan for the project showing what should be delivered, when it should be delivered and who will work on the development of the project deliverables. </a:t>
          </a:r>
          <a:endParaRPr lang="en-US"/>
        </a:p>
      </dgm:t>
    </dgm:pt>
    <dgm:pt modelId="{EF9D185C-2000-40AE-AE01-7D4BA5614F92}" type="parTrans" cxnId="{175E832A-DBFC-4282-AB7A-DB755AD75910}">
      <dgm:prSet/>
      <dgm:spPr/>
      <dgm:t>
        <a:bodyPr/>
        <a:lstStyle/>
        <a:p>
          <a:endParaRPr lang="en-US"/>
        </a:p>
      </dgm:t>
    </dgm:pt>
    <dgm:pt modelId="{7AD1061F-C23E-401E-9964-457C5108B642}" type="sibTrans" cxnId="{175E832A-DBFC-4282-AB7A-DB755AD75910}">
      <dgm:prSet/>
      <dgm:spPr/>
      <dgm:t>
        <a:bodyPr/>
        <a:lstStyle/>
        <a:p>
          <a:endParaRPr lang="en-US"/>
        </a:p>
      </dgm:t>
    </dgm:pt>
    <dgm:pt modelId="{71D7E747-53D2-468A-8FB0-2F6A3DC9BFAD}">
      <dgm:prSet/>
      <dgm:spPr/>
      <dgm:t>
        <a:bodyPr/>
        <a:lstStyle/>
        <a:p>
          <a:r>
            <a:rPr lang="en-GB"/>
            <a:t>Agile project management requires a different approach, which is adapted to incremental development and the practices used in agile methods. </a:t>
          </a:r>
          <a:endParaRPr lang="en-US"/>
        </a:p>
      </dgm:t>
    </dgm:pt>
    <dgm:pt modelId="{2DEFB1A3-93E7-4F64-B664-EB243F41A911}" type="parTrans" cxnId="{5871CFCB-5F18-4CA9-AFD6-C12766C13F09}">
      <dgm:prSet/>
      <dgm:spPr/>
      <dgm:t>
        <a:bodyPr/>
        <a:lstStyle/>
        <a:p>
          <a:endParaRPr lang="en-US"/>
        </a:p>
      </dgm:t>
    </dgm:pt>
    <dgm:pt modelId="{EE1F5C50-A1C3-4A3A-82E7-F38602B553D1}" type="sibTrans" cxnId="{5871CFCB-5F18-4CA9-AFD6-C12766C13F09}">
      <dgm:prSet/>
      <dgm:spPr/>
      <dgm:t>
        <a:bodyPr/>
        <a:lstStyle/>
        <a:p>
          <a:endParaRPr lang="en-US"/>
        </a:p>
      </dgm:t>
    </dgm:pt>
    <dgm:pt modelId="{F924B3FC-47AD-4741-B8A4-974F805A4ECF}" type="pres">
      <dgm:prSet presAssocID="{BF52B79C-6F13-45A2-B161-046062CFA202}" presName="linear" presStyleCnt="0">
        <dgm:presLayoutVars>
          <dgm:animLvl val="lvl"/>
          <dgm:resizeHandles val="exact"/>
        </dgm:presLayoutVars>
      </dgm:prSet>
      <dgm:spPr/>
    </dgm:pt>
    <dgm:pt modelId="{4C7162D2-7303-9841-BEBA-C3FAF128265A}" type="pres">
      <dgm:prSet presAssocID="{B263A359-0874-43E9-9148-64CEFBA7E3FC}" presName="parentText" presStyleLbl="node1" presStyleIdx="0" presStyleCnt="3">
        <dgm:presLayoutVars>
          <dgm:chMax val="0"/>
          <dgm:bulletEnabled val="1"/>
        </dgm:presLayoutVars>
      </dgm:prSet>
      <dgm:spPr/>
    </dgm:pt>
    <dgm:pt modelId="{C983956D-3DBB-7A49-8A44-648E31372EB5}" type="pres">
      <dgm:prSet presAssocID="{5F9AABC5-DEC0-4B5C-ADBD-79878EEA9B5C}" presName="spacer" presStyleCnt="0"/>
      <dgm:spPr/>
    </dgm:pt>
    <dgm:pt modelId="{7644C9D1-1C5B-674A-9FA7-92F6C8D209BF}" type="pres">
      <dgm:prSet presAssocID="{BADE44F5-F1F4-4042-92B6-69BB4783BC2F}" presName="parentText" presStyleLbl="node1" presStyleIdx="1" presStyleCnt="3">
        <dgm:presLayoutVars>
          <dgm:chMax val="0"/>
          <dgm:bulletEnabled val="1"/>
        </dgm:presLayoutVars>
      </dgm:prSet>
      <dgm:spPr/>
    </dgm:pt>
    <dgm:pt modelId="{FE960B5C-BCD7-7949-9954-38A7A231CC8F}" type="pres">
      <dgm:prSet presAssocID="{7AD1061F-C23E-401E-9964-457C5108B642}" presName="spacer" presStyleCnt="0"/>
      <dgm:spPr/>
    </dgm:pt>
    <dgm:pt modelId="{077A16EF-4CCB-214B-AF13-551BB2E59C14}" type="pres">
      <dgm:prSet presAssocID="{71D7E747-53D2-468A-8FB0-2F6A3DC9BFAD}" presName="parentText" presStyleLbl="node1" presStyleIdx="2" presStyleCnt="3">
        <dgm:presLayoutVars>
          <dgm:chMax val="0"/>
          <dgm:bulletEnabled val="1"/>
        </dgm:presLayoutVars>
      </dgm:prSet>
      <dgm:spPr/>
    </dgm:pt>
  </dgm:ptLst>
  <dgm:cxnLst>
    <dgm:cxn modelId="{CE634705-B389-FC4E-B5B9-AC2B9FD0AC85}" type="presOf" srcId="{BADE44F5-F1F4-4042-92B6-69BB4783BC2F}" destId="{7644C9D1-1C5B-674A-9FA7-92F6C8D209BF}" srcOrd="0" destOrd="0" presId="urn:microsoft.com/office/officeart/2005/8/layout/vList2"/>
    <dgm:cxn modelId="{175E832A-DBFC-4282-AB7A-DB755AD75910}" srcId="{BF52B79C-6F13-45A2-B161-046062CFA202}" destId="{BADE44F5-F1F4-4042-92B6-69BB4783BC2F}" srcOrd="1" destOrd="0" parTransId="{EF9D185C-2000-40AE-AE01-7D4BA5614F92}" sibTransId="{7AD1061F-C23E-401E-9964-457C5108B642}"/>
    <dgm:cxn modelId="{68892F3A-E2FD-D14A-AD2F-166B62BDF4AB}" type="presOf" srcId="{B263A359-0874-43E9-9148-64CEFBA7E3FC}" destId="{4C7162D2-7303-9841-BEBA-C3FAF128265A}" srcOrd="0" destOrd="0" presId="urn:microsoft.com/office/officeart/2005/8/layout/vList2"/>
    <dgm:cxn modelId="{55149E4E-1D82-47E0-ABE2-1E676C91DF4F}" srcId="{BF52B79C-6F13-45A2-B161-046062CFA202}" destId="{B263A359-0874-43E9-9148-64CEFBA7E3FC}" srcOrd="0" destOrd="0" parTransId="{A99D4287-564B-478D-9F33-200C70AF5E44}" sibTransId="{5F9AABC5-DEC0-4B5C-ADBD-79878EEA9B5C}"/>
    <dgm:cxn modelId="{D9543EBD-B507-1C48-8FB2-51AAF5B41367}" type="presOf" srcId="{BF52B79C-6F13-45A2-B161-046062CFA202}" destId="{F924B3FC-47AD-4741-B8A4-974F805A4ECF}" srcOrd="0" destOrd="0" presId="urn:microsoft.com/office/officeart/2005/8/layout/vList2"/>
    <dgm:cxn modelId="{5871CFCB-5F18-4CA9-AFD6-C12766C13F09}" srcId="{BF52B79C-6F13-45A2-B161-046062CFA202}" destId="{71D7E747-53D2-468A-8FB0-2F6A3DC9BFAD}" srcOrd="2" destOrd="0" parTransId="{2DEFB1A3-93E7-4F64-B664-EB243F41A911}" sibTransId="{EE1F5C50-A1C3-4A3A-82E7-F38602B553D1}"/>
    <dgm:cxn modelId="{B29E02EB-5615-604C-95FF-C1C86C60A500}" type="presOf" srcId="{71D7E747-53D2-468A-8FB0-2F6A3DC9BFAD}" destId="{077A16EF-4CCB-214B-AF13-551BB2E59C14}" srcOrd="0" destOrd="0" presId="urn:microsoft.com/office/officeart/2005/8/layout/vList2"/>
    <dgm:cxn modelId="{8E248189-ED3B-2E48-8498-C3D4DA9D55A7}" type="presParOf" srcId="{F924B3FC-47AD-4741-B8A4-974F805A4ECF}" destId="{4C7162D2-7303-9841-BEBA-C3FAF128265A}" srcOrd="0" destOrd="0" presId="urn:microsoft.com/office/officeart/2005/8/layout/vList2"/>
    <dgm:cxn modelId="{525EF77D-42A1-E448-B489-C6F15EF55316}" type="presParOf" srcId="{F924B3FC-47AD-4741-B8A4-974F805A4ECF}" destId="{C983956D-3DBB-7A49-8A44-648E31372EB5}" srcOrd="1" destOrd="0" presId="urn:microsoft.com/office/officeart/2005/8/layout/vList2"/>
    <dgm:cxn modelId="{F5625786-CF13-AE4F-8E33-BA81750F7EA0}" type="presParOf" srcId="{F924B3FC-47AD-4741-B8A4-974F805A4ECF}" destId="{7644C9D1-1C5B-674A-9FA7-92F6C8D209BF}" srcOrd="2" destOrd="0" presId="urn:microsoft.com/office/officeart/2005/8/layout/vList2"/>
    <dgm:cxn modelId="{ABE5B3A2-F050-9A4F-AE3B-616F162C2F90}" type="presParOf" srcId="{F924B3FC-47AD-4741-B8A4-974F805A4ECF}" destId="{FE960B5C-BCD7-7949-9954-38A7A231CC8F}" srcOrd="3" destOrd="0" presId="urn:microsoft.com/office/officeart/2005/8/layout/vList2"/>
    <dgm:cxn modelId="{36DB279F-756A-6146-86C5-F25868F50C74}" type="presParOf" srcId="{F924B3FC-47AD-4741-B8A4-974F805A4ECF}" destId="{077A16EF-4CCB-214B-AF13-551BB2E59C1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A5FA1EF-6C9F-497E-BE5E-FBE33377C6C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86CF7AB-8617-449D-A44A-DE5F5439428D}">
      <dgm:prSet/>
      <dgm:spPr/>
      <dgm:t>
        <a:bodyPr/>
        <a:lstStyle/>
        <a:p>
          <a:r>
            <a:rPr lang="en-GB"/>
            <a:t>Sprints are fixed length, normally 2-4 weeks.  </a:t>
          </a:r>
          <a:endParaRPr lang="en-US"/>
        </a:p>
      </dgm:t>
    </dgm:pt>
    <dgm:pt modelId="{D6CC8B28-73AD-40B3-B054-3E1AA3813649}" type="parTrans" cxnId="{EE3A126A-A2F4-4C0E-8F11-4A049405A5DC}">
      <dgm:prSet/>
      <dgm:spPr/>
      <dgm:t>
        <a:bodyPr/>
        <a:lstStyle/>
        <a:p>
          <a:endParaRPr lang="en-US"/>
        </a:p>
      </dgm:t>
    </dgm:pt>
    <dgm:pt modelId="{9C7057EE-9C53-4335-A110-2AD2E37B1D62}" type="sibTrans" cxnId="{EE3A126A-A2F4-4C0E-8F11-4A049405A5DC}">
      <dgm:prSet/>
      <dgm:spPr/>
      <dgm:t>
        <a:bodyPr/>
        <a:lstStyle/>
        <a:p>
          <a:endParaRPr lang="en-US"/>
        </a:p>
      </dgm:t>
    </dgm:pt>
    <dgm:pt modelId="{A9DC06D3-B60D-437D-90C7-6733E08E175A}">
      <dgm:prSet/>
      <dgm:spPr/>
      <dgm:t>
        <a:bodyPr/>
        <a:lstStyle/>
        <a:p>
          <a:r>
            <a:rPr lang="en-GB"/>
            <a:t>The starting point for planning is the product backlog, which is the list of work to be done on the project.</a:t>
          </a:r>
          <a:endParaRPr lang="en-US"/>
        </a:p>
      </dgm:t>
    </dgm:pt>
    <dgm:pt modelId="{C76A1DB0-EECA-4595-BBF8-A39CCEF7915C}" type="parTrans" cxnId="{25368D75-C000-449F-BFC0-8DB07D2AB067}">
      <dgm:prSet/>
      <dgm:spPr/>
      <dgm:t>
        <a:bodyPr/>
        <a:lstStyle/>
        <a:p>
          <a:endParaRPr lang="en-US"/>
        </a:p>
      </dgm:t>
    </dgm:pt>
    <dgm:pt modelId="{3458FDE8-8D99-4C62-A5E0-98C32C168310}" type="sibTrans" cxnId="{25368D75-C000-449F-BFC0-8DB07D2AB067}">
      <dgm:prSet/>
      <dgm:spPr/>
      <dgm:t>
        <a:bodyPr/>
        <a:lstStyle/>
        <a:p>
          <a:endParaRPr lang="en-US"/>
        </a:p>
      </dgm:t>
    </dgm:pt>
    <dgm:pt modelId="{2A0A644F-F6B7-44C6-98A4-7DB5A7C3AEC9}">
      <dgm:prSet/>
      <dgm:spPr/>
      <dgm:t>
        <a:bodyPr/>
        <a:lstStyle/>
        <a:p>
          <a:r>
            <a:rPr lang="en-GB"/>
            <a:t>The selection phase involves all of the project team who work with the customer to select the features and functionality from the product backlog to be developed during the sprint. </a:t>
          </a:r>
          <a:endParaRPr lang="en-US"/>
        </a:p>
      </dgm:t>
    </dgm:pt>
    <dgm:pt modelId="{4B8E17C7-D24D-4232-9042-4D1D0EBFA1B3}" type="parTrans" cxnId="{E3D6EF6F-3FCA-466E-ABC2-E00AFC0A1BC3}">
      <dgm:prSet/>
      <dgm:spPr/>
      <dgm:t>
        <a:bodyPr/>
        <a:lstStyle/>
        <a:p>
          <a:endParaRPr lang="en-US"/>
        </a:p>
      </dgm:t>
    </dgm:pt>
    <dgm:pt modelId="{4A88443C-5CC0-415C-B4C2-89F983C0D0DE}" type="sibTrans" cxnId="{E3D6EF6F-3FCA-466E-ABC2-E00AFC0A1BC3}">
      <dgm:prSet/>
      <dgm:spPr/>
      <dgm:t>
        <a:bodyPr/>
        <a:lstStyle/>
        <a:p>
          <a:endParaRPr lang="en-US"/>
        </a:p>
      </dgm:t>
    </dgm:pt>
    <dgm:pt modelId="{3B046B86-2E35-044D-81E9-6E7C336B3479}" type="pres">
      <dgm:prSet presAssocID="{5A5FA1EF-6C9F-497E-BE5E-FBE33377C6C6}" presName="linear" presStyleCnt="0">
        <dgm:presLayoutVars>
          <dgm:animLvl val="lvl"/>
          <dgm:resizeHandles val="exact"/>
        </dgm:presLayoutVars>
      </dgm:prSet>
      <dgm:spPr/>
    </dgm:pt>
    <dgm:pt modelId="{B08D3323-8D18-EC4E-9F1E-F728FF8AF73E}" type="pres">
      <dgm:prSet presAssocID="{986CF7AB-8617-449D-A44A-DE5F5439428D}" presName="parentText" presStyleLbl="node1" presStyleIdx="0" presStyleCnt="3">
        <dgm:presLayoutVars>
          <dgm:chMax val="0"/>
          <dgm:bulletEnabled val="1"/>
        </dgm:presLayoutVars>
      </dgm:prSet>
      <dgm:spPr/>
    </dgm:pt>
    <dgm:pt modelId="{CD527229-3F87-F843-B852-DD5FA43FED3F}" type="pres">
      <dgm:prSet presAssocID="{9C7057EE-9C53-4335-A110-2AD2E37B1D62}" presName="spacer" presStyleCnt="0"/>
      <dgm:spPr/>
    </dgm:pt>
    <dgm:pt modelId="{73AD245D-2113-7642-9599-4305B4FD0A96}" type="pres">
      <dgm:prSet presAssocID="{A9DC06D3-B60D-437D-90C7-6733E08E175A}" presName="parentText" presStyleLbl="node1" presStyleIdx="1" presStyleCnt="3">
        <dgm:presLayoutVars>
          <dgm:chMax val="0"/>
          <dgm:bulletEnabled val="1"/>
        </dgm:presLayoutVars>
      </dgm:prSet>
      <dgm:spPr/>
    </dgm:pt>
    <dgm:pt modelId="{2D9F7F22-4F27-B746-BD92-3E0DCA0B7C66}" type="pres">
      <dgm:prSet presAssocID="{3458FDE8-8D99-4C62-A5E0-98C32C168310}" presName="spacer" presStyleCnt="0"/>
      <dgm:spPr/>
    </dgm:pt>
    <dgm:pt modelId="{EFD700D2-A250-7545-B950-B8CD9B2646EB}" type="pres">
      <dgm:prSet presAssocID="{2A0A644F-F6B7-44C6-98A4-7DB5A7C3AEC9}" presName="parentText" presStyleLbl="node1" presStyleIdx="2" presStyleCnt="3">
        <dgm:presLayoutVars>
          <dgm:chMax val="0"/>
          <dgm:bulletEnabled val="1"/>
        </dgm:presLayoutVars>
      </dgm:prSet>
      <dgm:spPr/>
    </dgm:pt>
  </dgm:ptLst>
  <dgm:cxnLst>
    <dgm:cxn modelId="{6F406616-3AB3-9A46-83AD-DDBC25C3A2D2}" type="presOf" srcId="{2A0A644F-F6B7-44C6-98A4-7DB5A7C3AEC9}" destId="{EFD700D2-A250-7545-B950-B8CD9B2646EB}" srcOrd="0" destOrd="0" presId="urn:microsoft.com/office/officeart/2005/8/layout/vList2"/>
    <dgm:cxn modelId="{43B30D33-740B-DA4D-847D-DA5E104458C2}" type="presOf" srcId="{5A5FA1EF-6C9F-497E-BE5E-FBE33377C6C6}" destId="{3B046B86-2E35-044D-81E9-6E7C336B3479}" srcOrd="0" destOrd="0" presId="urn:microsoft.com/office/officeart/2005/8/layout/vList2"/>
    <dgm:cxn modelId="{EE3A126A-A2F4-4C0E-8F11-4A049405A5DC}" srcId="{5A5FA1EF-6C9F-497E-BE5E-FBE33377C6C6}" destId="{986CF7AB-8617-449D-A44A-DE5F5439428D}" srcOrd="0" destOrd="0" parTransId="{D6CC8B28-73AD-40B3-B054-3E1AA3813649}" sibTransId="{9C7057EE-9C53-4335-A110-2AD2E37B1D62}"/>
    <dgm:cxn modelId="{E3D6EF6F-3FCA-466E-ABC2-E00AFC0A1BC3}" srcId="{5A5FA1EF-6C9F-497E-BE5E-FBE33377C6C6}" destId="{2A0A644F-F6B7-44C6-98A4-7DB5A7C3AEC9}" srcOrd="2" destOrd="0" parTransId="{4B8E17C7-D24D-4232-9042-4D1D0EBFA1B3}" sibTransId="{4A88443C-5CC0-415C-B4C2-89F983C0D0DE}"/>
    <dgm:cxn modelId="{25368D75-C000-449F-BFC0-8DB07D2AB067}" srcId="{5A5FA1EF-6C9F-497E-BE5E-FBE33377C6C6}" destId="{A9DC06D3-B60D-437D-90C7-6733E08E175A}" srcOrd="1" destOrd="0" parTransId="{C76A1DB0-EECA-4595-BBF8-A39CCEF7915C}" sibTransId="{3458FDE8-8D99-4C62-A5E0-98C32C168310}"/>
    <dgm:cxn modelId="{BC7DFB84-FC8B-5944-BE41-361B7E8CC10F}" type="presOf" srcId="{986CF7AB-8617-449D-A44A-DE5F5439428D}" destId="{B08D3323-8D18-EC4E-9F1E-F728FF8AF73E}" srcOrd="0" destOrd="0" presId="urn:microsoft.com/office/officeart/2005/8/layout/vList2"/>
    <dgm:cxn modelId="{C35E8B9C-6F9A-4140-85F1-E617BAB03E45}" type="presOf" srcId="{A9DC06D3-B60D-437D-90C7-6733E08E175A}" destId="{73AD245D-2113-7642-9599-4305B4FD0A96}" srcOrd="0" destOrd="0" presId="urn:microsoft.com/office/officeart/2005/8/layout/vList2"/>
    <dgm:cxn modelId="{EBE308A6-4E7B-FF48-AE08-35D59704610B}" type="presParOf" srcId="{3B046B86-2E35-044D-81E9-6E7C336B3479}" destId="{B08D3323-8D18-EC4E-9F1E-F728FF8AF73E}" srcOrd="0" destOrd="0" presId="urn:microsoft.com/office/officeart/2005/8/layout/vList2"/>
    <dgm:cxn modelId="{426715F6-F282-BC4F-9942-EC19B32F0EDD}" type="presParOf" srcId="{3B046B86-2E35-044D-81E9-6E7C336B3479}" destId="{CD527229-3F87-F843-B852-DD5FA43FED3F}" srcOrd="1" destOrd="0" presId="urn:microsoft.com/office/officeart/2005/8/layout/vList2"/>
    <dgm:cxn modelId="{7DD0B54F-C23A-F848-859C-92E7C6D6EF44}" type="presParOf" srcId="{3B046B86-2E35-044D-81E9-6E7C336B3479}" destId="{73AD245D-2113-7642-9599-4305B4FD0A96}" srcOrd="2" destOrd="0" presId="urn:microsoft.com/office/officeart/2005/8/layout/vList2"/>
    <dgm:cxn modelId="{647B63A1-4558-0E4B-A8ED-5E547F3C9545}" type="presParOf" srcId="{3B046B86-2E35-044D-81E9-6E7C336B3479}" destId="{2D9F7F22-4F27-B746-BD92-3E0DCA0B7C66}" srcOrd="3" destOrd="0" presId="urn:microsoft.com/office/officeart/2005/8/layout/vList2"/>
    <dgm:cxn modelId="{308123B6-E2F0-9345-BCB5-A395EDF04116}" type="presParOf" srcId="{3B046B86-2E35-044D-81E9-6E7C336B3479}" destId="{EFD700D2-A250-7545-B950-B8CD9B2646E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15B0BA9-281B-4B43-8AA5-A365DB036C87}"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F370F2AA-6516-4C5B-A848-EF0E4B350128}">
      <dgm:prSet/>
      <dgm:spPr/>
      <dgm:t>
        <a:bodyPr/>
        <a:lstStyle/>
        <a:p>
          <a:r>
            <a:rPr lang="en-GB"/>
            <a:t>Once these are agreed, the team organize themselves to develop the software. </a:t>
          </a:r>
          <a:endParaRPr lang="en-US"/>
        </a:p>
      </dgm:t>
    </dgm:pt>
    <dgm:pt modelId="{2C1BC050-E4DF-4C6B-B1D6-E72685B397E3}" type="parTrans" cxnId="{A68F515B-2FAD-4861-BC3D-DB554145F86F}">
      <dgm:prSet/>
      <dgm:spPr/>
      <dgm:t>
        <a:bodyPr/>
        <a:lstStyle/>
        <a:p>
          <a:endParaRPr lang="en-US"/>
        </a:p>
      </dgm:t>
    </dgm:pt>
    <dgm:pt modelId="{E8373F39-EB36-4503-907B-CB9A5963B243}" type="sibTrans" cxnId="{A68F515B-2FAD-4861-BC3D-DB554145F86F}">
      <dgm:prSet/>
      <dgm:spPr/>
      <dgm:t>
        <a:bodyPr/>
        <a:lstStyle/>
        <a:p>
          <a:endParaRPr lang="en-US"/>
        </a:p>
      </dgm:t>
    </dgm:pt>
    <dgm:pt modelId="{11B64E55-4DD3-48AE-AA68-FD1B19E2D2E8}">
      <dgm:prSet/>
      <dgm:spPr/>
      <dgm:t>
        <a:bodyPr/>
        <a:lstStyle/>
        <a:p>
          <a:r>
            <a:rPr lang="en-GB"/>
            <a:t>During this stage the team is isolated from the customer and the organization, with all communications channelled through the so-called ‘Scrum master’. </a:t>
          </a:r>
          <a:endParaRPr lang="en-US"/>
        </a:p>
      </dgm:t>
    </dgm:pt>
    <dgm:pt modelId="{B2BA9081-5EB8-41BA-A481-F8FB2DA721E6}" type="parTrans" cxnId="{6265EFB4-6656-408B-B3A1-9ABEA5BC33E4}">
      <dgm:prSet/>
      <dgm:spPr/>
      <dgm:t>
        <a:bodyPr/>
        <a:lstStyle/>
        <a:p>
          <a:endParaRPr lang="en-US"/>
        </a:p>
      </dgm:t>
    </dgm:pt>
    <dgm:pt modelId="{68F4BF7F-6C28-4AE9-86BD-C87A5780AF86}" type="sibTrans" cxnId="{6265EFB4-6656-408B-B3A1-9ABEA5BC33E4}">
      <dgm:prSet/>
      <dgm:spPr/>
      <dgm:t>
        <a:bodyPr/>
        <a:lstStyle/>
        <a:p>
          <a:endParaRPr lang="en-US"/>
        </a:p>
      </dgm:t>
    </dgm:pt>
    <dgm:pt modelId="{BC0072A3-C232-4B8B-B06B-6C412195CCA8}">
      <dgm:prSet/>
      <dgm:spPr/>
      <dgm:t>
        <a:bodyPr/>
        <a:lstStyle/>
        <a:p>
          <a:r>
            <a:rPr lang="en-GB"/>
            <a:t>The role of the Scrum master is to protect the development team from external distractions. </a:t>
          </a:r>
          <a:endParaRPr lang="en-US"/>
        </a:p>
      </dgm:t>
    </dgm:pt>
    <dgm:pt modelId="{DED3EF73-0A27-42DC-A0EC-DEB5C9E87E26}" type="parTrans" cxnId="{D746651B-9DF7-48AC-82EE-0B92971C5161}">
      <dgm:prSet/>
      <dgm:spPr/>
      <dgm:t>
        <a:bodyPr/>
        <a:lstStyle/>
        <a:p>
          <a:endParaRPr lang="en-US"/>
        </a:p>
      </dgm:t>
    </dgm:pt>
    <dgm:pt modelId="{B3F83D90-442C-4FC2-8675-ED225C07AD30}" type="sibTrans" cxnId="{D746651B-9DF7-48AC-82EE-0B92971C5161}">
      <dgm:prSet/>
      <dgm:spPr/>
      <dgm:t>
        <a:bodyPr/>
        <a:lstStyle/>
        <a:p>
          <a:endParaRPr lang="en-US"/>
        </a:p>
      </dgm:t>
    </dgm:pt>
    <dgm:pt modelId="{9E3BE7B4-793C-49F4-9058-918EEF615F92}">
      <dgm:prSet/>
      <dgm:spPr/>
      <dgm:t>
        <a:bodyPr/>
        <a:lstStyle/>
        <a:p>
          <a:r>
            <a:rPr lang="en-GB"/>
            <a:t>At the end of the sprint, the work done is reviewed and presented to stakeholders. The next sprint cycle then begins.</a:t>
          </a:r>
          <a:endParaRPr lang="en-US"/>
        </a:p>
      </dgm:t>
    </dgm:pt>
    <dgm:pt modelId="{2FB57C78-89AE-4E4A-B759-5FD753962868}" type="parTrans" cxnId="{64EBAECA-09DE-4A3D-9BD1-070333B3407D}">
      <dgm:prSet/>
      <dgm:spPr/>
      <dgm:t>
        <a:bodyPr/>
        <a:lstStyle/>
        <a:p>
          <a:endParaRPr lang="en-US"/>
        </a:p>
      </dgm:t>
    </dgm:pt>
    <dgm:pt modelId="{6F36F09A-D1B8-49D1-9457-532B2F38560C}" type="sibTrans" cxnId="{64EBAECA-09DE-4A3D-9BD1-070333B3407D}">
      <dgm:prSet/>
      <dgm:spPr/>
      <dgm:t>
        <a:bodyPr/>
        <a:lstStyle/>
        <a:p>
          <a:endParaRPr lang="en-US"/>
        </a:p>
      </dgm:t>
    </dgm:pt>
    <dgm:pt modelId="{525A6789-7C06-FC41-9E72-64F257CA615E}" type="pres">
      <dgm:prSet presAssocID="{815B0BA9-281B-4B43-8AA5-A365DB036C87}" presName="vert0" presStyleCnt="0">
        <dgm:presLayoutVars>
          <dgm:dir/>
          <dgm:animOne val="branch"/>
          <dgm:animLvl val="lvl"/>
        </dgm:presLayoutVars>
      </dgm:prSet>
      <dgm:spPr/>
    </dgm:pt>
    <dgm:pt modelId="{5B310F64-92D7-114C-9671-AD9237C773E6}" type="pres">
      <dgm:prSet presAssocID="{F370F2AA-6516-4C5B-A848-EF0E4B350128}" presName="thickLine" presStyleLbl="alignNode1" presStyleIdx="0" presStyleCnt="4"/>
      <dgm:spPr/>
    </dgm:pt>
    <dgm:pt modelId="{1C8547FC-392C-4545-9636-F1A49A07F568}" type="pres">
      <dgm:prSet presAssocID="{F370F2AA-6516-4C5B-A848-EF0E4B350128}" presName="horz1" presStyleCnt="0"/>
      <dgm:spPr/>
    </dgm:pt>
    <dgm:pt modelId="{3E70BF5E-202F-0543-BF54-984ECD067474}" type="pres">
      <dgm:prSet presAssocID="{F370F2AA-6516-4C5B-A848-EF0E4B350128}" presName="tx1" presStyleLbl="revTx" presStyleIdx="0" presStyleCnt="4"/>
      <dgm:spPr/>
    </dgm:pt>
    <dgm:pt modelId="{F5E335E3-3CE7-B84C-8E14-150AF0B51B5E}" type="pres">
      <dgm:prSet presAssocID="{F370F2AA-6516-4C5B-A848-EF0E4B350128}" presName="vert1" presStyleCnt="0"/>
      <dgm:spPr/>
    </dgm:pt>
    <dgm:pt modelId="{6C33BC4B-F219-8943-AE86-B8E470FE405F}" type="pres">
      <dgm:prSet presAssocID="{11B64E55-4DD3-48AE-AA68-FD1B19E2D2E8}" presName="thickLine" presStyleLbl="alignNode1" presStyleIdx="1" presStyleCnt="4"/>
      <dgm:spPr/>
    </dgm:pt>
    <dgm:pt modelId="{55877E22-6B8C-A547-8C6C-65553D7ACD35}" type="pres">
      <dgm:prSet presAssocID="{11B64E55-4DD3-48AE-AA68-FD1B19E2D2E8}" presName="horz1" presStyleCnt="0"/>
      <dgm:spPr/>
    </dgm:pt>
    <dgm:pt modelId="{AB265596-B361-7F42-9BF3-36D8AFD2DF97}" type="pres">
      <dgm:prSet presAssocID="{11B64E55-4DD3-48AE-AA68-FD1B19E2D2E8}" presName="tx1" presStyleLbl="revTx" presStyleIdx="1" presStyleCnt="4"/>
      <dgm:spPr/>
    </dgm:pt>
    <dgm:pt modelId="{3AA1A8E5-09B7-6D45-9F3D-FF0FDE73FF1F}" type="pres">
      <dgm:prSet presAssocID="{11B64E55-4DD3-48AE-AA68-FD1B19E2D2E8}" presName="vert1" presStyleCnt="0"/>
      <dgm:spPr/>
    </dgm:pt>
    <dgm:pt modelId="{01C562AA-6126-5B46-8B01-4206EA1004A0}" type="pres">
      <dgm:prSet presAssocID="{BC0072A3-C232-4B8B-B06B-6C412195CCA8}" presName="thickLine" presStyleLbl="alignNode1" presStyleIdx="2" presStyleCnt="4"/>
      <dgm:spPr/>
    </dgm:pt>
    <dgm:pt modelId="{31B89D23-E6A7-6146-AA69-7FD13BD57144}" type="pres">
      <dgm:prSet presAssocID="{BC0072A3-C232-4B8B-B06B-6C412195CCA8}" presName="horz1" presStyleCnt="0"/>
      <dgm:spPr/>
    </dgm:pt>
    <dgm:pt modelId="{C89A9D84-4813-1645-AA5C-4338077E165C}" type="pres">
      <dgm:prSet presAssocID="{BC0072A3-C232-4B8B-B06B-6C412195CCA8}" presName="tx1" presStyleLbl="revTx" presStyleIdx="2" presStyleCnt="4"/>
      <dgm:spPr/>
    </dgm:pt>
    <dgm:pt modelId="{2C4BCE48-1410-5148-BC65-558C7245E01B}" type="pres">
      <dgm:prSet presAssocID="{BC0072A3-C232-4B8B-B06B-6C412195CCA8}" presName="vert1" presStyleCnt="0"/>
      <dgm:spPr/>
    </dgm:pt>
    <dgm:pt modelId="{544028AD-6502-774F-AFE2-648F6C3C7BFF}" type="pres">
      <dgm:prSet presAssocID="{9E3BE7B4-793C-49F4-9058-918EEF615F92}" presName="thickLine" presStyleLbl="alignNode1" presStyleIdx="3" presStyleCnt="4"/>
      <dgm:spPr/>
    </dgm:pt>
    <dgm:pt modelId="{35E1C818-3079-8442-AED2-3589CA210EB8}" type="pres">
      <dgm:prSet presAssocID="{9E3BE7B4-793C-49F4-9058-918EEF615F92}" presName="horz1" presStyleCnt="0"/>
      <dgm:spPr/>
    </dgm:pt>
    <dgm:pt modelId="{7DB3E7AD-1DA8-D745-89DF-F2184372D854}" type="pres">
      <dgm:prSet presAssocID="{9E3BE7B4-793C-49F4-9058-918EEF615F92}" presName="tx1" presStyleLbl="revTx" presStyleIdx="3" presStyleCnt="4"/>
      <dgm:spPr/>
    </dgm:pt>
    <dgm:pt modelId="{5EE69001-7437-CA4D-AB2A-3ABCDE00379E}" type="pres">
      <dgm:prSet presAssocID="{9E3BE7B4-793C-49F4-9058-918EEF615F92}" presName="vert1" presStyleCnt="0"/>
      <dgm:spPr/>
    </dgm:pt>
  </dgm:ptLst>
  <dgm:cxnLst>
    <dgm:cxn modelId="{36BF9601-F031-2049-A408-1475C2449799}" type="presOf" srcId="{815B0BA9-281B-4B43-8AA5-A365DB036C87}" destId="{525A6789-7C06-FC41-9E72-64F257CA615E}" srcOrd="0" destOrd="0" presId="urn:microsoft.com/office/officeart/2008/layout/LinedList"/>
    <dgm:cxn modelId="{9C32F711-9EFF-9C4E-A50E-3459DD0DCD1C}" type="presOf" srcId="{F370F2AA-6516-4C5B-A848-EF0E4B350128}" destId="{3E70BF5E-202F-0543-BF54-984ECD067474}" srcOrd="0" destOrd="0" presId="urn:microsoft.com/office/officeart/2008/layout/LinedList"/>
    <dgm:cxn modelId="{D746651B-9DF7-48AC-82EE-0B92971C5161}" srcId="{815B0BA9-281B-4B43-8AA5-A365DB036C87}" destId="{BC0072A3-C232-4B8B-B06B-6C412195CCA8}" srcOrd="2" destOrd="0" parTransId="{DED3EF73-0A27-42DC-A0EC-DEB5C9E87E26}" sibTransId="{B3F83D90-442C-4FC2-8675-ED225C07AD30}"/>
    <dgm:cxn modelId="{C8B88725-AED1-1C41-9C04-CDEEDA384F52}" type="presOf" srcId="{11B64E55-4DD3-48AE-AA68-FD1B19E2D2E8}" destId="{AB265596-B361-7F42-9BF3-36D8AFD2DF97}" srcOrd="0" destOrd="0" presId="urn:microsoft.com/office/officeart/2008/layout/LinedList"/>
    <dgm:cxn modelId="{48C03A3B-C297-FF44-969D-46C08205ED08}" type="presOf" srcId="{BC0072A3-C232-4B8B-B06B-6C412195CCA8}" destId="{C89A9D84-4813-1645-AA5C-4338077E165C}" srcOrd="0" destOrd="0" presId="urn:microsoft.com/office/officeart/2008/layout/LinedList"/>
    <dgm:cxn modelId="{A68F515B-2FAD-4861-BC3D-DB554145F86F}" srcId="{815B0BA9-281B-4B43-8AA5-A365DB036C87}" destId="{F370F2AA-6516-4C5B-A848-EF0E4B350128}" srcOrd="0" destOrd="0" parTransId="{2C1BC050-E4DF-4C6B-B1D6-E72685B397E3}" sibTransId="{E8373F39-EB36-4503-907B-CB9A5963B243}"/>
    <dgm:cxn modelId="{649BFC71-C993-2649-B28B-742773896FE9}" type="presOf" srcId="{9E3BE7B4-793C-49F4-9058-918EEF615F92}" destId="{7DB3E7AD-1DA8-D745-89DF-F2184372D854}" srcOrd="0" destOrd="0" presId="urn:microsoft.com/office/officeart/2008/layout/LinedList"/>
    <dgm:cxn modelId="{6265EFB4-6656-408B-B3A1-9ABEA5BC33E4}" srcId="{815B0BA9-281B-4B43-8AA5-A365DB036C87}" destId="{11B64E55-4DD3-48AE-AA68-FD1B19E2D2E8}" srcOrd="1" destOrd="0" parTransId="{B2BA9081-5EB8-41BA-A481-F8FB2DA721E6}" sibTransId="{68F4BF7F-6C28-4AE9-86BD-C87A5780AF86}"/>
    <dgm:cxn modelId="{64EBAECA-09DE-4A3D-9BD1-070333B3407D}" srcId="{815B0BA9-281B-4B43-8AA5-A365DB036C87}" destId="{9E3BE7B4-793C-49F4-9058-918EEF615F92}" srcOrd="3" destOrd="0" parTransId="{2FB57C78-89AE-4E4A-B759-5FD753962868}" sibTransId="{6F36F09A-D1B8-49D1-9457-532B2F38560C}"/>
    <dgm:cxn modelId="{1452FFAB-6EA6-DE48-ABDF-31D52ABF0375}" type="presParOf" srcId="{525A6789-7C06-FC41-9E72-64F257CA615E}" destId="{5B310F64-92D7-114C-9671-AD9237C773E6}" srcOrd="0" destOrd="0" presId="urn:microsoft.com/office/officeart/2008/layout/LinedList"/>
    <dgm:cxn modelId="{87BE6748-7412-F24F-B796-9CF2DCCF82C4}" type="presParOf" srcId="{525A6789-7C06-FC41-9E72-64F257CA615E}" destId="{1C8547FC-392C-4545-9636-F1A49A07F568}" srcOrd="1" destOrd="0" presId="urn:microsoft.com/office/officeart/2008/layout/LinedList"/>
    <dgm:cxn modelId="{F8DE162E-B8CC-F245-8368-15E07AC2B422}" type="presParOf" srcId="{1C8547FC-392C-4545-9636-F1A49A07F568}" destId="{3E70BF5E-202F-0543-BF54-984ECD067474}" srcOrd="0" destOrd="0" presId="urn:microsoft.com/office/officeart/2008/layout/LinedList"/>
    <dgm:cxn modelId="{FED56ED0-D7A3-3245-B217-F7D9C7A4B18F}" type="presParOf" srcId="{1C8547FC-392C-4545-9636-F1A49A07F568}" destId="{F5E335E3-3CE7-B84C-8E14-150AF0B51B5E}" srcOrd="1" destOrd="0" presId="urn:microsoft.com/office/officeart/2008/layout/LinedList"/>
    <dgm:cxn modelId="{2C52A0C0-9E39-CB4B-A283-D475021544BF}" type="presParOf" srcId="{525A6789-7C06-FC41-9E72-64F257CA615E}" destId="{6C33BC4B-F219-8943-AE86-B8E470FE405F}" srcOrd="2" destOrd="0" presId="urn:microsoft.com/office/officeart/2008/layout/LinedList"/>
    <dgm:cxn modelId="{13C48513-25CC-9F49-9403-3B2F57113552}" type="presParOf" srcId="{525A6789-7C06-FC41-9E72-64F257CA615E}" destId="{55877E22-6B8C-A547-8C6C-65553D7ACD35}" srcOrd="3" destOrd="0" presId="urn:microsoft.com/office/officeart/2008/layout/LinedList"/>
    <dgm:cxn modelId="{641B808C-66B0-554C-8F74-48BE96EC51E8}" type="presParOf" srcId="{55877E22-6B8C-A547-8C6C-65553D7ACD35}" destId="{AB265596-B361-7F42-9BF3-36D8AFD2DF97}" srcOrd="0" destOrd="0" presId="urn:microsoft.com/office/officeart/2008/layout/LinedList"/>
    <dgm:cxn modelId="{3709B47A-F64E-E742-A9D2-0486416E45DC}" type="presParOf" srcId="{55877E22-6B8C-A547-8C6C-65553D7ACD35}" destId="{3AA1A8E5-09B7-6D45-9F3D-FF0FDE73FF1F}" srcOrd="1" destOrd="0" presId="urn:microsoft.com/office/officeart/2008/layout/LinedList"/>
    <dgm:cxn modelId="{9E3BD44D-22F4-9242-9D4A-9AE779F52C3D}" type="presParOf" srcId="{525A6789-7C06-FC41-9E72-64F257CA615E}" destId="{01C562AA-6126-5B46-8B01-4206EA1004A0}" srcOrd="4" destOrd="0" presId="urn:microsoft.com/office/officeart/2008/layout/LinedList"/>
    <dgm:cxn modelId="{89777DA4-A3DD-5B43-A629-ED519685D664}" type="presParOf" srcId="{525A6789-7C06-FC41-9E72-64F257CA615E}" destId="{31B89D23-E6A7-6146-AA69-7FD13BD57144}" srcOrd="5" destOrd="0" presId="urn:microsoft.com/office/officeart/2008/layout/LinedList"/>
    <dgm:cxn modelId="{55687F0E-40B4-7849-A7E1-1DAB81B7888D}" type="presParOf" srcId="{31B89D23-E6A7-6146-AA69-7FD13BD57144}" destId="{C89A9D84-4813-1645-AA5C-4338077E165C}" srcOrd="0" destOrd="0" presId="urn:microsoft.com/office/officeart/2008/layout/LinedList"/>
    <dgm:cxn modelId="{67CC4184-3036-8A48-993D-5BAD048FFAF8}" type="presParOf" srcId="{31B89D23-E6A7-6146-AA69-7FD13BD57144}" destId="{2C4BCE48-1410-5148-BC65-558C7245E01B}" srcOrd="1" destOrd="0" presId="urn:microsoft.com/office/officeart/2008/layout/LinedList"/>
    <dgm:cxn modelId="{2DE886D4-0F45-0B4D-8097-AB5347B64DB5}" type="presParOf" srcId="{525A6789-7C06-FC41-9E72-64F257CA615E}" destId="{544028AD-6502-774F-AFE2-648F6C3C7BFF}" srcOrd="6" destOrd="0" presId="urn:microsoft.com/office/officeart/2008/layout/LinedList"/>
    <dgm:cxn modelId="{8EA3BA62-16FD-6A44-98E6-9EE91184CC63}" type="presParOf" srcId="{525A6789-7C06-FC41-9E72-64F257CA615E}" destId="{35E1C818-3079-8442-AED2-3589CA210EB8}" srcOrd="7" destOrd="0" presId="urn:microsoft.com/office/officeart/2008/layout/LinedList"/>
    <dgm:cxn modelId="{8BDB3C96-6147-D54B-8B1A-A06AF1611D2B}" type="presParOf" srcId="{35E1C818-3079-8442-AED2-3589CA210EB8}" destId="{7DB3E7AD-1DA8-D745-89DF-F2184372D854}" srcOrd="0" destOrd="0" presId="urn:microsoft.com/office/officeart/2008/layout/LinedList"/>
    <dgm:cxn modelId="{4FFD443F-9238-A147-8FF8-9C5E45AE30E1}" type="presParOf" srcId="{35E1C818-3079-8442-AED2-3589CA210EB8}" destId="{5EE69001-7437-CA4D-AB2A-3ABCDE00379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21796A2-E562-4FE8-80DF-B4ECE6DEAE1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54ECD16-57C5-4D3A-802A-80285D1AF489}">
      <dgm:prSet/>
      <dgm:spPr/>
      <dgm:t>
        <a:bodyPr/>
        <a:lstStyle/>
        <a:p>
          <a:pPr>
            <a:lnSpc>
              <a:spcPct val="100000"/>
            </a:lnSpc>
          </a:pPr>
          <a:r>
            <a:rPr lang="en-GB"/>
            <a:t>The product is broken down into a set of manageable and understandable chunks.</a:t>
          </a:r>
          <a:endParaRPr lang="en-US"/>
        </a:p>
      </dgm:t>
    </dgm:pt>
    <dgm:pt modelId="{F852F740-C230-4908-9AB0-D7694A48C417}" type="parTrans" cxnId="{45A829EA-FF91-4352-96A8-868863EC8FD6}">
      <dgm:prSet/>
      <dgm:spPr/>
      <dgm:t>
        <a:bodyPr/>
        <a:lstStyle/>
        <a:p>
          <a:endParaRPr lang="en-US"/>
        </a:p>
      </dgm:t>
    </dgm:pt>
    <dgm:pt modelId="{7AFEDF51-CE4F-4D31-88F2-B9832A2094BD}" type="sibTrans" cxnId="{45A829EA-FF91-4352-96A8-868863EC8FD6}">
      <dgm:prSet/>
      <dgm:spPr/>
      <dgm:t>
        <a:bodyPr/>
        <a:lstStyle/>
        <a:p>
          <a:endParaRPr lang="en-US"/>
        </a:p>
      </dgm:t>
    </dgm:pt>
    <dgm:pt modelId="{918548BA-3297-48F6-B7A2-09DC7CD1BCF2}">
      <dgm:prSet/>
      <dgm:spPr/>
      <dgm:t>
        <a:bodyPr/>
        <a:lstStyle/>
        <a:p>
          <a:pPr>
            <a:lnSpc>
              <a:spcPct val="100000"/>
            </a:lnSpc>
          </a:pPr>
          <a:r>
            <a:rPr lang="en-GB"/>
            <a:t>Unstable requirements do not hold up progress.</a:t>
          </a:r>
          <a:endParaRPr lang="en-US"/>
        </a:p>
      </dgm:t>
    </dgm:pt>
    <dgm:pt modelId="{C9AA0D61-3E5F-45BD-9FB4-5A1ABFB53AFA}" type="parTrans" cxnId="{2ABA301F-0B68-4F44-96E2-2C80328FF734}">
      <dgm:prSet/>
      <dgm:spPr/>
      <dgm:t>
        <a:bodyPr/>
        <a:lstStyle/>
        <a:p>
          <a:endParaRPr lang="en-US"/>
        </a:p>
      </dgm:t>
    </dgm:pt>
    <dgm:pt modelId="{B7A03229-14F3-4F39-B245-FFACDFF7BDBC}" type="sibTrans" cxnId="{2ABA301F-0B68-4F44-96E2-2C80328FF734}">
      <dgm:prSet/>
      <dgm:spPr/>
      <dgm:t>
        <a:bodyPr/>
        <a:lstStyle/>
        <a:p>
          <a:endParaRPr lang="en-US"/>
        </a:p>
      </dgm:t>
    </dgm:pt>
    <dgm:pt modelId="{88460092-01B2-4B31-BC67-714AAFA68613}">
      <dgm:prSet/>
      <dgm:spPr/>
      <dgm:t>
        <a:bodyPr/>
        <a:lstStyle/>
        <a:p>
          <a:pPr>
            <a:lnSpc>
              <a:spcPct val="100000"/>
            </a:lnSpc>
          </a:pPr>
          <a:r>
            <a:rPr lang="en-GB"/>
            <a:t>The whole team have visibility of everything and consequently team communication is improved.</a:t>
          </a:r>
          <a:endParaRPr lang="en-US"/>
        </a:p>
      </dgm:t>
    </dgm:pt>
    <dgm:pt modelId="{DC97672B-0D5E-48B5-B520-7831065C6FA0}" type="parTrans" cxnId="{E8E14312-0961-4E99-8D37-0C228017EE0C}">
      <dgm:prSet/>
      <dgm:spPr/>
      <dgm:t>
        <a:bodyPr/>
        <a:lstStyle/>
        <a:p>
          <a:endParaRPr lang="en-US"/>
        </a:p>
      </dgm:t>
    </dgm:pt>
    <dgm:pt modelId="{11902947-406F-462D-8B30-7506811C6886}" type="sibTrans" cxnId="{E8E14312-0961-4E99-8D37-0C228017EE0C}">
      <dgm:prSet/>
      <dgm:spPr/>
      <dgm:t>
        <a:bodyPr/>
        <a:lstStyle/>
        <a:p>
          <a:endParaRPr lang="en-US"/>
        </a:p>
      </dgm:t>
    </dgm:pt>
    <dgm:pt modelId="{7B48E328-4781-4EC1-92DA-C272D216B4AC}">
      <dgm:prSet/>
      <dgm:spPr/>
      <dgm:t>
        <a:bodyPr/>
        <a:lstStyle/>
        <a:p>
          <a:pPr>
            <a:lnSpc>
              <a:spcPct val="100000"/>
            </a:lnSpc>
          </a:pPr>
          <a:r>
            <a:rPr lang="en-GB"/>
            <a:t>Customers see on-time delivery of increments and gain feedback on how the product works.</a:t>
          </a:r>
          <a:endParaRPr lang="en-US"/>
        </a:p>
      </dgm:t>
    </dgm:pt>
    <dgm:pt modelId="{6F7CA406-A6BE-4DE1-A329-CE9607549FF2}" type="parTrans" cxnId="{2D96FA01-0889-45EF-B55E-4230C22ACEE1}">
      <dgm:prSet/>
      <dgm:spPr/>
      <dgm:t>
        <a:bodyPr/>
        <a:lstStyle/>
        <a:p>
          <a:endParaRPr lang="en-US"/>
        </a:p>
      </dgm:t>
    </dgm:pt>
    <dgm:pt modelId="{58F47DBE-9E7A-4DF8-AAF4-CED55FC5DBFE}" type="sibTrans" cxnId="{2D96FA01-0889-45EF-B55E-4230C22ACEE1}">
      <dgm:prSet/>
      <dgm:spPr/>
      <dgm:t>
        <a:bodyPr/>
        <a:lstStyle/>
        <a:p>
          <a:endParaRPr lang="en-US"/>
        </a:p>
      </dgm:t>
    </dgm:pt>
    <dgm:pt modelId="{70605738-1EFC-4F1C-866F-938C22CD68A8}">
      <dgm:prSet/>
      <dgm:spPr/>
      <dgm:t>
        <a:bodyPr/>
        <a:lstStyle/>
        <a:p>
          <a:pPr>
            <a:lnSpc>
              <a:spcPct val="100000"/>
            </a:lnSpc>
          </a:pPr>
          <a:r>
            <a:rPr lang="en-GB"/>
            <a:t>Trust between customers and developers is established and a positive culture is created in which everyone expects the project to succeed.</a:t>
          </a:r>
          <a:endParaRPr lang="en-US"/>
        </a:p>
      </dgm:t>
    </dgm:pt>
    <dgm:pt modelId="{4A6F17D6-D5E6-41AC-8A36-EABBF7408AD4}" type="parTrans" cxnId="{E3BF5AFD-EA34-4E14-983A-3E0DDE5BE416}">
      <dgm:prSet/>
      <dgm:spPr/>
      <dgm:t>
        <a:bodyPr/>
        <a:lstStyle/>
        <a:p>
          <a:endParaRPr lang="en-US"/>
        </a:p>
      </dgm:t>
    </dgm:pt>
    <dgm:pt modelId="{C3533223-CBD5-4794-AC4A-9A3F62B9D783}" type="sibTrans" cxnId="{E3BF5AFD-EA34-4E14-983A-3E0DDE5BE416}">
      <dgm:prSet/>
      <dgm:spPr/>
      <dgm:t>
        <a:bodyPr/>
        <a:lstStyle/>
        <a:p>
          <a:endParaRPr lang="en-US"/>
        </a:p>
      </dgm:t>
    </dgm:pt>
    <dgm:pt modelId="{08EC340F-B827-43C4-8F2E-F879B1866AAD}" type="pres">
      <dgm:prSet presAssocID="{B21796A2-E562-4FE8-80DF-B4ECE6DEAE15}" presName="root" presStyleCnt="0">
        <dgm:presLayoutVars>
          <dgm:dir/>
          <dgm:resizeHandles val="exact"/>
        </dgm:presLayoutVars>
      </dgm:prSet>
      <dgm:spPr/>
    </dgm:pt>
    <dgm:pt modelId="{44C889CC-FA63-46C6-8961-2EEB23368CA4}" type="pres">
      <dgm:prSet presAssocID="{754ECD16-57C5-4D3A-802A-80285D1AF489}" presName="compNode" presStyleCnt="0"/>
      <dgm:spPr/>
    </dgm:pt>
    <dgm:pt modelId="{D321991E-6652-459C-B84E-F626E1C7D8CB}" type="pres">
      <dgm:prSet presAssocID="{754ECD16-57C5-4D3A-802A-80285D1AF489}" presName="bgRect" presStyleLbl="bgShp" presStyleIdx="0" presStyleCnt="5"/>
      <dgm:spPr/>
    </dgm:pt>
    <dgm:pt modelId="{14793EFA-9FA2-4F32-A194-5DD6B880113B}" type="pres">
      <dgm:prSet presAssocID="{754ECD16-57C5-4D3A-802A-80285D1AF48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uzzle"/>
        </a:ext>
      </dgm:extLst>
    </dgm:pt>
    <dgm:pt modelId="{304F0C97-71D1-4F41-B086-09AEE780AED8}" type="pres">
      <dgm:prSet presAssocID="{754ECD16-57C5-4D3A-802A-80285D1AF489}" presName="spaceRect" presStyleCnt="0"/>
      <dgm:spPr/>
    </dgm:pt>
    <dgm:pt modelId="{9D281DC0-519D-4CF7-B4CE-6BBDD30B8F15}" type="pres">
      <dgm:prSet presAssocID="{754ECD16-57C5-4D3A-802A-80285D1AF489}" presName="parTx" presStyleLbl="revTx" presStyleIdx="0" presStyleCnt="5">
        <dgm:presLayoutVars>
          <dgm:chMax val="0"/>
          <dgm:chPref val="0"/>
        </dgm:presLayoutVars>
      </dgm:prSet>
      <dgm:spPr/>
    </dgm:pt>
    <dgm:pt modelId="{316AC526-A75C-4A72-9999-FD39512AFB4A}" type="pres">
      <dgm:prSet presAssocID="{7AFEDF51-CE4F-4D31-88F2-B9832A2094BD}" presName="sibTrans" presStyleCnt="0"/>
      <dgm:spPr/>
    </dgm:pt>
    <dgm:pt modelId="{7C822FA4-DE2B-4254-98EE-0C7C4743D154}" type="pres">
      <dgm:prSet presAssocID="{918548BA-3297-48F6-B7A2-09DC7CD1BCF2}" presName="compNode" presStyleCnt="0"/>
      <dgm:spPr/>
    </dgm:pt>
    <dgm:pt modelId="{2B133848-40C4-42C7-AE1D-2CA35BC0B63B}" type="pres">
      <dgm:prSet presAssocID="{918548BA-3297-48F6-B7A2-09DC7CD1BCF2}" presName="bgRect" presStyleLbl="bgShp" presStyleIdx="1" presStyleCnt="5"/>
      <dgm:spPr/>
    </dgm:pt>
    <dgm:pt modelId="{167F2236-F161-408F-B49E-0A1CAE5160C3}" type="pres">
      <dgm:prSet presAssocID="{918548BA-3297-48F6-B7A2-09DC7CD1BCF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op Sign"/>
        </a:ext>
      </dgm:extLst>
    </dgm:pt>
    <dgm:pt modelId="{2369BDE2-5E8A-4D38-A408-F3B622C6ED21}" type="pres">
      <dgm:prSet presAssocID="{918548BA-3297-48F6-B7A2-09DC7CD1BCF2}" presName="spaceRect" presStyleCnt="0"/>
      <dgm:spPr/>
    </dgm:pt>
    <dgm:pt modelId="{B0E7DCA2-82F8-4D90-BD43-3C1AE084F2E2}" type="pres">
      <dgm:prSet presAssocID="{918548BA-3297-48F6-B7A2-09DC7CD1BCF2}" presName="parTx" presStyleLbl="revTx" presStyleIdx="1" presStyleCnt="5">
        <dgm:presLayoutVars>
          <dgm:chMax val="0"/>
          <dgm:chPref val="0"/>
        </dgm:presLayoutVars>
      </dgm:prSet>
      <dgm:spPr/>
    </dgm:pt>
    <dgm:pt modelId="{3685F97C-BDCC-4D92-9386-7808D78CFEC8}" type="pres">
      <dgm:prSet presAssocID="{B7A03229-14F3-4F39-B245-FFACDFF7BDBC}" presName="sibTrans" presStyleCnt="0"/>
      <dgm:spPr/>
    </dgm:pt>
    <dgm:pt modelId="{61425802-15BA-479B-ABE7-E254D0E39F30}" type="pres">
      <dgm:prSet presAssocID="{88460092-01B2-4B31-BC67-714AAFA68613}" presName="compNode" presStyleCnt="0"/>
      <dgm:spPr/>
    </dgm:pt>
    <dgm:pt modelId="{6E9463AA-FCE1-448D-BA19-EAE0ED078FAC}" type="pres">
      <dgm:prSet presAssocID="{88460092-01B2-4B31-BC67-714AAFA68613}" presName="bgRect" presStyleLbl="bgShp" presStyleIdx="2" presStyleCnt="5"/>
      <dgm:spPr/>
    </dgm:pt>
    <dgm:pt modelId="{C0859CF0-1064-4514-BFAC-AE90A2F753EA}" type="pres">
      <dgm:prSet presAssocID="{88460092-01B2-4B31-BC67-714AAFA6861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er Network"/>
        </a:ext>
      </dgm:extLst>
    </dgm:pt>
    <dgm:pt modelId="{665A1989-1C87-4517-9847-D19C470A63D7}" type="pres">
      <dgm:prSet presAssocID="{88460092-01B2-4B31-BC67-714AAFA68613}" presName="spaceRect" presStyleCnt="0"/>
      <dgm:spPr/>
    </dgm:pt>
    <dgm:pt modelId="{86D93B16-A11C-4723-A780-695DC8495C39}" type="pres">
      <dgm:prSet presAssocID="{88460092-01B2-4B31-BC67-714AAFA68613}" presName="parTx" presStyleLbl="revTx" presStyleIdx="2" presStyleCnt="5">
        <dgm:presLayoutVars>
          <dgm:chMax val="0"/>
          <dgm:chPref val="0"/>
        </dgm:presLayoutVars>
      </dgm:prSet>
      <dgm:spPr/>
    </dgm:pt>
    <dgm:pt modelId="{AE141ABF-10CC-45A4-AEDA-C671DF011038}" type="pres">
      <dgm:prSet presAssocID="{11902947-406F-462D-8B30-7506811C6886}" presName="sibTrans" presStyleCnt="0"/>
      <dgm:spPr/>
    </dgm:pt>
    <dgm:pt modelId="{B88E6F1B-DD79-456C-9247-3E965DCE73C9}" type="pres">
      <dgm:prSet presAssocID="{7B48E328-4781-4EC1-92DA-C272D216B4AC}" presName="compNode" presStyleCnt="0"/>
      <dgm:spPr/>
    </dgm:pt>
    <dgm:pt modelId="{2ABA761F-9947-4D2A-A5D9-607B419B0F8A}" type="pres">
      <dgm:prSet presAssocID="{7B48E328-4781-4EC1-92DA-C272D216B4AC}" presName="bgRect" presStyleLbl="bgShp" presStyleIdx="3" presStyleCnt="5"/>
      <dgm:spPr/>
    </dgm:pt>
    <dgm:pt modelId="{0E8C69D6-3E33-4DEA-9FF7-8BA040DD79A9}" type="pres">
      <dgm:prSet presAssocID="{7B48E328-4781-4EC1-92DA-C272D216B4A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ox"/>
        </a:ext>
      </dgm:extLst>
    </dgm:pt>
    <dgm:pt modelId="{0D6FA789-AA11-4B2F-B302-0752875B9228}" type="pres">
      <dgm:prSet presAssocID="{7B48E328-4781-4EC1-92DA-C272D216B4AC}" presName="spaceRect" presStyleCnt="0"/>
      <dgm:spPr/>
    </dgm:pt>
    <dgm:pt modelId="{8AF71018-1FBF-466A-B4FD-473C9FDCC40F}" type="pres">
      <dgm:prSet presAssocID="{7B48E328-4781-4EC1-92DA-C272D216B4AC}" presName="parTx" presStyleLbl="revTx" presStyleIdx="3" presStyleCnt="5">
        <dgm:presLayoutVars>
          <dgm:chMax val="0"/>
          <dgm:chPref val="0"/>
        </dgm:presLayoutVars>
      </dgm:prSet>
      <dgm:spPr/>
    </dgm:pt>
    <dgm:pt modelId="{1B077193-F9B4-40F5-94D9-F5611E916356}" type="pres">
      <dgm:prSet presAssocID="{58F47DBE-9E7A-4DF8-AAF4-CED55FC5DBFE}" presName="sibTrans" presStyleCnt="0"/>
      <dgm:spPr/>
    </dgm:pt>
    <dgm:pt modelId="{D04ACBED-FE06-448C-BC45-AB521A5C0370}" type="pres">
      <dgm:prSet presAssocID="{70605738-1EFC-4F1C-866F-938C22CD68A8}" presName="compNode" presStyleCnt="0"/>
      <dgm:spPr/>
    </dgm:pt>
    <dgm:pt modelId="{D21931BF-361C-4077-A31F-EFBABBD8A75E}" type="pres">
      <dgm:prSet presAssocID="{70605738-1EFC-4F1C-866F-938C22CD68A8}" presName="bgRect" presStyleLbl="bgShp" presStyleIdx="4" presStyleCnt="5"/>
      <dgm:spPr/>
    </dgm:pt>
    <dgm:pt modelId="{348EC317-A18D-4348-8ABA-223E0E65B04C}" type="pres">
      <dgm:prSet presAssocID="{70605738-1EFC-4F1C-866F-938C22CD68A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onnections"/>
        </a:ext>
      </dgm:extLst>
    </dgm:pt>
    <dgm:pt modelId="{DA447C01-77F3-4202-A96D-3281E89AC590}" type="pres">
      <dgm:prSet presAssocID="{70605738-1EFC-4F1C-866F-938C22CD68A8}" presName="spaceRect" presStyleCnt="0"/>
      <dgm:spPr/>
    </dgm:pt>
    <dgm:pt modelId="{3FA2A266-7A2F-4B67-B6AF-8CCABA365456}" type="pres">
      <dgm:prSet presAssocID="{70605738-1EFC-4F1C-866F-938C22CD68A8}" presName="parTx" presStyleLbl="revTx" presStyleIdx="4" presStyleCnt="5">
        <dgm:presLayoutVars>
          <dgm:chMax val="0"/>
          <dgm:chPref val="0"/>
        </dgm:presLayoutVars>
      </dgm:prSet>
      <dgm:spPr/>
    </dgm:pt>
  </dgm:ptLst>
  <dgm:cxnLst>
    <dgm:cxn modelId="{2D96FA01-0889-45EF-B55E-4230C22ACEE1}" srcId="{B21796A2-E562-4FE8-80DF-B4ECE6DEAE15}" destId="{7B48E328-4781-4EC1-92DA-C272D216B4AC}" srcOrd="3" destOrd="0" parTransId="{6F7CA406-A6BE-4DE1-A329-CE9607549FF2}" sibTransId="{58F47DBE-9E7A-4DF8-AAF4-CED55FC5DBFE}"/>
    <dgm:cxn modelId="{F4A39110-8D9D-4D2A-A389-7466E1B3D08D}" type="presOf" srcId="{754ECD16-57C5-4D3A-802A-80285D1AF489}" destId="{9D281DC0-519D-4CF7-B4CE-6BBDD30B8F15}" srcOrd="0" destOrd="0" presId="urn:microsoft.com/office/officeart/2018/2/layout/IconVerticalSolidList"/>
    <dgm:cxn modelId="{E8E14312-0961-4E99-8D37-0C228017EE0C}" srcId="{B21796A2-E562-4FE8-80DF-B4ECE6DEAE15}" destId="{88460092-01B2-4B31-BC67-714AAFA68613}" srcOrd="2" destOrd="0" parTransId="{DC97672B-0D5E-48B5-B520-7831065C6FA0}" sibTransId="{11902947-406F-462D-8B30-7506811C6886}"/>
    <dgm:cxn modelId="{2ABA301F-0B68-4F44-96E2-2C80328FF734}" srcId="{B21796A2-E562-4FE8-80DF-B4ECE6DEAE15}" destId="{918548BA-3297-48F6-B7A2-09DC7CD1BCF2}" srcOrd="1" destOrd="0" parTransId="{C9AA0D61-3E5F-45BD-9FB4-5A1ABFB53AFA}" sibTransId="{B7A03229-14F3-4F39-B245-FFACDFF7BDBC}"/>
    <dgm:cxn modelId="{5787777E-0D95-4508-AAFA-86C4D8F4B8B3}" type="presOf" srcId="{7B48E328-4781-4EC1-92DA-C272D216B4AC}" destId="{8AF71018-1FBF-466A-B4FD-473C9FDCC40F}" srcOrd="0" destOrd="0" presId="urn:microsoft.com/office/officeart/2018/2/layout/IconVerticalSolidList"/>
    <dgm:cxn modelId="{32056188-A493-4EC6-B006-17D80E92E3E9}" type="presOf" srcId="{918548BA-3297-48F6-B7A2-09DC7CD1BCF2}" destId="{B0E7DCA2-82F8-4D90-BD43-3C1AE084F2E2}" srcOrd="0" destOrd="0" presId="urn:microsoft.com/office/officeart/2018/2/layout/IconVerticalSolidList"/>
    <dgm:cxn modelId="{581688D0-7CC5-479F-B726-5BD90A39E5FC}" type="presOf" srcId="{B21796A2-E562-4FE8-80DF-B4ECE6DEAE15}" destId="{08EC340F-B827-43C4-8F2E-F879B1866AAD}" srcOrd="0" destOrd="0" presId="urn:microsoft.com/office/officeart/2018/2/layout/IconVerticalSolidList"/>
    <dgm:cxn modelId="{45A829EA-FF91-4352-96A8-868863EC8FD6}" srcId="{B21796A2-E562-4FE8-80DF-B4ECE6DEAE15}" destId="{754ECD16-57C5-4D3A-802A-80285D1AF489}" srcOrd="0" destOrd="0" parTransId="{F852F740-C230-4908-9AB0-D7694A48C417}" sibTransId="{7AFEDF51-CE4F-4D31-88F2-B9832A2094BD}"/>
    <dgm:cxn modelId="{E8A6CCF2-FBB4-4D7E-8887-F0723E11C7A4}" type="presOf" srcId="{88460092-01B2-4B31-BC67-714AAFA68613}" destId="{86D93B16-A11C-4723-A780-695DC8495C39}" srcOrd="0" destOrd="0" presId="urn:microsoft.com/office/officeart/2018/2/layout/IconVerticalSolidList"/>
    <dgm:cxn modelId="{31019EFC-C187-43FB-A73A-EF1031543561}" type="presOf" srcId="{70605738-1EFC-4F1C-866F-938C22CD68A8}" destId="{3FA2A266-7A2F-4B67-B6AF-8CCABA365456}" srcOrd="0" destOrd="0" presId="urn:microsoft.com/office/officeart/2018/2/layout/IconVerticalSolidList"/>
    <dgm:cxn modelId="{E3BF5AFD-EA34-4E14-983A-3E0DDE5BE416}" srcId="{B21796A2-E562-4FE8-80DF-B4ECE6DEAE15}" destId="{70605738-1EFC-4F1C-866F-938C22CD68A8}" srcOrd="4" destOrd="0" parTransId="{4A6F17D6-D5E6-41AC-8A36-EABBF7408AD4}" sibTransId="{C3533223-CBD5-4794-AC4A-9A3F62B9D783}"/>
    <dgm:cxn modelId="{289BFA75-5DEA-41F7-84D0-69C8E1953DFA}" type="presParOf" srcId="{08EC340F-B827-43C4-8F2E-F879B1866AAD}" destId="{44C889CC-FA63-46C6-8961-2EEB23368CA4}" srcOrd="0" destOrd="0" presId="urn:microsoft.com/office/officeart/2018/2/layout/IconVerticalSolidList"/>
    <dgm:cxn modelId="{8CE146B2-C1A3-426F-BF51-DEFA4F3B9586}" type="presParOf" srcId="{44C889CC-FA63-46C6-8961-2EEB23368CA4}" destId="{D321991E-6652-459C-B84E-F626E1C7D8CB}" srcOrd="0" destOrd="0" presId="urn:microsoft.com/office/officeart/2018/2/layout/IconVerticalSolidList"/>
    <dgm:cxn modelId="{F79CBD5E-6EC0-4C62-BCE1-4F9DC40E85E9}" type="presParOf" srcId="{44C889CC-FA63-46C6-8961-2EEB23368CA4}" destId="{14793EFA-9FA2-4F32-A194-5DD6B880113B}" srcOrd="1" destOrd="0" presId="urn:microsoft.com/office/officeart/2018/2/layout/IconVerticalSolidList"/>
    <dgm:cxn modelId="{28477694-C86D-41D6-84F7-6D73A2979B40}" type="presParOf" srcId="{44C889CC-FA63-46C6-8961-2EEB23368CA4}" destId="{304F0C97-71D1-4F41-B086-09AEE780AED8}" srcOrd="2" destOrd="0" presId="urn:microsoft.com/office/officeart/2018/2/layout/IconVerticalSolidList"/>
    <dgm:cxn modelId="{0B16ECB3-422B-4A4E-B19E-D76DFEA3D2E0}" type="presParOf" srcId="{44C889CC-FA63-46C6-8961-2EEB23368CA4}" destId="{9D281DC0-519D-4CF7-B4CE-6BBDD30B8F15}" srcOrd="3" destOrd="0" presId="urn:microsoft.com/office/officeart/2018/2/layout/IconVerticalSolidList"/>
    <dgm:cxn modelId="{519B0653-D5BE-447D-9395-0C9803C0EE15}" type="presParOf" srcId="{08EC340F-B827-43C4-8F2E-F879B1866AAD}" destId="{316AC526-A75C-4A72-9999-FD39512AFB4A}" srcOrd="1" destOrd="0" presId="urn:microsoft.com/office/officeart/2018/2/layout/IconVerticalSolidList"/>
    <dgm:cxn modelId="{86D9702D-FA35-494A-B093-C8AEDCA4D686}" type="presParOf" srcId="{08EC340F-B827-43C4-8F2E-F879B1866AAD}" destId="{7C822FA4-DE2B-4254-98EE-0C7C4743D154}" srcOrd="2" destOrd="0" presId="urn:microsoft.com/office/officeart/2018/2/layout/IconVerticalSolidList"/>
    <dgm:cxn modelId="{8769B7E7-5AB1-42E9-AA9C-A40FB23DF7E7}" type="presParOf" srcId="{7C822FA4-DE2B-4254-98EE-0C7C4743D154}" destId="{2B133848-40C4-42C7-AE1D-2CA35BC0B63B}" srcOrd="0" destOrd="0" presId="urn:microsoft.com/office/officeart/2018/2/layout/IconVerticalSolidList"/>
    <dgm:cxn modelId="{7394A26D-E93F-4F5B-84CD-6BFAFB075EAC}" type="presParOf" srcId="{7C822FA4-DE2B-4254-98EE-0C7C4743D154}" destId="{167F2236-F161-408F-B49E-0A1CAE5160C3}" srcOrd="1" destOrd="0" presId="urn:microsoft.com/office/officeart/2018/2/layout/IconVerticalSolidList"/>
    <dgm:cxn modelId="{523CB451-61C3-46DC-891E-759041215FB9}" type="presParOf" srcId="{7C822FA4-DE2B-4254-98EE-0C7C4743D154}" destId="{2369BDE2-5E8A-4D38-A408-F3B622C6ED21}" srcOrd="2" destOrd="0" presId="urn:microsoft.com/office/officeart/2018/2/layout/IconVerticalSolidList"/>
    <dgm:cxn modelId="{4AC8003D-0E49-49D7-B05A-A034F810DBF3}" type="presParOf" srcId="{7C822FA4-DE2B-4254-98EE-0C7C4743D154}" destId="{B0E7DCA2-82F8-4D90-BD43-3C1AE084F2E2}" srcOrd="3" destOrd="0" presId="urn:microsoft.com/office/officeart/2018/2/layout/IconVerticalSolidList"/>
    <dgm:cxn modelId="{A5B98138-CD2C-488E-9A27-6D562280AD10}" type="presParOf" srcId="{08EC340F-B827-43C4-8F2E-F879B1866AAD}" destId="{3685F97C-BDCC-4D92-9386-7808D78CFEC8}" srcOrd="3" destOrd="0" presId="urn:microsoft.com/office/officeart/2018/2/layout/IconVerticalSolidList"/>
    <dgm:cxn modelId="{25286F7F-074E-4C26-9CFA-C4FDDB29AF31}" type="presParOf" srcId="{08EC340F-B827-43C4-8F2E-F879B1866AAD}" destId="{61425802-15BA-479B-ABE7-E254D0E39F30}" srcOrd="4" destOrd="0" presId="urn:microsoft.com/office/officeart/2018/2/layout/IconVerticalSolidList"/>
    <dgm:cxn modelId="{272395B5-51CE-4020-BB3F-7F78C2EDC520}" type="presParOf" srcId="{61425802-15BA-479B-ABE7-E254D0E39F30}" destId="{6E9463AA-FCE1-448D-BA19-EAE0ED078FAC}" srcOrd="0" destOrd="0" presId="urn:microsoft.com/office/officeart/2018/2/layout/IconVerticalSolidList"/>
    <dgm:cxn modelId="{E8A76C75-1862-4794-A2FF-0755CD72B5B1}" type="presParOf" srcId="{61425802-15BA-479B-ABE7-E254D0E39F30}" destId="{C0859CF0-1064-4514-BFAC-AE90A2F753EA}" srcOrd="1" destOrd="0" presId="urn:microsoft.com/office/officeart/2018/2/layout/IconVerticalSolidList"/>
    <dgm:cxn modelId="{8F80EFBB-D5B5-4D6B-9FC1-623082B8DDD0}" type="presParOf" srcId="{61425802-15BA-479B-ABE7-E254D0E39F30}" destId="{665A1989-1C87-4517-9847-D19C470A63D7}" srcOrd="2" destOrd="0" presId="urn:microsoft.com/office/officeart/2018/2/layout/IconVerticalSolidList"/>
    <dgm:cxn modelId="{5BC7C97D-54CF-490B-B1A0-8E8FF6CE76AD}" type="presParOf" srcId="{61425802-15BA-479B-ABE7-E254D0E39F30}" destId="{86D93B16-A11C-4723-A780-695DC8495C39}" srcOrd="3" destOrd="0" presId="urn:microsoft.com/office/officeart/2018/2/layout/IconVerticalSolidList"/>
    <dgm:cxn modelId="{CB68A1C9-3280-4208-8A60-0AEEB0F51936}" type="presParOf" srcId="{08EC340F-B827-43C4-8F2E-F879B1866AAD}" destId="{AE141ABF-10CC-45A4-AEDA-C671DF011038}" srcOrd="5" destOrd="0" presId="urn:microsoft.com/office/officeart/2018/2/layout/IconVerticalSolidList"/>
    <dgm:cxn modelId="{CD4507CB-24C9-4A40-973D-477C2387617D}" type="presParOf" srcId="{08EC340F-B827-43C4-8F2E-F879B1866AAD}" destId="{B88E6F1B-DD79-456C-9247-3E965DCE73C9}" srcOrd="6" destOrd="0" presId="urn:microsoft.com/office/officeart/2018/2/layout/IconVerticalSolidList"/>
    <dgm:cxn modelId="{0BD87849-FC61-4AFF-A42E-44873A3E5EB8}" type="presParOf" srcId="{B88E6F1B-DD79-456C-9247-3E965DCE73C9}" destId="{2ABA761F-9947-4D2A-A5D9-607B419B0F8A}" srcOrd="0" destOrd="0" presId="urn:microsoft.com/office/officeart/2018/2/layout/IconVerticalSolidList"/>
    <dgm:cxn modelId="{0AF4EB29-37E9-4C50-A594-154D769B3EFB}" type="presParOf" srcId="{B88E6F1B-DD79-456C-9247-3E965DCE73C9}" destId="{0E8C69D6-3E33-4DEA-9FF7-8BA040DD79A9}" srcOrd="1" destOrd="0" presId="urn:microsoft.com/office/officeart/2018/2/layout/IconVerticalSolidList"/>
    <dgm:cxn modelId="{AEE66436-B701-4761-AA10-47C2EDDB28F2}" type="presParOf" srcId="{B88E6F1B-DD79-456C-9247-3E965DCE73C9}" destId="{0D6FA789-AA11-4B2F-B302-0752875B9228}" srcOrd="2" destOrd="0" presId="urn:microsoft.com/office/officeart/2018/2/layout/IconVerticalSolidList"/>
    <dgm:cxn modelId="{AA4E7973-D7D2-4099-B5D1-61DF47A6CE45}" type="presParOf" srcId="{B88E6F1B-DD79-456C-9247-3E965DCE73C9}" destId="{8AF71018-1FBF-466A-B4FD-473C9FDCC40F}" srcOrd="3" destOrd="0" presId="urn:microsoft.com/office/officeart/2018/2/layout/IconVerticalSolidList"/>
    <dgm:cxn modelId="{6A9A2B1A-24EA-4DE6-99E1-3DCBC353BEF4}" type="presParOf" srcId="{08EC340F-B827-43C4-8F2E-F879B1866AAD}" destId="{1B077193-F9B4-40F5-94D9-F5611E916356}" srcOrd="7" destOrd="0" presId="urn:microsoft.com/office/officeart/2018/2/layout/IconVerticalSolidList"/>
    <dgm:cxn modelId="{A02871F1-A514-4977-88AC-9C924B6B373B}" type="presParOf" srcId="{08EC340F-B827-43C4-8F2E-F879B1866AAD}" destId="{D04ACBED-FE06-448C-BC45-AB521A5C0370}" srcOrd="8" destOrd="0" presId="urn:microsoft.com/office/officeart/2018/2/layout/IconVerticalSolidList"/>
    <dgm:cxn modelId="{2AFC333F-CEC6-4977-9055-6937F32F179F}" type="presParOf" srcId="{D04ACBED-FE06-448C-BC45-AB521A5C0370}" destId="{D21931BF-361C-4077-A31F-EFBABBD8A75E}" srcOrd="0" destOrd="0" presId="urn:microsoft.com/office/officeart/2018/2/layout/IconVerticalSolidList"/>
    <dgm:cxn modelId="{24BC1232-0827-459B-B5E1-B542AC19934B}" type="presParOf" srcId="{D04ACBED-FE06-448C-BC45-AB521A5C0370}" destId="{348EC317-A18D-4348-8ABA-223E0E65B04C}" srcOrd="1" destOrd="0" presId="urn:microsoft.com/office/officeart/2018/2/layout/IconVerticalSolidList"/>
    <dgm:cxn modelId="{9FBFFD3C-0693-4469-B37F-42D7FD2E7161}" type="presParOf" srcId="{D04ACBED-FE06-448C-BC45-AB521A5C0370}" destId="{DA447C01-77F3-4202-A96D-3281E89AC590}" srcOrd="2" destOrd="0" presId="urn:microsoft.com/office/officeart/2018/2/layout/IconVerticalSolidList"/>
    <dgm:cxn modelId="{2F30F0DB-D645-4DD5-8F79-8EDB1CA508F3}" type="presParOf" srcId="{D04ACBED-FE06-448C-BC45-AB521A5C0370}" destId="{3FA2A266-7A2F-4B67-B6AF-8CCABA36545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AF58D6-0C82-4E9E-B7AF-2ADB51814D3F}">
      <dsp:nvSpPr>
        <dsp:cNvPr id="0" name=""/>
        <dsp:cNvSpPr/>
      </dsp:nvSpPr>
      <dsp:spPr>
        <a:xfrm>
          <a:off x="28876" y="1587746"/>
          <a:ext cx="890937" cy="8909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1D3E20-2334-450E-87F2-1873F08A1462}">
      <dsp:nvSpPr>
        <dsp:cNvPr id="0" name=""/>
        <dsp:cNvSpPr/>
      </dsp:nvSpPr>
      <dsp:spPr>
        <a:xfrm>
          <a:off x="215973" y="1774843"/>
          <a:ext cx="516743" cy="5167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024A99-8864-4240-A822-0CDA9BAEA924}">
      <dsp:nvSpPr>
        <dsp:cNvPr id="0" name=""/>
        <dsp:cNvSpPr/>
      </dsp:nvSpPr>
      <dsp:spPr>
        <a:xfrm>
          <a:off x="1110728" y="1587746"/>
          <a:ext cx="2100066" cy="89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Agile methods</a:t>
          </a:r>
        </a:p>
      </dsp:txBody>
      <dsp:txXfrm>
        <a:off x="1110728" y="1587746"/>
        <a:ext cx="2100066" cy="890937"/>
      </dsp:txXfrm>
    </dsp:sp>
    <dsp:sp modelId="{B48C7A0E-0E08-4C04-911C-12ABCF1FA968}">
      <dsp:nvSpPr>
        <dsp:cNvPr id="0" name=""/>
        <dsp:cNvSpPr/>
      </dsp:nvSpPr>
      <dsp:spPr>
        <a:xfrm>
          <a:off x="3576715" y="1587746"/>
          <a:ext cx="890937" cy="89093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3FADE8-DF0C-4BF2-884A-6E39804E0B3B}">
      <dsp:nvSpPr>
        <dsp:cNvPr id="0" name=""/>
        <dsp:cNvSpPr/>
      </dsp:nvSpPr>
      <dsp:spPr>
        <a:xfrm>
          <a:off x="3763812" y="1774843"/>
          <a:ext cx="516743" cy="5167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011589-FEC8-4C66-BB84-8DA78B86FBE8}">
      <dsp:nvSpPr>
        <dsp:cNvPr id="0" name=""/>
        <dsp:cNvSpPr/>
      </dsp:nvSpPr>
      <dsp:spPr>
        <a:xfrm>
          <a:off x="4658568" y="1587746"/>
          <a:ext cx="2100066" cy="89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Agile development techniques</a:t>
          </a:r>
        </a:p>
      </dsp:txBody>
      <dsp:txXfrm>
        <a:off x="4658568" y="1587746"/>
        <a:ext cx="2100066" cy="890937"/>
      </dsp:txXfrm>
    </dsp:sp>
    <dsp:sp modelId="{E0189489-E189-46C7-9FDF-40D10EC04769}">
      <dsp:nvSpPr>
        <dsp:cNvPr id="0" name=""/>
        <dsp:cNvSpPr/>
      </dsp:nvSpPr>
      <dsp:spPr>
        <a:xfrm>
          <a:off x="7124555" y="1587746"/>
          <a:ext cx="890937" cy="89093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22F975-2FF9-448D-8E43-D21587F1C9B1}">
      <dsp:nvSpPr>
        <dsp:cNvPr id="0" name=""/>
        <dsp:cNvSpPr/>
      </dsp:nvSpPr>
      <dsp:spPr>
        <a:xfrm>
          <a:off x="7311651" y="1774843"/>
          <a:ext cx="516743" cy="516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0ED590-28EE-4C0E-9F47-25C0A619387D}">
      <dsp:nvSpPr>
        <dsp:cNvPr id="0" name=""/>
        <dsp:cNvSpPr/>
      </dsp:nvSpPr>
      <dsp:spPr>
        <a:xfrm>
          <a:off x="8206407" y="1587746"/>
          <a:ext cx="2100066" cy="89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1900" kern="1200"/>
            <a:t>Agile project management</a:t>
          </a:r>
        </a:p>
      </dsp:txBody>
      <dsp:txXfrm>
        <a:off x="8206407" y="1587746"/>
        <a:ext cx="2100066" cy="8909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2820D-5550-435F-9C39-6C41B00B83E3}">
      <dsp:nvSpPr>
        <dsp:cNvPr id="0" name=""/>
        <dsp:cNvSpPr/>
      </dsp:nvSpPr>
      <dsp:spPr>
        <a:xfrm>
          <a:off x="0" y="3531"/>
          <a:ext cx="6949440" cy="16513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3C3452-AEF5-47E4-A4F0-B579266BD58A}">
      <dsp:nvSpPr>
        <dsp:cNvPr id="0" name=""/>
        <dsp:cNvSpPr/>
      </dsp:nvSpPr>
      <dsp:spPr>
        <a:xfrm>
          <a:off x="499520" y="375075"/>
          <a:ext cx="908219" cy="9082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604BA0-7055-48DA-9058-28A2C603FF1C}">
      <dsp:nvSpPr>
        <dsp:cNvPr id="0" name=""/>
        <dsp:cNvSpPr/>
      </dsp:nvSpPr>
      <dsp:spPr>
        <a:xfrm>
          <a:off x="1907259" y="3531"/>
          <a:ext cx="3127248" cy="1651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63" tIns="174763" rIns="174763" bIns="174763" numCol="1" spcCol="1270" anchor="ctr" anchorCtr="0">
          <a:noAutofit/>
        </a:bodyPr>
        <a:lstStyle/>
        <a:p>
          <a:pPr marL="0" lvl="0" indent="0" algn="l" defTabSz="800100">
            <a:lnSpc>
              <a:spcPct val="90000"/>
            </a:lnSpc>
            <a:spcBef>
              <a:spcPct val="0"/>
            </a:spcBef>
            <a:spcAft>
              <a:spcPct val="35000"/>
            </a:spcAft>
            <a:buNone/>
          </a:pPr>
          <a:r>
            <a:rPr lang="en-US" sz="1800" kern="1200"/>
            <a:t>Rapid development and delivery is now often the most important requirement for software systems</a:t>
          </a:r>
        </a:p>
      </dsp:txBody>
      <dsp:txXfrm>
        <a:off x="1907259" y="3531"/>
        <a:ext cx="3127248" cy="1651307"/>
      </dsp:txXfrm>
    </dsp:sp>
    <dsp:sp modelId="{B01BE500-BDD8-4D48-8676-E68B92BFA74F}">
      <dsp:nvSpPr>
        <dsp:cNvPr id="0" name=""/>
        <dsp:cNvSpPr/>
      </dsp:nvSpPr>
      <dsp:spPr>
        <a:xfrm>
          <a:off x="5034507" y="3531"/>
          <a:ext cx="1913067" cy="1651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63" tIns="174763" rIns="174763" bIns="174763" numCol="1" spcCol="1270" anchor="ctr" anchorCtr="0">
          <a:noAutofit/>
        </a:bodyPr>
        <a:lstStyle/>
        <a:p>
          <a:pPr marL="0" lvl="0" indent="0" algn="l" defTabSz="488950">
            <a:lnSpc>
              <a:spcPct val="90000"/>
            </a:lnSpc>
            <a:spcBef>
              <a:spcPct val="0"/>
            </a:spcBef>
            <a:spcAft>
              <a:spcPct val="35000"/>
            </a:spcAft>
            <a:buNone/>
          </a:pPr>
          <a:r>
            <a:rPr lang="en-US" sz="1100" kern="1200"/>
            <a:t>Businesses operate in a fast –changing requirement and it is practically impossible to produce a set of stable software requirements</a:t>
          </a:r>
        </a:p>
        <a:p>
          <a:pPr marL="0" lvl="0" indent="0" algn="l" defTabSz="488950">
            <a:lnSpc>
              <a:spcPct val="90000"/>
            </a:lnSpc>
            <a:spcBef>
              <a:spcPct val="0"/>
            </a:spcBef>
            <a:spcAft>
              <a:spcPct val="35000"/>
            </a:spcAft>
            <a:buNone/>
          </a:pPr>
          <a:r>
            <a:rPr lang="en-US" sz="1100" kern="1200"/>
            <a:t>Software has to evolve quickly to reflect changing business needs.</a:t>
          </a:r>
        </a:p>
      </dsp:txBody>
      <dsp:txXfrm>
        <a:off x="5034507" y="3531"/>
        <a:ext cx="1913067" cy="1651307"/>
      </dsp:txXfrm>
    </dsp:sp>
    <dsp:sp modelId="{E468F22C-B963-49AB-8590-0DF2F73B59AF}">
      <dsp:nvSpPr>
        <dsp:cNvPr id="0" name=""/>
        <dsp:cNvSpPr/>
      </dsp:nvSpPr>
      <dsp:spPr>
        <a:xfrm>
          <a:off x="0" y="2067665"/>
          <a:ext cx="6949440" cy="16513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658032-3537-49BC-894A-44A875D43954}">
      <dsp:nvSpPr>
        <dsp:cNvPr id="0" name=""/>
        <dsp:cNvSpPr/>
      </dsp:nvSpPr>
      <dsp:spPr>
        <a:xfrm>
          <a:off x="499520" y="2439209"/>
          <a:ext cx="908219" cy="9082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4EF53C-DBDC-4E98-8ECA-5C8E5DFA10A6}">
      <dsp:nvSpPr>
        <dsp:cNvPr id="0" name=""/>
        <dsp:cNvSpPr/>
      </dsp:nvSpPr>
      <dsp:spPr>
        <a:xfrm>
          <a:off x="1907259" y="2067665"/>
          <a:ext cx="5040315" cy="1651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63" tIns="174763" rIns="174763" bIns="174763" numCol="1" spcCol="1270" anchor="ctr" anchorCtr="0">
          <a:noAutofit/>
        </a:bodyPr>
        <a:lstStyle/>
        <a:p>
          <a:pPr marL="0" lvl="0" indent="0" algn="l" defTabSz="800100">
            <a:lnSpc>
              <a:spcPct val="90000"/>
            </a:lnSpc>
            <a:spcBef>
              <a:spcPct val="0"/>
            </a:spcBef>
            <a:spcAft>
              <a:spcPct val="35000"/>
            </a:spcAft>
            <a:buNone/>
          </a:pPr>
          <a:r>
            <a:rPr lang="en-US" sz="1800" kern="1200"/>
            <a:t>Plan-driven development is essential for some types of system but does not meet these business needs.</a:t>
          </a:r>
        </a:p>
      </dsp:txBody>
      <dsp:txXfrm>
        <a:off x="1907259" y="2067665"/>
        <a:ext cx="5040315" cy="1651307"/>
      </dsp:txXfrm>
    </dsp:sp>
    <dsp:sp modelId="{439DF76B-6004-40A4-83E4-CC4DA72D4038}">
      <dsp:nvSpPr>
        <dsp:cNvPr id="0" name=""/>
        <dsp:cNvSpPr/>
      </dsp:nvSpPr>
      <dsp:spPr>
        <a:xfrm>
          <a:off x="0" y="4131799"/>
          <a:ext cx="6949440" cy="16513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23DC57-DD35-464C-A99A-7846E1E71A35}">
      <dsp:nvSpPr>
        <dsp:cNvPr id="0" name=""/>
        <dsp:cNvSpPr/>
      </dsp:nvSpPr>
      <dsp:spPr>
        <a:xfrm>
          <a:off x="499520" y="4503343"/>
          <a:ext cx="908219" cy="9082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859E08-6ED0-4F6D-84D8-C619F35959E9}">
      <dsp:nvSpPr>
        <dsp:cNvPr id="0" name=""/>
        <dsp:cNvSpPr/>
      </dsp:nvSpPr>
      <dsp:spPr>
        <a:xfrm>
          <a:off x="1907259" y="4131799"/>
          <a:ext cx="5040315" cy="1651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63" tIns="174763" rIns="174763" bIns="174763" numCol="1" spcCol="1270" anchor="ctr" anchorCtr="0">
          <a:noAutofit/>
        </a:bodyPr>
        <a:lstStyle/>
        <a:p>
          <a:pPr marL="0" lvl="0" indent="0" algn="l" defTabSz="800100">
            <a:lnSpc>
              <a:spcPct val="90000"/>
            </a:lnSpc>
            <a:spcBef>
              <a:spcPct val="0"/>
            </a:spcBef>
            <a:spcAft>
              <a:spcPct val="35000"/>
            </a:spcAft>
            <a:buNone/>
          </a:pPr>
          <a:r>
            <a:rPr lang="en-US" sz="1800" kern="1200"/>
            <a:t>Agile development methods emerged in the late 1990s whose aim was to radically reduce the delivery time for working software systems</a:t>
          </a:r>
        </a:p>
      </dsp:txBody>
      <dsp:txXfrm>
        <a:off x="1907259" y="4131799"/>
        <a:ext cx="5040315" cy="16513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6BC3C8-A300-40EB-8021-9FB3BF18B726}">
      <dsp:nvSpPr>
        <dsp:cNvPr id="0" name=""/>
        <dsp:cNvSpPr/>
      </dsp:nvSpPr>
      <dsp:spPr>
        <a:xfrm>
          <a:off x="0" y="4520"/>
          <a:ext cx="6949440" cy="9629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7FB100-1C3E-4FEB-A4D4-B3E54652B0E2}">
      <dsp:nvSpPr>
        <dsp:cNvPr id="0" name=""/>
        <dsp:cNvSpPr/>
      </dsp:nvSpPr>
      <dsp:spPr>
        <a:xfrm>
          <a:off x="291287" y="221180"/>
          <a:ext cx="529613" cy="5296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5BB846-7B37-47F6-8401-7248D0B005D1}">
      <dsp:nvSpPr>
        <dsp:cNvPr id="0" name=""/>
        <dsp:cNvSpPr/>
      </dsp:nvSpPr>
      <dsp:spPr>
        <a:xfrm>
          <a:off x="1112187" y="4520"/>
          <a:ext cx="5837252" cy="96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910" tIns="101910" rIns="101910" bIns="101910" numCol="1" spcCol="1270" anchor="ctr" anchorCtr="0">
          <a:noAutofit/>
        </a:bodyPr>
        <a:lstStyle/>
        <a:p>
          <a:pPr marL="0" lvl="0" indent="0" algn="l" defTabSz="800100">
            <a:lnSpc>
              <a:spcPct val="90000"/>
            </a:lnSpc>
            <a:spcBef>
              <a:spcPct val="0"/>
            </a:spcBef>
            <a:spcAft>
              <a:spcPct val="35000"/>
            </a:spcAft>
            <a:buNone/>
          </a:pPr>
          <a:r>
            <a:rPr lang="en-US" sz="1800" kern="1200"/>
            <a:t>Program specification, design and implementation are inter-leaved</a:t>
          </a:r>
        </a:p>
      </dsp:txBody>
      <dsp:txXfrm>
        <a:off x="1112187" y="4520"/>
        <a:ext cx="5837252" cy="962932"/>
      </dsp:txXfrm>
    </dsp:sp>
    <dsp:sp modelId="{ACD51F04-D5A9-4977-AAF5-32026585C193}">
      <dsp:nvSpPr>
        <dsp:cNvPr id="0" name=""/>
        <dsp:cNvSpPr/>
      </dsp:nvSpPr>
      <dsp:spPr>
        <a:xfrm>
          <a:off x="0" y="1208186"/>
          <a:ext cx="6949440" cy="9629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87047F-6EED-43EB-9F8C-E82822AC93FA}">
      <dsp:nvSpPr>
        <dsp:cNvPr id="0" name=""/>
        <dsp:cNvSpPr/>
      </dsp:nvSpPr>
      <dsp:spPr>
        <a:xfrm>
          <a:off x="291287" y="1424846"/>
          <a:ext cx="529613" cy="5296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1153C2-F392-4D20-BAF4-AC1E08337460}">
      <dsp:nvSpPr>
        <dsp:cNvPr id="0" name=""/>
        <dsp:cNvSpPr/>
      </dsp:nvSpPr>
      <dsp:spPr>
        <a:xfrm>
          <a:off x="1112187" y="1208186"/>
          <a:ext cx="5837252" cy="96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910" tIns="101910" rIns="101910" bIns="101910" numCol="1" spcCol="1270" anchor="ctr" anchorCtr="0">
          <a:noAutofit/>
        </a:bodyPr>
        <a:lstStyle/>
        <a:p>
          <a:pPr marL="0" lvl="0" indent="0" algn="l" defTabSz="800100">
            <a:lnSpc>
              <a:spcPct val="90000"/>
            </a:lnSpc>
            <a:spcBef>
              <a:spcPct val="0"/>
            </a:spcBef>
            <a:spcAft>
              <a:spcPct val="35000"/>
            </a:spcAft>
            <a:buNone/>
          </a:pPr>
          <a:r>
            <a:rPr lang="en-US" sz="1800" kern="1200"/>
            <a:t>The system is developed as a series of versions or increments with stakeholders involved in version specification and evaluation</a:t>
          </a:r>
        </a:p>
      </dsp:txBody>
      <dsp:txXfrm>
        <a:off x="1112187" y="1208186"/>
        <a:ext cx="5837252" cy="962932"/>
      </dsp:txXfrm>
    </dsp:sp>
    <dsp:sp modelId="{173EEAB1-A681-4309-BBFB-1742F9C66B95}">
      <dsp:nvSpPr>
        <dsp:cNvPr id="0" name=""/>
        <dsp:cNvSpPr/>
      </dsp:nvSpPr>
      <dsp:spPr>
        <a:xfrm>
          <a:off x="0" y="2411852"/>
          <a:ext cx="6949440" cy="9629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D92B43-EE25-4D80-B807-60493DDAE277}">
      <dsp:nvSpPr>
        <dsp:cNvPr id="0" name=""/>
        <dsp:cNvSpPr/>
      </dsp:nvSpPr>
      <dsp:spPr>
        <a:xfrm>
          <a:off x="291287" y="2628512"/>
          <a:ext cx="529613" cy="5296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6CF3BB-3624-4F94-948D-369BC10E9162}">
      <dsp:nvSpPr>
        <dsp:cNvPr id="0" name=""/>
        <dsp:cNvSpPr/>
      </dsp:nvSpPr>
      <dsp:spPr>
        <a:xfrm>
          <a:off x="1112187" y="2411852"/>
          <a:ext cx="5837252" cy="96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910" tIns="101910" rIns="101910" bIns="101910" numCol="1" spcCol="1270" anchor="ctr" anchorCtr="0">
          <a:noAutofit/>
        </a:bodyPr>
        <a:lstStyle/>
        <a:p>
          <a:pPr marL="0" lvl="0" indent="0" algn="l" defTabSz="800100">
            <a:lnSpc>
              <a:spcPct val="90000"/>
            </a:lnSpc>
            <a:spcBef>
              <a:spcPct val="0"/>
            </a:spcBef>
            <a:spcAft>
              <a:spcPct val="35000"/>
            </a:spcAft>
            <a:buNone/>
          </a:pPr>
          <a:r>
            <a:rPr lang="en-US" sz="1800" kern="1200"/>
            <a:t>Frequent delivery of new versions for evaluation</a:t>
          </a:r>
        </a:p>
      </dsp:txBody>
      <dsp:txXfrm>
        <a:off x="1112187" y="2411852"/>
        <a:ext cx="5837252" cy="962932"/>
      </dsp:txXfrm>
    </dsp:sp>
    <dsp:sp modelId="{E6011EF3-EE99-4F6F-B868-2689FC786747}">
      <dsp:nvSpPr>
        <dsp:cNvPr id="0" name=""/>
        <dsp:cNvSpPr/>
      </dsp:nvSpPr>
      <dsp:spPr>
        <a:xfrm>
          <a:off x="0" y="3615518"/>
          <a:ext cx="6949440" cy="9629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BE9480-4918-4CE4-9BD7-6494D70DEE22}">
      <dsp:nvSpPr>
        <dsp:cNvPr id="0" name=""/>
        <dsp:cNvSpPr/>
      </dsp:nvSpPr>
      <dsp:spPr>
        <a:xfrm>
          <a:off x="291287" y="3832178"/>
          <a:ext cx="529613" cy="5296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070393-644B-465F-840A-6249F8DA6D03}">
      <dsp:nvSpPr>
        <dsp:cNvPr id="0" name=""/>
        <dsp:cNvSpPr/>
      </dsp:nvSpPr>
      <dsp:spPr>
        <a:xfrm>
          <a:off x="1112187" y="3615518"/>
          <a:ext cx="5837252" cy="96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910" tIns="101910" rIns="101910" bIns="101910" numCol="1" spcCol="1270" anchor="ctr" anchorCtr="0">
          <a:noAutofit/>
        </a:bodyPr>
        <a:lstStyle/>
        <a:p>
          <a:pPr marL="0" lvl="0" indent="0" algn="l" defTabSz="800100">
            <a:lnSpc>
              <a:spcPct val="90000"/>
            </a:lnSpc>
            <a:spcBef>
              <a:spcPct val="0"/>
            </a:spcBef>
            <a:spcAft>
              <a:spcPct val="35000"/>
            </a:spcAft>
            <a:buNone/>
          </a:pPr>
          <a:r>
            <a:rPr lang="en-US" sz="1800" kern="1200"/>
            <a:t>Extensive tool support (e.g. automated testing tools) used to support development.</a:t>
          </a:r>
        </a:p>
      </dsp:txBody>
      <dsp:txXfrm>
        <a:off x="1112187" y="3615518"/>
        <a:ext cx="5837252" cy="962932"/>
      </dsp:txXfrm>
    </dsp:sp>
    <dsp:sp modelId="{B52CC993-D179-48A5-BDA5-F21CDC7D9555}">
      <dsp:nvSpPr>
        <dsp:cNvPr id="0" name=""/>
        <dsp:cNvSpPr/>
      </dsp:nvSpPr>
      <dsp:spPr>
        <a:xfrm>
          <a:off x="0" y="4819184"/>
          <a:ext cx="6949440" cy="9629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E33E23-57F2-4F5E-BD2E-226155210856}">
      <dsp:nvSpPr>
        <dsp:cNvPr id="0" name=""/>
        <dsp:cNvSpPr/>
      </dsp:nvSpPr>
      <dsp:spPr>
        <a:xfrm>
          <a:off x="291287" y="5035844"/>
          <a:ext cx="529613" cy="52961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B269F0-14BD-47AE-916D-C7F294A0974C}">
      <dsp:nvSpPr>
        <dsp:cNvPr id="0" name=""/>
        <dsp:cNvSpPr/>
      </dsp:nvSpPr>
      <dsp:spPr>
        <a:xfrm>
          <a:off x="1112187" y="4819184"/>
          <a:ext cx="5837252" cy="962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910" tIns="101910" rIns="101910" bIns="101910" numCol="1" spcCol="1270" anchor="ctr" anchorCtr="0">
          <a:noAutofit/>
        </a:bodyPr>
        <a:lstStyle/>
        <a:p>
          <a:pPr marL="0" lvl="0" indent="0" algn="l" defTabSz="800100">
            <a:lnSpc>
              <a:spcPct val="90000"/>
            </a:lnSpc>
            <a:spcBef>
              <a:spcPct val="0"/>
            </a:spcBef>
            <a:spcAft>
              <a:spcPct val="35000"/>
            </a:spcAft>
            <a:buNone/>
          </a:pPr>
          <a:r>
            <a:rPr lang="en-US" sz="1800" kern="1200"/>
            <a:t>Minimal documentation – focus on working code</a:t>
          </a:r>
        </a:p>
      </dsp:txBody>
      <dsp:txXfrm>
        <a:off x="1112187" y="4819184"/>
        <a:ext cx="5837252" cy="9629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5F17E2-3BBD-497B-B0F9-4A05D31A06BD}">
      <dsp:nvSpPr>
        <dsp:cNvPr id="0" name=""/>
        <dsp:cNvSpPr/>
      </dsp:nvSpPr>
      <dsp:spPr>
        <a:xfrm>
          <a:off x="0" y="746497"/>
          <a:ext cx="10653579" cy="1378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A8785B-C526-4E3E-9378-B37DE791B763}">
      <dsp:nvSpPr>
        <dsp:cNvPr id="0" name=""/>
        <dsp:cNvSpPr/>
      </dsp:nvSpPr>
      <dsp:spPr>
        <a:xfrm>
          <a:off x="416889" y="1056580"/>
          <a:ext cx="757981" cy="7579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571E28-AC1E-4A4A-BAFE-1604C5BCD5DA}">
      <dsp:nvSpPr>
        <dsp:cNvPr id="0" name=""/>
        <dsp:cNvSpPr/>
      </dsp:nvSpPr>
      <dsp:spPr>
        <a:xfrm>
          <a:off x="1591761" y="746497"/>
          <a:ext cx="9061817" cy="137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54" tIns="145854" rIns="145854" bIns="145854" numCol="1" spcCol="1270" anchor="ctr" anchorCtr="0">
          <a:noAutofit/>
        </a:bodyPr>
        <a:lstStyle/>
        <a:p>
          <a:pPr marL="0" lvl="0" indent="0" algn="l" defTabSz="1022350">
            <a:lnSpc>
              <a:spcPct val="100000"/>
            </a:lnSpc>
            <a:spcBef>
              <a:spcPct val="0"/>
            </a:spcBef>
            <a:spcAft>
              <a:spcPct val="35000"/>
            </a:spcAft>
            <a:buNone/>
          </a:pPr>
          <a:r>
            <a:rPr lang="en-US" sz="2300" kern="1200"/>
            <a:t>A very influential agile method, developed in the late 1990s, that introduced a range of agile development techniques.</a:t>
          </a:r>
        </a:p>
      </dsp:txBody>
      <dsp:txXfrm>
        <a:off x="1591761" y="746497"/>
        <a:ext cx="9061817" cy="1378148"/>
      </dsp:txXfrm>
    </dsp:sp>
    <dsp:sp modelId="{075F6BC3-AEB2-426D-B49E-39FEA1C20F23}">
      <dsp:nvSpPr>
        <dsp:cNvPr id="0" name=""/>
        <dsp:cNvSpPr/>
      </dsp:nvSpPr>
      <dsp:spPr>
        <a:xfrm>
          <a:off x="0" y="2469182"/>
          <a:ext cx="10653579" cy="1378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51B82F-B57F-4792-9CF2-1CFD6EC2E106}">
      <dsp:nvSpPr>
        <dsp:cNvPr id="0" name=""/>
        <dsp:cNvSpPr/>
      </dsp:nvSpPr>
      <dsp:spPr>
        <a:xfrm>
          <a:off x="416889" y="2779265"/>
          <a:ext cx="757981" cy="7579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6E7956-86A4-419B-9443-B312F6F48F67}">
      <dsp:nvSpPr>
        <dsp:cNvPr id="0" name=""/>
        <dsp:cNvSpPr/>
      </dsp:nvSpPr>
      <dsp:spPr>
        <a:xfrm>
          <a:off x="1591761" y="2469182"/>
          <a:ext cx="4794110" cy="137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54" tIns="145854" rIns="145854" bIns="145854" numCol="1" spcCol="1270" anchor="ctr" anchorCtr="0">
          <a:noAutofit/>
        </a:bodyPr>
        <a:lstStyle/>
        <a:p>
          <a:pPr marL="0" lvl="0" indent="0" algn="l" defTabSz="1022350">
            <a:lnSpc>
              <a:spcPct val="100000"/>
            </a:lnSpc>
            <a:spcBef>
              <a:spcPct val="0"/>
            </a:spcBef>
            <a:spcAft>
              <a:spcPct val="35000"/>
            </a:spcAft>
            <a:buNone/>
          </a:pPr>
          <a:r>
            <a:rPr lang="en-US" sz="2300" kern="1200"/>
            <a:t>Extreme Programming (X P) takes an ‘extreme’ approach to iterative development. </a:t>
          </a:r>
        </a:p>
      </dsp:txBody>
      <dsp:txXfrm>
        <a:off x="1591761" y="2469182"/>
        <a:ext cx="4794110" cy="1378148"/>
      </dsp:txXfrm>
    </dsp:sp>
    <dsp:sp modelId="{C5C22B26-610F-4BF7-96D3-EF37F8EE1E84}">
      <dsp:nvSpPr>
        <dsp:cNvPr id="0" name=""/>
        <dsp:cNvSpPr/>
      </dsp:nvSpPr>
      <dsp:spPr>
        <a:xfrm>
          <a:off x="6385871" y="2469182"/>
          <a:ext cx="4267707" cy="137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54" tIns="145854" rIns="145854" bIns="145854" numCol="1" spcCol="1270" anchor="ctr" anchorCtr="0">
          <a:noAutofit/>
        </a:bodyPr>
        <a:lstStyle/>
        <a:p>
          <a:pPr marL="0" lvl="0" indent="0" algn="l" defTabSz="533400">
            <a:lnSpc>
              <a:spcPct val="100000"/>
            </a:lnSpc>
            <a:spcBef>
              <a:spcPct val="0"/>
            </a:spcBef>
            <a:spcAft>
              <a:spcPct val="35000"/>
            </a:spcAft>
            <a:buNone/>
          </a:pPr>
          <a:r>
            <a:rPr lang="en-US" sz="1200" kern="1200"/>
            <a:t>New versions may be built several times per day;</a:t>
          </a:r>
        </a:p>
        <a:p>
          <a:pPr marL="0" lvl="0" indent="0" algn="l" defTabSz="533400">
            <a:lnSpc>
              <a:spcPct val="100000"/>
            </a:lnSpc>
            <a:spcBef>
              <a:spcPct val="0"/>
            </a:spcBef>
            <a:spcAft>
              <a:spcPct val="35000"/>
            </a:spcAft>
            <a:buNone/>
          </a:pPr>
          <a:r>
            <a:rPr lang="en-US" sz="1200" kern="1200"/>
            <a:t>Increments are delivered to customers every 2 weeks;</a:t>
          </a:r>
        </a:p>
        <a:p>
          <a:pPr marL="0" lvl="0" indent="0" algn="l" defTabSz="533400">
            <a:lnSpc>
              <a:spcPct val="100000"/>
            </a:lnSpc>
            <a:spcBef>
              <a:spcPct val="0"/>
            </a:spcBef>
            <a:spcAft>
              <a:spcPct val="35000"/>
            </a:spcAft>
            <a:buNone/>
          </a:pPr>
          <a:r>
            <a:rPr lang="en-US" sz="1200" kern="1200"/>
            <a:t>All tests must be run for every build and the build is only accepted if tests run successfully.</a:t>
          </a:r>
        </a:p>
      </dsp:txBody>
      <dsp:txXfrm>
        <a:off x="6385871" y="2469182"/>
        <a:ext cx="4267707" cy="13781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70CA05-4593-5D40-B0D4-F2332179F347}">
      <dsp:nvSpPr>
        <dsp:cNvPr id="0" name=""/>
        <dsp:cNvSpPr/>
      </dsp:nvSpPr>
      <dsp:spPr>
        <a:xfrm>
          <a:off x="0" y="789119"/>
          <a:ext cx="6949440" cy="7956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Incremental development is supported through small, frequent system releases.</a:t>
          </a:r>
        </a:p>
      </dsp:txBody>
      <dsp:txXfrm>
        <a:off x="38838" y="827957"/>
        <a:ext cx="6871764" cy="717924"/>
      </dsp:txXfrm>
    </dsp:sp>
    <dsp:sp modelId="{6C6F1B05-0509-A94B-9D81-31CB629A630B}">
      <dsp:nvSpPr>
        <dsp:cNvPr id="0" name=""/>
        <dsp:cNvSpPr/>
      </dsp:nvSpPr>
      <dsp:spPr>
        <a:xfrm>
          <a:off x="0" y="1642319"/>
          <a:ext cx="6949440" cy="795600"/>
        </a:xfrm>
        <a:prstGeom prst="roundRect">
          <a:avLst/>
        </a:prstGeom>
        <a:solidFill>
          <a:schemeClr val="accent5">
            <a:hueOff val="2278582"/>
            <a:satOff val="-1026"/>
            <a:lumOff val="-127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Customer involvement means full-time customer engagement with the team.</a:t>
          </a:r>
        </a:p>
      </dsp:txBody>
      <dsp:txXfrm>
        <a:off x="38838" y="1681157"/>
        <a:ext cx="6871764" cy="717924"/>
      </dsp:txXfrm>
    </dsp:sp>
    <dsp:sp modelId="{687F0A9F-C624-0E40-B31B-67353CC0788C}">
      <dsp:nvSpPr>
        <dsp:cNvPr id="0" name=""/>
        <dsp:cNvSpPr/>
      </dsp:nvSpPr>
      <dsp:spPr>
        <a:xfrm>
          <a:off x="0" y="2495519"/>
          <a:ext cx="6949440" cy="795600"/>
        </a:xfrm>
        <a:prstGeom prst="roundRect">
          <a:avLst/>
        </a:prstGeom>
        <a:solidFill>
          <a:schemeClr val="accent5">
            <a:hueOff val="4557164"/>
            <a:satOff val="-2052"/>
            <a:lumOff val="-25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People not process through pair programming, collective ownership and a process that avoids long working hours.</a:t>
          </a:r>
        </a:p>
      </dsp:txBody>
      <dsp:txXfrm>
        <a:off x="38838" y="2534357"/>
        <a:ext cx="6871764" cy="717924"/>
      </dsp:txXfrm>
    </dsp:sp>
    <dsp:sp modelId="{C9969EBF-CFD3-F942-A1CB-B1EAC02B6658}">
      <dsp:nvSpPr>
        <dsp:cNvPr id="0" name=""/>
        <dsp:cNvSpPr/>
      </dsp:nvSpPr>
      <dsp:spPr>
        <a:xfrm>
          <a:off x="0" y="3348719"/>
          <a:ext cx="6949440" cy="795600"/>
        </a:xfrm>
        <a:prstGeom prst="roundRect">
          <a:avLst/>
        </a:prstGeom>
        <a:solidFill>
          <a:schemeClr val="accent5">
            <a:hueOff val="6835746"/>
            <a:satOff val="-3078"/>
            <a:lumOff val="-38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Change supported through regular system releases.</a:t>
          </a:r>
        </a:p>
      </dsp:txBody>
      <dsp:txXfrm>
        <a:off x="38838" y="3387557"/>
        <a:ext cx="6871764" cy="717924"/>
      </dsp:txXfrm>
    </dsp:sp>
    <dsp:sp modelId="{604A41CC-C46A-6645-A94B-8A23D2B47C31}">
      <dsp:nvSpPr>
        <dsp:cNvPr id="0" name=""/>
        <dsp:cNvSpPr/>
      </dsp:nvSpPr>
      <dsp:spPr>
        <a:xfrm>
          <a:off x="0" y="4201918"/>
          <a:ext cx="6949440" cy="795600"/>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Maintaining simplicity through constant refactoring of code.</a:t>
          </a:r>
        </a:p>
      </dsp:txBody>
      <dsp:txXfrm>
        <a:off x="38838" y="4240756"/>
        <a:ext cx="6871764" cy="7179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246D34-08E8-455C-B280-1614CC765CE1}">
      <dsp:nvSpPr>
        <dsp:cNvPr id="0" name=""/>
        <dsp:cNvSpPr/>
      </dsp:nvSpPr>
      <dsp:spPr>
        <a:xfrm>
          <a:off x="0" y="706"/>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EA622E-9261-4C23-9AD5-34C26649AFA8}">
      <dsp:nvSpPr>
        <dsp:cNvPr id="0" name=""/>
        <dsp:cNvSpPr/>
      </dsp:nvSpPr>
      <dsp:spPr>
        <a:xfrm>
          <a:off x="500008" y="372613"/>
          <a:ext cx="909106" cy="9091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250489-C463-4700-8502-B7C4308AE406}">
      <dsp:nvSpPr>
        <dsp:cNvPr id="0" name=""/>
        <dsp:cNvSpPr/>
      </dsp:nvSpPr>
      <dsp:spPr>
        <a:xfrm>
          <a:off x="1909124" y="706"/>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022350">
            <a:lnSpc>
              <a:spcPct val="90000"/>
            </a:lnSpc>
            <a:spcBef>
              <a:spcPct val="0"/>
            </a:spcBef>
            <a:spcAft>
              <a:spcPct val="35000"/>
            </a:spcAft>
            <a:buNone/>
          </a:pPr>
          <a:r>
            <a:rPr lang="en-US" sz="2300" kern="1200"/>
            <a:t>Extreme programming has a technical focus and is not easy to integrate with management practice in most organizations.</a:t>
          </a:r>
        </a:p>
      </dsp:txBody>
      <dsp:txXfrm>
        <a:off x="1909124" y="706"/>
        <a:ext cx="5040315" cy="1652921"/>
      </dsp:txXfrm>
    </dsp:sp>
    <dsp:sp modelId="{64350C36-91AA-4D99-A777-F62ACC511185}">
      <dsp:nvSpPr>
        <dsp:cNvPr id="0" name=""/>
        <dsp:cNvSpPr/>
      </dsp:nvSpPr>
      <dsp:spPr>
        <a:xfrm>
          <a:off x="0" y="2066858"/>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BE77DD-CCDF-4482-BA7D-B0A3ED7C1CD3}">
      <dsp:nvSpPr>
        <dsp:cNvPr id="0" name=""/>
        <dsp:cNvSpPr/>
      </dsp:nvSpPr>
      <dsp:spPr>
        <a:xfrm>
          <a:off x="500008" y="2438765"/>
          <a:ext cx="909106" cy="9091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E7AE01-7F69-4F5F-AB94-86E53C13E340}">
      <dsp:nvSpPr>
        <dsp:cNvPr id="0" name=""/>
        <dsp:cNvSpPr/>
      </dsp:nvSpPr>
      <dsp:spPr>
        <a:xfrm>
          <a:off x="1909124" y="2066858"/>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022350">
            <a:lnSpc>
              <a:spcPct val="90000"/>
            </a:lnSpc>
            <a:spcBef>
              <a:spcPct val="0"/>
            </a:spcBef>
            <a:spcAft>
              <a:spcPct val="35000"/>
            </a:spcAft>
            <a:buNone/>
          </a:pPr>
          <a:r>
            <a:rPr lang="en-US" sz="2300" kern="1200"/>
            <a:t>Consequently, while agile development uses practices from XP, the method as originally defined is not widely used.</a:t>
          </a:r>
        </a:p>
      </dsp:txBody>
      <dsp:txXfrm>
        <a:off x="1909124" y="2066858"/>
        <a:ext cx="5040315" cy="1652921"/>
      </dsp:txXfrm>
    </dsp:sp>
    <dsp:sp modelId="{4BE61B47-EF32-4D37-9449-1F1713B03478}">
      <dsp:nvSpPr>
        <dsp:cNvPr id="0" name=""/>
        <dsp:cNvSpPr/>
      </dsp:nvSpPr>
      <dsp:spPr>
        <a:xfrm>
          <a:off x="0" y="4133010"/>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B33807-3745-4121-A44D-1030FA1D09C9}">
      <dsp:nvSpPr>
        <dsp:cNvPr id="0" name=""/>
        <dsp:cNvSpPr/>
      </dsp:nvSpPr>
      <dsp:spPr>
        <a:xfrm>
          <a:off x="500008" y="4504917"/>
          <a:ext cx="909106" cy="9091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D60091-9022-44AE-8FD6-32130EDDA015}">
      <dsp:nvSpPr>
        <dsp:cNvPr id="0" name=""/>
        <dsp:cNvSpPr/>
      </dsp:nvSpPr>
      <dsp:spPr>
        <a:xfrm>
          <a:off x="1909124" y="4133010"/>
          <a:ext cx="3127248"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022350">
            <a:lnSpc>
              <a:spcPct val="90000"/>
            </a:lnSpc>
            <a:spcBef>
              <a:spcPct val="0"/>
            </a:spcBef>
            <a:spcAft>
              <a:spcPct val="35000"/>
            </a:spcAft>
            <a:buNone/>
          </a:pPr>
          <a:r>
            <a:rPr lang="en-US" sz="2300" kern="1200"/>
            <a:t>Key practices</a:t>
          </a:r>
        </a:p>
      </dsp:txBody>
      <dsp:txXfrm>
        <a:off x="1909124" y="4133010"/>
        <a:ext cx="3127248" cy="1652921"/>
      </dsp:txXfrm>
    </dsp:sp>
    <dsp:sp modelId="{2403DC28-300C-41CC-8761-F4EA66F3AC8B}">
      <dsp:nvSpPr>
        <dsp:cNvPr id="0" name=""/>
        <dsp:cNvSpPr/>
      </dsp:nvSpPr>
      <dsp:spPr>
        <a:xfrm>
          <a:off x="5036372" y="4133010"/>
          <a:ext cx="1913067"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577850">
            <a:lnSpc>
              <a:spcPct val="90000"/>
            </a:lnSpc>
            <a:spcBef>
              <a:spcPct val="0"/>
            </a:spcBef>
            <a:spcAft>
              <a:spcPct val="35000"/>
            </a:spcAft>
            <a:buNone/>
          </a:pPr>
          <a:r>
            <a:rPr lang="en-US" sz="1300" kern="1200"/>
            <a:t>User stories for specification</a:t>
          </a:r>
        </a:p>
        <a:p>
          <a:pPr marL="0" lvl="0" indent="0" algn="l" defTabSz="577850">
            <a:lnSpc>
              <a:spcPct val="90000"/>
            </a:lnSpc>
            <a:spcBef>
              <a:spcPct val="0"/>
            </a:spcBef>
            <a:spcAft>
              <a:spcPct val="35000"/>
            </a:spcAft>
            <a:buNone/>
          </a:pPr>
          <a:r>
            <a:rPr lang="en-US" sz="1300" kern="1200"/>
            <a:t>Refactoring</a:t>
          </a:r>
        </a:p>
        <a:p>
          <a:pPr marL="0" lvl="0" indent="0" algn="l" defTabSz="577850">
            <a:lnSpc>
              <a:spcPct val="90000"/>
            </a:lnSpc>
            <a:spcBef>
              <a:spcPct val="0"/>
            </a:spcBef>
            <a:spcAft>
              <a:spcPct val="35000"/>
            </a:spcAft>
            <a:buNone/>
          </a:pPr>
          <a:r>
            <a:rPr lang="en-US" sz="1300" kern="1200"/>
            <a:t>Test-first development</a:t>
          </a:r>
        </a:p>
        <a:p>
          <a:pPr marL="0" lvl="0" indent="0" algn="l" defTabSz="577850">
            <a:lnSpc>
              <a:spcPct val="90000"/>
            </a:lnSpc>
            <a:spcBef>
              <a:spcPct val="0"/>
            </a:spcBef>
            <a:spcAft>
              <a:spcPct val="35000"/>
            </a:spcAft>
            <a:buNone/>
          </a:pPr>
          <a:r>
            <a:rPr lang="en-US" sz="1300" kern="1200"/>
            <a:t>Pair programming</a:t>
          </a:r>
        </a:p>
      </dsp:txBody>
      <dsp:txXfrm>
        <a:off x="5036372" y="4133010"/>
        <a:ext cx="1913067" cy="165292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27ECED-5FD8-AF4F-BE66-7674E7105E5A}">
      <dsp:nvSpPr>
        <dsp:cNvPr id="0" name=""/>
        <dsp:cNvSpPr/>
      </dsp:nvSpPr>
      <dsp:spPr>
        <a:xfrm>
          <a:off x="0" y="0"/>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E392E9-F20D-4B4C-9AC8-185EDD84DCF3}">
      <dsp:nvSpPr>
        <dsp:cNvPr id="0" name=""/>
        <dsp:cNvSpPr/>
      </dsp:nvSpPr>
      <dsp:spPr>
        <a:xfrm>
          <a:off x="0" y="0"/>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In XP, a customer or user is part of the XP team and is responsible for making decisions on requirements.</a:t>
          </a:r>
        </a:p>
      </dsp:txBody>
      <dsp:txXfrm>
        <a:off x="0" y="0"/>
        <a:ext cx="6949440" cy="1446659"/>
      </dsp:txXfrm>
    </dsp:sp>
    <dsp:sp modelId="{7E881196-FF25-B84A-A007-F867350F32A0}">
      <dsp:nvSpPr>
        <dsp:cNvPr id="0" name=""/>
        <dsp:cNvSpPr/>
      </dsp:nvSpPr>
      <dsp:spPr>
        <a:xfrm>
          <a:off x="0" y="1446659"/>
          <a:ext cx="6949440" cy="0"/>
        </a:xfrm>
        <a:prstGeom prst="line">
          <a:avLst/>
        </a:prstGeom>
        <a:solidFill>
          <a:schemeClr val="accent2">
            <a:hueOff val="-347110"/>
            <a:satOff val="-7210"/>
            <a:lumOff val="-1961"/>
            <a:alphaOff val="0"/>
          </a:schemeClr>
        </a:solidFill>
        <a:ln w="12700" cap="flat" cmpd="sng" algn="ctr">
          <a:solidFill>
            <a:schemeClr val="accent2">
              <a:hueOff val="-347110"/>
              <a:satOff val="-7210"/>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F9BEBD-F311-A940-AF47-DBA3E0C9D416}">
      <dsp:nvSpPr>
        <dsp:cNvPr id="0" name=""/>
        <dsp:cNvSpPr/>
      </dsp:nvSpPr>
      <dsp:spPr>
        <a:xfrm>
          <a:off x="0" y="1446659"/>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User requirements are expressed as user stories or scenarios.</a:t>
          </a:r>
        </a:p>
      </dsp:txBody>
      <dsp:txXfrm>
        <a:off x="0" y="1446659"/>
        <a:ext cx="6949440" cy="1446659"/>
      </dsp:txXfrm>
    </dsp:sp>
    <dsp:sp modelId="{52E91676-91E2-814B-983F-A06483A8F778}">
      <dsp:nvSpPr>
        <dsp:cNvPr id="0" name=""/>
        <dsp:cNvSpPr/>
      </dsp:nvSpPr>
      <dsp:spPr>
        <a:xfrm>
          <a:off x="0" y="2893318"/>
          <a:ext cx="6949440" cy="0"/>
        </a:xfrm>
        <a:prstGeom prst="line">
          <a:avLst/>
        </a:prstGeom>
        <a:solidFill>
          <a:schemeClr val="accent2">
            <a:hueOff val="-694219"/>
            <a:satOff val="-14421"/>
            <a:lumOff val="-3921"/>
            <a:alphaOff val="0"/>
          </a:schemeClr>
        </a:solidFill>
        <a:ln w="12700" cap="flat" cmpd="sng" algn="ctr">
          <a:solidFill>
            <a:schemeClr val="accent2">
              <a:hueOff val="-694219"/>
              <a:satOff val="-14421"/>
              <a:lumOff val="-39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475819-949F-6846-A6EA-AA56BA4061B3}">
      <dsp:nvSpPr>
        <dsp:cNvPr id="0" name=""/>
        <dsp:cNvSpPr/>
      </dsp:nvSpPr>
      <dsp:spPr>
        <a:xfrm>
          <a:off x="0" y="2893318"/>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These are written on cards and the development team break them down into implementation tasks. These tasks are the basis of schedule and cost estimates.</a:t>
          </a:r>
        </a:p>
      </dsp:txBody>
      <dsp:txXfrm>
        <a:off x="0" y="2893318"/>
        <a:ext cx="6949440" cy="1446659"/>
      </dsp:txXfrm>
    </dsp:sp>
    <dsp:sp modelId="{E40D3657-AA46-3447-8338-BC946DF26AD1}">
      <dsp:nvSpPr>
        <dsp:cNvPr id="0" name=""/>
        <dsp:cNvSpPr/>
      </dsp:nvSpPr>
      <dsp:spPr>
        <a:xfrm>
          <a:off x="0" y="4339978"/>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000968-1DDC-1747-A973-1A01E84F2EEE}">
      <dsp:nvSpPr>
        <dsp:cNvPr id="0" name=""/>
        <dsp:cNvSpPr/>
      </dsp:nvSpPr>
      <dsp:spPr>
        <a:xfrm>
          <a:off x="0" y="4339978"/>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 customer chooses the stories for inclusion in the next release based on their priorities and the schedule estimates.</a:t>
          </a:r>
        </a:p>
      </dsp:txBody>
      <dsp:txXfrm>
        <a:off x="0" y="4339978"/>
        <a:ext cx="6949440" cy="144665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3F838-EAE9-4340-B325-B8EA5DE4090E}">
      <dsp:nvSpPr>
        <dsp:cNvPr id="0" name=""/>
        <dsp:cNvSpPr/>
      </dsp:nvSpPr>
      <dsp:spPr>
        <a:xfrm>
          <a:off x="0" y="0"/>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EF749A-2BA9-0942-937D-6C215CA41904}">
      <dsp:nvSpPr>
        <dsp:cNvPr id="0" name=""/>
        <dsp:cNvSpPr/>
      </dsp:nvSpPr>
      <dsp:spPr>
        <a:xfrm>
          <a:off x="0" y="0"/>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Programming team look for possible software improvements and make these improvements even where there is no immediate need for them.</a:t>
          </a:r>
        </a:p>
      </dsp:txBody>
      <dsp:txXfrm>
        <a:off x="0" y="0"/>
        <a:ext cx="6949440" cy="1446659"/>
      </dsp:txXfrm>
    </dsp:sp>
    <dsp:sp modelId="{A25EB5E6-2470-3444-8CC8-8C11DEDD80F9}">
      <dsp:nvSpPr>
        <dsp:cNvPr id="0" name=""/>
        <dsp:cNvSpPr/>
      </dsp:nvSpPr>
      <dsp:spPr>
        <a:xfrm>
          <a:off x="0" y="1446659"/>
          <a:ext cx="6949440" cy="0"/>
        </a:xfrm>
        <a:prstGeom prst="line">
          <a:avLst/>
        </a:prstGeom>
        <a:solidFill>
          <a:schemeClr val="accent2">
            <a:hueOff val="-347110"/>
            <a:satOff val="-7210"/>
            <a:lumOff val="-1961"/>
            <a:alphaOff val="0"/>
          </a:schemeClr>
        </a:solidFill>
        <a:ln w="12700" cap="flat" cmpd="sng" algn="ctr">
          <a:solidFill>
            <a:schemeClr val="accent2">
              <a:hueOff val="-347110"/>
              <a:satOff val="-7210"/>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41674F-999B-AE4B-9B1D-9BDFC4DD66FC}">
      <dsp:nvSpPr>
        <dsp:cNvPr id="0" name=""/>
        <dsp:cNvSpPr/>
      </dsp:nvSpPr>
      <dsp:spPr>
        <a:xfrm>
          <a:off x="0" y="1446659"/>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This improves the understandability of the software and so reduces the need for documentation.</a:t>
          </a:r>
        </a:p>
      </dsp:txBody>
      <dsp:txXfrm>
        <a:off x="0" y="1446659"/>
        <a:ext cx="6949440" cy="1446659"/>
      </dsp:txXfrm>
    </dsp:sp>
    <dsp:sp modelId="{3743F775-37FC-3D40-963B-6630C0DB5386}">
      <dsp:nvSpPr>
        <dsp:cNvPr id="0" name=""/>
        <dsp:cNvSpPr/>
      </dsp:nvSpPr>
      <dsp:spPr>
        <a:xfrm>
          <a:off x="0" y="2893318"/>
          <a:ext cx="6949440" cy="0"/>
        </a:xfrm>
        <a:prstGeom prst="line">
          <a:avLst/>
        </a:prstGeom>
        <a:solidFill>
          <a:schemeClr val="accent2">
            <a:hueOff val="-694219"/>
            <a:satOff val="-14421"/>
            <a:lumOff val="-3921"/>
            <a:alphaOff val="0"/>
          </a:schemeClr>
        </a:solidFill>
        <a:ln w="12700" cap="flat" cmpd="sng" algn="ctr">
          <a:solidFill>
            <a:schemeClr val="accent2">
              <a:hueOff val="-694219"/>
              <a:satOff val="-14421"/>
              <a:lumOff val="-39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6F93B3-82DC-A740-AE84-35D9DF77E73D}">
      <dsp:nvSpPr>
        <dsp:cNvPr id="0" name=""/>
        <dsp:cNvSpPr/>
      </dsp:nvSpPr>
      <dsp:spPr>
        <a:xfrm>
          <a:off x="0" y="2893318"/>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Changes are easier to make because the code is well-structured and clear.</a:t>
          </a:r>
        </a:p>
      </dsp:txBody>
      <dsp:txXfrm>
        <a:off x="0" y="2893318"/>
        <a:ext cx="6949440" cy="1446659"/>
      </dsp:txXfrm>
    </dsp:sp>
    <dsp:sp modelId="{20D0798C-8267-C64B-B330-95D5FDB41EB7}">
      <dsp:nvSpPr>
        <dsp:cNvPr id="0" name=""/>
        <dsp:cNvSpPr/>
      </dsp:nvSpPr>
      <dsp:spPr>
        <a:xfrm>
          <a:off x="0" y="4339978"/>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893375-E78E-ED4D-A719-B38C98B07E04}">
      <dsp:nvSpPr>
        <dsp:cNvPr id="0" name=""/>
        <dsp:cNvSpPr/>
      </dsp:nvSpPr>
      <dsp:spPr>
        <a:xfrm>
          <a:off x="0" y="4339978"/>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However, some changes requires architecture refactoring and this is much more expensive.</a:t>
          </a:r>
        </a:p>
      </dsp:txBody>
      <dsp:txXfrm>
        <a:off x="0" y="4339978"/>
        <a:ext cx="6949440" cy="144665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1D386E-FA57-DC41-B4C5-E313E9A9C82A}">
      <dsp:nvSpPr>
        <dsp:cNvPr id="0" name=""/>
        <dsp:cNvSpPr/>
      </dsp:nvSpPr>
      <dsp:spPr>
        <a:xfrm>
          <a:off x="0" y="161638"/>
          <a:ext cx="6949440" cy="17596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Re-organization of a class hierarchy to remove duplicate code.</a:t>
          </a:r>
        </a:p>
      </dsp:txBody>
      <dsp:txXfrm>
        <a:off x="85900" y="247538"/>
        <a:ext cx="6777640" cy="1587880"/>
      </dsp:txXfrm>
    </dsp:sp>
    <dsp:sp modelId="{789E3497-D14C-8E45-A63B-B7075BCA87A0}">
      <dsp:nvSpPr>
        <dsp:cNvPr id="0" name=""/>
        <dsp:cNvSpPr/>
      </dsp:nvSpPr>
      <dsp:spPr>
        <a:xfrm>
          <a:off x="0" y="2013478"/>
          <a:ext cx="6949440" cy="1759680"/>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Tidying up and renaming attributes and methods to make them easier to understand.</a:t>
          </a:r>
        </a:p>
      </dsp:txBody>
      <dsp:txXfrm>
        <a:off x="85900" y="2099378"/>
        <a:ext cx="6777640" cy="1587880"/>
      </dsp:txXfrm>
    </dsp:sp>
    <dsp:sp modelId="{7DF65F57-8F0D-BF4F-9B74-BFA19A8DA1FF}">
      <dsp:nvSpPr>
        <dsp:cNvPr id="0" name=""/>
        <dsp:cNvSpPr/>
      </dsp:nvSpPr>
      <dsp:spPr>
        <a:xfrm>
          <a:off x="0" y="3865319"/>
          <a:ext cx="6949440" cy="1759680"/>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The replacement of inline code with calls to methods that have been included in a program library.</a:t>
          </a:r>
        </a:p>
      </dsp:txBody>
      <dsp:txXfrm>
        <a:off x="85900" y="3951219"/>
        <a:ext cx="6777640" cy="15878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054784-51CB-494C-BD82-FAAAC9578444}">
      <dsp:nvSpPr>
        <dsp:cNvPr id="0" name=""/>
        <dsp:cNvSpPr/>
      </dsp:nvSpPr>
      <dsp:spPr>
        <a:xfrm>
          <a:off x="0" y="31498"/>
          <a:ext cx="6949440" cy="18556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Testing is central to X P and X P has developed an approach where the program is tested after every change has been made.</a:t>
          </a:r>
        </a:p>
      </dsp:txBody>
      <dsp:txXfrm>
        <a:off x="90584" y="122082"/>
        <a:ext cx="6768272" cy="1674452"/>
      </dsp:txXfrm>
    </dsp:sp>
    <dsp:sp modelId="{46AB5D10-EA1A-0B47-904B-7786B090BCF1}">
      <dsp:nvSpPr>
        <dsp:cNvPr id="0" name=""/>
        <dsp:cNvSpPr/>
      </dsp:nvSpPr>
      <dsp:spPr>
        <a:xfrm>
          <a:off x="0" y="1961998"/>
          <a:ext cx="6949440" cy="1855620"/>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X P testing features:</a:t>
          </a:r>
        </a:p>
      </dsp:txBody>
      <dsp:txXfrm>
        <a:off x="90584" y="2052582"/>
        <a:ext cx="6768272" cy="1674452"/>
      </dsp:txXfrm>
    </dsp:sp>
    <dsp:sp modelId="{25F4C8F8-B98F-8440-909D-3FB4CE9EFBFC}">
      <dsp:nvSpPr>
        <dsp:cNvPr id="0" name=""/>
        <dsp:cNvSpPr/>
      </dsp:nvSpPr>
      <dsp:spPr>
        <a:xfrm>
          <a:off x="0" y="3817619"/>
          <a:ext cx="6949440" cy="1937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645"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Test-first development.</a:t>
          </a:r>
        </a:p>
        <a:p>
          <a:pPr marL="228600" lvl="1" indent="-228600" algn="l" defTabSz="889000">
            <a:lnSpc>
              <a:spcPct val="90000"/>
            </a:lnSpc>
            <a:spcBef>
              <a:spcPct val="0"/>
            </a:spcBef>
            <a:spcAft>
              <a:spcPct val="20000"/>
            </a:spcAft>
            <a:buChar char="•"/>
          </a:pPr>
          <a:r>
            <a:rPr lang="en-US" sz="2000" kern="1200"/>
            <a:t>Incremental test development from scenarios.</a:t>
          </a:r>
        </a:p>
        <a:p>
          <a:pPr marL="228600" lvl="1" indent="-228600" algn="l" defTabSz="889000">
            <a:lnSpc>
              <a:spcPct val="90000"/>
            </a:lnSpc>
            <a:spcBef>
              <a:spcPct val="0"/>
            </a:spcBef>
            <a:spcAft>
              <a:spcPct val="20000"/>
            </a:spcAft>
            <a:buChar char="•"/>
          </a:pPr>
          <a:r>
            <a:rPr lang="en-US" sz="2000" kern="1200"/>
            <a:t>User involvement in test development and validation.</a:t>
          </a:r>
        </a:p>
        <a:p>
          <a:pPr marL="228600" lvl="1" indent="-228600" algn="l" defTabSz="889000">
            <a:lnSpc>
              <a:spcPct val="90000"/>
            </a:lnSpc>
            <a:spcBef>
              <a:spcPct val="0"/>
            </a:spcBef>
            <a:spcAft>
              <a:spcPct val="20000"/>
            </a:spcAft>
            <a:buChar char="•"/>
          </a:pPr>
          <a:r>
            <a:rPr lang="en-US" sz="2000" kern="1200"/>
            <a:t>Automated test harnesses are used to run all component tests each time that a new release is built.</a:t>
          </a:r>
        </a:p>
      </dsp:txBody>
      <dsp:txXfrm>
        <a:off x="0" y="3817619"/>
        <a:ext cx="6949440" cy="19375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891A77-49F9-424D-B6F3-278F1CF4A0E9}">
      <dsp:nvSpPr>
        <dsp:cNvPr id="0" name=""/>
        <dsp:cNvSpPr/>
      </dsp:nvSpPr>
      <dsp:spPr>
        <a:xfrm>
          <a:off x="0" y="109146"/>
          <a:ext cx="6949440" cy="17005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Writing tests before code clarifies the requirements to be implemented.</a:t>
          </a:r>
        </a:p>
      </dsp:txBody>
      <dsp:txXfrm>
        <a:off x="83016" y="192162"/>
        <a:ext cx="6783408" cy="1534563"/>
      </dsp:txXfrm>
    </dsp:sp>
    <dsp:sp modelId="{A32FD301-0F7B-B440-AA35-DBFFD6F59C22}">
      <dsp:nvSpPr>
        <dsp:cNvPr id="0" name=""/>
        <dsp:cNvSpPr/>
      </dsp:nvSpPr>
      <dsp:spPr>
        <a:xfrm>
          <a:off x="0" y="1878861"/>
          <a:ext cx="6949440" cy="1700595"/>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Tests are written as programs rather than data so that they can be executed automatically. The test includes a check that it has executed correctly.</a:t>
          </a:r>
        </a:p>
      </dsp:txBody>
      <dsp:txXfrm>
        <a:off x="83016" y="1961877"/>
        <a:ext cx="6783408" cy="1534563"/>
      </dsp:txXfrm>
    </dsp:sp>
    <dsp:sp modelId="{48AE3D9B-8D2D-1540-AD42-B1A2156AC17B}">
      <dsp:nvSpPr>
        <dsp:cNvPr id="0" name=""/>
        <dsp:cNvSpPr/>
      </dsp:nvSpPr>
      <dsp:spPr>
        <a:xfrm>
          <a:off x="0" y="3579456"/>
          <a:ext cx="6949440"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645"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Usually relies on a testing framework such as Junit.</a:t>
          </a:r>
        </a:p>
      </dsp:txBody>
      <dsp:txXfrm>
        <a:off x="0" y="3579456"/>
        <a:ext cx="6949440" cy="397440"/>
      </dsp:txXfrm>
    </dsp:sp>
    <dsp:sp modelId="{DAABAD7F-5DD6-6D41-A66C-3DBF081810CC}">
      <dsp:nvSpPr>
        <dsp:cNvPr id="0" name=""/>
        <dsp:cNvSpPr/>
      </dsp:nvSpPr>
      <dsp:spPr>
        <a:xfrm>
          <a:off x="0" y="3976896"/>
          <a:ext cx="6949440" cy="1700595"/>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All previous and new tests are run automatically when new functionality is added, thus checking that the new functionality has not introduced errors.</a:t>
          </a:r>
        </a:p>
      </dsp:txBody>
      <dsp:txXfrm>
        <a:off x="83016" y="4059912"/>
        <a:ext cx="6783408" cy="153456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444C1F-D686-9E48-8241-2B4A9734917D}">
      <dsp:nvSpPr>
        <dsp:cNvPr id="0" name=""/>
        <dsp:cNvSpPr/>
      </dsp:nvSpPr>
      <dsp:spPr>
        <a:xfrm>
          <a:off x="0" y="2825"/>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05E642-9481-2D45-BB71-98BCC0000328}">
      <dsp:nvSpPr>
        <dsp:cNvPr id="0" name=""/>
        <dsp:cNvSpPr/>
      </dsp:nvSpPr>
      <dsp:spPr>
        <a:xfrm>
          <a:off x="0" y="2825"/>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GB" sz="2100" kern="1200"/>
            <a:t>The role of the customer in the testing process is to help develop acceptance tests for the stories that are to be implemented in the next release of the system. </a:t>
          </a:r>
          <a:endParaRPr lang="en-US" sz="2100" kern="1200"/>
        </a:p>
      </dsp:txBody>
      <dsp:txXfrm>
        <a:off x="0" y="2825"/>
        <a:ext cx="6949440" cy="1926995"/>
      </dsp:txXfrm>
    </dsp:sp>
    <dsp:sp modelId="{B2B8D258-48C7-DF4B-B7DF-D1955D947C66}">
      <dsp:nvSpPr>
        <dsp:cNvPr id="0" name=""/>
        <dsp:cNvSpPr/>
      </dsp:nvSpPr>
      <dsp:spPr>
        <a:xfrm>
          <a:off x="0" y="1929821"/>
          <a:ext cx="6949440" cy="0"/>
        </a:xfrm>
        <a:prstGeom prst="line">
          <a:avLst/>
        </a:prstGeom>
        <a:solidFill>
          <a:schemeClr val="accent2">
            <a:hueOff val="-520665"/>
            <a:satOff val="-10816"/>
            <a:lumOff val="-2941"/>
            <a:alphaOff val="0"/>
          </a:schemeClr>
        </a:solidFill>
        <a:ln w="12700" cap="flat" cmpd="sng" algn="ctr">
          <a:solidFill>
            <a:schemeClr val="accent2">
              <a:hueOff val="-520665"/>
              <a:satOff val="-10816"/>
              <a:lumOff val="-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C12E3A-21C2-8D4C-A6D9-4948C2A109AC}">
      <dsp:nvSpPr>
        <dsp:cNvPr id="0" name=""/>
        <dsp:cNvSpPr/>
      </dsp:nvSpPr>
      <dsp:spPr>
        <a:xfrm>
          <a:off x="0" y="1929821"/>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GB" sz="2100" kern="1200"/>
            <a:t>The customer who is part of the team writes tests as development proceeds. All new code is therefore validated to ensure that it is what the customer needs. </a:t>
          </a:r>
          <a:endParaRPr lang="en-US" sz="2100" kern="1200"/>
        </a:p>
      </dsp:txBody>
      <dsp:txXfrm>
        <a:off x="0" y="1929821"/>
        <a:ext cx="6949440" cy="1926995"/>
      </dsp:txXfrm>
    </dsp:sp>
    <dsp:sp modelId="{A20E3597-8632-2748-9394-49E42B5FB4D9}">
      <dsp:nvSpPr>
        <dsp:cNvPr id="0" name=""/>
        <dsp:cNvSpPr/>
      </dsp:nvSpPr>
      <dsp:spPr>
        <a:xfrm>
          <a:off x="0" y="3856816"/>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DDFC62-2918-4448-81D3-4E70BEAFEC67}">
      <dsp:nvSpPr>
        <dsp:cNvPr id="0" name=""/>
        <dsp:cNvSpPr/>
      </dsp:nvSpPr>
      <dsp:spPr>
        <a:xfrm>
          <a:off x="0" y="3856816"/>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GB" sz="2100" kern="1200"/>
            <a:t>However, people adopting the customer role have limited time available and so cannot work full-time with the development team. They may feel that providing the requirements was enough of a contribution and so may be reluctant to get involved in the testing process. </a:t>
          </a:r>
          <a:endParaRPr lang="en-US" sz="2100" kern="1200"/>
        </a:p>
      </dsp:txBody>
      <dsp:txXfrm>
        <a:off x="0" y="3856816"/>
        <a:ext cx="6949440" cy="192699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30FEAB-356F-DF48-8A4E-EDD728D25960}">
      <dsp:nvSpPr>
        <dsp:cNvPr id="0" name=""/>
        <dsp:cNvSpPr/>
      </dsp:nvSpPr>
      <dsp:spPr>
        <a:xfrm>
          <a:off x="0" y="2825"/>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D6111A-2A3C-544B-B50A-1B0E438AA4AE}">
      <dsp:nvSpPr>
        <dsp:cNvPr id="0" name=""/>
        <dsp:cNvSpPr/>
      </dsp:nvSpPr>
      <dsp:spPr>
        <a:xfrm>
          <a:off x="0" y="2825"/>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t>Programmers prefer programming to testing and sometimes they take short cuts when writing tests. For example, they may write incomplete tests that do not check for all possible exceptions that may occur. </a:t>
          </a:r>
          <a:endParaRPr lang="en-US" sz="2400" kern="1200"/>
        </a:p>
      </dsp:txBody>
      <dsp:txXfrm>
        <a:off x="0" y="2825"/>
        <a:ext cx="6949440" cy="1926995"/>
      </dsp:txXfrm>
    </dsp:sp>
    <dsp:sp modelId="{6638E2FE-1A59-E04D-86EA-C67EFE40F981}">
      <dsp:nvSpPr>
        <dsp:cNvPr id="0" name=""/>
        <dsp:cNvSpPr/>
      </dsp:nvSpPr>
      <dsp:spPr>
        <a:xfrm>
          <a:off x="0" y="1929821"/>
          <a:ext cx="6949440" cy="0"/>
        </a:xfrm>
        <a:prstGeom prst="line">
          <a:avLst/>
        </a:prstGeom>
        <a:solidFill>
          <a:schemeClr val="accent2">
            <a:hueOff val="-520665"/>
            <a:satOff val="-10816"/>
            <a:lumOff val="-2941"/>
            <a:alphaOff val="0"/>
          </a:schemeClr>
        </a:solidFill>
        <a:ln w="12700" cap="flat" cmpd="sng" algn="ctr">
          <a:solidFill>
            <a:schemeClr val="accent2">
              <a:hueOff val="-520665"/>
              <a:satOff val="-10816"/>
              <a:lumOff val="-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57E0BB-1FD4-AA48-8564-4DEAC0CFFB65}">
      <dsp:nvSpPr>
        <dsp:cNvPr id="0" name=""/>
        <dsp:cNvSpPr/>
      </dsp:nvSpPr>
      <dsp:spPr>
        <a:xfrm>
          <a:off x="0" y="1929821"/>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t>Some tests can be very difficult to write incrementally. For example, in a complex user interface, it is often difficult to write unit tests for the code that implements the ‘display logic’ and workflow between screens. </a:t>
          </a:r>
          <a:endParaRPr lang="en-US" sz="2400" kern="1200"/>
        </a:p>
      </dsp:txBody>
      <dsp:txXfrm>
        <a:off x="0" y="1929821"/>
        <a:ext cx="6949440" cy="1926995"/>
      </dsp:txXfrm>
    </dsp:sp>
    <dsp:sp modelId="{50603947-2152-434C-82A4-EBDA93C7ACFE}">
      <dsp:nvSpPr>
        <dsp:cNvPr id="0" name=""/>
        <dsp:cNvSpPr/>
      </dsp:nvSpPr>
      <dsp:spPr>
        <a:xfrm>
          <a:off x="0" y="3856816"/>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9E3535-EA0F-B046-B359-71918D4E73BE}">
      <dsp:nvSpPr>
        <dsp:cNvPr id="0" name=""/>
        <dsp:cNvSpPr/>
      </dsp:nvSpPr>
      <dsp:spPr>
        <a:xfrm>
          <a:off x="0" y="3856816"/>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GB" sz="2400" kern="1200"/>
            <a:t>It difficult to judge the completeness of a set of tests. Although you may have a lot of system tests, your test set may not provide complete coverage.  </a:t>
          </a:r>
          <a:endParaRPr lang="en-US" sz="2400" kern="1200"/>
        </a:p>
      </dsp:txBody>
      <dsp:txXfrm>
        <a:off x="0" y="3856816"/>
        <a:ext cx="6949440" cy="192699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FC18ED-5EA7-7E45-8FFE-0EBBAD9C052F}">
      <dsp:nvSpPr>
        <dsp:cNvPr id="0" name=""/>
        <dsp:cNvSpPr/>
      </dsp:nvSpPr>
      <dsp:spPr>
        <a:xfrm>
          <a:off x="0" y="0"/>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78859D-BE66-2648-AFF3-D9497E3470B8}">
      <dsp:nvSpPr>
        <dsp:cNvPr id="0" name=""/>
        <dsp:cNvSpPr/>
      </dsp:nvSpPr>
      <dsp:spPr>
        <a:xfrm>
          <a:off x="0" y="0"/>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Pair programming involves programmers working in pairs, developing code together.</a:t>
          </a:r>
        </a:p>
      </dsp:txBody>
      <dsp:txXfrm>
        <a:off x="0" y="0"/>
        <a:ext cx="6949440" cy="1446659"/>
      </dsp:txXfrm>
    </dsp:sp>
    <dsp:sp modelId="{48540D7D-01E6-474F-85EB-CC1AEB1DAD95}">
      <dsp:nvSpPr>
        <dsp:cNvPr id="0" name=""/>
        <dsp:cNvSpPr/>
      </dsp:nvSpPr>
      <dsp:spPr>
        <a:xfrm>
          <a:off x="0" y="1446659"/>
          <a:ext cx="6949440" cy="0"/>
        </a:xfrm>
        <a:prstGeom prst="line">
          <a:avLst/>
        </a:prstGeom>
        <a:solidFill>
          <a:schemeClr val="accent2">
            <a:hueOff val="-347110"/>
            <a:satOff val="-7210"/>
            <a:lumOff val="-1961"/>
            <a:alphaOff val="0"/>
          </a:schemeClr>
        </a:solidFill>
        <a:ln w="12700" cap="flat" cmpd="sng" algn="ctr">
          <a:solidFill>
            <a:schemeClr val="accent2">
              <a:hueOff val="-347110"/>
              <a:satOff val="-7210"/>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191DE5-7863-0245-9451-0FEA178ABF25}">
      <dsp:nvSpPr>
        <dsp:cNvPr id="0" name=""/>
        <dsp:cNvSpPr/>
      </dsp:nvSpPr>
      <dsp:spPr>
        <a:xfrm>
          <a:off x="0" y="1446659"/>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This helps develop common ownership of code and spreads knowledge across the team.</a:t>
          </a:r>
        </a:p>
      </dsp:txBody>
      <dsp:txXfrm>
        <a:off x="0" y="1446659"/>
        <a:ext cx="6949440" cy="1446659"/>
      </dsp:txXfrm>
    </dsp:sp>
    <dsp:sp modelId="{E059CD77-9756-3C48-8591-D5493C751A8D}">
      <dsp:nvSpPr>
        <dsp:cNvPr id="0" name=""/>
        <dsp:cNvSpPr/>
      </dsp:nvSpPr>
      <dsp:spPr>
        <a:xfrm>
          <a:off x="0" y="2893318"/>
          <a:ext cx="6949440" cy="0"/>
        </a:xfrm>
        <a:prstGeom prst="line">
          <a:avLst/>
        </a:prstGeom>
        <a:solidFill>
          <a:schemeClr val="accent2">
            <a:hueOff val="-694219"/>
            <a:satOff val="-14421"/>
            <a:lumOff val="-3921"/>
            <a:alphaOff val="0"/>
          </a:schemeClr>
        </a:solidFill>
        <a:ln w="12700" cap="flat" cmpd="sng" algn="ctr">
          <a:solidFill>
            <a:schemeClr val="accent2">
              <a:hueOff val="-694219"/>
              <a:satOff val="-14421"/>
              <a:lumOff val="-39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8D5513-02FF-1D4A-89AD-3DC955173005}">
      <dsp:nvSpPr>
        <dsp:cNvPr id="0" name=""/>
        <dsp:cNvSpPr/>
      </dsp:nvSpPr>
      <dsp:spPr>
        <a:xfrm>
          <a:off x="0" y="2893318"/>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It serves as an informal review process as each line of code is looked at by more than 1 person.</a:t>
          </a:r>
        </a:p>
      </dsp:txBody>
      <dsp:txXfrm>
        <a:off x="0" y="2893318"/>
        <a:ext cx="6949440" cy="1446659"/>
      </dsp:txXfrm>
    </dsp:sp>
    <dsp:sp modelId="{2D1FF883-AC3F-2E42-81E5-D340CC5A7576}">
      <dsp:nvSpPr>
        <dsp:cNvPr id="0" name=""/>
        <dsp:cNvSpPr/>
      </dsp:nvSpPr>
      <dsp:spPr>
        <a:xfrm>
          <a:off x="0" y="4339978"/>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5AD990-235D-3641-B4C0-FFF6F1FEA688}">
      <dsp:nvSpPr>
        <dsp:cNvPr id="0" name=""/>
        <dsp:cNvSpPr/>
      </dsp:nvSpPr>
      <dsp:spPr>
        <a:xfrm>
          <a:off x="0" y="4339978"/>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It encourages refactoring as the whole team can benefit from improving the system code.</a:t>
          </a:r>
        </a:p>
      </dsp:txBody>
      <dsp:txXfrm>
        <a:off x="0" y="4339978"/>
        <a:ext cx="6949440" cy="144665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05FB34-5ECE-3F42-A811-47356674D720}">
      <dsp:nvSpPr>
        <dsp:cNvPr id="0" name=""/>
        <dsp:cNvSpPr/>
      </dsp:nvSpPr>
      <dsp:spPr>
        <a:xfrm>
          <a:off x="0" y="0"/>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E66F73-19F4-9F46-9FFB-D3AB95C54714}">
      <dsp:nvSpPr>
        <dsp:cNvPr id="0" name=""/>
        <dsp:cNvSpPr/>
      </dsp:nvSpPr>
      <dsp:spPr>
        <a:xfrm>
          <a:off x="0" y="0"/>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In pair programming, programmers sit together at the same computer to develop the software.</a:t>
          </a:r>
          <a:endParaRPr lang="en-US" sz="2200" kern="1200"/>
        </a:p>
      </dsp:txBody>
      <dsp:txXfrm>
        <a:off x="0" y="0"/>
        <a:ext cx="6949440" cy="1446659"/>
      </dsp:txXfrm>
    </dsp:sp>
    <dsp:sp modelId="{800A5982-5A20-0848-9465-65F59E782EE1}">
      <dsp:nvSpPr>
        <dsp:cNvPr id="0" name=""/>
        <dsp:cNvSpPr/>
      </dsp:nvSpPr>
      <dsp:spPr>
        <a:xfrm>
          <a:off x="0" y="1446659"/>
          <a:ext cx="6949440" cy="0"/>
        </a:xfrm>
        <a:prstGeom prst="line">
          <a:avLst/>
        </a:prstGeom>
        <a:solidFill>
          <a:schemeClr val="accent2">
            <a:hueOff val="-347110"/>
            <a:satOff val="-7210"/>
            <a:lumOff val="-1961"/>
            <a:alphaOff val="0"/>
          </a:schemeClr>
        </a:solidFill>
        <a:ln w="12700" cap="flat" cmpd="sng" algn="ctr">
          <a:solidFill>
            <a:schemeClr val="accent2">
              <a:hueOff val="-347110"/>
              <a:satOff val="-7210"/>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28FDA0-C0E0-1F44-BE9A-D1DB3FBBCEF3}">
      <dsp:nvSpPr>
        <dsp:cNvPr id="0" name=""/>
        <dsp:cNvSpPr/>
      </dsp:nvSpPr>
      <dsp:spPr>
        <a:xfrm>
          <a:off x="0" y="1446659"/>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Pairs are created dynamically so that all team members work with each other during the development process.</a:t>
          </a:r>
          <a:endParaRPr lang="en-US" sz="2200" kern="1200"/>
        </a:p>
      </dsp:txBody>
      <dsp:txXfrm>
        <a:off x="0" y="1446659"/>
        <a:ext cx="6949440" cy="1446659"/>
      </dsp:txXfrm>
    </dsp:sp>
    <dsp:sp modelId="{A0B7D1E8-A12D-EF46-91B0-C57FB63F44A7}">
      <dsp:nvSpPr>
        <dsp:cNvPr id="0" name=""/>
        <dsp:cNvSpPr/>
      </dsp:nvSpPr>
      <dsp:spPr>
        <a:xfrm>
          <a:off x="0" y="2893318"/>
          <a:ext cx="6949440" cy="0"/>
        </a:xfrm>
        <a:prstGeom prst="line">
          <a:avLst/>
        </a:prstGeom>
        <a:solidFill>
          <a:schemeClr val="accent2">
            <a:hueOff val="-694219"/>
            <a:satOff val="-14421"/>
            <a:lumOff val="-3921"/>
            <a:alphaOff val="0"/>
          </a:schemeClr>
        </a:solidFill>
        <a:ln w="12700" cap="flat" cmpd="sng" algn="ctr">
          <a:solidFill>
            <a:schemeClr val="accent2">
              <a:hueOff val="-694219"/>
              <a:satOff val="-14421"/>
              <a:lumOff val="-39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7CCA5B-BBA7-604A-A22A-BDCFB68D2607}">
      <dsp:nvSpPr>
        <dsp:cNvPr id="0" name=""/>
        <dsp:cNvSpPr/>
      </dsp:nvSpPr>
      <dsp:spPr>
        <a:xfrm>
          <a:off x="0" y="2893318"/>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The sharing of knowledge that happens during pair programming is very important as it reduces the overall risks to a project when team members leave.</a:t>
          </a:r>
          <a:endParaRPr lang="en-US" sz="2200" kern="1200"/>
        </a:p>
      </dsp:txBody>
      <dsp:txXfrm>
        <a:off x="0" y="2893318"/>
        <a:ext cx="6949440" cy="1446659"/>
      </dsp:txXfrm>
    </dsp:sp>
    <dsp:sp modelId="{D7FD8215-D542-0D49-A92A-3D328A172101}">
      <dsp:nvSpPr>
        <dsp:cNvPr id="0" name=""/>
        <dsp:cNvSpPr/>
      </dsp:nvSpPr>
      <dsp:spPr>
        <a:xfrm>
          <a:off x="0" y="4339978"/>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4036A0-BA17-8148-8D2D-6C1A44073E10}">
      <dsp:nvSpPr>
        <dsp:cNvPr id="0" name=""/>
        <dsp:cNvSpPr/>
      </dsp:nvSpPr>
      <dsp:spPr>
        <a:xfrm>
          <a:off x="0" y="4339978"/>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Pair programming is not necessarily inefficient and there is some evidence that suggests that a pair working together is more efficient than 2 programmers working separately.</a:t>
          </a:r>
          <a:endParaRPr lang="en-US" sz="2200" kern="1200"/>
        </a:p>
      </dsp:txBody>
      <dsp:txXfrm>
        <a:off x="0" y="4339978"/>
        <a:ext cx="6949440" cy="144665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162D2-7303-9841-BEBA-C3FAF128265A}">
      <dsp:nvSpPr>
        <dsp:cNvPr id="0" name=""/>
        <dsp:cNvSpPr/>
      </dsp:nvSpPr>
      <dsp:spPr>
        <a:xfrm>
          <a:off x="0" y="92900"/>
          <a:ext cx="6949440" cy="18266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The principal responsibility of software project managers is to manage the project so that the software is delivered on time and within the planned budget for the project. </a:t>
          </a:r>
          <a:endParaRPr lang="en-US" sz="2100" kern="1200"/>
        </a:p>
      </dsp:txBody>
      <dsp:txXfrm>
        <a:off x="89168" y="182068"/>
        <a:ext cx="6771104" cy="1648289"/>
      </dsp:txXfrm>
    </dsp:sp>
    <dsp:sp modelId="{7644C9D1-1C5B-674A-9FA7-92F6C8D209BF}">
      <dsp:nvSpPr>
        <dsp:cNvPr id="0" name=""/>
        <dsp:cNvSpPr/>
      </dsp:nvSpPr>
      <dsp:spPr>
        <a:xfrm>
          <a:off x="0" y="1980006"/>
          <a:ext cx="6949440" cy="1826625"/>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The standard approach to project management is plan-driven. Managers draw up a plan for the project showing what should be delivered, when it should be delivered and who will work on the development of the project deliverables. </a:t>
          </a:r>
          <a:endParaRPr lang="en-US" sz="2100" kern="1200"/>
        </a:p>
      </dsp:txBody>
      <dsp:txXfrm>
        <a:off x="89168" y="2069174"/>
        <a:ext cx="6771104" cy="1648289"/>
      </dsp:txXfrm>
    </dsp:sp>
    <dsp:sp modelId="{077A16EF-4CCB-214B-AF13-551BB2E59C14}">
      <dsp:nvSpPr>
        <dsp:cNvPr id="0" name=""/>
        <dsp:cNvSpPr/>
      </dsp:nvSpPr>
      <dsp:spPr>
        <a:xfrm>
          <a:off x="0" y="3867111"/>
          <a:ext cx="6949440" cy="1826625"/>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Agile project management requires a different approach, which is adapted to incremental development and the practices used in agile methods. </a:t>
          </a:r>
          <a:endParaRPr lang="en-US" sz="2100" kern="1200"/>
        </a:p>
      </dsp:txBody>
      <dsp:txXfrm>
        <a:off x="89168" y="3956279"/>
        <a:ext cx="6771104" cy="164828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8D3323-8D18-EC4E-9F1E-F728FF8AF73E}">
      <dsp:nvSpPr>
        <dsp:cNvPr id="0" name=""/>
        <dsp:cNvSpPr/>
      </dsp:nvSpPr>
      <dsp:spPr>
        <a:xfrm>
          <a:off x="0" y="375338"/>
          <a:ext cx="6949440" cy="163449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a:t>Sprints are fixed length, normally 2-4 weeks.  </a:t>
          </a:r>
          <a:endParaRPr lang="en-US" sz="2300" kern="1200"/>
        </a:p>
      </dsp:txBody>
      <dsp:txXfrm>
        <a:off x="79789" y="455127"/>
        <a:ext cx="6789862" cy="1474915"/>
      </dsp:txXfrm>
    </dsp:sp>
    <dsp:sp modelId="{73AD245D-2113-7642-9599-4305B4FD0A96}">
      <dsp:nvSpPr>
        <dsp:cNvPr id="0" name=""/>
        <dsp:cNvSpPr/>
      </dsp:nvSpPr>
      <dsp:spPr>
        <a:xfrm>
          <a:off x="0" y="2076072"/>
          <a:ext cx="6949440" cy="1634493"/>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a:t>The starting point for planning is the product backlog, which is the list of work to be done on the project.</a:t>
          </a:r>
          <a:endParaRPr lang="en-US" sz="2300" kern="1200"/>
        </a:p>
      </dsp:txBody>
      <dsp:txXfrm>
        <a:off x="79789" y="2155861"/>
        <a:ext cx="6789862" cy="1474915"/>
      </dsp:txXfrm>
    </dsp:sp>
    <dsp:sp modelId="{EFD700D2-A250-7545-B950-B8CD9B2646EB}">
      <dsp:nvSpPr>
        <dsp:cNvPr id="0" name=""/>
        <dsp:cNvSpPr/>
      </dsp:nvSpPr>
      <dsp:spPr>
        <a:xfrm>
          <a:off x="0" y="3776805"/>
          <a:ext cx="6949440" cy="1634493"/>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a:t>The selection phase involves all of the project team who work with the customer to select the features and functionality from the product backlog to be developed during the sprint. </a:t>
          </a:r>
          <a:endParaRPr lang="en-US" sz="2300" kern="1200"/>
        </a:p>
      </dsp:txBody>
      <dsp:txXfrm>
        <a:off x="79789" y="3856594"/>
        <a:ext cx="6789862" cy="147491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310F64-92D7-114C-9671-AD9237C773E6}">
      <dsp:nvSpPr>
        <dsp:cNvPr id="0" name=""/>
        <dsp:cNvSpPr/>
      </dsp:nvSpPr>
      <dsp:spPr>
        <a:xfrm>
          <a:off x="0" y="0"/>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70BF5E-202F-0543-BF54-984ECD067474}">
      <dsp:nvSpPr>
        <dsp:cNvPr id="0" name=""/>
        <dsp:cNvSpPr/>
      </dsp:nvSpPr>
      <dsp:spPr>
        <a:xfrm>
          <a:off x="0" y="0"/>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Once these are agreed, the team organize themselves to develop the software. </a:t>
          </a:r>
          <a:endParaRPr lang="en-US" sz="2200" kern="1200"/>
        </a:p>
      </dsp:txBody>
      <dsp:txXfrm>
        <a:off x="0" y="0"/>
        <a:ext cx="6949440" cy="1446659"/>
      </dsp:txXfrm>
    </dsp:sp>
    <dsp:sp modelId="{6C33BC4B-F219-8943-AE86-B8E470FE405F}">
      <dsp:nvSpPr>
        <dsp:cNvPr id="0" name=""/>
        <dsp:cNvSpPr/>
      </dsp:nvSpPr>
      <dsp:spPr>
        <a:xfrm>
          <a:off x="0" y="1446659"/>
          <a:ext cx="6949440" cy="0"/>
        </a:xfrm>
        <a:prstGeom prst="line">
          <a:avLst/>
        </a:prstGeom>
        <a:solidFill>
          <a:schemeClr val="accent2">
            <a:hueOff val="-347110"/>
            <a:satOff val="-7210"/>
            <a:lumOff val="-1961"/>
            <a:alphaOff val="0"/>
          </a:schemeClr>
        </a:solidFill>
        <a:ln w="12700" cap="flat" cmpd="sng" algn="ctr">
          <a:solidFill>
            <a:schemeClr val="accent2">
              <a:hueOff val="-347110"/>
              <a:satOff val="-7210"/>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265596-B361-7F42-9BF3-36D8AFD2DF97}">
      <dsp:nvSpPr>
        <dsp:cNvPr id="0" name=""/>
        <dsp:cNvSpPr/>
      </dsp:nvSpPr>
      <dsp:spPr>
        <a:xfrm>
          <a:off x="0" y="1446659"/>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During this stage the team is isolated from the customer and the organization, with all communications channelled through the so-called ‘Scrum master’. </a:t>
          </a:r>
          <a:endParaRPr lang="en-US" sz="2200" kern="1200"/>
        </a:p>
      </dsp:txBody>
      <dsp:txXfrm>
        <a:off x="0" y="1446659"/>
        <a:ext cx="6949440" cy="1446659"/>
      </dsp:txXfrm>
    </dsp:sp>
    <dsp:sp modelId="{01C562AA-6126-5B46-8B01-4206EA1004A0}">
      <dsp:nvSpPr>
        <dsp:cNvPr id="0" name=""/>
        <dsp:cNvSpPr/>
      </dsp:nvSpPr>
      <dsp:spPr>
        <a:xfrm>
          <a:off x="0" y="2893318"/>
          <a:ext cx="6949440" cy="0"/>
        </a:xfrm>
        <a:prstGeom prst="line">
          <a:avLst/>
        </a:prstGeom>
        <a:solidFill>
          <a:schemeClr val="accent2">
            <a:hueOff val="-694219"/>
            <a:satOff val="-14421"/>
            <a:lumOff val="-3921"/>
            <a:alphaOff val="0"/>
          </a:schemeClr>
        </a:solidFill>
        <a:ln w="12700" cap="flat" cmpd="sng" algn="ctr">
          <a:solidFill>
            <a:schemeClr val="accent2">
              <a:hueOff val="-694219"/>
              <a:satOff val="-14421"/>
              <a:lumOff val="-39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9A9D84-4813-1645-AA5C-4338077E165C}">
      <dsp:nvSpPr>
        <dsp:cNvPr id="0" name=""/>
        <dsp:cNvSpPr/>
      </dsp:nvSpPr>
      <dsp:spPr>
        <a:xfrm>
          <a:off x="0" y="2893318"/>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The role of the Scrum master is to protect the development team from external distractions. </a:t>
          </a:r>
          <a:endParaRPr lang="en-US" sz="2200" kern="1200"/>
        </a:p>
      </dsp:txBody>
      <dsp:txXfrm>
        <a:off x="0" y="2893318"/>
        <a:ext cx="6949440" cy="1446659"/>
      </dsp:txXfrm>
    </dsp:sp>
    <dsp:sp modelId="{544028AD-6502-774F-AFE2-648F6C3C7BFF}">
      <dsp:nvSpPr>
        <dsp:cNvPr id="0" name=""/>
        <dsp:cNvSpPr/>
      </dsp:nvSpPr>
      <dsp:spPr>
        <a:xfrm>
          <a:off x="0" y="4339978"/>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B3E7AD-1DA8-D745-89DF-F2184372D854}">
      <dsp:nvSpPr>
        <dsp:cNvPr id="0" name=""/>
        <dsp:cNvSpPr/>
      </dsp:nvSpPr>
      <dsp:spPr>
        <a:xfrm>
          <a:off x="0" y="4339978"/>
          <a:ext cx="6949440" cy="1446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a:t>At the end of the sprint, the work done is reviewed and presented to stakeholders. The next sprint cycle then begins.</a:t>
          </a:r>
          <a:endParaRPr lang="en-US" sz="2200" kern="1200"/>
        </a:p>
      </dsp:txBody>
      <dsp:txXfrm>
        <a:off x="0" y="4339978"/>
        <a:ext cx="6949440" cy="144665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21991E-6652-459C-B84E-F626E1C7D8CB}">
      <dsp:nvSpPr>
        <dsp:cNvPr id="0" name=""/>
        <dsp:cNvSpPr/>
      </dsp:nvSpPr>
      <dsp:spPr>
        <a:xfrm>
          <a:off x="0" y="3588"/>
          <a:ext cx="10653579" cy="7644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793EFA-9FA2-4F32-A194-5DD6B880113B}">
      <dsp:nvSpPr>
        <dsp:cNvPr id="0" name=""/>
        <dsp:cNvSpPr/>
      </dsp:nvSpPr>
      <dsp:spPr>
        <a:xfrm>
          <a:off x="231243" y="175588"/>
          <a:ext cx="420442" cy="4204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281DC0-519D-4CF7-B4CE-6BBDD30B8F15}">
      <dsp:nvSpPr>
        <dsp:cNvPr id="0" name=""/>
        <dsp:cNvSpPr/>
      </dsp:nvSpPr>
      <dsp:spPr>
        <a:xfrm>
          <a:off x="882930" y="3588"/>
          <a:ext cx="9770648"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844550">
            <a:lnSpc>
              <a:spcPct val="100000"/>
            </a:lnSpc>
            <a:spcBef>
              <a:spcPct val="0"/>
            </a:spcBef>
            <a:spcAft>
              <a:spcPct val="35000"/>
            </a:spcAft>
            <a:buNone/>
          </a:pPr>
          <a:r>
            <a:rPr lang="en-GB" sz="1900" kern="1200"/>
            <a:t>The product is broken down into a set of manageable and understandable chunks.</a:t>
          </a:r>
          <a:endParaRPr lang="en-US" sz="1900" kern="1200"/>
        </a:p>
      </dsp:txBody>
      <dsp:txXfrm>
        <a:off x="882930" y="3588"/>
        <a:ext cx="9770648" cy="764441"/>
      </dsp:txXfrm>
    </dsp:sp>
    <dsp:sp modelId="{2B133848-40C4-42C7-AE1D-2CA35BC0B63B}">
      <dsp:nvSpPr>
        <dsp:cNvPr id="0" name=""/>
        <dsp:cNvSpPr/>
      </dsp:nvSpPr>
      <dsp:spPr>
        <a:xfrm>
          <a:off x="0" y="959141"/>
          <a:ext cx="10653579" cy="7644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7F2236-F161-408F-B49E-0A1CAE5160C3}">
      <dsp:nvSpPr>
        <dsp:cNvPr id="0" name=""/>
        <dsp:cNvSpPr/>
      </dsp:nvSpPr>
      <dsp:spPr>
        <a:xfrm>
          <a:off x="231243" y="1131140"/>
          <a:ext cx="420442" cy="4204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E7DCA2-82F8-4D90-BD43-3C1AE084F2E2}">
      <dsp:nvSpPr>
        <dsp:cNvPr id="0" name=""/>
        <dsp:cNvSpPr/>
      </dsp:nvSpPr>
      <dsp:spPr>
        <a:xfrm>
          <a:off x="882930" y="959141"/>
          <a:ext cx="9770648"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844550">
            <a:lnSpc>
              <a:spcPct val="100000"/>
            </a:lnSpc>
            <a:spcBef>
              <a:spcPct val="0"/>
            </a:spcBef>
            <a:spcAft>
              <a:spcPct val="35000"/>
            </a:spcAft>
            <a:buNone/>
          </a:pPr>
          <a:r>
            <a:rPr lang="en-GB" sz="1900" kern="1200"/>
            <a:t>Unstable requirements do not hold up progress.</a:t>
          </a:r>
          <a:endParaRPr lang="en-US" sz="1900" kern="1200"/>
        </a:p>
      </dsp:txBody>
      <dsp:txXfrm>
        <a:off x="882930" y="959141"/>
        <a:ext cx="9770648" cy="764441"/>
      </dsp:txXfrm>
    </dsp:sp>
    <dsp:sp modelId="{6E9463AA-FCE1-448D-BA19-EAE0ED078FAC}">
      <dsp:nvSpPr>
        <dsp:cNvPr id="0" name=""/>
        <dsp:cNvSpPr/>
      </dsp:nvSpPr>
      <dsp:spPr>
        <a:xfrm>
          <a:off x="0" y="1914693"/>
          <a:ext cx="10653579" cy="7644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859CF0-1064-4514-BFAC-AE90A2F753EA}">
      <dsp:nvSpPr>
        <dsp:cNvPr id="0" name=""/>
        <dsp:cNvSpPr/>
      </dsp:nvSpPr>
      <dsp:spPr>
        <a:xfrm>
          <a:off x="231243" y="2086692"/>
          <a:ext cx="420442" cy="4204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D93B16-A11C-4723-A780-695DC8495C39}">
      <dsp:nvSpPr>
        <dsp:cNvPr id="0" name=""/>
        <dsp:cNvSpPr/>
      </dsp:nvSpPr>
      <dsp:spPr>
        <a:xfrm>
          <a:off x="882930" y="1914693"/>
          <a:ext cx="9770648"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844550">
            <a:lnSpc>
              <a:spcPct val="100000"/>
            </a:lnSpc>
            <a:spcBef>
              <a:spcPct val="0"/>
            </a:spcBef>
            <a:spcAft>
              <a:spcPct val="35000"/>
            </a:spcAft>
            <a:buNone/>
          </a:pPr>
          <a:r>
            <a:rPr lang="en-GB" sz="1900" kern="1200"/>
            <a:t>The whole team have visibility of everything and consequently team communication is improved.</a:t>
          </a:r>
          <a:endParaRPr lang="en-US" sz="1900" kern="1200"/>
        </a:p>
      </dsp:txBody>
      <dsp:txXfrm>
        <a:off x="882930" y="1914693"/>
        <a:ext cx="9770648" cy="764441"/>
      </dsp:txXfrm>
    </dsp:sp>
    <dsp:sp modelId="{2ABA761F-9947-4D2A-A5D9-607B419B0F8A}">
      <dsp:nvSpPr>
        <dsp:cNvPr id="0" name=""/>
        <dsp:cNvSpPr/>
      </dsp:nvSpPr>
      <dsp:spPr>
        <a:xfrm>
          <a:off x="0" y="2870245"/>
          <a:ext cx="10653579" cy="7644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8C69D6-3E33-4DEA-9FF7-8BA040DD79A9}">
      <dsp:nvSpPr>
        <dsp:cNvPr id="0" name=""/>
        <dsp:cNvSpPr/>
      </dsp:nvSpPr>
      <dsp:spPr>
        <a:xfrm>
          <a:off x="231243" y="3042244"/>
          <a:ext cx="420442" cy="42044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F71018-1FBF-466A-B4FD-473C9FDCC40F}">
      <dsp:nvSpPr>
        <dsp:cNvPr id="0" name=""/>
        <dsp:cNvSpPr/>
      </dsp:nvSpPr>
      <dsp:spPr>
        <a:xfrm>
          <a:off x="882930" y="2870245"/>
          <a:ext cx="9770648"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844550">
            <a:lnSpc>
              <a:spcPct val="100000"/>
            </a:lnSpc>
            <a:spcBef>
              <a:spcPct val="0"/>
            </a:spcBef>
            <a:spcAft>
              <a:spcPct val="35000"/>
            </a:spcAft>
            <a:buNone/>
          </a:pPr>
          <a:r>
            <a:rPr lang="en-GB" sz="1900" kern="1200"/>
            <a:t>Customers see on-time delivery of increments and gain feedback on how the product works.</a:t>
          </a:r>
          <a:endParaRPr lang="en-US" sz="1900" kern="1200"/>
        </a:p>
      </dsp:txBody>
      <dsp:txXfrm>
        <a:off x="882930" y="2870245"/>
        <a:ext cx="9770648" cy="764441"/>
      </dsp:txXfrm>
    </dsp:sp>
    <dsp:sp modelId="{D21931BF-361C-4077-A31F-EFBABBD8A75E}">
      <dsp:nvSpPr>
        <dsp:cNvPr id="0" name=""/>
        <dsp:cNvSpPr/>
      </dsp:nvSpPr>
      <dsp:spPr>
        <a:xfrm>
          <a:off x="0" y="3825797"/>
          <a:ext cx="10653579" cy="7644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8EC317-A18D-4348-8ABA-223E0E65B04C}">
      <dsp:nvSpPr>
        <dsp:cNvPr id="0" name=""/>
        <dsp:cNvSpPr/>
      </dsp:nvSpPr>
      <dsp:spPr>
        <a:xfrm>
          <a:off x="231243" y="3997796"/>
          <a:ext cx="420442" cy="42044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A2A266-7A2F-4B67-B6AF-8CCABA365456}">
      <dsp:nvSpPr>
        <dsp:cNvPr id="0" name=""/>
        <dsp:cNvSpPr/>
      </dsp:nvSpPr>
      <dsp:spPr>
        <a:xfrm>
          <a:off x="882930" y="3825797"/>
          <a:ext cx="9770648" cy="7644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903" tIns="80903" rIns="80903" bIns="80903" numCol="1" spcCol="1270" anchor="ctr" anchorCtr="0">
          <a:noAutofit/>
        </a:bodyPr>
        <a:lstStyle/>
        <a:p>
          <a:pPr marL="0" lvl="0" indent="0" algn="l" defTabSz="844550">
            <a:lnSpc>
              <a:spcPct val="100000"/>
            </a:lnSpc>
            <a:spcBef>
              <a:spcPct val="0"/>
            </a:spcBef>
            <a:spcAft>
              <a:spcPct val="35000"/>
            </a:spcAft>
            <a:buNone/>
          </a:pPr>
          <a:r>
            <a:rPr lang="en-GB" sz="1900" kern="1200"/>
            <a:t>Trust between customers and developers is established and a positive culture is created in which everyone expects the project to succeed.</a:t>
          </a:r>
          <a:endParaRPr lang="en-US" sz="1900" kern="1200"/>
        </a:p>
      </dsp:txBody>
      <dsp:txXfrm>
        <a:off x="882930" y="3825797"/>
        <a:ext cx="9770648" cy="764441"/>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5A25D8-C6A0-0E49-A9F2-C34F31C3EAEA}" type="datetimeFigureOut">
              <a:rPr lang="en-US" smtClean="0"/>
              <a:t>6/11/25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7A076-FDD5-9544-ABB9-1C238BA200D4}" type="slidenum">
              <a:rPr lang="en-US" smtClean="0"/>
              <a:t>‹#›</a:t>
            </a:fld>
            <a:endParaRPr lang="en-US"/>
          </a:p>
        </p:txBody>
      </p:sp>
    </p:spTree>
    <p:extLst>
      <p:ext uri="{BB962C8B-B14F-4D97-AF65-F5344CB8AC3E}">
        <p14:creationId xmlns:p14="http://schemas.microsoft.com/office/powerpoint/2010/main" val="814762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ln/>
        </p:spPr>
        <p:txBody>
          <a:bodyPr/>
          <a:lstStyle/>
          <a:p>
            <a:endParaRPr lang="en-US" dirty="0"/>
          </a:p>
        </p:txBody>
      </p:sp>
      <p:sp>
        <p:nvSpPr>
          <p:cNvPr id="184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474516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ln/>
        </p:spPr>
        <p:txBody>
          <a:bodyPr/>
          <a:lstStyle/>
          <a:p>
            <a:endParaRPr lang="en-US" dirty="0"/>
          </a:p>
        </p:txBody>
      </p:sp>
      <p:sp>
        <p:nvSpPr>
          <p:cNvPr id="2662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815537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ln/>
        </p:spPr>
        <p:txBody>
          <a:bodyPr/>
          <a:lstStyle/>
          <a:p>
            <a:endParaRPr lang="en-US" dirty="0"/>
          </a:p>
        </p:txBody>
      </p:sp>
      <p:sp>
        <p:nvSpPr>
          <p:cNvPr id="2662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602708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6/11/25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64636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6/11/25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5315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6/11/25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99952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6/11/25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96686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6/11/25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4667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6/11/25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99419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6/11/25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43104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6/11/25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5390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6/11/25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91597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6/11/25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04963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6/11/25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848647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609600" y="228600"/>
            <a:ext cx="10972800" cy="1066799"/>
          </a:xfrm>
          <a:prstGeom prst="rect">
            <a:avLst/>
          </a:prstGeom>
          <a:noFill/>
          <a:ln>
            <a:noFill/>
          </a:ln>
        </p:spPr>
        <p:txBody>
          <a:bodyPr anchor="b"/>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edit Master title style</a:t>
            </a:r>
            <a:endParaRPr dirty="0"/>
          </a:p>
        </p:txBody>
      </p:sp>
      <p:sp>
        <p:nvSpPr>
          <p:cNvPr id="55" name="Shape 55"/>
          <p:cNvSpPr txBox="1">
            <a:spLocks noGrp="1"/>
          </p:cNvSpPr>
          <p:nvPr>
            <p:ph type="body" idx="1"/>
          </p:nvPr>
        </p:nvSpPr>
        <p:spPr>
          <a:xfrm>
            <a:off x="609600" y="5368160"/>
            <a:ext cx="10972800" cy="916856"/>
          </a:xfrm>
          <a:prstGeom prst="rect">
            <a:avLst/>
          </a:prstGeom>
          <a:noFill/>
          <a:ln>
            <a:noFill/>
          </a:ln>
        </p:spPr>
        <p:txBody>
          <a:bodyPr anchor="b"/>
          <a:lstStyle>
            <a:lvl1pPr marL="0" marR="0" lvl="0" indent="0" algn="l" rtl="0">
              <a:spcBef>
                <a:spcPts val="0"/>
              </a:spcBef>
              <a:buClr>
                <a:srgbClr val="007FA3"/>
              </a:buClr>
              <a:buFont typeface="Arial"/>
              <a:buNone/>
              <a:defRPr sz="16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pPr lvl="0"/>
            <a:r>
              <a:rPr lang="en-US" dirty="0"/>
              <a:t>Edit Master text styles</a:t>
            </a:r>
          </a:p>
        </p:txBody>
      </p:sp>
      <p:sp>
        <p:nvSpPr>
          <p:cNvPr id="7" name="Shape 16"/>
          <p:cNvSpPr txBox="1">
            <a:spLocks noChangeArrowheads="1"/>
          </p:cNvSpPr>
          <p:nvPr/>
        </p:nvSpPr>
        <p:spPr bwMode="auto">
          <a:xfrm>
            <a:off x="2133600" y="6429376"/>
            <a:ext cx="95504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2016, 2011, 2006 Pearson Education, Inc. All Rights Reserved</a:t>
            </a:r>
          </a:p>
        </p:txBody>
      </p:sp>
    </p:spTree>
    <p:extLst>
      <p:ext uri="{BB962C8B-B14F-4D97-AF65-F5344CB8AC3E}">
        <p14:creationId xmlns:p14="http://schemas.microsoft.com/office/powerpoint/2010/main" val="1298439264"/>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6/11/25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52939669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 id="2147483674" r:id="rId12"/>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F9B563-2F13-2874-7609-E2A27E1C346D}"/>
              </a:ext>
            </a:extLst>
          </p:cNvPr>
          <p:cNvSpPr>
            <a:spLocks noGrp="1"/>
          </p:cNvSpPr>
          <p:nvPr>
            <p:ph type="ctrTitle"/>
          </p:nvPr>
        </p:nvSpPr>
        <p:spPr>
          <a:xfrm>
            <a:off x="510074" y="1635260"/>
            <a:ext cx="3348297" cy="2241755"/>
          </a:xfrm>
        </p:spPr>
        <p:txBody>
          <a:bodyPr>
            <a:normAutofit/>
          </a:bodyPr>
          <a:lstStyle/>
          <a:p>
            <a:pPr algn="l"/>
            <a:r>
              <a:rPr lang="en-US" sz="3100"/>
              <a:t>AGILE SOFTWARE DEVELOPMENT</a:t>
            </a:r>
          </a:p>
        </p:txBody>
      </p:sp>
      <p:sp>
        <p:nvSpPr>
          <p:cNvPr id="3" name="Subtitle 2">
            <a:extLst>
              <a:ext uri="{FF2B5EF4-FFF2-40B4-BE49-F238E27FC236}">
                <a16:creationId xmlns:a16="http://schemas.microsoft.com/office/drawing/2014/main" id="{21010994-C811-CC73-6596-3423D8A8C89B}"/>
              </a:ext>
            </a:extLst>
          </p:cNvPr>
          <p:cNvSpPr>
            <a:spLocks noGrp="1"/>
          </p:cNvSpPr>
          <p:nvPr>
            <p:ph type="subTitle" idx="1"/>
          </p:nvPr>
        </p:nvSpPr>
        <p:spPr>
          <a:xfrm>
            <a:off x="510074" y="4003563"/>
            <a:ext cx="3348297" cy="1184584"/>
          </a:xfrm>
        </p:spPr>
        <p:txBody>
          <a:bodyPr>
            <a:normAutofit/>
          </a:bodyPr>
          <a:lstStyle/>
          <a:p>
            <a:pPr algn="l"/>
            <a:r>
              <a:rPr lang="en-US"/>
              <a:t>SOFTWARE ENGINEERING</a:t>
            </a:r>
          </a:p>
        </p:txBody>
      </p:sp>
      <p:pic>
        <p:nvPicPr>
          <p:cNvPr id="4" name="Picture 3" descr="Wavy 3D art">
            <a:extLst>
              <a:ext uri="{FF2B5EF4-FFF2-40B4-BE49-F238E27FC236}">
                <a16:creationId xmlns:a16="http://schemas.microsoft.com/office/drawing/2014/main" id="{90838311-3D1B-B331-E5C8-D604C76C7857}"/>
              </a:ext>
            </a:extLst>
          </p:cNvPr>
          <p:cNvPicPr>
            <a:picLocks noChangeAspect="1"/>
          </p:cNvPicPr>
          <p:nvPr/>
        </p:nvPicPr>
        <p:blipFill>
          <a:blip r:embed="rId2"/>
          <a:srcRect t="20450" b="6969"/>
          <a:stretch>
            <a:fillRect/>
          </a:stretch>
        </p:blipFill>
        <p:spPr>
          <a:xfrm>
            <a:off x="4344099" y="1346797"/>
            <a:ext cx="7390808" cy="4157348"/>
          </a:xfrm>
          <a:prstGeom prst="rect">
            <a:avLst/>
          </a:prstGeom>
        </p:spPr>
      </p:pic>
    </p:spTree>
    <p:extLst>
      <p:ext uri="{BB962C8B-B14F-4D97-AF65-F5344CB8AC3E}">
        <p14:creationId xmlns:p14="http://schemas.microsoft.com/office/powerpoint/2010/main" val="2562712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24000" y="548640"/>
            <a:ext cx="9160475" cy="1132258"/>
          </a:xfrm>
        </p:spPr>
        <p:txBody>
          <a:bodyPr anchor="ctr">
            <a:normAutofit/>
          </a:bodyPr>
          <a:lstStyle/>
          <a:p>
            <a:pPr algn="ctr"/>
            <a:r>
              <a:rPr lang="en-US" dirty="0"/>
              <a:t>Learning Objectives</a:t>
            </a:r>
            <a:endParaRPr lang="en-US"/>
          </a:p>
        </p:txBody>
      </p:sp>
      <p:graphicFrame>
        <p:nvGraphicFramePr>
          <p:cNvPr id="5" name="Content Placeholder 2">
            <a:extLst>
              <a:ext uri="{FF2B5EF4-FFF2-40B4-BE49-F238E27FC236}">
                <a16:creationId xmlns:a16="http://schemas.microsoft.com/office/drawing/2014/main" id="{4203BE3E-1E49-47EE-9EE9-2A71BAB180F4}"/>
              </a:ext>
            </a:extLst>
          </p:cNvPr>
          <p:cNvGraphicFramePr/>
          <p:nvPr>
            <p:extLst>
              <p:ext uri="{D42A27DB-BD31-4B8C-83A1-F6EECF244321}">
                <p14:modId xmlns:p14="http://schemas.microsoft.com/office/powerpoint/2010/main" val="176967429"/>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9619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7" name="Rectangle 17416">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0" name="Title 1"/>
          <p:cNvSpPr>
            <a:spLocks noGrp="1" noChangeArrowheads="1"/>
          </p:cNvSpPr>
          <p:nvPr>
            <p:ph type="title"/>
          </p:nvPr>
        </p:nvSpPr>
        <p:spPr>
          <a:xfrm>
            <a:off x="612649" y="548638"/>
            <a:ext cx="3493008" cy="5788152"/>
          </a:xfrm>
        </p:spPr>
        <p:txBody>
          <a:bodyPr anchor="ctr">
            <a:normAutofit/>
          </a:bodyPr>
          <a:lstStyle/>
          <a:p>
            <a:r>
              <a:rPr lang="en-US" sz="4000"/>
              <a:t>Rapid Software Development</a:t>
            </a:r>
            <a:endParaRPr lang="en-GB" sz="4000"/>
          </a:p>
        </p:txBody>
      </p:sp>
      <p:graphicFrame>
        <p:nvGraphicFramePr>
          <p:cNvPr id="17421" name="Content Placeholder 2">
            <a:extLst>
              <a:ext uri="{FF2B5EF4-FFF2-40B4-BE49-F238E27FC236}">
                <a16:creationId xmlns:a16="http://schemas.microsoft.com/office/drawing/2014/main" id="{9CFF4B92-1A09-DA95-F1A3-C17FFBAC9170}"/>
              </a:ext>
            </a:extLst>
          </p:cNvPr>
          <p:cNvGraphicFramePr/>
          <p:nvPr>
            <p:extLst>
              <p:ext uri="{D42A27DB-BD31-4B8C-83A1-F6EECF244321}">
                <p14:modId xmlns:p14="http://schemas.microsoft.com/office/powerpoint/2010/main" val="40445338"/>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85163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9" y="548638"/>
            <a:ext cx="3493008" cy="5788152"/>
          </a:xfrm>
        </p:spPr>
        <p:txBody>
          <a:bodyPr anchor="ctr">
            <a:normAutofit/>
          </a:bodyPr>
          <a:lstStyle/>
          <a:p>
            <a:r>
              <a:rPr lang="en-US" sz="4000"/>
              <a:t>Agile Development</a:t>
            </a:r>
          </a:p>
        </p:txBody>
      </p:sp>
      <p:graphicFrame>
        <p:nvGraphicFramePr>
          <p:cNvPr id="12" name="Content Placeholder 2">
            <a:extLst>
              <a:ext uri="{FF2B5EF4-FFF2-40B4-BE49-F238E27FC236}">
                <a16:creationId xmlns:a16="http://schemas.microsoft.com/office/drawing/2014/main" id="{6A3F63DA-77B0-42EA-493B-EEBE4A9CA9C3}"/>
              </a:ext>
            </a:extLst>
          </p:cNvPr>
          <p:cNvGraphicFramePr/>
          <p:nvPr>
            <p:extLst>
              <p:ext uri="{D42A27DB-BD31-4B8C-83A1-F6EECF244321}">
                <p14:modId xmlns:p14="http://schemas.microsoft.com/office/powerpoint/2010/main" val="2447779858"/>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0817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Plan-Driven and Agile Development </a:t>
            </a:r>
            <a:r>
              <a:rPr lang="en-US" sz="2000" b="0" dirty="0"/>
              <a:t>(1 of 2)</a:t>
            </a:r>
          </a:p>
        </p:txBody>
      </p:sp>
      <p:pic>
        <p:nvPicPr>
          <p:cNvPr id="5" name="Picture 4" descr="Two diagrams showing flow of inputs and outputs in plan driven and agile development systems. The first diagram, labeled plan based development, has three blocks. The first block is labeled requirements engineering and has an arrow pointing to the right and an arrow emanating from the top of the block, curving back down to point at the same block. The next block to the right is labeled requirements specification and has an arrow pointing to the right. The third block is labeled design and implementation. This block has an arrow emanating from the top of the block, curbing back down to point at the same block. It also has an arrow flowing back to the requirements engineering block. The second diagram, labeled agile development, has two blocks. The first block is labeled requirements engineering. This flows to the second block labeled design and implementation. This block has an arrow pointing back to the requirements engineering block."/>
          <p:cNvPicPr>
            <a:picLocks noChangeAspect="1"/>
          </p:cNvPicPr>
          <p:nvPr/>
        </p:nvPicPr>
        <p:blipFill>
          <a:blip r:embed="rId2"/>
          <a:stretch>
            <a:fillRect/>
          </a:stretch>
        </p:blipFill>
        <p:spPr>
          <a:xfrm>
            <a:off x="2285651" y="1295399"/>
            <a:ext cx="6753417" cy="5134621"/>
          </a:xfrm>
          <a:prstGeom prst="rect">
            <a:avLst/>
          </a:prstGeom>
        </p:spPr>
      </p:pic>
    </p:spTree>
    <p:extLst>
      <p:ext uri="{BB962C8B-B14F-4D97-AF65-F5344CB8AC3E}">
        <p14:creationId xmlns:p14="http://schemas.microsoft.com/office/powerpoint/2010/main" val="2812035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1E0DC6F-DB0E-DBE1-8178-AE81BC6B9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Different Hand Drawn Graphs">
            <a:extLst>
              <a:ext uri="{FF2B5EF4-FFF2-40B4-BE49-F238E27FC236}">
                <a16:creationId xmlns:a16="http://schemas.microsoft.com/office/drawing/2014/main" id="{565ABFBB-236C-8007-DBC9-D4C5A800C0C4}"/>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84D07BF5-D29E-918E-55FE-747AF2A0E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66726" cy="685800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41035" y="1424475"/>
            <a:ext cx="3424383" cy="2543448"/>
          </a:xfrm>
        </p:spPr>
        <p:txBody>
          <a:bodyPr anchor="t">
            <a:normAutofit/>
          </a:bodyPr>
          <a:lstStyle/>
          <a:p>
            <a:pPr algn="l"/>
            <a:r>
              <a:rPr lang="en-US" sz="3200"/>
              <a:t>Agile Methods </a:t>
            </a:r>
          </a:p>
        </p:txBody>
      </p:sp>
    </p:spTree>
    <p:extLst>
      <p:ext uri="{BB962C8B-B14F-4D97-AF65-F5344CB8AC3E}">
        <p14:creationId xmlns:p14="http://schemas.microsoft.com/office/powerpoint/2010/main" val="313683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6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09" name="Rectangle 2560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2" name="Title 1"/>
          <p:cNvSpPr>
            <a:spLocks noGrp="1" noChangeArrowheads="1"/>
          </p:cNvSpPr>
          <p:nvPr>
            <p:ph type="title"/>
          </p:nvPr>
        </p:nvSpPr>
        <p:spPr>
          <a:xfrm>
            <a:off x="612648" y="600074"/>
            <a:ext cx="6035040" cy="1529932"/>
          </a:xfrm>
        </p:spPr>
        <p:txBody>
          <a:bodyPr anchor="b">
            <a:normAutofit/>
          </a:bodyPr>
          <a:lstStyle/>
          <a:p>
            <a:r>
              <a:rPr lang="en-US" dirty="0"/>
              <a:t>Agile Methods</a:t>
            </a:r>
            <a:endParaRPr lang="en-GB" dirty="0"/>
          </a:p>
        </p:txBody>
      </p:sp>
      <p:sp>
        <p:nvSpPr>
          <p:cNvPr id="25603" name="Content Placeholder 2"/>
          <p:cNvSpPr>
            <a:spLocks noGrp="1" noChangeArrowheads="1"/>
          </p:cNvSpPr>
          <p:nvPr>
            <p:ph type="body" idx="1"/>
          </p:nvPr>
        </p:nvSpPr>
        <p:spPr>
          <a:xfrm>
            <a:off x="612647" y="2212848"/>
            <a:ext cx="6035041" cy="4096512"/>
          </a:xfrm>
        </p:spPr>
        <p:txBody>
          <a:bodyPr>
            <a:normAutofit/>
          </a:bodyPr>
          <a:lstStyle/>
          <a:p>
            <a:pPr>
              <a:lnSpc>
                <a:spcPct val="110000"/>
              </a:lnSpc>
            </a:pPr>
            <a:r>
              <a:rPr lang="en-US" sz="1700"/>
              <a:t>Dissatisfaction with the overheads involved in software design methods of the 1980s and 1990s led to the creation of agile methods. These methods:</a:t>
            </a:r>
          </a:p>
          <a:p>
            <a:pPr lvl="1">
              <a:lnSpc>
                <a:spcPct val="110000"/>
              </a:lnSpc>
            </a:pPr>
            <a:r>
              <a:rPr lang="en-US" sz="1700"/>
              <a:t>Focus on the code rather than the design</a:t>
            </a:r>
          </a:p>
          <a:p>
            <a:pPr lvl="1">
              <a:lnSpc>
                <a:spcPct val="110000"/>
              </a:lnSpc>
            </a:pPr>
            <a:r>
              <a:rPr lang="en-US" sz="1700"/>
              <a:t>Are based on an iterative approach to software development</a:t>
            </a:r>
          </a:p>
          <a:p>
            <a:pPr lvl="1">
              <a:lnSpc>
                <a:spcPct val="110000"/>
              </a:lnSpc>
            </a:pPr>
            <a:r>
              <a:rPr lang="en-US" sz="1700"/>
              <a:t>Are intended to deliver working software quickly and evolve this quickly to meet changing requirements.</a:t>
            </a:r>
          </a:p>
          <a:p>
            <a:pPr>
              <a:lnSpc>
                <a:spcPct val="110000"/>
              </a:lnSpc>
            </a:pPr>
            <a:r>
              <a:rPr lang="en-US" sz="1700"/>
              <a:t>The aim of agile methods is to reduce overheads in the software process (e.g. by limiting documentation) and to be able to respond quickly to changing requirements without excessive rework.</a:t>
            </a:r>
          </a:p>
        </p:txBody>
      </p:sp>
      <p:pic>
        <p:nvPicPr>
          <p:cNvPr id="25605" name="Picture 25604" descr="Computer script on a screen">
            <a:extLst>
              <a:ext uri="{FF2B5EF4-FFF2-40B4-BE49-F238E27FC236}">
                <a16:creationId xmlns:a16="http://schemas.microsoft.com/office/drawing/2014/main" id="{33266D26-AB7A-4070-06A7-03F3AE1359C7}"/>
              </a:ext>
            </a:extLst>
          </p:cNvPr>
          <p:cNvPicPr>
            <a:picLocks noChangeAspect="1"/>
          </p:cNvPicPr>
          <p:nvPr/>
        </p:nvPicPr>
        <p:blipFill>
          <a:blip r:embed="rId3"/>
          <a:srcRect l="6528" r="46301"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173824983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568534" y="603504"/>
            <a:ext cx="5916169" cy="1527048"/>
          </a:xfrm>
        </p:spPr>
        <p:txBody>
          <a:bodyPr anchor="b">
            <a:normAutofit/>
          </a:bodyPr>
          <a:lstStyle/>
          <a:p>
            <a:r>
              <a:rPr lang="en-US" dirty="0"/>
              <a:t>Plan-Driven and Agile Development</a:t>
            </a:r>
            <a:r>
              <a:rPr lang="en-US" b="0"/>
              <a:t>(2 of 2)</a:t>
            </a:r>
            <a:endParaRPr lang="en-US" dirty="0"/>
          </a:p>
        </p:txBody>
      </p:sp>
      <p:pic>
        <p:nvPicPr>
          <p:cNvPr id="5" name="Picture 4" descr="Top view of cubes connected with black lines">
            <a:extLst>
              <a:ext uri="{FF2B5EF4-FFF2-40B4-BE49-F238E27FC236}">
                <a16:creationId xmlns:a16="http://schemas.microsoft.com/office/drawing/2014/main" id="{09900F48-C30B-09AA-03B2-329843F4EF24}"/>
              </a:ext>
            </a:extLst>
          </p:cNvPr>
          <p:cNvPicPr>
            <a:picLocks noChangeAspect="1"/>
          </p:cNvPicPr>
          <p:nvPr/>
        </p:nvPicPr>
        <p:blipFill>
          <a:blip r:embed="rId2"/>
          <a:srcRect l="28111" r="18189"/>
          <a:stretch>
            <a:fillRect/>
          </a:stretch>
        </p:blipFill>
        <p:spPr>
          <a:xfrm>
            <a:off x="20" y="10"/>
            <a:ext cx="4910308" cy="6857990"/>
          </a:xfrm>
          <a:prstGeom prst="rect">
            <a:avLst/>
          </a:prstGeom>
        </p:spPr>
      </p:pic>
      <p:sp>
        <p:nvSpPr>
          <p:cNvPr id="3" name="Content Placeholder 2"/>
          <p:cNvSpPr>
            <a:spLocks noGrp="1"/>
          </p:cNvSpPr>
          <p:nvPr>
            <p:ph type="body" idx="1"/>
          </p:nvPr>
        </p:nvSpPr>
        <p:spPr>
          <a:xfrm>
            <a:off x="5568533" y="2214282"/>
            <a:ext cx="5916169" cy="4095078"/>
          </a:xfrm>
        </p:spPr>
        <p:txBody>
          <a:bodyPr>
            <a:normAutofit/>
          </a:bodyPr>
          <a:lstStyle/>
          <a:p>
            <a:pPr>
              <a:lnSpc>
                <a:spcPct val="110000"/>
              </a:lnSpc>
            </a:pPr>
            <a:r>
              <a:rPr lang="en-US" sz="1500"/>
              <a:t>Plan-driven development</a:t>
            </a:r>
          </a:p>
          <a:p>
            <a:pPr lvl="1">
              <a:lnSpc>
                <a:spcPct val="110000"/>
              </a:lnSpc>
            </a:pPr>
            <a:r>
              <a:rPr lang="en-US" sz="1500"/>
              <a:t>A plan-driven approach to software engineering is based around separate development stages with the outputs to be produced at each of these stages planned in advance.</a:t>
            </a:r>
          </a:p>
          <a:p>
            <a:pPr lvl="1">
              <a:lnSpc>
                <a:spcPct val="110000"/>
              </a:lnSpc>
            </a:pPr>
            <a:r>
              <a:rPr lang="en-US" sz="1500"/>
              <a:t>Not necessarily waterfall model – plan-driven, incremental development is possible</a:t>
            </a:r>
          </a:p>
          <a:p>
            <a:pPr lvl="1">
              <a:lnSpc>
                <a:spcPct val="110000"/>
              </a:lnSpc>
            </a:pPr>
            <a:r>
              <a:rPr lang="en-US" sz="1500"/>
              <a:t>Iteration occurs within activities. </a:t>
            </a:r>
          </a:p>
          <a:p>
            <a:pPr>
              <a:lnSpc>
                <a:spcPct val="110000"/>
              </a:lnSpc>
            </a:pPr>
            <a:r>
              <a:rPr lang="en-US" sz="1500"/>
              <a:t>Agile development</a:t>
            </a:r>
          </a:p>
          <a:p>
            <a:pPr lvl="1">
              <a:lnSpc>
                <a:spcPct val="110000"/>
              </a:lnSpc>
            </a:pPr>
            <a:r>
              <a:rPr lang="en-US" sz="1500"/>
              <a:t>Specification, design, implementation and testing are inter-leaved and the outputs from the development process are decided through a process of negotiation during the software development process.</a:t>
            </a:r>
          </a:p>
        </p:txBody>
      </p:sp>
    </p:spTree>
    <p:extLst>
      <p:ext uri="{BB962C8B-B14F-4D97-AF65-F5344CB8AC3E}">
        <p14:creationId xmlns:p14="http://schemas.microsoft.com/office/powerpoint/2010/main" val="1210059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09" name="Rectangle 2560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2" name="Title 1"/>
          <p:cNvSpPr>
            <a:spLocks noGrp="1" noChangeArrowheads="1"/>
          </p:cNvSpPr>
          <p:nvPr>
            <p:ph type="title"/>
          </p:nvPr>
        </p:nvSpPr>
        <p:spPr>
          <a:xfrm>
            <a:off x="5568534" y="603504"/>
            <a:ext cx="5916169" cy="1527048"/>
          </a:xfrm>
        </p:spPr>
        <p:txBody>
          <a:bodyPr anchor="b">
            <a:normAutofit/>
          </a:bodyPr>
          <a:lstStyle/>
          <a:p>
            <a:r>
              <a:rPr lang="en-US" dirty="0"/>
              <a:t>Agile Manifesto </a:t>
            </a:r>
            <a:endParaRPr lang="en-GB" dirty="0"/>
          </a:p>
        </p:txBody>
      </p:sp>
      <p:pic>
        <p:nvPicPr>
          <p:cNvPr id="25605" name="Picture 25604" descr="A person reaching for a paper on a table full of paper and sticky notes">
            <a:extLst>
              <a:ext uri="{FF2B5EF4-FFF2-40B4-BE49-F238E27FC236}">
                <a16:creationId xmlns:a16="http://schemas.microsoft.com/office/drawing/2014/main" id="{17DCEDD2-E9ED-BF6C-B621-85816C20C19D}"/>
              </a:ext>
            </a:extLst>
          </p:cNvPr>
          <p:cNvPicPr>
            <a:picLocks noChangeAspect="1"/>
          </p:cNvPicPr>
          <p:nvPr/>
        </p:nvPicPr>
        <p:blipFill>
          <a:blip r:embed="rId3"/>
          <a:srcRect l="25607" r="26600" b="-1"/>
          <a:stretch>
            <a:fillRect/>
          </a:stretch>
        </p:blipFill>
        <p:spPr>
          <a:xfrm>
            <a:off x="20" y="10"/>
            <a:ext cx="4910308" cy="6857990"/>
          </a:xfrm>
          <a:prstGeom prst="rect">
            <a:avLst/>
          </a:prstGeom>
        </p:spPr>
      </p:pic>
      <p:sp>
        <p:nvSpPr>
          <p:cNvPr id="25603" name="Content Placeholder 2"/>
          <p:cNvSpPr>
            <a:spLocks noGrp="1" noChangeArrowheads="1"/>
          </p:cNvSpPr>
          <p:nvPr>
            <p:ph type="body" idx="1"/>
          </p:nvPr>
        </p:nvSpPr>
        <p:spPr>
          <a:xfrm>
            <a:off x="5568533" y="2214282"/>
            <a:ext cx="5916169" cy="4095078"/>
          </a:xfrm>
        </p:spPr>
        <p:txBody>
          <a:bodyPr>
            <a:normAutofit/>
          </a:bodyPr>
          <a:lstStyle/>
          <a:p>
            <a:r>
              <a:rPr lang="en-US" sz="1800"/>
              <a:t>We are uncovering better ways of developing  software by doing it and helping others do it.  Through this work we have come to value:</a:t>
            </a:r>
            <a:endParaRPr lang="en-GB" sz="1800"/>
          </a:p>
          <a:p>
            <a:pPr lvl="1"/>
            <a:r>
              <a:rPr lang="en-US" dirty="0"/>
              <a:t>Individuals and interactions over processes and tools</a:t>
            </a:r>
            <a:br>
              <a:rPr lang="en-US" dirty="0"/>
            </a:br>
            <a:r>
              <a:rPr lang="en-US" dirty="0"/>
              <a:t>Working software over comprehensive documentation </a:t>
            </a:r>
            <a:br>
              <a:rPr lang="en-US" dirty="0"/>
            </a:br>
            <a:r>
              <a:rPr lang="en-US" dirty="0"/>
              <a:t>Customer collaboration over contract negotiation </a:t>
            </a:r>
            <a:br>
              <a:rPr lang="en-US" dirty="0"/>
            </a:br>
            <a:r>
              <a:rPr lang="en-US" dirty="0"/>
              <a:t>Responding to change over following a plan </a:t>
            </a:r>
            <a:endParaRPr lang="en-GB" dirty="0"/>
          </a:p>
          <a:p>
            <a:r>
              <a:rPr lang="en-US" sz="1800"/>
              <a:t>That is, while there is value in the items on  the right, we value the items on the left more.</a:t>
            </a:r>
            <a:r>
              <a:rPr lang="en-GB" sz="1800"/>
              <a:t> </a:t>
            </a:r>
            <a:endParaRPr lang="en-US" sz="1800"/>
          </a:p>
        </p:txBody>
      </p:sp>
    </p:spTree>
    <p:extLst>
      <p:ext uri="{BB962C8B-B14F-4D97-AF65-F5344CB8AC3E}">
        <p14:creationId xmlns:p14="http://schemas.microsoft.com/office/powerpoint/2010/main" val="205509111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The Principles of Agile Methods</a:t>
            </a:r>
            <a:r>
              <a:rPr lang="en-GB"/>
              <a:t> </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930140621"/>
              </p:ext>
            </p:extLst>
          </p:nvPr>
        </p:nvGraphicFramePr>
        <p:xfrm>
          <a:off x="2023218" y="1556793"/>
          <a:ext cx="8145564" cy="4777492"/>
        </p:xfrm>
        <a:graphic>
          <a:graphicData uri="http://schemas.openxmlformats.org/drawingml/2006/table">
            <a:tbl>
              <a:tblPr firstRow="1"/>
              <a:tblGrid>
                <a:gridCol w="2300606">
                  <a:extLst>
                    <a:ext uri="{9D8B030D-6E8A-4147-A177-3AD203B41FA5}">
                      <a16:colId xmlns:a16="http://schemas.microsoft.com/office/drawing/2014/main" val="795299874"/>
                    </a:ext>
                  </a:extLst>
                </a:gridCol>
                <a:gridCol w="5844958">
                  <a:extLst>
                    <a:ext uri="{9D8B030D-6E8A-4147-A177-3AD203B41FA5}">
                      <a16:colId xmlns:a16="http://schemas.microsoft.com/office/drawing/2014/main" val="3320491081"/>
                    </a:ext>
                  </a:extLst>
                </a:gridCol>
              </a:tblGrid>
              <a:tr h="40315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mn-lt"/>
                          <a:ea typeface="Times New Roman" charset="0"/>
                          <a:cs typeface="Arial"/>
                        </a:rPr>
                        <a:t>Principle</a:t>
                      </a:r>
                      <a:endParaRPr kumimoji="0" lang="en-GB" sz="1600" b="1" i="0" u="none" strike="noStrike" cap="none" normalizeH="0" baseline="0" dirty="0">
                        <a:ln>
                          <a:noFill/>
                        </a:ln>
                        <a:solidFill>
                          <a:srgbClr val="000000"/>
                        </a:solidFill>
                        <a:effectLst/>
                        <a:latin typeface="+mn-lt"/>
                        <a:ea typeface="Times New Roman" charset="0"/>
                        <a:cs typeface="Arial"/>
                      </a:endParaRPr>
                    </a:p>
                  </a:txBody>
                  <a:tcPr marL="73025" marR="73025" marT="9144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mn-lt"/>
                          <a:ea typeface="Times New Roman" charset="0"/>
                          <a:cs typeface="Arial"/>
                        </a:rPr>
                        <a:t>Description</a:t>
                      </a:r>
                      <a:endParaRPr kumimoji="0" lang="en-GB" sz="1600" b="1" i="0" u="none" strike="noStrike" cap="none" normalizeH="0" baseline="0" dirty="0">
                        <a:ln>
                          <a:noFill/>
                        </a:ln>
                        <a:solidFill>
                          <a:srgbClr val="000000"/>
                        </a:solidFill>
                        <a:effectLst/>
                        <a:latin typeface="+mn-lt"/>
                        <a:ea typeface="Times New Roman" charset="0"/>
                        <a:cs typeface="Arial"/>
                      </a:endParaRPr>
                    </a:p>
                  </a:txBody>
                  <a:tcPr marL="73025" marR="73025" marT="9144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5319071"/>
                  </a:ext>
                </a:extLst>
              </a:tr>
              <a:tr h="108354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mn-lt"/>
                          <a:ea typeface="Times New Roman" charset="0"/>
                          <a:cs typeface="Arial"/>
                        </a:rPr>
                        <a:t>Customer involvement </a:t>
                      </a:r>
                      <a:endParaRPr kumimoji="0" lang="en-GB" sz="1600" b="0" i="0" u="none" strike="noStrike" cap="none" normalizeH="0" baseline="0" dirty="0">
                        <a:ln>
                          <a:noFill/>
                        </a:ln>
                        <a:solidFill>
                          <a:srgbClr val="000000"/>
                        </a:solidFill>
                        <a:effectLst/>
                        <a:latin typeface="+mn-lt"/>
                        <a:ea typeface="Times New Roman" charset="0"/>
                        <a:cs typeface="Arial"/>
                      </a:endParaRP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mn-lt"/>
                          <a:ea typeface="Times New Roman" charset="0"/>
                          <a:cs typeface="Arial"/>
                        </a:rPr>
                        <a:t>Customers should be closely involved throughout the development process. Their role is provide and prioritize new system requirements and to evaluate the iterations of the system.</a:t>
                      </a:r>
                      <a:endParaRPr kumimoji="0" lang="en-GB" sz="1600" b="0" i="0" u="none" strike="noStrike" cap="none" normalizeH="0" baseline="0" dirty="0">
                        <a:ln>
                          <a:noFill/>
                        </a:ln>
                        <a:solidFill>
                          <a:srgbClr val="000000"/>
                        </a:solidFill>
                        <a:effectLst/>
                        <a:latin typeface="+mn-lt"/>
                        <a:ea typeface="Times New Roman" charset="0"/>
                        <a:cs typeface="Arial"/>
                      </a:endParaRP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444099512"/>
                  </a:ext>
                </a:extLst>
              </a:tr>
              <a:tr h="7299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mn-lt"/>
                          <a:ea typeface="Times New Roman" charset="0"/>
                          <a:cs typeface="Arial"/>
                        </a:rPr>
                        <a:t>Incremental delivery</a:t>
                      </a:r>
                      <a:endParaRPr kumimoji="0" lang="en-GB" sz="1600" b="0" i="0" u="none" strike="noStrike" cap="none" normalizeH="0" baseline="0" dirty="0">
                        <a:ln>
                          <a:noFill/>
                        </a:ln>
                        <a:solidFill>
                          <a:srgbClr val="000000"/>
                        </a:solidFill>
                        <a:effectLst/>
                        <a:latin typeface="+mn-lt"/>
                        <a:ea typeface="Times New Roman" charset="0"/>
                        <a:cs typeface="Arial"/>
                      </a:endParaRP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mn-lt"/>
                          <a:ea typeface="Times New Roman" charset="0"/>
                          <a:cs typeface="Arial"/>
                        </a:rPr>
                        <a:t>The software is developed in increments with the customer specifying the requirements to be included in each increment.</a:t>
                      </a:r>
                      <a:endParaRPr kumimoji="0" lang="en-GB" sz="1600" b="0" i="0" u="none" strike="noStrike" cap="none" normalizeH="0" baseline="0" dirty="0">
                        <a:ln>
                          <a:noFill/>
                        </a:ln>
                        <a:solidFill>
                          <a:srgbClr val="000000"/>
                        </a:solidFill>
                        <a:effectLst/>
                        <a:latin typeface="+mn-lt"/>
                        <a:ea typeface="Times New Roman" charset="0"/>
                        <a:cs typeface="Arial"/>
                      </a:endParaRP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49201930"/>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mn-lt"/>
                          <a:ea typeface="Times New Roman" charset="0"/>
                          <a:cs typeface="Arial"/>
                        </a:rPr>
                        <a:t>People not process</a:t>
                      </a:r>
                      <a:endParaRPr kumimoji="0" lang="en-GB" sz="1600" b="0" i="0" u="none" strike="noStrike" cap="none" normalizeH="0" baseline="0" dirty="0">
                        <a:ln>
                          <a:noFill/>
                        </a:ln>
                        <a:solidFill>
                          <a:srgbClr val="000000"/>
                        </a:solidFill>
                        <a:effectLst/>
                        <a:latin typeface="+mn-lt"/>
                        <a:ea typeface="Times New Roman" charset="0"/>
                        <a:cs typeface="Arial"/>
                      </a:endParaRP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mn-lt"/>
                          <a:ea typeface="Times New Roman" charset="0"/>
                          <a:cs typeface="Arial"/>
                        </a:rPr>
                        <a:t>The skills of the development team should be recognized and exploited. Team members should be left to develop their own ways of working without prescriptive processes.</a:t>
                      </a:r>
                      <a:endParaRPr kumimoji="0" lang="en-GB" sz="1600" b="0" i="0" u="none" strike="noStrike" cap="none" normalizeH="0" baseline="0" dirty="0">
                        <a:ln>
                          <a:noFill/>
                        </a:ln>
                        <a:solidFill>
                          <a:srgbClr val="000000"/>
                        </a:solidFill>
                        <a:effectLst/>
                        <a:latin typeface="+mn-lt"/>
                        <a:ea typeface="Times New Roman" charset="0"/>
                        <a:cs typeface="Arial"/>
                      </a:endParaRP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77995531"/>
                  </a:ext>
                </a:extLst>
              </a:tr>
              <a:tr h="68036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mn-lt"/>
                          <a:ea typeface="Times New Roman" charset="0"/>
                          <a:cs typeface="Arial"/>
                        </a:rPr>
                        <a:t>Embrace change</a:t>
                      </a:r>
                      <a:endParaRPr kumimoji="0" lang="en-GB" sz="1600" b="0" i="0" u="none" strike="noStrike" cap="none" normalizeH="0" baseline="0" dirty="0">
                        <a:ln>
                          <a:noFill/>
                        </a:ln>
                        <a:solidFill>
                          <a:srgbClr val="000000"/>
                        </a:solidFill>
                        <a:effectLst/>
                        <a:latin typeface="+mn-lt"/>
                        <a:ea typeface="Times New Roman" charset="0"/>
                        <a:cs typeface="Arial"/>
                      </a:endParaRP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mn-lt"/>
                          <a:ea typeface="Times New Roman" charset="0"/>
                          <a:cs typeface="Arial"/>
                        </a:rPr>
                        <a:t>Expect the system requirements to change and so design the system to accommodate these changes.</a:t>
                      </a:r>
                      <a:endParaRPr kumimoji="0" lang="en-GB" sz="1600" b="0" i="0" u="none" strike="noStrike" cap="none" normalizeH="0" baseline="0" dirty="0">
                        <a:ln>
                          <a:noFill/>
                        </a:ln>
                        <a:solidFill>
                          <a:srgbClr val="000000"/>
                        </a:solidFill>
                        <a:effectLst/>
                        <a:latin typeface="+mn-lt"/>
                        <a:ea typeface="Times New Roman" charset="0"/>
                        <a:cs typeface="Arial"/>
                      </a:endParaRP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9268655"/>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mn-lt"/>
                          <a:ea typeface="Times New Roman" charset="0"/>
                          <a:cs typeface="Arial"/>
                        </a:rPr>
                        <a:t>Maintain simplicity</a:t>
                      </a:r>
                      <a:endParaRPr kumimoji="0" lang="en-GB" sz="1600" b="0" i="0" u="none" strike="noStrike" cap="none" normalizeH="0" baseline="0" dirty="0">
                        <a:ln>
                          <a:noFill/>
                        </a:ln>
                        <a:solidFill>
                          <a:srgbClr val="000000"/>
                        </a:solidFill>
                        <a:effectLst/>
                        <a:latin typeface="+mn-lt"/>
                        <a:ea typeface="Times New Roman" charset="0"/>
                        <a:cs typeface="Arial"/>
                      </a:endParaRP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mn-lt"/>
                          <a:ea typeface="Times New Roman" charset="0"/>
                          <a:cs typeface="Arial"/>
                        </a:rPr>
                        <a:t>Focus on simplicity in both the software being developed and in the development process. Wherever possible, actively work to eliminate complexity from the system.</a:t>
                      </a:r>
                      <a:endParaRPr kumimoji="0" lang="en-GB" sz="1600" b="0" i="0" u="none" strike="noStrike" cap="none" normalizeH="0" baseline="0" dirty="0">
                        <a:ln>
                          <a:noFill/>
                        </a:ln>
                        <a:solidFill>
                          <a:srgbClr val="000000"/>
                        </a:solidFill>
                        <a:effectLst/>
                        <a:latin typeface="+mn-lt"/>
                        <a:ea typeface="Times New Roman" charset="0"/>
                        <a:cs typeface="Arial"/>
                      </a:endParaRPr>
                    </a:p>
                  </a:txBody>
                  <a:tcPr marL="73025" marR="73025" marT="0" marB="914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41043825"/>
                  </a:ext>
                </a:extLst>
              </a:tr>
            </a:tbl>
          </a:graphicData>
        </a:graphic>
      </p:graphicFrame>
    </p:spTree>
    <p:extLst>
      <p:ext uri="{BB962C8B-B14F-4D97-AF65-F5344CB8AC3E}">
        <p14:creationId xmlns:p14="http://schemas.microsoft.com/office/powerpoint/2010/main" val="3987007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705" name="Rectangle 29704">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98" name="Title 1"/>
          <p:cNvSpPr>
            <a:spLocks noGrp="1" noChangeArrowheads="1"/>
          </p:cNvSpPr>
          <p:nvPr>
            <p:ph type="title"/>
          </p:nvPr>
        </p:nvSpPr>
        <p:spPr>
          <a:xfrm>
            <a:off x="5568534" y="603504"/>
            <a:ext cx="5916169" cy="1527048"/>
          </a:xfrm>
        </p:spPr>
        <p:txBody>
          <a:bodyPr anchor="b">
            <a:normAutofit/>
          </a:bodyPr>
          <a:lstStyle/>
          <a:p>
            <a:r>
              <a:rPr lang="en-US" dirty="0"/>
              <a:t>Agile Method Applicability</a:t>
            </a:r>
            <a:endParaRPr lang="en-GB" dirty="0"/>
          </a:p>
        </p:txBody>
      </p:sp>
      <p:pic>
        <p:nvPicPr>
          <p:cNvPr id="29701" name="Picture 29700" descr="Person watching empty phone">
            <a:extLst>
              <a:ext uri="{FF2B5EF4-FFF2-40B4-BE49-F238E27FC236}">
                <a16:creationId xmlns:a16="http://schemas.microsoft.com/office/drawing/2014/main" id="{60F49EAB-163A-A3C3-AF61-7121C3076BF3}"/>
              </a:ext>
            </a:extLst>
          </p:cNvPr>
          <p:cNvPicPr>
            <a:picLocks noChangeAspect="1"/>
          </p:cNvPicPr>
          <p:nvPr/>
        </p:nvPicPr>
        <p:blipFill>
          <a:blip r:embed="rId2"/>
          <a:srcRect l="41683" r="10523" b="-1"/>
          <a:stretch>
            <a:fillRect/>
          </a:stretch>
        </p:blipFill>
        <p:spPr>
          <a:xfrm>
            <a:off x="20" y="10"/>
            <a:ext cx="4910308" cy="6857990"/>
          </a:xfrm>
          <a:prstGeom prst="rect">
            <a:avLst/>
          </a:prstGeom>
        </p:spPr>
      </p:pic>
      <p:sp>
        <p:nvSpPr>
          <p:cNvPr id="29699" name="Content Placeholder 2"/>
          <p:cNvSpPr>
            <a:spLocks noGrp="1" noChangeArrowheads="1"/>
          </p:cNvSpPr>
          <p:nvPr>
            <p:ph type="body" idx="1"/>
          </p:nvPr>
        </p:nvSpPr>
        <p:spPr>
          <a:xfrm>
            <a:off x="5568533" y="2214282"/>
            <a:ext cx="5916169" cy="4095078"/>
          </a:xfrm>
        </p:spPr>
        <p:txBody>
          <a:bodyPr>
            <a:normAutofit/>
          </a:bodyPr>
          <a:lstStyle/>
          <a:p>
            <a:r>
              <a:rPr lang="en-GB" sz="1800"/>
              <a:t>Product development where a software company is developing a small or medium-sized product for sale. </a:t>
            </a:r>
          </a:p>
          <a:p>
            <a:pPr lvl="1"/>
            <a:r>
              <a:rPr lang="en-GB" dirty="0"/>
              <a:t>Virtually all software products and apps are now developed using an agile approach</a:t>
            </a:r>
          </a:p>
          <a:p>
            <a:r>
              <a:rPr lang="en-GB" sz="1800"/>
              <a:t>Custom system development within an organization, where there is a clear commitment from the customer to become involved in the development process and where there are few external rules and regulations that affect the software.</a:t>
            </a:r>
          </a:p>
        </p:txBody>
      </p:sp>
    </p:spTree>
    <p:extLst>
      <p:ext uri="{BB962C8B-B14F-4D97-AF65-F5344CB8AC3E}">
        <p14:creationId xmlns:p14="http://schemas.microsoft.com/office/powerpoint/2010/main" val="379883435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Arrows pointing right while one points left">
            <a:extLst>
              <a:ext uri="{FF2B5EF4-FFF2-40B4-BE49-F238E27FC236}">
                <a16:creationId xmlns:a16="http://schemas.microsoft.com/office/drawing/2014/main" id="{BF5A2337-978A-6317-FDD2-7A709518418D}"/>
              </a:ext>
            </a:extLst>
          </p:cNvPr>
          <p:cNvPicPr>
            <a:picLocks noChangeAspect="1"/>
          </p:cNvPicPr>
          <p:nvPr/>
        </p:nvPicPr>
        <p:blipFill>
          <a:blip r:embed="rId2"/>
          <a:srcRect t="8325" b="7406"/>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p:cNvSpPr>
            <a:spLocks noGrp="1"/>
          </p:cNvSpPr>
          <p:nvPr>
            <p:ph type="ctrTitle"/>
          </p:nvPr>
        </p:nvSpPr>
        <p:spPr>
          <a:xfrm>
            <a:off x="286506" y="603315"/>
            <a:ext cx="5649211" cy="3685731"/>
          </a:xfrm>
        </p:spPr>
        <p:txBody>
          <a:bodyPr anchor="t">
            <a:normAutofit/>
          </a:bodyPr>
          <a:lstStyle/>
          <a:p>
            <a:pPr algn="l"/>
            <a:r>
              <a:rPr lang="en-US" sz="6600"/>
              <a:t>Agile Development Techniques </a:t>
            </a:r>
          </a:p>
        </p:txBody>
      </p:sp>
    </p:spTree>
    <p:extLst>
      <p:ext uri="{BB962C8B-B14F-4D97-AF65-F5344CB8AC3E}">
        <p14:creationId xmlns:p14="http://schemas.microsoft.com/office/powerpoint/2010/main" val="54216025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Extreme Programming</a:t>
            </a:r>
            <a:endParaRPr lang="en-US" dirty="0"/>
          </a:p>
        </p:txBody>
      </p:sp>
      <p:graphicFrame>
        <p:nvGraphicFramePr>
          <p:cNvPr id="7" name="Content Placeholder 4">
            <a:extLst>
              <a:ext uri="{FF2B5EF4-FFF2-40B4-BE49-F238E27FC236}">
                <a16:creationId xmlns:a16="http://schemas.microsoft.com/office/drawing/2014/main" id="{9F6AD41C-60B3-7AD3-86D2-D7072F2016D8}"/>
              </a:ext>
            </a:extLst>
          </p:cNvPr>
          <p:cNvGraphicFramePr/>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6054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5" name="Rectangle 17414">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0" name="Title 1"/>
          <p:cNvSpPr>
            <a:spLocks noGrp="1"/>
          </p:cNvSpPr>
          <p:nvPr>
            <p:ph type="title"/>
          </p:nvPr>
        </p:nvSpPr>
        <p:spPr>
          <a:xfrm>
            <a:off x="1731821" y="501345"/>
            <a:ext cx="8728364" cy="689279"/>
          </a:xfrm>
        </p:spPr>
        <p:txBody>
          <a:bodyPr vert="horz" lIns="91440" tIns="45720" rIns="91440" bIns="45720" rtlCol="0" anchor="b">
            <a:normAutofit/>
          </a:bodyPr>
          <a:lstStyle/>
          <a:p>
            <a:pPr algn="ctr">
              <a:lnSpc>
                <a:spcPct val="90000"/>
              </a:lnSpc>
              <a:spcBef>
                <a:spcPct val="0"/>
              </a:spcBef>
            </a:pPr>
            <a:r>
              <a:rPr lang="en-US" sz="3300">
                <a:solidFill>
                  <a:schemeClr val="tx1"/>
                </a:solidFill>
                <a:latin typeface="+mj-lt"/>
                <a:ea typeface="+mj-ea"/>
                <a:cs typeface="+mj-cs"/>
              </a:rPr>
              <a:t>The Extreme Programming Release Cycle </a:t>
            </a:r>
          </a:p>
        </p:txBody>
      </p:sp>
      <p:pic>
        <p:nvPicPr>
          <p:cNvPr id="4" name="Picture 3" descr="A feedback loop diagram on extreme programming development. The diagram is made of 6 blocks, arranged in a rectangular loop. The first block is labeled select user stories for this release. This flows to a block labeled break down stories to tasks. This flows to a block labeled plan release. This flows to a block labeled develop slash integrate slash test software. This flows to a block labeled release software. This flows to the final block labeled evaluate system. This flows back to the select user stories for this release block."/>
          <p:cNvPicPr>
            <a:picLocks noChangeAspect="1"/>
          </p:cNvPicPr>
          <p:nvPr/>
        </p:nvPicPr>
        <p:blipFill>
          <a:blip r:embed="rId2"/>
          <a:stretch>
            <a:fillRect/>
          </a:stretch>
        </p:blipFill>
        <p:spPr>
          <a:xfrm>
            <a:off x="1994916" y="2285483"/>
            <a:ext cx="8202168" cy="3565263"/>
          </a:xfrm>
          <a:prstGeom prst="rect">
            <a:avLst/>
          </a:prstGeom>
        </p:spPr>
      </p:pic>
    </p:spTree>
    <p:extLst>
      <p:ext uri="{BB962C8B-B14F-4D97-AF65-F5344CB8AC3E}">
        <p14:creationId xmlns:p14="http://schemas.microsoft.com/office/powerpoint/2010/main" val="3968138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999" name="Rectangle 84998">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94" name="Title 1"/>
          <p:cNvSpPr>
            <a:spLocks noGrp="1" noChangeArrowheads="1"/>
          </p:cNvSpPr>
          <p:nvPr>
            <p:ph type="title"/>
          </p:nvPr>
        </p:nvSpPr>
        <p:spPr>
          <a:xfrm>
            <a:off x="1731821" y="501345"/>
            <a:ext cx="8728364" cy="689279"/>
          </a:xfrm>
        </p:spPr>
        <p:txBody>
          <a:bodyPr vert="horz" lIns="91440" tIns="45720" rIns="91440" bIns="45720" rtlCol="0" anchor="b">
            <a:normAutofit/>
          </a:bodyPr>
          <a:lstStyle/>
          <a:p>
            <a:pPr algn="ctr"/>
            <a:r>
              <a:rPr lang="en-US" dirty="0"/>
              <a:t>Extreme Programming Practices (a)</a:t>
            </a:r>
            <a:r>
              <a:rPr lang="en-US"/>
              <a:t> </a:t>
            </a:r>
          </a:p>
        </p:txBody>
      </p:sp>
      <p:graphicFrame>
        <p:nvGraphicFramePr>
          <p:cNvPr id="3" name="Table 2"/>
          <p:cNvGraphicFramePr>
            <a:graphicFrameLocks noGrp="1"/>
          </p:cNvGraphicFramePr>
          <p:nvPr>
            <p:extLst>
              <p:ext uri="{D42A27DB-BD31-4B8C-83A1-F6EECF244321}">
                <p14:modId xmlns:p14="http://schemas.microsoft.com/office/powerpoint/2010/main" val="1422678386"/>
              </p:ext>
            </p:extLst>
          </p:nvPr>
        </p:nvGraphicFramePr>
        <p:xfrm>
          <a:off x="968188" y="1398493"/>
          <a:ext cx="10291483" cy="4958162"/>
        </p:xfrm>
        <a:graphic>
          <a:graphicData uri="http://schemas.openxmlformats.org/drawingml/2006/table">
            <a:tbl>
              <a:tblPr firstRow="1">
                <a:noFill/>
              </a:tblPr>
              <a:tblGrid>
                <a:gridCol w="2877236">
                  <a:extLst>
                    <a:ext uri="{9D8B030D-6E8A-4147-A177-3AD203B41FA5}">
                      <a16:colId xmlns:a16="http://schemas.microsoft.com/office/drawing/2014/main" val="2419969080"/>
                    </a:ext>
                  </a:extLst>
                </a:gridCol>
                <a:gridCol w="7414247">
                  <a:extLst>
                    <a:ext uri="{9D8B030D-6E8A-4147-A177-3AD203B41FA5}">
                      <a16:colId xmlns:a16="http://schemas.microsoft.com/office/drawing/2014/main" val="1026839767"/>
                    </a:ext>
                  </a:extLst>
                </a:gridCol>
              </a:tblGrid>
              <a:tr h="44746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a:ln>
                            <a:noFill/>
                          </a:ln>
                          <a:solidFill>
                            <a:schemeClr val="tx1"/>
                          </a:solidFill>
                          <a:effectLst/>
                          <a:latin typeface="+mn-lt"/>
                          <a:ea typeface="Times New Roman" charset="0"/>
                          <a:cs typeface="Arial"/>
                        </a:rPr>
                        <a:t>Principle or practice</a:t>
                      </a:r>
                    </a:p>
                  </a:txBody>
                  <a:tcPr marL="70967" marR="70967" marT="62204" marB="62204" horzOverflow="overflow">
                    <a:lnL w="12700" cmpd="sng">
                      <a:noFill/>
                    </a:lnL>
                    <a:lnR w="12700" cmpd="sng">
                      <a:noFill/>
                    </a:lnR>
                    <a:lnT w="28575" cap="flat" cmpd="sng" algn="ctr">
                      <a:solidFill>
                        <a:schemeClr val="tx1"/>
                      </a:solidFill>
                      <a:prstDash val="solid"/>
                    </a:lnT>
                    <a:lnB w="38100" cmpd="sng">
                      <a:noFill/>
                    </a:lnB>
                    <a:lnTlToBr>
                      <a:noFill/>
                    </a:lnTlToBr>
                    <a:lnBlToTr>
                      <a:noFill/>
                    </a:lnBlToTr>
                    <a:no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a:ln>
                            <a:noFill/>
                          </a:ln>
                          <a:solidFill>
                            <a:schemeClr val="tx1"/>
                          </a:solidFill>
                          <a:effectLst/>
                          <a:latin typeface="+mn-lt"/>
                          <a:ea typeface="Times New Roman" charset="0"/>
                          <a:cs typeface="Arial"/>
                        </a:rPr>
                        <a:t>Description</a:t>
                      </a:r>
                    </a:p>
                  </a:txBody>
                  <a:tcPr marL="70967" marR="70967" marT="62204" marB="62204" horzOverflow="overflow">
                    <a:lnL w="12700" cmpd="sng">
                      <a:noFill/>
                    </a:lnL>
                    <a:lnR w="12700" cmpd="sng">
                      <a:noFill/>
                    </a:lnR>
                    <a:lnT w="28575" cap="flat" cmpd="sng" algn="ctr">
                      <a:solidFill>
                        <a:schemeClr val="tx1"/>
                      </a:solidFill>
                      <a:prstDash val="solid"/>
                    </a:lnT>
                    <a:lnB w="38100" cmpd="sng">
                      <a:noFill/>
                    </a:lnB>
                    <a:lnTlToBr>
                      <a:noFill/>
                    </a:lnTlToBr>
                    <a:lnBlToTr>
                      <a:noFill/>
                    </a:lnBlToTr>
                    <a:noFill/>
                  </a:tcPr>
                </a:tc>
                <a:extLst>
                  <a:ext uri="{0D108BD9-81ED-4DB2-BD59-A6C34878D82A}">
                    <a16:rowId xmlns:a16="http://schemas.microsoft.com/office/drawing/2014/main" val="4087621809"/>
                  </a:ext>
                </a:extLst>
              </a:tr>
              <a:tr h="120525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a:ln>
                            <a:noFill/>
                          </a:ln>
                          <a:solidFill>
                            <a:schemeClr val="tx1"/>
                          </a:solidFill>
                          <a:effectLst/>
                          <a:latin typeface="+mn-lt"/>
                          <a:ea typeface="Times New Roman" charset="0"/>
                          <a:cs typeface="Arial"/>
                        </a:rPr>
                        <a:t>Incremental planning</a:t>
                      </a:r>
                    </a:p>
                  </a:txBody>
                  <a:tcPr marL="70967" marR="70967" marT="62204" marB="62204" horzOverflow="overflow">
                    <a:lnL w="28575" cap="flat" cmpd="sng" algn="ctr">
                      <a:noFill/>
                      <a:prstDash val="solid"/>
                    </a:lnL>
                    <a:lnR w="12700" cmpd="sng">
                      <a:noFill/>
                      <a:prstDash val="solid"/>
                    </a:lnR>
                    <a:lnT w="38100" cmpd="sng">
                      <a:noFill/>
                    </a:lnT>
                    <a:lnB w="12700" cmpd="sng">
                      <a:noFill/>
                      <a:prstDash val="solid"/>
                    </a:lnB>
                    <a:lnTlToBr>
                      <a:noFill/>
                    </a:lnTlToBr>
                    <a:lnBlToTr>
                      <a:noFill/>
                    </a:lnBlToTr>
                    <a:no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a:ln>
                            <a:noFill/>
                          </a:ln>
                          <a:solidFill>
                            <a:schemeClr val="tx1"/>
                          </a:solidFill>
                          <a:effectLst/>
                          <a:latin typeface="+mn-lt"/>
                          <a:ea typeface="Times New Roman" charset="0"/>
                          <a:cs typeface="Arial"/>
                        </a:rPr>
                        <a:t>Requirements are recorded on story cards and the stories to be included in a release are determined by the time available and their relative priority. The developers break these stories into development ‘Tasks’. See Figures 3.5 and 3.6.</a:t>
                      </a:r>
                    </a:p>
                  </a:txBody>
                  <a:tcPr marL="70967" marR="70967" marT="62204" marB="62204" horzOverflow="overflow">
                    <a:lnL w="12700" cmpd="sng">
                      <a:noFill/>
                      <a:prstDash val="solid"/>
                    </a:lnL>
                    <a:lnR w="28575" cap="flat" cmpd="sng" algn="ctr">
                      <a:noFill/>
                      <a:prstDash val="solid"/>
                    </a:lnR>
                    <a:lnT w="38100" cmpd="sng">
                      <a:noFill/>
                    </a:lnT>
                    <a:lnB w="12700" cmpd="sng">
                      <a:noFill/>
                      <a:prstDash val="solid"/>
                    </a:lnB>
                    <a:lnTlToBr>
                      <a:noFill/>
                    </a:lnTlToBr>
                    <a:lnBlToTr>
                      <a:noFill/>
                    </a:lnBlToTr>
                    <a:noFill/>
                  </a:tcPr>
                </a:tc>
                <a:extLst>
                  <a:ext uri="{0D108BD9-81ED-4DB2-BD59-A6C34878D82A}">
                    <a16:rowId xmlns:a16="http://schemas.microsoft.com/office/drawing/2014/main" val="2187134805"/>
                  </a:ext>
                </a:extLst>
              </a:tr>
              <a:tr h="95266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a:ln>
                            <a:noFill/>
                          </a:ln>
                          <a:solidFill>
                            <a:schemeClr val="tx1"/>
                          </a:solidFill>
                          <a:effectLst/>
                          <a:latin typeface="+mn-lt"/>
                          <a:ea typeface="Times New Roman" charset="0"/>
                          <a:cs typeface="Arial"/>
                        </a:rPr>
                        <a:t>Small releases</a:t>
                      </a:r>
                    </a:p>
                  </a:txBody>
                  <a:tcPr marL="70967" marR="70967" marT="62204" marB="62204" horzOverflow="overflow">
                    <a:lnL w="28575" cap="flat" cmpd="sng" algn="ctr">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a:ln>
                            <a:noFill/>
                          </a:ln>
                          <a:solidFill>
                            <a:schemeClr val="tx1"/>
                          </a:solidFill>
                          <a:effectLst/>
                          <a:latin typeface="+mn-lt"/>
                          <a:ea typeface="Times New Roman" charset="0"/>
                          <a:cs typeface="Arial"/>
                        </a:rPr>
                        <a:t>The minimal useful set of functionality that provides business value is developed first. Releases of the system are frequent and incrementally add functionality to the first release.</a:t>
                      </a:r>
                    </a:p>
                  </a:txBody>
                  <a:tcPr marL="70967" marR="70967" marT="62204" marB="62204" horzOverflow="overflow">
                    <a:lnL w="12700" cmpd="sng">
                      <a:noFill/>
                      <a:prstDash val="solid"/>
                    </a:lnL>
                    <a:lnR w="28575" cap="flat" cmpd="sng" algn="ctr">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3429690375"/>
                  </a:ext>
                </a:extLst>
              </a:tr>
              <a:tr h="70006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a:ln>
                            <a:noFill/>
                          </a:ln>
                          <a:solidFill>
                            <a:schemeClr val="tx1"/>
                          </a:solidFill>
                          <a:effectLst/>
                          <a:latin typeface="+mn-lt"/>
                          <a:ea typeface="Times New Roman" charset="0"/>
                          <a:cs typeface="Arial"/>
                        </a:rPr>
                        <a:t>Simple design </a:t>
                      </a:r>
                    </a:p>
                  </a:txBody>
                  <a:tcPr marL="70967" marR="70967" marT="62204" marB="62204" horzOverflow="overflow">
                    <a:lnL w="28575" cap="flat" cmpd="sng" algn="ctr">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dirty="0">
                          <a:ln>
                            <a:noFill/>
                          </a:ln>
                          <a:solidFill>
                            <a:schemeClr val="tx1"/>
                          </a:solidFill>
                          <a:effectLst/>
                          <a:latin typeface="+mn-lt"/>
                          <a:ea typeface="Times New Roman" charset="0"/>
                          <a:cs typeface="Arial"/>
                        </a:rPr>
                        <a:t>Enough design is carried out to meet the current requirements and no more.</a:t>
                      </a:r>
                    </a:p>
                  </a:txBody>
                  <a:tcPr marL="70967" marR="70967" marT="62204" marB="62204" horzOverflow="overflow">
                    <a:lnL w="12700" cmpd="sng">
                      <a:noFill/>
                      <a:prstDash val="solid"/>
                    </a:lnL>
                    <a:lnR w="28575" cap="flat" cmpd="sng" algn="ctr">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1413936983"/>
                  </a:ext>
                </a:extLst>
              </a:tr>
              <a:tr h="70006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dirty="0">
                          <a:ln>
                            <a:noFill/>
                          </a:ln>
                          <a:solidFill>
                            <a:schemeClr val="tx1"/>
                          </a:solidFill>
                          <a:effectLst/>
                          <a:latin typeface="+mn-lt"/>
                          <a:ea typeface="Times New Roman" charset="0"/>
                          <a:cs typeface="Arial"/>
                        </a:rPr>
                        <a:t>Test-first development</a:t>
                      </a:r>
                    </a:p>
                  </a:txBody>
                  <a:tcPr marL="70967" marR="70967" marT="62204" marB="62204" horzOverflow="overflow">
                    <a:lnL w="28575" cap="flat" cmpd="sng" algn="ctr">
                      <a:noFill/>
                      <a:prstDash val="solid"/>
                    </a:lnL>
                    <a:lnR w="12700" cmpd="sng">
                      <a:noFill/>
                      <a:prstDash val="solid"/>
                    </a:lnR>
                    <a:lnT w="12700" cmpd="sng">
                      <a:noFill/>
                      <a:prstDash val="solid"/>
                    </a:lnT>
                    <a:lnB w="12700" cmpd="sng">
                      <a:noFill/>
                      <a:prstDash val="solid"/>
                    </a:lnB>
                    <a:lnTlToBr>
                      <a:noFill/>
                    </a:lnTlToBr>
                    <a:lnBlToTr>
                      <a:noFill/>
                    </a:lnBlToTr>
                    <a:no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a:ln>
                            <a:noFill/>
                          </a:ln>
                          <a:solidFill>
                            <a:schemeClr val="tx1"/>
                          </a:solidFill>
                          <a:effectLst/>
                          <a:latin typeface="+mn-lt"/>
                          <a:ea typeface="Times New Roman" charset="0"/>
                          <a:cs typeface="Arial"/>
                        </a:rPr>
                        <a:t>An automated unit test framework is used to write tests for a new piece of functionality before that functionality itself is implemented.</a:t>
                      </a:r>
                    </a:p>
                  </a:txBody>
                  <a:tcPr marL="70967" marR="70967" marT="62204" marB="62204" horzOverflow="overflow">
                    <a:lnL w="12700" cmpd="sng">
                      <a:noFill/>
                      <a:prstDash val="solid"/>
                    </a:lnL>
                    <a:lnR w="28575" cap="flat" cmpd="sng" algn="ctr">
                      <a:noFill/>
                      <a:prstDash val="solid"/>
                    </a:lnR>
                    <a:lnT w="12700" cmpd="sng">
                      <a:noFill/>
                      <a:prstDash val="solid"/>
                    </a:lnT>
                    <a:lnB w="12700" cmpd="sng">
                      <a:noFill/>
                      <a:prstDash val="solid"/>
                    </a:lnB>
                    <a:lnTlToBr>
                      <a:noFill/>
                    </a:lnTlToBr>
                    <a:lnBlToTr>
                      <a:noFill/>
                    </a:lnBlToTr>
                    <a:noFill/>
                  </a:tcPr>
                </a:tc>
                <a:extLst>
                  <a:ext uri="{0D108BD9-81ED-4DB2-BD59-A6C34878D82A}">
                    <a16:rowId xmlns:a16="http://schemas.microsoft.com/office/drawing/2014/main" val="1316990252"/>
                  </a:ext>
                </a:extLst>
              </a:tr>
              <a:tr h="95266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a:ln>
                            <a:noFill/>
                          </a:ln>
                          <a:solidFill>
                            <a:schemeClr val="tx1"/>
                          </a:solidFill>
                          <a:effectLst/>
                          <a:latin typeface="+mn-lt"/>
                          <a:ea typeface="Times New Roman" charset="0"/>
                          <a:cs typeface="Arial"/>
                        </a:rPr>
                        <a:t>Refactoring</a:t>
                      </a:r>
                    </a:p>
                  </a:txBody>
                  <a:tcPr marL="70967" marR="70967" marT="62204" marB="62204" horzOverflow="overflow">
                    <a:lnL w="28575" cap="flat" cmpd="sng" algn="ctr">
                      <a:noFill/>
                      <a:prstDash val="solid"/>
                    </a:lnL>
                    <a:lnR w="12700" cmpd="sng">
                      <a:noFill/>
                      <a:prstDash val="solid"/>
                    </a:lnR>
                    <a:lnT w="12700" cmpd="sng">
                      <a:noFill/>
                      <a:prstDash val="solid"/>
                    </a:lnT>
                    <a:lnB w="28575" cap="flat" cmpd="sng" algn="ctr">
                      <a:noFill/>
                      <a:prstDash val="solid"/>
                    </a:lnB>
                    <a:lnTlToBr>
                      <a:noFill/>
                    </a:lnTlToBr>
                    <a:lnBlToTr>
                      <a:noFill/>
                    </a:lnBlToTr>
                    <a:no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spc="0" normalizeH="0" baseline="0" dirty="0">
                          <a:ln>
                            <a:noFill/>
                          </a:ln>
                          <a:solidFill>
                            <a:schemeClr val="tx1"/>
                          </a:solidFill>
                          <a:effectLst/>
                          <a:latin typeface="+mn-lt"/>
                          <a:ea typeface="Times New Roman" charset="0"/>
                          <a:cs typeface="Arial"/>
                        </a:rPr>
                        <a:t>All developers are expected to refactor the code continuously as soon as possible code improvements are found. This keeps the code simple and maintainable.</a:t>
                      </a:r>
                    </a:p>
                  </a:txBody>
                  <a:tcPr marL="70967" marR="70967" marT="62204" marB="62204" horzOverflow="overflow">
                    <a:lnL w="12700" cmpd="sng">
                      <a:noFill/>
                      <a:prstDash val="solid"/>
                    </a:lnL>
                    <a:lnR w="28575" cap="flat" cmpd="sng" algn="ctr">
                      <a:noFill/>
                      <a:prstDash val="solid"/>
                    </a:lnR>
                    <a:lnT w="12700" cmpd="sng">
                      <a:noFill/>
                      <a:prstDash val="solid"/>
                    </a:lnT>
                    <a:lnB w="28575" cap="flat" cmpd="sng" algn="ctr">
                      <a:noFill/>
                      <a:prstDash val="solid"/>
                    </a:lnB>
                    <a:lnTlToBr>
                      <a:noFill/>
                    </a:lnTlToBr>
                    <a:lnBlToTr>
                      <a:noFill/>
                    </a:lnBlToTr>
                    <a:noFill/>
                  </a:tcPr>
                </a:tc>
                <a:extLst>
                  <a:ext uri="{0D108BD9-81ED-4DB2-BD59-A6C34878D82A}">
                    <a16:rowId xmlns:a16="http://schemas.microsoft.com/office/drawing/2014/main" val="801644490"/>
                  </a:ext>
                </a:extLst>
              </a:tr>
            </a:tbl>
          </a:graphicData>
        </a:graphic>
      </p:graphicFrame>
    </p:spTree>
    <p:extLst>
      <p:ext uri="{BB962C8B-B14F-4D97-AF65-F5344CB8AC3E}">
        <p14:creationId xmlns:p14="http://schemas.microsoft.com/office/powerpoint/2010/main" val="3041146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6030" name="Rectangle 86029">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18" name="Title 1"/>
          <p:cNvSpPr>
            <a:spLocks noGrp="1" noChangeArrowheads="1"/>
          </p:cNvSpPr>
          <p:nvPr>
            <p:ph type="title"/>
          </p:nvPr>
        </p:nvSpPr>
        <p:spPr>
          <a:xfrm>
            <a:off x="1731821" y="501345"/>
            <a:ext cx="8728364" cy="689279"/>
          </a:xfrm>
        </p:spPr>
        <p:txBody>
          <a:bodyPr vert="horz" lIns="91440" tIns="45720" rIns="91440" bIns="45720" rtlCol="0" anchor="b">
            <a:normAutofit/>
          </a:bodyPr>
          <a:lstStyle/>
          <a:p>
            <a:pPr algn="ctr"/>
            <a:r>
              <a:rPr lang="en-US"/>
              <a:t>Extreme Programming Practices (b)</a:t>
            </a:r>
          </a:p>
        </p:txBody>
      </p:sp>
      <p:graphicFrame>
        <p:nvGraphicFramePr>
          <p:cNvPr id="3" name="Table 2"/>
          <p:cNvGraphicFramePr>
            <a:graphicFrameLocks noGrp="1"/>
          </p:cNvGraphicFramePr>
          <p:nvPr>
            <p:extLst>
              <p:ext uri="{D42A27DB-BD31-4B8C-83A1-F6EECF244321}">
                <p14:modId xmlns:p14="http://schemas.microsoft.com/office/powerpoint/2010/main" val="4025509789"/>
              </p:ext>
            </p:extLst>
          </p:nvPr>
        </p:nvGraphicFramePr>
        <p:xfrm>
          <a:off x="1129553" y="1190624"/>
          <a:ext cx="9330626" cy="5443258"/>
        </p:xfrm>
        <a:graphic>
          <a:graphicData uri="http://schemas.openxmlformats.org/drawingml/2006/table">
            <a:tbl>
              <a:tblPr firstRow="1" bandRow="1">
                <a:noFill/>
                <a:tableStyleId>{69CF1AB2-1976-4502-BF36-3FF5EA218861}</a:tableStyleId>
              </a:tblPr>
              <a:tblGrid>
                <a:gridCol w="2521688">
                  <a:extLst>
                    <a:ext uri="{9D8B030D-6E8A-4147-A177-3AD203B41FA5}">
                      <a16:colId xmlns:a16="http://schemas.microsoft.com/office/drawing/2014/main" val="2569574178"/>
                    </a:ext>
                  </a:extLst>
                </a:gridCol>
                <a:gridCol w="6808938">
                  <a:extLst>
                    <a:ext uri="{9D8B030D-6E8A-4147-A177-3AD203B41FA5}">
                      <a16:colId xmlns:a16="http://schemas.microsoft.com/office/drawing/2014/main" val="4051455802"/>
                    </a:ext>
                  </a:extLst>
                </a:gridCol>
              </a:tblGrid>
              <a:tr h="1276128">
                <a:tc>
                  <a:txBody>
                    <a:bodyPr/>
                    <a:lstStyle/>
                    <a:p>
                      <a:pPr algn="just">
                        <a:spcAft>
                          <a:spcPts val="0"/>
                        </a:spcAft>
                      </a:pPr>
                      <a:r>
                        <a:rPr lang="en-GB" sz="1800" b="1" cap="none" spc="0">
                          <a:solidFill>
                            <a:schemeClr val="tx1">
                              <a:lumMod val="75000"/>
                              <a:lumOff val="25000"/>
                            </a:schemeClr>
                          </a:solidFill>
                          <a:latin typeface="+mn-lt"/>
                          <a:cs typeface="Arial"/>
                        </a:rPr>
                        <a:t>Pair programming</a:t>
                      </a:r>
                      <a:endParaRPr lang="en-GB" sz="1800" b="1" cap="none" spc="0">
                        <a:solidFill>
                          <a:schemeClr val="tx1">
                            <a:lumMod val="75000"/>
                            <a:lumOff val="25000"/>
                          </a:schemeClr>
                        </a:solidFill>
                        <a:latin typeface="+mn-lt"/>
                        <a:ea typeface="Times New Roman"/>
                        <a:cs typeface="Arial"/>
                      </a:endParaRPr>
                    </a:p>
                  </a:txBody>
                  <a:tcPr marL="180183" marR="135137" marT="90092" marB="90092"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lgn="just">
                        <a:spcAft>
                          <a:spcPts val="0"/>
                        </a:spcAft>
                      </a:pPr>
                      <a:r>
                        <a:rPr lang="en-GB" sz="1800" b="1" cap="none" spc="0">
                          <a:solidFill>
                            <a:schemeClr val="tx1">
                              <a:lumMod val="75000"/>
                              <a:lumOff val="25000"/>
                            </a:schemeClr>
                          </a:solidFill>
                          <a:latin typeface="+mn-lt"/>
                          <a:cs typeface="Arial"/>
                        </a:rPr>
                        <a:t>Developers work in pairs, checking each other’s work and providing the support to always do a good job.</a:t>
                      </a:r>
                      <a:endParaRPr lang="en-GB" sz="1800" b="1" cap="none" spc="0">
                        <a:solidFill>
                          <a:schemeClr val="tx1">
                            <a:lumMod val="75000"/>
                            <a:lumOff val="25000"/>
                          </a:schemeClr>
                        </a:solidFill>
                        <a:latin typeface="+mn-lt"/>
                        <a:ea typeface="Times New Roman"/>
                        <a:cs typeface="Arial"/>
                      </a:endParaRPr>
                    </a:p>
                  </a:txBody>
                  <a:tcPr marL="180183" marR="135137" marT="90092" marB="90092"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4266886430"/>
                  </a:ext>
                </a:extLst>
              </a:tr>
              <a:tr h="996275">
                <a:tc>
                  <a:txBody>
                    <a:bodyPr/>
                    <a:lstStyle/>
                    <a:p>
                      <a:pPr algn="just">
                        <a:spcAft>
                          <a:spcPts val="0"/>
                        </a:spcAft>
                      </a:pPr>
                      <a:r>
                        <a:rPr lang="en-GB" sz="1300" cap="none" spc="0">
                          <a:solidFill>
                            <a:schemeClr val="tx1">
                              <a:lumMod val="75000"/>
                              <a:lumOff val="25000"/>
                            </a:schemeClr>
                          </a:solidFill>
                          <a:latin typeface="+mn-lt"/>
                          <a:cs typeface="Arial"/>
                        </a:rPr>
                        <a:t>Collective ownership</a:t>
                      </a:r>
                      <a:endParaRPr lang="en-GB" sz="1300" cap="none" spc="0">
                        <a:solidFill>
                          <a:schemeClr val="tx1">
                            <a:lumMod val="75000"/>
                            <a:lumOff val="25000"/>
                          </a:schemeClr>
                        </a:solidFill>
                        <a:latin typeface="+mn-lt"/>
                        <a:ea typeface="Times New Roman"/>
                        <a:cs typeface="Arial"/>
                      </a:endParaRPr>
                    </a:p>
                  </a:txBody>
                  <a:tcPr marL="180183" marR="135137" marT="90092" marB="9009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just">
                        <a:spcAft>
                          <a:spcPts val="0"/>
                        </a:spcAft>
                      </a:pPr>
                      <a:r>
                        <a:rPr lang="en-GB" sz="1300" cap="none" spc="0">
                          <a:solidFill>
                            <a:schemeClr val="tx1">
                              <a:lumMod val="75000"/>
                              <a:lumOff val="25000"/>
                            </a:schemeClr>
                          </a:solidFill>
                          <a:latin typeface="+mn-lt"/>
                          <a:cs typeface="Arial"/>
                        </a:rPr>
                        <a:t>The pairs of developers work on all areas of the system, so that no islands of expertise develop and all the developers take responsibility for all of the code. Anyone can change anything.</a:t>
                      </a:r>
                      <a:endParaRPr lang="en-GB" sz="1300" cap="none" spc="0">
                        <a:solidFill>
                          <a:schemeClr val="tx1">
                            <a:lumMod val="75000"/>
                            <a:lumOff val="25000"/>
                          </a:schemeClr>
                        </a:solidFill>
                        <a:latin typeface="+mn-lt"/>
                        <a:ea typeface="Times New Roman"/>
                        <a:cs typeface="Arial"/>
                      </a:endParaRPr>
                    </a:p>
                  </a:txBody>
                  <a:tcPr marL="180183" marR="135137" marT="90092" marB="9009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961052869"/>
                  </a:ext>
                </a:extLst>
              </a:tr>
              <a:tr h="962390">
                <a:tc>
                  <a:txBody>
                    <a:bodyPr/>
                    <a:lstStyle/>
                    <a:p>
                      <a:pPr algn="just">
                        <a:spcAft>
                          <a:spcPts val="0"/>
                        </a:spcAft>
                      </a:pPr>
                      <a:r>
                        <a:rPr lang="en-GB" sz="1300" cap="none" spc="0">
                          <a:solidFill>
                            <a:schemeClr val="tx1">
                              <a:lumMod val="75000"/>
                              <a:lumOff val="25000"/>
                            </a:schemeClr>
                          </a:solidFill>
                          <a:latin typeface="+mn-lt"/>
                          <a:cs typeface="Arial"/>
                        </a:rPr>
                        <a:t>Continuous integration</a:t>
                      </a:r>
                      <a:endParaRPr lang="en-GB" sz="1300" cap="none" spc="0">
                        <a:solidFill>
                          <a:schemeClr val="tx1">
                            <a:lumMod val="75000"/>
                            <a:lumOff val="25000"/>
                          </a:schemeClr>
                        </a:solidFill>
                        <a:latin typeface="+mn-lt"/>
                        <a:ea typeface="Times New Roman"/>
                        <a:cs typeface="Arial"/>
                      </a:endParaRPr>
                    </a:p>
                  </a:txBody>
                  <a:tcPr marL="180183" marR="135137" marT="90092" marB="9009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just">
                        <a:spcAft>
                          <a:spcPts val="0"/>
                        </a:spcAft>
                      </a:pPr>
                      <a:r>
                        <a:rPr lang="en-GB" sz="1300" cap="none" spc="0" dirty="0">
                          <a:solidFill>
                            <a:schemeClr val="tx1">
                              <a:lumMod val="75000"/>
                              <a:lumOff val="25000"/>
                            </a:schemeClr>
                          </a:solidFill>
                          <a:latin typeface="+mn-lt"/>
                          <a:cs typeface="Arial"/>
                        </a:rPr>
                        <a:t>As soon as the work on a task is complete, it is integrated into the whole system. After any such integration, all the unit tests in the system must pass.</a:t>
                      </a:r>
                      <a:endParaRPr lang="en-GB" sz="1300" cap="none" spc="0" dirty="0">
                        <a:solidFill>
                          <a:schemeClr val="tx1">
                            <a:lumMod val="75000"/>
                            <a:lumOff val="25000"/>
                          </a:schemeClr>
                        </a:solidFill>
                        <a:latin typeface="+mn-lt"/>
                        <a:ea typeface="Times New Roman"/>
                        <a:cs typeface="Arial"/>
                      </a:endParaRPr>
                    </a:p>
                  </a:txBody>
                  <a:tcPr marL="180183" marR="135137" marT="90092" marB="9009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224771091"/>
                  </a:ext>
                </a:extLst>
              </a:tr>
              <a:tr h="753737">
                <a:tc>
                  <a:txBody>
                    <a:bodyPr/>
                    <a:lstStyle/>
                    <a:p>
                      <a:pPr algn="just">
                        <a:spcAft>
                          <a:spcPts val="0"/>
                        </a:spcAft>
                      </a:pPr>
                      <a:r>
                        <a:rPr lang="en-GB" sz="1300" cap="none" spc="0">
                          <a:solidFill>
                            <a:schemeClr val="tx1">
                              <a:lumMod val="75000"/>
                              <a:lumOff val="25000"/>
                            </a:schemeClr>
                          </a:solidFill>
                          <a:latin typeface="+mn-lt"/>
                          <a:cs typeface="Arial"/>
                        </a:rPr>
                        <a:t>Sustainable pace</a:t>
                      </a:r>
                      <a:endParaRPr lang="en-GB" sz="1300" cap="none" spc="0">
                        <a:solidFill>
                          <a:schemeClr val="tx1">
                            <a:lumMod val="75000"/>
                            <a:lumOff val="25000"/>
                          </a:schemeClr>
                        </a:solidFill>
                        <a:latin typeface="+mn-lt"/>
                        <a:ea typeface="Times New Roman"/>
                        <a:cs typeface="Arial"/>
                      </a:endParaRPr>
                    </a:p>
                  </a:txBody>
                  <a:tcPr marL="180183" marR="135137" marT="90092" marB="9009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just">
                        <a:spcAft>
                          <a:spcPts val="0"/>
                        </a:spcAft>
                      </a:pPr>
                      <a:r>
                        <a:rPr lang="en-GB" sz="1300" cap="none" spc="0">
                          <a:solidFill>
                            <a:schemeClr val="tx1">
                              <a:lumMod val="75000"/>
                              <a:lumOff val="25000"/>
                            </a:schemeClr>
                          </a:solidFill>
                          <a:latin typeface="+mn-lt"/>
                          <a:cs typeface="Arial"/>
                        </a:rPr>
                        <a:t>Large amounts of overtime are not considered acceptable as the net effect is often to reduce code quality and medium term productivity</a:t>
                      </a:r>
                      <a:endParaRPr lang="en-GB" sz="1300" cap="none" spc="0">
                        <a:solidFill>
                          <a:schemeClr val="tx1">
                            <a:lumMod val="75000"/>
                            <a:lumOff val="25000"/>
                          </a:schemeClr>
                        </a:solidFill>
                        <a:latin typeface="+mn-lt"/>
                        <a:ea typeface="Times New Roman"/>
                        <a:cs typeface="Arial"/>
                      </a:endParaRPr>
                    </a:p>
                  </a:txBody>
                  <a:tcPr marL="180183" marR="135137" marT="90092" marB="9009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622202010"/>
                  </a:ext>
                </a:extLst>
              </a:tr>
              <a:tr h="1454728">
                <a:tc>
                  <a:txBody>
                    <a:bodyPr/>
                    <a:lstStyle/>
                    <a:p>
                      <a:pPr algn="just">
                        <a:spcAft>
                          <a:spcPts val="0"/>
                        </a:spcAft>
                      </a:pPr>
                      <a:r>
                        <a:rPr lang="en-GB" sz="1300" cap="none" spc="0">
                          <a:solidFill>
                            <a:schemeClr val="tx1">
                              <a:lumMod val="75000"/>
                              <a:lumOff val="25000"/>
                            </a:schemeClr>
                          </a:solidFill>
                          <a:latin typeface="+mn-lt"/>
                          <a:cs typeface="Arial"/>
                        </a:rPr>
                        <a:t>On-site customer</a:t>
                      </a:r>
                      <a:endParaRPr lang="en-GB" sz="1300" cap="none" spc="0">
                        <a:solidFill>
                          <a:schemeClr val="tx1">
                            <a:lumMod val="75000"/>
                            <a:lumOff val="25000"/>
                          </a:schemeClr>
                        </a:solidFill>
                        <a:latin typeface="+mn-lt"/>
                        <a:ea typeface="Times New Roman"/>
                        <a:cs typeface="Arial"/>
                      </a:endParaRPr>
                    </a:p>
                  </a:txBody>
                  <a:tcPr marL="180183" marR="135137" marT="90092" marB="9009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just">
                        <a:spcAft>
                          <a:spcPts val="0"/>
                        </a:spcAft>
                      </a:pPr>
                      <a:r>
                        <a:rPr lang="en-GB" sz="1300" cap="none" spc="0" dirty="0">
                          <a:solidFill>
                            <a:schemeClr val="tx1">
                              <a:lumMod val="75000"/>
                              <a:lumOff val="25000"/>
                            </a:schemeClr>
                          </a:solidFill>
                          <a:latin typeface="+mn-lt"/>
                          <a:cs typeface="Arial"/>
                        </a:rPr>
                        <a:t>A representative of the end-user of the system (the customer) should be available full time for the use of the XP team. In an extreme programming process, the customer is a member of the development team and is responsible for bringing system requirements to the team for implementation.</a:t>
                      </a:r>
                      <a:endParaRPr lang="en-GB" sz="1300" cap="none" spc="0" dirty="0">
                        <a:solidFill>
                          <a:schemeClr val="tx1">
                            <a:lumMod val="75000"/>
                            <a:lumOff val="25000"/>
                          </a:schemeClr>
                        </a:solidFill>
                        <a:latin typeface="+mn-lt"/>
                        <a:ea typeface="Times New Roman"/>
                        <a:cs typeface="Arial"/>
                      </a:endParaRPr>
                    </a:p>
                  </a:txBody>
                  <a:tcPr marL="180183" marR="135137" marT="90092" marB="90092">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877449637"/>
                  </a:ext>
                </a:extLst>
              </a:tr>
            </a:tbl>
          </a:graphicData>
        </a:graphic>
      </p:graphicFrame>
    </p:spTree>
    <p:extLst>
      <p:ext uri="{BB962C8B-B14F-4D97-AF65-F5344CB8AC3E}">
        <p14:creationId xmlns:p14="http://schemas.microsoft.com/office/powerpoint/2010/main" val="1604020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9" y="548638"/>
            <a:ext cx="3493008" cy="5788152"/>
          </a:xfrm>
        </p:spPr>
        <p:txBody>
          <a:bodyPr anchor="ctr">
            <a:normAutofit/>
          </a:bodyPr>
          <a:lstStyle/>
          <a:p>
            <a:r>
              <a:rPr lang="en-US" sz="4000"/>
              <a:t>X P and Agile Principles</a:t>
            </a:r>
          </a:p>
        </p:txBody>
      </p:sp>
      <p:graphicFrame>
        <p:nvGraphicFramePr>
          <p:cNvPr id="5" name="Content Placeholder 2">
            <a:extLst>
              <a:ext uri="{FF2B5EF4-FFF2-40B4-BE49-F238E27FC236}">
                <a16:creationId xmlns:a16="http://schemas.microsoft.com/office/drawing/2014/main" id="{251A1210-8598-D197-278D-27F20ED673BD}"/>
              </a:ext>
            </a:extLst>
          </p:cNvPr>
          <p:cNvGraphicFramePr/>
          <p:nvPr>
            <p:extLst>
              <p:ext uri="{D42A27DB-BD31-4B8C-83A1-F6EECF244321}">
                <p14:modId xmlns:p14="http://schemas.microsoft.com/office/powerpoint/2010/main" val="1991954455"/>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5428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9" y="548638"/>
            <a:ext cx="3493008" cy="5788152"/>
          </a:xfrm>
        </p:spPr>
        <p:txBody>
          <a:bodyPr anchor="ctr">
            <a:normAutofit/>
          </a:bodyPr>
          <a:lstStyle/>
          <a:p>
            <a:r>
              <a:rPr lang="en-US" sz="4000"/>
              <a:t>Influential X P Practices</a:t>
            </a:r>
          </a:p>
        </p:txBody>
      </p:sp>
      <p:graphicFrame>
        <p:nvGraphicFramePr>
          <p:cNvPr id="5" name="Content Placeholder 2">
            <a:extLst>
              <a:ext uri="{FF2B5EF4-FFF2-40B4-BE49-F238E27FC236}">
                <a16:creationId xmlns:a16="http://schemas.microsoft.com/office/drawing/2014/main" id="{8D4716A1-37A1-B3E1-7ADB-EA63C2BD1463}"/>
              </a:ext>
            </a:extLst>
          </p:cNvPr>
          <p:cNvGraphicFramePr/>
          <p:nvPr>
            <p:extLst>
              <p:ext uri="{D42A27DB-BD31-4B8C-83A1-F6EECF244321}">
                <p14:modId xmlns:p14="http://schemas.microsoft.com/office/powerpoint/2010/main" val="1890609206"/>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6829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73" name="Rectangle 88072">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66" name="Title 1"/>
          <p:cNvSpPr>
            <a:spLocks noGrp="1" noChangeArrowheads="1"/>
          </p:cNvSpPr>
          <p:nvPr>
            <p:ph type="title"/>
          </p:nvPr>
        </p:nvSpPr>
        <p:spPr>
          <a:xfrm>
            <a:off x="612649" y="548638"/>
            <a:ext cx="3493008" cy="5788152"/>
          </a:xfrm>
        </p:spPr>
        <p:txBody>
          <a:bodyPr anchor="ctr">
            <a:normAutofit/>
          </a:bodyPr>
          <a:lstStyle/>
          <a:p>
            <a:r>
              <a:rPr lang="en-US" sz="3700"/>
              <a:t>User Stories for Requirements</a:t>
            </a:r>
            <a:endParaRPr lang="en-GB" sz="3700"/>
          </a:p>
        </p:txBody>
      </p:sp>
      <p:graphicFrame>
        <p:nvGraphicFramePr>
          <p:cNvPr id="88069" name="Content Placeholder 2">
            <a:extLst>
              <a:ext uri="{FF2B5EF4-FFF2-40B4-BE49-F238E27FC236}">
                <a16:creationId xmlns:a16="http://schemas.microsoft.com/office/drawing/2014/main" id="{3AE4B595-CF8D-B636-6D0B-7E0A2658D0BF}"/>
              </a:ext>
            </a:extLst>
          </p:cNvPr>
          <p:cNvGraphicFramePr/>
          <p:nvPr>
            <p:extLst>
              <p:ext uri="{D42A27DB-BD31-4B8C-83A1-F6EECF244321}">
                <p14:modId xmlns:p14="http://schemas.microsoft.com/office/powerpoint/2010/main" val="2766588510"/>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7290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3" name="Rectangle 19462">
            <a:extLst>
              <a:ext uri="{FF2B5EF4-FFF2-40B4-BE49-F238E27FC236}">
                <a16:creationId xmlns:a16="http://schemas.microsoft.com/office/drawing/2014/main" id="{7A642772-2521-3FAB-B405-4D946823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8" name="Title 1"/>
          <p:cNvSpPr>
            <a:spLocks noGrp="1"/>
          </p:cNvSpPr>
          <p:nvPr>
            <p:ph type="title"/>
          </p:nvPr>
        </p:nvSpPr>
        <p:spPr>
          <a:xfrm>
            <a:off x="8208747" y="1548606"/>
            <a:ext cx="3473179" cy="2241755"/>
          </a:xfrm>
        </p:spPr>
        <p:txBody>
          <a:bodyPr vert="horz" lIns="91440" tIns="45720" rIns="91440" bIns="45720" rtlCol="0" anchor="b">
            <a:normAutofit/>
          </a:bodyPr>
          <a:lstStyle/>
          <a:p>
            <a:pPr>
              <a:lnSpc>
                <a:spcPct val="90000"/>
              </a:lnSpc>
              <a:spcBef>
                <a:spcPct val="0"/>
              </a:spcBef>
            </a:pPr>
            <a:r>
              <a:rPr lang="en-US" sz="3700">
                <a:solidFill>
                  <a:schemeClr val="tx1"/>
                </a:solidFill>
                <a:latin typeface="+mj-lt"/>
                <a:ea typeface="+mj-ea"/>
                <a:cs typeface="+mj-cs"/>
              </a:rPr>
              <a:t>A 'Prescribing Medication' Story </a:t>
            </a:r>
          </a:p>
        </p:txBody>
      </p:sp>
      <p:pic>
        <p:nvPicPr>
          <p:cNvPr id="5" name="Picture 4" descr="An example story within a blue edged box labeled prescribing medication. The story reads, Kate is a doctor who wishes to prescribe medication for a patient attending a clinic. The patient record is already displayed on her computer so she clicks on the medication field and can select ‘current medication’, ‘new medication’ or ‘formulary’. If she selects ‘current medication’, the system asks her to check the dose; If she wants to change the dose, she enters the new dose then confirms the prescription. If she chooses ‘new medication’, the system assumes that she knows which medication to prescribe. She types the first few letters of the drug name. The system displays a list of possible drugs starting with these letters. She chooses the required medication and the system responds by asking her to check that the medication selected is correct. She enters the dose then confirms the prescription. If she chooses ‘formulary’, the system displays a search box for the approved formulary. She can then search for the drug required. She selects a drug and is asked to check that the medication is correct. She enters the dose then confirms the prescription. The system always checks that the dose is within the approved range. If it isn’t, Kate is asked to change the dose. After Kate has confirmed the prescription, it will be displayed for checking. She either clicks ‘O K’ or ‘Change’. If she clicks ‘OK’, the prescription is recorded on the audit database. If she clicks on ‘Change’, she reenters the ‘Prescribing medication’ process."/>
          <p:cNvPicPr>
            <a:picLocks noChangeAspect="1"/>
          </p:cNvPicPr>
          <p:nvPr/>
        </p:nvPicPr>
        <p:blipFill>
          <a:blip r:embed="rId2"/>
          <a:stretch>
            <a:fillRect/>
          </a:stretch>
        </p:blipFill>
        <p:spPr>
          <a:xfrm>
            <a:off x="721348" y="646981"/>
            <a:ext cx="6943292" cy="5564038"/>
          </a:xfrm>
          <a:prstGeom prst="rect">
            <a:avLst/>
          </a:prstGeom>
        </p:spPr>
      </p:pic>
    </p:spTree>
    <p:extLst>
      <p:ext uri="{BB962C8B-B14F-4D97-AF65-F5344CB8AC3E}">
        <p14:creationId xmlns:p14="http://schemas.microsoft.com/office/powerpoint/2010/main" val="31761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Examples of Task Cards for Prescribing Medication </a:t>
            </a:r>
          </a:p>
        </p:txBody>
      </p:sp>
      <p:pic>
        <p:nvPicPr>
          <p:cNvPr id="4" name="Picture 3" descr="A stacked series of blue edged boxes with the top box readable. The bottom box in the stack is labeled Task 1, change does of prescribed drug. The middle box is labeled task 2, formulary selection. The top box is labeled task 3, dose checking. The top box contains the following text, Dose checking is a safety precaution to check that the doctor has not prescribed a dangerously small or large dose. Using the formulary id for the generic drug name, look up the formulary and retrieve the recommended maximum and minimum dose. Check the prescribed dose against the minimum and maximum. If outside the range, issue an error message saying that the dose is too high or too low. If within the range, enable the ‘Confirm’ button."/>
          <p:cNvPicPr>
            <a:picLocks noChangeAspect="1"/>
          </p:cNvPicPr>
          <p:nvPr/>
        </p:nvPicPr>
        <p:blipFill>
          <a:blip r:embed="rId2"/>
          <a:stretch>
            <a:fillRect/>
          </a:stretch>
        </p:blipFill>
        <p:spPr>
          <a:xfrm>
            <a:off x="2887475" y="1556793"/>
            <a:ext cx="6417050" cy="4518673"/>
          </a:xfrm>
          <a:prstGeom prst="rect">
            <a:avLst/>
          </a:prstGeom>
        </p:spPr>
      </p:pic>
    </p:spTree>
    <p:extLst>
      <p:ext uri="{BB962C8B-B14F-4D97-AF65-F5344CB8AC3E}">
        <p14:creationId xmlns:p14="http://schemas.microsoft.com/office/powerpoint/2010/main" val="3784930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5726" name="Rectangle 115725">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14" name="Title 1"/>
          <p:cNvSpPr>
            <a:spLocks noGrp="1" noChangeArrowheads="1"/>
          </p:cNvSpPr>
          <p:nvPr>
            <p:ph type="title"/>
          </p:nvPr>
        </p:nvSpPr>
        <p:spPr>
          <a:xfrm>
            <a:off x="612648" y="603504"/>
            <a:ext cx="5862396" cy="1527048"/>
          </a:xfrm>
        </p:spPr>
        <p:txBody>
          <a:bodyPr anchor="b">
            <a:normAutofit/>
          </a:bodyPr>
          <a:lstStyle/>
          <a:p>
            <a:r>
              <a:rPr lang="en-US" dirty="0"/>
              <a:t>Refactoring </a:t>
            </a:r>
            <a:r>
              <a:rPr lang="en-US" b="0"/>
              <a:t>(1 of 2)</a:t>
            </a:r>
            <a:endParaRPr lang="en-GB" dirty="0"/>
          </a:p>
        </p:txBody>
      </p:sp>
      <p:sp>
        <p:nvSpPr>
          <p:cNvPr id="115725" name="Content Placeholder 2"/>
          <p:cNvSpPr>
            <a:spLocks noGrp="1" noChangeArrowheads="1"/>
          </p:cNvSpPr>
          <p:nvPr>
            <p:ph type="body" idx="1"/>
          </p:nvPr>
        </p:nvSpPr>
        <p:spPr>
          <a:xfrm>
            <a:off x="612648" y="2212848"/>
            <a:ext cx="5862396" cy="4096512"/>
          </a:xfrm>
        </p:spPr>
        <p:txBody>
          <a:bodyPr>
            <a:normAutofit/>
          </a:bodyPr>
          <a:lstStyle/>
          <a:p>
            <a:r>
              <a:rPr lang="en-US" sz="1800"/>
              <a:t>Conventional wisdom in software engineering is to design for change. It is worth spending time and effort anticipating changes as this reduces costs later in the life cycle.</a:t>
            </a:r>
          </a:p>
          <a:p>
            <a:r>
              <a:rPr lang="en-US" sz="1800"/>
              <a:t>X P, however, maintains that this is not worthwhile as changes cannot be reliably anticipated.</a:t>
            </a:r>
          </a:p>
          <a:p>
            <a:r>
              <a:rPr lang="en-US" sz="1800"/>
              <a:t>Rather, it proposes constant code improvement (refactoring) to make changes easier when they have to be implemented.</a:t>
            </a:r>
          </a:p>
        </p:txBody>
      </p:sp>
      <p:pic>
        <p:nvPicPr>
          <p:cNvPr id="115717" name="Picture 115716" descr="Digital financial graph">
            <a:extLst>
              <a:ext uri="{FF2B5EF4-FFF2-40B4-BE49-F238E27FC236}">
                <a16:creationId xmlns:a16="http://schemas.microsoft.com/office/drawing/2014/main" id="{86909FE3-DFD2-A47C-EDE4-C87EDF9434FB}"/>
              </a:ext>
            </a:extLst>
          </p:cNvPr>
          <p:cNvPicPr>
            <a:picLocks noChangeAspect="1"/>
          </p:cNvPicPr>
          <p:nvPr/>
        </p:nvPicPr>
        <p:blipFill>
          <a:blip r:embed="rId2"/>
          <a:srcRect l="31506" r="16219"/>
          <a:stretch>
            <a:fillRect/>
          </a:stretch>
        </p:blipFill>
        <p:spPr>
          <a:xfrm>
            <a:off x="7091395" y="924449"/>
            <a:ext cx="4681506" cy="5037487"/>
          </a:xfrm>
          <a:prstGeom prst="rect">
            <a:avLst/>
          </a:prstGeom>
        </p:spPr>
      </p:pic>
    </p:spTree>
    <p:extLst>
      <p:ext uri="{BB962C8B-B14F-4D97-AF65-F5344CB8AC3E}">
        <p14:creationId xmlns:p14="http://schemas.microsoft.com/office/powerpoint/2010/main" val="2597125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23" name="Rectangle 115722">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14" name="Title 1"/>
          <p:cNvSpPr>
            <a:spLocks noGrp="1" noChangeArrowheads="1"/>
          </p:cNvSpPr>
          <p:nvPr>
            <p:ph type="title"/>
          </p:nvPr>
        </p:nvSpPr>
        <p:spPr>
          <a:xfrm>
            <a:off x="612649" y="548638"/>
            <a:ext cx="3493008" cy="5788152"/>
          </a:xfrm>
        </p:spPr>
        <p:txBody>
          <a:bodyPr anchor="ctr">
            <a:normAutofit/>
          </a:bodyPr>
          <a:lstStyle/>
          <a:p>
            <a:r>
              <a:rPr lang="en-US" sz="4000"/>
              <a:t>Refactoring </a:t>
            </a:r>
            <a:r>
              <a:rPr lang="en-US" sz="4000" b="0"/>
              <a:t>(2 of 2)</a:t>
            </a:r>
            <a:endParaRPr lang="en-GB" sz="4000" b="0"/>
          </a:p>
        </p:txBody>
      </p:sp>
      <p:graphicFrame>
        <p:nvGraphicFramePr>
          <p:cNvPr id="115724" name="Content Placeholder 2">
            <a:extLst>
              <a:ext uri="{FF2B5EF4-FFF2-40B4-BE49-F238E27FC236}">
                <a16:creationId xmlns:a16="http://schemas.microsoft.com/office/drawing/2014/main" id="{4D83CF2A-F382-3D50-9A85-24306EBF402B}"/>
              </a:ext>
            </a:extLst>
          </p:cNvPr>
          <p:cNvGraphicFramePr/>
          <p:nvPr>
            <p:extLst>
              <p:ext uri="{D42A27DB-BD31-4B8C-83A1-F6EECF244321}">
                <p14:modId xmlns:p14="http://schemas.microsoft.com/office/powerpoint/2010/main" val="1043869076"/>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5946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7" name="Rectangle 89096">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90" name="Title 1"/>
          <p:cNvSpPr>
            <a:spLocks noGrp="1" noChangeArrowheads="1"/>
          </p:cNvSpPr>
          <p:nvPr>
            <p:ph type="title"/>
          </p:nvPr>
        </p:nvSpPr>
        <p:spPr>
          <a:xfrm>
            <a:off x="612649" y="548638"/>
            <a:ext cx="3493008" cy="5788152"/>
          </a:xfrm>
        </p:spPr>
        <p:txBody>
          <a:bodyPr anchor="ctr">
            <a:normAutofit/>
          </a:bodyPr>
          <a:lstStyle/>
          <a:p>
            <a:r>
              <a:rPr lang="en-US" sz="4000"/>
              <a:t>Examples of Refactoring</a:t>
            </a:r>
            <a:endParaRPr lang="en-GB" sz="4000"/>
          </a:p>
        </p:txBody>
      </p:sp>
      <p:graphicFrame>
        <p:nvGraphicFramePr>
          <p:cNvPr id="89093" name="Content Placeholder 2">
            <a:extLst>
              <a:ext uri="{FF2B5EF4-FFF2-40B4-BE49-F238E27FC236}">
                <a16:creationId xmlns:a16="http://schemas.microsoft.com/office/drawing/2014/main" id="{620B846D-E83F-DB74-0002-39341AC52ABB}"/>
              </a:ext>
            </a:extLst>
          </p:cNvPr>
          <p:cNvGraphicFramePr/>
          <p:nvPr>
            <p:extLst>
              <p:ext uri="{D42A27DB-BD31-4B8C-83A1-F6EECF244321}">
                <p14:modId xmlns:p14="http://schemas.microsoft.com/office/powerpoint/2010/main" val="334536099"/>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9070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7" name="Rectangle 89096">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90" name="Title 1"/>
          <p:cNvSpPr>
            <a:spLocks noGrp="1" noChangeArrowheads="1"/>
          </p:cNvSpPr>
          <p:nvPr>
            <p:ph type="title"/>
          </p:nvPr>
        </p:nvSpPr>
        <p:spPr>
          <a:xfrm>
            <a:off x="612649" y="548638"/>
            <a:ext cx="3493008" cy="5788152"/>
          </a:xfrm>
        </p:spPr>
        <p:txBody>
          <a:bodyPr anchor="ctr">
            <a:normAutofit/>
          </a:bodyPr>
          <a:lstStyle/>
          <a:p>
            <a:r>
              <a:rPr lang="en-US" sz="4000"/>
              <a:t>Test-first Development</a:t>
            </a:r>
            <a:endParaRPr lang="en-GB" sz="4000"/>
          </a:p>
        </p:txBody>
      </p:sp>
      <p:graphicFrame>
        <p:nvGraphicFramePr>
          <p:cNvPr id="89093" name="Content Placeholder 2">
            <a:extLst>
              <a:ext uri="{FF2B5EF4-FFF2-40B4-BE49-F238E27FC236}">
                <a16:creationId xmlns:a16="http://schemas.microsoft.com/office/drawing/2014/main" id="{A6C49099-CE3E-3307-8D6D-9DC726E0BDF0}"/>
              </a:ext>
            </a:extLst>
          </p:cNvPr>
          <p:cNvGraphicFramePr/>
          <p:nvPr>
            <p:extLst>
              <p:ext uri="{D42A27DB-BD31-4B8C-83A1-F6EECF244321}">
                <p14:modId xmlns:p14="http://schemas.microsoft.com/office/powerpoint/2010/main" val="3428600915"/>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1470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7" name="Rectangle 89096">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90" name="Title 1"/>
          <p:cNvSpPr>
            <a:spLocks noGrp="1" noChangeArrowheads="1"/>
          </p:cNvSpPr>
          <p:nvPr>
            <p:ph type="title"/>
          </p:nvPr>
        </p:nvSpPr>
        <p:spPr>
          <a:xfrm>
            <a:off x="612649" y="548638"/>
            <a:ext cx="3493008" cy="5788152"/>
          </a:xfrm>
        </p:spPr>
        <p:txBody>
          <a:bodyPr anchor="ctr">
            <a:normAutofit/>
          </a:bodyPr>
          <a:lstStyle/>
          <a:p>
            <a:r>
              <a:rPr lang="en-US" sz="4000"/>
              <a:t>Test-Driven Development</a:t>
            </a:r>
            <a:endParaRPr lang="en-GB" sz="4000"/>
          </a:p>
        </p:txBody>
      </p:sp>
      <p:graphicFrame>
        <p:nvGraphicFramePr>
          <p:cNvPr id="89093" name="Content Placeholder 2">
            <a:extLst>
              <a:ext uri="{FF2B5EF4-FFF2-40B4-BE49-F238E27FC236}">
                <a16:creationId xmlns:a16="http://schemas.microsoft.com/office/drawing/2014/main" id="{7425A2DF-D882-8A43-BDC8-D8E469D922E6}"/>
              </a:ext>
            </a:extLst>
          </p:cNvPr>
          <p:cNvGraphicFramePr/>
          <p:nvPr>
            <p:extLst>
              <p:ext uri="{D42A27DB-BD31-4B8C-83A1-F6EECF244321}">
                <p14:modId xmlns:p14="http://schemas.microsoft.com/office/powerpoint/2010/main" val="267487341"/>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7973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9" name="Rectangle 8909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90" name="Title 1"/>
          <p:cNvSpPr>
            <a:spLocks noGrp="1" noChangeArrowheads="1"/>
          </p:cNvSpPr>
          <p:nvPr>
            <p:ph type="title"/>
          </p:nvPr>
        </p:nvSpPr>
        <p:spPr>
          <a:xfrm>
            <a:off x="612649" y="548638"/>
            <a:ext cx="3493008" cy="5788152"/>
          </a:xfrm>
        </p:spPr>
        <p:txBody>
          <a:bodyPr anchor="ctr">
            <a:normAutofit/>
          </a:bodyPr>
          <a:lstStyle/>
          <a:p>
            <a:r>
              <a:rPr lang="en-US" sz="4000"/>
              <a:t>Customer Involvement</a:t>
            </a:r>
            <a:endParaRPr lang="en-GB" sz="4000"/>
          </a:p>
        </p:txBody>
      </p:sp>
      <p:graphicFrame>
        <p:nvGraphicFramePr>
          <p:cNvPr id="89100" name="Content Placeholder 2">
            <a:extLst>
              <a:ext uri="{FF2B5EF4-FFF2-40B4-BE49-F238E27FC236}">
                <a16:creationId xmlns:a16="http://schemas.microsoft.com/office/drawing/2014/main" id="{C2BC9F2F-DE15-D0A8-42B0-56F3FD9705F2}"/>
              </a:ext>
            </a:extLst>
          </p:cNvPr>
          <p:cNvGraphicFramePr/>
          <p:nvPr>
            <p:extLst>
              <p:ext uri="{D42A27DB-BD31-4B8C-83A1-F6EECF244321}">
                <p14:modId xmlns:p14="http://schemas.microsoft.com/office/powerpoint/2010/main" val="600219621"/>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7443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7" name="Rectangle 89096">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90" name="Title 1"/>
          <p:cNvSpPr>
            <a:spLocks noGrp="1" noChangeArrowheads="1"/>
          </p:cNvSpPr>
          <p:nvPr>
            <p:ph type="title"/>
          </p:nvPr>
        </p:nvSpPr>
        <p:spPr>
          <a:xfrm>
            <a:off x="612649" y="548638"/>
            <a:ext cx="3493008" cy="5788152"/>
          </a:xfrm>
        </p:spPr>
        <p:txBody>
          <a:bodyPr anchor="ctr">
            <a:normAutofit/>
          </a:bodyPr>
          <a:lstStyle/>
          <a:p>
            <a:r>
              <a:rPr lang="en-US" sz="4000"/>
              <a:t>Problems with Test-First Development</a:t>
            </a:r>
            <a:endParaRPr lang="en-GB" sz="4000"/>
          </a:p>
        </p:txBody>
      </p:sp>
      <p:graphicFrame>
        <p:nvGraphicFramePr>
          <p:cNvPr id="89093" name="Content Placeholder 2">
            <a:extLst>
              <a:ext uri="{FF2B5EF4-FFF2-40B4-BE49-F238E27FC236}">
                <a16:creationId xmlns:a16="http://schemas.microsoft.com/office/drawing/2014/main" id="{7BEA5226-CC78-91F5-AAD4-DE3C093E82DC}"/>
              </a:ext>
            </a:extLst>
          </p:cNvPr>
          <p:cNvGraphicFramePr/>
          <p:nvPr>
            <p:extLst>
              <p:ext uri="{D42A27DB-BD31-4B8C-83A1-F6EECF244321}">
                <p14:modId xmlns:p14="http://schemas.microsoft.com/office/powerpoint/2010/main" val="1205854832"/>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2296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7" name="Rectangle 89096">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90" name="Title 1"/>
          <p:cNvSpPr>
            <a:spLocks noGrp="1" noChangeArrowheads="1"/>
          </p:cNvSpPr>
          <p:nvPr>
            <p:ph type="title"/>
          </p:nvPr>
        </p:nvSpPr>
        <p:spPr>
          <a:xfrm>
            <a:off x="612649" y="548638"/>
            <a:ext cx="3493008" cy="5788152"/>
          </a:xfrm>
        </p:spPr>
        <p:txBody>
          <a:bodyPr anchor="ctr">
            <a:normAutofit/>
          </a:bodyPr>
          <a:lstStyle/>
          <a:p>
            <a:r>
              <a:rPr lang="en-US" sz="3700"/>
              <a:t>Pair Programming </a:t>
            </a:r>
            <a:r>
              <a:rPr lang="en-US" sz="3700" b="0"/>
              <a:t>(1 of 2)</a:t>
            </a:r>
            <a:endParaRPr lang="en-GB" sz="3700" b="0"/>
          </a:p>
        </p:txBody>
      </p:sp>
      <p:graphicFrame>
        <p:nvGraphicFramePr>
          <p:cNvPr id="89093" name="Content Placeholder 2">
            <a:extLst>
              <a:ext uri="{FF2B5EF4-FFF2-40B4-BE49-F238E27FC236}">
                <a16:creationId xmlns:a16="http://schemas.microsoft.com/office/drawing/2014/main" id="{855B4F75-AE6A-4755-0ED7-F4168FC2CCAB}"/>
              </a:ext>
            </a:extLst>
          </p:cNvPr>
          <p:cNvGraphicFramePr/>
          <p:nvPr>
            <p:extLst>
              <p:ext uri="{D42A27DB-BD31-4B8C-83A1-F6EECF244321}">
                <p14:modId xmlns:p14="http://schemas.microsoft.com/office/powerpoint/2010/main" val="2727890740"/>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33171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7" name="Rectangle 89096">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90" name="Title 1"/>
          <p:cNvSpPr>
            <a:spLocks noGrp="1" noChangeArrowheads="1"/>
          </p:cNvSpPr>
          <p:nvPr>
            <p:ph type="title"/>
          </p:nvPr>
        </p:nvSpPr>
        <p:spPr>
          <a:xfrm>
            <a:off x="612649" y="548638"/>
            <a:ext cx="3493008" cy="5788152"/>
          </a:xfrm>
        </p:spPr>
        <p:txBody>
          <a:bodyPr anchor="ctr">
            <a:normAutofit/>
          </a:bodyPr>
          <a:lstStyle/>
          <a:p>
            <a:r>
              <a:rPr lang="en-US" sz="3700"/>
              <a:t>Pair Programming </a:t>
            </a:r>
            <a:r>
              <a:rPr lang="en-US" sz="3700" b="0"/>
              <a:t>(2 of 2)</a:t>
            </a:r>
            <a:endParaRPr lang="en-GB" sz="3700"/>
          </a:p>
        </p:txBody>
      </p:sp>
      <p:graphicFrame>
        <p:nvGraphicFramePr>
          <p:cNvPr id="89093" name="Content Placeholder 2">
            <a:extLst>
              <a:ext uri="{FF2B5EF4-FFF2-40B4-BE49-F238E27FC236}">
                <a16:creationId xmlns:a16="http://schemas.microsoft.com/office/drawing/2014/main" id="{B15A5564-5DDF-D06E-CD34-E96AFC452528}"/>
              </a:ext>
            </a:extLst>
          </p:cNvPr>
          <p:cNvGraphicFramePr/>
          <p:nvPr>
            <p:extLst>
              <p:ext uri="{D42A27DB-BD31-4B8C-83A1-F6EECF244321}">
                <p14:modId xmlns:p14="http://schemas.microsoft.com/office/powerpoint/2010/main" val="2058105552"/>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877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13" name="Picture 12" descr="Person writing on a notepad">
            <a:extLst>
              <a:ext uri="{FF2B5EF4-FFF2-40B4-BE49-F238E27FC236}">
                <a16:creationId xmlns:a16="http://schemas.microsoft.com/office/drawing/2014/main" id="{E03738F3-C9F6-A940-3836-00FE09446176}"/>
              </a:ext>
            </a:extLst>
          </p:cNvPr>
          <p:cNvPicPr>
            <a:picLocks noChangeAspect="1"/>
          </p:cNvPicPr>
          <p:nvPr/>
        </p:nvPicPr>
        <p:blipFill>
          <a:blip r:embed="rId2"/>
          <a:srcRect t="13177" b="15845"/>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p:cNvSpPr>
            <a:spLocks noGrp="1"/>
          </p:cNvSpPr>
          <p:nvPr>
            <p:ph type="ctrTitle"/>
          </p:nvPr>
        </p:nvSpPr>
        <p:spPr>
          <a:xfrm>
            <a:off x="286506" y="603315"/>
            <a:ext cx="5649211" cy="3685731"/>
          </a:xfrm>
        </p:spPr>
        <p:txBody>
          <a:bodyPr anchor="t">
            <a:normAutofit/>
          </a:bodyPr>
          <a:lstStyle/>
          <a:p>
            <a:pPr algn="l"/>
            <a:r>
              <a:rPr lang="en-US" sz="6600"/>
              <a:t>Agile Project Management </a:t>
            </a:r>
          </a:p>
        </p:txBody>
      </p:sp>
    </p:spTree>
    <p:extLst>
      <p:ext uri="{BB962C8B-B14F-4D97-AF65-F5344CB8AC3E}">
        <p14:creationId xmlns:p14="http://schemas.microsoft.com/office/powerpoint/2010/main" val="309720163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9" y="548638"/>
            <a:ext cx="3493008" cy="5788152"/>
          </a:xfrm>
        </p:spPr>
        <p:txBody>
          <a:bodyPr anchor="ctr">
            <a:normAutofit/>
          </a:bodyPr>
          <a:lstStyle/>
          <a:p>
            <a:r>
              <a:rPr lang="en-US" sz="4000"/>
              <a:t>Agile Project Management</a:t>
            </a:r>
          </a:p>
        </p:txBody>
      </p:sp>
      <p:graphicFrame>
        <p:nvGraphicFramePr>
          <p:cNvPr id="14" name="Content Placeholder 4">
            <a:extLst>
              <a:ext uri="{FF2B5EF4-FFF2-40B4-BE49-F238E27FC236}">
                <a16:creationId xmlns:a16="http://schemas.microsoft.com/office/drawing/2014/main" id="{DD800BF6-ACF9-5D09-427E-5211C4E96C12}"/>
              </a:ext>
            </a:extLst>
          </p:cNvPr>
          <p:cNvGraphicFramePr/>
          <p:nvPr>
            <p:extLst>
              <p:ext uri="{D42A27DB-BD31-4B8C-83A1-F6EECF244321}">
                <p14:modId xmlns:p14="http://schemas.microsoft.com/office/powerpoint/2010/main" val="2040261866"/>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3406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600074"/>
            <a:ext cx="6035040" cy="1529932"/>
          </a:xfrm>
        </p:spPr>
        <p:txBody>
          <a:bodyPr anchor="b">
            <a:normAutofit/>
          </a:bodyPr>
          <a:lstStyle/>
          <a:p>
            <a:r>
              <a:rPr lang="en-US" dirty="0"/>
              <a:t>Scrum</a:t>
            </a:r>
          </a:p>
        </p:txBody>
      </p:sp>
      <p:sp>
        <p:nvSpPr>
          <p:cNvPr id="3" name="Content Placeholder 2"/>
          <p:cNvSpPr>
            <a:spLocks noGrp="1"/>
          </p:cNvSpPr>
          <p:nvPr>
            <p:ph type="body" idx="1"/>
          </p:nvPr>
        </p:nvSpPr>
        <p:spPr>
          <a:xfrm>
            <a:off x="612647" y="2212848"/>
            <a:ext cx="6035041" cy="4096512"/>
          </a:xfrm>
        </p:spPr>
        <p:txBody>
          <a:bodyPr>
            <a:normAutofit/>
          </a:bodyPr>
          <a:lstStyle/>
          <a:p>
            <a:pPr>
              <a:lnSpc>
                <a:spcPct val="110000"/>
              </a:lnSpc>
            </a:pPr>
            <a:r>
              <a:rPr lang="en-GB" sz="1700"/>
              <a:t>Scrum is an agile method that focuses on managing iterative development rather than specific agile practices.</a:t>
            </a:r>
          </a:p>
          <a:p>
            <a:pPr>
              <a:lnSpc>
                <a:spcPct val="110000"/>
              </a:lnSpc>
            </a:pPr>
            <a:r>
              <a:rPr lang="en-GB" sz="1700"/>
              <a:t>There are three phases in Scrum. </a:t>
            </a:r>
          </a:p>
          <a:p>
            <a:pPr lvl="1">
              <a:lnSpc>
                <a:spcPct val="110000"/>
              </a:lnSpc>
            </a:pPr>
            <a:r>
              <a:rPr lang="en-GB" sz="1700"/>
              <a:t>The initial phase is an outline planning phase where you establish the general objectives for the project and design the software architecture. </a:t>
            </a:r>
          </a:p>
          <a:p>
            <a:pPr lvl="1">
              <a:lnSpc>
                <a:spcPct val="110000"/>
              </a:lnSpc>
            </a:pPr>
            <a:r>
              <a:rPr lang="en-GB" sz="1700"/>
              <a:t>This is followed by a series of sprint cycles, where each cycle develops an increment of the system. </a:t>
            </a:r>
          </a:p>
          <a:p>
            <a:pPr lvl="1">
              <a:lnSpc>
                <a:spcPct val="110000"/>
              </a:lnSpc>
            </a:pPr>
            <a:r>
              <a:rPr lang="en-GB" sz="1700"/>
              <a:t>The project closure phase wraps up the project, completes required documentation such as system help frames and user manuals and assesses the lessons learned from the project.</a:t>
            </a:r>
          </a:p>
        </p:txBody>
      </p:sp>
      <p:pic>
        <p:nvPicPr>
          <p:cNvPr id="12" name="Picture 11" descr="Cubes connected with a red line">
            <a:extLst>
              <a:ext uri="{FF2B5EF4-FFF2-40B4-BE49-F238E27FC236}">
                <a16:creationId xmlns:a16="http://schemas.microsoft.com/office/drawing/2014/main" id="{952C8345-DA03-153E-FD9E-D731461407C8}"/>
              </a:ext>
            </a:extLst>
          </p:cNvPr>
          <p:cNvPicPr>
            <a:picLocks noChangeAspect="1"/>
          </p:cNvPicPr>
          <p:nvPr/>
        </p:nvPicPr>
        <p:blipFill>
          <a:blip r:embed="rId2"/>
          <a:srcRect l="28508" r="17078"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888752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4D27876-614E-CCD5-5142-A650DBF0B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994140" y="5137536"/>
            <a:ext cx="8203720" cy="732129"/>
          </a:xfrm>
        </p:spPr>
        <p:txBody>
          <a:bodyPr vert="horz" lIns="91440" tIns="45720" rIns="91440" bIns="45720" rtlCol="0" anchor="b">
            <a:normAutofit/>
          </a:bodyPr>
          <a:lstStyle/>
          <a:p>
            <a:pPr algn="ctr"/>
            <a:r>
              <a:rPr lang="en-US" dirty="0"/>
              <a:t>Scrum Terminology (a)</a:t>
            </a:r>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154691496"/>
              </p:ext>
            </p:extLst>
          </p:nvPr>
        </p:nvGraphicFramePr>
        <p:xfrm>
          <a:off x="1994140" y="544837"/>
          <a:ext cx="8202169" cy="4509357"/>
        </p:xfrm>
        <a:graphic>
          <a:graphicData uri="http://schemas.openxmlformats.org/drawingml/2006/table">
            <a:tbl>
              <a:tblPr firstRow="1" bandRow="1">
                <a:tableStyleId>{5C22544A-7EE6-4342-B048-85BDC9FD1C3A}</a:tableStyleId>
              </a:tblPr>
              <a:tblGrid>
                <a:gridCol w="1923076">
                  <a:extLst>
                    <a:ext uri="{9D8B030D-6E8A-4147-A177-3AD203B41FA5}">
                      <a16:colId xmlns:a16="http://schemas.microsoft.com/office/drawing/2014/main" val="923142259"/>
                    </a:ext>
                  </a:extLst>
                </a:gridCol>
                <a:gridCol w="6279093">
                  <a:extLst>
                    <a:ext uri="{9D8B030D-6E8A-4147-A177-3AD203B41FA5}">
                      <a16:colId xmlns:a16="http://schemas.microsoft.com/office/drawing/2014/main" val="4186693701"/>
                    </a:ext>
                  </a:extLst>
                </a:gridCol>
              </a:tblGrid>
              <a:tr h="395412">
                <a:tc>
                  <a:txBody>
                    <a:bodyPr/>
                    <a:lstStyle/>
                    <a:p>
                      <a:r>
                        <a:rPr lang="en-US" sz="1800">
                          <a:solidFill>
                            <a:schemeClr val="tx1"/>
                          </a:solidFill>
                          <a:latin typeface="+mn-lt"/>
                        </a:rPr>
                        <a:t>Scrum term</a:t>
                      </a:r>
                    </a:p>
                  </a:txBody>
                  <a:tcPr marL="89866" marR="89866" marT="44933" marB="449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mn-lt"/>
                        </a:rPr>
                        <a:t>Definition</a:t>
                      </a:r>
                    </a:p>
                  </a:txBody>
                  <a:tcPr marL="89866" marR="89866" marT="44933" marB="449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7099763"/>
                  </a:ext>
                </a:extLst>
              </a:tr>
              <a:tr h="665011">
                <a:tc>
                  <a:txBody>
                    <a:bodyPr/>
                    <a:lstStyle/>
                    <a:p>
                      <a:pPr indent="0" algn="l">
                        <a:spcAft>
                          <a:spcPts val="0"/>
                        </a:spcAft>
                        <a:tabLst>
                          <a:tab pos="342900" algn="l"/>
                          <a:tab pos="685800" algn="l"/>
                          <a:tab pos="1028700" algn="l"/>
                        </a:tabLst>
                      </a:pPr>
                      <a:r>
                        <a:rPr lang="en-GB" sz="1400" dirty="0">
                          <a:solidFill>
                            <a:schemeClr val="tx1"/>
                          </a:solidFill>
                          <a:effectLst/>
                          <a:latin typeface="+mn-lt"/>
                          <a:ea typeface="Times New Roman"/>
                          <a:cs typeface="Times New Roman"/>
                        </a:rPr>
                        <a:t>Development team</a:t>
                      </a:r>
                    </a:p>
                  </a:txBody>
                  <a:tcPr marL="67400" marR="67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just">
                        <a:spcAft>
                          <a:spcPts val="0"/>
                        </a:spcAft>
                        <a:tabLst>
                          <a:tab pos="342900" algn="l"/>
                          <a:tab pos="685800" algn="l"/>
                          <a:tab pos="1028700" algn="l"/>
                        </a:tabLst>
                      </a:pPr>
                      <a:r>
                        <a:rPr lang="en-GB" sz="1400" dirty="0">
                          <a:solidFill>
                            <a:schemeClr val="tx1"/>
                          </a:solidFill>
                          <a:effectLst/>
                          <a:latin typeface="+mn-lt"/>
                          <a:ea typeface="Times New Roman"/>
                          <a:cs typeface="Times New Roman"/>
                        </a:rPr>
                        <a:t>A self-organizing group of software developers, which should be no more than 7 people. They are responsible for developing the software and other essential project documents.</a:t>
                      </a:r>
                    </a:p>
                  </a:txBody>
                  <a:tcPr marL="67400" marR="67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4121116"/>
                  </a:ext>
                </a:extLst>
              </a:tr>
              <a:tr h="1084387">
                <a:tc>
                  <a:txBody>
                    <a:bodyPr/>
                    <a:lstStyle/>
                    <a:p>
                      <a:pPr indent="0" algn="l">
                        <a:spcAft>
                          <a:spcPts val="0"/>
                        </a:spcAft>
                        <a:tabLst>
                          <a:tab pos="342900" algn="l"/>
                          <a:tab pos="685800" algn="l"/>
                          <a:tab pos="1028700" algn="l"/>
                        </a:tabLst>
                      </a:pPr>
                      <a:r>
                        <a:rPr lang="en-GB" sz="1400" dirty="0">
                          <a:solidFill>
                            <a:schemeClr val="tx1"/>
                          </a:solidFill>
                          <a:effectLst/>
                          <a:latin typeface="+mn-lt"/>
                          <a:ea typeface="Times New Roman"/>
                          <a:cs typeface="Times New Roman"/>
                        </a:rPr>
                        <a:t>Potentially shippable product increment</a:t>
                      </a:r>
                    </a:p>
                  </a:txBody>
                  <a:tcPr marL="67400" marR="67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just">
                        <a:spcAft>
                          <a:spcPts val="0"/>
                        </a:spcAft>
                        <a:tabLst>
                          <a:tab pos="342900" algn="l"/>
                          <a:tab pos="685800" algn="l"/>
                          <a:tab pos="1028700" algn="l"/>
                        </a:tabLst>
                      </a:pPr>
                      <a:r>
                        <a:rPr lang="en-GB" sz="1400" dirty="0">
                          <a:solidFill>
                            <a:schemeClr val="tx1"/>
                          </a:solidFill>
                          <a:effectLst/>
                          <a:latin typeface="+mn-lt"/>
                          <a:ea typeface="Times New Roman"/>
                          <a:cs typeface="Times New Roman"/>
                        </a:rPr>
                        <a:t>The software increment that is delivered from a sprint. The idea is that this should be ‘potentially shippable’ which means that it is in a finished state and no further work, such as testing, is needed to  incorporate it into the final product. In practice, this is not always achievable.</a:t>
                      </a:r>
                    </a:p>
                    <a:p>
                      <a:pPr indent="0" algn="just">
                        <a:spcAft>
                          <a:spcPts val="0"/>
                        </a:spcAft>
                        <a:tabLst>
                          <a:tab pos="342900" algn="l"/>
                          <a:tab pos="685800" algn="l"/>
                          <a:tab pos="1028700" algn="l"/>
                        </a:tabLst>
                      </a:pPr>
                      <a:endParaRPr lang="en-GB" sz="1400" dirty="0">
                        <a:solidFill>
                          <a:schemeClr val="tx1"/>
                        </a:solidFill>
                        <a:effectLst/>
                        <a:latin typeface="+mn-lt"/>
                        <a:ea typeface="Times New Roman"/>
                        <a:cs typeface="Times New Roman"/>
                      </a:endParaRPr>
                    </a:p>
                  </a:txBody>
                  <a:tcPr marL="67400" marR="67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0593623"/>
                  </a:ext>
                </a:extLst>
              </a:tr>
              <a:tr h="1084387">
                <a:tc>
                  <a:txBody>
                    <a:bodyPr/>
                    <a:lstStyle/>
                    <a:p>
                      <a:pPr indent="0" algn="l">
                        <a:spcAft>
                          <a:spcPts val="0"/>
                        </a:spcAft>
                        <a:tabLst>
                          <a:tab pos="342900" algn="l"/>
                          <a:tab pos="685800" algn="l"/>
                          <a:tab pos="1028700" algn="l"/>
                        </a:tabLst>
                      </a:pPr>
                      <a:r>
                        <a:rPr lang="en-GB" sz="1400" dirty="0">
                          <a:solidFill>
                            <a:schemeClr val="tx1"/>
                          </a:solidFill>
                          <a:effectLst/>
                          <a:latin typeface="+mn-lt"/>
                          <a:ea typeface="Times New Roman"/>
                          <a:cs typeface="Times New Roman"/>
                        </a:rPr>
                        <a:t>Product backlog</a:t>
                      </a:r>
                    </a:p>
                  </a:txBody>
                  <a:tcPr marL="67400" marR="67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just">
                        <a:spcAft>
                          <a:spcPts val="0"/>
                        </a:spcAft>
                        <a:tabLst>
                          <a:tab pos="342900" algn="l"/>
                          <a:tab pos="685800" algn="l"/>
                          <a:tab pos="1028700" algn="l"/>
                        </a:tabLst>
                      </a:pPr>
                      <a:r>
                        <a:rPr lang="en-GB" sz="1400" dirty="0">
                          <a:solidFill>
                            <a:schemeClr val="tx1"/>
                          </a:solidFill>
                          <a:effectLst/>
                          <a:latin typeface="+mn-lt"/>
                          <a:ea typeface="Times New Roman"/>
                          <a:cs typeface="Times New Roman"/>
                        </a:rPr>
                        <a:t>This is a list of ‘to do’ items which the Scrum team must tackle. They may be feature definitions for the software, software requirements, user stories or descriptions of supplementary tasks that are needed, such as architecture definition or user documentation.</a:t>
                      </a:r>
                    </a:p>
                    <a:p>
                      <a:pPr indent="0" algn="just">
                        <a:spcAft>
                          <a:spcPts val="0"/>
                        </a:spcAft>
                        <a:tabLst>
                          <a:tab pos="342900" algn="l"/>
                          <a:tab pos="685800" algn="l"/>
                          <a:tab pos="1028700" algn="l"/>
                        </a:tabLst>
                      </a:pPr>
                      <a:endParaRPr lang="en-GB" sz="1400" dirty="0">
                        <a:solidFill>
                          <a:schemeClr val="tx1"/>
                        </a:solidFill>
                        <a:effectLst/>
                        <a:latin typeface="+mn-lt"/>
                        <a:ea typeface="Times New Roman"/>
                        <a:cs typeface="Times New Roman"/>
                      </a:endParaRPr>
                    </a:p>
                  </a:txBody>
                  <a:tcPr marL="67400" marR="67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814051"/>
                  </a:ext>
                </a:extLst>
              </a:tr>
              <a:tr h="1084387">
                <a:tc>
                  <a:txBody>
                    <a:bodyPr/>
                    <a:lstStyle/>
                    <a:p>
                      <a:pPr indent="0" algn="l">
                        <a:spcAft>
                          <a:spcPts val="0"/>
                        </a:spcAft>
                        <a:tabLst>
                          <a:tab pos="342900" algn="l"/>
                          <a:tab pos="685800" algn="l"/>
                          <a:tab pos="1028700" algn="l"/>
                          <a:tab pos="1170305" algn="l"/>
                        </a:tabLst>
                      </a:pPr>
                      <a:r>
                        <a:rPr lang="en-GB" sz="1400" dirty="0">
                          <a:solidFill>
                            <a:schemeClr val="tx1"/>
                          </a:solidFill>
                          <a:effectLst/>
                          <a:latin typeface="+mn-lt"/>
                          <a:ea typeface="Times New Roman"/>
                          <a:cs typeface="Times New Roman"/>
                        </a:rPr>
                        <a:t>Product owner</a:t>
                      </a:r>
                    </a:p>
                  </a:txBody>
                  <a:tcPr marL="67400" marR="67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just">
                        <a:spcAft>
                          <a:spcPts val="0"/>
                        </a:spcAft>
                        <a:tabLst>
                          <a:tab pos="342900" algn="l"/>
                          <a:tab pos="685800" algn="l"/>
                          <a:tab pos="1028700" algn="l"/>
                        </a:tabLst>
                      </a:pPr>
                      <a:r>
                        <a:rPr lang="en-GB" sz="1400" dirty="0">
                          <a:solidFill>
                            <a:schemeClr val="tx1"/>
                          </a:solidFill>
                          <a:effectLst/>
                          <a:latin typeface="+mn-lt"/>
                          <a:ea typeface="Times New Roman"/>
                          <a:cs typeface="Times New Roman"/>
                        </a:rPr>
                        <a:t>An individual (or possibly a small group) whose job is to identify product features or requirements, prioritize these for development and continuously review the product backlog to ensure that the project continues to meet critical business needs. The Product Owner can be a customer but might also be a product manager in a software company or other stakeholder representative.</a:t>
                      </a:r>
                    </a:p>
                  </a:txBody>
                  <a:tcPr marL="67400" marR="674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18304052"/>
                  </a:ext>
                </a:extLst>
              </a:tr>
            </a:tbl>
          </a:graphicData>
        </a:graphic>
      </p:graphicFrame>
    </p:spTree>
    <p:extLst>
      <p:ext uri="{BB962C8B-B14F-4D97-AF65-F5344CB8AC3E}">
        <p14:creationId xmlns:p14="http://schemas.microsoft.com/office/powerpoint/2010/main" val="23802647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4D27876-614E-CCD5-5142-A650DBF0B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994140" y="5137536"/>
            <a:ext cx="8203720" cy="732129"/>
          </a:xfrm>
        </p:spPr>
        <p:txBody>
          <a:bodyPr vert="horz" lIns="91440" tIns="45720" rIns="91440" bIns="45720" rtlCol="0" anchor="b">
            <a:normAutofit/>
          </a:bodyPr>
          <a:lstStyle/>
          <a:p>
            <a:pPr algn="ctr"/>
            <a:r>
              <a:rPr lang="en-US"/>
              <a:t>Scrum Terminology (b)</a:t>
            </a:r>
          </a:p>
        </p:txBody>
      </p:sp>
      <p:graphicFrame>
        <p:nvGraphicFramePr>
          <p:cNvPr id="3" name="Table 2"/>
          <p:cNvGraphicFramePr>
            <a:graphicFrameLocks noGrp="1"/>
          </p:cNvGraphicFramePr>
          <p:nvPr>
            <p:extLst>
              <p:ext uri="{D42A27DB-BD31-4B8C-83A1-F6EECF244321}">
                <p14:modId xmlns:p14="http://schemas.microsoft.com/office/powerpoint/2010/main" val="3511453072"/>
              </p:ext>
            </p:extLst>
          </p:nvPr>
        </p:nvGraphicFramePr>
        <p:xfrm>
          <a:off x="1994140" y="500442"/>
          <a:ext cx="8202169" cy="4402373"/>
        </p:xfrm>
        <a:graphic>
          <a:graphicData uri="http://schemas.openxmlformats.org/drawingml/2006/table">
            <a:tbl>
              <a:tblPr firstRow="1" bandRow="1">
                <a:tableStyleId>{5C22544A-7EE6-4342-B048-85BDC9FD1C3A}</a:tableStyleId>
              </a:tblPr>
              <a:tblGrid>
                <a:gridCol w="2291336">
                  <a:extLst>
                    <a:ext uri="{9D8B030D-6E8A-4147-A177-3AD203B41FA5}">
                      <a16:colId xmlns:a16="http://schemas.microsoft.com/office/drawing/2014/main" val="1594562831"/>
                    </a:ext>
                  </a:extLst>
                </a:gridCol>
                <a:gridCol w="5910833">
                  <a:extLst>
                    <a:ext uri="{9D8B030D-6E8A-4147-A177-3AD203B41FA5}">
                      <a16:colId xmlns:a16="http://schemas.microsoft.com/office/drawing/2014/main" val="3589633732"/>
                    </a:ext>
                  </a:extLst>
                </a:gridCol>
              </a:tblGrid>
              <a:tr h="396665">
                <a:tc>
                  <a:txBody>
                    <a:bodyPr/>
                    <a:lstStyle/>
                    <a:p>
                      <a:r>
                        <a:rPr lang="en-US" sz="1800">
                          <a:solidFill>
                            <a:schemeClr val="tx1"/>
                          </a:solidFill>
                          <a:latin typeface="+mn-lt"/>
                        </a:rPr>
                        <a:t>Scrum term</a:t>
                      </a:r>
                    </a:p>
                  </a:txBody>
                  <a:tcPr marL="90151" marR="90151" marT="45075" marB="450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a:solidFill>
                            <a:schemeClr val="tx1"/>
                          </a:solidFill>
                          <a:latin typeface="+mn-lt"/>
                        </a:rPr>
                        <a:t>Definition</a:t>
                      </a:r>
                    </a:p>
                  </a:txBody>
                  <a:tcPr marL="90151" marR="90151" marT="45075" marB="4507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833266"/>
                  </a:ext>
                </a:extLst>
              </a:tr>
              <a:tr h="952595">
                <a:tc>
                  <a:txBody>
                    <a:bodyPr/>
                    <a:lstStyle/>
                    <a:p>
                      <a:pPr indent="347345" algn="l">
                        <a:spcAft>
                          <a:spcPts val="600"/>
                        </a:spcAft>
                        <a:tabLst>
                          <a:tab pos="342900" algn="l"/>
                          <a:tab pos="685800" algn="l"/>
                          <a:tab pos="1028700" algn="l"/>
                        </a:tabLst>
                      </a:pPr>
                      <a:r>
                        <a:rPr lang="en-GB" sz="1400" baseline="0" dirty="0">
                          <a:solidFill>
                            <a:schemeClr val="tx1"/>
                          </a:solidFill>
                          <a:effectLst/>
                          <a:latin typeface="+mn-lt"/>
                          <a:ea typeface="Times New Roman"/>
                          <a:cs typeface="Times New Roman"/>
                        </a:rPr>
                        <a:t>Scrum</a:t>
                      </a:r>
                    </a:p>
                  </a:txBody>
                  <a:tcPr marL="67613" marR="676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l">
                        <a:spcAft>
                          <a:spcPts val="600"/>
                        </a:spcAft>
                        <a:tabLst>
                          <a:tab pos="342900" algn="l"/>
                          <a:tab pos="685800" algn="l"/>
                          <a:tab pos="1028700" algn="l"/>
                        </a:tabLst>
                      </a:pPr>
                      <a:r>
                        <a:rPr lang="en-GB" sz="1400" baseline="0" dirty="0">
                          <a:solidFill>
                            <a:schemeClr val="tx1"/>
                          </a:solidFill>
                          <a:effectLst/>
                          <a:latin typeface="+mn-lt"/>
                          <a:ea typeface="Times New Roman"/>
                          <a:cs typeface="Times New Roman"/>
                        </a:rPr>
                        <a:t>A daily meeting of the Scrum team that reviews progress and prioritizes work to be done that day. Ideally, this should be a short face-to-face meeting that includes the whole team.</a:t>
                      </a:r>
                    </a:p>
                    <a:p>
                      <a:pPr indent="0" algn="l">
                        <a:spcAft>
                          <a:spcPts val="600"/>
                        </a:spcAft>
                        <a:tabLst>
                          <a:tab pos="342900" algn="l"/>
                          <a:tab pos="685800" algn="l"/>
                          <a:tab pos="1028700" algn="l"/>
                        </a:tabLst>
                      </a:pPr>
                      <a:endParaRPr lang="en-GB" sz="1400" baseline="0" dirty="0">
                        <a:solidFill>
                          <a:schemeClr val="tx1"/>
                        </a:solidFill>
                        <a:effectLst/>
                        <a:latin typeface="+mn-lt"/>
                        <a:ea typeface="Times New Roman"/>
                        <a:cs typeface="Times New Roman"/>
                      </a:endParaRPr>
                    </a:p>
                  </a:txBody>
                  <a:tcPr marL="67613" marR="676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8254992"/>
                  </a:ext>
                </a:extLst>
              </a:tr>
              <a:tr h="1718878">
                <a:tc>
                  <a:txBody>
                    <a:bodyPr/>
                    <a:lstStyle/>
                    <a:p>
                      <a:pPr indent="347345" algn="l">
                        <a:spcAft>
                          <a:spcPts val="0"/>
                        </a:spcAft>
                        <a:tabLst>
                          <a:tab pos="342900" algn="l"/>
                          <a:tab pos="685800" algn="l"/>
                          <a:tab pos="1028700" algn="l"/>
                        </a:tabLst>
                      </a:pPr>
                      <a:r>
                        <a:rPr lang="en-GB" sz="1400" baseline="0" dirty="0">
                          <a:solidFill>
                            <a:schemeClr val="tx1"/>
                          </a:solidFill>
                          <a:effectLst/>
                          <a:latin typeface="+mn-lt"/>
                          <a:ea typeface="Times New Roman"/>
                          <a:cs typeface="Times New Roman"/>
                        </a:rPr>
                        <a:t>ScrumMaster</a:t>
                      </a:r>
                    </a:p>
                  </a:txBody>
                  <a:tcPr marL="67613" marR="676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l">
                        <a:spcAft>
                          <a:spcPts val="0"/>
                        </a:spcAft>
                        <a:tabLst>
                          <a:tab pos="342900" algn="l"/>
                          <a:tab pos="685800" algn="l"/>
                          <a:tab pos="1028700" algn="l"/>
                        </a:tabLst>
                      </a:pPr>
                      <a:r>
                        <a:rPr lang="en-GB" sz="1400" baseline="0" dirty="0">
                          <a:solidFill>
                            <a:schemeClr val="tx1"/>
                          </a:solidFill>
                          <a:effectLst/>
                          <a:latin typeface="+mn-lt"/>
                          <a:ea typeface="Times New Roman"/>
                          <a:cs typeface="Times New Roman"/>
                        </a:rPr>
                        <a:t>The ScrumMaster is responsible for ensuring that the Scrum process is followed and guides the team in the effective use of Scrum. He or she is responsible for interfacing with the rest of the company and for ensuring that the Scrum team is not diverted by outside interference. The Scrum developers are adamant that the ScrumMaster should not be thought of as a project manager. Others, however, may not always find it easy to see the difference.</a:t>
                      </a:r>
                    </a:p>
                    <a:p>
                      <a:pPr indent="0" algn="l">
                        <a:spcAft>
                          <a:spcPts val="0"/>
                        </a:spcAft>
                        <a:tabLst>
                          <a:tab pos="342900" algn="l"/>
                          <a:tab pos="685800" algn="l"/>
                          <a:tab pos="1028700" algn="l"/>
                        </a:tabLst>
                      </a:pPr>
                      <a:endParaRPr lang="en-GB" sz="1400" baseline="0" dirty="0">
                        <a:solidFill>
                          <a:schemeClr val="tx1"/>
                        </a:solidFill>
                        <a:effectLst/>
                        <a:latin typeface="+mn-lt"/>
                        <a:ea typeface="Times New Roman"/>
                        <a:cs typeface="Times New Roman"/>
                      </a:endParaRPr>
                    </a:p>
                  </a:txBody>
                  <a:tcPr marL="67613" marR="676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5000191"/>
                  </a:ext>
                </a:extLst>
              </a:tr>
              <a:tr h="246413">
                <a:tc>
                  <a:txBody>
                    <a:bodyPr/>
                    <a:lstStyle/>
                    <a:p>
                      <a:pPr indent="347345" algn="l">
                        <a:spcAft>
                          <a:spcPts val="0"/>
                        </a:spcAft>
                        <a:tabLst>
                          <a:tab pos="342900" algn="l"/>
                          <a:tab pos="685800" algn="l"/>
                          <a:tab pos="1028700" algn="l"/>
                        </a:tabLst>
                      </a:pPr>
                      <a:r>
                        <a:rPr lang="en-GB" sz="1400" baseline="0" dirty="0">
                          <a:solidFill>
                            <a:schemeClr val="tx1"/>
                          </a:solidFill>
                          <a:effectLst/>
                          <a:latin typeface="+mn-lt"/>
                          <a:ea typeface="Times New Roman"/>
                          <a:cs typeface="Times New Roman"/>
                        </a:rPr>
                        <a:t>Sprint</a:t>
                      </a:r>
                    </a:p>
                  </a:txBody>
                  <a:tcPr marL="67613" marR="676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l">
                        <a:spcAft>
                          <a:spcPts val="0"/>
                        </a:spcAft>
                        <a:tabLst>
                          <a:tab pos="342900" algn="l"/>
                          <a:tab pos="685800" algn="l"/>
                          <a:tab pos="1028700" algn="l"/>
                        </a:tabLst>
                      </a:pPr>
                      <a:r>
                        <a:rPr lang="en-GB" sz="1400" baseline="0" dirty="0">
                          <a:solidFill>
                            <a:schemeClr val="tx1"/>
                          </a:solidFill>
                          <a:effectLst/>
                          <a:latin typeface="+mn-lt"/>
                          <a:ea typeface="Times New Roman"/>
                          <a:cs typeface="Times New Roman"/>
                        </a:rPr>
                        <a:t>A development iteration. Sprints are usually 2-4 weeks long.</a:t>
                      </a:r>
                    </a:p>
                  </a:txBody>
                  <a:tcPr marL="67613" marR="676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4095571"/>
                  </a:ext>
                </a:extLst>
              </a:tr>
              <a:tr h="1087822">
                <a:tc>
                  <a:txBody>
                    <a:bodyPr/>
                    <a:lstStyle/>
                    <a:p>
                      <a:pPr indent="347345" algn="l">
                        <a:spcAft>
                          <a:spcPts val="0"/>
                        </a:spcAft>
                        <a:tabLst>
                          <a:tab pos="342900" algn="l"/>
                          <a:tab pos="685800" algn="l"/>
                          <a:tab pos="1028700" algn="l"/>
                        </a:tabLst>
                      </a:pPr>
                      <a:r>
                        <a:rPr lang="en-GB" sz="1400" baseline="0" dirty="0">
                          <a:solidFill>
                            <a:schemeClr val="tx1"/>
                          </a:solidFill>
                          <a:effectLst/>
                          <a:latin typeface="+mn-lt"/>
                          <a:ea typeface="Times New Roman"/>
                          <a:cs typeface="Times New Roman"/>
                        </a:rPr>
                        <a:t>Velocity</a:t>
                      </a:r>
                    </a:p>
                  </a:txBody>
                  <a:tcPr marL="67613" marR="676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l">
                        <a:spcAft>
                          <a:spcPts val="0"/>
                        </a:spcAft>
                        <a:tabLst>
                          <a:tab pos="342900" algn="l"/>
                          <a:tab pos="685800" algn="l"/>
                          <a:tab pos="1028700" algn="l"/>
                        </a:tabLst>
                      </a:pPr>
                      <a:r>
                        <a:rPr lang="en-GB" sz="1400" baseline="0" dirty="0">
                          <a:solidFill>
                            <a:schemeClr val="tx1"/>
                          </a:solidFill>
                          <a:effectLst/>
                          <a:latin typeface="+mn-lt"/>
                          <a:ea typeface="Times New Roman"/>
                          <a:cs typeface="Times New Roman"/>
                        </a:rPr>
                        <a:t>An estimate of how much product backlog effort that a team can cover in a single sprint.  Understanding a team’s velocity helps them estimate what can be covered in a sprint and provides a basis for measuring improving performance.</a:t>
                      </a:r>
                    </a:p>
                    <a:p>
                      <a:pPr indent="0" algn="l">
                        <a:spcAft>
                          <a:spcPts val="0"/>
                        </a:spcAft>
                        <a:tabLst>
                          <a:tab pos="342900" algn="l"/>
                          <a:tab pos="685800" algn="l"/>
                          <a:tab pos="1028700" algn="l"/>
                        </a:tabLst>
                      </a:pPr>
                      <a:endParaRPr lang="en-GB" sz="1400" baseline="0" dirty="0">
                        <a:solidFill>
                          <a:schemeClr val="tx1"/>
                        </a:solidFill>
                        <a:effectLst/>
                        <a:latin typeface="+mn-lt"/>
                        <a:ea typeface="Times New Roman"/>
                        <a:cs typeface="Times New Roman"/>
                      </a:endParaRPr>
                    </a:p>
                  </a:txBody>
                  <a:tcPr marL="67613" marR="67613"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6871540"/>
                  </a:ext>
                </a:extLst>
              </a:tr>
            </a:tbl>
          </a:graphicData>
        </a:graphic>
      </p:graphicFrame>
    </p:spTree>
    <p:extLst>
      <p:ext uri="{BB962C8B-B14F-4D97-AF65-F5344CB8AC3E}">
        <p14:creationId xmlns:p14="http://schemas.microsoft.com/office/powerpoint/2010/main" val="18935326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5" name="Rectangle 22534">
            <a:extLst>
              <a:ext uri="{FF2B5EF4-FFF2-40B4-BE49-F238E27FC236}">
                <a16:creationId xmlns:a16="http://schemas.microsoft.com/office/drawing/2014/main" id="{14D27876-614E-CCD5-5142-A650DBF0B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Title 1"/>
          <p:cNvSpPr>
            <a:spLocks noGrp="1"/>
          </p:cNvSpPr>
          <p:nvPr>
            <p:ph type="title"/>
          </p:nvPr>
        </p:nvSpPr>
        <p:spPr>
          <a:xfrm>
            <a:off x="1994140" y="5137536"/>
            <a:ext cx="8203720" cy="732129"/>
          </a:xfrm>
        </p:spPr>
        <p:txBody>
          <a:bodyPr vert="horz" lIns="91440" tIns="45720" rIns="91440" bIns="45720" rtlCol="0" anchor="b">
            <a:normAutofit/>
          </a:bodyPr>
          <a:lstStyle/>
          <a:p>
            <a:pPr algn="ctr">
              <a:lnSpc>
                <a:spcPct val="90000"/>
              </a:lnSpc>
              <a:spcBef>
                <a:spcPct val="0"/>
              </a:spcBef>
            </a:pPr>
            <a:r>
              <a:rPr lang="en-US" sz="3600">
                <a:solidFill>
                  <a:schemeClr val="tx1"/>
                </a:solidFill>
                <a:latin typeface="+mj-lt"/>
                <a:ea typeface="+mj-ea"/>
                <a:cs typeface="+mj-cs"/>
              </a:rPr>
              <a:t>Scrum Sprint Cycle</a:t>
            </a:r>
          </a:p>
        </p:txBody>
      </p:sp>
      <p:pic>
        <p:nvPicPr>
          <p:cNvPr id="5" name="Picture 4" descr="A feedback loop diagram depicting the steps of the scrum spring process. The diagram begins on the left with a block labeled review work to be done. This flows to two blocks, the first being product backlog and the second being select items. The product backlog also flows to select items. The select items block is the left half of a larger block, with the right half labeled plan sprint. The plan sprint block flows to two blocks, the first being sprint backlog and the second being sprint. The sprint backlog block also flows to sprint. The sprint block flows to two blocks, the first being potentially shippable software and the second being review sprint. An arrow flows from the review sprint block to the review work to be done block, and is labeled scrum."/>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4140" y="1062984"/>
            <a:ext cx="8202169" cy="3277285"/>
          </a:xfrm>
          <a:prstGeom prst="rect">
            <a:avLst/>
          </a:prstGeom>
        </p:spPr>
      </p:pic>
    </p:spTree>
    <p:extLst>
      <p:ext uri="{BB962C8B-B14F-4D97-AF65-F5344CB8AC3E}">
        <p14:creationId xmlns:p14="http://schemas.microsoft.com/office/powerpoint/2010/main" val="2038930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78633" name="Rectangle 1178632">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8626" name="Title 1"/>
          <p:cNvSpPr>
            <a:spLocks noGrp="1" noChangeArrowheads="1"/>
          </p:cNvSpPr>
          <p:nvPr>
            <p:ph type="title"/>
          </p:nvPr>
        </p:nvSpPr>
        <p:spPr>
          <a:xfrm>
            <a:off x="612649" y="548638"/>
            <a:ext cx="3493008" cy="5788152"/>
          </a:xfrm>
        </p:spPr>
        <p:txBody>
          <a:bodyPr anchor="ctr">
            <a:normAutofit/>
          </a:bodyPr>
          <a:lstStyle/>
          <a:p>
            <a:r>
              <a:rPr lang="en-US" sz="4000"/>
              <a:t>The Scrum Sprint Cycle</a:t>
            </a:r>
          </a:p>
        </p:txBody>
      </p:sp>
      <p:graphicFrame>
        <p:nvGraphicFramePr>
          <p:cNvPr id="1178629" name="Content Placeholder 2">
            <a:extLst>
              <a:ext uri="{FF2B5EF4-FFF2-40B4-BE49-F238E27FC236}">
                <a16:creationId xmlns:a16="http://schemas.microsoft.com/office/drawing/2014/main" id="{9985DD51-37FB-E71B-9D4F-A51A9A155497}"/>
              </a:ext>
            </a:extLst>
          </p:cNvPr>
          <p:cNvGraphicFramePr/>
          <p:nvPr>
            <p:extLst>
              <p:ext uri="{D42A27DB-BD31-4B8C-83A1-F6EECF244321}">
                <p14:modId xmlns:p14="http://schemas.microsoft.com/office/powerpoint/2010/main" val="3847862770"/>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7328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2729" name="Rectangle 118272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722" name="Title 1"/>
          <p:cNvSpPr>
            <a:spLocks noGrp="1" noChangeArrowheads="1"/>
          </p:cNvSpPr>
          <p:nvPr>
            <p:ph type="title"/>
          </p:nvPr>
        </p:nvSpPr>
        <p:spPr>
          <a:xfrm>
            <a:off x="612649" y="548638"/>
            <a:ext cx="3493008" cy="5788152"/>
          </a:xfrm>
        </p:spPr>
        <p:txBody>
          <a:bodyPr anchor="ctr">
            <a:normAutofit/>
          </a:bodyPr>
          <a:lstStyle/>
          <a:p>
            <a:r>
              <a:rPr lang="en-US" sz="4000"/>
              <a:t>The Sprint Cycle</a:t>
            </a:r>
          </a:p>
        </p:txBody>
      </p:sp>
      <p:graphicFrame>
        <p:nvGraphicFramePr>
          <p:cNvPr id="1182739" name="Content Placeholder 2">
            <a:extLst>
              <a:ext uri="{FF2B5EF4-FFF2-40B4-BE49-F238E27FC236}">
                <a16:creationId xmlns:a16="http://schemas.microsoft.com/office/drawing/2014/main" id="{1B2BE450-E382-48B9-CA43-CBCBD5D41A4E}"/>
              </a:ext>
            </a:extLst>
          </p:cNvPr>
          <p:cNvGraphicFramePr/>
          <p:nvPr>
            <p:extLst>
              <p:ext uri="{D42A27DB-BD31-4B8C-83A1-F6EECF244321}">
                <p14:modId xmlns:p14="http://schemas.microsoft.com/office/powerpoint/2010/main" val="1159661340"/>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35532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Teamwork in Scrum</a:t>
            </a:r>
            <a:endParaRPr lang="en-US" dirty="0"/>
          </a:p>
        </p:txBody>
      </p:sp>
      <p:sp>
        <p:nvSpPr>
          <p:cNvPr id="3" name="Content Placeholder 2"/>
          <p:cNvSpPr>
            <a:spLocks noGrp="1"/>
          </p:cNvSpPr>
          <p:nvPr>
            <p:ph type="body" idx="1"/>
          </p:nvPr>
        </p:nvSpPr>
        <p:spPr/>
        <p:txBody>
          <a:bodyPr/>
          <a:lstStyle/>
          <a:p>
            <a:r>
              <a:rPr lang="en-GB" sz="2200" dirty="0"/>
              <a:t>The ‘Scrum master’ is a facilitator who arranges daily meetings, tracks the backlog of work to be done, records decisions, measures progress against the backlog and communicates with customers and management outside of the team.</a:t>
            </a:r>
          </a:p>
          <a:p>
            <a:r>
              <a:rPr lang="en-GB" sz="2200" dirty="0"/>
              <a:t>The whole team attends short daily meetings (Scrums) where all team members share information, describe their progress since the last meeting, problems that have arisen and what is planned for the following day. </a:t>
            </a:r>
          </a:p>
          <a:p>
            <a:pPr lvl="1"/>
            <a:r>
              <a:rPr lang="en-GB" sz="2200" dirty="0"/>
              <a:t>This means that everyone on the team knows what is going on and, if problems arise, can re-plan short-term work to cope with them. </a:t>
            </a:r>
          </a:p>
        </p:txBody>
      </p:sp>
    </p:spTree>
    <p:extLst>
      <p:ext uri="{BB962C8B-B14F-4D97-AF65-F5344CB8AC3E}">
        <p14:creationId xmlns:p14="http://schemas.microsoft.com/office/powerpoint/2010/main" val="18215299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770" name="Title 1"/>
          <p:cNvSpPr>
            <a:spLocks noGrp="1" noChangeArrowheads="1"/>
          </p:cNvSpPr>
          <p:nvPr>
            <p:ph type="title"/>
          </p:nvPr>
        </p:nvSpPr>
        <p:spPr/>
        <p:txBody>
          <a:bodyPr/>
          <a:lstStyle/>
          <a:p>
            <a:r>
              <a:rPr lang="en-US"/>
              <a:t>Scrum Benefits</a:t>
            </a:r>
          </a:p>
        </p:txBody>
      </p:sp>
      <p:graphicFrame>
        <p:nvGraphicFramePr>
          <p:cNvPr id="1184779" name="Content Placeholder 2">
            <a:extLst>
              <a:ext uri="{FF2B5EF4-FFF2-40B4-BE49-F238E27FC236}">
                <a16:creationId xmlns:a16="http://schemas.microsoft.com/office/drawing/2014/main" id="{36CD5F42-B892-D265-489F-BE8D5F2ADABC}"/>
              </a:ext>
            </a:extLst>
          </p:cNvPr>
          <p:cNvGraphicFramePr/>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29008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People and Teams</a:t>
            </a:r>
          </a:p>
        </p:txBody>
      </p:sp>
      <p:sp>
        <p:nvSpPr>
          <p:cNvPr id="3" name="Content Placeholder 2"/>
          <p:cNvSpPr>
            <a:spLocks noGrp="1"/>
          </p:cNvSpPr>
          <p:nvPr>
            <p:ph type="body" idx="1"/>
          </p:nvPr>
        </p:nvSpPr>
        <p:spPr/>
        <p:txBody>
          <a:bodyPr/>
          <a:lstStyle/>
          <a:p>
            <a:r>
              <a:rPr lang="en-GB" sz="2200" dirty="0"/>
              <a:t>How good are the designers and programmers in the development team?</a:t>
            </a:r>
          </a:p>
          <a:p>
            <a:pPr lvl="1"/>
            <a:r>
              <a:rPr lang="en-GB" sz="2200" dirty="0"/>
              <a:t> It is sometimes argued that agile methods require higher skill levels than plan-based approaches in which programmers simply translate a detailed design into code.</a:t>
            </a:r>
          </a:p>
          <a:p>
            <a:r>
              <a:rPr lang="en-GB" sz="2200" dirty="0"/>
              <a:t>How is the development team organized?</a:t>
            </a:r>
          </a:p>
          <a:p>
            <a:pPr lvl="1"/>
            <a:r>
              <a:rPr lang="en-GB" sz="2200" dirty="0"/>
              <a:t>Design documents may be required if the team is distributed.</a:t>
            </a:r>
          </a:p>
          <a:p>
            <a:r>
              <a:rPr lang="en-GB" sz="2200" dirty="0"/>
              <a:t>What support technologies are available?</a:t>
            </a:r>
          </a:p>
          <a:p>
            <a:pPr lvl="1"/>
            <a:r>
              <a:rPr lang="en-GB" sz="2200" dirty="0"/>
              <a:t>I</a:t>
            </a:r>
            <a:r>
              <a:rPr lang="en-GB" sz="100" dirty="0"/>
              <a:t> </a:t>
            </a:r>
            <a:r>
              <a:rPr lang="en-GB" sz="2200" dirty="0"/>
              <a:t>D</a:t>
            </a:r>
            <a:r>
              <a:rPr lang="en-GB" sz="100" dirty="0"/>
              <a:t> </a:t>
            </a:r>
            <a:r>
              <a:rPr lang="en-GB" sz="2200" dirty="0"/>
              <a:t>E support for visualisation and program analysis is essential if design documentation is not available.</a:t>
            </a:r>
          </a:p>
        </p:txBody>
      </p:sp>
    </p:spTree>
    <p:extLst>
      <p:ext uri="{BB962C8B-B14F-4D97-AF65-F5344CB8AC3E}">
        <p14:creationId xmlns:p14="http://schemas.microsoft.com/office/powerpoint/2010/main" val="14766851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Issues</a:t>
            </a:r>
          </a:p>
        </p:txBody>
      </p:sp>
      <p:sp>
        <p:nvSpPr>
          <p:cNvPr id="5" name="Content Placeholder 4"/>
          <p:cNvSpPr>
            <a:spLocks noGrp="1"/>
          </p:cNvSpPr>
          <p:nvPr>
            <p:ph type="body" idx="1"/>
          </p:nvPr>
        </p:nvSpPr>
        <p:spPr/>
        <p:txBody>
          <a:bodyPr/>
          <a:lstStyle/>
          <a:p>
            <a:r>
              <a:rPr lang="en-GB" dirty="0"/>
              <a:t>Traditional engineering organizations have a culture of plan-based development, as this is the norm in engineering.</a:t>
            </a:r>
          </a:p>
          <a:p>
            <a:r>
              <a:rPr lang="en-GB" dirty="0"/>
              <a:t>Is it standard organizational practice to develop a detailed system specification?</a:t>
            </a:r>
          </a:p>
          <a:p>
            <a:r>
              <a:rPr lang="en-GB" dirty="0"/>
              <a:t>Will customer representatives be available to provide feedback of system increments?</a:t>
            </a:r>
          </a:p>
          <a:p>
            <a:r>
              <a:rPr lang="en-GB" dirty="0"/>
              <a:t>Can informal agile development fit into the organizational culture of detailed documentation?</a:t>
            </a:r>
          </a:p>
        </p:txBody>
      </p:sp>
    </p:spTree>
    <p:extLst>
      <p:ext uri="{BB962C8B-B14F-4D97-AF65-F5344CB8AC3E}">
        <p14:creationId xmlns:p14="http://schemas.microsoft.com/office/powerpoint/2010/main" val="932624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for Large Systems</a:t>
            </a:r>
          </a:p>
        </p:txBody>
      </p:sp>
      <p:sp>
        <p:nvSpPr>
          <p:cNvPr id="5" name="Content Placeholder 4"/>
          <p:cNvSpPr>
            <a:spLocks noGrp="1"/>
          </p:cNvSpPr>
          <p:nvPr>
            <p:ph type="body" idx="1"/>
          </p:nvPr>
        </p:nvSpPr>
        <p:spPr/>
        <p:txBody>
          <a:bodyPr/>
          <a:lstStyle/>
          <a:p>
            <a:r>
              <a:rPr lang="en-GB" sz="2200" dirty="0"/>
              <a:t>Large systems are usually collections of separate, communicating systems, where separate teams develop each system. Frequently, these teams are working in different places, sometimes in different time zones. </a:t>
            </a:r>
          </a:p>
          <a:p>
            <a:r>
              <a:rPr lang="en-GB" sz="2200" dirty="0"/>
              <a:t>Large systems are ‘brownfield systems’, that is they include and interact with a number of existing systems. Many of the system requirements are concerned with this interaction and so don’t really lend themselves to flexibility and incremental development. </a:t>
            </a:r>
          </a:p>
          <a:p>
            <a:r>
              <a:rPr lang="en-GB" sz="2200" dirty="0"/>
              <a:t>Where several systems are integrated to create a system, a significant fraction of the development is concerned with system configuration rather than original code development. </a:t>
            </a:r>
            <a:endParaRPr lang="en-US" sz="2200" dirty="0"/>
          </a:p>
        </p:txBody>
      </p:sp>
    </p:spTree>
    <p:extLst>
      <p:ext uri="{BB962C8B-B14F-4D97-AF65-F5344CB8AC3E}">
        <p14:creationId xmlns:p14="http://schemas.microsoft.com/office/powerpoint/2010/main" val="2766501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Large System Development</a:t>
            </a:r>
          </a:p>
        </p:txBody>
      </p:sp>
      <p:sp>
        <p:nvSpPr>
          <p:cNvPr id="5" name="Content Placeholder 4"/>
          <p:cNvSpPr>
            <a:spLocks noGrp="1"/>
          </p:cNvSpPr>
          <p:nvPr>
            <p:ph type="body" idx="1"/>
          </p:nvPr>
        </p:nvSpPr>
        <p:spPr/>
        <p:txBody>
          <a:bodyPr/>
          <a:lstStyle/>
          <a:p>
            <a:r>
              <a:rPr lang="en-GB" dirty="0"/>
              <a:t>Large systems and their development processes are often constrained by external rules and regulations limiting the way that they can be developed.</a:t>
            </a:r>
          </a:p>
          <a:p>
            <a:r>
              <a:rPr lang="en-GB" dirty="0"/>
              <a:t>Large systems have a long procurement and development time. It is difficult to maintain coherent teams who know about the system over that period as, inevitably, people move on to other jobs and projects. </a:t>
            </a:r>
          </a:p>
          <a:p>
            <a:r>
              <a:rPr lang="en-GB" dirty="0"/>
              <a:t>Large systems usually have a diverse set of stakeholders. It is practically impossible to involve all of these different stakeholders in the development process. </a:t>
            </a:r>
            <a:endParaRPr lang="en-US" dirty="0"/>
          </a:p>
        </p:txBody>
      </p:sp>
    </p:spTree>
    <p:extLst>
      <p:ext uri="{BB962C8B-B14F-4D97-AF65-F5344CB8AC3E}">
        <p14:creationId xmlns:p14="http://schemas.microsoft.com/office/powerpoint/2010/main" val="156614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 </a:t>
            </a:r>
            <a:r>
              <a:rPr lang="en-US" sz="2000" b="0" dirty="0"/>
              <a:t>(1 of 2)</a:t>
            </a:r>
          </a:p>
        </p:txBody>
      </p:sp>
      <p:sp>
        <p:nvSpPr>
          <p:cNvPr id="3" name="Content Placeholder 2"/>
          <p:cNvSpPr>
            <a:spLocks noGrp="1"/>
          </p:cNvSpPr>
          <p:nvPr>
            <p:ph type="body" idx="1"/>
          </p:nvPr>
        </p:nvSpPr>
        <p:spPr/>
        <p:txBody>
          <a:bodyPr/>
          <a:lstStyle/>
          <a:p>
            <a:r>
              <a:rPr lang="en-GB" dirty="0"/>
              <a:t>Agile methods are incremental development methods that focus on rapid software development, frequent releases of the software, reducing process overheads by minimizing documentation and producing high-quality code.  </a:t>
            </a:r>
          </a:p>
          <a:p>
            <a:r>
              <a:rPr lang="en-GB" dirty="0"/>
              <a:t>Agile development practices include </a:t>
            </a:r>
          </a:p>
          <a:p>
            <a:pPr lvl="1"/>
            <a:r>
              <a:rPr lang="en-GB" dirty="0"/>
              <a:t>User stories for system specification</a:t>
            </a:r>
          </a:p>
          <a:p>
            <a:pPr lvl="1"/>
            <a:r>
              <a:rPr lang="en-GB" dirty="0"/>
              <a:t> Frequent releases of the software, </a:t>
            </a:r>
          </a:p>
          <a:p>
            <a:pPr lvl="1"/>
            <a:r>
              <a:rPr lang="en-GB" dirty="0"/>
              <a:t>Continuous software improvement </a:t>
            </a:r>
          </a:p>
          <a:p>
            <a:pPr lvl="1"/>
            <a:r>
              <a:rPr lang="en-GB" dirty="0"/>
              <a:t>Test-first development</a:t>
            </a:r>
          </a:p>
          <a:p>
            <a:pPr lvl="1"/>
            <a:r>
              <a:rPr lang="en-GB" dirty="0"/>
              <a:t>Customer participation in the development team.</a:t>
            </a:r>
          </a:p>
        </p:txBody>
      </p:sp>
    </p:spTree>
    <p:extLst>
      <p:ext uri="{BB962C8B-B14F-4D97-AF65-F5344CB8AC3E}">
        <p14:creationId xmlns:p14="http://schemas.microsoft.com/office/powerpoint/2010/main" val="19309248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 </a:t>
            </a:r>
            <a:r>
              <a:rPr lang="en-US" sz="2000" b="0" dirty="0"/>
              <a:t>(2 of 2)</a:t>
            </a:r>
            <a:endParaRPr lang="en-US" dirty="0"/>
          </a:p>
        </p:txBody>
      </p:sp>
      <p:sp>
        <p:nvSpPr>
          <p:cNvPr id="3" name="Content Placeholder 2"/>
          <p:cNvSpPr>
            <a:spLocks noGrp="1"/>
          </p:cNvSpPr>
          <p:nvPr>
            <p:ph type="body" idx="1"/>
          </p:nvPr>
        </p:nvSpPr>
        <p:spPr/>
        <p:txBody>
          <a:bodyPr/>
          <a:lstStyle/>
          <a:p>
            <a:r>
              <a:rPr lang="en-GB" dirty="0"/>
              <a:t>Scrum is an agile method that provides a project management framework. </a:t>
            </a:r>
          </a:p>
          <a:p>
            <a:pPr lvl="1"/>
            <a:r>
              <a:rPr lang="en-GB" dirty="0"/>
              <a:t>It is centred round a set of sprints, which are fixed time periods when a system increment is developed.</a:t>
            </a:r>
          </a:p>
          <a:p>
            <a:r>
              <a:rPr lang="en-GB" dirty="0"/>
              <a:t>Many practical development methods are a mixture of plan-based and agile development. </a:t>
            </a:r>
          </a:p>
          <a:p>
            <a:r>
              <a:rPr lang="en-GB" dirty="0"/>
              <a:t>Scaling agile methods for large systems is difficult.</a:t>
            </a:r>
          </a:p>
          <a:p>
            <a:pPr lvl="1"/>
            <a:r>
              <a:rPr lang="en-GB" dirty="0"/>
              <a:t> Large systems need up-front design and some documentation and organizational practice may conflict with the informality of agile approaches.</a:t>
            </a:r>
          </a:p>
        </p:txBody>
      </p:sp>
    </p:spTree>
    <p:extLst>
      <p:ext uri="{BB962C8B-B14F-4D97-AF65-F5344CB8AC3E}">
        <p14:creationId xmlns:p14="http://schemas.microsoft.com/office/powerpoint/2010/main" val="3329522431"/>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3394</Words>
  <Application>Microsoft Macintosh PowerPoint</Application>
  <PresentationFormat>Widescreen</PresentationFormat>
  <Paragraphs>237</Paragraphs>
  <Slides>46</Slides>
  <Notes>3</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Aptos</vt:lpstr>
      <vt:lpstr>Arial</vt:lpstr>
      <vt:lpstr>Neue Haas Grotesk Text Pro</vt:lpstr>
      <vt:lpstr>Noto Sans Symbols</vt:lpstr>
      <vt:lpstr>Times New Roman</vt:lpstr>
      <vt:lpstr>Verdana</vt:lpstr>
      <vt:lpstr>VanillaVTI</vt:lpstr>
      <vt:lpstr>AGILE SOFTWARE DEVELOPMENT</vt:lpstr>
      <vt:lpstr>Learning Objectives</vt:lpstr>
      <vt:lpstr>Rapid Software Development</vt:lpstr>
      <vt:lpstr>Agile Development</vt:lpstr>
      <vt:lpstr>Plan-Driven and Agile Development (1 of 2)</vt:lpstr>
      <vt:lpstr>Agile Methods </vt:lpstr>
      <vt:lpstr>Agile Methods</vt:lpstr>
      <vt:lpstr>Plan-Driven and Agile Development(2 of 2)</vt:lpstr>
      <vt:lpstr>Agile Manifesto </vt:lpstr>
      <vt:lpstr>The Principles of Agile Methods </vt:lpstr>
      <vt:lpstr>Agile Method Applicability</vt:lpstr>
      <vt:lpstr>Agile Development Techniques </vt:lpstr>
      <vt:lpstr>Extreme Programming</vt:lpstr>
      <vt:lpstr>The Extreme Programming Release Cycle </vt:lpstr>
      <vt:lpstr>Extreme Programming Practices (a) </vt:lpstr>
      <vt:lpstr>Extreme Programming Practices (b)</vt:lpstr>
      <vt:lpstr>X P and Agile Principles</vt:lpstr>
      <vt:lpstr>Influential X P Practices</vt:lpstr>
      <vt:lpstr>User Stories for Requirements</vt:lpstr>
      <vt:lpstr>A 'Prescribing Medication' Story </vt:lpstr>
      <vt:lpstr>Examples of Task Cards for Prescribing Medication </vt:lpstr>
      <vt:lpstr>Refactoring (1 of 2)</vt:lpstr>
      <vt:lpstr>Refactoring (2 of 2)</vt:lpstr>
      <vt:lpstr>Examples of Refactoring</vt:lpstr>
      <vt:lpstr>Test-first Development</vt:lpstr>
      <vt:lpstr>Test-Driven Development</vt:lpstr>
      <vt:lpstr>Customer Involvement</vt:lpstr>
      <vt:lpstr>Problems with Test-First Development</vt:lpstr>
      <vt:lpstr>Pair Programming (1 of 2)</vt:lpstr>
      <vt:lpstr>Pair Programming (2 of 2)</vt:lpstr>
      <vt:lpstr>Agile Project Management </vt:lpstr>
      <vt:lpstr>Agile Project Management</vt:lpstr>
      <vt:lpstr>Scrum</vt:lpstr>
      <vt:lpstr>Scrum Terminology (a)</vt:lpstr>
      <vt:lpstr>Scrum Terminology (b)</vt:lpstr>
      <vt:lpstr>Scrum Sprint Cycle</vt:lpstr>
      <vt:lpstr>The Scrum Sprint Cycle</vt:lpstr>
      <vt:lpstr>The Sprint Cycle</vt:lpstr>
      <vt:lpstr>Teamwork in Scrum</vt:lpstr>
      <vt:lpstr>Scrum Benefits</vt:lpstr>
      <vt:lpstr>People and Teams</vt:lpstr>
      <vt:lpstr>Organizational Issues</vt:lpstr>
      <vt:lpstr>Agile Methods for Large Systems</vt:lpstr>
      <vt:lpstr>Large System Development</vt:lpstr>
      <vt:lpstr>Key Points (1 of 2)</vt:lpstr>
      <vt:lpstr>Key Points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Hazlina Haron</dc:creator>
  <cp:lastModifiedBy>Hazlina Haron</cp:lastModifiedBy>
  <cp:revision>1</cp:revision>
  <dcterms:created xsi:type="dcterms:W3CDTF">2025-06-11T02:53:08Z</dcterms:created>
  <dcterms:modified xsi:type="dcterms:W3CDTF">2025-06-11T04:01:12Z</dcterms:modified>
</cp:coreProperties>
</file>