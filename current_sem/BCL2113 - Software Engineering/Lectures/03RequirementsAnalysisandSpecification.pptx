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78" r:id="rId11"/>
    <p:sldId id="279" r:id="rId12"/>
    <p:sldId id="263" r:id="rId13"/>
    <p:sldId id="267" r:id="rId14"/>
    <p:sldId id="268" r:id="rId15"/>
    <p:sldId id="269" r:id="rId16"/>
    <p:sldId id="280" r:id="rId17"/>
    <p:sldId id="281" r:id="rId18"/>
    <p:sldId id="271" r:id="rId19"/>
    <p:sldId id="272" r:id="rId20"/>
    <p:sldId id="273" r:id="rId21"/>
    <p:sldId id="274" r:id="rId22"/>
    <p:sldId id="282" r:id="rId23"/>
    <p:sldId id="283" r:id="rId24"/>
    <p:sldId id="284" r:id="rId25"/>
    <p:sldId id="285" r:id="rId26"/>
    <p:sldId id="275" r:id="rId27"/>
    <p:sldId id="28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B0BAC-A710-4643-8EE8-8D5F2B988E17}" v="33" dt="2025-09-26T01:48:13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0706"/>
  </p:normalViewPr>
  <p:slideViewPr>
    <p:cSldViewPr snapToGrid="0" snapToObjects="1">
      <p:cViewPr varScale="1">
        <p:scale>
          <a:sx n="82" d="100"/>
          <a:sy n="82" d="100"/>
        </p:scale>
        <p:origin x="1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zlina binti Haron" userId="00a9b89f-eaec-49ca-9fc2-e7a3c9ffdcf7" providerId="ADAL" clId="{779AFF34-B550-5125-AC3D-689BD0EBE757}"/>
    <pc:docChg chg="undo custSel addSld delSld modSld">
      <pc:chgData name="Hazlina binti Haron" userId="00a9b89f-eaec-49ca-9fc2-e7a3c9ffdcf7" providerId="ADAL" clId="{779AFF34-B550-5125-AC3D-689BD0EBE757}" dt="2025-09-26T01:50:33.936" v="569" actId="20577"/>
      <pc:docMkLst>
        <pc:docMk/>
      </pc:docMkLst>
      <pc:sldChg chg="addSp modSp mod">
        <pc:chgData name="Hazlina binti Haron" userId="00a9b89f-eaec-49ca-9fc2-e7a3c9ffdcf7" providerId="ADAL" clId="{779AFF34-B550-5125-AC3D-689BD0EBE757}" dt="2025-09-26T01:03:12.638" v="50" actId="20577"/>
        <pc:sldMkLst>
          <pc:docMk/>
          <pc:sldMk cId="0" sldId="257"/>
        </pc:sldMkLst>
        <pc:spChg chg="mod">
          <ac:chgData name="Hazlina binti Haron" userId="00a9b89f-eaec-49ca-9fc2-e7a3c9ffdcf7" providerId="ADAL" clId="{779AFF34-B550-5125-AC3D-689BD0EBE757}" dt="2025-09-26T01:02:32.805" v="0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Hazlina binti Haron" userId="00a9b89f-eaec-49ca-9fc2-e7a3c9ffdcf7" providerId="ADAL" clId="{779AFF34-B550-5125-AC3D-689BD0EBE757}" dt="2025-09-26T01:03:12.638" v="50" actId="20577"/>
          <ac:spMkLst>
            <pc:docMk/>
            <pc:sldMk cId="0" sldId="257"/>
            <ac:spMk id="4" creationId="{35E2D555-F2C4-9FEB-3322-7899E78C6BE6}"/>
          </ac:spMkLst>
        </pc:spChg>
      </pc:sldChg>
      <pc:sldChg chg="addSp modSp mod">
        <pc:chgData name="Hazlina binti Haron" userId="00a9b89f-eaec-49ca-9fc2-e7a3c9ffdcf7" providerId="ADAL" clId="{779AFF34-B550-5125-AC3D-689BD0EBE757}" dt="2025-09-26T01:07:21.629" v="83" actId="20577"/>
        <pc:sldMkLst>
          <pc:docMk/>
          <pc:sldMk cId="0" sldId="259"/>
        </pc:sldMkLst>
        <pc:spChg chg="add mod">
          <ac:chgData name="Hazlina binti Haron" userId="00a9b89f-eaec-49ca-9fc2-e7a3c9ffdcf7" providerId="ADAL" clId="{779AFF34-B550-5125-AC3D-689BD0EBE757}" dt="2025-09-26T01:07:21.629" v="83" actId="20577"/>
          <ac:spMkLst>
            <pc:docMk/>
            <pc:sldMk cId="0" sldId="259"/>
            <ac:spMk id="4" creationId="{627672FE-83AC-F4D3-DB73-39416DE4B190}"/>
          </ac:spMkLst>
        </pc:spChg>
      </pc:sldChg>
      <pc:sldChg chg="modNotesTx">
        <pc:chgData name="Hazlina binti Haron" userId="00a9b89f-eaec-49ca-9fc2-e7a3c9ffdcf7" providerId="ADAL" clId="{779AFF34-B550-5125-AC3D-689BD0EBE757}" dt="2025-09-26T01:23:32.797" v="86" actId="20577"/>
        <pc:sldMkLst>
          <pc:docMk/>
          <pc:sldMk cId="0" sldId="260"/>
        </pc:sldMkLst>
      </pc:sldChg>
      <pc:sldChg chg="modSp mod modNotesTx">
        <pc:chgData name="Hazlina binti Haron" userId="00a9b89f-eaec-49ca-9fc2-e7a3c9ffdcf7" providerId="ADAL" clId="{779AFF34-B550-5125-AC3D-689BD0EBE757}" dt="2025-09-26T01:27:07.778" v="175" actId="14100"/>
        <pc:sldMkLst>
          <pc:docMk/>
          <pc:sldMk cId="0" sldId="261"/>
        </pc:sldMkLst>
        <pc:spChg chg="mod">
          <ac:chgData name="Hazlina binti Haron" userId="00a9b89f-eaec-49ca-9fc2-e7a3c9ffdcf7" providerId="ADAL" clId="{779AFF34-B550-5125-AC3D-689BD0EBE757}" dt="2025-09-26T01:27:07.778" v="175" actId="14100"/>
          <ac:spMkLst>
            <pc:docMk/>
            <pc:sldMk cId="0" sldId="261"/>
            <ac:spMk id="3" creationId="{00000000-0000-0000-0000-000000000000}"/>
          </ac:spMkLst>
        </pc:spChg>
      </pc:sldChg>
      <pc:sldChg chg="modNotesTx">
        <pc:chgData name="Hazlina binti Haron" userId="00a9b89f-eaec-49ca-9fc2-e7a3c9ffdcf7" providerId="ADAL" clId="{779AFF34-B550-5125-AC3D-689BD0EBE757}" dt="2025-09-26T01:30:48.369" v="176" actId="20577"/>
        <pc:sldMkLst>
          <pc:docMk/>
          <pc:sldMk cId="0" sldId="262"/>
        </pc:sldMkLst>
      </pc:sldChg>
      <pc:sldChg chg="modSp mod">
        <pc:chgData name="Hazlina binti Haron" userId="00a9b89f-eaec-49ca-9fc2-e7a3c9ffdcf7" providerId="ADAL" clId="{779AFF34-B550-5125-AC3D-689BD0EBE757}" dt="2025-09-26T01:34:13.820" v="308" actId="20577"/>
        <pc:sldMkLst>
          <pc:docMk/>
          <pc:sldMk cId="0" sldId="263"/>
        </pc:sldMkLst>
        <pc:spChg chg="mod">
          <ac:chgData name="Hazlina binti Haron" userId="00a9b89f-eaec-49ca-9fc2-e7a3c9ffdcf7" providerId="ADAL" clId="{779AFF34-B550-5125-AC3D-689BD0EBE757}" dt="2025-09-26T01:34:13.820" v="308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Hazlina binti Haron" userId="00a9b89f-eaec-49ca-9fc2-e7a3c9ffdcf7" providerId="ADAL" clId="{779AFF34-B550-5125-AC3D-689BD0EBE757}" dt="2025-09-26T01:34:02.570" v="284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Hazlina binti Haron" userId="00a9b89f-eaec-49ca-9fc2-e7a3c9ffdcf7" providerId="ADAL" clId="{779AFF34-B550-5125-AC3D-689BD0EBE757}" dt="2025-09-26T01:33:48.842" v="281" actId="2696"/>
        <pc:sldMkLst>
          <pc:docMk/>
          <pc:sldMk cId="0" sldId="264"/>
        </pc:sldMkLst>
      </pc:sldChg>
      <pc:sldChg chg="del">
        <pc:chgData name="Hazlina binti Haron" userId="00a9b89f-eaec-49ca-9fc2-e7a3c9ffdcf7" providerId="ADAL" clId="{779AFF34-B550-5125-AC3D-689BD0EBE757}" dt="2025-09-26T01:33:48.848" v="282" actId="2696"/>
        <pc:sldMkLst>
          <pc:docMk/>
          <pc:sldMk cId="0" sldId="265"/>
        </pc:sldMkLst>
      </pc:sldChg>
      <pc:sldChg chg="del">
        <pc:chgData name="Hazlina binti Haron" userId="00a9b89f-eaec-49ca-9fc2-e7a3c9ffdcf7" providerId="ADAL" clId="{779AFF34-B550-5125-AC3D-689BD0EBE757}" dt="2025-09-26T01:33:48.851" v="283" actId="2696"/>
        <pc:sldMkLst>
          <pc:docMk/>
          <pc:sldMk cId="0" sldId="266"/>
        </pc:sldMkLst>
      </pc:sldChg>
      <pc:sldChg chg="modSp mod">
        <pc:chgData name="Hazlina binti Haron" userId="00a9b89f-eaec-49ca-9fc2-e7a3c9ffdcf7" providerId="ADAL" clId="{779AFF34-B550-5125-AC3D-689BD0EBE757}" dt="2025-09-26T01:36:26.892" v="319"/>
        <pc:sldMkLst>
          <pc:docMk/>
          <pc:sldMk cId="0" sldId="268"/>
        </pc:sldMkLst>
        <pc:spChg chg="mod">
          <ac:chgData name="Hazlina binti Haron" userId="00a9b89f-eaec-49ca-9fc2-e7a3c9ffdcf7" providerId="ADAL" clId="{779AFF34-B550-5125-AC3D-689BD0EBE757}" dt="2025-09-26T01:36:26.892" v="319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Hazlina binti Haron" userId="00a9b89f-eaec-49ca-9fc2-e7a3c9ffdcf7" providerId="ADAL" clId="{779AFF34-B550-5125-AC3D-689BD0EBE757}" dt="2025-09-26T01:36:20.424" v="318" actId="27636"/>
        <pc:sldMkLst>
          <pc:docMk/>
          <pc:sldMk cId="0" sldId="269"/>
        </pc:sldMkLst>
        <pc:spChg chg="mod">
          <ac:chgData name="Hazlina binti Haron" userId="00a9b89f-eaec-49ca-9fc2-e7a3c9ffdcf7" providerId="ADAL" clId="{779AFF34-B550-5125-AC3D-689BD0EBE757}" dt="2025-09-26T01:36:20.424" v="318" actId="27636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mod">
        <pc:chgData name="Hazlina binti Haron" userId="00a9b89f-eaec-49ca-9fc2-e7a3c9ffdcf7" providerId="ADAL" clId="{779AFF34-B550-5125-AC3D-689BD0EBE757}" dt="2025-09-26T01:45:44.841" v="371"/>
        <pc:sldMkLst>
          <pc:docMk/>
          <pc:sldMk cId="0" sldId="271"/>
        </pc:sldMkLst>
        <pc:spChg chg="mod">
          <ac:chgData name="Hazlina binti Haron" userId="00a9b89f-eaec-49ca-9fc2-e7a3c9ffdcf7" providerId="ADAL" clId="{779AFF34-B550-5125-AC3D-689BD0EBE757}" dt="2025-09-26T01:45:40.788" v="369" actId="27636"/>
          <ac:spMkLst>
            <pc:docMk/>
            <pc:sldMk cId="0" sldId="271"/>
            <ac:spMk id="3" creationId="{00000000-0000-0000-0000-000000000000}"/>
          </ac:spMkLst>
        </pc:spChg>
        <pc:spChg chg="add del mod">
          <ac:chgData name="Hazlina binti Haron" userId="00a9b89f-eaec-49ca-9fc2-e7a3c9ffdcf7" providerId="ADAL" clId="{779AFF34-B550-5125-AC3D-689BD0EBE757}" dt="2025-09-26T01:45:44.841" v="371"/>
          <ac:spMkLst>
            <pc:docMk/>
            <pc:sldMk cId="0" sldId="271"/>
            <ac:spMk id="4" creationId="{0E42FA55-0563-D646-3FB2-2B6278C5458B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26T01:34:29.444" v="309" actId="26606"/>
        <pc:sldMkLst>
          <pc:docMk/>
          <pc:sldMk cId="3130891847" sldId="276"/>
        </pc:sldMkLst>
        <pc:spChg chg="mod">
          <ac:chgData name="Hazlina binti Haron" userId="00a9b89f-eaec-49ca-9fc2-e7a3c9ffdcf7" providerId="ADAL" clId="{779AFF34-B550-5125-AC3D-689BD0EBE757}" dt="2025-09-26T01:34:29.444" v="309" actId="26606"/>
          <ac:spMkLst>
            <pc:docMk/>
            <pc:sldMk cId="3130891847" sldId="276"/>
            <ac:spMk id="2" creationId="{EDE1A4A5-86BD-BBD2-F6B0-E4ADEFF94581}"/>
          </ac:spMkLst>
        </pc:spChg>
        <pc:spChg chg="mod">
          <ac:chgData name="Hazlina binti Haron" userId="00a9b89f-eaec-49ca-9fc2-e7a3c9ffdcf7" providerId="ADAL" clId="{779AFF34-B550-5125-AC3D-689BD0EBE757}" dt="2025-09-26T01:34:29.444" v="309" actId="26606"/>
          <ac:spMkLst>
            <pc:docMk/>
            <pc:sldMk cId="3130891847" sldId="276"/>
            <ac:spMk id="3" creationId="{8FA997CB-45A8-695F-CC50-E6D3591EF21E}"/>
          </ac:spMkLst>
        </pc:spChg>
        <pc:spChg chg="add">
          <ac:chgData name="Hazlina binti Haron" userId="00a9b89f-eaec-49ca-9fc2-e7a3c9ffdcf7" providerId="ADAL" clId="{779AFF34-B550-5125-AC3D-689BD0EBE757}" dt="2025-09-26T01:34:29.444" v="309" actId="26606"/>
          <ac:spMkLst>
            <pc:docMk/>
            <pc:sldMk cId="3130891847" sldId="276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34:29.444" v="309" actId="26606"/>
          <ac:spMkLst>
            <pc:docMk/>
            <pc:sldMk cId="3130891847" sldId="276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34:29.444" v="309" actId="26606"/>
          <ac:spMkLst>
            <pc:docMk/>
            <pc:sldMk cId="3130891847" sldId="276"/>
            <ac:spMk id="12" creationId="{081E4A58-353D-44AE-B2FC-2A74E2E400F7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26T01:34:33.968" v="310" actId="26606"/>
        <pc:sldMkLst>
          <pc:docMk/>
          <pc:sldMk cId="3682009862" sldId="277"/>
        </pc:sldMkLst>
        <pc:spChg chg="mod">
          <ac:chgData name="Hazlina binti Haron" userId="00a9b89f-eaec-49ca-9fc2-e7a3c9ffdcf7" providerId="ADAL" clId="{779AFF34-B550-5125-AC3D-689BD0EBE757}" dt="2025-09-26T01:34:33.968" v="310" actId="26606"/>
          <ac:spMkLst>
            <pc:docMk/>
            <pc:sldMk cId="3682009862" sldId="277"/>
            <ac:spMk id="2" creationId="{E3CB299B-71BE-914E-E04C-ECA5B214CE5E}"/>
          </ac:spMkLst>
        </pc:spChg>
        <pc:spChg chg="mod">
          <ac:chgData name="Hazlina binti Haron" userId="00a9b89f-eaec-49ca-9fc2-e7a3c9ffdcf7" providerId="ADAL" clId="{779AFF34-B550-5125-AC3D-689BD0EBE757}" dt="2025-09-26T01:34:33.968" v="310" actId="26606"/>
          <ac:spMkLst>
            <pc:docMk/>
            <pc:sldMk cId="3682009862" sldId="277"/>
            <ac:spMk id="3" creationId="{56EB1EA9-DE69-411C-1B85-4E8B88678BB3}"/>
          </ac:spMkLst>
        </pc:spChg>
        <pc:spChg chg="add">
          <ac:chgData name="Hazlina binti Haron" userId="00a9b89f-eaec-49ca-9fc2-e7a3c9ffdcf7" providerId="ADAL" clId="{779AFF34-B550-5125-AC3D-689BD0EBE757}" dt="2025-09-26T01:34:33.968" v="310" actId="26606"/>
          <ac:spMkLst>
            <pc:docMk/>
            <pc:sldMk cId="3682009862" sldId="277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34:33.968" v="310" actId="26606"/>
          <ac:spMkLst>
            <pc:docMk/>
            <pc:sldMk cId="3682009862" sldId="277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34:33.968" v="310" actId="26606"/>
          <ac:spMkLst>
            <pc:docMk/>
            <pc:sldMk cId="3682009862" sldId="277"/>
            <ac:spMk id="12" creationId="{081E4A58-353D-44AE-B2FC-2A74E2E400F7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26T01:34:39.427" v="311" actId="26606"/>
        <pc:sldMkLst>
          <pc:docMk/>
          <pc:sldMk cId="3499843854" sldId="278"/>
        </pc:sldMkLst>
        <pc:spChg chg="mod">
          <ac:chgData name="Hazlina binti Haron" userId="00a9b89f-eaec-49ca-9fc2-e7a3c9ffdcf7" providerId="ADAL" clId="{779AFF34-B550-5125-AC3D-689BD0EBE757}" dt="2025-09-26T01:34:39.427" v="311" actId="26606"/>
          <ac:spMkLst>
            <pc:docMk/>
            <pc:sldMk cId="3499843854" sldId="278"/>
            <ac:spMk id="2" creationId="{BCDEFAC5-6480-8887-B999-1DE6384046C6}"/>
          </ac:spMkLst>
        </pc:spChg>
        <pc:spChg chg="mod">
          <ac:chgData name="Hazlina binti Haron" userId="00a9b89f-eaec-49ca-9fc2-e7a3c9ffdcf7" providerId="ADAL" clId="{779AFF34-B550-5125-AC3D-689BD0EBE757}" dt="2025-09-26T01:34:39.427" v="311" actId="26606"/>
          <ac:spMkLst>
            <pc:docMk/>
            <pc:sldMk cId="3499843854" sldId="278"/>
            <ac:spMk id="3" creationId="{8B9F54FE-7CBB-E6CF-A2B0-D1FE35AFACF2}"/>
          </ac:spMkLst>
        </pc:spChg>
        <pc:spChg chg="add">
          <ac:chgData name="Hazlina binti Haron" userId="00a9b89f-eaec-49ca-9fc2-e7a3c9ffdcf7" providerId="ADAL" clId="{779AFF34-B550-5125-AC3D-689BD0EBE757}" dt="2025-09-26T01:34:39.427" v="311" actId="26606"/>
          <ac:spMkLst>
            <pc:docMk/>
            <pc:sldMk cId="3499843854" sldId="278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34:39.427" v="311" actId="26606"/>
          <ac:spMkLst>
            <pc:docMk/>
            <pc:sldMk cId="3499843854" sldId="278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34:39.427" v="311" actId="26606"/>
          <ac:spMkLst>
            <pc:docMk/>
            <pc:sldMk cId="3499843854" sldId="278"/>
            <ac:spMk id="12" creationId="{081E4A58-353D-44AE-B2FC-2A74E2E400F7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26T01:34:44.064" v="312" actId="26606"/>
        <pc:sldMkLst>
          <pc:docMk/>
          <pc:sldMk cId="4253164446" sldId="279"/>
        </pc:sldMkLst>
        <pc:spChg chg="mod">
          <ac:chgData name="Hazlina binti Haron" userId="00a9b89f-eaec-49ca-9fc2-e7a3c9ffdcf7" providerId="ADAL" clId="{779AFF34-B550-5125-AC3D-689BD0EBE757}" dt="2025-09-26T01:34:44.064" v="312" actId="26606"/>
          <ac:spMkLst>
            <pc:docMk/>
            <pc:sldMk cId="4253164446" sldId="279"/>
            <ac:spMk id="2" creationId="{810D32A1-D92D-6CE7-1941-125AB2F58CCE}"/>
          </ac:spMkLst>
        </pc:spChg>
        <pc:spChg chg="mod">
          <ac:chgData name="Hazlina binti Haron" userId="00a9b89f-eaec-49ca-9fc2-e7a3c9ffdcf7" providerId="ADAL" clId="{779AFF34-B550-5125-AC3D-689BD0EBE757}" dt="2025-09-26T01:34:44.064" v="312" actId="26606"/>
          <ac:spMkLst>
            <pc:docMk/>
            <pc:sldMk cId="4253164446" sldId="279"/>
            <ac:spMk id="3" creationId="{510DDF85-D59E-ACEE-D05D-84F604C93B39}"/>
          </ac:spMkLst>
        </pc:spChg>
        <pc:spChg chg="add">
          <ac:chgData name="Hazlina binti Haron" userId="00a9b89f-eaec-49ca-9fc2-e7a3c9ffdcf7" providerId="ADAL" clId="{779AFF34-B550-5125-AC3D-689BD0EBE757}" dt="2025-09-26T01:34:44.064" v="312" actId="26606"/>
          <ac:spMkLst>
            <pc:docMk/>
            <pc:sldMk cId="4253164446" sldId="279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34:44.064" v="312" actId="26606"/>
          <ac:spMkLst>
            <pc:docMk/>
            <pc:sldMk cId="4253164446" sldId="279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34:44.064" v="312" actId="26606"/>
          <ac:spMkLst>
            <pc:docMk/>
            <pc:sldMk cId="4253164446" sldId="279"/>
            <ac:spMk id="12" creationId="{081E4A58-353D-44AE-B2FC-2A74E2E400F7}"/>
          </ac:spMkLst>
        </pc:spChg>
      </pc:sldChg>
      <pc:sldChg chg="addSp delSp modSp add mod setBg delDesignElem">
        <pc:chgData name="Hazlina binti Haron" userId="00a9b89f-eaec-49ca-9fc2-e7a3c9ffdcf7" providerId="ADAL" clId="{779AFF34-B550-5125-AC3D-689BD0EBE757}" dt="2025-09-26T01:40:49.161" v="343" actId="20577"/>
        <pc:sldMkLst>
          <pc:docMk/>
          <pc:sldMk cId="4224268386" sldId="280"/>
        </pc:sldMkLst>
        <pc:spChg chg="mod">
          <ac:chgData name="Hazlina binti Haron" userId="00a9b89f-eaec-49ca-9fc2-e7a3c9ffdcf7" providerId="ADAL" clId="{779AFF34-B550-5125-AC3D-689BD0EBE757}" dt="2025-09-26T01:39:45.220" v="323" actId="27636"/>
          <ac:spMkLst>
            <pc:docMk/>
            <pc:sldMk cId="4224268386" sldId="280"/>
            <ac:spMk id="3" creationId="{59C8D063-097C-DAEC-476F-5DE9766E22A3}"/>
          </ac:spMkLst>
        </pc:spChg>
        <pc:spChg chg="add mod">
          <ac:chgData name="Hazlina binti Haron" userId="00a9b89f-eaec-49ca-9fc2-e7a3c9ffdcf7" providerId="ADAL" clId="{779AFF34-B550-5125-AC3D-689BD0EBE757}" dt="2025-09-26T01:40:49.161" v="343" actId="20577"/>
          <ac:spMkLst>
            <pc:docMk/>
            <pc:sldMk cId="4224268386" sldId="280"/>
            <ac:spMk id="4" creationId="{446F2328-562C-80EC-1FE8-A32A493DFCE9}"/>
          </ac:spMkLst>
        </pc:spChg>
        <pc:spChg chg="del">
          <ac:chgData name="Hazlina binti Haron" userId="00a9b89f-eaec-49ca-9fc2-e7a3c9ffdcf7" providerId="ADAL" clId="{779AFF34-B550-5125-AC3D-689BD0EBE757}" dt="2025-09-26T01:39:30.846" v="321"/>
          <ac:spMkLst>
            <pc:docMk/>
            <pc:sldMk cId="4224268386" sldId="280"/>
            <ac:spMk id="8" creationId="{22DA3D00-986D-7C90-AB38-56344FEF1D8E}"/>
          </ac:spMkLst>
        </pc:spChg>
        <pc:spChg chg="del">
          <ac:chgData name="Hazlina binti Haron" userId="00a9b89f-eaec-49ca-9fc2-e7a3c9ffdcf7" providerId="ADAL" clId="{779AFF34-B550-5125-AC3D-689BD0EBE757}" dt="2025-09-26T01:39:30.846" v="321"/>
          <ac:spMkLst>
            <pc:docMk/>
            <pc:sldMk cId="4224268386" sldId="280"/>
            <ac:spMk id="10" creationId="{5412BF85-426E-C472-0F18-E21C1B027308}"/>
          </ac:spMkLst>
        </pc:spChg>
        <pc:spChg chg="del">
          <ac:chgData name="Hazlina binti Haron" userId="00a9b89f-eaec-49ca-9fc2-e7a3c9ffdcf7" providerId="ADAL" clId="{779AFF34-B550-5125-AC3D-689BD0EBE757}" dt="2025-09-26T01:39:30.846" v="321"/>
          <ac:spMkLst>
            <pc:docMk/>
            <pc:sldMk cId="4224268386" sldId="280"/>
            <ac:spMk id="12" creationId="{151D1F40-B00A-9773-D7AE-E60860A8AA08}"/>
          </ac:spMkLst>
        </pc:spChg>
      </pc:sldChg>
      <pc:sldChg chg="addSp delSp add del setBg delDesignElem">
        <pc:chgData name="Hazlina binti Haron" userId="00a9b89f-eaec-49ca-9fc2-e7a3c9ffdcf7" providerId="ADAL" clId="{779AFF34-B550-5125-AC3D-689BD0EBE757}" dt="2025-09-26T01:40:23.680" v="327"/>
        <pc:sldMkLst>
          <pc:docMk/>
          <pc:sldMk cId="2389962095" sldId="281"/>
        </pc:sldMkLst>
        <pc:spChg chg="add del">
          <ac:chgData name="Hazlina binti Haron" userId="00a9b89f-eaec-49ca-9fc2-e7a3c9ffdcf7" providerId="ADAL" clId="{779AFF34-B550-5125-AC3D-689BD0EBE757}" dt="2025-09-26T01:40:23.680" v="327"/>
          <ac:spMkLst>
            <pc:docMk/>
            <pc:sldMk cId="2389962095" sldId="281"/>
            <ac:spMk id="8" creationId="{E027E60F-0CA6-0F01-CB9B-53C7D549A33B}"/>
          </ac:spMkLst>
        </pc:spChg>
        <pc:spChg chg="add del">
          <ac:chgData name="Hazlina binti Haron" userId="00a9b89f-eaec-49ca-9fc2-e7a3c9ffdcf7" providerId="ADAL" clId="{779AFF34-B550-5125-AC3D-689BD0EBE757}" dt="2025-09-26T01:40:23.680" v="327"/>
          <ac:spMkLst>
            <pc:docMk/>
            <pc:sldMk cId="2389962095" sldId="281"/>
            <ac:spMk id="10" creationId="{8413E27C-F1D8-91F8-5906-04F1936D787B}"/>
          </ac:spMkLst>
        </pc:spChg>
        <pc:spChg chg="add del">
          <ac:chgData name="Hazlina binti Haron" userId="00a9b89f-eaec-49ca-9fc2-e7a3c9ffdcf7" providerId="ADAL" clId="{779AFF34-B550-5125-AC3D-689BD0EBE757}" dt="2025-09-26T01:40:23.680" v="327"/>
          <ac:spMkLst>
            <pc:docMk/>
            <pc:sldMk cId="2389962095" sldId="281"/>
            <ac:spMk id="12" creationId="{4FA43DF6-BA4D-F3DB-2A4A-3CB4A23A30EE}"/>
          </ac:spMkLst>
        </pc:spChg>
      </pc:sldChg>
      <pc:sldChg chg="addSp delSp modSp new mod setBg">
        <pc:chgData name="Hazlina binti Haron" userId="00a9b89f-eaec-49ca-9fc2-e7a3c9ffdcf7" providerId="ADAL" clId="{779AFF34-B550-5125-AC3D-689BD0EBE757}" dt="2025-09-26T01:42:07.582" v="366" actId="26606"/>
        <pc:sldMkLst>
          <pc:docMk/>
          <pc:sldMk cId="3499059884" sldId="281"/>
        </pc:sldMkLst>
        <pc:spChg chg="mod">
          <ac:chgData name="Hazlina binti Haron" userId="00a9b89f-eaec-49ca-9fc2-e7a3c9ffdcf7" providerId="ADAL" clId="{779AFF34-B550-5125-AC3D-689BD0EBE757}" dt="2025-09-26T01:42:07.582" v="366" actId="26606"/>
          <ac:spMkLst>
            <pc:docMk/>
            <pc:sldMk cId="3499059884" sldId="281"/>
            <ac:spMk id="2" creationId="{6C09D6ED-CF02-EC0E-B4EC-2C87B0A3B826}"/>
          </ac:spMkLst>
        </pc:spChg>
        <pc:spChg chg="del mod">
          <ac:chgData name="Hazlina binti Haron" userId="00a9b89f-eaec-49ca-9fc2-e7a3c9ffdcf7" providerId="ADAL" clId="{779AFF34-B550-5125-AC3D-689BD0EBE757}" dt="2025-09-26T01:42:07.582" v="366" actId="26606"/>
          <ac:spMkLst>
            <pc:docMk/>
            <pc:sldMk cId="3499059884" sldId="281"/>
            <ac:spMk id="3" creationId="{903F3D33-30CA-B2A7-32AC-745039A449AE}"/>
          </ac:spMkLst>
        </pc:spChg>
        <pc:spChg chg="add del">
          <ac:chgData name="Hazlina binti Haron" userId="00a9b89f-eaec-49ca-9fc2-e7a3c9ffdcf7" providerId="ADAL" clId="{779AFF34-B550-5125-AC3D-689BD0EBE757}" dt="2025-09-26T01:42:07.569" v="365" actId="26606"/>
          <ac:spMkLst>
            <pc:docMk/>
            <pc:sldMk cId="3499059884" sldId="281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42:07.582" v="366" actId="26606"/>
          <ac:spMkLst>
            <pc:docMk/>
            <pc:sldMk cId="3499059884" sldId="281"/>
            <ac:spMk id="9" creationId="{2E442304-DDBD-4F7B-8017-36BCC863FB40}"/>
          </ac:spMkLst>
        </pc:spChg>
        <pc:spChg chg="add del">
          <ac:chgData name="Hazlina binti Haron" userId="00a9b89f-eaec-49ca-9fc2-e7a3c9ffdcf7" providerId="ADAL" clId="{779AFF34-B550-5125-AC3D-689BD0EBE757}" dt="2025-09-26T01:42:07.569" v="365" actId="26606"/>
          <ac:spMkLst>
            <pc:docMk/>
            <pc:sldMk cId="3499059884" sldId="281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42:07.582" v="366" actId="26606"/>
          <ac:spMkLst>
            <pc:docMk/>
            <pc:sldMk cId="3499059884" sldId="281"/>
            <ac:spMk id="11" creationId="{5E107275-3853-46FD-A241-DE4355A42675}"/>
          </ac:spMkLst>
        </pc:spChg>
        <pc:spChg chg="add del">
          <ac:chgData name="Hazlina binti Haron" userId="00a9b89f-eaec-49ca-9fc2-e7a3c9ffdcf7" providerId="ADAL" clId="{779AFF34-B550-5125-AC3D-689BD0EBE757}" dt="2025-09-26T01:42:07.569" v="365" actId="26606"/>
          <ac:spMkLst>
            <pc:docMk/>
            <pc:sldMk cId="3499059884" sldId="281"/>
            <ac:spMk id="12" creationId="{081E4A58-353D-44AE-B2FC-2A74E2E400F7}"/>
          </ac:spMkLst>
        </pc:spChg>
        <pc:graphicFrameChg chg="add">
          <ac:chgData name="Hazlina binti Haron" userId="00a9b89f-eaec-49ca-9fc2-e7a3c9ffdcf7" providerId="ADAL" clId="{779AFF34-B550-5125-AC3D-689BD0EBE757}" dt="2025-09-26T01:42:07.582" v="366" actId="26606"/>
          <ac:graphicFrameMkLst>
            <pc:docMk/>
            <pc:sldMk cId="3499059884" sldId="281"/>
            <ac:graphicFrameMk id="5" creationId="{9D787950-6B6B-B00D-20AE-8EE8459D5932}"/>
          </ac:graphicFrameMkLst>
        </pc:graphicFrameChg>
      </pc:sldChg>
      <pc:sldChg chg="addSp modSp new mod setBg">
        <pc:chgData name="Hazlina binti Haron" userId="00a9b89f-eaec-49ca-9fc2-e7a3c9ffdcf7" providerId="ADAL" clId="{779AFF34-B550-5125-AC3D-689BD0EBE757}" dt="2025-09-26T01:48:25.493" v="461" actId="26606"/>
        <pc:sldMkLst>
          <pc:docMk/>
          <pc:sldMk cId="2238675420" sldId="282"/>
        </pc:sldMkLst>
        <pc:spChg chg="mod">
          <ac:chgData name="Hazlina binti Haron" userId="00a9b89f-eaec-49ca-9fc2-e7a3c9ffdcf7" providerId="ADAL" clId="{779AFF34-B550-5125-AC3D-689BD0EBE757}" dt="2025-09-26T01:48:25.493" v="461" actId="26606"/>
          <ac:spMkLst>
            <pc:docMk/>
            <pc:sldMk cId="2238675420" sldId="282"/>
            <ac:spMk id="2" creationId="{5633C8ED-72E7-A0B7-DDF4-68989F7F4F05}"/>
          </ac:spMkLst>
        </pc:spChg>
        <pc:spChg chg="mod">
          <ac:chgData name="Hazlina binti Haron" userId="00a9b89f-eaec-49ca-9fc2-e7a3c9ffdcf7" providerId="ADAL" clId="{779AFF34-B550-5125-AC3D-689BD0EBE757}" dt="2025-09-26T01:48:25.493" v="461" actId="26606"/>
          <ac:spMkLst>
            <pc:docMk/>
            <pc:sldMk cId="2238675420" sldId="282"/>
            <ac:spMk id="3" creationId="{C3DD0AD3-1C0F-BC29-57C4-685C78B0F0CF}"/>
          </ac:spMkLst>
        </pc:spChg>
        <pc:spChg chg="add">
          <ac:chgData name="Hazlina binti Haron" userId="00a9b89f-eaec-49ca-9fc2-e7a3c9ffdcf7" providerId="ADAL" clId="{779AFF34-B550-5125-AC3D-689BD0EBE757}" dt="2025-09-26T01:48:25.493" v="461" actId="26606"/>
          <ac:spMkLst>
            <pc:docMk/>
            <pc:sldMk cId="2238675420" sldId="282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48:25.493" v="461" actId="26606"/>
          <ac:spMkLst>
            <pc:docMk/>
            <pc:sldMk cId="2238675420" sldId="282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48:25.493" v="461" actId="26606"/>
          <ac:spMkLst>
            <pc:docMk/>
            <pc:sldMk cId="2238675420" sldId="282"/>
            <ac:spMk id="12" creationId="{081E4A58-353D-44AE-B2FC-2A74E2E400F7}"/>
          </ac:spMkLst>
        </pc:spChg>
      </pc:sldChg>
      <pc:sldChg chg="addSp modSp add mod setBg">
        <pc:chgData name="Hazlina binti Haron" userId="00a9b89f-eaec-49ca-9fc2-e7a3c9ffdcf7" providerId="ADAL" clId="{779AFF34-B550-5125-AC3D-689BD0EBE757}" dt="2025-09-26T01:49:05.620" v="477" actId="27636"/>
        <pc:sldMkLst>
          <pc:docMk/>
          <pc:sldMk cId="3182165942" sldId="283"/>
        </pc:sldMkLst>
        <pc:spChg chg="mod">
          <ac:chgData name="Hazlina binti Haron" userId="00a9b89f-eaec-49ca-9fc2-e7a3c9ffdcf7" providerId="ADAL" clId="{779AFF34-B550-5125-AC3D-689BD0EBE757}" dt="2025-09-26T01:48:28.188" v="462" actId="26606"/>
          <ac:spMkLst>
            <pc:docMk/>
            <pc:sldMk cId="3182165942" sldId="283"/>
            <ac:spMk id="2" creationId="{34196F0D-83F9-BAED-E344-9F14DE1838F3}"/>
          </ac:spMkLst>
        </pc:spChg>
        <pc:spChg chg="mod">
          <ac:chgData name="Hazlina binti Haron" userId="00a9b89f-eaec-49ca-9fc2-e7a3c9ffdcf7" providerId="ADAL" clId="{779AFF34-B550-5125-AC3D-689BD0EBE757}" dt="2025-09-26T01:49:05.620" v="477" actId="27636"/>
          <ac:spMkLst>
            <pc:docMk/>
            <pc:sldMk cId="3182165942" sldId="283"/>
            <ac:spMk id="3" creationId="{FD95CAE7-D36C-5E86-B2CF-F928B3DE4154}"/>
          </ac:spMkLst>
        </pc:spChg>
        <pc:spChg chg="add">
          <ac:chgData name="Hazlina binti Haron" userId="00a9b89f-eaec-49ca-9fc2-e7a3c9ffdcf7" providerId="ADAL" clId="{779AFF34-B550-5125-AC3D-689BD0EBE757}" dt="2025-09-26T01:48:28.188" v="462" actId="26606"/>
          <ac:spMkLst>
            <pc:docMk/>
            <pc:sldMk cId="3182165942" sldId="283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48:28.188" v="462" actId="26606"/>
          <ac:spMkLst>
            <pc:docMk/>
            <pc:sldMk cId="3182165942" sldId="283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48:28.188" v="462" actId="26606"/>
          <ac:spMkLst>
            <pc:docMk/>
            <pc:sldMk cId="3182165942" sldId="283"/>
            <ac:spMk id="12" creationId="{081E4A58-353D-44AE-B2FC-2A74E2E400F7}"/>
          </ac:spMkLst>
        </pc:spChg>
      </pc:sldChg>
      <pc:sldChg chg="addSp modSp add mod setBg">
        <pc:chgData name="Hazlina binti Haron" userId="00a9b89f-eaec-49ca-9fc2-e7a3c9ffdcf7" providerId="ADAL" clId="{779AFF34-B550-5125-AC3D-689BD0EBE757}" dt="2025-09-26T01:48:53.524" v="472" actId="27636"/>
        <pc:sldMkLst>
          <pc:docMk/>
          <pc:sldMk cId="3793697718" sldId="284"/>
        </pc:sldMkLst>
        <pc:spChg chg="mod">
          <ac:chgData name="Hazlina binti Haron" userId="00a9b89f-eaec-49ca-9fc2-e7a3c9ffdcf7" providerId="ADAL" clId="{779AFF34-B550-5125-AC3D-689BD0EBE757}" dt="2025-09-26T01:48:32.769" v="463" actId="26606"/>
          <ac:spMkLst>
            <pc:docMk/>
            <pc:sldMk cId="3793697718" sldId="284"/>
            <ac:spMk id="2" creationId="{71B883A2-F74C-DCC4-AD89-C9673A65F932}"/>
          </ac:spMkLst>
        </pc:spChg>
        <pc:spChg chg="mod">
          <ac:chgData name="Hazlina binti Haron" userId="00a9b89f-eaec-49ca-9fc2-e7a3c9ffdcf7" providerId="ADAL" clId="{779AFF34-B550-5125-AC3D-689BD0EBE757}" dt="2025-09-26T01:48:53.524" v="472" actId="27636"/>
          <ac:spMkLst>
            <pc:docMk/>
            <pc:sldMk cId="3793697718" sldId="284"/>
            <ac:spMk id="3" creationId="{FFFDCD55-771D-E843-87C0-2B935E5EF21F}"/>
          </ac:spMkLst>
        </pc:spChg>
        <pc:spChg chg="add">
          <ac:chgData name="Hazlina binti Haron" userId="00a9b89f-eaec-49ca-9fc2-e7a3c9ffdcf7" providerId="ADAL" clId="{779AFF34-B550-5125-AC3D-689BD0EBE757}" dt="2025-09-26T01:48:32.769" v="463" actId="26606"/>
          <ac:spMkLst>
            <pc:docMk/>
            <pc:sldMk cId="3793697718" sldId="284"/>
            <ac:spMk id="8" creationId="{907EF6B7-1338-4443-8C46-6A318D952DFD}"/>
          </ac:spMkLst>
        </pc:spChg>
        <pc:spChg chg="add">
          <ac:chgData name="Hazlina binti Haron" userId="00a9b89f-eaec-49ca-9fc2-e7a3c9ffdcf7" providerId="ADAL" clId="{779AFF34-B550-5125-AC3D-689BD0EBE757}" dt="2025-09-26T01:48:32.769" v="463" actId="26606"/>
          <ac:spMkLst>
            <pc:docMk/>
            <pc:sldMk cId="3793697718" sldId="284"/>
            <ac:spMk id="10" creationId="{DAAE4CDD-124C-4DCF-9584-B6033B545DD5}"/>
          </ac:spMkLst>
        </pc:spChg>
        <pc:spChg chg="add">
          <ac:chgData name="Hazlina binti Haron" userId="00a9b89f-eaec-49ca-9fc2-e7a3c9ffdcf7" providerId="ADAL" clId="{779AFF34-B550-5125-AC3D-689BD0EBE757}" dt="2025-09-26T01:48:32.769" v="463" actId="26606"/>
          <ac:spMkLst>
            <pc:docMk/>
            <pc:sldMk cId="3793697718" sldId="284"/>
            <ac:spMk id="12" creationId="{081E4A58-353D-44AE-B2FC-2A74E2E400F7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26T01:49:16.536" v="478" actId="26606"/>
        <pc:sldMkLst>
          <pc:docMk/>
          <pc:sldMk cId="2947178970" sldId="285"/>
        </pc:sldMkLst>
        <pc:spChg chg="mod">
          <ac:chgData name="Hazlina binti Haron" userId="00a9b89f-eaec-49ca-9fc2-e7a3c9ffdcf7" providerId="ADAL" clId="{779AFF34-B550-5125-AC3D-689BD0EBE757}" dt="2025-09-26T01:49:16.536" v="478" actId="26606"/>
          <ac:spMkLst>
            <pc:docMk/>
            <pc:sldMk cId="2947178970" sldId="285"/>
            <ac:spMk id="2" creationId="{DC99EB50-4DB6-35F1-CEA9-363E20877D5F}"/>
          </ac:spMkLst>
        </pc:spChg>
        <pc:spChg chg="mod">
          <ac:chgData name="Hazlina binti Haron" userId="00a9b89f-eaec-49ca-9fc2-e7a3c9ffdcf7" providerId="ADAL" clId="{779AFF34-B550-5125-AC3D-689BD0EBE757}" dt="2025-09-26T01:49:16.536" v="478" actId="26606"/>
          <ac:spMkLst>
            <pc:docMk/>
            <pc:sldMk cId="2947178970" sldId="285"/>
            <ac:spMk id="3" creationId="{BF780210-9567-BF34-A87E-7D73CAC4D5AC}"/>
          </ac:spMkLst>
        </pc:spChg>
        <pc:spChg chg="add">
          <ac:chgData name="Hazlina binti Haron" userId="00a9b89f-eaec-49ca-9fc2-e7a3c9ffdcf7" providerId="ADAL" clId="{779AFF34-B550-5125-AC3D-689BD0EBE757}" dt="2025-09-26T01:49:16.536" v="478" actId="26606"/>
          <ac:spMkLst>
            <pc:docMk/>
            <pc:sldMk cId="2947178970" sldId="285"/>
            <ac:spMk id="9" creationId="{2C61293E-6EBE-43EF-A52C-9BEBFD7679D4}"/>
          </ac:spMkLst>
        </pc:spChg>
        <pc:spChg chg="add">
          <ac:chgData name="Hazlina binti Haron" userId="00a9b89f-eaec-49ca-9fc2-e7a3c9ffdcf7" providerId="ADAL" clId="{779AFF34-B550-5125-AC3D-689BD0EBE757}" dt="2025-09-26T01:49:16.536" v="478" actId="26606"/>
          <ac:spMkLst>
            <pc:docMk/>
            <pc:sldMk cId="2947178970" sldId="285"/>
            <ac:spMk id="11" creationId="{21540236-BFD5-4A9D-8840-4703E7F76825}"/>
          </ac:spMkLst>
        </pc:spChg>
        <pc:picChg chg="add">
          <ac:chgData name="Hazlina binti Haron" userId="00a9b89f-eaec-49ca-9fc2-e7a3c9ffdcf7" providerId="ADAL" clId="{779AFF34-B550-5125-AC3D-689BD0EBE757}" dt="2025-09-26T01:49:16.536" v="478" actId="26606"/>
          <ac:picMkLst>
            <pc:docMk/>
            <pc:sldMk cId="2947178970" sldId="285"/>
            <ac:picMk id="5" creationId="{864BDB05-75B3-60E9-BD9C-759BB6D723FD}"/>
          </ac:picMkLst>
        </pc:picChg>
      </pc:sldChg>
      <pc:sldChg chg="addSp delSp modSp new mod setBg addAnim">
        <pc:chgData name="Hazlina binti Haron" userId="00a9b89f-eaec-49ca-9fc2-e7a3c9ffdcf7" providerId="ADAL" clId="{779AFF34-B550-5125-AC3D-689BD0EBE757}" dt="2025-09-26T01:50:33.936" v="569" actId="20577"/>
        <pc:sldMkLst>
          <pc:docMk/>
          <pc:sldMk cId="3473910241" sldId="286"/>
        </pc:sldMkLst>
        <pc:spChg chg="mod">
          <ac:chgData name="Hazlina binti Haron" userId="00a9b89f-eaec-49ca-9fc2-e7a3c9ffdcf7" providerId="ADAL" clId="{779AFF34-B550-5125-AC3D-689BD0EBE757}" dt="2025-09-26T01:50:20.598" v="552" actId="1076"/>
          <ac:spMkLst>
            <pc:docMk/>
            <pc:sldMk cId="3473910241" sldId="286"/>
            <ac:spMk id="2" creationId="{F160A402-3DC3-39D9-FE93-4BD28A79A76B}"/>
          </ac:spMkLst>
        </pc:spChg>
        <pc:spChg chg="mod">
          <ac:chgData name="Hazlina binti Haron" userId="00a9b89f-eaec-49ca-9fc2-e7a3c9ffdcf7" providerId="ADAL" clId="{779AFF34-B550-5125-AC3D-689BD0EBE757}" dt="2025-09-26T01:50:33.936" v="569" actId="20577"/>
          <ac:spMkLst>
            <pc:docMk/>
            <pc:sldMk cId="3473910241" sldId="286"/>
            <ac:spMk id="3" creationId="{6D8872B8-B02E-C479-7635-16A948C20835}"/>
          </ac:spMkLst>
        </pc:spChg>
        <pc:spChg chg="add del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8" creationId="{4E1BEB12-92AF-4445-98AD-4C7756E7C93B}"/>
          </ac:spMkLst>
        </pc:spChg>
        <pc:spChg chg="add del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10" creationId="{D0522C2C-7B5C-48A7-A969-03941E5D2E76}"/>
          </ac:spMkLst>
        </pc:spChg>
        <pc:spChg chg="add del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12" creationId="{9C682A1A-5B2D-4111-BBD6-620165633E5B}"/>
          </ac:spMkLst>
        </pc:spChg>
        <pc:spChg chg="add del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14" creationId="{D6EE29F2-D77F-4BD0-A20B-334D316A1C9D}"/>
          </ac:spMkLst>
        </pc:spChg>
        <pc:spChg chg="add">
          <ac:chgData name="Hazlina binti Haron" userId="00a9b89f-eaec-49ca-9fc2-e7a3c9ffdcf7" providerId="ADAL" clId="{779AFF34-B550-5125-AC3D-689BD0EBE757}" dt="2025-09-26T01:50:07.824" v="548" actId="26606"/>
          <ac:spMkLst>
            <pc:docMk/>
            <pc:sldMk cId="3473910241" sldId="286"/>
            <ac:spMk id="16" creationId="{22D09ED2-868F-42C6-866E-F92E0CEF314F}"/>
          </ac:spMkLst>
        </pc:spChg>
        <pc:spChg chg="add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21" creationId="{D278ADA9-6383-4BDD-80D2-8899A402687B}"/>
          </ac:spMkLst>
        </pc:spChg>
        <pc:spChg chg="add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25" creationId="{B36D2DE0-0628-4A9A-A59D-7BA8B5EB3022}"/>
          </ac:spMkLst>
        </pc:spChg>
        <pc:spChg chg="add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27" creationId="{48E405C9-94BE-41DA-928C-DEC9A8550E9F}"/>
          </ac:spMkLst>
        </pc:spChg>
        <pc:spChg chg="add">
          <ac:chgData name="Hazlina binti Haron" userId="00a9b89f-eaec-49ca-9fc2-e7a3c9ffdcf7" providerId="ADAL" clId="{779AFF34-B550-5125-AC3D-689BD0EBE757}" dt="2025-09-26T01:50:14.971" v="551" actId="26606"/>
          <ac:spMkLst>
            <pc:docMk/>
            <pc:sldMk cId="3473910241" sldId="286"/>
            <ac:spMk id="29" creationId="{D2091A72-D5BB-42AC-8FD3-F7747D90861E}"/>
          </ac:spMkLst>
        </pc:spChg>
      </pc:sldChg>
    </pc:docChg>
  </pc:docChgLst>
  <pc:docChgLst>
    <pc:chgData name="Hazlina binti Haron" userId="00a9b89f-eaec-49ca-9fc2-e7a3c9ffdcf7" providerId="ADAL" clId="{6A8D01D6-B7AC-E445-A858-97908BC4ECB5}"/>
    <pc:docChg chg="undo custSel delSld modSld">
      <pc:chgData name="Hazlina binti Haron" userId="00a9b89f-eaec-49ca-9fc2-e7a3c9ffdcf7" providerId="ADAL" clId="{6A8D01D6-B7AC-E445-A858-97908BC4ECB5}" dt="2025-05-28T04:20:15.002" v="89" actId="20577"/>
      <pc:docMkLst>
        <pc:docMk/>
      </pc:docMkLst>
      <pc:sldChg chg="addSp modSp mod setBg">
        <pc:chgData name="Hazlina binti Haron" userId="00a9b89f-eaec-49ca-9fc2-e7a3c9ffdcf7" providerId="ADAL" clId="{6A8D01D6-B7AC-E445-A858-97908BC4ECB5}" dt="2025-05-28T04:14:03.874" v="43" actId="26606"/>
        <pc:sldMkLst>
          <pc:docMk/>
          <pc:sldMk cId="0" sldId="256"/>
        </pc:sldMkLst>
      </pc:sldChg>
      <pc:sldChg chg="addSp delSp modSp mod setBg">
        <pc:chgData name="Hazlina binti Haron" userId="00a9b89f-eaec-49ca-9fc2-e7a3c9ffdcf7" providerId="ADAL" clId="{6A8D01D6-B7AC-E445-A858-97908BC4ECB5}" dt="2025-05-28T04:15:53.902" v="64" actId="20577"/>
        <pc:sldMkLst>
          <pc:docMk/>
          <pc:sldMk cId="0" sldId="257"/>
        </pc:sldMkLst>
      </pc:sldChg>
      <pc:sldChg chg="addSp delSp modSp mod setBg">
        <pc:chgData name="Hazlina binti Haron" userId="00a9b89f-eaec-49ca-9fc2-e7a3c9ffdcf7" providerId="ADAL" clId="{6A8D01D6-B7AC-E445-A858-97908BC4ECB5}" dt="2025-05-28T04:16:01.085" v="65" actId="12"/>
        <pc:sldMkLst>
          <pc:docMk/>
          <pc:sldMk cId="0" sldId="258"/>
        </pc:sldMkLst>
      </pc:sldChg>
      <pc:sldChg chg="addSp delSp modSp mod setBg">
        <pc:chgData name="Hazlina binti Haron" userId="00a9b89f-eaec-49ca-9fc2-e7a3c9ffdcf7" providerId="ADAL" clId="{6A8D01D6-B7AC-E445-A858-97908BC4ECB5}" dt="2025-05-28T04:16:07.538" v="66" actId="20577"/>
        <pc:sldMkLst>
          <pc:docMk/>
          <pc:sldMk cId="0" sldId="259"/>
        </pc:sldMkLst>
      </pc:sldChg>
      <pc:sldChg chg="addSp modSp mod setBg">
        <pc:chgData name="Hazlina binti Haron" userId="00a9b89f-eaec-49ca-9fc2-e7a3c9ffdcf7" providerId="ADAL" clId="{6A8D01D6-B7AC-E445-A858-97908BC4ECB5}" dt="2025-05-28T04:16:21.910" v="69" actId="20577"/>
        <pc:sldMkLst>
          <pc:docMk/>
          <pc:sldMk cId="0" sldId="260"/>
        </pc:sldMkLst>
      </pc:sldChg>
      <pc:sldChg chg="addSp modSp mod setBg">
        <pc:chgData name="Hazlina binti Haron" userId="00a9b89f-eaec-49ca-9fc2-e7a3c9ffdcf7" providerId="ADAL" clId="{6A8D01D6-B7AC-E445-A858-97908BC4ECB5}" dt="2025-05-28T04:16:36.478" v="73" actId="20577"/>
        <pc:sldMkLst>
          <pc:docMk/>
          <pc:sldMk cId="0" sldId="261"/>
        </pc:sldMkLst>
      </pc:sldChg>
      <pc:sldChg chg="addSp modSp mod setBg">
        <pc:chgData name="Hazlina binti Haron" userId="00a9b89f-eaec-49ca-9fc2-e7a3c9ffdcf7" providerId="ADAL" clId="{6A8D01D6-B7AC-E445-A858-97908BC4ECB5}" dt="2025-05-28T04:16:41.791" v="74" actId="12"/>
        <pc:sldMkLst>
          <pc:docMk/>
          <pc:sldMk cId="0" sldId="262"/>
        </pc:sldMkLst>
      </pc:sldChg>
      <pc:sldChg chg="addSp modSp mod setBg">
        <pc:chgData name="Hazlina binti Haron" userId="00a9b89f-eaec-49ca-9fc2-e7a3c9ffdcf7" providerId="ADAL" clId="{6A8D01D6-B7AC-E445-A858-97908BC4ECB5}" dt="2025-05-28T04:16:47.297" v="75" actId="20577"/>
        <pc:sldMkLst>
          <pc:docMk/>
          <pc:sldMk cId="0" sldId="263"/>
        </pc:sldMkLst>
      </pc:sldChg>
      <pc:sldChg chg="addSp modSp mod setBg">
        <pc:chgData name="Hazlina binti Haron" userId="00a9b89f-eaec-49ca-9fc2-e7a3c9ffdcf7" providerId="ADAL" clId="{6A8D01D6-B7AC-E445-A858-97908BC4ECB5}" dt="2025-05-28T04:16:51.850" v="76" actId="20577"/>
        <pc:sldMkLst>
          <pc:docMk/>
          <pc:sldMk cId="0" sldId="264"/>
        </pc:sldMkLst>
      </pc:sldChg>
      <pc:sldChg chg="addSp modSp mod setBg">
        <pc:chgData name="Hazlina binti Haron" userId="00a9b89f-eaec-49ca-9fc2-e7a3c9ffdcf7" providerId="ADAL" clId="{6A8D01D6-B7AC-E445-A858-97908BC4ECB5}" dt="2025-05-28T04:16:55.950" v="77" actId="20577"/>
        <pc:sldMkLst>
          <pc:docMk/>
          <pc:sldMk cId="0" sldId="265"/>
        </pc:sldMkLst>
      </pc:sldChg>
      <pc:sldChg chg="addSp modSp mod setBg">
        <pc:chgData name="Hazlina binti Haron" userId="00a9b89f-eaec-49ca-9fc2-e7a3c9ffdcf7" providerId="ADAL" clId="{6A8D01D6-B7AC-E445-A858-97908BC4ECB5}" dt="2025-05-28T04:16:59.661" v="78" actId="20577"/>
        <pc:sldMkLst>
          <pc:docMk/>
          <pc:sldMk cId="0" sldId="266"/>
        </pc:sldMkLst>
      </pc:sldChg>
      <pc:sldChg chg="addSp modSp mod setBg">
        <pc:chgData name="Hazlina binti Haron" userId="00a9b89f-eaec-49ca-9fc2-e7a3c9ffdcf7" providerId="ADAL" clId="{6A8D01D6-B7AC-E445-A858-97908BC4ECB5}" dt="2025-05-28T04:17:06.762" v="79" actId="12"/>
        <pc:sldMkLst>
          <pc:docMk/>
          <pc:sldMk cId="0" sldId="267"/>
        </pc:sldMkLst>
      </pc:sldChg>
      <pc:sldChg chg="addSp modSp mod setBg">
        <pc:chgData name="Hazlina binti Haron" userId="00a9b89f-eaec-49ca-9fc2-e7a3c9ffdcf7" providerId="ADAL" clId="{6A8D01D6-B7AC-E445-A858-97908BC4ECB5}" dt="2025-05-28T04:17:15.956" v="80" actId="20577"/>
        <pc:sldMkLst>
          <pc:docMk/>
          <pc:sldMk cId="0" sldId="268"/>
        </pc:sldMkLst>
      </pc:sldChg>
      <pc:sldChg chg="addSp modSp mod setBg">
        <pc:chgData name="Hazlina binti Haron" userId="00a9b89f-eaec-49ca-9fc2-e7a3c9ffdcf7" providerId="ADAL" clId="{6A8D01D6-B7AC-E445-A858-97908BC4ECB5}" dt="2025-05-28T04:17:21.236" v="81" actId="20577"/>
        <pc:sldMkLst>
          <pc:docMk/>
          <pc:sldMk cId="0" sldId="269"/>
        </pc:sldMkLst>
      </pc:sldChg>
      <pc:sldChg chg="addSp modSp del mod setBg">
        <pc:chgData name="Hazlina binti Haron" userId="00a9b89f-eaec-49ca-9fc2-e7a3c9ffdcf7" providerId="ADAL" clId="{6A8D01D6-B7AC-E445-A858-97908BC4ECB5}" dt="2025-05-28T04:19:49.902" v="87" actId="2696"/>
        <pc:sldMkLst>
          <pc:docMk/>
          <pc:sldMk cId="0" sldId="270"/>
        </pc:sldMkLst>
      </pc:sldChg>
      <pc:sldChg chg="addSp modSp mod setBg">
        <pc:chgData name="Hazlina binti Haron" userId="00a9b89f-eaec-49ca-9fc2-e7a3c9ffdcf7" providerId="ADAL" clId="{6A8D01D6-B7AC-E445-A858-97908BC4ECB5}" dt="2025-05-28T04:17:30.347" v="83" actId="20577"/>
        <pc:sldMkLst>
          <pc:docMk/>
          <pc:sldMk cId="0" sldId="271"/>
        </pc:sldMkLst>
      </pc:sldChg>
      <pc:sldChg chg="addSp modSp mod setBg">
        <pc:chgData name="Hazlina binti Haron" userId="00a9b89f-eaec-49ca-9fc2-e7a3c9ffdcf7" providerId="ADAL" clId="{6A8D01D6-B7AC-E445-A858-97908BC4ECB5}" dt="2025-05-28T04:17:35.016" v="84" actId="20577"/>
        <pc:sldMkLst>
          <pc:docMk/>
          <pc:sldMk cId="0" sldId="272"/>
        </pc:sldMkLst>
      </pc:sldChg>
      <pc:sldChg chg="addSp modSp mod setBg">
        <pc:chgData name="Hazlina binti Haron" userId="00a9b89f-eaec-49ca-9fc2-e7a3c9ffdcf7" providerId="ADAL" clId="{6A8D01D6-B7AC-E445-A858-97908BC4ECB5}" dt="2025-05-28T04:17:38.680" v="85" actId="20577"/>
        <pc:sldMkLst>
          <pc:docMk/>
          <pc:sldMk cId="0" sldId="273"/>
        </pc:sldMkLst>
      </pc:sldChg>
      <pc:sldChg chg="addSp modSp mod setBg">
        <pc:chgData name="Hazlina binti Haron" userId="00a9b89f-eaec-49ca-9fc2-e7a3c9ffdcf7" providerId="ADAL" clId="{6A8D01D6-B7AC-E445-A858-97908BC4ECB5}" dt="2025-05-28T04:17:41.926" v="86" actId="20577"/>
        <pc:sldMkLst>
          <pc:docMk/>
          <pc:sldMk cId="0" sldId="274"/>
        </pc:sldMkLst>
      </pc:sldChg>
      <pc:sldChg chg="addSp modSp mod setBg">
        <pc:chgData name="Hazlina binti Haron" userId="00a9b89f-eaec-49ca-9fc2-e7a3c9ffdcf7" providerId="ADAL" clId="{6A8D01D6-B7AC-E445-A858-97908BC4ECB5}" dt="2025-05-28T04:20:15.002" v="89" actId="20577"/>
        <pc:sldMkLst>
          <pc:docMk/>
          <pc:sldMk cId="0" sldId="27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0A10E-7616-4D69-AE5E-8E59BA1575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2361A3-4937-4EE2-877B-85E4B04E9E96}">
      <dgm:prSet/>
      <dgm:spPr/>
      <dgm:t>
        <a:bodyPr/>
        <a:lstStyle/>
        <a:p>
          <a:r>
            <a:rPr lang="en-MY" b="1"/>
            <a:t>Natural Language</a:t>
          </a:r>
          <a:r>
            <a:rPr lang="en-MY"/>
            <a:t> → simple but ambiguous.</a:t>
          </a:r>
          <a:endParaRPr lang="en-US"/>
        </a:p>
      </dgm:t>
    </dgm:pt>
    <dgm:pt modelId="{8F487343-366B-4D06-A8C1-AD7FBEF17726}" type="parTrans" cxnId="{B41FCE71-7A8D-4F3A-BBD3-01587DAA2230}">
      <dgm:prSet/>
      <dgm:spPr/>
      <dgm:t>
        <a:bodyPr/>
        <a:lstStyle/>
        <a:p>
          <a:endParaRPr lang="en-US"/>
        </a:p>
      </dgm:t>
    </dgm:pt>
    <dgm:pt modelId="{10C939CA-8026-449E-B12D-4C0E9CCE15E1}" type="sibTrans" cxnId="{B41FCE71-7A8D-4F3A-BBD3-01587DAA2230}">
      <dgm:prSet/>
      <dgm:spPr/>
      <dgm:t>
        <a:bodyPr/>
        <a:lstStyle/>
        <a:p>
          <a:endParaRPr lang="en-US"/>
        </a:p>
      </dgm:t>
    </dgm:pt>
    <dgm:pt modelId="{4F28CA1C-3E61-4145-A83D-5E36126561F0}">
      <dgm:prSet/>
      <dgm:spPr/>
      <dgm:t>
        <a:bodyPr/>
        <a:lstStyle/>
        <a:p>
          <a:r>
            <a:rPr lang="en-MY" b="1"/>
            <a:t>Structured Methods</a:t>
          </a:r>
          <a:r>
            <a:rPr lang="en-MY"/>
            <a:t> → semi-formal, reduces ambiguity.</a:t>
          </a:r>
          <a:endParaRPr lang="en-US"/>
        </a:p>
      </dgm:t>
    </dgm:pt>
    <dgm:pt modelId="{8F4C1B28-F267-4A59-B154-224161FAB762}" type="parTrans" cxnId="{831CEB36-23FA-4125-9AC5-AC3FAE2E5455}">
      <dgm:prSet/>
      <dgm:spPr/>
      <dgm:t>
        <a:bodyPr/>
        <a:lstStyle/>
        <a:p>
          <a:endParaRPr lang="en-US"/>
        </a:p>
      </dgm:t>
    </dgm:pt>
    <dgm:pt modelId="{1E9F4966-A53C-48C6-922E-C8AD348E4403}" type="sibTrans" cxnId="{831CEB36-23FA-4125-9AC5-AC3FAE2E5455}">
      <dgm:prSet/>
      <dgm:spPr/>
      <dgm:t>
        <a:bodyPr/>
        <a:lstStyle/>
        <a:p>
          <a:endParaRPr lang="en-US"/>
        </a:p>
      </dgm:t>
    </dgm:pt>
    <dgm:pt modelId="{FE495F11-3A4A-48EF-ADDE-D6C96E8155D3}">
      <dgm:prSet/>
      <dgm:spPr/>
      <dgm:t>
        <a:bodyPr/>
        <a:lstStyle/>
        <a:p>
          <a:r>
            <a:rPr lang="en-MY" b="1"/>
            <a:t>Formal Languages</a:t>
          </a:r>
          <a:r>
            <a:rPr lang="en-MY"/>
            <a:t> → fully precise, but complex for general stakeholders.</a:t>
          </a:r>
          <a:endParaRPr lang="en-US"/>
        </a:p>
      </dgm:t>
    </dgm:pt>
    <dgm:pt modelId="{373CDC50-5E80-40EC-ACFD-EF765F1471A0}" type="parTrans" cxnId="{097EA4FA-3FAB-4C66-A353-63BC72582DDC}">
      <dgm:prSet/>
      <dgm:spPr/>
      <dgm:t>
        <a:bodyPr/>
        <a:lstStyle/>
        <a:p>
          <a:endParaRPr lang="en-US"/>
        </a:p>
      </dgm:t>
    </dgm:pt>
    <dgm:pt modelId="{16BAD7EB-7143-41E5-905A-EAF2A1C44C6A}" type="sibTrans" cxnId="{097EA4FA-3FAB-4C66-A353-63BC72582DDC}">
      <dgm:prSet/>
      <dgm:spPr/>
      <dgm:t>
        <a:bodyPr/>
        <a:lstStyle/>
        <a:p>
          <a:endParaRPr lang="en-US"/>
        </a:p>
      </dgm:t>
    </dgm:pt>
    <dgm:pt modelId="{91668157-3CB2-3244-B061-29DE0C65006C}" type="pres">
      <dgm:prSet presAssocID="{6D20A10E-7616-4D69-AE5E-8E59BA15754F}" presName="linear" presStyleCnt="0">
        <dgm:presLayoutVars>
          <dgm:animLvl val="lvl"/>
          <dgm:resizeHandles val="exact"/>
        </dgm:presLayoutVars>
      </dgm:prSet>
      <dgm:spPr/>
    </dgm:pt>
    <dgm:pt modelId="{BAF6143F-4635-F04F-AAC0-67707E3CC7D5}" type="pres">
      <dgm:prSet presAssocID="{142361A3-4937-4EE2-877B-85E4B04E9E9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CF844AB-C943-6B4E-B830-5C803F70F94A}" type="pres">
      <dgm:prSet presAssocID="{10C939CA-8026-449E-B12D-4C0E9CCE15E1}" presName="spacer" presStyleCnt="0"/>
      <dgm:spPr/>
    </dgm:pt>
    <dgm:pt modelId="{28F9D084-2DAF-A547-9B94-C61C16E76FEF}" type="pres">
      <dgm:prSet presAssocID="{4F28CA1C-3E61-4145-A83D-5E36126561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402397-3A74-5140-805B-6E01E14F82FF}" type="pres">
      <dgm:prSet presAssocID="{1E9F4966-A53C-48C6-922E-C8AD348E4403}" presName="spacer" presStyleCnt="0"/>
      <dgm:spPr/>
    </dgm:pt>
    <dgm:pt modelId="{3D08E77A-E522-BD48-B29E-BD7C26CD114E}" type="pres">
      <dgm:prSet presAssocID="{FE495F11-3A4A-48EF-ADDE-D6C96E8155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835D326-679E-E340-9212-F93208429703}" type="presOf" srcId="{4F28CA1C-3E61-4145-A83D-5E36126561F0}" destId="{28F9D084-2DAF-A547-9B94-C61C16E76FEF}" srcOrd="0" destOrd="0" presId="urn:microsoft.com/office/officeart/2005/8/layout/vList2"/>
    <dgm:cxn modelId="{831CEB36-23FA-4125-9AC5-AC3FAE2E5455}" srcId="{6D20A10E-7616-4D69-AE5E-8E59BA15754F}" destId="{4F28CA1C-3E61-4145-A83D-5E36126561F0}" srcOrd="1" destOrd="0" parTransId="{8F4C1B28-F267-4A59-B154-224161FAB762}" sibTransId="{1E9F4966-A53C-48C6-922E-C8AD348E4403}"/>
    <dgm:cxn modelId="{B41FCE71-7A8D-4F3A-BBD3-01587DAA2230}" srcId="{6D20A10E-7616-4D69-AE5E-8E59BA15754F}" destId="{142361A3-4937-4EE2-877B-85E4B04E9E96}" srcOrd="0" destOrd="0" parTransId="{8F487343-366B-4D06-A8C1-AD7FBEF17726}" sibTransId="{10C939CA-8026-449E-B12D-4C0E9CCE15E1}"/>
    <dgm:cxn modelId="{830B7886-0610-F148-8782-F7C20E15D3D2}" type="presOf" srcId="{6D20A10E-7616-4D69-AE5E-8E59BA15754F}" destId="{91668157-3CB2-3244-B061-29DE0C65006C}" srcOrd="0" destOrd="0" presId="urn:microsoft.com/office/officeart/2005/8/layout/vList2"/>
    <dgm:cxn modelId="{74E297B7-D594-5944-904A-2D9B0240DECC}" type="presOf" srcId="{FE495F11-3A4A-48EF-ADDE-D6C96E8155D3}" destId="{3D08E77A-E522-BD48-B29E-BD7C26CD114E}" srcOrd="0" destOrd="0" presId="urn:microsoft.com/office/officeart/2005/8/layout/vList2"/>
    <dgm:cxn modelId="{CFD3E8F1-9AF5-6645-A757-B8D8D3548C11}" type="presOf" srcId="{142361A3-4937-4EE2-877B-85E4B04E9E96}" destId="{BAF6143F-4635-F04F-AAC0-67707E3CC7D5}" srcOrd="0" destOrd="0" presId="urn:microsoft.com/office/officeart/2005/8/layout/vList2"/>
    <dgm:cxn modelId="{097EA4FA-3FAB-4C66-A353-63BC72582DDC}" srcId="{6D20A10E-7616-4D69-AE5E-8E59BA15754F}" destId="{FE495F11-3A4A-48EF-ADDE-D6C96E8155D3}" srcOrd="2" destOrd="0" parTransId="{373CDC50-5E80-40EC-ACFD-EF765F1471A0}" sibTransId="{16BAD7EB-7143-41E5-905A-EAF2A1C44C6A}"/>
    <dgm:cxn modelId="{CADBA692-2216-4849-926B-FF25DF5BD511}" type="presParOf" srcId="{91668157-3CB2-3244-B061-29DE0C65006C}" destId="{BAF6143F-4635-F04F-AAC0-67707E3CC7D5}" srcOrd="0" destOrd="0" presId="urn:microsoft.com/office/officeart/2005/8/layout/vList2"/>
    <dgm:cxn modelId="{201BEBF4-5CC4-094B-B086-520C7C29F3F6}" type="presParOf" srcId="{91668157-3CB2-3244-B061-29DE0C65006C}" destId="{6CF844AB-C943-6B4E-B830-5C803F70F94A}" srcOrd="1" destOrd="0" presId="urn:microsoft.com/office/officeart/2005/8/layout/vList2"/>
    <dgm:cxn modelId="{5D8B004F-0C85-9340-A6DF-ED88D3F424CB}" type="presParOf" srcId="{91668157-3CB2-3244-B061-29DE0C65006C}" destId="{28F9D084-2DAF-A547-9B94-C61C16E76FEF}" srcOrd="2" destOrd="0" presId="urn:microsoft.com/office/officeart/2005/8/layout/vList2"/>
    <dgm:cxn modelId="{B1EFB462-2AE1-F944-AD63-B325577BE71E}" type="presParOf" srcId="{91668157-3CB2-3244-B061-29DE0C65006C}" destId="{7D402397-3A74-5140-805B-6E01E14F82FF}" srcOrd="3" destOrd="0" presId="urn:microsoft.com/office/officeart/2005/8/layout/vList2"/>
    <dgm:cxn modelId="{2852258F-9F80-C84F-A579-67FA04A336FC}" type="presParOf" srcId="{91668157-3CB2-3244-B061-29DE0C65006C}" destId="{3D08E77A-E522-BD48-B29E-BD7C26CD11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6143F-4635-F04F-AAC0-67707E3CC7D5}">
      <dsp:nvSpPr>
        <dsp:cNvPr id="0" name=""/>
        <dsp:cNvSpPr/>
      </dsp:nvSpPr>
      <dsp:spPr>
        <a:xfrm>
          <a:off x="0" y="77551"/>
          <a:ext cx="5175384" cy="1734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100" b="1" kern="1200"/>
            <a:t>Natural Language</a:t>
          </a:r>
          <a:r>
            <a:rPr lang="en-MY" sz="3100" kern="1200"/>
            <a:t> → simple but ambiguous.</a:t>
          </a:r>
          <a:endParaRPr lang="en-US" sz="3100" kern="1200"/>
        </a:p>
      </dsp:txBody>
      <dsp:txXfrm>
        <a:off x="84655" y="162206"/>
        <a:ext cx="5006074" cy="1564849"/>
      </dsp:txXfrm>
    </dsp:sp>
    <dsp:sp modelId="{28F9D084-2DAF-A547-9B94-C61C16E76FEF}">
      <dsp:nvSpPr>
        <dsp:cNvPr id="0" name=""/>
        <dsp:cNvSpPr/>
      </dsp:nvSpPr>
      <dsp:spPr>
        <a:xfrm>
          <a:off x="0" y="1900990"/>
          <a:ext cx="5175384" cy="173415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100" b="1" kern="1200"/>
            <a:t>Structured Methods</a:t>
          </a:r>
          <a:r>
            <a:rPr lang="en-MY" sz="3100" kern="1200"/>
            <a:t> → semi-formal, reduces ambiguity.</a:t>
          </a:r>
          <a:endParaRPr lang="en-US" sz="3100" kern="1200"/>
        </a:p>
      </dsp:txBody>
      <dsp:txXfrm>
        <a:off x="84655" y="1985645"/>
        <a:ext cx="5006074" cy="1564849"/>
      </dsp:txXfrm>
    </dsp:sp>
    <dsp:sp modelId="{3D08E77A-E522-BD48-B29E-BD7C26CD114E}">
      <dsp:nvSpPr>
        <dsp:cNvPr id="0" name=""/>
        <dsp:cNvSpPr/>
      </dsp:nvSpPr>
      <dsp:spPr>
        <a:xfrm>
          <a:off x="0" y="3724430"/>
          <a:ext cx="5175384" cy="173415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100" b="1" kern="1200"/>
            <a:t>Formal Languages</a:t>
          </a:r>
          <a:r>
            <a:rPr lang="en-MY" sz="3100" kern="1200"/>
            <a:t> → fully precise, but complex for general stakeholders.</a:t>
          </a:r>
          <a:endParaRPr lang="en-US" sz="3100" kern="1200"/>
        </a:p>
      </dsp:txBody>
      <dsp:txXfrm>
        <a:off x="84655" y="3809085"/>
        <a:ext cx="5006074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AC36C-AD1E-DC4A-AF1A-051331CA94E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85AFC-C0B0-0B4D-A77B-CB0A781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6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Stakeholder Importance</a:t>
            </a:r>
          </a:p>
          <a:p>
            <a:r>
              <a:rPr lang="en-MY" b="1" dirty="0"/>
              <a:t>Definition</a:t>
            </a:r>
            <a:r>
              <a:rPr lang="en-MY" dirty="0"/>
              <a:t>: Different stakeholders (end-users, management, developers, regulators) may value requirements differently.</a:t>
            </a:r>
          </a:p>
          <a:p>
            <a:r>
              <a:rPr lang="en-MY" b="1" dirty="0"/>
              <a:t>Why it matters</a:t>
            </a:r>
            <a:r>
              <a:rPr lang="en-MY" dirty="0"/>
              <a:t>: A feature that is critical for customers or business success should rank higher, even if it is technically complex.</a:t>
            </a:r>
          </a:p>
          <a:p>
            <a:r>
              <a:rPr lang="en-MY" b="1" dirty="0"/>
              <a:t>Example</a:t>
            </a:r>
            <a:r>
              <a:rPr lang="en-MY" dirty="0"/>
              <a:t>: In an e-commerce app, the payment gateway integration would be prioritized over a theme customization feature because customers cannot purchase without it.</a:t>
            </a:r>
          </a:p>
          <a:p>
            <a:endParaRPr lang="en-MY" dirty="0"/>
          </a:p>
          <a:p>
            <a:r>
              <a:rPr lang="en-MY" b="1" dirty="0"/>
              <a:t>2. Feasibility</a:t>
            </a:r>
          </a:p>
          <a:p>
            <a:r>
              <a:rPr lang="en-MY" b="1" dirty="0"/>
              <a:t>Definition</a:t>
            </a:r>
            <a:r>
              <a:rPr lang="en-MY" dirty="0"/>
              <a:t>: The ease or difficulty of implementing the requirement considering technology, resources, time, and skills.</a:t>
            </a:r>
          </a:p>
          <a:p>
            <a:r>
              <a:rPr lang="en-MY" b="1" dirty="0"/>
              <a:t>Why it matters</a:t>
            </a:r>
            <a:r>
              <a:rPr lang="en-MY" dirty="0"/>
              <a:t>: A highly important requirement may still be delayed if it is not technically or financially feasible in the current release.</a:t>
            </a:r>
          </a:p>
          <a:p>
            <a:r>
              <a:rPr lang="en-MY" b="1" dirty="0"/>
              <a:t>Factors to consider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Available technology stack</a:t>
            </a:r>
          </a:p>
          <a:p>
            <a:pPr lvl="1"/>
            <a:r>
              <a:rPr lang="en-MY" dirty="0"/>
              <a:t>Team expertise</a:t>
            </a:r>
          </a:p>
          <a:p>
            <a:pPr lvl="1"/>
            <a:r>
              <a:rPr lang="en-MY" dirty="0"/>
              <a:t>Cost and time constraints</a:t>
            </a:r>
          </a:p>
          <a:p>
            <a:r>
              <a:rPr lang="en-MY" b="1" dirty="0"/>
              <a:t>Example</a:t>
            </a:r>
            <a:r>
              <a:rPr lang="en-MY" dirty="0"/>
              <a:t>: Adding an advanced AI recommendation engine may be valuable but not feasible in the first release due to limited budget and expertise.</a:t>
            </a:r>
          </a:p>
          <a:p>
            <a:endParaRPr lang="en-MY" dirty="0"/>
          </a:p>
          <a:p>
            <a:r>
              <a:rPr lang="en-MY" b="1" dirty="0"/>
              <a:t>3. Impact on the Project</a:t>
            </a:r>
          </a:p>
          <a:p>
            <a:r>
              <a:rPr lang="en-MY" b="1" dirty="0"/>
              <a:t>Definition</a:t>
            </a:r>
            <a:r>
              <a:rPr lang="en-MY" dirty="0"/>
              <a:t>: The degree to which a requirement influences project goals, risks, and dependencies.</a:t>
            </a:r>
          </a:p>
          <a:p>
            <a:r>
              <a:rPr lang="en-MY" b="1" dirty="0"/>
              <a:t>Why it matters</a:t>
            </a:r>
            <a:r>
              <a:rPr lang="en-MY" dirty="0"/>
              <a:t>: Some requirements are “enablers” that unlock other features, while others mitigate critical risks.</a:t>
            </a:r>
          </a:p>
          <a:p>
            <a:r>
              <a:rPr lang="en-MY" b="1" dirty="0"/>
              <a:t>Types of impact</a:t>
            </a:r>
            <a:r>
              <a:rPr lang="en-MY" dirty="0"/>
              <a:t>:</a:t>
            </a:r>
          </a:p>
          <a:p>
            <a:pPr lvl="1"/>
            <a:r>
              <a:rPr lang="en-MY" b="1" dirty="0"/>
              <a:t>Positive impact</a:t>
            </a:r>
            <a:r>
              <a:rPr lang="en-MY" dirty="0"/>
              <a:t>: Supports business objectives, improves user satisfaction.</a:t>
            </a:r>
          </a:p>
          <a:p>
            <a:pPr lvl="1"/>
            <a:r>
              <a:rPr lang="en-MY" b="1" dirty="0"/>
              <a:t>Negative impact</a:t>
            </a:r>
            <a:r>
              <a:rPr lang="en-MY" dirty="0"/>
              <a:t>: Adds complexity, increases risk, or delays delivery.</a:t>
            </a:r>
          </a:p>
          <a:p>
            <a:r>
              <a:rPr lang="en-MY" b="1" dirty="0"/>
              <a:t>Example</a:t>
            </a:r>
            <a:r>
              <a:rPr lang="en-MY" dirty="0"/>
              <a:t>: Building a secure login system impacts compliance and security, and it must be prioritized early because many other features depend on it.</a:t>
            </a:r>
          </a:p>
          <a:p>
            <a:endParaRPr lang="en-MY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85AFC-C0B0-0B4D-A77B-CB0A781A6F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1. Negotiation</a:t>
            </a:r>
          </a:p>
          <a:p>
            <a:r>
              <a:rPr lang="en-MY" b="1" dirty="0"/>
              <a:t>Definition</a:t>
            </a:r>
            <a:r>
              <a:rPr lang="en-MY" dirty="0"/>
              <a:t>: A collaborative process where stakeholders discuss their needs and constraints to reach a mutually acceptable agreement.</a:t>
            </a:r>
          </a:p>
          <a:p>
            <a:r>
              <a:rPr lang="en-MY" b="1" dirty="0"/>
              <a:t>Why it matters</a:t>
            </a:r>
            <a:r>
              <a:rPr lang="en-MY" dirty="0"/>
              <a:t>: Different stakeholders often have conflicting priorities (e.g., marketing wants more features, while developers want simplicity).</a:t>
            </a:r>
          </a:p>
          <a:p>
            <a:r>
              <a:rPr lang="en-MY" b="1" dirty="0"/>
              <a:t>Approach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Encourage open communication</a:t>
            </a:r>
          </a:p>
          <a:p>
            <a:pPr lvl="1"/>
            <a:r>
              <a:rPr lang="en-MY" dirty="0"/>
              <a:t>Identify must-haves vs nice-to-haves</a:t>
            </a:r>
          </a:p>
          <a:p>
            <a:pPr lvl="1"/>
            <a:r>
              <a:rPr lang="en-MY" dirty="0"/>
              <a:t>Seek compromises that satisfy critical goals</a:t>
            </a:r>
          </a:p>
          <a:p>
            <a:r>
              <a:rPr lang="en-MY" b="1" dirty="0"/>
              <a:t>Example</a:t>
            </a:r>
            <a:r>
              <a:rPr lang="en-MY" dirty="0"/>
              <a:t>: A client insists on including a complex reporting feature in the first release, but the development team negotiates to deliver a simplified version first and expand later.</a:t>
            </a:r>
          </a:p>
          <a:p>
            <a:endParaRPr lang="en-US" dirty="0"/>
          </a:p>
          <a:p>
            <a:r>
              <a:rPr lang="en-MY" b="1" dirty="0"/>
              <a:t>2. Trade-off Analysis</a:t>
            </a:r>
          </a:p>
          <a:p>
            <a:r>
              <a:rPr lang="en-MY" b="1" dirty="0"/>
              <a:t>Definition</a:t>
            </a:r>
            <a:r>
              <a:rPr lang="en-MY" dirty="0"/>
              <a:t>: Evaluating different requirements to understand what is gained or lost when prioritizing one over another.</a:t>
            </a:r>
          </a:p>
          <a:p>
            <a:r>
              <a:rPr lang="en-MY" b="1" dirty="0"/>
              <a:t>Why it matters</a:t>
            </a:r>
            <a:r>
              <a:rPr lang="en-MY" dirty="0"/>
              <a:t>: Resources (time, budget, technology) are limited, so teams must decide where to invest.</a:t>
            </a:r>
          </a:p>
          <a:p>
            <a:r>
              <a:rPr lang="en-MY" b="1" dirty="0"/>
              <a:t>Factors to </a:t>
            </a:r>
            <a:r>
              <a:rPr lang="en-MY" b="1" dirty="0" err="1"/>
              <a:t>analyze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Cost vs benefit</a:t>
            </a:r>
          </a:p>
          <a:p>
            <a:pPr lvl="1"/>
            <a:r>
              <a:rPr lang="en-MY" dirty="0"/>
              <a:t>Short-term vs long-term value</a:t>
            </a:r>
          </a:p>
          <a:p>
            <a:pPr lvl="1"/>
            <a:r>
              <a:rPr lang="en-MY" dirty="0"/>
              <a:t>Risk vs opportunity</a:t>
            </a:r>
          </a:p>
          <a:p>
            <a:r>
              <a:rPr lang="en-MY" b="1" dirty="0"/>
              <a:t>Example</a:t>
            </a:r>
            <a:r>
              <a:rPr lang="en-MY" dirty="0"/>
              <a:t>: Deciding between implementing </a:t>
            </a:r>
            <a:r>
              <a:rPr lang="en-MY" b="1" dirty="0"/>
              <a:t>two-factor authentication</a:t>
            </a:r>
            <a:r>
              <a:rPr lang="en-MY" dirty="0"/>
              <a:t> (high security, longer dev time) vs </a:t>
            </a:r>
            <a:r>
              <a:rPr lang="en-MY" b="1" dirty="0"/>
              <a:t>social login</a:t>
            </a:r>
            <a:r>
              <a:rPr lang="en-MY" dirty="0"/>
              <a:t> (faster, more user-friendly). The team </a:t>
            </a:r>
            <a:r>
              <a:rPr lang="en-MY" dirty="0" err="1"/>
              <a:t>analyzes</a:t>
            </a:r>
            <a:r>
              <a:rPr lang="en-MY" dirty="0"/>
              <a:t> trade-offs and may choose based on project goals.</a:t>
            </a:r>
          </a:p>
          <a:p>
            <a:endParaRPr lang="en-US" dirty="0"/>
          </a:p>
          <a:p>
            <a:r>
              <a:rPr lang="en-MY" b="1" dirty="0"/>
              <a:t>3. Decision-Making Techniques</a:t>
            </a:r>
          </a:p>
          <a:p>
            <a:r>
              <a:rPr lang="en-MY" b="1" dirty="0"/>
              <a:t>Definition</a:t>
            </a:r>
            <a:r>
              <a:rPr lang="en-MY" dirty="0"/>
              <a:t>: Formal methods to make structured and justifiable choices when conflicts cannot be resolved easily.</a:t>
            </a:r>
          </a:p>
          <a:p>
            <a:r>
              <a:rPr lang="en-MY" b="1" dirty="0"/>
              <a:t>Common techniques</a:t>
            </a:r>
            <a:r>
              <a:rPr lang="en-MY" dirty="0"/>
              <a:t>:</a:t>
            </a:r>
          </a:p>
          <a:p>
            <a:pPr lvl="1"/>
            <a:r>
              <a:rPr lang="en-MY" b="1" dirty="0"/>
              <a:t>Voting / Consensus</a:t>
            </a:r>
            <a:r>
              <a:rPr lang="en-MY" dirty="0"/>
              <a:t>: Team or stakeholders vote on options.</a:t>
            </a:r>
          </a:p>
          <a:p>
            <a:pPr lvl="1"/>
            <a:r>
              <a:rPr lang="en-MY" b="1" dirty="0"/>
              <a:t>Prioritization Models</a:t>
            </a:r>
            <a:r>
              <a:rPr lang="en-MY" dirty="0"/>
              <a:t>: </a:t>
            </a:r>
            <a:r>
              <a:rPr lang="en-MY" dirty="0" err="1"/>
              <a:t>MoSCoW</a:t>
            </a:r>
            <a:r>
              <a:rPr lang="en-MY" dirty="0"/>
              <a:t>, Kano, Weighted Scoring.</a:t>
            </a:r>
          </a:p>
          <a:p>
            <a:pPr lvl="1"/>
            <a:r>
              <a:rPr lang="en-MY" b="1" dirty="0"/>
              <a:t>Cost-Benefit Analysis</a:t>
            </a:r>
            <a:r>
              <a:rPr lang="en-MY" dirty="0"/>
              <a:t>: Quantitative approach comparing value vs cost.</a:t>
            </a:r>
          </a:p>
          <a:p>
            <a:pPr lvl="1"/>
            <a:r>
              <a:rPr lang="en-MY" b="1" dirty="0"/>
              <a:t>Decision Trees</a:t>
            </a:r>
            <a:r>
              <a:rPr lang="en-MY" dirty="0"/>
              <a:t>: Visualizing possible choices and outcomes.</a:t>
            </a:r>
          </a:p>
          <a:p>
            <a:r>
              <a:rPr lang="en-MY" b="1" dirty="0"/>
              <a:t>Example</a:t>
            </a:r>
            <a:r>
              <a:rPr lang="en-MY" dirty="0"/>
              <a:t>: If two requirements compete for limited resources, the team might score them on business value, risk reduction, and user impact to decide objectively.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85AFC-C0B0-0B4D-A77B-CB0A781A6F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1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1. Functional Requirements</a:t>
            </a:r>
          </a:p>
          <a:p>
            <a:r>
              <a:rPr lang="en-MY" b="1" dirty="0"/>
              <a:t>Definition</a:t>
            </a:r>
            <a:r>
              <a:rPr lang="en-MY" dirty="0"/>
              <a:t>: Describe </a:t>
            </a:r>
            <a:r>
              <a:rPr lang="en-MY" b="1" dirty="0"/>
              <a:t>what the system should do</a:t>
            </a:r>
            <a:r>
              <a:rPr lang="en-MY" dirty="0"/>
              <a:t> — the specific </a:t>
            </a:r>
            <a:r>
              <a:rPr lang="en-MY" dirty="0" err="1"/>
              <a:t>behaviors</a:t>
            </a:r>
            <a:r>
              <a:rPr lang="en-MY" dirty="0"/>
              <a:t>, features, or functions.</a:t>
            </a:r>
          </a:p>
          <a:p>
            <a:r>
              <a:rPr lang="en-MY" b="1" dirty="0"/>
              <a:t>Focus</a:t>
            </a:r>
            <a:r>
              <a:rPr lang="en-MY" dirty="0"/>
              <a:t>: Actions, services, or tasks the system must perform.</a:t>
            </a:r>
          </a:p>
          <a:p>
            <a:r>
              <a:rPr lang="en-MY" b="1" dirty="0"/>
              <a:t>Example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"The system shall allow users to log in using a username and password."</a:t>
            </a:r>
          </a:p>
          <a:p>
            <a:pPr lvl="1"/>
            <a:r>
              <a:rPr lang="en-MY" dirty="0"/>
              <a:t>"The e-commerce platform shall process online payments via credit card and PayPal."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85AFC-C0B0-0B4D-A77B-CB0A781A6F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79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85AFC-C0B0-0B4D-A77B-CB0A781A6F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4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4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0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5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9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8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2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9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8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1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1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9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o98gmTYmx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8EBWxW5Cn1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1087403"/>
            <a:ext cx="6143625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0140" y="2744662"/>
            <a:ext cx="4942280" cy="2387600"/>
          </a:xfrm>
        </p:spPr>
        <p:txBody>
          <a:bodyPr>
            <a:normAutofit/>
          </a:bodyPr>
          <a:lstStyle/>
          <a:p>
            <a:pPr algn="r"/>
            <a:r>
              <a:rPr lang="en-MY" sz="5100">
                <a:solidFill>
                  <a:srgbClr val="FFFFFF"/>
                </a:solidFill>
              </a:rPr>
              <a:t>Requirements Analysis and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140" y="5224337"/>
            <a:ext cx="4942280" cy="1329443"/>
          </a:xfrm>
        </p:spPr>
        <p:txBody>
          <a:bodyPr>
            <a:normAutofit/>
          </a:bodyPr>
          <a:lstStyle/>
          <a:p>
            <a:pPr algn="r"/>
            <a:r>
              <a:rPr lang="en-MY">
                <a:solidFill>
                  <a:srgbClr val="FFFFFF"/>
                </a:solidFill>
              </a:rPr>
              <a:t>An in-depth look into the process, types, specification, and validation of requirements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1"/>
            <a:ext cx="1709806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514898"/>
            <a:ext cx="1795013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4333" y="4713856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1004552"/>
            <a:ext cx="5179868" cy="5172411"/>
          </a:xfrm>
        </p:spPr>
        <p:txBody>
          <a:bodyPr anchor="ctr">
            <a:normAutofit/>
          </a:bodyPr>
          <a:lstStyle/>
          <a:p>
            <a:r>
              <a:rPr lang="en-MY" dirty="0"/>
              <a:t>Requirements Analysis and Specification is a critical phase in the software development lifecycle.</a:t>
            </a:r>
          </a:p>
          <a:p>
            <a:r>
              <a:rPr lang="en-MY" dirty="0"/>
              <a:t>It involves understanding stakeholder needs, documenting requirements, and ensuring they are complete, consistent, and correct.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2D555-F2C4-9FEB-3322-7899E78C6BE6}"/>
              </a:ext>
            </a:extLst>
          </p:cNvPr>
          <p:cNvSpPr txBox="1"/>
          <p:nvPr/>
        </p:nvSpPr>
        <p:spPr>
          <a:xfrm>
            <a:off x="3125454" y="373487"/>
            <a:ext cx="384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What is Requirement Analysis process?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Requirement Analysis Process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dirty="0"/>
              <a:t>The requirement analysis process involves:</a:t>
            </a:r>
          </a:p>
          <a:p>
            <a:pPr marL="0" indent="0">
              <a:buNone/>
            </a:pPr>
            <a:r>
              <a:rPr lang="en-MY" dirty="0"/>
              <a:t>1. </a:t>
            </a:r>
            <a:r>
              <a:rPr lang="en-MY" dirty="0" err="1"/>
              <a:t>Analyzing</a:t>
            </a:r>
            <a:r>
              <a:rPr lang="en-MY" dirty="0"/>
              <a:t> stakeholder needs</a:t>
            </a:r>
          </a:p>
          <a:p>
            <a:pPr marL="0" indent="0">
              <a:buNone/>
            </a:pPr>
            <a:r>
              <a:rPr lang="en-MY" dirty="0"/>
              <a:t>2. Prioritizing requirements</a:t>
            </a:r>
          </a:p>
          <a:p>
            <a:pPr marL="0" indent="0">
              <a:buNone/>
            </a:pPr>
            <a:r>
              <a:rPr lang="en-MY" dirty="0"/>
              <a:t>3. Resolving conflicts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Analyzing Stakeholder Needs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dirty="0"/>
              <a:t>Understanding the needs and expectations of stakeholders is crucial. </a:t>
            </a:r>
          </a:p>
          <a:p>
            <a:r>
              <a:rPr lang="en-MY" dirty="0"/>
              <a:t>Techniques include interviews, surveys, and observation.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672FE-83AC-F4D3-DB73-39416DE4B190}"/>
              </a:ext>
            </a:extLst>
          </p:cNvPr>
          <p:cNvSpPr txBox="1"/>
          <p:nvPr/>
        </p:nvSpPr>
        <p:spPr>
          <a:xfrm>
            <a:off x="3464417" y="4932608"/>
            <a:ext cx="349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Requirement Gathering Techniques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Prioritizing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Requirements must be prioritized based on factors such as </a:t>
            </a:r>
            <a:endParaRPr lang="en-US" dirty="0"/>
          </a:p>
          <a:p>
            <a:r>
              <a:rPr dirty="0"/>
              <a:t>stakeholder importance, </a:t>
            </a:r>
            <a:endParaRPr lang="en-US" dirty="0"/>
          </a:p>
          <a:p>
            <a:r>
              <a:rPr dirty="0"/>
              <a:t>feasibility, and </a:t>
            </a:r>
            <a:endParaRPr lang="en-US" dirty="0"/>
          </a:p>
          <a:p>
            <a:r>
              <a:rPr dirty="0"/>
              <a:t>impact on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Resolving Conflicts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319088"/>
            <a:ext cx="5179868" cy="6005512"/>
          </a:xfrm>
        </p:spPr>
        <p:txBody>
          <a:bodyPr anchor="ctr">
            <a:normAutofit/>
          </a:bodyPr>
          <a:lstStyle/>
          <a:p>
            <a:r>
              <a:rPr dirty="0"/>
              <a:t>Conflicts between requirements must be resolved through</a:t>
            </a:r>
            <a:endParaRPr lang="en-US" dirty="0"/>
          </a:p>
          <a:p>
            <a:r>
              <a:rPr dirty="0"/>
              <a:t>negotiation, </a:t>
            </a:r>
            <a:endParaRPr lang="en-US" dirty="0"/>
          </a:p>
          <a:p>
            <a:r>
              <a:rPr dirty="0"/>
              <a:t>trade-off analysis, and </a:t>
            </a:r>
            <a:endParaRPr lang="en-US" dirty="0"/>
          </a:p>
          <a:p>
            <a:r>
              <a:rPr dirty="0"/>
              <a:t>decision-making techniques</a:t>
            </a:r>
            <a:r>
              <a:rPr lang="en-US" dirty="0"/>
              <a:t> – voting, prioritization model, cost-benefit analysis, decision tree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Types of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Requirements can be categorized into:</a:t>
            </a:r>
          </a:p>
          <a:p>
            <a:pPr marL="0" indent="0">
              <a:buNone/>
            </a:pPr>
            <a:r>
              <a:rPr dirty="0"/>
              <a:t>1. Functional Requirements</a:t>
            </a:r>
          </a:p>
          <a:p>
            <a:pPr marL="0" indent="0">
              <a:buNone/>
            </a:pPr>
            <a:r>
              <a:rPr dirty="0"/>
              <a:t>2. Non-Functional Requirements</a:t>
            </a:r>
          </a:p>
          <a:p>
            <a:pPr marL="0" indent="0">
              <a:buNone/>
            </a:pPr>
            <a:r>
              <a:rPr dirty="0"/>
              <a:t>3. System Requirements</a:t>
            </a:r>
          </a:p>
          <a:p>
            <a:pPr marL="0" indent="0">
              <a:buNone/>
            </a:pPr>
            <a:r>
              <a:rPr dirty="0"/>
              <a:t>4. Software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1A4A5-86BD-BBD2-F6B0-E4ADEFF9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97CB-45A8-695F-CC50-E6D3591EF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b="1" dirty="0"/>
              <a:t>Definition</a:t>
            </a:r>
            <a:r>
              <a:rPr lang="en-MY" dirty="0"/>
              <a:t>: Describe </a:t>
            </a:r>
            <a:r>
              <a:rPr lang="en-MY" b="1" dirty="0"/>
              <a:t>what the system should do</a:t>
            </a:r>
            <a:r>
              <a:rPr lang="en-MY" dirty="0"/>
              <a:t> — the specific </a:t>
            </a:r>
            <a:r>
              <a:rPr lang="en-MY" dirty="0" err="1"/>
              <a:t>behaviors</a:t>
            </a:r>
            <a:r>
              <a:rPr lang="en-MY" dirty="0"/>
              <a:t>, features, or functions.</a:t>
            </a:r>
          </a:p>
          <a:p>
            <a:r>
              <a:rPr lang="en-MY" b="1" dirty="0"/>
              <a:t>Focus</a:t>
            </a:r>
            <a:r>
              <a:rPr lang="en-MY" dirty="0"/>
              <a:t>: Actions, services, or tasks the system must perform.</a:t>
            </a:r>
          </a:p>
          <a:p>
            <a:r>
              <a:rPr lang="en-MY" b="1" dirty="0"/>
              <a:t>Example</a:t>
            </a:r>
            <a:r>
              <a:rPr lang="en-MY" dirty="0"/>
              <a:t>:</a:t>
            </a:r>
          </a:p>
          <a:p>
            <a:r>
              <a:rPr lang="en-MY" dirty="0"/>
              <a:t>"The system shall allow users to log in using a username and password."</a:t>
            </a:r>
          </a:p>
          <a:p>
            <a:r>
              <a:rPr lang="en-MY" dirty="0"/>
              <a:t>"The e-commerce platform shall process online payments via credit card and PayPal."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9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B299B-71BE-914E-E04C-ECA5B214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1EA9-DE69-411C-1B85-4E8B88678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sz="2400" b="1"/>
              <a:t>Definition</a:t>
            </a:r>
            <a:r>
              <a:rPr lang="en-MY" sz="2400"/>
              <a:t>: Describe </a:t>
            </a:r>
            <a:r>
              <a:rPr lang="en-MY" sz="2400" b="1"/>
              <a:t>how the system should perform</a:t>
            </a:r>
            <a:r>
              <a:rPr lang="en-MY" sz="2400"/>
              <a:t> rather than what it does.</a:t>
            </a:r>
          </a:p>
          <a:p>
            <a:r>
              <a:rPr lang="en-MY" sz="2400" b="1"/>
              <a:t>Focus</a:t>
            </a:r>
            <a:r>
              <a:rPr lang="en-MY" sz="2400"/>
              <a:t>: Quality attributes, constraints, or performance measures.</a:t>
            </a:r>
          </a:p>
          <a:p>
            <a:r>
              <a:rPr lang="en-MY" sz="2400" b="1"/>
              <a:t>Example</a:t>
            </a:r>
            <a:r>
              <a:rPr lang="en-MY" sz="2400"/>
              <a:t>:</a:t>
            </a:r>
          </a:p>
          <a:p>
            <a:r>
              <a:rPr lang="en-MY" sz="2400"/>
              <a:t>"The system shall handle 10,000 concurrent users without performance degradation."</a:t>
            </a:r>
          </a:p>
          <a:p>
            <a:r>
              <a:rPr lang="en-MY" sz="2400"/>
              <a:t>"The website must load within 3 seconds."</a:t>
            </a:r>
          </a:p>
          <a:p>
            <a:r>
              <a:rPr lang="en-MY" sz="2400"/>
              <a:t>"The system must comply with GDPR regulations."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82009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EFAC5-6480-8887-B999-1DE63840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54FE-7CBB-E6CF-A2B0-D1FE35AFA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sz="2200" b="1"/>
              <a:t>Definition</a:t>
            </a:r>
            <a:r>
              <a:rPr lang="en-MY" sz="2200"/>
              <a:t>: Broad-level requirements that define the </a:t>
            </a:r>
            <a:r>
              <a:rPr lang="en-MY" sz="2200" b="1"/>
              <a:t>overall system capabilities</a:t>
            </a:r>
            <a:r>
              <a:rPr lang="en-MY" sz="2200"/>
              <a:t> (both hardware + software).</a:t>
            </a:r>
          </a:p>
          <a:p>
            <a:r>
              <a:rPr lang="en-MY" sz="2200" b="1"/>
              <a:t>Focus</a:t>
            </a:r>
            <a:r>
              <a:rPr lang="en-MY" sz="2200"/>
              <a:t>: Interactions between hardware, software, network, and environment.</a:t>
            </a:r>
          </a:p>
          <a:p>
            <a:r>
              <a:rPr lang="en-MY" sz="2200" b="1"/>
              <a:t>Example</a:t>
            </a:r>
            <a:r>
              <a:rPr lang="en-MY" sz="2200"/>
              <a:t>:</a:t>
            </a:r>
          </a:p>
          <a:p>
            <a:r>
              <a:rPr lang="en-MY" sz="2200"/>
              <a:t>"The system must operate on Windows, Linux, and macOS platforms."</a:t>
            </a:r>
          </a:p>
          <a:p>
            <a:r>
              <a:rPr lang="en-MY" sz="2200"/>
              <a:t>"The system must connect to a barcode scanner and RFID reader."</a:t>
            </a:r>
          </a:p>
          <a:p>
            <a:r>
              <a:rPr lang="en-MY" sz="2200"/>
              <a:t>"The database server must support replication for high availability."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99843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D32A1-D92D-6CE7-1941-125AB2F58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Software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DF85-D59E-ACEE-D05D-84F604C93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sz="2400" b="1"/>
              <a:t>Definition</a:t>
            </a:r>
            <a:r>
              <a:rPr lang="en-MY" sz="2400"/>
              <a:t>: A subset of system requirements that specify the </a:t>
            </a:r>
            <a:r>
              <a:rPr lang="en-MY" sz="2400" b="1"/>
              <a:t>software-specific needs</a:t>
            </a:r>
            <a:r>
              <a:rPr lang="en-MY" sz="2400"/>
              <a:t>.</a:t>
            </a:r>
          </a:p>
          <a:p>
            <a:r>
              <a:rPr lang="en-MY" sz="2400" b="1"/>
              <a:t>Focus</a:t>
            </a:r>
            <a:r>
              <a:rPr lang="en-MY" sz="2400"/>
              <a:t>: Detailed description of software functions, interfaces, and constraints (can include both functional &amp; non-functional aspects).</a:t>
            </a:r>
          </a:p>
          <a:p>
            <a:r>
              <a:rPr lang="en-MY" sz="2400" b="1"/>
              <a:t>Example</a:t>
            </a:r>
            <a:r>
              <a:rPr lang="en-MY" sz="2400"/>
              <a:t>:</a:t>
            </a:r>
          </a:p>
          <a:p>
            <a:r>
              <a:rPr lang="en-MY" sz="2400"/>
              <a:t>"The software must provide a REST API for third-party integration."</a:t>
            </a:r>
          </a:p>
          <a:p>
            <a:r>
              <a:rPr lang="en-MY" sz="2400"/>
              <a:t>"The mobile app must support both Android 14 and iOS 18."</a:t>
            </a:r>
          </a:p>
          <a:p>
            <a:r>
              <a:rPr lang="en-MY" sz="2400"/>
              <a:t>"The software must encrypt stored user passwords with SHA-256."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5316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 dirty="0">
                <a:solidFill>
                  <a:srgbClr val="FFFFFF"/>
                </a:solidFill>
              </a:rPr>
              <a:t>Differences &amp; focusses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b="1" dirty="0"/>
              <a:t>Functional</a:t>
            </a:r>
            <a:r>
              <a:rPr lang="en-MY" dirty="0"/>
              <a:t> → What the software does (features).</a:t>
            </a:r>
          </a:p>
          <a:p>
            <a:r>
              <a:rPr lang="en-MY" b="1" dirty="0"/>
              <a:t>Non-Functional</a:t>
            </a:r>
            <a:r>
              <a:rPr lang="en-MY" dirty="0"/>
              <a:t> → How well it does it (quality attributes).</a:t>
            </a:r>
          </a:p>
          <a:p>
            <a:r>
              <a:rPr lang="en-MY" b="1" dirty="0"/>
              <a:t>System</a:t>
            </a:r>
            <a:r>
              <a:rPr lang="en-MY" dirty="0"/>
              <a:t> → Overall system (hardware + software + environment).</a:t>
            </a:r>
          </a:p>
          <a:p>
            <a:r>
              <a:rPr lang="en-MY" b="1" dirty="0"/>
              <a:t>Software</a:t>
            </a:r>
            <a:r>
              <a:rPr lang="en-MY" dirty="0"/>
              <a:t> → The software part of the system (detailed specs for coding).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Requirement Specification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Requirement specification involves documenting requirements using:</a:t>
            </a:r>
          </a:p>
          <a:p>
            <a:pPr marL="0" indent="0">
              <a:buNone/>
            </a:pPr>
            <a:r>
              <a:rPr dirty="0"/>
              <a:t>1. Natural Language</a:t>
            </a:r>
          </a:p>
          <a:p>
            <a:pPr marL="0" indent="0">
              <a:buNone/>
            </a:pPr>
            <a:r>
              <a:rPr dirty="0"/>
              <a:t>2. Structured Methods</a:t>
            </a:r>
          </a:p>
          <a:p>
            <a:pPr marL="0" indent="0">
              <a:buNone/>
            </a:pPr>
            <a:r>
              <a:rPr dirty="0"/>
              <a:t>3. Formal Languages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Natural Language Specification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r>
              <a:rPr lang="en-MY" b="1" dirty="0"/>
              <a:t>Definition</a:t>
            </a:r>
            <a:r>
              <a:rPr lang="en-MY" dirty="0"/>
              <a:t>: Using everyday human language (English, Malay, etc.) to describe requirements.</a:t>
            </a:r>
          </a:p>
          <a:p>
            <a:r>
              <a:rPr lang="en-MY" b="1" dirty="0"/>
              <a:t>Characteristics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Easy to write and understand</a:t>
            </a:r>
          </a:p>
          <a:p>
            <a:pPr lvl="1"/>
            <a:r>
              <a:rPr lang="en-MY" dirty="0"/>
              <a:t>Flexible and informal</a:t>
            </a:r>
          </a:p>
          <a:p>
            <a:pPr lvl="1"/>
            <a:r>
              <a:rPr lang="en-MY" dirty="0"/>
              <a:t>Can be ambiguous or inconsistent</a:t>
            </a:r>
          </a:p>
          <a:p>
            <a:r>
              <a:rPr lang="en-MY" b="1" dirty="0"/>
              <a:t>Example</a:t>
            </a:r>
            <a:r>
              <a:rPr lang="en-MY" dirty="0"/>
              <a:t>:</a:t>
            </a:r>
          </a:p>
          <a:p>
            <a:pPr lvl="1"/>
            <a:r>
              <a:rPr lang="en-MY" i="1" dirty="0"/>
              <a:t>“The system should allow users to reset their password if they forget it.”</a:t>
            </a:r>
            <a:endParaRPr lang="en-MY" dirty="0"/>
          </a:p>
          <a:p>
            <a:r>
              <a:rPr lang="en-MY" dirty="0"/>
              <a:t>✅ </a:t>
            </a:r>
            <a:r>
              <a:rPr lang="en-MY" b="1" dirty="0"/>
              <a:t>Good for</a:t>
            </a:r>
            <a:r>
              <a:rPr lang="en-MY" dirty="0"/>
              <a:t> communication with non-technical stakeholders, but risks misinterpretation.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700" dirty="0">
                <a:solidFill>
                  <a:srgbClr val="FFFFFF"/>
                </a:solidFill>
              </a:rPr>
              <a:t>Structured Methods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85000" lnSpcReduction="20000"/>
          </a:bodyPr>
          <a:lstStyle/>
          <a:p>
            <a:r>
              <a:rPr lang="en-MY" b="1" dirty="0"/>
              <a:t>Definition</a:t>
            </a:r>
            <a:r>
              <a:rPr lang="en-MY" dirty="0"/>
              <a:t>: Use of controlled formats or models to reduce ambiguity while still being human-readable.</a:t>
            </a:r>
          </a:p>
          <a:p>
            <a:r>
              <a:rPr lang="en-MY" b="1" dirty="0"/>
              <a:t>Characteristics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Partly formalized, often using templates, diagrams, or tables</a:t>
            </a:r>
          </a:p>
          <a:p>
            <a:pPr lvl="1"/>
            <a:r>
              <a:rPr lang="en-MY" dirty="0"/>
              <a:t>Reduces vagueness compared to pure natural language</a:t>
            </a:r>
          </a:p>
          <a:p>
            <a:pPr lvl="1"/>
            <a:r>
              <a:rPr lang="en-MY" dirty="0"/>
              <a:t>Bridges the gap between informal and formal documentation</a:t>
            </a:r>
          </a:p>
          <a:p>
            <a:r>
              <a:rPr lang="en-MY" b="1" dirty="0"/>
              <a:t>Examples</a:t>
            </a:r>
            <a:r>
              <a:rPr lang="en-MY" dirty="0"/>
              <a:t>:</a:t>
            </a:r>
          </a:p>
          <a:p>
            <a:pPr lvl="1"/>
            <a:r>
              <a:rPr lang="en-MY" b="1" dirty="0"/>
              <a:t>Use Case Diagrams / Descriptions</a:t>
            </a:r>
            <a:r>
              <a:rPr lang="en-MY" dirty="0"/>
              <a:t> (e.g., actor + system interaction)</a:t>
            </a:r>
          </a:p>
          <a:p>
            <a:pPr lvl="1"/>
            <a:r>
              <a:rPr lang="en-MY" b="1" dirty="0"/>
              <a:t>User Stories</a:t>
            </a:r>
            <a:r>
              <a:rPr lang="en-MY" dirty="0"/>
              <a:t> (</a:t>
            </a:r>
            <a:r>
              <a:rPr lang="en-MY" i="1" dirty="0"/>
              <a:t>“As a user, I want to receive notifications so that I don’t miss updates”</a:t>
            </a:r>
            <a:r>
              <a:rPr lang="en-MY" dirty="0"/>
              <a:t>)</a:t>
            </a:r>
          </a:p>
          <a:p>
            <a:pPr lvl="1"/>
            <a:r>
              <a:rPr lang="en-MY" b="1" dirty="0"/>
              <a:t>Tables or Decision Trees</a:t>
            </a:r>
            <a:r>
              <a:rPr lang="en-MY" dirty="0"/>
              <a:t> for conditions and responses</a:t>
            </a:r>
          </a:p>
          <a:p>
            <a:r>
              <a:rPr lang="en-MY" dirty="0"/>
              <a:t>✅ </a:t>
            </a:r>
            <a:r>
              <a:rPr lang="en-MY" b="1" dirty="0"/>
              <a:t>Good for</a:t>
            </a:r>
            <a:r>
              <a:rPr lang="en-MY" dirty="0"/>
              <a:t> balancing clarity and structure in requirement documents.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374A-AA61-218C-FC46-2BED67A1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B15C-885F-DFD9-7945-FF83766A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700" dirty="0">
                <a:solidFill>
                  <a:srgbClr val="FFFFFF"/>
                </a:solidFill>
              </a:rPr>
              <a:t>Structured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D063-097C-DAEC-476F-5DE9766E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70000" lnSpcReduction="20000"/>
          </a:bodyPr>
          <a:lstStyle/>
          <a:p>
            <a:r>
              <a:rPr lang="en-MY" b="1" dirty="0"/>
              <a:t>Definition</a:t>
            </a:r>
            <a:r>
              <a:rPr lang="en-MY" dirty="0"/>
              <a:t>: Use of mathematically precise notations and models to specify requirements.</a:t>
            </a:r>
          </a:p>
          <a:p>
            <a:r>
              <a:rPr lang="en-MY" b="1" dirty="0"/>
              <a:t>Characteristics</a:t>
            </a:r>
            <a:r>
              <a:rPr lang="en-MY" dirty="0"/>
              <a:t>:</a:t>
            </a:r>
          </a:p>
          <a:p>
            <a:pPr lvl="1"/>
            <a:r>
              <a:rPr lang="en-MY" dirty="0"/>
              <a:t>Based on logic, set theory, or automata</a:t>
            </a:r>
          </a:p>
          <a:p>
            <a:pPr lvl="1"/>
            <a:r>
              <a:rPr lang="en-MY" dirty="0"/>
              <a:t>Removes ambiguity completely</a:t>
            </a:r>
          </a:p>
          <a:p>
            <a:pPr lvl="1"/>
            <a:r>
              <a:rPr lang="en-MY" dirty="0"/>
              <a:t>Harder for non-technical stakeholders to understand</a:t>
            </a:r>
          </a:p>
          <a:p>
            <a:r>
              <a:rPr lang="en-MY" b="1" dirty="0"/>
              <a:t>Examples</a:t>
            </a:r>
            <a:r>
              <a:rPr lang="en-MY" dirty="0"/>
              <a:t>:</a:t>
            </a:r>
          </a:p>
          <a:p>
            <a:pPr lvl="1"/>
            <a:r>
              <a:rPr lang="en-MY" b="1" dirty="0"/>
              <a:t>Z-Notation</a:t>
            </a:r>
            <a:r>
              <a:rPr lang="en-MY" dirty="0"/>
              <a:t> (mathematical set-based language)</a:t>
            </a:r>
          </a:p>
          <a:p>
            <a:pPr lvl="1"/>
            <a:r>
              <a:rPr lang="en-MY" b="1" dirty="0"/>
              <a:t>Finite State Machines (FSMs)</a:t>
            </a:r>
            <a:endParaRPr lang="en-MY" dirty="0"/>
          </a:p>
          <a:p>
            <a:pPr lvl="1"/>
            <a:r>
              <a:rPr lang="en-MY" b="1" dirty="0"/>
              <a:t>Petri Nets</a:t>
            </a:r>
            <a:endParaRPr lang="en-MY" dirty="0"/>
          </a:p>
          <a:p>
            <a:pPr lvl="1"/>
            <a:r>
              <a:rPr lang="en-MY" b="1" dirty="0"/>
              <a:t>Formal grammars</a:t>
            </a:r>
            <a:r>
              <a:rPr lang="en-MY" dirty="0"/>
              <a:t> (BNF)</a:t>
            </a:r>
          </a:p>
          <a:p>
            <a:r>
              <a:rPr lang="en-MY" b="1" dirty="0"/>
              <a:t>Example Statement (FSM)</a:t>
            </a:r>
            <a:r>
              <a:rPr lang="en-MY" dirty="0"/>
              <a:t>:</a:t>
            </a:r>
          </a:p>
          <a:p>
            <a:pPr lvl="1"/>
            <a:r>
              <a:rPr lang="en-MY" i="1" dirty="0"/>
              <a:t>If the user enters a valid password → system moves from “Login” state to “Home” state; else remain in “Login” state.</a:t>
            </a:r>
            <a:endParaRPr lang="en-MY" dirty="0"/>
          </a:p>
          <a:p>
            <a:r>
              <a:rPr lang="en-MY" dirty="0"/>
              <a:t>✅ </a:t>
            </a:r>
            <a:r>
              <a:rPr lang="en-MY" b="1" dirty="0"/>
              <a:t>Good for</a:t>
            </a:r>
            <a:r>
              <a:rPr lang="en-MY" dirty="0"/>
              <a:t> safety-critical systems (aviation, medical, banking), where precision and correctness are essential.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6F2328-562C-80EC-1FE8-A32A493DFCE9}"/>
              </a:ext>
            </a:extLst>
          </p:cNvPr>
          <p:cNvSpPr txBox="1">
            <a:spLocks/>
          </p:cNvSpPr>
          <p:nvPr/>
        </p:nvSpPr>
        <p:spPr>
          <a:xfrm>
            <a:off x="667525" y="1305972"/>
            <a:ext cx="24003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3700" dirty="0"/>
              <a:t>Formal Language</a:t>
            </a:r>
          </a:p>
        </p:txBody>
      </p:sp>
    </p:spTree>
    <p:extLst>
      <p:ext uri="{BB962C8B-B14F-4D97-AF65-F5344CB8AC3E}">
        <p14:creationId xmlns:p14="http://schemas.microsoft.com/office/powerpoint/2010/main" val="4224268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D6ED-CF02-EC0E-B4EC-2C87B0A3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Pro &amp; Cons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87950-6B6B-B00D-20AE-8EE8459D5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6412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905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Validating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77500" lnSpcReduction="20000"/>
          </a:bodyPr>
          <a:lstStyle/>
          <a:p>
            <a:r>
              <a:rPr lang="en-MY" b="1" dirty="0"/>
              <a:t>Definition</a:t>
            </a:r>
            <a:r>
              <a:rPr lang="en-MY" dirty="0"/>
              <a:t>: The process of checking that the documented requirements </a:t>
            </a:r>
            <a:r>
              <a:rPr lang="en-MY" b="1" dirty="0"/>
              <a:t>accurately represent the stakeholders’ needs</a:t>
            </a:r>
            <a:r>
              <a:rPr lang="en-MY" dirty="0"/>
              <a:t> and are of high quality (complete, consistent, correct, and feasible).</a:t>
            </a:r>
          </a:p>
          <a:p>
            <a:r>
              <a:rPr lang="en-MY" b="1" dirty="0"/>
              <a:t>Complete</a:t>
            </a:r>
            <a:r>
              <a:rPr lang="en-MY" dirty="0"/>
              <a:t> → All necessary requirements are included (no missing features).</a:t>
            </a:r>
          </a:p>
          <a:p>
            <a:r>
              <a:rPr lang="en-MY" b="1" dirty="0"/>
              <a:t>Consistent</a:t>
            </a:r>
            <a:r>
              <a:rPr lang="en-MY" dirty="0"/>
              <a:t> → No contradictions between requirements.</a:t>
            </a:r>
          </a:p>
          <a:p>
            <a:r>
              <a:rPr lang="en-MY" b="1" dirty="0"/>
              <a:t>Correct</a:t>
            </a:r>
            <a:r>
              <a:rPr lang="en-MY" dirty="0"/>
              <a:t> → Requirements reflect the actual needs of stakeholders, not assumptions.</a:t>
            </a:r>
          </a:p>
          <a:p>
            <a:r>
              <a:rPr lang="en-MY" dirty="0"/>
              <a:t>⚠️ If validation is skipped, the project may build the wrong system, leading to cost overruns or failure.</a:t>
            </a:r>
          </a:p>
          <a:p>
            <a:r>
              <a:rPr dirty="0"/>
              <a:t>Techniques include reviews, inspections, and prototyping.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2800">
                <a:solidFill>
                  <a:srgbClr val="FFFFFF"/>
                </a:solidFill>
              </a:rPr>
              <a:t>Completeness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Completeness ensures all necessary requirements are included. </a:t>
            </a:r>
            <a:endParaRPr lang="en-US" dirty="0"/>
          </a:p>
          <a:p>
            <a:r>
              <a:rPr dirty="0"/>
              <a:t>Example: Checklists and requirement traceability matrices.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Consistency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Consistency ensures requirements do not conflict with each other. </a:t>
            </a:r>
            <a:endParaRPr lang="en-US" dirty="0"/>
          </a:p>
          <a:p>
            <a:r>
              <a:rPr dirty="0"/>
              <a:t>Example: Cross-referencing requirements and resolving ambiguities.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Correctness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Correctness ensures requirements accurately reflect stakeholder needs. </a:t>
            </a:r>
            <a:endParaRPr lang="en-US" dirty="0"/>
          </a:p>
          <a:p>
            <a:r>
              <a:rPr dirty="0"/>
              <a:t>Example: Prototyping and user feedback sessions.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3C8ED-72E7-A0B7-DDF4-68989F7F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Techniques for Requirement Validation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D0AD3-1C0F-BC29-57C4-685C78B0F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MY" sz="2600" b="1"/>
              <a:t>Reviews</a:t>
            </a:r>
          </a:p>
          <a:p>
            <a:r>
              <a:rPr lang="en-MY" sz="2600" b="1"/>
              <a:t>What it is</a:t>
            </a:r>
            <a:r>
              <a:rPr lang="en-MY" sz="2600"/>
              <a:t>: A systematic examination of the requirements document by stakeholders (clients, users, developers, testers).</a:t>
            </a:r>
          </a:p>
          <a:p>
            <a:r>
              <a:rPr lang="en-MY" sz="2600" b="1"/>
              <a:t>Purpose</a:t>
            </a:r>
            <a:r>
              <a:rPr lang="en-MY" sz="2600"/>
              <a:t>: Identify errors, ambiguities, or gaps early.</a:t>
            </a:r>
          </a:p>
          <a:p>
            <a:r>
              <a:rPr lang="en-MY" sz="2600" b="1"/>
              <a:t>Example</a:t>
            </a:r>
            <a:r>
              <a:rPr lang="en-MY" sz="2600"/>
              <a:t>: A requirements review meeting where business analysts present the SRS (Software Requirement Specification) and users confirm if it matches their needs.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2238675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34428-671E-A205-7346-299C6134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96F0D-83F9-BAED-E344-9F14DE18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Techniques for Requirement Validation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CAE7-D36C-5E86-B2CF-F928B3DE4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319088"/>
            <a:ext cx="5179868" cy="621982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MY" sz="2400" b="1" dirty="0"/>
              <a:t>Inspections</a:t>
            </a:r>
          </a:p>
          <a:p>
            <a:r>
              <a:rPr lang="en-MY" sz="2400" b="1" dirty="0"/>
              <a:t>What it is</a:t>
            </a:r>
            <a:r>
              <a:rPr lang="en-MY" sz="2400" dirty="0"/>
              <a:t>: A more </a:t>
            </a:r>
            <a:r>
              <a:rPr lang="en-MY" sz="2400" b="1" dirty="0"/>
              <a:t>formal and structured review</a:t>
            </a:r>
            <a:r>
              <a:rPr lang="en-MY" sz="2400" dirty="0"/>
              <a:t> led by a trained moderator, often following a checklist.</a:t>
            </a:r>
          </a:p>
          <a:p>
            <a:r>
              <a:rPr lang="en-MY" sz="2400" b="1" dirty="0"/>
              <a:t>Purpose</a:t>
            </a:r>
            <a:r>
              <a:rPr lang="en-MY" sz="2400" dirty="0"/>
              <a:t>: Detect defects with high rigor and ensure compliance with standards.</a:t>
            </a:r>
          </a:p>
          <a:p>
            <a:r>
              <a:rPr lang="en-MY" sz="2400" b="1" dirty="0"/>
              <a:t>Steps typically include</a:t>
            </a:r>
            <a:r>
              <a:rPr lang="en-MY" sz="2400" dirty="0"/>
              <a:t>:</a:t>
            </a:r>
          </a:p>
          <a:p>
            <a:pPr lvl="1"/>
            <a:r>
              <a:rPr lang="en-MY" dirty="0"/>
              <a:t>Preparation (everyone studies the document)</a:t>
            </a:r>
          </a:p>
          <a:p>
            <a:pPr lvl="1"/>
            <a:r>
              <a:rPr lang="en-MY" dirty="0"/>
              <a:t>Inspection meeting (issues are raised, not solved immediately)</a:t>
            </a:r>
          </a:p>
          <a:p>
            <a:pPr lvl="1"/>
            <a:r>
              <a:rPr lang="en-MY" dirty="0"/>
              <a:t>Follow-up (corrections are made and rechecked)</a:t>
            </a:r>
          </a:p>
          <a:p>
            <a:r>
              <a:rPr lang="en-MY" sz="2400" b="1" dirty="0"/>
              <a:t>Example</a:t>
            </a:r>
            <a:r>
              <a:rPr lang="en-MY" sz="2400" dirty="0"/>
              <a:t>: Inspecting a requirement spec for an ATM system to ensure security requirements are explicitly defined and consistent.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82165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60B17-9C93-0D48-91A3-06D9FF95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883A2-F74C-DCC4-AD89-C9673A65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Techniques for Requirement Validation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CD55-771D-E843-87C0-2B935E5EF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MY" sz="2400" b="1" dirty="0"/>
              <a:t>Prototyping</a:t>
            </a:r>
          </a:p>
          <a:p>
            <a:r>
              <a:rPr lang="en-MY" sz="2400" b="1" dirty="0"/>
              <a:t>What it is</a:t>
            </a:r>
            <a:r>
              <a:rPr lang="en-MY" sz="2400" dirty="0"/>
              <a:t>: Building a </a:t>
            </a:r>
            <a:r>
              <a:rPr lang="en-MY" sz="2400" b="1" dirty="0"/>
              <a:t>simplified version</a:t>
            </a:r>
            <a:r>
              <a:rPr lang="en-MY" sz="2400" dirty="0"/>
              <a:t> of the system (mock-up, wireframe, or working demo).</a:t>
            </a:r>
          </a:p>
          <a:p>
            <a:r>
              <a:rPr lang="en-MY" sz="2400" b="1" dirty="0"/>
              <a:t>Purpose</a:t>
            </a:r>
            <a:r>
              <a:rPr lang="en-MY" sz="2400" dirty="0"/>
              <a:t>: Help stakeholders visualize requirements, reducing misunderstandings.</a:t>
            </a:r>
          </a:p>
          <a:p>
            <a:r>
              <a:rPr lang="en-MY" sz="2400" b="1" dirty="0"/>
              <a:t>Types</a:t>
            </a:r>
            <a:r>
              <a:rPr lang="en-MY" sz="2400" dirty="0"/>
              <a:t>:</a:t>
            </a:r>
          </a:p>
          <a:p>
            <a:pPr lvl="1"/>
            <a:r>
              <a:rPr lang="en-MY" b="1" dirty="0"/>
              <a:t>Low-fidelity</a:t>
            </a:r>
            <a:r>
              <a:rPr lang="en-MY" dirty="0"/>
              <a:t> (paper sketches, wireframes)</a:t>
            </a:r>
          </a:p>
          <a:p>
            <a:pPr lvl="1"/>
            <a:r>
              <a:rPr lang="en-MY" b="1" dirty="0"/>
              <a:t>High-fidelity</a:t>
            </a:r>
            <a:r>
              <a:rPr lang="en-MY" dirty="0"/>
              <a:t> (interactive mock-ups or partial implementations)</a:t>
            </a:r>
          </a:p>
          <a:p>
            <a:r>
              <a:rPr lang="en-MY" sz="2400" b="1" dirty="0"/>
              <a:t>Example</a:t>
            </a:r>
            <a:r>
              <a:rPr lang="en-MY" sz="2400" dirty="0"/>
              <a:t>: A clickable mobile app prototype that lets users test navigation flow before actual coding starts.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93697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9EB50-4DB6-35F1-CEA9-363E2087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In short..</a:t>
            </a:r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864BDB05-75B3-60E9-BD9C-759BB6D7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05" r="3349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80210-9567-BF34-A87E-7D73CAC4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MY" sz="1900" b="1"/>
              <a:t>Reviews</a:t>
            </a:r>
            <a:r>
              <a:rPr lang="en-MY" sz="1900"/>
              <a:t> → General check by stakeholders.</a:t>
            </a:r>
          </a:p>
          <a:p>
            <a:r>
              <a:rPr lang="en-MY" sz="1900" b="1"/>
              <a:t>Inspections</a:t>
            </a:r>
            <a:r>
              <a:rPr lang="en-MY" sz="1900"/>
              <a:t> → Formal, structured error-finding.</a:t>
            </a:r>
          </a:p>
          <a:p>
            <a:r>
              <a:rPr lang="en-MY" sz="1900" b="1"/>
              <a:t>Prototyping</a:t>
            </a:r>
            <a:r>
              <a:rPr lang="en-MY" sz="1900"/>
              <a:t> → Hands-on validation through models/demos.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947178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Requirements Analysis and Specification is a vital process in software development. </a:t>
            </a:r>
            <a:endParaRPr lang="en-US" dirty="0"/>
          </a:p>
          <a:p>
            <a:r>
              <a:rPr dirty="0"/>
              <a:t>It ensures the final product meets stakeholder needs and performs as expected. </a:t>
            </a:r>
            <a:endParaRPr lang="en-US" dirty="0"/>
          </a:p>
          <a:p>
            <a:r>
              <a:rPr dirty="0"/>
              <a:t>Proper analysis, specification, and validation of requirements lead to successful projects.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0A402-3DC3-39D9-FE93-4BD28A7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272" y="0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72B8-B02E-C479-7635-16A948C20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273" y="2913682"/>
            <a:ext cx="4171453" cy="13018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Research all data gathering elicitation techniques and explain in class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1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74</TotalTime>
  <Words>1879</Words>
  <Application>Microsoft Macintosh PowerPoint</Application>
  <PresentationFormat>On-screen Show (4:3)</PresentationFormat>
  <Paragraphs>213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Office 2013 - 2022 Theme</vt:lpstr>
      <vt:lpstr>Requirements Analysis and Specification</vt:lpstr>
      <vt:lpstr>Introduction</vt:lpstr>
      <vt:lpstr>Requirement Analysis Process</vt:lpstr>
      <vt:lpstr>Analyzing Stakeholder Needs</vt:lpstr>
      <vt:lpstr>Prioritizing Requirements</vt:lpstr>
      <vt:lpstr>Resolving Conflicts</vt:lpstr>
      <vt:lpstr>Types of Requirements</vt:lpstr>
      <vt:lpstr>Functional Requirements</vt:lpstr>
      <vt:lpstr>Non-functional Requirements</vt:lpstr>
      <vt:lpstr>System Requirements</vt:lpstr>
      <vt:lpstr>Software Requirements</vt:lpstr>
      <vt:lpstr>Differences &amp; focusses</vt:lpstr>
      <vt:lpstr>Requirement Specification</vt:lpstr>
      <vt:lpstr>Natural Language Specification</vt:lpstr>
      <vt:lpstr>Structured Methods</vt:lpstr>
      <vt:lpstr>Structured Methods</vt:lpstr>
      <vt:lpstr>Pro &amp; Cons</vt:lpstr>
      <vt:lpstr>Validating Requirements</vt:lpstr>
      <vt:lpstr>Completeness</vt:lpstr>
      <vt:lpstr>Consistency</vt:lpstr>
      <vt:lpstr>Correctness</vt:lpstr>
      <vt:lpstr>Techniques for Requirement Validation </vt:lpstr>
      <vt:lpstr>Techniques for Requirement Validation </vt:lpstr>
      <vt:lpstr>Techniques for Requirement Validation </vt:lpstr>
      <vt:lpstr>In short..</vt:lpstr>
      <vt:lpstr>Conclusion</vt:lpstr>
      <vt:lpstr>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Hazlina Haron</cp:lastModifiedBy>
  <cp:revision>1</cp:revision>
  <dcterms:created xsi:type="dcterms:W3CDTF">2013-01-27T09:14:16Z</dcterms:created>
  <dcterms:modified xsi:type="dcterms:W3CDTF">2025-09-26T01:50:38Z</dcterms:modified>
  <cp:category/>
</cp:coreProperties>
</file>