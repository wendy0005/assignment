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 id="2147483702" r:id="rId5"/>
    <p:sldMasterId id="2147483810" r:id="rId6"/>
    <p:sldMasterId id="2147483823" r:id="rId7"/>
  </p:sldMasterIdLst>
  <p:notesMasterIdLst>
    <p:notesMasterId r:id="rId56"/>
  </p:notesMasterIdLst>
  <p:sldIdLst>
    <p:sldId id="256" r:id="rId8"/>
    <p:sldId id="257" r:id="rId9"/>
    <p:sldId id="265" r:id="rId10"/>
    <p:sldId id="366" r:id="rId11"/>
    <p:sldId id="428" r:id="rId12"/>
    <p:sldId id="418" r:id="rId13"/>
    <p:sldId id="380" r:id="rId14"/>
    <p:sldId id="381" r:id="rId15"/>
    <p:sldId id="382" r:id="rId16"/>
    <p:sldId id="407" r:id="rId17"/>
    <p:sldId id="408" r:id="rId18"/>
    <p:sldId id="409" r:id="rId19"/>
    <p:sldId id="410" r:id="rId20"/>
    <p:sldId id="386" r:id="rId21"/>
    <p:sldId id="387" r:id="rId22"/>
    <p:sldId id="411" r:id="rId23"/>
    <p:sldId id="412" r:id="rId24"/>
    <p:sldId id="413" r:id="rId25"/>
    <p:sldId id="423" r:id="rId26"/>
    <p:sldId id="424" r:id="rId27"/>
    <p:sldId id="406" r:id="rId28"/>
    <p:sldId id="414" r:id="rId29"/>
    <p:sldId id="415" r:id="rId30"/>
    <p:sldId id="416" r:id="rId31"/>
    <p:sldId id="417" r:id="rId32"/>
    <p:sldId id="391" r:id="rId33"/>
    <p:sldId id="392" r:id="rId34"/>
    <p:sldId id="393" r:id="rId35"/>
    <p:sldId id="394" r:id="rId36"/>
    <p:sldId id="395" r:id="rId37"/>
    <p:sldId id="396" r:id="rId38"/>
    <p:sldId id="397" r:id="rId39"/>
    <p:sldId id="301" r:id="rId40"/>
    <p:sldId id="425" r:id="rId41"/>
    <p:sldId id="426" r:id="rId42"/>
    <p:sldId id="427" r:id="rId43"/>
    <p:sldId id="307" r:id="rId44"/>
    <p:sldId id="290" r:id="rId45"/>
    <p:sldId id="338" r:id="rId46"/>
    <p:sldId id="308" r:id="rId47"/>
    <p:sldId id="309" r:id="rId48"/>
    <p:sldId id="339" r:id="rId49"/>
    <p:sldId id="310" r:id="rId50"/>
    <p:sldId id="342" r:id="rId51"/>
    <p:sldId id="261" r:id="rId52"/>
    <p:sldId id="267" r:id="rId53"/>
    <p:sldId id="421" r:id="rId54"/>
    <p:sldId id="294" r:id="rId5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4" autoAdjust="0"/>
  </p:normalViewPr>
  <p:slideViewPr>
    <p:cSldViewPr>
      <p:cViewPr varScale="1">
        <p:scale>
          <a:sx n="72" d="100"/>
          <a:sy n="72" d="100"/>
        </p:scale>
        <p:origin x="1120" y="5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presProps" Target="pres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4f6c7eb3-5643-4e91-aeb7-39086a2dad27" providerId="ADAL" clId="{B6550E28-BDD3-43A2-AE54-F68825F7EBC8}"/>
    <pc:docChg chg="modSld">
      <pc:chgData name="Lim Wen-I" userId="4f6c7eb3-5643-4e91-aeb7-39086a2dad27" providerId="ADAL" clId="{B6550E28-BDD3-43A2-AE54-F68825F7EBC8}" dt="2025-10-12T09:32:41.228" v="0" actId="113"/>
      <pc:docMkLst>
        <pc:docMk/>
      </pc:docMkLst>
      <pc:sldChg chg="modSp">
        <pc:chgData name="Lim Wen-I" userId="4f6c7eb3-5643-4e91-aeb7-39086a2dad27" providerId="ADAL" clId="{B6550E28-BDD3-43A2-AE54-F68825F7EBC8}" dt="2025-10-12T09:32:41.228" v="0" actId="113"/>
        <pc:sldMkLst>
          <pc:docMk/>
          <pc:sldMk cId="0" sldId="256"/>
        </pc:sldMkLst>
        <pc:spChg chg="mod">
          <ac:chgData name="Lim Wen-I" userId="4f6c7eb3-5643-4e91-aeb7-39086a2dad27" providerId="ADAL" clId="{B6550E28-BDD3-43A2-AE54-F68825F7EBC8}" dt="2025-10-12T09:32:41.228" v="0" actId="113"/>
          <ac:spMkLst>
            <pc:docMk/>
            <pc:sldMk cId="0" sldId="256"/>
            <ac:spMk id="6" creationId="{00000000-0000-0000-0000-000000000000}"/>
          </ac:spMkLst>
        </pc:spChg>
      </pc:sldChg>
    </pc:docChg>
  </pc:docChgLst>
  <pc:docChgLst>
    <pc:chgData name="Lim Wen-I" userId="4f6c7eb3-5643-4e91-aeb7-39086a2dad27" providerId="ADAL" clId="{455F0D73-5E89-4FDE-97F3-660B785937E3}"/>
    <pc:docChg chg="undo custSel addSld delSld modSld sldOrd delMainMaster">
      <pc:chgData name="Lim Wen-I" userId="4f6c7eb3-5643-4e91-aeb7-39086a2dad27" providerId="ADAL" clId="{455F0D73-5E89-4FDE-97F3-660B785937E3}" dt="2025-09-28T15:42:57.975" v="1228"/>
      <pc:docMkLst>
        <pc:docMk/>
      </pc:docMkLst>
      <pc:sldChg chg="modSp">
        <pc:chgData name="Lim Wen-I" userId="4f6c7eb3-5643-4e91-aeb7-39086a2dad27" providerId="ADAL" clId="{455F0D73-5E89-4FDE-97F3-660B785937E3}" dt="2025-09-27T17:01:53.653" v="17" actId="20577"/>
        <pc:sldMkLst>
          <pc:docMk/>
          <pc:sldMk cId="0" sldId="256"/>
        </pc:sldMkLst>
        <pc:spChg chg="mod">
          <ac:chgData name="Lim Wen-I" userId="4f6c7eb3-5643-4e91-aeb7-39086a2dad27" providerId="ADAL" clId="{455F0D73-5E89-4FDE-97F3-660B785937E3}" dt="2025-09-27T17:01:18.319" v="14" actId="1076"/>
          <ac:spMkLst>
            <pc:docMk/>
            <pc:sldMk cId="0" sldId="256"/>
            <ac:spMk id="4" creationId="{00000000-0000-0000-0000-000000000000}"/>
          </ac:spMkLst>
        </pc:spChg>
        <pc:spChg chg="mod">
          <ac:chgData name="Lim Wen-I" userId="4f6c7eb3-5643-4e91-aeb7-39086a2dad27" providerId="ADAL" clId="{455F0D73-5E89-4FDE-97F3-660B785937E3}" dt="2025-09-27T17:01:53.653" v="17" actId="20577"/>
          <ac:spMkLst>
            <pc:docMk/>
            <pc:sldMk cId="0" sldId="256"/>
            <ac:spMk id="11" creationId="{00000000-0000-0000-0000-000000000000}"/>
          </ac:spMkLst>
        </pc:spChg>
      </pc:sldChg>
      <pc:sldChg chg="addSp delSp modSp">
        <pc:chgData name="Lim Wen-I" userId="4f6c7eb3-5643-4e91-aeb7-39086a2dad27" providerId="ADAL" clId="{455F0D73-5E89-4FDE-97F3-660B785937E3}" dt="2025-09-28T12:09:59.770" v="1158" actId="1076"/>
        <pc:sldMkLst>
          <pc:docMk/>
          <pc:sldMk cId="0" sldId="257"/>
        </pc:sldMkLst>
        <pc:spChg chg="mod">
          <ac:chgData name="Lim Wen-I" userId="4f6c7eb3-5643-4e91-aeb7-39086a2dad27" providerId="ADAL" clId="{455F0D73-5E89-4FDE-97F3-660B785937E3}" dt="2025-09-28T11:31:19.153" v="1028" actId="1076"/>
          <ac:spMkLst>
            <pc:docMk/>
            <pc:sldMk cId="0" sldId="257"/>
            <ac:spMk id="11" creationId="{00000000-0000-0000-0000-000000000000}"/>
          </ac:spMkLst>
        </pc:spChg>
        <pc:spChg chg="mod">
          <ac:chgData name="Lim Wen-I" userId="4f6c7eb3-5643-4e91-aeb7-39086a2dad27" providerId="ADAL" clId="{455F0D73-5E89-4FDE-97F3-660B785937E3}" dt="2025-09-28T12:09:59.770" v="1158" actId="1076"/>
          <ac:spMkLst>
            <pc:docMk/>
            <pc:sldMk cId="0" sldId="257"/>
            <ac:spMk id="13" creationId="{00000000-0000-0000-0000-000000000000}"/>
          </ac:spMkLst>
        </pc:spChg>
        <pc:spChg chg="mod">
          <ac:chgData name="Lim Wen-I" userId="4f6c7eb3-5643-4e91-aeb7-39086a2dad27" providerId="ADAL" clId="{455F0D73-5E89-4FDE-97F3-660B785937E3}" dt="2025-09-28T11:32:12.267" v="1052" actId="1076"/>
          <ac:spMkLst>
            <pc:docMk/>
            <pc:sldMk cId="0" sldId="257"/>
            <ac:spMk id="14" creationId="{00000000-0000-0000-0000-000000000000}"/>
          </ac:spMkLst>
        </pc:spChg>
        <pc:spChg chg="mod">
          <ac:chgData name="Lim Wen-I" userId="4f6c7eb3-5643-4e91-aeb7-39086a2dad27" providerId="ADAL" clId="{455F0D73-5E89-4FDE-97F3-660B785937E3}" dt="2025-09-28T11:32:47.937" v="1059" actId="1076"/>
          <ac:spMkLst>
            <pc:docMk/>
            <pc:sldMk cId="0" sldId="257"/>
            <ac:spMk id="15" creationId="{00000000-0000-0000-0000-000000000000}"/>
          </ac:spMkLst>
        </pc:spChg>
        <pc:spChg chg="mod">
          <ac:chgData name="Lim Wen-I" userId="4f6c7eb3-5643-4e91-aeb7-39086a2dad27" providerId="ADAL" clId="{455F0D73-5E89-4FDE-97F3-660B785937E3}" dt="2025-09-28T11:32:35.177" v="1057" actId="1076"/>
          <ac:spMkLst>
            <pc:docMk/>
            <pc:sldMk cId="0" sldId="257"/>
            <ac:spMk id="16" creationId="{00000000-0000-0000-0000-000000000000}"/>
          </ac:spMkLst>
        </pc:spChg>
        <pc:spChg chg="del mod">
          <ac:chgData name="Lim Wen-I" userId="4f6c7eb3-5643-4e91-aeb7-39086a2dad27" providerId="ADAL" clId="{455F0D73-5E89-4FDE-97F3-660B785937E3}" dt="2025-09-28T11:30:35.681" v="1003" actId="478"/>
          <ac:spMkLst>
            <pc:docMk/>
            <pc:sldMk cId="0" sldId="257"/>
            <ac:spMk id="17" creationId="{00000000-0000-0000-0000-000000000000}"/>
          </ac:spMkLst>
        </pc:spChg>
        <pc:spChg chg="mod">
          <ac:chgData name="Lim Wen-I" userId="4f6c7eb3-5643-4e91-aeb7-39086a2dad27" providerId="ADAL" clId="{455F0D73-5E89-4FDE-97F3-660B785937E3}" dt="2025-09-28T11:32:24.219" v="1055" actId="1076"/>
          <ac:spMkLst>
            <pc:docMk/>
            <pc:sldMk cId="0" sldId="257"/>
            <ac:spMk id="18" creationId="{00000000-0000-0000-0000-000000000000}"/>
          </ac:spMkLst>
        </pc:spChg>
        <pc:spChg chg="mod">
          <ac:chgData name="Lim Wen-I" userId="4f6c7eb3-5643-4e91-aeb7-39086a2dad27" providerId="ADAL" clId="{455F0D73-5E89-4FDE-97F3-660B785937E3}" dt="2025-09-28T11:32:57.294" v="1062" actId="1076"/>
          <ac:spMkLst>
            <pc:docMk/>
            <pc:sldMk cId="0" sldId="257"/>
            <ac:spMk id="19" creationId="{00000000-0000-0000-0000-000000000000}"/>
          </ac:spMkLst>
        </pc:spChg>
        <pc:spChg chg="mod">
          <ac:chgData name="Lim Wen-I" userId="4f6c7eb3-5643-4e91-aeb7-39086a2dad27" providerId="ADAL" clId="{455F0D73-5E89-4FDE-97F3-660B785937E3}" dt="2025-09-28T11:32:38.541" v="1058" actId="1076"/>
          <ac:spMkLst>
            <pc:docMk/>
            <pc:sldMk cId="0" sldId="257"/>
            <ac:spMk id="20" creationId="{00000000-0000-0000-0000-000000000000}"/>
          </ac:spMkLst>
        </pc:spChg>
        <pc:spChg chg="mod">
          <ac:chgData name="Lim Wen-I" userId="4f6c7eb3-5643-4e91-aeb7-39086a2dad27" providerId="ADAL" clId="{455F0D73-5E89-4FDE-97F3-660B785937E3}" dt="2025-09-28T11:31:58.560" v="1049" actId="1076"/>
          <ac:spMkLst>
            <pc:docMk/>
            <pc:sldMk cId="0" sldId="257"/>
            <ac:spMk id="21" creationId="{00000000-0000-0000-0000-000000000000}"/>
          </ac:spMkLst>
        </pc:spChg>
        <pc:spChg chg="add mod">
          <ac:chgData name="Lim Wen-I" userId="4f6c7eb3-5643-4e91-aeb7-39086a2dad27" providerId="ADAL" clId="{455F0D73-5E89-4FDE-97F3-660B785937E3}" dt="2025-09-28T12:08:53.630" v="1143" actId="1076"/>
          <ac:spMkLst>
            <pc:docMk/>
            <pc:sldMk cId="0" sldId="257"/>
            <ac:spMk id="28" creationId="{2CFA7221-EEB2-47BD-A385-2B43D2A5F15A}"/>
          </ac:spMkLst>
        </pc:spChg>
        <pc:spChg chg="del">
          <ac:chgData name="Lim Wen-I" userId="4f6c7eb3-5643-4e91-aeb7-39086a2dad27" providerId="ADAL" clId="{455F0D73-5E89-4FDE-97F3-660B785937E3}" dt="2025-09-28T11:30:36.856" v="1004" actId="478"/>
          <ac:spMkLst>
            <pc:docMk/>
            <pc:sldMk cId="0" sldId="257"/>
            <ac:spMk id="31" creationId="{A87562B8-826C-433C-B392-50D37D0C8B07}"/>
          </ac:spMkLst>
        </pc:spChg>
        <pc:spChg chg="del mod">
          <ac:chgData name="Lim Wen-I" userId="4f6c7eb3-5643-4e91-aeb7-39086a2dad27" providerId="ADAL" clId="{455F0D73-5E89-4FDE-97F3-660B785937E3}" dt="2025-09-28T11:30:38.677" v="1006" actId="478"/>
          <ac:spMkLst>
            <pc:docMk/>
            <pc:sldMk cId="0" sldId="257"/>
            <ac:spMk id="32" creationId="{8DD22B36-F3AA-415B-91CB-65E8F6FAAF49}"/>
          </ac:spMkLst>
        </pc:spChg>
        <pc:spChg chg="mod">
          <ac:chgData name="Lim Wen-I" userId="4f6c7eb3-5643-4e91-aeb7-39086a2dad27" providerId="ADAL" clId="{455F0D73-5E89-4FDE-97F3-660B785937E3}" dt="2025-09-28T11:31:14.258" v="1026" actId="1036"/>
          <ac:spMkLst>
            <pc:docMk/>
            <pc:sldMk cId="0" sldId="257"/>
            <ac:spMk id="33" creationId="{BE5CC137-C43B-46A0-8671-FB3F21DCFB14}"/>
          </ac:spMkLst>
        </pc:spChg>
        <pc:spChg chg="del">
          <ac:chgData name="Lim Wen-I" userId="4f6c7eb3-5643-4e91-aeb7-39086a2dad27" providerId="ADAL" clId="{455F0D73-5E89-4FDE-97F3-660B785937E3}" dt="2025-09-28T11:30:40.374" v="1007" actId="478"/>
          <ac:spMkLst>
            <pc:docMk/>
            <pc:sldMk cId="0" sldId="257"/>
            <ac:spMk id="35" creationId="{D67DDF7C-C64B-4E0B-99FD-CEA2719E4186}"/>
          </ac:spMkLst>
        </pc:spChg>
        <pc:spChg chg="del mod">
          <ac:chgData name="Lim Wen-I" userId="4f6c7eb3-5643-4e91-aeb7-39086a2dad27" providerId="ADAL" clId="{455F0D73-5E89-4FDE-97F3-660B785937E3}" dt="2025-09-28T11:30:43.443" v="1009" actId="478"/>
          <ac:spMkLst>
            <pc:docMk/>
            <pc:sldMk cId="0" sldId="257"/>
            <ac:spMk id="36" creationId="{0AB4CDCA-B452-4BC9-87E5-EC42F8341D81}"/>
          </ac:spMkLst>
        </pc:spChg>
        <pc:spChg chg="del">
          <ac:chgData name="Lim Wen-I" userId="4f6c7eb3-5643-4e91-aeb7-39086a2dad27" providerId="ADAL" clId="{455F0D73-5E89-4FDE-97F3-660B785937E3}" dt="2025-09-28T11:30:44.963" v="1010" actId="478"/>
          <ac:spMkLst>
            <pc:docMk/>
            <pc:sldMk cId="0" sldId="257"/>
            <ac:spMk id="37" creationId="{1FAFE174-C363-443D-AAFA-1EC796C91335}"/>
          </ac:spMkLst>
        </pc:spChg>
        <pc:grpChg chg="add del mod">
          <ac:chgData name="Lim Wen-I" userId="4f6c7eb3-5643-4e91-aeb7-39086a2dad27" providerId="ADAL" clId="{455F0D73-5E89-4FDE-97F3-660B785937E3}" dt="2025-09-28T11:32:18.590" v="1054" actId="14100"/>
          <ac:grpSpMkLst>
            <pc:docMk/>
            <pc:sldMk cId="0" sldId="257"/>
            <ac:grpSpMk id="10" creationId="{00000000-0000-0000-0000-000000000000}"/>
          </ac:grpSpMkLst>
        </pc:grpChg>
      </pc:sldChg>
      <pc:sldChg chg="addSp delSp modSp add del ord modTransition">
        <pc:chgData name="Lim Wen-I" userId="4f6c7eb3-5643-4e91-aeb7-39086a2dad27" providerId="ADAL" clId="{455F0D73-5E89-4FDE-97F3-660B785937E3}" dt="2025-09-28T15:42:57.975" v="1228"/>
        <pc:sldMkLst>
          <pc:docMk/>
          <pc:sldMk cId="0" sldId="261"/>
        </pc:sldMkLst>
        <pc:spChg chg="del">
          <ac:chgData name="Lim Wen-I" userId="4f6c7eb3-5643-4e91-aeb7-39086a2dad27" providerId="ADAL" clId="{455F0D73-5E89-4FDE-97F3-660B785937E3}" dt="2025-09-27T17:20:36.439" v="254" actId="478"/>
          <ac:spMkLst>
            <pc:docMk/>
            <pc:sldMk cId="0" sldId="261"/>
            <ac:spMk id="4" creationId="{00000000-0000-0000-0000-000000000000}"/>
          </ac:spMkLst>
        </pc:spChg>
        <pc:spChg chg="add mod">
          <ac:chgData name="Lim Wen-I" userId="4f6c7eb3-5643-4e91-aeb7-39086a2dad27" providerId="ADAL" clId="{455F0D73-5E89-4FDE-97F3-660B785937E3}" dt="2025-09-27T17:21:03.300" v="258" actId="14100"/>
          <ac:spMkLst>
            <pc:docMk/>
            <pc:sldMk cId="0" sldId="261"/>
            <ac:spMk id="6" creationId="{3AF036FD-8878-4F69-B32F-F0EF9172F8C7}"/>
          </ac:spMkLst>
        </pc:spChg>
      </pc:sldChg>
      <pc:sldChg chg="addSp modSp ord">
        <pc:chgData name="Lim Wen-I" userId="4f6c7eb3-5643-4e91-aeb7-39086a2dad27" providerId="ADAL" clId="{455F0D73-5E89-4FDE-97F3-660B785937E3}" dt="2025-09-27T17:30:05.448" v="300"/>
        <pc:sldMkLst>
          <pc:docMk/>
          <pc:sldMk cId="0" sldId="265"/>
        </pc:sldMkLst>
        <pc:spChg chg="mod">
          <ac:chgData name="Lim Wen-I" userId="4f6c7eb3-5643-4e91-aeb7-39086a2dad27" providerId="ADAL" clId="{455F0D73-5E89-4FDE-97F3-660B785937E3}" dt="2025-09-27T17:13:55.725" v="126" actId="20577"/>
          <ac:spMkLst>
            <pc:docMk/>
            <pc:sldMk cId="0" sldId="265"/>
            <ac:spMk id="3" creationId="{17E8719D-0FB2-4860-877B-48867439AD5B}"/>
          </ac:spMkLst>
        </pc:spChg>
        <pc:spChg chg="add">
          <ac:chgData name="Lim Wen-I" userId="4f6c7eb3-5643-4e91-aeb7-39086a2dad27" providerId="ADAL" clId="{455F0D73-5E89-4FDE-97F3-660B785937E3}" dt="2025-09-27T17:30:05.448" v="300"/>
          <ac:spMkLst>
            <pc:docMk/>
            <pc:sldMk cId="0" sldId="265"/>
            <ac:spMk id="5" creationId="{11E11B95-145A-4311-9FD6-FE8438217F80}"/>
          </ac:spMkLst>
        </pc:spChg>
        <pc:spChg chg="mod">
          <ac:chgData name="Lim Wen-I" userId="4f6c7eb3-5643-4e91-aeb7-39086a2dad27" providerId="ADAL" clId="{455F0D73-5E89-4FDE-97F3-660B785937E3}" dt="2025-09-27T17:09:04.340" v="99" actId="20577"/>
          <ac:spMkLst>
            <pc:docMk/>
            <pc:sldMk cId="0" sldId="265"/>
            <ac:spMk id="23554" creationId="{EDF9F4FB-A395-432A-9852-2465048829A1}"/>
          </ac:spMkLst>
        </pc:spChg>
      </pc:sldChg>
      <pc:sldChg chg="addSp modSp add del ord">
        <pc:chgData name="Lim Wen-I" userId="4f6c7eb3-5643-4e91-aeb7-39086a2dad27" providerId="ADAL" clId="{455F0D73-5E89-4FDE-97F3-660B785937E3}" dt="2025-09-27T18:32:09.257" v="521"/>
        <pc:sldMkLst>
          <pc:docMk/>
          <pc:sldMk cId="0" sldId="267"/>
        </pc:sldMkLst>
        <pc:spChg chg="add">
          <ac:chgData name="Lim Wen-I" userId="4f6c7eb3-5643-4e91-aeb7-39086a2dad27" providerId="ADAL" clId="{455F0D73-5E89-4FDE-97F3-660B785937E3}" dt="2025-09-27T18:32:09.257" v="521"/>
          <ac:spMkLst>
            <pc:docMk/>
            <pc:sldMk cId="0" sldId="267"/>
            <ac:spMk id="5" creationId="{6EE2900F-2AFC-49D4-BEEA-92C9D132FA54}"/>
          </ac:spMkLst>
        </pc:spChg>
        <pc:spChg chg="mod">
          <ac:chgData name="Lim Wen-I" userId="4f6c7eb3-5643-4e91-aeb7-39086a2dad27" providerId="ADAL" clId="{455F0D73-5E89-4FDE-97F3-660B785937E3}" dt="2025-09-27T17:36:08.598" v="333" actId="6549"/>
          <ac:spMkLst>
            <pc:docMk/>
            <pc:sldMk cId="0" sldId="267"/>
            <ac:spMk id="26626" creationId="{70352D48-40CF-4107-8857-574F6914368A}"/>
          </ac:spMkLst>
        </pc:spChg>
      </pc:sldChg>
      <pc:sldChg chg="addSp ord">
        <pc:chgData name="Lim Wen-I" userId="4f6c7eb3-5643-4e91-aeb7-39086a2dad27" providerId="ADAL" clId="{455F0D73-5E89-4FDE-97F3-660B785937E3}" dt="2025-09-27T18:26:04.466" v="510"/>
        <pc:sldMkLst>
          <pc:docMk/>
          <pc:sldMk cId="0" sldId="290"/>
        </pc:sldMkLst>
        <pc:spChg chg="add">
          <ac:chgData name="Lim Wen-I" userId="4f6c7eb3-5643-4e91-aeb7-39086a2dad27" providerId="ADAL" clId="{455F0D73-5E89-4FDE-97F3-660B785937E3}" dt="2025-09-27T18:26:04.466" v="510"/>
          <ac:spMkLst>
            <pc:docMk/>
            <pc:sldMk cId="0" sldId="290"/>
            <ac:spMk id="5" creationId="{22031454-748C-4712-B913-222284DA5F89}"/>
          </ac:spMkLst>
        </pc:spChg>
      </pc:sldChg>
      <pc:sldChg chg="addSp modSp">
        <pc:chgData name="Lim Wen-I" userId="4f6c7eb3-5643-4e91-aeb7-39086a2dad27" providerId="ADAL" clId="{455F0D73-5E89-4FDE-97F3-660B785937E3}" dt="2025-09-28T12:06:37.585" v="1135" actId="20577"/>
        <pc:sldMkLst>
          <pc:docMk/>
          <pc:sldMk cId="0" sldId="294"/>
        </pc:sldMkLst>
        <pc:spChg chg="mod">
          <ac:chgData name="Lim Wen-I" userId="4f6c7eb3-5643-4e91-aeb7-39086a2dad27" providerId="ADAL" clId="{455F0D73-5E89-4FDE-97F3-660B785937E3}" dt="2025-09-28T12:06:37.585" v="1135" actId="20577"/>
          <ac:spMkLst>
            <pc:docMk/>
            <pc:sldMk cId="0" sldId="294"/>
            <ac:spMk id="3" creationId="{B15B77D9-6732-412E-86C3-C6F846E2DDBA}"/>
          </ac:spMkLst>
        </pc:spChg>
        <pc:spChg chg="add">
          <ac:chgData name="Lim Wen-I" userId="4f6c7eb3-5643-4e91-aeb7-39086a2dad27" providerId="ADAL" clId="{455F0D73-5E89-4FDE-97F3-660B785937E3}" dt="2025-09-27T18:30:57.439" v="516"/>
          <ac:spMkLst>
            <pc:docMk/>
            <pc:sldMk cId="0" sldId="294"/>
            <ac:spMk id="5" creationId="{BC49E943-D382-40FD-8D48-74691DD4BB29}"/>
          </ac:spMkLst>
        </pc:spChg>
      </pc:sldChg>
      <pc:sldChg chg="addSp modSp add">
        <pc:chgData name="Lim Wen-I" userId="4f6c7eb3-5643-4e91-aeb7-39086a2dad27" providerId="ADAL" clId="{455F0D73-5E89-4FDE-97F3-660B785937E3}" dt="2025-09-28T11:20:45.497" v="966" actId="12"/>
        <pc:sldMkLst>
          <pc:docMk/>
          <pc:sldMk cId="0" sldId="301"/>
        </pc:sldMkLst>
        <pc:spChg chg="add">
          <ac:chgData name="Lim Wen-I" userId="4f6c7eb3-5643-4e91-aeb7-39086a2dad27" providerId="ADAL" clId="{455F0D73-5E89-4FDE-97F3-660B785937E3}" dt="2025-09-28T11:20:25.429" v="963"/>
          <ac:spMkLst>
            <pc:docMk/>
            <pc:sldMk cId="0" sldId="301"/>
            <ac:spMk id="5" creationId="{D7BCC119-99DE-4E6D-AA6D-3A4A727DD608}"/>
          </ac:spMkLst>
        </pc:spChg>
        <pc:spChg chg="mod">
          <ac:chgData name="Lim Wen-I" userId="4f6c7eb3-5643-4e91-aeb7-39086a2dad27" providerId="ADAL" clId="{455F0D73-5E89-4FDE-97F3-660B785937E3}" dt="2025-09-28T11:20:45.497" v="966" actId="12"/>
          <ac:spMkLst>
            <pc:docMk/>
            <pc:sldMk cId="0" sldId="301"/>
            <ac:spMk id="710659" creationId="{0E971A28-FA9C-431F-85EB-B9613A469FF5}"/>
          </ac:spMkLst>
        </pc:spChg>
      </pc:sldChg>
      <pc:sldChg chg="addSp ord">
        <pc:chgData name="Lim Wen-I" userId="4f6c7eb3-5643-4e91-aeb7-39086a2dad27" providerId="ADAL" clId="{455F0D73-5E89-4FDE-97F3-660B785937E3}" dt="2025-09-27T18:26:03.030" v="509"/>
        <pc:sldMkLst>
          <pc:docMk/>
          <pc:sldMk cId="0" sldId="307"/>
        </pc:sldMkLst>
        <pc:spChg chg="add">
          <ac:chgData name="Lim Wen-I" userId="4f6c7eb3-5643-4e91-aeb7-39086a2dad27" providerId="ADAL" clId="{455F0D73-5E89-4FDE-97F3-660B785937E3}" dt="2025-09-27T18:26:03.030" v="509"/>
          <ac:spMkLst>
            <pc:docMk/>
            <pc:sldMk cId="0" sldId="307"/>
            <ac:spMk id="5" creationId="{99631AD0-E168-453B-B09D-A868DFAF6C22}"/>
          </ac:spMkLst>
        </pc:spChg>
      </pc:sldChg>
      <pc:sldChg chg="addSp ord">
        <pc:chgData name="Lim Wen-I" userId="4f6c7eb3-5643-4e91-aeb7-39086a2dad27" providerId="ADAL" clId="{455F0D73-5E89-4FDE-97F3-660B785937E3}" dt="2025-09-27T18:26:07.395" v="512"/>
        <pc:sldMkLst>
          <pc:docMk/>
          <pc:sldMk cId="0" sldId="308"/>
        </pc:sldMkLst>
        <pc:spChg chg="add">
          <ac:chgData name="Lim Wen-I" userId="4f6c7eb3-5643-4e91-aeb7-39086a2dad27" providerId="ADAL" clId="{455F0D73-5E89-4FDE-97F3-660B785937E3}" dt="2025-09-27T18:26:07.395" v="512"/>
          <ac:spMkLst>
            <pc:docMk/>
            <pc:sldMk cId="0" sldId="308"/>
            <ac:spMk id="5" creationId="{7AB2DBAB-8CC3-467C-B01E-E1C008C811A2}"/>
          </ac:spMkLst>
        </pc:spChg>
      </pc:sldChg>
      <pc:sldChg chg="ord">
        <pc:chgData name="Lim Wen-I" userId="4f6c7eb3-5643-4e91-aeb7-39086a2dad27" providerId="ADAL" clId="{455F0D73-5E89-4FDE-97F3-660B785937E3}" dt="2025-09-27T18:21:51.725" v="504"/>
        <pc:sldMkLst>
          <pc:docMk/>
          <pc:sldMk cId="0" sldId="309"/>
        </pc:sldMkLst>
      </pc:sldChg>
      <pc:sldChg chg="delSp ord">
        <pc:chgData name="Lim Wen-I" userId="4f6c7eb3-5643-4e91-aeb7-39086a2dad27" providerId="ADAL" clId="{455F0D73-5E89-4FDE-97F3-660B785937E3}" dt="2025-09-27T18:26:21.216" v="514" actId="478"/>
        <pc:sldMkLst>
          <pc:docMk/>
          <pc:sldMk cId="0" sldId="310"/>
        </pc:sldMkLst>
        <pc:spChg chg="del">
          <ac:chgData name="Lim Wen-I" userId="4f6c7eb3-5643-4e91-aeb7-39086a2dad27" providerId="ADAL" clId="{455F0D73-5E89-4FDE-97F3-660B785937E3}" dt="2025-09-27T18:26:21.216" v="514" actId="478"/>
          <ac:spMkLst>
            <pc:docMk/>
            <pc:sldMk cId="0" sldId="310"/>
            <ac:spMk id="96260" creationId="{388C851E-69E4-4BC1-841A-3998EFDBECC4}"/>
          </ac:spMkLst>
        </pc:spChg>
      </pc:sldChg>
      <pc:sldChg chg="addSp ord">
        <pc:chgData name="Lim Wen-I" userId="4f6c7eb3-5643-4e91-aeb7-39086a2dad27" providerId="ADAL" clId="{455F0D73-5E89-4FDE-97F3-660B785937E3}" dt="2025-09-27T18:26:05.788" v="511"/>
        <pc:sldMkLst>
          <pc:docMk/>
          <pc:sldMk cId="0" sldId="338"/>
        </pc:sldMkLst>
        <pc:spChg chg="add">
          <ac:chgData name="Lim Wen-I" userId="4f6c7eb3-5643-4e91-aeb7-39086a2dad27" providerId="ADAL" clId="{455F0D73-5E89-4FDE-97F3-660B785937E3}" dt="2025-09-27T18:26:05.788" v="511"/>
          <ac:spMkLst>
            <pc:docMk/>
            <pc:sldMk cId="0" sldId="338"/>
            <ac:spMk id="5" creationId="{A3816BB4-ECE1-40B9-8231-333785C85A5C}"/>
          </ac:spMkLst>
        </pc:spChg>
      </pc:sldChg>
      <pc:sldChg chg="addSp ord">
        <pc:chgData name="Lim Wen-I" userId="4f6c7eb3-5643-4e91-aeb7-39086a2dad27" providerId="ADAL" clId="{455F0D73-5E89-4FDE-97F3-660B785937E3}" dt="2025-09-27T18:26:14.763" v="513"/>
        <pc:sldMkLst>
          <pc:docMk/>
          <pc:sldMk cId="0" sldId="339"/>
        </pc:sldMkLst>
        <pc:spChg chg="add">
          <ac:chgData name="Lim Wen-I" userId="4f6c7eb3-5643-4e91-aeb7-39086a2dad27" providerId="ADAL" clId="{455F0D73-5E89-4FDE-97F3-660B785937E3}" dt="2025-09-27T18:26:14.763" v="513"/>
          <ac:spMkLst>
            <pc:docMk/>
            <pc:sldMk cId="0" sldId="339"/>
            <ac:spMk id="6" creationId="{0A7D0BC4-2C5A-4B84-8871-30F05B225454}"/>
          </ac:spMkLst>
        </pc:spChg>
      </pc:sldChg>
      <pc:sldChg chg="ord">
        <pc:chgData name="Lim Wen-I" userId="4f6c7eb3-5643-4e91-aeb7-39086a2dad27" providerId="ADAL" clId="{455F0D73-5E89-4FDE-97F3-660B785937E3}" dt="2025-09-27T18:21:51.725" v="504"/>
        <pc:sldMkLst>
          <pc:docMk/>
          <pc:sldMk cId="0" sldId="342"/>
        </pc:sldMkLst>
      </pc:sldChg>
      <pc:sldChg chg="addSp modSp">
        <pc:chgData name="Lim Wen-I" userId="4f6c7eb3-5643-4e91-aeb7-39086a2dad27" providerId="ADAL" clId="{455F0D73-5E89-4FDE-97F3-660B785937E3}" dt="2025-09-28T15:40:59.147" v="1202" actId="1037"/>
        <pc:sldMkLst>
          <pc:docMk/>
          <pc:sldMk cId="3204648482" sldId="366"/>
        </pc:sldMkLst>
        <pc:spChg chg="add">
          <ac:chgData name="Lim Wen-I" userId="4f6c7eb3-5643-4e91-aeb7-39086a2dad27" providerId="ADAL" clId="{455F0D73-5E89-4FDE-97F3-660B785937E3}" dt="2025-09-27T17:30:07.562" v="301"/>
          <ac:spMkLst>
            <pc:docMk/>
            <pc:sldMk cId="3204648482" sldId="366"/>
            <ac:spMk id="8" creationId="{024A0833-BDAB-482A-8611-27C66F3A68BF}"/>
          </ac:spMkLst>
        </pc:spChg>
        <pc:spChg chg="mod">
          <ac:chgData name="Lim Wen-I" userId="4f6c7eb3-5643-4e91-aeb7-39086a2dad27" providerId="ADAL" clId="{455F0D73-5E89-4FDE-97F3-660B785937E3}" dt="2025-09-28T15:40:59.147" v="1202" actId="1037"/>
          <ac:spMkLst>
            <pc:docMk/>
            <pc:sldMk cId="3204648482" sldId="366"/>
            <ac:spMk id="14" creationId="{A21F6A04-E153-4D38-88E0-A8EE2E83F486}"/>
          </ac:spMkLst>
        </pc:spChg>
        <pc:spChg chg="mod">
          <ac:chgData name="Lim Wen-I" userId="4f6c7eb3-5643-4e91-aeb7-39086a2dad27" providerId="ADAL" clId="{455F0D73-5E89-4FDE-97F3-660B785937E3}" dt="2025-09-28T15:40:54.238" v="1196" actId="1037"/>
          <ac:spMkLst>
            <pc:docMk/>
            <pc:sldMk cId="3204648482" sldId="366"/>
            <ac:spMk id="16" creationId="{2A2E6A8D-8E45-4A74-B4CE-2F38D223A5D5}"/>
          </ac:spMkLst>
        </pc:spChg>
      </pc:sldChg>
      <pc:sldChg chg="add">
        <pc:chgData name="Lim Wen-I" userId="4f6c7eb3-5643-4e91-aeb7-39086a2dad27" providerId="ADAL" clId="{455F0D73-5E89-4FDE-97F3-660B785937E3}" dt="2025-09-28T15:40:11.066" v="1191"/>
        <pc:sldMkLst>
          <pc:docMk/>
          <pc:sldMk cId="1223704645" sldId="380"/>
        </pc:sldMkLst>
      </pc:sldChg>
      <pc:sldChg chg="add">
        <pc:chgData name="Lim Wen-I" userId="4f6c7eb3-5643-4e91-aeb7-39086a2dad27" providerId="ADAL" clId="{455F0D73-5E89-4FDE-97F3-660B785937E3}" dt="2025-09-28T15:40:11.066" v="1191"/>
        <pc:sldMkLst>
          <pc:docMk/>
          <pc:sldMk cId="1324456854" sldId="381"/>
        </pc:sldMkLst>
      </pc:sldChg>
      <pc:sldChg chg="modSp add">
        <pc:chgData name="Lim Wen-I" userId="4f6c7eb3-5643-4e91-aeb7-39086a2dad27" providerId="ADAL" clId="{455F0D73-5E89-4FDE-97F3-660B785937E3}" dt="2025-09-28T15:41:48.101" v="1226" actId="1038"/>
        <pc:sldMkLst>
          <pc:docMk/>
          <pc:sldMk cId="855395199" sldId="382"/>
        </pc:sldMkLst>
        <pc:spChg chg="mod">
          <ac:chgData name="Lim Wen-I" userId="4f6c7eb3-5643-4e91-aeb7-39086a2dad27" providerId="ADAL" clId="{455F0D73-5E89-4FDE-97F3-660B785937E3}" dt="2025-09-28T15:41:48.101" v="1226" actId="1038"/>
          <ac:spMkLst>
            <pc:docMk/>
            <pc:sldMk cId="855395199" sldId="382"/>
            <ac:spMk id="14" creationId="{A21F6A04-E153-4D38-88E0-A8EE2E83F486}"/>
          </ac:spMkLst>
        </pc:spChg>
        <pc:spChg chg="mod">
          <ac:chgData name="Lim Wen-I" userId="4f6c7eb3-5643-4e91-aeb7-39086a2dad27" providerId="ADAL" clId="{455F0D73-5E89-4FDE-97F3-660B785937E3}" dt="2025-09-28T15:41:38.629" v="1209" actId="1038"/>
          <ac:spMkLst>
            <pc:docMk/>
            <pc:sldMk cId="855395199" sldId="382"/>
            <ac:spMk id="16" creationId="{018E9F3F-D682-448C-BD9B-E31A83F32A58}"/>
          </ac:spMkLst>
        </pc:spChg>
      </pc:sldChg>
      <pc:sldChg chg="addSp delSp modSp add ord">
        <pc:chgData name="Lim Wen-I" userId="4f6c7eb3-5643-4e91-aeb7-39086a2dad27" providerId="ADAL" clId="{455F0D73-5E89-4FDE-97F3-660B785937E3}" dt="2025-09-28T03:53:03.805" v="655"/>
        <pc:sldMkLst>
          <pc:docMk/>
          <pc:sldMk cId="3652697058" sldId="386"/>
        </pc:sldMkLst>
        <pc:spChg chg="del">
          <ac:chgData name="Lim Wen-I" userId="4f6c7eb3-5643-4e91-aeb7-39086a2dad27" providerId="ADAL" clId="{455F0D73-5E89-4FDE-97F3-660B785937E3}" dt="2025-09-28T03:51:03.592" v="649" actId="478"/>
          <ac:spMkLst>
            <pc:docMk/>
            <pc:sldMk cId="3652697058" sldId="386"/>
            <ac:spMk id="2" creationId="{00000000-0000-0000-0000-000000000000}"/>
          </ac:spMkLst>
        </pc:spChg>
        <pc:spChg chg="del">
          <ac:chgData name="Lim Wen-I" userId="4f6c7eb3-5643-4e91-aeb7-39086a2dad27" providerId="ADAL" clId="{455F0D73-5E89-4FDE-97F3-660B785937E3}" dt="2025-09-28T03:51:01.602" v="648" actId="478"/>
          <ac:spMkLst>
            <pc:docMk/>
            <pc:sldMk cId="3652697058" sldId="386"/>
            <ac:spMk id="3" creationId="{00000000-0000-0000-0000-000000000000}"/>
          </ac:spMkLst>
        </pc:spChg>
        <pc:spChg chg="mod">
          <ac:chgData name="Lim Wen-I" userId="4f6c7eb3-5643-4e91-aeb7-39086a2dad27" providerId="ADAL" clId="{455F0D73-5E89-4FDE-97F3-660B785937E3}" dt="2025-09-28T03:51:09.645" v="650" actId="1076"/>
          <ac:spMkLst>
            <pc:docMk/>
            <pc:sldMk cId="3652697058" sldId="386"/>
            <ac:spMk id="14" creationId="{A21F6A04-E153-4D38-88E0-A8EE2E83F486}"/>
          </ac:spMkLst>
        </pc:spChg>
        <pc:spChg chg="add">
          <ac:chgData name="Lim Wen-I" userId="4f6c7eb3-5643-4e91-aeb7-39086a2dad27" providerId="ADAL" clId="{455F0D73-5E89-4FDE-97F3-660B785937E3}" dt="2025-09-28T03:51:26.800" v="652"/>
          <ac:spMkLst>
            <pc:docMk/>
            <pc:sldMk cId="3652697058" sldId="386"/>
            <ac:spMk id="15" creationId="{B24DDC70-30CF-4484-8A74-BBBBBCB3EF46}"/>
          </ac:spMkLst>
        </pc:spChg>
        <pc:spChg chg="mod">
          <ac:chgData name="Lim Wen-I" userId="4f6c7eb3-5643-4e91-aeb7-39086a2dad27" providerId="ADAL" clId="{455F0D73-5E89-4FDE-97F3-660B785937E3}" dt="2025-09-28T03:51:31.193" v="653" actId="14100"/>
          <ac:spMkLst>
            <pc:docMk/>
            <pc:sldMk cId="3652697058" sldId="386"/>
            <ac:spMk id="16" creationId="{018E9F3F-D682-448C-BD9B-E31A83F32A58}"/>
          </ac:spMkLst>
        </pc:spChg>
        <pc:grpChg chg="del">
          <ac:chgData name="Lim Wen-I" userId="4f6c7eb3-5643-4e91-aeb7-39086a2dad27" providerId="ADAL" clId="{455F0D73-5E89-4FDE-97F3-660B785937E3}" dt="2025-09-28T03:51:00.832" v="647" actId="478"/>
          <ac:grpSpMkLst>
            <pc:docMk/>
            <pc:sldMk cId="3652697058" sldId="386"/>
            <ac:grpSpMk id="23" creationId="{00000000-0000-0000-0000-000000000000}"/>
          </ac:grpSpMkLst>
        </pc:grpChg>
      </pc:sldChg>
      <pc:sldChg chg="addSp delSp modSp add ord">
        <pc:chgData name="Lim Wen-I" userId="4f6c7eb3-5643-4e91-aeb7-39086a2dad27" providerId="ADAL" clId="{455F0D73-5E89-4FDE-97F3-660B785937E3}" dt="2025-09-28T03:53:03.805" v="655"/>
        <pc:sldMkLst>
          <pc:docMk/>
          <pc:sldMk cId="883461142" sldId="387"/>
        </pc:sldMkLst>
        <pc:spChg chg="del">
          <ac:chgData name="Lim Wen-I" userId="4f6c7eb3-5643-4e91-aeb7-39086a2dad27" providerId="ADAL" clId="{455F0D73-5E89-4FDE-97F3-660B785937E3}" dt="2025-09-28T03:50:27.805" v="638" actId="478"/>
          <ac:spMkLst>
            <pc:docMk/>
            <pc:sldMk cId="883461142" sldId="387"/>
            <ac:spMk id="2" creationId="{00000000-0000-0000-0000-000000000000}"/>
          </ac:spMkLst>
        </pc:spChg>
        <pc:spChg chg="del">
          <ac:chgData name="Lim Wen-I" userId="4f6c7eb3-5643-4e91-aeb7-39086a2dad27" providerId="ADAL" clId="{455F0D73-5E89-4FDE-97F3-660B785937E3}" dt="2025-09-28T03:50:26.757" v="637" actId="478"/>
          <ac:spMkLst>
            <pc:docMk/>
            <pc:sldMk cId="883461142" sldId="387"/>
            <ac:spMk id="3" creationId="{00000000-0000-0000-0000-000000000000}"/>
          </ac:spMkLst>
        </pc:spChg>
        <pc:spChg chg="mod">
          <ac:chgData name="Lim Wen-I" userId="4f6c7eb3-5643-4e91-aeb7-39086a2dad27" providerId="ADAL" clId="{455F0D73-5E89-4FDE-97F3-660B785937E3}" dt="2025-09-28T03:50:40.336" v="643" actId="1076"/>
          <ac:spMkLst>
            <pc:docMk/>
            <pc:sldMk cId="883461142" sldId="387"/>
            <ac:spMk id="14" creationId="{A21F6A04-E153-4D38-88E0-A8EE2E83F486}"/>
          </ac:spMkLst>
        </pc:spChg>
        <pc:spChg chg="add">
          <ac:chgData name="Lim Wen-I" userId="4f6c7eb3-5643-4e91-aeb7-39086a2dad27" providerId="ADAL" clId="{455F0D73-5E89-4FDE-97F3-660B785937E3}" dt="2025-09-28T03:51:34.368" v="654"/>
          <ac:spMkLst>
            <pc:docMk/>
            <pc:sldMk cId="883461142" sldId="387"/>
            <ac:spMk id="15" creationId="{48E44BFF-7DFE-4C07-A995-AD9D386AB98C}"/>
          </ac:spMkLst>
        </pc:spChg>
        <pc:spChg chg="mod">
          <ac:chgData name="Lim Wen-I" userId="4f6c7eb3-5643-4e91-aeb7-39086a2dad27" providerId="ADAL" clId="{455F0D73-5E89-4FDE-97F3-660B785937E3}" dt="2025-09-28T03:50:54.887" v="646" actId="255"/>
          <ac:spMkLst>
            <pc:docMk/>
            <pc:sldMk cId="883461142" sldId="387"/>
            <ac:spMk id="16" creationId="{018E9F3F-D682-448C-BD9B-E31A83F32A58}"/>
          </ac:spMkLst>
        </pc:spChg>
        <pc:spChg chg="del">
          <ac:chgData name="Lim Wen-I" userId="4f6c7eb3-5643-4e91-aeb7-39086a2dad27" providerId="ADAL" clId="{455F0D73-5E89-4FDE-97F3-660B785937E3}" dt="2025-09-28T03:50:25.881" v="636" actId="478"/>
          <ac:spMkLst>
            <pc:docMk/>
            <pc:sldMk cId="883461142" sldId="387"/>
            <ac:spMk id="25" creationId="{00000000-0000-0000-0000-000000000000}"/>
          </ac:spMkLst>
        </pc:spChg>
        <pc:spChg chg="del">
          <ac:chgData name="Lim Wen-I" userId="4f6c7eb3-5643-4e91-aeb7-39086a2dad27" providerId="ADAL" clId="{455F0D73-5E89-4FDE-97F3-660B785937E3}" dt="2025-09-28T03:50:30.738" v="640" actId="478"/>
          <ac:spMkLst>
            <pc:docMk/>
            <pc:sldMk cId="883461142" sldId="387"/>
            <ac:spMk id="26" creationId="{00000000-0000-0000-0000-000000000000}"/>
          </ac:spMkLst>
        </pc:spChg>
        <pc:spChg chg="del mod">
          <ac:chgData name="Lim Wen-I" userId="4f6c7eb3-5643-4e91-aeb7-39086a2dad27" providerId="ADAL" clId="{455F0D73-5E89-4FDE-97F3-660B785937E3}" dt="2025-09-28T03:50:33.271" v="641" actId="478"/>
          <ac:spMkLst>
            <pc:docMk/>
            <pc:sldMk cId="883461142" sldId="387"/>
            <ac:spMk id="27" creationId="{00000000-0000-0000-0000-000000000000}"/>
          </ac:spMkLst>
        </pc:spChg>
        <pc:grpChg chg="del">
          <ac:chgData name="Lim Wen-I" userId="4f6c7eb3-5643-4e91-aeb7-39086a2dad27" providerId="ADAL" clId="{455F0D73-5E89-4FDE-97F3-660B785937E3}" dt="2025-09-28T03:50:35.938" v="642" actId="478"/>
          <ac:grpSpMkLst>
            <pc:docMk/>
            <pc:sldMk cId="883461142" sldId="387"/>
            <ac:grpSpMk id="23" creationId="{00000000-0000-0000-0000-000000000000}"/>
          </ac:grpSpMkLst>
        </pc:grpChg>
      </pc:sldChg>
      <pc:sldChg chg="addSp delSp modSp add">
        <pc:chgData name="Lim Wen-I" userId="4f6c7eb3-5643-4e91-aeb7-39086a2dad27" providerId="ADAL" clId="{455F0D73-5E89-4FDE-97F3-660B785937E3}" dt="2025-09-28T04:08:10.497" v="797" actId="113"/>
        <pc:sldMkLst>
          <pc:docMk/>
          <pc:sldMk cId="2263175843" sldId="391"/>
        </pc:sldMkLst>
        <pc:spChg chg="del">
          <ac:chgData name="Lim Wen-I" userId="4f6c7eb3-5643-4e91-aeb7-39086a2dad27" providerId="ADAL" clId="{455F0D73-5E89-4FDE-97F3-660B785937E3}" dt="2025-09-28T04:00:15.930" v="680" actId="478"/>
          <ac:spMkLst>
            <pc:docMk/>
            <pc:sldMk cId="2263175843" sldId="391"/>
            <ac:spMk id="2" creationId="{00000000-0000-0000-0000-000000000000}"/>
          </ac:spMkLst>
        </pc:spChg>
        <pc:spChg chg="del">
          <ac:chgData name="Lim Wen-I" userId="4f6c7eb3-5643-4e91-aeb7-39086a2dad27" providerId="ADAL" clId="{455F0D73-5E89-4FDE-97F3-660B785937E3}" dt="2025-09-28T04:00:14.457" v="679" actId="478"/>
          <ac:spMkLst>
            <pc:docMk/>
            <pc:sldMk cId="2263175843" sldId="391"/>
            <ac:spMk id="3" creationId="{00000000-0000-0000-0000-000000000000}"/>
          </ac:spMkLst>
        </pc:spChg>
        <pc:spChg chg="mod">
          <ac:chgData name="Lim Wen-I" userId="4f6c7eb3-5643-4e91-aeb7-39086a2dad27" providerId="ADAL" clId="{455F0D73-5E89-4FDE-97F3-660B785937E3}" dt="2025-09-28T04:02:43.164" v="737" actId="1035"/>
          <ac:spMkLst>
            <pc:docMk/>
            <pc:sldMk cId="2263175843" sldId="391"/>
            <ac:spMk id="14" creationId="{A21F6A04-E153-4D38-88E0-A8EE2E83F486}"/>
          </ac:spMkLst>
        </pc:spChg>
        <pc:spChg chg="add">
          <ac:chgData name="Lim Wen-I" userId="4f6c7eb3-5643-4e91-aeb7-39086a2dad27" providerId="ADAL" clId="{455F0D73-5E89-4FDE-97F3-660B785937E3}" dt="2025-09-28T04:00:25.636" v="681"/>
          <ac:spMkLst>
            <pc:docMk/>
            <pc:sldMk cId="2263175843" sldId="391"/>
            <ac:spMk id="15" creationId="{528688E7-4F5B-47A2-85D1-6FAACC422088}"/>
          </ac:spMkLst>
        </pc:spChg>
        <pc:spChg chg="mod">
          <ac:chgData name="Lim Wen-I" userId="4f6c7eb3-5643-4e91-aeb7-39086a2dad27" providerId="ADAL" clId="{455F0D73-5E89-4FDE-97F3-660B785937E3}" dt="2025-09-28T04:08:10.497" v="797" actId="113"/>
          <ac:spMkLst>
            <pc:docMk/>
            <pc:sldMk cId="2263175843" sldId="391"/>
            <ac:spMk id="16" creationId="{018E9F3F-D682-448C-BD9B-E31A83F32A58}"/>
          </ac:spMkLst>
        </pc:spChg>
        <pc:grpChg chg="del">
          <ac:chgData name="Lim Wen-I" userId="4f6c7eb3-5643-4e91-aeb7-39086a2dad27" providerId="ADAL" clId="{455F0D73-5E89-4FDE-97F3-660B785937E3}" dt="2025-09-28T04:00:13.611" v="678" actId="478"/>
          <ac:grpSpMkLst>
            <pc:docMk/>
            <pc:sldMk cId="2263175843" sldId="391"/>
            <ac:grpSpMk id="23" creationId="{00000000-0000-0000-0000-000000000000}"/>
          </ac:grpSpMkLst>
        </pc:grpChg>
      </pc:sldChg>
      <pc:sldChg chg="addSp delSp modSp add">
        <pc:chgData name="Lim Wen-I" userId="4f6c7eb3-5643-4e91-aeb7-39086a2dad27" providerId="ADAL" clId="{455F0D73-5E89-4FDE-97F3-660B785937E3}" dt="2025-09-28T04:12:59.743" v="811" actId="14100"/>
        <pc:sldMkLst>
          <pc:docMk/>
          <pc:sldMk cId="1865558766" sldId="392"/>
        </pc:sldMkLst>
        <pc:spChg chg="del">
          <ac:chgData name="Lim Wen-I" userId="4f6c7eb3-5643-4e91-aeb7-39086a2dad27" providerId="ADAL" clId="{455F0D73-5E89-4FDE-97F3-660B785937E3}" dt="2025-09-28T04:00:50.244" v="682" actId="478"/>
          <ac:spMkLst>
            <pc:docMk/>
            <pc:sldMk cId="1865558766" sldId="392"/>
            <ac:spMk id="2" creationId="{00000000-0000-0000-0000-000000000000}"/>
          </ac:spMkLst>
        </pc:spChg>
        <pc:spChg chg="del">
          <ac:chgData name="Lim Wen-I" userId="4f6c7eb3-5643-4e91-aeb7-39086a2dad27" providerId="ADAL" clId="{455F0D73-5E89-4FDE-97F3-660B785937E3}" dt="2025-09-28T04:00:52.400" v="684" actId="478"/>
          <ac:spMkLst>
            <pc:docMk/>
            <pc:sldMk cId="1865558766" sldId="392"/>
            <ac:spMk id="3" creationId="{00000000-0000-0000-0000-000000000000}"/>
          </ac:spMkLst>
        </pc:spChg>
        <pc:spChg chg="add mod">
          <ac:chgData name="Lim Wen-I" userId="4f6c7eb3-5643-4e91-aeb7-39086a2dad27" providerId="ADAL" clId="{455F0D73-5E89-4FDE-97F3-660B785937E3}" dt="2025-09-28T04:12:59.743" v="811" actId="14100"/>
          <ac:spMkLst>
            <pc:docMk/>
            <pc:sldMk cId="1865558766" sldId="392"/>
            <ac:spMk id="4" creationId="{19167B4F-3D1D-4BBE-91C2-322475CC859B}"/>
          </ac:spMkLst>
        </pc:spChg>
        <pc:spChg chg="mod">
          <ac:chgData name="Lim Wen-I" userId="4f6c7eb3-5643-4e91-aeb7-39086a2dad27" providerId="ADAL" clId="{455F0D73-5E89-4FDE-97F3-660B785937E3}" dt="2025-09-28T04:02:49.934" v="745" actId="1035"/>
          <ac:spMkLst>
            <pc:docMk/>
            <pc:sldMk cId="1865558766" sldId="392"/>
            <ac:spMk id="14" creationId="{A21F6A04-E153-4D38-88E0-A8EE2E83F486}"/>
          </ac:spMkLst>
        </pc:spChg>
        <pc:spChg chg="add">
          <ac:chgData name="Lim Wen-I" userId="4f6c7eb3-5643-4e91-aeb7-39086a2dad27" providerId="ADAL" clId="{455F0D73-5E89-4FDE-97F3-660B785937E3}" dt="2025-09-28T04:00:57.118" v="685"/>
          <ac:spMkLst>
            <pc:docMk/>
            <pc:sldMk cId="1865558766" sldId="392"/>
            <ac:spMk id="15" creationId="{BB2FB8B7-611A-47ED-AF39-F601C1650603}"/>
          </ac:spMkLst>
        </pc:spChg>
        <pc:spChg chg="mod">
          <ac:chgData name="Lim Wen-I" userId="4f6c7eb3-5643-4e91-aeb7-39086a2dad27" providerId="ADAL" clId="{455F0D73-5E89-4FDE-97F3-660B785937E3}" dt="2025-09-28T04:12:34.676" v="807" actId="14100"/>
          <ac:spMkLst>
            <pc:docMk/>
            <pc:sldMk cId="1865558766" sldId="392"/>
            <ac:spMk id="16" creationId="{018E9F3F-D682-448C-BD9B-E31A83F32A58}"/>
          </ac:spMkLst>
        </pc:spChg>
        <pc:grpChg chg="del">
          <ac:chgData name="Lim Wen-I" userId="4f6c7eb3-5643-4e91-aeb7-39086a2dad27" providerId="ADAL" clId="{455F0D73-5E89-4FDE-97F3-660B785937E3}" dt="2025-09-28T04:00:51.150" v="683" actId="478"/>
          <ac:grpSpMkLst>
            <pc:docMk/>
            <pc:sldMk cId="1865558766" sldId="392"/>
            <ac:grpSpMk id="23" creationId="{00000000-0000-0000-0000-000000000000}"/>
          </ac:grpSpMkLst>
        </pc:grpChg>
        <pc:picChg chg="add mod">
          <ac:chgData name="Lim Wen-I" userId="4f6c7eb3-5643-4e91-aeb7-39086a2dad27" providerId="ADAL" clId="{455F0D73-5E89-4FDE-97F3-660B785937E3}" dt="2025-09-28T04:12:18.976" v="805" actId="1076"/>
          <ac:picMkLst>
            <pc:docMk/>
            <pc:sldMk cId="1865558766" sldId="392"/>
            <ac:picMk id="17" creationId="{B6B2CAA8-C40C-4AA9-946B-630FDD981E75}"/>
          </ac:picMkLst>
        </pc:picChg>
      </pc:sldChg>
      <pc:sldChg chg="addSp delSp modSp add">
        <pc:chgData name="Lim Wen-I" userId="4f6c7eb3-5643-4e91-aeb7-39086a2dad27" providerId="ADAL" clId="{455F0D73-5E89-4FDE-97F3-660B785937E3}" dt="2025-09-28T11:11:52.707" v="900" actId="113"/>
        <pc:sldMkLst>
          <pc:docMk/>
          <pc:sldMk cId="2372245923" sldId="393"/>
        </pc:sldMkLst>
        <pc:spChg chg="del">
          <ac:chgData name="Lim Wen-I" userId="4f6c7eb3-5643-4e91-aeb7-39086a2dad27" providerId="ADAL" clId="{455F0D73-5E89-4FDE-97F3-660B785937E3}" dt="2025-09-28T11:05:41.848" v="819" actId="478"/>
          <ac:spMkLst>
            <pc:docMk/>
            <pc:sldMk cId="2372245923" sldId="393"/>
            <ac:spMk id="2" creationId="{00000000-0000-0000-0000-000000000000}"/>
          </ac:spMkLst>
        </pc:spChg>
        <pc:spChg chg="del">
          <ac:chgData name="Lim Wen-I" userId="4f6c7eb3-5643-4e91-aeb7-39086a2dad27" providerId="ADAL" clId="{455F0D73-5E89-4FDE-97F3-660B785937E3}" dt="2025-09-28T11:05:32.858" v="815" actId="478"/>
          <ac:spMkLst>
            <pc:docMk/>
            <pc:sldMk cId="2372245923" sldId="393"/>
            <ac:spMk id="3" creationId="{00000000-0000-0000-0000-000000000000}"/>
          </ac:spMkLst>
        </pc:spChg>
        <pc:spChg chg="mod">
          <ac:chgData name="Lim Wen-I" userId="4f6c7eb3-5643-4e91-aeb7-39086a2dad27" providerId="ADAL" clId="{455F0D73-5E89-4FDE-97F3-660B785937E3}" dt="2025-09-28T11:08:29.153" v="839" actId="1035"/>
          <ac:spMkLst>
            <pc:docMk/>
            <pc:sldMk cId="2372245923" sldId="393"/>
            <ac:spMk id="14" creationId="{A21F6A04-E153-4D38-88E0-A8EE2E83F486}"/>
          </ac:spMkLst>
        </pc:spChg>
        <pc:spChg chg="add">
          <ac:chgData name="Lim Wen-I" userId="4f6c7eb3-5643-4e91-aeb7-39086a2dad27" providerId="ADAL" clId="{455F0D73-5E89-4FDE-97F3-660B785937E3}" dt="2025-09-28T11:05:53.902" v="820"/>
          <ac:spMkLst>
            <pc:docMk/>
            <pc:sldMk cId="2372245923" sldId="393"/>
            <ac:spMk id="15" creationId="{F78E0127-3820-4F4D-ACED-B356727C2AE5}"/>
          </ac:spMkLst>
        </pc:spChg>
        <pc:spChg chg="add del mod">
          <ac:chgData name="Lim Wen-I" userId="4f6c7eb3-5643-4e91-aeb7-39086a2dad27" providerId="ADAL" clId="{455F0D73-5E89-4FDE-97F3-660B785937E3}" dt="2025-09-28T11:11:52.707" v="900" actId="113"/>
          <ac:spMkLst>
            <pc:docMk/>
            <pc:sldMk cId="2372245923" sldId="393"/>
            <ac:spMk id="16" creationId="{018E9F3F-D682-448C-BD9B-E31A83F32A58}"/>
          </ac:spMkLst>
        </pc:spChg>
        <pc:spChg chg="del">
          <ac:chgData name="Lim Wen-I" userId="4f6c7eb3-5643-4e91-aeb7-39086a2dad27" providerId="ADAL" clId="{455F0D73-5E89-4FDE-97F3-660B785937E3}" dt="2025-09-28T11:05:31.601" v="814" actId="478"/>
          <ac:spMkLst>
            <pc:docMk/>
            <pc:sldMk cId="2372245923" sldId="393"/>
            <ac:spMk id="25" creationId="{00000000-0000-0000-0000-000000000000}"/>
          </ac:spMkLst>
        </pc:spChg>
        <pc:grpChg chg="del">
          <ac:chgData name="Lim Wen-I" userId="4f6c7eb3-5643-4e91-aeb7-39086a2dad27" providerId="ADAL" clId="{455F0D73-5E89-4FDE-97F3-660B785937E3}" dt="2025-09-28T11:05:37.438" v="818" actId="478"/>
          <ac:grpSpMkLst>
            <pc:docMk/>
            <pc:sldMk cId="2372245923" sldId="393"/>
            <ac:grpSpMk id="23" creationId="{00000000-0000-0000-0000-000000000000}"/>
          </ac:grpSpMkLst>
        </pc:grpChg>
      </pc:sldChg>
      <pc:sldChg chg="addSp delSp modSp add">
        <pc:chgData name="Lim Wen-I" userId="4f6c7eb3-5643-4e91-aeb7-39086a2dad27" providerId="ADAL" clId="{455F0D73-5E89-4FDE-97F3-660B785937E3}" dt="2025-09-28T11:10:32.931" v="886" actId="113"/>
        <pc:sldMkLst>
          <pc:docMk/>
          <pc:sldMk cId="1159687404" sldId="394"/>
        </pc:sldMkLst>
        <pc:spChg chg="del">
          <ac:chgData name="Lim Wen-I" userId="4f6c7eb3-5643-4e91-aeb7-39086a2dad27" providerId="ADAL" clId="{455F0D73-5E89-4FDE-97F3-660B785937E3}" dt="2025-09-28T11:07:11.575" v="822" actId="478"/>
          <ac:spMkLst>
            <pc:docMk/>
            <pc:sldMk cId="1159687404" sldId="394"/>
            <ac:spMk id="2" creationId="{00000000-0000-0000-0000-000000000000}"/>
          </ac:spMkLst>
        </pc:spChg>
        <pc:spChg chg="del">
          <ac:chgData name="Lim Wen-I" userId="4f6c7eb3-5643-4e91-aeb7-39086a2dad27" providerId="ADAL" clId="{455F0D73-5E89-4FDE-97F3-660B785937E3}" dt="2025-09-28T11:07:08.572" v="821" actId="478"/>
          <ac:spMkLst>
            <pc:docMk/>
            <pc:sldMk cId="1159687404" sldId="394"/>
            <ac:spMk id="3" creationId="{00000000-0000-0000-0000-000000000000}"/>
          </ac:spMkLst>
        </pc:spChg>
        <pc:spChg chg="mod">
          <ac:chgData name="Lim Wen-I" userId="4f6c7eb3-5643-4e91-aeb7-39086a2dad27" providerId="ADAL" clId="{455F0D73-5E89-4FDE-97F3-660B785937E3}" dt="2025-09-28T11:08:42.879" v="855" actId="1035"/>
          <ac:spMkLst>
            <pc:docMk/>
            <pc:sldMk cId="1159687404" sldId="394"/>
            <ac:spMk id="14" creationId="{A21F6A04-E153-4D38-88E0-A8EE2E83F486}"/>
          </ac:spMkLst>
        </pc:spChg>
        <pc:spChg chg="add">
          <ac:chgData name="Lim Wen-I" userId="4f6c7eb3-5643-4e91-aeb7-39086a2dad27" providerId="ADAL" clId="{455F0D73-5E89-4FDE-97F3-660B785937E3}" dt="2025-09-28T11:07:32.912" v="827"/>
          <ac:spMkLst>
            <pc:docMk/>
            <pc:sldMk cId="1159687404" sldId="394"/>
            <ac:spMk id="15" creationId="{06556C9A-B1CF-488B-844D-6DC35CFA3777}"/>
          </ac:spMkLst>
        </pc:spChg>
        <pc:spChg chg="mod">
          <ac:chgData name="Lim Wen-I" userId="4f6c7eb3-5643-4e91-aeb7-39086a2dad27" providerId="ADAL" clId="{455F0D73-5E89-4FDE-97F3-660B785937E3}" dt="2025-09-28T11:10:32.931" v="886" actId="113"/>
          <ac:spMkLst>
            <pc:docMk/>
            <pc:sldMk cId="1159687404" sldId="394"/>
            <ac:spMk id="16" creationId="{018E9F3F-D682-448C-BD9B-E31A83F32A58}"/>
          </ac:spMkLst>
        </pc:spChg>
        <pc:spChg chg="del">
          <ac:chgData name="Lim Wen-I" userId="4f6c7eb3-5643-4e91-aeb7-39086a2dad27" providerId="ADAL" clId="{455F0D73-5E89-4FDE-97F3-660B785937E3}" dt="2025-09-28T11:07:27.197" v="825" actId="478"/>
          <ac:spMkLst>
            <pc:docMk/>
            <pc:sldMk cId="1159687404" sldId="394"/>
            <ac:spMk id="24" creationId="{00000000-0000-0000-0000-000000000000}"/>
          </ac:spMkLst>
        </pc:spChg>
        <pc:spChg chg="del">
          <ac:chgData name="Lim Wen-I" userId="4f6c7eb3-5643-4e91-aeb7-39086a2dad27" providerId="ADAL" clId="{455F0D73-5E89-4FDE-97F3-660B785937E3}" dt="2025-09-28T11:07:16.579" v="824" actId="478"/>
          <ac:spMkLst>
            <pc:docMk/>
            <pc:sldMk cId="1159687404" sldId="394"/>
            <ac:spMk id="26" creationId="{00000000-0000-0000-0000-000000000000}"/>
          </ac:spMkLst>
        </pc:spChg>
        <pc:spChg chg="del">
          <ac:chgData name="Lim Wen-I" userId="4f6c7eb3-5643-4e91-aeb7-39086a2dad27" providerId="ADAL" clId="{455F0D73-5E89-4FDE-97F3-660B785937E3}" dt="2025-09-28T11:07:14.678" v="823" actId="478"/>
          <ac:spMkLst>
            <pc:docMk/>
            <pc:sldMk cId="1159687404" sldId="394"/>
            <ac:spMk id="27" creationId="{00000000-0000-0000-0000-000000000000}"/>
          </ac:spMkLst>
        </pc:spChg>
        <pc:spChg chg="del">
          <ac:chgData name="Lim Wen-I" userId="4f6c7eb3-5643-4e91-aeb7-39086a2dad27" providerId="ADAL" clId="{455F0D73-5E89-4FDE-97F3-660B785937E3}" dt="2025-09-28T11:07:30.272" v="826" actId="478"/>
          <ac:spMkLst>
            <pc:docMk/>
            <pc:sldMk cId="1159687404" sldId="394"/>
            <ac:spMk id="29" creationId="{00000000-0000-0000-0000-000000000000}"/>
          </ac:spMkLst>
        </pc:spChg>
        <pc:grpChg chg="del">
          <ac:chgData name="Lim Wen-I" userId="4f6c7eb3-5643-4e91-aeb7-39086a2dad27" providerId="ADAL" clId="{455F0D73-5E89-4FDE-97F3-660B785937E3}" dt="2025-09-28T11:07:30.272" v="826" actId="478"/>
          <ac:grpSpMkLst>
            <pc:docMk/>
            <pc:sldMk cId="1159687404" sldId="394"/>
            <ac:grpSpMk id="28" creationId="{00000000-0000-0000-0000-000000000000}"/>
          </ac:grpSpMkLst>
        </pc:grpChg>
      </pc:sldChg>
      <pc:sldChg chg="addSp delSp modSp add">
        <pc:chgData name="Lim Wen-I" userId="4f6c7eb3-5643-4e91-aeb7-39086a2dad27" providerId="ADAL" clId="{455F0D73-5E89-4FDE-97F3-660B785937E3}" dt="2025-09-28T11:19:52.939" v="953" actId="207"/>
        <pc:sldMkLst>
          <pc:docMk/>
          <pc:sldMk cId="3393638040" sldId="395"/>
        </pc:sldMkLst>
        <pc:spChg chg="del mod">
          <ac:chgData name="Lim Wen-I" userId="4f6c7eb3-5643-4e91-aeb7-39086a2dad27" providerId="ADAL" clId="{455F0D73-5E89-4FDE-97F3-660B785937E3}" dt="2025-09-28T11:09:30.951" v="860" actId="478"/>
          <ac:spMkLst>
            <pc:docMk/>
            <pc:sldMk cId="3393638040" sldId="395"/>
            <ac:spMk id="2" creationId="{00000000-0000-0000-0000-000000000000}"/>
          </ac:spMkLst>
        </pc:spChg>
        <pc:spChg chg="del">
          <ac:chgData name="Lim Wen-I" userId="4f6c7eb3-5643-4e91-aeb7-39086a2dad27" providerId="ADAL" clId="{455F0D73-5E89-4FDE-97F3-660B785937E3}" dt="2025-09-28T11:09:32.647" v="861" actId="478"/>
          <ac:spMkLst>
            <pc:docMk/>
            <pc:sldMk cId="3393638040" sldId="395"/>
            <ac:spMk id="3" creationId="{00000000-0000-0000-0000-000000000000}"/>
          </ac:spMkLst>
        </pc:spChg>
        <pc:spChg chg="mod">
          <ac:chgData name="Lim Wen-I" userId="4f6c7eb3-5643-4e91-aeb7-39086a2dad27" providerId="ADAL" clId="{455F0D73-5E89-4FDE-97F3-660B785937E3}" dt="2025-09-28T11:12:20.880" v="904" actId="1076"/>
          <ac:spMkLst>
            <pc:docMk/>
            <pc:sldMk cId="3393638040" sldId="395"/>
            <ac:spMk id="4" creationId="{6749519F-7DFE-4D98-AE83-FFB32C97A4EA}"/>
          </ac:spMkLst>
        </pc:spChg>
        <pc:spChg chg="mod">
          <ac:chgData name="Lim Wen-I" userId="4f6c7eb3-5643-4e91-aeb7-39086a2dad27" providerId="ADAL" clId="{455F0D73-5E89-4FDE-97F3-660B785937E3}" dt="2025-09-28T11:19:52.939" v="953" actId="207"/>
          <ac:spMkLst>
            <pc:docMk/>
            <pc:sldMk cId="3393638040" sldId="395"/>
            <ac:spMk id="14" creationId="{A21F6A04-E153-4D38-88E0-A8EE2E83F486}"/>
          </ac:spMkLst>
        </pc:spChg>
        <pc:spChg chg="mod">
          <ac:chgData name="Lim Wen-I" userId="4f6c7eb3-5643-4e91-aeb7-39086a2dad27" providerId="ADAL" clId="{455F0D73-5E89-4FDE-97F3-660B785937E3}" dt="2025-09-28T11:10:01.546" v="882" actId="14100"/>
          <ac:spMkLst>
            <pc:docMk/>
            <pc:sldMk cId="3393638040" sldId="395"/>
            <ac:spMk id="16" creationId="{018E9F3F-D682-448C-BD9B-E31A83F32A58}"/>
          </ac:spMkLst>
        </pc:spChg>
        <pc:spChg chg="add">
          <ac:chgData name="Lim Wen-I" userId="4f6c7eb3-5643-4e91-aeb7-39086a2dad27" providerId="ADAL" clId="{455F0D73-5E89-4FDE-97F3-660B785937E3}" dt="2025-09-28T11:09:39.178" v="864"/>
          <ac:spMkLst>
            <pc:docMk/>
            <pc:sldMk cId="3393638040" sldId="395"/>
            <ac:spMk id="17" creationId="{3B82D356-45B6-495E-819C-660EECFFE34C}"/>
          </ac:spMkLst>
        </pc:spChg>
        <pc:spChg chg="del">
          <ac:chgData name="Lim Wen-I" userId="4f6c7eb3-5643-4e91-aeb7-39086a2dad27" providerId="ADAL" clId="{455F0D73-5E89-4FDE-97F3-660B785937E3}" dt="2025-09-28T11:09:34.680" v="862" actId="478"/>
          <ac:spMkLst>
            <pc:docMk/>
            <pc:sldMk cId="3393638040" sldId="395"/>
            <ac:spMk id="27" creationId="{00000000-0000-0000-0000-000000000000}"/>
          </ac:spMkLst>
        </pc:spChg>
        <pc:grpChg chg="del">
          <ac:chgData name="Lim Wen-I" userId="4f6c7eb3-5643-4e91-aeb7-39086a2dad27" providerId="ADAL" clId="{455F0D73-5E89-4FDE-97F3-660B785937E3}" dt="2025-09-28T11:09:36.026" v="863" actId="478"/>
          <ac:grpSpMkLst>
            <pc:docMk/>
            <pc:sldMk cId="3393638040" sldId="395"/>
            <ac:grpSpMk id="23" creationId="{00000000-0000-0000-0000-000000000000}"/>
          </ac:grpSpMkLst>
        </pc:grpChg>
        <pc:picChg chg="mod">
          <ac:chgData name="Lim Wen-I" userId="4f6c7eb3-5643-4e91-aeb7-39086a2dad27" providerId="ADAL" clId="{455F0D73-5E89-4FDE-97F3-660B785937E3}" dt="2025-09-28T11:12:23.726" v="905" actId="14100"/>
          <ac:picMkLst>
            <pc:docMk/>
            <pc:sldMk cId="3393638040" sldId="395"/>
            <ac:picMk id="15" creationId="{8957C89F-E081-46FD-95BB-A00160FEDBE9}"/>
          </ac:picMkLst>
        </pc:picChg>
      </pc:sldChg>
      <pc:sldChg chg="addSp delSp modSp add">
        <pc:chgData name="Lim Wen-I" userId="4f6c7eb3-5643-4e91-aeb7-39086a2dad27" providerId="ADAL" clId="{455F0D73-5E89-4FDE-97F3-660B785937E3}" dt="2025-09-28T11:16:30.335" v="940" actId="207"/>
        <pc:sldMkLst>
          <pc:docMk/>
          <pc:sldMk cId="1631280543" sldId="396"/>
        </pc:sldMkLst>
        <pc:spChg chg="del">
          <ac:chgData name="Lim Wen-I" userId="4f6c7eb3-5643-4e91-aeb7-39086a2dad27" providerId="ADAL" clId="{455F0D73-5E89-4FDE-97F3-660B785937E3}" dt="2025-09-28T11:12:40.125" v="908" actId="478"/>
          <ac:spMkLst>
            <pc:docMk/>
            <pc:sldMk cId="1631280543" sldId="396"/>
            <ac:spMk id="2" creationId="{00000000-0000-0000-0000-000000000000}"/>
          </ac:spMkLst>
        </pc:spChg>
        <pc:spChg chg="del">
          <ac:chgData name="Lim Wen-I" userId="4f6c7eb3-5643-4e91-aeb7-39086a2dad27" providerId="ADAL" clId="{455F0D73-5E89-4FDE-97F3-660B785937E3}" dt="2025-09-28T11:12:38.042" v="907" actId="478"/>
          <ac:spMkLst>
            <pc:docMk/>
            <pc:sldMk cId="1631280543" sldId="396"/>
            <ac:spMk id="3" creationId="{00000000-0000-0000-0000-000000000000}"/>
          </ac:spMkLst>
        </pc:spChg>
        <pc:spChg chg="mod">
          <ac:chgData name="Lim Wen-I" userId="4f6c7eb3-5643-4e91-aeb7-39086a2dad27" providerId="ADAL" clId="{455F0D73-5E89-4FDE-97F3-660B785937E3}" dt="2025-09-28T11:13:01.520" v="923" actId="1035"/>
          <ac:spMkLst>
            <pc:docMk/>
            <pc:sldMk cId="1631280543" sldId="396"/>
            <ac:spMk id="14" creationId="{A21F6A04-E153-4D38-88E0-A8EE2E83F486}"/>
          </ac:spMkLst>
        </pc:spChg>
        <pc:spChg chg="add">
          <ac:chgData name="Lim Wen-I" userId="4f6c7eb3-5643-4e91-aeb7-39086a2dad27" providerId="ADAL" clId="{455F0D73-5E89-4FDE-97F3-660B785937E3}" dt="2025-09-28T11:12:41.745" v="909"/>
          <ac:spMkLst>
            <pc:docMk/>
            <pc:sldMk cId="1631280543" sldId="396"/>
            <ac:spMk id="15" creationId="{B5069A4C-74D3-45A3-936C-94A0E80680DF}"/>
          </ac:spMkLst>
        </pc:spChg>
        <pc:spChg chg="mod">
          <ac:chgData name="Lim Wen-I" userId="4f6c7eb3-5643-4e91-aeb7-39086a2dad27" providerId="ADAL" clId="{455F0D73-5E89-4FDE-97F3-660B785937E3}" dt="2025-09-28T11:16:30.335" v="940" actId="207"/>
          <ac:spMkLst>
            <pc:docMk/>
            <pc:sldMk cId="1631280543" sldId="396"/>
            <ac:spMk id="16" creationId="{018E9F3F-D682-448C-BD9B-E31A83F32A58}"/>
          </ac:spMkLst>
        </pc:spChg>
        <pc:grpChg chg="del">
          <ac:chgData name="Lim Wen-I" userId="4f6c7eb3-5643-4e91-aeb7-39086a2dad27" providerId="ADAL" clId="{455F0D73-5E89-4FDE-97F3-660B785937E3}" dt="2025-09-28T11:12:36.783" v="906" actId="478"/>
          <ac:grpSpMkLst>
            <pc:docMk/>
            <pc:sldMk cId="1631280543" sldId="396"/>
            <ac:grpSpMk id="23" creationId="{00000000-0000-0000-0000-000000000000}"/>
          </ac:grpSpMkLst>
        </pc:grpChg>
      </pc:sldChg>
      <pc:sldChg chg="addSp delSp modSp add">
        <pc:chgData name="Lim Wen-I" userId="4f6c7eb3-5643-4e91-aeb7-39086a2dad27" providerId="ADAL" clId="{455F0D73-5E89-4FDE-97F3-660B785937E3}" dt="2025-09-28T11:20:23.128" v="962" actId="1076"/>
        <pc:sldMkLst>
          <pc:docMk/>
          <pc:sldMk cId="2828356838" sldId="397"/>
        </pc:sldMkLst>
        <pc:spChg chg="del">
          <ac:chgData name="Lim Wen-I" userId="4f6c7eb3-5643-4e91-aeb7-39086a2dad27" providerId="ADAL" clId="{455F0D73-5E89-4FDE-97F3-660B785937E3}" dt="2025-09-28T11:16:41.685" v="943" actId="478"/>
          <ac:spMkLst>
            <pc:docMk/>
            <pc:sldMk cId="2828356838" sldId="397"/>
            <ac:spMk id="2" creationId="{00000000-0000-0000-0000-000000000000}"/>
          </ac:spMkLst>
        </pc:spChg>
        <pc:spChg chg="del">
          <ac:chgData name="Lim Wen-I" userId="4f6c7eb3-5643-4e91-aeb7-39086a2dad27" providerId="ADAL" clId="{455F0D73-5E89-4FDE-97F3-660B785937E3}" dt="2025-09-28T11:16:40.181" v="942" actId="478"/>
          <ac:spMkLst>
            <pc:docMk/>
            <pc:sldMk cId="2828356838" sldId="397"/>
            <ac:spMk id="3" creationId="{00000000-0000-0000-0000-000000000000}"/>
          </ac:spMkLst>
        </pc:spChg>
        <pc:spChg chg="add del">
          <ac:chgData name="Lim Wen-I" userId="4f6c7eb3-5643-4e91-aeb7-39086a2dad27" providerId="ADAL" clId="{455F0D73-5E89-4FDE-97F3-660B785937E3}" dt="2025-09-28T11:16:44.685" v="945"/>
          <ac:spMkLst>
            <pc:docMk/>
            <pc:sldMk cId="2828356838" sldId="397"/>
            <ac:spMk id="4" creationId="{A3B61A20-6099-4DAB-9D91-7C944033889E}"/>
          </ac:spMkLst>
        </pc:spChg>
        <pc:spChg chg="mod">
          <ac:chgData name="Lim Wen-I" userId="4f6c7eb3-5643-4e91-aeb7-39086a2dad27" providerId="ADAL" clId="{455F0D73-5E89-4FDE-97F3-660B785937E3}" dt="2025-09-28T11:20:14.382" v="961" actId="1035"/>
          <ac:spMkLst>
            <pc:docMk/>
            <pc:sldMk cId="2828356838" sldId="397"/>
            <ac:spMk id="14" creationId="{A21F6A04-E153-4D38-88E0-A8EE2E83F486}"/>
          </ac:spMkLst>
        </pc:spChg>
        <pc:spChg chg="add mod">
          <ac:chgData name="Lim Wen-I" userId="4f6c7eb3-5643-4e91-aeb7-39086a2dad27" providerId="ADAL" clId="{455F0D73-5E89-4FDE-97F3-660B785937E3}" dt="2025-09-28T11:20:23.128" v="962" actId="1076"/>
          <ac:spMkLst>
            <pc:docMk/>
            <pc:sldMk cId="2828356838" sldId="397"/>
            <ac:spMk id="15" creationId="{511F165B-4767-4B2B-ADB2-1A2A57AB0F97}"/>
          </ac:spMkLst>
        </pc:spChg>
        <pc:spChg chg="mod">
          <ac:chgData name="Lim Wen-I" userId="4f6c7eb3-5643-4e91-aeb7-39086a2dad27" providerId="ADAL" clId="{455F0D73-5E89-4FDE-97F3-660B785937E3}" dt="2025-09-28T11:19:15.300" v="952" actId="255"/>
          <ac:spMkLst>
            <pc:docMk/>
            <pc:sldMk cId="2828356838" sldId="397"/>
            <ac:spMk id="16" creationId="{018E9F3F-D682-448C-BD9B-E31A83F32A58}"/>
          </ac:spMkLst>
        </pc:spChg>
        <pc:grpChg chg="del">
          <ac:chgData name="Lim Wen-I" userId="4f6c7eb3-5643-4e91-aeb7-39086a2dad27" providerId="ADAL" clId="{455F0D73-5E89-4FDE-97F3-660B785937E3}" dt="2025-09-28T11:16:39.312" v="941" actId="478"/>
          <ac:grpSpMkLst>
            <pc:docMk/>
            <pc:sldMk cId="2828356838" sldId="397"/>
            <ac:grpSpMk id="23" creationId="{00000000-0000-0000-0000-000000000000}"/>
          </ac:grpSpMkLst>
        </pc:grpChg>
      </pc:sldChg>
      <pc:sldChg chg="addSp modSp add ord modTransition">
        <pc:chgData name="Lim Wen-I" userId="4f6c7eb3-5643-4e91-aeb7-39086a2dad27" providerId="ADAL" clId="{455F0D73-5E89-4FDE-97F3-660B785937E3}" dt="2025-09-28T03:20:46.334" v="546"/>
        <pc:sldMkLst>
          <pc:docMk/>
          <pc:sldMk cId="3337875376" sldId="406"/>
        </pc:sldMkLst>
        <pc:spChg chg="mod">
          <ac:chgData name="Lim Wen-I" userId="4f6c7eb3-5643-4e91-aeb7-39086a2dad27" providerId="ADAL" clId="{455F0D73-5E89-4FDE-97F3-660B785937E3}" dt="2025-09-27T17:19:57.667" v="250" actId="20577"/>
          <ac:spMkLst>
            <pc:docMk/>
            <pc:sldMk cId="3337875376" sldId="406"/>
            <ac:spMk id="3" creationId="{17E8719D-0FB2-4860-877B-48867439AD5B}"/>
          </ac:spMkLst>
        </pc:spChg>
        <pc:spChg chg="add">
          <ac:chgData name="Lim Wen-I" userId="4f6c7eb3-5643-4e91-aeb7-39086a2dad27" providerId="ADAL" clId="{455F0D73-5E89-4FDE-97F3-660B785937E3}" dt="2025-09-27T17:30:09.365" v="302"/>
          <ac:spMkLst>
            <pc:docMk/>
            <pc:sldMk cId="3337875376" sldId="406"/>
            <ac:spMk id="5" creationId="{1B5CF5F7-8DF4-4904-8DDE-3B5C2BC4149A}"/>
          </ac:spMkLst>
        </pc:spChg>
        <pc:spChg chg="mod">
          <ac:chgData name="Lim Wen-I" userId="4f6c7eb3-5643-4e91-aeb7-39086a2dad27" providerId="ADAL" clId="{455F0D73-5E89-4FDE-97F3-660B785937E3}" dt="2025-09-27T18:14:00.994" v="493" actId="1076"/>
          <ac:spMkLst>
            <pc:docMk/>
            <pc:sldMk cId="3337875376" sldId="406"/>
            <ac:spMk id="23554" creationId="{EDF9F4FB-A395-432A-9852-2465048829A1}"/>
          </ac:spMkLst>
        </pc:spChg>
      </pc:sldChg>
      <pc:sldChg chg="addSp delSp modSp add">
        <pc:chgData name="Lim Wen-I" userId="4f6c7eb3-5643-4e91-aeb7-39086a2dad27" providerId="ADAL" clId="{455F0D73-5E89-4FDE-97F3-660B785937E3}" dt="2025-09-27T17:30:16.484" v="303"/>
        <pc:sldMkLst>
          <pc:docMk/>
          <pc:sldMk cId="0" sldId="407"/>
        </pc:sldMkLst>
        <pc:spChg chg="mod">
          <ac:chgData name="Lim Wen-I" userId="4f6c7eb3-5643-4e91-aeb7-39086a2dad27" providerId="ADAL" clId="{455F0D73-5E89-4FDE-97F3-660B785937E3}" dt="2025-09-27T17:28:04.814" v="294" actId="207"/>
          <ac:spMkLst>
            <pc:docMk/>
            <pc:sldMk cId="0" sldId="407"/>
            <ac:spMk id="2" creationId="{00000000-0000-0000-0000-000000000000}"/>
          </ac:spMkLst>
        </pc:spChg>
        <pc:spChg chg="del">
          <ac:chgData name="Lim Wen-I" userId="4f6c7eb3-5643-4e91-aeb7-39086a2dad27" providerId="ADAL" clId="{455F0D73-5E89-4FDE-97F3-660B785937E3}" dt="2025-09-27T17:24:36" v="270" actId="478"/>
          <ac:spMkLst>
            <pc:docMk/>
            <pc:sldMk cId="0" sldId="407"/>
            <ac:spMk id="3" creationId="{00000000-0000-0000-0000-000000000000}"/>
          </ac:spMkLst>
        </pc:spChg>
        <pc:spChg chg="del">
          <ac:chgData name="Lim Wen-I" userId="4f6c7eb3-5643-4e91-aeb7-39086a2dad27" providerId="ADAL" clId="{455F0D73-5E89-4FDE-97F3-660B785937E3}" dt="2025-09-27T17:24:38.379" v="271" actId="478"/>
          <ac:spMkLst>
            <pc:docMk/>
            <pc:sldMk cId="0" sldId="407"/>
            <ac:spMk id="4" creationId="{00000000-0000-0000-0000-000000000000}"/>
          </ac:spMkLst>
        </pc:spChg>
        <pc:spChg chg="add">
          <ac:chgData name="Lim Wen-I" userId="4f6c7eb3-5643-4e91-aeb7-39086a2dad27" providerId="ADAL" clId="{455F0D73-5E89-4FDE-97F3-660B785937E3}" dt="2025-09-27T17:30:16.484" v="303"/>
          <ac:spMkLst>
            <pc:docMk/>
            <pc:sldMk cId="0" sldId="407"/>
            <ac:spMk id="5" creationId="{0CFCF705-557F-4E3D-9BDC-6DF61C0CC071}"/>
          </ac:spMkLst>
        </pc:spChg>
      </pc:sldChg>
      <pc:sldChg chg="addSp delSp modSp add">
        <pc:chgData name="Lim Wen-I" userId="4f6c7eb3-5643-4e91-aeb7-39086a2dad27" providerId="ADAL" clId="{455F0D73-5E89-4FDE-97F3-660B785937E3}" dt="2025-09-28T03:37:36.938" v="559" actId="255"/>
        <pc:sldMkLst>
          <pc:docMk/>
          <pc:sldMk cId="0" sldId="408"/>
        </pc:sldMkLst>
        <pc:spChg chg="mod">
          <ac:chgData name="Lim Wen-I" userId="4f6c7eb3-5643-4e91-aeb7-39086a2dad27" providerId="ADAL" clId="{455F0D73-5E89-4FDE-97F3-660B785937E3}" dt="2025-09-28T03:37:36.938" v="559" actId="255"/>
          <ac:spMkLst>
            <pc:docMk/>
            <pc:sldMk cId="0" sldId="408"/>
            <ac:spMk id="2" creationId="{00000000-0000-0000-0000-000000000000}"/>
          </ac:spMkLst>
        </pc:spChg>
        <pc:spChg chg="del mod">
          <ac:chgData name="Lim Wen-I" userId="4f6c7eb3-5643-4e91-aeb7-39086a2dad27" providerId="ADAL" clId="{455F0D73-5E89-4FDE-97F3-660B785937E3}" dt="2025-09-27T17:24:54.815" v="273" actId="478"/>
          <ac:spMkLst>
            <pc:docMk/>
            <pc:sldMk cId="0" sldId="408"/>
            <ac:spMk id="5" creationId="{00000000-0000-0000-0000-000000000000}"/>
          </ac:spMkLst>
        </pc:spChg>
        <pc:spChg chg="add">
          <ac:chgData name="Lim Wen-I" userId="4f6c7eb3-5643-4e91-aeb7-39086a2dad27" providerId="ADAL" clId="{455F0D73-5E89-4FDE-97F3-660B785937E3}" dt="2025-09-27T17:25:19.956" v="278"/>
          <ac:spMkLst>
            <pc:docMk/>
            <pc:sldMk cId="0" sldId="408"/>
            <ac:spMk id="8" creationId="{742D22A3-84CC-4A19-B743-6D52A944B46B}"/>
          </ac:spMkLst>
        </pc:spChg>
        <pc:picChg chg="del">
          <ac:chgData name="Lim Wen-I" userId="4f6c7eb3-5643-4e91-aeb7-39086a2dad27" providerId="ADAL" clId="{455F0D73-5E89-4FDE-97F3-660B785937E3}" dt="2025-09-27T17:24:57.568" v="274" actId="478"/>
          <ac:picMkLst>
            <pc:docMk/>
            <pc:sldMk cId="0" sldId="408"/>
            <ac:picMk id="4" creationId="{00000000-0000-0000-0000-000000000000}"/>
          </ac:picMkLst>
        </pc:picChg>
      </pc:sldChg>
      <pc:sldChg chg="addSp modSp add">
        <pc:chgData name="Lim Wen-I" userId="4f6c7eb3-5643-4e91-aeb7-39086a2dad27" providerId="ADAL" clId="{455F0D73-5E89-4FDE-97F3-660B785937E3}" dt="2025-09-27T17:25:27.789" v="280" actId="14100"/>
        <pc:sldMkLst>
          <pc:docMk/>
          <pc:sldMk cId="0" sldId="409"/>
        </pc:sldMkLst>
        <pc:spChg chg="add mod">
          <ac:chgData name="Lim Wen-I" userId="4f6c7eb3-5643-4e91-aeb7-39086a2dad27" providerId="ADAL" clId="{455F0D73-5E89-4FDE-97F3-660B785937E3}" dt="2025-09-27T17:25:27.789" v="280" actId="14100"/>
          <ac:spMkLst>
            <pc:docMk/>
            <pc:sldMk cId="0" sldId="409"/>
            <ac:spMk id="11" creationId="{67E63596-2F79-44FD-9ED0-5542961CA3D1}"/>
          </ac:spMkLst>
        </pc:spChg>
      </pc:sldChg>
      <pc:sldChg chg="addSp modSp add ord modNotes modNotesTx">
        <pc:chgData name="Lim Wen-I" userId="4f6c7eb3-5643-4e91-aeb7-39086a2dad27" providerId="ADAL" clId="{455F0D73-5E89-4FDE-97F3-660B785937E3}" dt="2025-09-28T03:53:49.128" v="656"/>
        <pc:sldMkLst>
          <pc:docMk/>
          <pc:sldMk cId="0" sldId="410"/>
        </pc:sldMkLst>
        <pc:spChg chg="add">
          <ac:chgData name="Lim Wen-I" userId="4f6c7eb3-5643-4e91-aeb7-39086a2dad27" providerId="ADAL" clId="{455F0D73-5E89-4FDE-97F3-660B785937E3}" dt="2025-09-27T17:25:32.589" v="281"/>
          <ac:spMkLst>
            <pc:docMk/>
            <pc:sldMk cId="0" sldId="410"/>
            <ac:spMk id="25" creationId="{AB55AF87-3D41-4540-8A9C-19160F0C41B6}"/>
          </ac:spMkLst>
        </pc:spChg>
        <pc:spChg chg="add mod">
          <ac:chgData name="Lim Wen-I" userId="4f6c7eb3-5643-4e91-aeb7-39086a2dad27" providerId="ADAL" clId="{455F0D73-5E89-4FDE-97F3-660B785937E3}" dt="2025-09-28T03:47:23.572" v="631" actId="255"/>
          <ac:spMkLst>
            <pc:docMk/>
            <pc:sldMk cId="0" sldId="410"/>
            <ac:spMk id="26" creationId="{513A76EF-988B-435A-A855-E496CF2A9203}"/>
          </ac:spMkLst>
        </pc:spChg>
      </pc:sldChg>
      <pc:sldChg chg="addSp modSp add">
        <pc:chgData name="Lim Wen-I" userId="4f6c7eb3-5643-4e91-aeb7-39086a2dad27" providerId="ADAL" clId="{455F0D73-5E89-4FDE-97F3-660B785937E3}" dt="2025-09-27T17:26:44.263" v="289" actId="1076"/>
        <pc:sldMkLst>
          <pc:docMk/>
          <pc:sldMk cId="0" sldId="411"/>
        </pc:sldMkLst>
        <pc:spChg chg="mod">
          <ac:chgData name="Lim Wen-I" userId="4f6c7eb3-5643-4e91-aeb7-39086a2dad27" providerId="ADAL" clId="{455F0D73-5E89-4FDE-97F3-660B785937E3}" dt="2025-09-27T17:26:19.928" v="286" actId="1035"/>
          <ac:spMkLst>
            <pc:docMk/>
            <pc:sldMk cId="0" sldId="411"/>
            <ac:spMk id="2" creationId="{00000000-0000-0000-0000-000000000000}"/>
          </ac:spMkLst>
        </pc:spChg>
        <pc:spChg chg="mod">
          <ac:chgData name="Lim Wen-I" userId="4f6c7eb3-5643-4e91-aeb7-39086a2dad27" providerId="ADAL" clId="{455F0D73-5E89-4FDE-97F3-660B785937E3}" dt="2025-09-27T17:26:44.263" v="289" actId="1076"/>
          <ac:spMkLst>
            <pc:docMk/>
            <pc:sldMk cId="0" sldId="411"/>
            <ac:spMk id="3" creationId="{00000000-0000-0000-0000-000000000000}"/>
          </ac:spMkLst>
        </pc:spChg>
        <pc:spChg chg="mod">
          <ac:chgData name="Lim Wen-I" userId="4f6c7eb3-5643-4e91-aeb7-39086a2dad27" providerId="ADAL" clId="{455F0D73-5E89-4FDE-97F3-660B785937E3}" dt="2025-09-27T17:26:37.646" v="288" actId="1076"/>
          <ac:spMkLst>
            <pc:docMk/>
            <pc:sldMk cId="0" sldId="411"/>
            <ac:spMk id="4" creationId="{00000000-0000-0000-0000-000000000000}"/>
          </ac:spMkLst>
        </pc:spChg>
        <pc:spChg chg="mod">
          <ac:chgData name="Lim Wen-I" userId="4f6c7eb3-5643-4e91-aeb7-39086a2dad27" providerId="ADAL" clId="{455F0D73-5E89-4FDE-97F3-660B785937E3}" dt="2025-09-27T17:26:19.928" v="286" actId="1035"/>
          <ac:spMkLst>
            <pc:docMk/>
            <pc:sldMk cId="0" sldId="411"/>
            <ac:spMk id="9" creationId="{00000000-0000-0000-0000-000000000000}"/>
          </ac:spMkLst>
        </pc:spChg>
        <pc:spChg chg="mod">
          <ac:chgData name="Lim Wen-I" userId="4f6c7eb3-5643-4e91-aeb7-39086a2dad27" providerId="ADAL" clId="{455F0D73-5E89-4FDE-97F3-660B785937E3}" dt="2025-09-27T17:26:19.928" v="286" actId="1035"/>
          <ac:spMkLst>
            <pc:docMk/>
            <pc:sldMk cId="0" sldId="411"/>
            <ac:spMk id="14" creationId="{00000000-0000-0000-0000-000000000000}"/>
          </ac:spMkLst>
        </pc:spChg>
        <pc:spChg chg="mod">
          <ac:chgData name="Lim Wen-I" userId="4f6c7eb3-5643-4e91-aeb7-39086a2dad27" providerId="ADAL" clId="{455F0D73-5E89-4FDE-97F3-660B785937E3}" dt="2025-09-27T17:26:19.928" v="286" actId="1035"/>
          <ac:spMkLst>
            <pc:docMk/>
            <pc:sldMk cId="0" sldId="411"/>
            <ac:spMk id="19" creationId="{00000000-0000-0000-0000-000000000000}"/>
          </ac:spMkLst>
        </pc:spChg>
        <pc:spChg chg="mod">
          <ac:chgData name="Lim Wen-I" userId="4f6c7eb3-5643-4e91-aeb7-39086a2dad27" providerId="ADAL" clId="{455F0D73-5E89-4FDE-97F3-660B785937E3}" dt="2025-09-27T17:26:19.928" v="286" actId="1035"/>
          <ac:spMkLst>
            <pc:docMk/>
            <pc:sldMk cId="0" sldId="411"/>
            <ac:spMk id="24" creationId="{00000000-0000-0000-0000-000000000000}"/>
          </ac:spMkLst>
        </pc:spChg>
        <pc:spChg chg="mod">
          <ac:chgData name="Lim Wen-I" userId="4f6c7eb3-5643-4e91-aeb7-39086a2dad27" providerId="ADAL" clId="{455F0D73-5E89-4FDE-97F3-660B785937E3}" dt="2025-09-27T17:26:19.928" v="286" actId="1035"/>
          <ac:spMkLst>
            <pc:docMk/>
            <pc:sldMk cId="0" sldId="411"/>
            <ac:spMk id="29" creationId="{00000000-0000-0000-0000-000000000000}"/>
          </ac:spMkLst>
        </pc:spChg>
        <pc:spChg chg="mod">
          <ac:chgData name="Lim Wen-I" userId="4f6c7eb3-5643-4e91-aeb7-39086a2dad27" providerId="ADAL" clId="{455F0D73-5E89-4FDE-97F3-660B785937E3}" dt="2025-09-27T17:26:19.928" v="286" actId="1035"/>
          <ac:spMkLst>
            <pc:docMk/>
            <pc:sldMk cId="0" sldId="411"/>
            <ac:spMk id="34" creationId="{00000000-0000-0000-0000-000000000000}"/>
          </ac:spMkLst>
        </pc:spChg>
        <pc:spChg chg="mod">
          <ac:chgData name="Lim Wen-I" userId="4f6c7eb3-5643-4e91-aeb7-39086a2dad27" providerId="ADAL" clId="{455F0D73-5E89-4FDE-97F3-660B785937E3}" dt="2025-09-27T17:26:19.928" v="286" actId="1035"/>
          <ac:spMkLst>
            <pc:docMk/>
            <pc:sldMk cId="0" sldId="411"/>
            <ac:spMk id="35" creationId="{00000000-0000-0000-0000-000000000000}"/>
          </ac:spMkLst>
        </pc:spChg>
        <pc:spChg chg="mod">
          <ac:chgData name="Lim Wen-I" userId="4f6c7eb3-5643-4e91-aeb7-39086a2dad27" providerId="ADAL" clId="{455F0D73-5E89-4FDE-97F3-660B785937E3}" dt="2025-09-27T17:26:19.928" v="286" actId="1035"/>
          <ac:spMkLst>
            <pc:docMk/>
            <pc:sldMk cId="0" sldId="411"/>
            <ac:spMk id="36" creationId="{00000000-0000-0000-0000-000000000000}"/>
          </ac:spMkLst>
        </pc:spChg>
        <pc:spChg chg="mod">
          <ac:chgData name="Lim Wen-I" userId="4f6c7eb3-5643-4e91-aeb7-39086a2dad27" providerId="ADAL" clId="{455F0D73-5E89-4FDE-97F3-660B785937E3}" dt="2025-09-27T17:26:19.928" v="286" actId="1035"/>
          <ac:spMkLst>
            <pc:docMk/>
            <pc:sldMk cId="0" sldId="411"/>
            <ac:spMk id="37" creationId="{00000000-0000-0000-0000-000000000000}"/>
          </ac:spMkLst>
        </pc:spChg>
        <pc:spChg chg="mod">
          <ac:chgData name="Lim Wen-I" userId="4f6c7eb3-5643-4e91-aeb7-39086a2dad27" providerId="ADAL" clId="{455F0D73-5E89-4FDE-97F3-660B785937E3}" dt="2025-09-27T17:26:19.928" v="286" actId="1035"/>
          <ac:spMkLst>
            <pc:docMk/>
            <pc:sldMk cId="0" sldId="411"/>
            <ac:spMk id="38" creationId="{00000000-0000-0000-0000-000000000000}"/>
          </ac:spMkLst>
        </pc:spChg>
        <pc:spChg chg="mod">
          <ac:chgData name="Lim Wen-I" userId="4f6c7eb3-5643-4e91-aeb7-39086a2dad27" providerId="ADAL" clId="{455F0D73-5E89-4FDE-97F3-660B785937E3}" dt="2025-09-27T17:26:19.928" v="286" actId="1035"/>
          <ac:spMkLst>
            <pc:docMk/>
            <pc:sldMk cId="0" sldId="411"/>
            <ac:spMk id="43" creationId="{00000000-0000-0000-0000-000000000000}"/>
          </ac:spMkLst>
        </pc:spChg>
        <pc:spChg chg="mod">
          <ac:chgData name="Lim Wen-I" userId="4f6c7eb3-5643-4e91-aeb7-39086a2dad27" providerId="ADAL" clId="{455F0D73-5E89-4FDE-97F3-660B785937E3}" dt="2025-09-27T17:26:19.928" v="286" actId="1035"/>
          <ac:spMkLst>
            <pc:docMk/>
            <pc:sldMk cId="0" sldId="411"/>
            <ac:spMk id="48" creationId="{00000000-0000-0000-0000-000000000000}"/>
          </ac:spMkLst>
        </pc:spChg>
        <pc:spChg chg="mod">
          <ac:chgData name="Lim Wen-I" userId="4f6c7eb3-5643-4e91-aeb7-39086a2dad27" providerId="ADAL" clId="{455F0D73-5E89-4FDE-97F3-660B785937E3}" dt="2025-09-27T17:26:19.928" v="286" actId="1035"/>
          <ac:spMkLst>
            <pc:docMk/>
            <pc:sldMk cId="0" sldId="411"/>
            <ac:spMk id="53" creationId="{00000000-0000-0000-0000-000000000000}"/>
          </ac:spMkLst>
        </pc:spChg>
        <pc:spChg chg="mod">
          <ac:chgData name="Lim Wen-I" userId="4f6c7eb3-5643-4e91-aeb7-39086a2dad27" providerId="ADAL" clId="{455F0D73-5E89-4FDE-97F3-660B785937E3}" dt="2025-09-27T17:26:19.928" v="286" actId="1035"/>
          <ac:spMkLst>
            <pc:docMk/>
            <pc:sldMk cId="0" sldId="411"/>
            <ac:spMk id="58" creationId="{00000000-0000-0000-0000-000000000000}"/>
          </ac:spMkLst>
        </pc:spChg>
        <pc:spChg chg="mod">
          <ac:chgData name="Lim Wen-I" userId="4f6c7eb3-5643-4e91-aeb7-39086a2dad27" providerId="ADAL" clId="{455F0D73-5E89-4FDE-97F3-660B785937E3}" dt="2025-09-27T17:26:19.928" v="286" actId="1035"/>
          <ac:spMkLst>
            <pc:docMk/>
            <pc:sldMk cId="0" sldId="411"/>
            <ac:spMk id="63" creationId="{00000000-0000-0000-0000-000000000000}"/>
          </ac:spMkLst>
        </pc:spChg>
        <pc:spChg chg="mod">
          <ac:chgData name="Lim Wen-I" userId="4f6c7eb3-5643-4e91-aeb7-39086a2dad27" providerId="ADAL" clId="{455F0D73-5E89-4FDE-97F3-660B785937E3}" dt="2025-09-27T17:26:19.928" v="286" actId="1035"/>
          <ac:spMkLst>
            <pc:docMk/>
            <pc:sldMk cId="0" sldId="411"/>
            <ac:spMk id="68" creationId="{00000000-0000-0000-0000-000000000000}"/>
          </ac:spMkLst>
        </pc:spChg>
        <pc:spChg chg="mod">
          <ac:chgData name="Lim Wen-I" userId="4f6c7eb3-5643-4e91-aeb7-39086a2dad27" providerId="ADAL" clId="{455F0D73-5E89-4FDE-97F3-660B785937E3}" dt="2025-09-27T17:26:19.928" v="286" actId="1035"/>
          <ac:spMkLst>
            <pc:docMk/>
            <pc:sldMk cId="0" sldId="411"/>
            <ac:spMk id="69" creationId="{00000000-0000-0000-0000-000000000000}"/>
          </ac:spMkLst>
        </pc:spChg>
        <pc:spChg chg="mod">
          <ac:chgData name="Lim Wen-I" userId="4f6c7eb3-5643-4e91-aeb7-39086a2dad27" providerId="ADAL" clId="{455F0D73-5E89-4FDE-97F3-660B785937E3}" dt="2025-09-27T17:26:19.928" v="286" actId="1035"/>
          <ac:spMkLst>
            <pc:docMk/>
            <pc:sldMk cId="0" sldId="411"/>
            <ac:spMk id="70" creationId="{00000000-0000-0000-0000-000000000000}"/>
          </ac:spMkLst>
        </pc:spChg>
        <pc:spChg chg="mod">
          <ac:chgData name="Lim Wen-I" userId="4f6c7eb3-5643-4e91-aeb7-39086a2dad27" providerId="ADAL" clId="{455F0D73-5E89-4FDE-97F3-660B785937E3}" dt="2025-09-27T17:26:19.928" v="286" actId="1035"/>
          <ac:spMkLst>
            <pc:docMk/>
            <pc:sldMk cId="0" sldId="411"/>
            <ac:spMk id="71" creationId="{00000000-0000-0000-0000-000000000000}"/>
          </ac:spMkLst>
        </pc:spChg>
        <pc:spChg chg="mod">
          <ac:chgData name="Lim Wen-I" userId="4f6c7eb3-5643-4e91-aeb7-39086a2dad27" providerId="ADAL" clId="{455F0D73-5E89-4FDE-97F3-660B785937E3}" dt="2025-09-27T17:26:19.928" v="286" actId="1035"/>
          <ac:spMkLst>
            <pc:docMk/>
            <pc:sldMk cId="0" sldId="411"/>
            <ac:spMk id="72" creationId="{00000000-0000-0000-0000-000000000000}"/>
          </ac:spMkLst>
        </pc:spChg>
        <pc:spChg chg="mod">
          <ac:chgData name="Lim Wen-I" userId="4f6c7eb3-5643-4e91-aeb7-39086a2dad27" providerId="ADAL" clId="{455F0D73-5E89-4FDE-97F3-660B785937E3}" dt="2025-09-27T17:26:19.928" v="286" actId="1035"/>
          <ac:spMkLst>
            <pc:docMk/>
            <pc:sldMk cId="0" sldId="411"/>
            <ac:spMk id="73" creationId="{00000000-0000-0000-0000-000000000000}"/>
          </ac:spMkLst>
        </pc:spChg>
        <pc:spChg chg="add mod">
          <ac:chgData name="Lim Wen-I" userId="4f6c7eb3-5643-4e91-aeb7-39086a2dad27" providerId="ADAL" clId="{455F0D73-5E89-4FDE-97F3-660B785937E3}" dt="2025-09-27T17:26:30.773" v="287" actId="1076"/>
          <ac:spMkLst>
            <pc:docMk/>
            <pc:sldMk cId="0" sldId="411"/>
            <ac:spMk id="75" creationId="{0D86CC61-398C-43A2-A232-A503D8D34B34}"/>
          </ac:spMkLst>
        </pc:spChg>
        <pc:grpChg chg="mod">
          <ac:chgData name="Lim Wen-I" userId="4f6c7eb3-5643-4e91-aeb7-39086a2dad27" providerId="ADAL" clId="{455F0D73-5E89-4FDE-97F3-660B785937E3}" dt="2025-09-27T17:26:19.928" v="286" actId="1035"/>
          <ac:grpSpMkLst>
            <pc:docMk/>
            <pc:sldMk cId="0" sldId="411"/>
            <ac:grpSpMk id="5"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10"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15"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20"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25"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30"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39"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44"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49"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54"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59" creationId="{00000000-0000-0000-0000-000000000000}"/>
          </ac:grpSpMkLst>
        </pc:grpChg>
        <pc:grpChg chg="mod">
          <ac:chgData name="Lim Wen-I" userId="4f6c7eb3-5643-4e91-aeb7-39086a2dad27" providerId="ADAL" clId="{455F0D73-5E89-4FDE-97F3-660B785937E3}" dt="2025-09-27T17:26:19.928" v="286" actId="1035"/>
          <ac:grpSpMkLst>
            <pc:docMk/>
            <pc:sldMk cId="0" sldId="411"/>
            <ac:grpSpMk id="64" creationId="{00000000-0000-0000-0000-000000000000}"/>
          </ac:grpSpMkLst>
        </pc:grpChg>
      </pc:sldChg>
      <pc:sldChg chg="addSp modSp add">
        <pc:chgData name="Lim Wen-I" userId="4f6c7eb3-5643-4e91-aeb7-39086a2dad27" providerId="ADAL" clId="{455F0D73-5E89-4FDE-97F3-660B785937E3}" dt="2025-09-27T17:42:01.983" v="349" actId="20577"/>
        <pc:sldMkLst>
          <pc:docMk/>
          <pc:sldMk cId="0" sldId="412"/>
        </pc:sldMkLst>
        <pc:spChg chg="mod">
          <ac:chgData name="Lim Wen-I" userId="4f6c7eb3-5643-4e91-aeb7-39086a2dad27" providerId="ADAL" clId="{455F0D73-5E89-4FDE-97F3-660B785937E3}" dt="2025-09-27T17:42:01.983" v="349" actId="20577"/>
          <ac:spMkLst>
            <pc:docMk/>
            <pc:sldMk cId="0" sldId="412"/>
            <ac:spMk id="3" creationId="{00000000-0000-0000-0000-000000000000}"/>
          </ac:spMkLst>
        </pc:spChg>
        <pc:spChg chg="add">
          <ac:chgData name="Lim Wen-I" userId="4f6c7eb3-5643-4e91-aeb7-39086a2dad27" providerId="ADAL" clId="{455F0D73-5E89-4FDE-97F3-660B785937E3}" dt="2025-09-27T17:26:49.015" v="290"/>
          <ac:spMkLst>
            <pc:docMk/>
            <pc:sldMk cId="0" sldId="412"/>
            <ac:spMk id="6" creationId="{37E23840-DCC0-42C4-9F82-C6C0A2D4748F}"/>
          </ac:spMkLst>
        </pc:spChg>
      </pc:sldChg>
      <pc:sldChg chg="addSp modSp add">
        <pc:chgData name="Lim Wen-I" userId="4f6c7eb3-5643-4e91-aeb7-39086a2dad27" providerId="ADAL" clId="{455F0D73-5E89-4FDE-97F3-660B785937E3}" dt="2025-09-27T17:42:14.430" v="351"/>
        <pc:sldMkLst>
          <pc:docMk/>
          <pc:sldMk cId="0" sldId="413"/>
        </pc:sldMkLst>
        <pc:spChg chg="mod">
          <ac:chgData name="Lim Wen-I" userId="4f6c7eb3-5643-4e91-aeb7-39086a2dad27" providerId="ADAL" clId="{455F0D73-5E89-4FDE-97F3-660B785937E3}" dt="2025-09-27T17:42:14.430" v="351"/>
          <ac:spMkLst>
            <pc:docMk/>
            <pc:sldMk cId="0" sldId="413"/>
            <ac:spMk id="3" creationId="{00000000-0000-0000-0000-000000000000}"/>
          </ac:spMkLst>
        </pc:spChg>
        <pc:spChg chg="add">
          <ac:chgData name="Lim Wen-I" userId="4f6c7eb3-5643-4e91-aeb7-39086a2dad27" providerId="ADAL" clId="{455F0D73-5E89-4FDE-97F3-660B785937E3}" dt="2025-09-27T17:26:52.113" v="291"/>
          <ac:spMkLst>
            <pc:docMk/>
            <pc:sldMk cId="0" sldId="413"/>
            <ac:spMk id="6" creationId="{399AC00E-DE8D-4BBB-99A8-0955159BF90E}"/>
          </ac:spMkLst>
        </pc:spChg>
      </pc:sldChg>
      <pc:sldChg chg="addSp modSp add">
        <pc:chgData name="Lim Wen-I" userId="4f6c7eb3-5643-4e91-aeb7-39086a2dad27" providerId="ADAL" clId="{455F0D73-5E89-4FDE-97F3-660B785937E3}" dt="2025-09-28T03:58:37.040" v="676" actId="6549"/>
        <pc:sldMkLst>
          <pc:docMk/>
          <pc:sldMk cId="0" sldId="414"/>
        </pc:sldMkLst>
        <pc:spChg chg="mod">
          <ac:chgData name="Lim Wen-I" userId="4f6c7eb3-5643-4e91-aeb7-39086a2dad27" providerId="ADAL" clId="{455F0D73-5E89-4FDE-97F3-660B785937E3}" dt="2025-09-28T03:58:37.040" v="676" actId="6549"/>
          <ac:spMkLst>
            <pc:docMk/>
            <pc:sldMk cId="0" sldId="414"/>
            <ac:spMk id="2" creationId="{00000000-0000-0000-0000-000000000000}"/>
          </ac:spMkLst>
        </pc:spChg>
        <pc:spChg chg="add">
          <ac:chgData name="Lim Wen-I" userId="4f6c7eb3-5643-4e91-aeb7-39086a2dad27" providerId="ADAL" clId="{455F0D73-5E89-4FDE-97F3-660B785937E3}" dt="2025-09-27T17:26:54.766" v="292"/>
          <ac:spMkLst>
            <pc:docMk/>
            <pc:sldMk cId="0" sldId="414"/>
            <ac:spMk id="6" creationId="{B31B1F00-C07A-4185-8053-821D86FF17D2}"/>
          </ac:spMkLst>
        </pc:spChg>
      </pc:sldChg>
      <pc:sldChg chg="addSp add">
        <pc:chgData name="Lim Wen-I" userId="4f6c7eb3-5643-4e91-aeb7-39086a2dad27" providerId="ADAL" clId="{455F0D73-5E89-4FDE-97F3-660B785937E3}" dt="2025-09-27T17:34:54.481" v="310"/>
        <pc:sldMkLst>
          <pc:docMk/>
          <pc:sldMk cId="0" sldId="415"/>
        </pc:sldMkLst>
        <pc:spChg chg="add">
          <ac:chgData name="Lim Wen-I" userId="4f6c7eb3-5643-4e91-aeb7-39086a2dad27" providerId="ADAL" clId="{455F0D73-5E89-4FDE-97F3-660B785937E3}" dt="2025-09-27T17:34:54.481" v="310"/>
          <ac:spMkLst>
            <pc:docMk/>
            <pc:sldMk cId="0" sldId="415"/>
            <ac:spMk id="6" creationId="{CBBC70F5-5348-4A06-9E7A-E2A958A8E050}"/>
          </ac:spMkLst>
        </pc:spChg>
      </pc:sldChg>
      <pc:sldChg chg="addSp modSp add ord">
        <pc:chgData name="Lim Wen-I" userId="4f6c7eb3-5643-4e91-aeb7-39086a2dad27" providerId="ADAL" clId="{455F0D73-5E89-4FDE-97F3-660B785937E3}" dt="2025-09-28T04:01:41.572" v="718"/>
        <pc:sldMkLst>
          <pc:docMk/>
          <pc:sldMk cId="0" sldId="416"/>
        </pc:sldMkLst>
        <pc:spChg chg="mod">
          <ac:chgData name="Lim Wen-I" userId="4f6c7eb3-5643-4e91-aeb7-39086a2dad27" providerId="ADAL" clId="{455F0D73-5E89-4FDE-97F3-660B785937E3}" dt="2025-09-27T17:28:34.460" v="296" actId="255"/>
          <ac:spMkLst>
            <pc:docMk/>
            <pc:sldMk cId="0" sldId="416"/>
            <ac:spMk id="2" creationId="{00000000-0000-0000-0000-000000000000}"/>
          </ac:spMkLst>
        </pc:spChg>
        <pc:spChg chg="add">
          <ac:chgData name="Lim Wen-I" userId="4f6c7eb3-5643-4e91-aeb7-39086a2dad27" providerId="ADAL" clId="{455F0D73-5E89-4FDE-97F3-660B785937E3}" dt="2025-09-27T17:28:17.801" v="295"/>
          <ac:spMkLst>
            <pc:docMk/>
            <pc:sldMk cId="0" sldId="416"/>
            <ac:spMk id="6" creationId="{28463B45-CA53-4402-8C87-F73A4F45F15B}"/>
          </ac:spMkLst>
        </pc:spChg>
      </pc:sldChg>
      <pc:sldChg chg="addSp modSp add ord">
        <pc:chgData name="Lim Wen-I" userId="4f6c7eb3-5643-4e91-aeb7-39086a2dad27" providerId="ADAL" clId="{455F0D73-5E89-4FDE-97F3-660B785937E3}" dt="2025-09-28T04:02:28.561" v="729" actId="1036"/>
        <pc:sldMkLst>
          <pc:docMk/>
          <pc:sldMk cId="0" sldId="417"/>
        </pc:sldMkLst>
        <pc:spChg chg="mod">
          <ac:chgData name="Lim Wen-I" userId="4f6c7eb3-5643-4e91-aeb7-39086a2dad27" providerId="ADAL" clId="{455F0D73-5E89-4FDE-97F3-660B785937E3}" dt="2025-09-28T04:02:28.561" v="729" actId="1036"/>
          <ac:spMkLst>
            <pc:docMk/>
            <pc:sldMk cId="0" sldId="417"/>
            <ac:spMk id="3" creationId="{00000000-0000-0000-0000-000000000000}"/>
          </ac:spMkLst>
        </pc:spChg>
        <pc:spChg chg="add">
          <ac:chgData name="Lim Wen-I" userId="4f6c7eb3-5643-4e91-aeb7-39086a2dad27" providerId="ADAL" clId="{455F0D73-5E89-4FDE-97F3-660B785937E3}" dt="2025-09-27T17:28:47.371" v="297"/>
          <ac:spMkLst>
            <pc:docMk/>
            <pc:sldMk cId="0" sldId="417"/>
            <ac:spMk id="8" creationId="{A4EDB1BA-3A9B-4D0D-95DD-C5EE8EAA63E8}"/>
          </ac:spMkLst>
        </pc:spChg>
      </pc:sldChg>
      <pc:sldChg chg="add">
        <pc:chgData name="Lim Wen-I" userId="4f6c7eb3-5643-4e91-aeb7-39086a2dad27" providerId="ADAL" clId="{455F0D73-5E89-4FDE-97F3-660B785937E3}" dt="2025-09-28T15:14:29.463" v="1173"/>
        <pc:sldMkLst>
          <pc:docMk/>
          <pc:sldMk cId="666641398" sldId="418"/>
        </pc:sldMkLst>
      </pc:sldChg>
      <pc:sldChg chg="addSp add del">
        <pc:chgData name="Lim Wen-I" userId="4f6c7eb3-5643-4e91-aeb7-39086a2dad27" providerId="ADAL" clId="{455F0D73-5E89-4FDE-97F3-660B785937E3}" dt="2025-09-28T04:08:22.184" v="798" actId="2696"/>
        <pc:sldMkLst>
          <pc:docMk/>
          <pc:sldMk cId="666641398" sldId="418"/>
        </pc:sldMkLst>
        <pc:spChg chg="add">
          <ac:chgData name="Lim Wen-I" userId="4f6c7eb3-5643-4e91-aeb7-39086a2dad27" providerId="ADAL" clId="{455F0D73-5E89-4FDE-97F3-660B785937E3}" dt="2025-09-27T17:29:59.058" v="298"/>
          <ac:spMkLst>
            <pc:docMk/>
            <pc:sldMk cId="666641398" sldId="418"/>
            <ac:spMk id="11" creationId="{CBDD105E-6450-42EB-B154-1AD5BC3A2202}"/>
          </ac:spMkLst>
        </pc:spChg>
      </pc:sldChg>
      <pc:sldChg chg="addSp add">
        <pc:chgData name="Lim Wen-I" userId="4f6c7eb3-5643-4e91-aeb7-39086a2dad27" providerId="ADAL" clId="{455F0D73-5E89-4FDE-97F3-660B785937E3}" dt="2025-09-27T18:32:11.445" v="522"/>
        <pc:sldMkLst>
          <pc:docMk/>
          <pc:sldMk cId="3239634601" sldId="421"/>
        </pc:sldMkLst>
        <pc:spChg chg="add">
          <ac:chgData name="Lim Wen-I" userId="4f6c7eb3-5643-4e91-aeb7-39086a2dad27" providerId="ADAL" clId="{455F0D73-5E89-4FDE-97F3-660B785937E3}" dt="2025-09-27T18:32:11.445" v="522"/>
          <ac:spMkLst>
            <pc:docMk/>
            <pc:sldMk cId="3239634601" sldId="421"/>
            <ac:spMk id="6" creationId="{17ED612F-CAB4-495C-9A34-B77E5A766CA8}"/>
          </ac:spMkLst>
        </pc:spChg>
      </pc:sldChg>
      <pc:sldChg chg="modSp add">
        <pc:chgData name="Lim Wen-I" userId="4f6c7eb3-5643-4e91-aeb7-39086a2dad27" providerId="ADAL" clId="{455F0D73-5E89-4FDE-97F3-660B785937E3}" dt="2025-09-28T03:39:23.792" v="567" actId="1076"/>
        <pc:sldMkLst>
          <pc:docMk/>
          <pc:sldMk cId="1616623728" sldId="423"/>
        </pc:sldMkLst>
        <pc:spChg chg="mod">
          <ac:chgData name="Lim Wen-I" userId="4f6c7eb3-5643-4e91-aeb7-39086a2dad27" providerId="ADAL" clId="{455F0D73-5E89-4FDE-97F3-660B785937E3}" dt="2025-09-28T03:39:23.792" v="567" actId="1076"/>
          <ac:spMkLst>
            <pc:docMk/>
            <pc:sldMk cId="1616623728" sldId="423"/>
            <ac:spMk id="2" creationId="{00000000-0000-0000-0000-000000000000}"/>
          </ac:spMkLst>
        </pc:spChg>
        <pc:spChg chg="mod">
          <ac:chgData name="Lim Wen-I" userId="4f6c7eb3-5643-4e91-aeb7-39086a2dad27" providerId="ADAL" clId="{455F0D73-5E89-4FDE-97F3-660B785937E3}" dt="2025-09-28T03:38:58.044" v="563"/>
          <ac:spMkLst>
            <pc:docMk/>
            <pc:sldMk cId="1616623728" sldId="423"/>
            <ac:spMk id="3" creationId="{00000000-0000-0000-0000-000000000000}"/>
          </ac:spMkLst>
        </pc:spChg>
      </pc:sldChg>
      <pc:sldChg chg="modSp add">
        <pc:chgData name="Lim Wen-I" userId="4f6c7eb3-5643-4e91-aeb7-39086a2dad27" providerId="ADAL" clId="{455F0D73-5E89-4FDE-97F3-660B785937E3}" dt="2025-09-28T03:44:00.603" v="604" actId="255"/>
        <pc:sldMkLst>
          <pc:docMk/>
          <pc:sldMk cId="2020797271" sldId="424"/>
        </pc:sldMkLst>
        <pc:spChg chg="mod">
          <ac:chgData name="Lim Wen-I" userId="4f6c7eb3-5643-4e91-aeb7-39086a2dad27" providerId="ADAL" clId="{455F0D73-5E89-4FDE-97F3-660B785937E3}" dt="2025-09-28T03:44:00.603" v="604" actId="255"/>
          <ac:spMkLst>
            <pc:docMk/>
            <pc:sldMk cId="2020797271" sldId="424"/>
            <ac:spMk id="2" creationId="{00000000-0000-0000-0000-000000000000}"/>
          </ac:spMkLst>
        </pc:spChg>
        <pc:spChg chg="mod">
          <ac:chgData name="Lim Wen-I" userId="4f6c7eb3-5643-4e91-aeb7-39086a2dad27" providerId="ADAL" clId="{455F0D73-5E89-4FDE-97F3-660B785937E3}" dt="2025-09-28T03:41:52.327" v="573"/>
          <ac:spMkLst>
            <pc:docMk/>
            <pc:sldMk cId="2020797271" sldId="424"/>
            <ac:spMk id="3" creationId="{00000000-0000-0000-0000-000000000000}"/>
          </ac:spMkLst>
        </pc:spChg>
      </pc:sldChg>
      <pc:sldChg chg="addSp add">
        <pc:chgData name="Lim Wen-I" userId="4f6c7eb3-5643-4e91-aeb7-39086a2dad27" providerId="ADAL" clId="{455F0D73-5E89-4FDE-97F3-660B785937E3}" dt="2025-09-28T11:20:55.988" v="967"/>
        <pc:sldMkLst>
          <pc:docMk/>
          <pc:sldMk cId="0" sldId="425"/>
        </pc:sldMkLst>
        <pc:spChg chg="add">
          <ac:chgData name="Lim Wen-I" userId="4f6c7eb3-5643-4e91-aeb7-39086a2dad27" providerId="ADAL" clId="{455F0D73-5E89-4FDE-97F3-660B785937E3}" dt="2025-09-28T11:20:55.988" v="967"/>
          <ac:spMkLst>
            <pc:docMk/>
            <pc:sldMk cId="0" sldId="425"/>
            <ac:spMk id="6" creationId="{6D472B16-73F2-4CCF-B075-153CE60019FD}"/>
          </ac:spMkLst>
        </pc:spChg>
      </pc:sldChg>
      <pc:sldChg chg="addSp modSp add modAnim">
        <pc:chgData name="Lim Wen-I" userId="4f6c7eb3-5643-4e91-aeb7-39086a2dad27" providerId="ADAL" clId="{455F0D73-5E89-4FDE-97F3-660B785937E3}" dt="2025-09-28T11:21:25.439" v="973" actId="14100"/>
        <pc:sldMkLst>
          <pc:docMk/>
          <pc:sldMk cId="0" sldId="426"/>
        </pc:sldMkLst>
        <pc:spChg chg="add">
          <ac:chgData name="Lim Wen-I" userId="4f6c7eb3-5643-4e91-aeb7-39086a2dad27" providerId="ADAL" clId="{455F0D73-5E89-4FDE-97F3-660B785937E3}" dt="2025-09-28T11:20:59.360" v="968"/>
          <ac:spMkLst>
            <pc:docMk/>
            <pc:sldMk cId="0" sldId="426"/>
            <ac:spMk id="5" creationId="{F85CE457-C694-4016-B396-EDD7D76FAC72}"/>
          </ac:spMkLst>
        </pc:spChg>
        <pc:spChg chg="mod">
          <ac:chgData name="Lim Wen-I" userId="4f6c7eb3-5643-4e91-aeb7-39086a2dad27" providerId="ADAL" clId="{455F0D73-5E89-4FDE-97F3-660B785937E3}" dt="2025-09-28T11:21:25.439" v="973" actId="14100"/>
          <ac:spMkLst>
            <pc:docMk/>
            <pc:sldMk cId="0" sldId="426"/>
            <ac:spMk id="714755" creationId="{C5276539-B980-4141-BB7A-8F8E5DB1BD47}"/>
          </ac:spMkLst>
        </pc:spChg>
        <pc:picChg chg="mod">
          <ac:chgData name="Lim Wen-I" userId="4f6c7eb3-5643-4e91-aeb7-39086a2dad27" providerId="ADAL" clId="{455F0D73-5E89-4FDE-97F3-660B785937E3}" dt="2025-09-28T11:21:22.219" v="972" actId="14100"/>
          <ac:picMkLst>
            <pc:docMk/>
            <pc:sldMk cId="0" sldId="426"/>
            <ac:picMk id="714756" creationId="{8AF2A84E-DE92-4518-B0B3-74245EE1673E}"/>
          </ac:picMkLst>
        </pc:picChg>
      </pc:sldChg>
      <pc:sldChg chg="modSp add ord">
        <pc:chgData name="Lim Wen-I" userId="4f6c7eb3-5643-4e91-aeb7-39086a2dad27" providerId="ADAL" clId="{455F0D73-5E89-4FDE-97F3-660B785937E3}" dt="2025-09-28T11:26:17.622" v="999" actId="113"/>
        <pc:sldMkLst>
          <pc:docMk/>
          <pc:sldMk cId="3833735171" sldId="427"/>
        </pc:sldMkLst>
        <pc:spChg chg="mod">
          <ac:chgData name="Lim Wen-I" userId="4f6c7eb3-5643-4e91-aeb7-39086a2dad27" providerId="ADAL" clId="{455F0D73-5E89-4FDE-97F3-660B785937E3}" dt="2025-09-28T11:24:44.974" v="989" actId="20577"/>
          <ac:spMkLst>
            <pc:docMk/>
            <pc:sldMk cId="3833735171" sldId="427"/>
            <ac:spMk id="14" creationId="{A21F6A04-E153-4D38-88E0-A8EE2E83F486}"/>
          </ac:spMkLst>
        </pc:spChg>
        <pc:spChg chg="mod">
          <ac:chgData name="Lim Wen-I" userId="4f6c7eb3-5643-4e91-aeb7-39086a2dad27" providerId="ADAL" clId="{455F0D73-5E89-4FDE-97F3-660B785937E3}" dt="2025-09-28T11:26:17.622" v="999" actId="113"/>
          <ac:spMkLst>
            <pc:docMk/>
            <pc:sldMk cId="3833735171" sldId="427"/>
            <ac:spMk id="16" creationId="{018E9F3F-D682-448C-BD9B-E31A83F32A58}"/>
          </ac:spMkLst>
        </pc:spChg>
      </pc:sldChg>
      <pc:sldChg chg="add del">
        <pc:chgData name="Lim Wen-I" userId="4f6c7eb3-5643-4e91-aeb7-39086a2dad27" providerId="ADAL" clId="{455F0D73-5E89-4FDE-97F3-660B785937E3}" dt="2025-09-28T14:27:45.957" v="1160" actId="2696"/>
        <pc:sldMkLst>
          <pc:docMk/>
          <pc:sldMk cId="2343526016" sldId="428"/>
        </pc:sldMkLst>
      </pc:sldChg>
      <pc:sldChg chg="add">
        <pc:chgData name="Lim Wen-I" userId="4f6c7eb3-5643-4e91-aeb7-39086a2dad27" providerId="ADAL" clId="{455F0D73-5E89-4FDE-97F3-660B785937E3}" dt="2025-09-28T15:14:29.463" v="1173"/>
        <pc:sldMkLst>
          <pc:docMk/>
          <pc:sldMk cId="2343526016" sldId="428"/>
        </pc:sldMkLst>
      </pc:sldChg>
      <pc:sldMasterChg chg="delSldLayout">
        <pc:chgData name="Lim Wen-I" userId="4f6c7eb3-5643-4e91-aeb7-39086a2dad27" providerId="ADAL" clId="{455F0D73-5E89-4FDE-97F3-660B785937E3}" dt="2025-09-27T18:13:53.749" v="492" actId="2696"/>
        <pc:sldMasterMkLst>
          <pc:docMk/>
          <pc:sldMasterMk cId="0" sldId="2147483648"/>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3E6C69-0878-4AB2-AE1A-65204D9FBDF0}" type="doc">
      <dgm:prSet loTypeId="urn:microsoft.com/office/officeart/2005/8/layout/hProcess9" loCatId="process" qsTypeId="urn:microsoft.com/office/officeart/2005/8/quickstyle/simple1" qsCatId="simple" csTypeId="urn:microsoft.com/office/officeart/2005/8/colors/accent1_1" csCatId="accent1" phldr="1"/>
      <dgm:spPr/>
    </dgm:pt>
    <dgm:pt modelId="{198C7ADD-4CB7-41B3-8354-472488386E73}">
      <dgm:prSet phldrT="[Text]" custT="1"/>
      <dgm:spPr/>
      <dgm:t>
        <a:bodyPr/>
        <a:lstStyle/>
        <a:p>
          <a:r>
            <a:rPr lang="en-US" altLang="en-US" sz="2000" b="1" cap="none" dirty="0">
              <a:latin typeface="Verdana" panose="020B0604030504040204" pitchFamily="34" charset="0"/>
              <a:ea typeface="Verdana" panose="020B0604030504040204" pitchFamily="34" charset="0"/>
            </a:rPr>
            <a:t>Defining and </a:t>
          </a:r>
          <a:r>
            <a:rPr lang="en-US" altLang="en-US" sz="2000" b="1" cap="none" dirty="0">
              <a:solidFill>
                <a:srgbClr val="FF0000"/>
              </a:solidFill>
              <a:latin typeface="Verdana" panose="020B0604030504040204" pitchFamily="34" charset="0"/>
              <a:ea typeface="Verdana" panose="020B0604030504040204" pitchFamily="34" charset="0"/>
            </a:rPr>
            <a:t>mapping</a:t>
          </a:r>
          <a:r>
            <a:rPr lang="en-US" altLang="en-US" sz="2000" b="1" cap="none" dirty="0">
              <a:latin typeface="Verdana" panose="020B0604030504040204" pitchFamily="34" charset="0"/>
              <a:ea typeface="Verdana" panose="020B0604030504040204" pitchFamily="34" charset="0"/>
            </a:rPr>
            <a:t> the steps in a  business process.</a:t>
          </a:r>
          <a:endParaRPr lang="en-MY" sz="2000" b="1" dirty="0">
            <a:latin typeface="Verdana" panose="020B0604030504040204" pitchFamily="34" charset="0"/>
            <a:ea typeface="Verdana" panose="020B0604030504040204" pitchFamily="34" charset="0"/>
          </a:endParaRPr>
        </a:p>
      </dgm:t>
    </dgm:pt>
    <dgm:pt modelId="{E396B475-01E3-4BBE-AD27-06AF2F7BE820}" type="parTrans" cxnId="{C862864C-5B05-4F96-AABD-AB191678E9C9}">
      <dgm:prSet/>
      <dgm:spPr/>
      <dgm:t>
        <a:bodyPr/>
        <a:lstStyle/>
        <a:p>
          <a:endParaRPr lang="en-MY"/>
        </a:p>
      </dgm:t>
    </dgm:pt>
    <dgm:pt modelId="{6C88214E-11A2-44AF-A705-51E5573BD987}" type="sibTrans" cxnId="{C862864C-5B05-4F96-AABD-AB191678E9C9}">
      <dgm:prSet/>
      <dgm:spPr/>
      <dgm:t>
        <a:bodyPr/>
        <a:lstStyle/>
        <a:p>
          <a:endParaRPr lang="en-MY"/>
        </a:p>
      </dgm:t>
    </dgm:pt>
    <dgm:pt modelId="{F932F94C-DD4C-4E85-B485-90A69B62E80D}">
      <dgm:prSet custT="1"/>
      <dgm:spPr/>
      <dgm:t>
        <a:bodyPr/>
        <a:lstStyle/>
        <a:p>
          <a:r>
            <a:rPr lang="en-US" altLang="en-US" sz="2000" b="1" cap="none" dirty="0">
              <a:latin typeface="Verdana" panose="020B0604030504040204" pitchFamily="34" charset="0"/>
              <a:ea typeface="Verdana" panose="020B0604030504040204" pitchFamily="34" charset="0"/>
            </a:rPr>
            <a:t>Creating ways to </a:t>
          </a:r>
          <a:r>
            <a:rPr lang="en-US" altLang="en-US" sz="2000" b="1" cap="none" dirty="0">
              <a:solidFill>
                <a:srgbClr val="FF0000"/>
              </a:solidFill>
              <a:latin typeface="Verdana" panose="020B0604030504040204" pitchFamily="34" charset="0"/>
              <a:ea typeface="Verdana" panose="020B0604030504040204" pitchFamily="34" charset="0"/>
            </a:rPr>
            <a:t>improve</a:t>
          </a:r>
          <a:r>
            <a:rPr lang="en-US" altLang="en-US" sz="2000" b="1" cap="none" dirty="0">
              <a:latin typeface="Verdana" panose="020B0604030504040204" pitchFamily="34" charset="0"/>
              <a:ea typeface="Verdana" panose="020B0604030504040204" pitchFamily="34" charset="0"/>
            </a:rPr>
            <a:t> on the steps in the process that add value</a:t>
          </a:r>
        </a:p>
      </dgm:t>
    </dgm:pt>
    <dgm:pt modelId="{97D1E65B-928E-4D3E-99E2-56DA0B52D22B}" type="parTrans" cxnId="{9E8E126F-211E-47F7-9668-22BE87304DD3}">
      <dgm:prSet/>
      <dgm:spPr/>
      <dgm:t>
        <a:bodyPr/>
        <a:lstStyle/>
        <a:p>
          <a:endParaRPr lang="en-MY"/>
        </a:p>
      </dgm:t>
    </dgm:pt>
    <dgm:pt modelId="{491336F5-47D9-4F65-ACF4-0D04FD4E212A}" type="sibTrans" cxnId="{9E8E126F-211E-47F7-9668-22BE87304DD3}">
      <dgm:prSet/>
      <dgm:spPr/>
      <dgm:t>
        <a:bodyPr/>
        <a:lstStyle/>
        <a:p>
          <a:endParaRPr lang="en-MY"/>
        </a:p>
      </dgm:t>
    </dgm:pt>
    <dgm:pt modelId="{D002EC84-2755-4006-B22C-CB0EA3D19390}">
      <dgm:prSet custT="1"/>
      <dgm:spPr/>
      <dgm:t>
        <a:bodyPr/>
        <a:lstStyle/>
        <a:p>
          <a:r>
            <a:rPr lang="en-US" altLang="en-US" sz="2000" b="1" cap="none" dirty="0">
              <a:latin typeface="Verdana" panose="020B0604030504040204" pitchFamily="34" charset="0"/>
              <a:ea typeface="Verdana" panose="020B0604030504040204" pitchFamily="34" charset="0"/>
            </a:rPr>
            <a:t>Finding ways </a:t>
          </a:r>
          <a:r>
            <a:rPr lang="en-US" altLang="en-US" sz="2000" b="1" cap="none" dirty="0">
              <a:solidFill>
                <a:srgbClr val="FF0000"/>
              </a:solidFill>
              <a:latin typeface="Verdana" panose="020B0604030504040204" pitchFamily="34" charset="0"/>
              <a:ea typeface="Verdana" panose="020B0604030504040204" pitchFamily="34" charset="0"/>
            </a:rPr>
            <a:t>to eliminate or consolidate </a:t>
          </a:r>
          <a:r>
            <a:rPr lang="en-US" altLang="en-US" sz="2000" b="1" cap="none" dirty="0">
              <a:latin typeface="Verdana" panose="020B0604030504040204" pitchFamily="34" charset="0"/>
              <a:ea typeface="Verdana" panose="020B0604030504040204" pitchFamily="34" charset="0"/>
            </a:rPr>
            <a:t>steps in the process that do not add value</a:t>
          </a:r>
        </a:p>
      </dgm:t>
    </dgm:pt>
    <dgm:pt modelId="{30168734-5C29-4CFA-98AD-9915342CEFD8}" type="parTrans" cxnId="{776B2E38-F4BE-4138-8AFD-99E600E46B12}">
      <dgm:prSet/>
      <dgm:spPr/>
      <dgm:t>
        <a:bodyPr/>
        <a:lstStyle/>
        <a:p>
          <a:endParaRPr lang="en-MY"/>
        </a:p>
      </dgm:t>
    </dgm:pt>
    <dgm:pt modelId="{BC5286F3-593C-4B14-B436-21698C225111}" type="sibTrans" cxnId="{776B2E38-F4BE-4138-8AFD-99E600E46B12}">
      <dgm:prSet/>
      <dgm:spPr/>
      <dgm:t>
        <a:bodyPr/>
        <a:lstStyle/>
        <a:p>
          <a:endParaRPr lang="en-MY"/>
        </a:p>
      </dgm:t>
    </dgm:pt>
    <dgm:pt modelId="{84A3C4CB-94B1-4CF1-AA5D-4E151D0FD21F}">
      <dgm:prSet custT="1"/>
      <dgm:spPr/>
      <dgm:t>
        <a:bodyPr/>
        <a:lstStyle/>
        <a:p>
          <a:r>
            <a:rPr lang="en-US" altLang="en-US" sz="2000" b="1" cap="none" dirty="0">
              <a:latin typeface="Verdana" panose="020B0604030504040204" pitchFamily="34" charset="0"/>
              <a:ea typeface="Verdana" panose="020B0604030504040204" pitchFamily="34" charset="0"/>
            </a:rPr>
            <a:t>Creating and </a:t>
          </a:r>
          <a:r>
            <a:rPr lang="en-US" altLang="en-US" sz="2000" b="1" cap="none" dirty="0">
              <a:solidFill>
                <a:srgbClr val="FF0000"/>
              </a:solidFill>
              <a:latin typeface="Verdana" panose="020B0604030504040204" pitchFamily="34" charset="0"/>
              <a:ea typeface="Verdana" panose="020B0604030504040204" pitchFamily="34" charset="0"/>
            </a:rPr>
            <a:t>adjusting electronic workflows</a:t>
          </a:r>
          <a:r>
            <a:rPr lang="en-US" altLang="en-US" sz="2000" b="1" cap="none" dirty="0">
              <a:latin typeface="Verdana" panose="020B0604030504040204" pitchFamily="34" charset="0"/>
              <a:ea typeface="Verdana" panose="020B0604030504040204" pitchFamily="34" charset="0"/>
            </a:rPr>
            <a:t> to match the improved process maps.</a:t>
          </a:r>
        </a:p>
      </dgm:t>
    </dgm:pt>
    <dgm:pt modelId="{F5EC3E14-4BF3-4358-BD0D-CBA46C9087B4}" type="parTrans" cxnId="{FE1F76EA-C0A5-4EAF-B505-5093003BD199}">
      <dgm:prSet/>
      <dgm:spPr/>
      <dgm:t>
        <a:bodyPr/>
        <a:lstStyle/>
        <a:p>
          <a:endParaRPr lang="en-MY"/>
        </a:p>
      </dgm:t>
    </dgm:pt>
    <dgm:pt modelId="{2FC10865-7DA5-498D-9853-6D3856937418}" type="sibTrans" cxnId="{FE1F76EA-C0A5-4EAF-B505-5093003BD199}">
      <dgm:prSet/>
      <dgm:spPr/>
      <dgm:t>
        <a:bodyPr/>
        <a:lstStyle/>
        <a:p>
          <a:endParaRPr lang="en-MY"/>
        </a:p>
      </dgm:t>
    </dgm:pt>
    <dgm:pt modelId="{7E78A9B3-17F9-4810-B9D5-E720ABF27646}" type="pres">
      <dgm:prSet presAssocID="{8B3E6C69-0878-4AB2-AE1A-65204D9FBDF0}" presName="CompostProcess" presStyleCnt="0">
        <dgm:presLayoutVars>
          <dgm:dir/>
          <dgm:resizeHandles val="exact"/>
        </dgm:presLayoutVars>
      </dgm:prSet>
      <dgm:spPr/>
    </dgm:pt>
    <dgm:pt modelId="{AEA3E95D-42DE-4A76-A4D0-726D8E8CA148}" type="pres">
      <dgm:prSet presAssocID="{8B3E6C69-0878-4AB2-AE1A-65204D9FBDF0}" presName="arrow" presStyleLbl="bgShp" presStyleIdx="0" presStyleCnt="1"/>
      <dgm:spPr/>
    </dgm:pt>
    <dgm:pt modelId="{95253007-6922-4585-AF3C-EB5FC75B887A}" type="pres">
      <dgm:prSet presAssocID="{8B3E6C69-0878-4AB2-AE1A-65204D9FBDF0}" presName="linearProcess" presStyleCnt="0"/>
      <dgm:spPr/>
    </dgm:pt>
    <dgm:pt modelId="{F459496C-19F6-403F-9C80-05FC50A925A4}" type="pres">
      <dgm:prSet presAssocID="{198C7ADD-4CB7-41B3-8354-472488386E73}" presName="textNode" presStyleLbl="node1" presStyleIdx="0" presStyleCnt="4">
        <dgm:presLayoutVars>
          <dgm:bulletEnabled val="1"/>
        </dgm:presLayoutVars>
      </dgm:prSet>
      <dgm:spPr/>
    </dgm:pt>
    <dgm:pt modelId="{A0606E93-F8DB-411C-885F-B0B97BE49984}" type="pres">
      <dgm:prSet presAssocID="{6C88214E-11A2-44AF-A705-51E5573BD987}" presName="sibTrans" presStyleCnt="0"/>
      <dgm:spPr/>
    </dgm:pt>
    <dgm:pt modelId="{F231B8A2-620E-4A03-A6A9-81019F623445}" type="pres">
      <dgm:prSet presAssocID="{F932F94C-DD4C-4E85-B485-90A69B62E80D}" presName="textNode" presStyleLbl="node1" presStyleIdx="1" presStyleCnt="4">
        <dgm:presLayoutVars>
          <dgm:bulletEnabled val="1"/>
        </dgm:presLayoutVars>
      </dgm:prSet>
      <dgm:spPr/>
    </dgm:pt>
    <dgm:pt modelId="{B11FD151-C7BA-4E58-AC33-391F3B8060CE}" type="pres">
      <dgm:prSet presAssocID="{491336F5-47D9-4F65-ACF4-0D04FD4E212A}" presName="sibTrans" presStyleCnt="0"/>
      <dgm:spPr/>
    </dgm:pt>
    <dgm:pt modelId="{F2C64653-60CA-4FA9-9171-985AD8C4AAC2}" type="pres">
      <dgm:prSet presAssocID="{D002EC84-2755-4006-B22C-CB0EA3D19390}" presName="textNode" presStyleLbl="node1" presStyleIdx="2" presStyleCnt="4">
        <dgm:presLayoutVars>
          <dgm:bulletEnabled val="1"/>
        </dgm:presLayoutVars>
      </dgm:prSet>
      <dgm:spPr/>
    </dgm:pt>
    <dgm:pt modelId="{55BFEA27-7290-4EBE-8FC7-E594FC7A1C80}" type="pres">
      <dgm:prSet presAssocID="{BC5286F3-593C-4B14-B436-21698C225111}" presName="sibTrans" presStyleCnt="0"/>
      <dgm:spPr/>
    </dgm:pt>
    <dgm:pt modelId="{121FA74D-D9DD-4315-9C76-FF3E8509E159}" type="pres">
      <dgm:prSet presAssocID="{84A3C4CB-94B1-4CF1-AA5D-4E151D0FD21F}" presName="textNode" presStyleLbl="node1" presStyleIdx="3" presStyleCnt="4">
        <dgm:presLayoutVars>
          <dgm:bulletEnabled val="1"/>
        </dgm:presLayoutVars>
      </dgm:prSet>
      <dgm:spPr/>
    </dgm:pt>
  </dgm:ptLst>
  <dgm:cxnLst>
    <dgm:cxn modelId="{8B345E1F-CB34-4CD5-A8E1-B143458C1AEC}" type="presOf" srcId="{198C7ADD-4CB7-41B3-8354-472488386E73}" destId="{F459496C-19F6-403F-9C80-05FC50A925A4}" srcOrd="0" destOrd="0" presId="urn:microsoft.com/office/officeart/2005/8/layout/hProcess9"/>
    <dgm:cxn modelId="{776B2E38-F4BE-4138-8AFD-99E600E46B12}" srcId="{8B3E6C69-0878-4AB2-AE1A-65204D9FBDF0}" destId="{D002EC84-2755-4006-B22C-CB0EA3D19390}" srcOrd="2" destOrd="0" parTransId="{30168734-5C29-4CFA-98AD-9915342CEFD8}" sibTransId="{BC5286F3-593C-4B14-B436-21698C225111}"/>
    <dgm:cxn modelId="{C862864C-5B05-4F96-AABD-AB191678E9C9}" srcId="{8B3E6C69-0878-4AB2-AE1A-65204D9FBDF0}" destId="{198C7ADD-4CB7-41B3-8354-472488386E73}" srcOrd="0" destOrd="0" parTransId="{E396B475-01E3-4BBE-AD27-06AF2F7BE820}" sibTransId="{6C88214E-11A2-44AF-A705-51E5573BD987}"/>
    <dgm:cxn modelId="{9E8E126F-211E-47F7-9668-22BE87304DD3}" srcId="{8B3E6C69-0878-4AB2-AE1A-65204D9FBDF0}" destId="{F932F94C-DD4C-4E85-B485-90A69B62E80D}" srcOrd="1" destOrd="0" parTransId="{97D1E65B-928E-4D3E-99E2-56DA0B52D22B}" sibTransId="{491336F5-47D9-4F65-ACF4-0D04FD4E212A}"/>
    <dgm:cxn modelId="{6078778D-4130-4A0B-B9B3-60DAB5E9D564}" type="presOf" srcId="{D002EC84-2755-4006-B22C-CB0EA3D19390}" destId="{F2C64653-60CA-4FA9-9171-985AD8C4AAC2}" srcOrd="0" destOrd="0" presId="urn:microsoft.com/office/officeart/2005/8/layout/hProcess9"/>
    <dgm:cxn modelId="{EA9628DF-F66A-4610-A674-2CB490696D40}" type="presOf" srcId="{F932F94C-DD4C-4E85-B485-90A69B62E80D}" destId="{F231B8A2-620E-4A03-A6A9-81019F623445}" srcOrd="0" destOrd="0" presId="urn:microsoft.com/office/officeart/2005/8/layout/hProcess9"/>
    <dgm:cxn modelId="{823285E5-CCE2-4B22-8D67-B0F20A879375}" type="presOf" srcId="{84A3C4CB-94B1-4CF1-AA5D-4E151D0FD21F}" destId="{121FA74D-D9DD-4315-9C76-FF3E8509E159}" srcOrd="0" destOrd="0" presId="urn:microsoft.com/office/officeart/2005/8/layout/hProcess9"/>
    <dgm:cxn modelId="{C19064E6-3982-4ACE-9EB3-FE3CB00AAC05}" type="presOf" srcId="{8B3E6C69-0878-4AB2-AE1A-65204D9FBDF0}" destId="{7E78A9B3-17F9-4810-B9D5-E720ABF27646}" srcOrd="0" destOrd="0" presId="urn:microsoft.com/office/officeart/2005/8/layout/hProcess9"/>
    <dgm:cxn modelId="{FE1F76EA-C0A5-4EAF-B505-5093003BD199}" srcId="{8B3E6C69-0878-4AB2-AE1A-65204D9FBDF0}" destId="{84A3C4CB-94B1-4CF1-AA5D-4E151D0FD21F}" srcOrd="3" destOrd="0" parTransId="{F5EC3E14-4BF3-4358-BD0D-CBA46C9087B4}" sibTransId="{2FC10865-7DA5-498D-9853-6D3856937418}"/>
    <dgm:cxn modelId="{9BEF2D27-2D9E-4BE5-A94E-277C1E9F2BF0}" type="presParOf" srcId="{7E78A9B3-17F9-4810-B9D5-E720ABF27646}" destId="{AEA3E95D-42DE-4A76-A4D0-726D8E8CA148}" srcOrd="0" destOrd="0" presId="urn:microsoft.com/office/officeart/2005/8/layout/hProcess9"/>
    <dgm:cxn modelId="{67EC1F85-04B0-455C-A53D-F4624BEF7479}" type="presParOf" srcId="{7E78A9B3-17F9-4810-B9D5-E720ABF27646}" destId="{95253007-6922-4585-AF3C-EB5FC75B887A}" srcOrd="1" destOrd="0" presId="urn:microsoft.com/office/officeart/2005/8/layout/hProcess9"/>
    <dgm:cxn modelId="{597E32BF-A8A8-4260-96EC-6FC0F25FC567}" type="presParOf" srcId="{95253007-6922-4585-AF3C-EB5FC75B887A}" destId="{F459496C-19F6-403F-9C80-05FC50A925A4}" srcOrd="0" destOrd="0" presId="urn:microsoft.com/office/officeart/2005/8/layout/hProcess9"/>
    <dgm:cxn modelId="{8ADA46CB-E025-4D5F-BBE4-6E1EB19B81CE}" type="presParOf" srcId="{95253007-6922-4585-AF3C-EB5FC75B887A}" destId="{A0606E93-F8DB-411C-885F-B0B97BE49984}" srcOrd="1" destOrd="0" presId="urn:microsoft.com/office/officeart/2005/8/layout/hProcess9"/>
    <dgm:cxn modelId="{DAB0AC4D-3769-4832-81E1-8E7812C8B04E}" type="presParOf" srcId="{95253007-6922-4585-AF3C-EB5FC75B887A}" destId="{F231B8A2-620E-4A03-A6A9-81019F623445}" srcOrd="2" destOrd="0" presId="urn:microsoft.com/office/officeart/2005/8/layout/hProcess9"/>
    <dgm:cxn modelId="{C7FAC2AF-DC5C-4691-90CB-D3422D6700D6}" type="presParOf" srcId="{95253007-6922-4585-AF3C-EB5FC75B887A}" destId="{B11FD151-C7BA-4E58-AC33-391F3B8060CE}" srcOrd="3" destOrd="0" presId="urn:microsoft.com/office/officeart/2005/8/layout/hProcess9"/>
    <dgm:cxn modelId="{BC735081-BA00-4413-8DEF-875133A75D78}" type="presParOf" srcId="{95253007-6922-4585-AF3C-EB5FC75B887A}" destId="{F2C64653-60CA-4FA9-9171-985AD8C4AAC2}" srcOrd="4" destOrd="0" presId="urn:microsoft.com/office/officeart/2005/8/layout/hProcess9"/>
    <dgm:cxn modelId="{21B462BE-60B4-4EA4-81BD-2C96F3F3B67A}" type="presParOf" srcId="{95253007-6922-4585-AF3C-EB5FC75B887A}" destId="{55BFEA27-7290-4EBE-8FC7-E594FC7A1C80}" srcOrd="5" destOrd="0" presId="urn:microsoft.com/office/officeart/2005/8/layout/hProcess9"/>
    <dgm:cxn modelId="{69E9547E-E3F8-4705-B545-A0EC96135F21}" type="presParOf" srcId="{95253007-6922-4585-AF3C-EB5FC75B887A}" destId="{121FA74D-D9DD-4315-9C76-FF3E8509E15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3E95D-42DE-4A76-A4D0-726D8E8CA148}">
      <dsp:nvSpPr>
        <dsp:cNvPr id="0" name=""/>
        <dsp:cNvSpPr/>
      </dsp:nvSpPr>
      <dsp:spPr>
        <a:xfrm>
          <a:off x="584443" y="0"/>
          <a:ext cx="6623697" cy="273757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59496C-19F6-403F-9C80-05FC50A925A4}">
      <dsp:nvSpPr>
        <dsp:cNvPr id="0" name=""/>
        <dsp:cNvSpPr/>
      </dsp:nvSpPr>
      <dsp:spPr>
        <a:xfrm>
          <a:off x="3672" y="821273"/>
          <a:ext cx="1830591" cy="109503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en-US" sz="2000" b="1" kern="1200" cap="none" dirty="0">
              <a:latin typeface="Verdana" panose="020B0604030504040204" pitchFamily="34" charset="0"/>
              <a:ea typeface="Verdana" panose="020B0604030504040204" pitchFamily="34" charset="0"/>
            </a:rPr>
            <a:t>Defining and </a:t>
          </a:r>
          <a:r>
            <a:rPr lang="en-US" altLang="en-US" sz="2000" b="1" kern="1200" cap="none" dirty="0">
              <a:solidFill>
                <a:srgbClr val="FF0000"/>
              </a:solidFill>
              <a:latin typeface="Verdana" panose="020B0604030504040204" pitchFamily="34" charset="0"/>
              <a:ea typeface="Verdana" panose="020B0604030504040204" pitchFamily="34" charset="0"/>
            </a:rPr>
            <a:t>mapping</a:t>
          </a:r>
          <a:r>
            <a:rPr lang="en-US" altLang="en-US" sz="2000" b="1" kern="1200" cap="none" dirty="0">
              <a:latin typeface="Verdana" panose="020B0604030504040204" pitchFamily="34" charset="0"/>
              <a:ea typeface="Verdana" panose="020B0604030504040204" pitchFamily="34" charset="0"/>
            </a:rPr>
            <a:t> the steps in a  business process.</a:t>
          </a:r>
          <a:endParaRPr lang="en-MY" sz="2000" b="1" kern="1200" dirty="0">
            <a:latin typeface="Verdana" panose="020B0604030504040204" pitchFamily="34" charset="0"/>
            <a:ea typeface="Verdana" panose="020B0604030504040204" pitchFamily="34" charset="0"/>
          </a:endParaRPr>
        </a:p>
      </dsp:txBody>
      <dsp:txXfrm>
        <a:off x="57127" y="874728"/>
        <a:ext cx="1723681" cy="988121"/>
      </dsp:txXfrm>
    </dsp:sp>
    <dsp:sp modelId="{F231B8A2-620E-4A03-A6A9-81019F623445}">
      <dsp:nvSpPr>
        <dsp:cNvPr id="0" name=""/>
        <dsp:cNvSpPr/>
      </dsp:nvSpPr>
      <dsp:spPr>
        <a:xfrm>
          <a:off x="1988555" y="821273"/>
          <a:ext cx="1830591" cy="109503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en-US" sz="2000" b="1" kern="1200" cap="none" dirty="0">
              <a:latin typeface="Verdana" panose="020B0604030504040204" pitchFamily="34" charset="0"/>
              <a:ea typeface="Verdana" panose="020B0604030504040204" pitchFamily="34" charset="0"/>
            </a:rPr>
            <a:t>Creating ways to </a:t>
          </a:r>
          <a:r>
            <a:rPr lang="en-US" altLang="en-US" sz="2000" b="1" kern="1200" cap="none" dirty="0">
              <a:solidFill>
                <a:srgbClr val="FF0000"/>
              </a:solidFill>
              <a:latin typeface="Verdana" panose="020B0604030504040204" pitchFamily="34" charset="0"/>
              <a:ea typeface="Verdana" panose="020B0604030504040204" pitchFamily="34" charset="0"/>
            </a:rPr>
            <a:t>improve</a:t>
          </a:r>
          <a:r>
            <a:rPr lang="en-US" altLang="en-US" sz="2000" b="1" kern="1200" cap="none" dirty="0">
              <a:latin typeface="Verdana" panose="020B0604030504040204" pitchFamily="34" charset="0"/>
              <a:ea typeface="Verdana" panose="020B0604030504040204" pitchFamily="34" charset="0"/>
            </a:rPr>
            <a:t> on the steps in the process that add value</a:t>
          </a:r>
        </a:p>
      </dsp:txBody>
      <dsp:txXfrm>
        <a:off x="2042010" y="874728"/>
        <a:ext cx="1723681" cy="988121"/>
      </dsp:txXfrm>
    </dsp:sp>
    <dsp:sp modelId="{F2C64653-60CA-4FA9-9171-985AD8C4AAC2}">
      <dsp:nvSpPr>
        <dsp:cNvPr id="0" name=""/>
        <dsp:cNvSpPr/>
      </dsp:nvSpPr>
      <dsp:spPr>
        <a:xfrm>
          <a:off x="3973438" y="821273"/>
          <a:ext cx="1830591" cy="109503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en-US" sz="2000" b="1" kern="1200" cap="none" dirty="0">
              <a:latin typeface="Verdana" panose="020B0604030504040204" pitchFamily="34" charset="0"/>
              <a:ea typeface="Verdana" panose="020B0604030504040204" pitchFamily="34" charset="0"/>
            </a:rPr>
            <a:t>Finding ways </a:t>
          </a:r>
          <a:r>
            <a:rPr lang="en-US" altLang="en-US" sz="2000" b="1" kern="1200" cap="none" dirty="0">
              <a:solidFill>
                <a:srgbClr val="FF0000"/>
              </a:solidFill>
              <a:latin typeface="Verdana" panose="020B0604030504040204" pitchFamily="34" charset="0"/>
              <a:ea typeface="Verdana" panose="020B0604030504040204" pitchFamily="34" charset="0"/>
            </a:rPr>
            <a:t>to eliminate or consolidate </a:t>
          </a:r>
          <a:r>
            <a:rPr lang="en-US" altLang="en-US" sz="2000" b="1" kern="1200" cap="none" dirty="0">
              <a:latin typeface="Verdana" panose="020B0604030504040204" pitchFamily="34" charset="0"/>
              <a:ea typeface="Verdana" panose="020B0604030504040204" pitchFamily="34" charset="0"/>
            </a:rPr>
            <a:t>steps in the process that do not add value</a:t>
          </a:r>
        </a:p>
      </dsp:txBody>
      <dsp:txXfrm>
        <a:off x="4026893" y="874728"/>
        <a:ext cx="1723681" cy="988121"/>
      </dsp:txXfrm>
    </dsp:sp>
    <dsp:sp modelId="{121FA74D-D9DD-4315-9C76-FF3E8509E159}">
      <dsp:nvSpPr>
        <dsp:cNvPr id="0" name=""/>
        <dsp:cNvSpPr/>
      </dsp:nvSpPr>
      <dsp:spPr>
        <a:xfrm>
          <a:off x="5958321" y="821273"/>
          <a:ext cx="1830591" cy="109503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en-US" sz="2000" b="1" kern="1200" cap="none" dirty="0">
              <a:latin typeface="Verdana" panose="020B0604030504040204" pitchFamily="34" charset="0"/>
              <a:ea typeface="Verdana" panose="020B0604030504040204" pitchFamily="34" charset="0"/>
            </a:rPr>
            <a:t>Creating and </a:t>
          </a:r>
          <a:r>
            <a:rPr lang="en-US" altLang="en-US" sz="2000" b="1" kern="1200" cap="none" dirty="0">
              <a:solidFill>
                <a:srgbClr val="FF0000"/>
              </a:solidFill>
              <a:latin typeface="Verdana" panose="020B0604030504040204" pitchFamily="34" charset="0"/>
              <a:ea typeface="Verdana" panose="020B0604030504040204" pitchFamily="34" charset="0"/>
            </a:rPr>
            <a:t>adjusting electronic workflows</a:t>
          </a:r>
          <a:r>
            <a:rPr lang="en-US" altLang="en-US" sz="2000" b="1" kern="1200" cap="none" dirty="0">
              <a:latin typeface="Verdana" panose="020B0604030504040204" pitchFamily="34" charset="0"/>
              <a:ea typeface="Verdana" panose="020B0604030504040204" pitchFamily="34" charset="0"/>
            </a:rPr>
            <a:t> to match the improved process maps.</a:t>
          </a:r>
        </a:p>
      </dsp:txBody>
      <dsp:txXfrm>
        <a:off x="6011776" y="874728"/>
        <a:ext cx="1723681" cy="98812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1D486B-884F-41E7-AAFC-858B99CB39B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9134E4A1-0BD9-4F60-A015-E8ACE71C1A40}"/>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3608D0A7-62CE-45B5-8515-BC2870EE0970}" type="datetimeFigureOut">
              <a:rPr lang="en-US"/>
              <a:pPr>
                <a:defRPr/>
              </a:pPr>
              <a:t>10/12/2025</a:t>
            </a:fld>
            <a:endParaRPr lang="en-US"/>
          </a:p>
        </p:txBody>
      </p:sp>
      <p:sp>
        <p:nvSpPr>
          <p:cNvPr id="4" name="Slide Image Placeholder 3">
            <a:extLst>
              <a:ext uri="{FF2B5EF4-FFF2-40B4-BE49-F238E27FC236}">
                <a16:creationId xmlns:a16="http://schemas.microsoft.com/office/drawing/2014/main" id="{DCEBFBB6-063A-4A80-A985-B6995FEB855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C24ED2E-2788-4AE6-8639-8D1C4B8A8B0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8C2FF69-8212-409F-85F4-8C30CDE78B6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BB9F1288-9582-4CA6-91D1-296E96C12C6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C18EB3CF-4868-4DE9-B557-2DD513A8F07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a:latin typeface="Verdana" panose="020B0604030504040204" pitchFamily="34" charset="0"/>
                <a:ea typeface="Verdana" panose="020B0604030504040204" pitchFamily="34" charset="0"/>
              </a:rPr>
              <a:t>The business-related reason for initiating the system.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b="1" dirty="0">
              <a:latin typeface="Verdana" panose="020B0604030504040204" pitchFamily="34" charset="0"/>
              <a:ea typeface="Verdana" panose="020B0604030504040204" pitchFamily="34" charset="0"/>
            </a:endParaRPr>
          </a:p>
          <a:p>
            <a:pPr>
              <a:spcBef>
                <a:spcPct val="0"/>
              </a:spcBef>
              <a:defRPr/>
            </a:pPr>
            <a:r>
              <a:rPr lang="en-US" altLang="en-US" sz="4000" b="1" dirty="0">
                <a:latin typeface="Verdana" panose="020B0604030504040204" pitchFamily="34" charset="0"/>
                <a:ea typeface="Verdana" panose="020B0604030504040204" pitchFamily="34" charset="0"/>
              </a:rPr>
              <a:t>For example:</a:t>
            </a:r>
          </a:p>
          <a:p>
            <a:pPr lvl="1">
              <a:defRPr/>
            </a:pPr>
            <a:r>
              <a:rPr lang="en-US" altLang="en-US" sz="4000" dirty="0">
                <a:latin typeface="Verdana" panose="020B0604030504040204" pitchFamily="34" charset="0"/>
                <a:ea typeface="Verdana" panose="020B0604030504040204" pitchFamily="34" charset="0"/>
              </a:rPr>
              <a:t>increase sales</a:t>
            </a:r>
          </a:p>
          <a:p>
            <a:pPr lvl="1">
              <a:defRPr/>
            </a:pPr>
            <a:r>
              <a:rPr lang="en-US" altLang="en-US" sz="4000" dirty="0">
                <a:latin typeface="Verdana" panose="020B0604030504040204" pitchFamily="34" charset="0"/>
                <a:ea typeface="Verdana" panose="020B0604030504040204" pitchFamily="34" charset="0"/>
              </a:rPr>
              <a:t>improve market share</a:t>
            </a:r>
          </a:p>
          <a:p>
            <a:pPr lvl="1">
              <a:defRPr/>
            </a:pPr>
            <a:r>
              <a:rPr lang="en-US" altLang="en-US" sz="4000" dirty="0">
                <a:latin typeface="Verdana" panose="020B0604030504040204" pitchFamily="34" charset="0"/>
                <a:ea typeface="Verdana" panose="020B0604030504040204" pitchFamily="34" charset="0"/>
              </a:rPr>
              <a:t>improve access to information</a:t>
            </a:r>
          </a:p>
          <a:p>
            <a:pPr lvl="1">
              <a:defRPr/>
            </a:pPr>
            <a:r>
              <a:rPr lang="en-US" altLang="en-US" sz="4000" dirty="0">
                <a:latin typeface="Verdana" panose="020B0604030504040204" pitchFamily="34" charset="0"/>
                <a:ea typeface="Verdana" panose="020B0604030504040204" pitchFamily="34" charset="0"/>
              </a:rPr>
              <a:t>improve customer service</a:t>
            </a:r>
          </a:p>
          <a:p>
            <a:pPr lvl="1">
              <a:defRPr/>
            </a:pPr>
            <a:r>
              <a:rPr lang="en-US" altLang="en-US" sz="4000" dirty="0">
                <a:latin typeface="Verdana" panose="020B0604030504040204" pitchFamily="34" charset="0"/>
                <a:ea typeface="Verdana" panose="020B0604030504040204" pitchFamily="34" charset="0"/>
              </a:rPr>
              <a:t>decrease product defect</a:t>
            </a:r>
          </a:p>
          <a:p>
            <a:pPr lvl="1">
              <a:defRPr/>
            </a:pPr>
            <a:r>
              <a:rPr lang="en-US" altLang="en-US" sz="4000" dirty="0">
                <a:latin typeface="Verdana" panose="020B0604030504040204" pitchFamily="34" charset="0"/>
                <a:ea typeface="Verdana" panose="020B0604030504040204" pitchFamily="34" charset="0"/>
              </a:rPr>
              <a:t>streamline supply acquisition, processes.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200" b="1" dirty="0">
              <a:latin typeface="Verdana" panose="020B0604030504040204" pitchFamily="34" charset="0"/>
              <a:ea typeface="Verdana" panose="020B0604030504040204" pitchFamily="34" charset="0"/>
            </a:endParaRPr>
          </a:p>
          <a:p>
            <a:endParaRPr lang="en-MY" dirty="0"/>
          </a:p>
        </p:txBody>
      </p:sp>
      <p:sp>
        <p:nvSpPr>
          <p:cNvPr id="4" name="Slide Number Placeholder 3"/>
          <p:cNvSpPr>
            <a:spLocks noGrp="1"/>
          </p:cNvSpPr>
          <p:nvPr>
            <p:ph type="sldNum" sz="quarter" idx="5"/>
          </p:nvPr>
        </p:nvSpPr>
        <p:spPr/>
        <p:txBody>
          <a:bodyPr/>
          <a:lstStyle/>
          <a:p>
            <a:pPr>
              <a:defRPr/>
            </a:pPr>
            <a:fld id="{C18EB3CF-4868-4DE9-B557-2DD513A8F07C}" type="slidenum">
              <a:rPr lang="en-US" altLang="en-US" smtClean="0"/>
              <a:pPr>
                <a:defRPr/>
              </a:pPr>
              <a:t>12</a:t>
            </a:fld>
            <a:endParaRPr lang="en-US" altLang="en-US"/>
          </a:p>
        </p:txBody>
      </p:sp>
    </p:spTree>
    <p:extLst>
      <p:ext uri="{BB962C8B-B14F-4D97-AF65-F5344CB8AC3E}">
        <p14:creationId xmlns:p14="http://schemas.microsoft.com/office/powerpoint/2010/main" val="2432454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0A5E0CD-B443-4D16-8A77-F28A2E6DE941}"/>
              </a:ext>
            </a:extLst>
          </p:cNvPr>
          <p:cNvSpPr>
            <a:spLocks noGrp="1" noRot="1" noChangeAspect="1" noChangeArrowheads="1" noTextEdit="1"/>
          </p:cNvSpPr>
          <p:nvPr>
            <p:ph type="sldImg"/>
          </p:nvPr>
        </p:nvSpPr>
        <p:spPr bwMode="auto">
          <a:xfrm>
            <a:off x="1144588"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a:extLst>
              <a:ext uri="{FF2B5EF4-FFF2-40B4-BE49-F238E27FC236}">
                <a16:creationId xmlns:a16="http://schemas.microsoft.com/office/drawing/2014/main" id="{E2AF6FF5-B6C6-4794-BD8D-0638F19D5D70}"/>
              </a:ext>
            </a:extLst>
          </p:cNvPr>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896A472-C309-41AC-AC9C-1C368F25673F}"/>
              </a:ext>
            </a:extLst>
          </p:cNvPr>
          <p:cNvSpPr>
            <a:spLocks noGrp="1" noRot="1" noChangeAspect="1" noChangeArrowheads="1" noTextEdit="1"/>
          </p:cNvSpPr>
          <p:nvPr>
            <p:ph type="sldImg"/>
          </p:nvPr>
        </p:nvSpPr>
        <p:spPr bwMode="auto">
          <a:xfrm>
            <a:off x="1144588"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a:extLst>
              <a:ext uri="{FF2B5EF4-FFF2-40B4-BE49-F238E27FC236}">
                <a16:creationId xmlns:a16="http://schemas.microsoft.com/office/drawing/2014/main" id="{16162BD8-0809-4A5D-AE4C-07282541A9AE}"/>
              </a:ext>
            </a:extLst>
          </p:cNvPr>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GB" altLang="en-US"/>
              <a:t>May have a direct role in systems development if project is small</a:t>
            </a:r>
          </a:p>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B2B1225-7211-4173-8ACF-7F7BAC5AA5A8}"/>
              </a:ext>
            </a:extLst>
          </p:cNvPr>
          <p:cNvSpPr>
            <a:spLocks noGrp="1" noRot="1" noChangeAspect="1" noChangeArrowheads="1" noTextEdit="1"/>
          </p:cNvSpPr>
          <p:nvPr>
            <p:ph type="sldImg"/>
          </p:nvPr>
        </p:nvSpPr>
        <p:spPr bwMode="auto">
          <a:xfrm>
            <a:off x="1144588" y="685800"/>
            <a:ext cx="4568825" cy="34274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a:extLst>
              <a:ext uri="{FF2B5EF4-FFF2-40B4-BE49-F238E27FC236}">
                <a16:creationId xmlns:a16="http://schemas.microsoft.com/office/drawing/2014/main" id="{1355F462-57F5-4F7F-A4FD-45597FE3B25E}"/>
              </a:ext>
            </a:extLst>
          </p:cNvPr>
          <p:cNvSpPr>
            <a:spLocks noGrp="1" noChangeArrowheads="1"/>
          </p:cNvSpPr>
          <p:nvPr>
            <p:ph type="body" idx="1"/>
          </p:nvPr>
        </p:nvSpPr>
        <p:spPr bwMode="auto">
          <a:xfrm>
            <a:off x="685800" y="4341813"/>
            <a:ext cx="54864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45F149F1-55F6-4EB3-B352-FC43001048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3C999FC8-EA46-4EB9-ACD0-C5857FA17B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MY" altLang="en-US"/>
          </a:p>
        </p:txBody>
      </p:sp>
      <p:sp>
        <p:nvSpPr>
          <p:cNvPr id="98308" name="Slide Number Placeholder 3">
            <a:extLst>
              <a:ext uri="{FF2B5EF4-FFF2-40B4-BE49-F238E27FC236}">
                <a16:creationId xmlns:a16="http://schemas.microsoft.com/office/drawing/2014/main" id="{9DF94AA8-736C-4D40-89E2-F28E82D69F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999BF65-C831-49E7-8B07-4E25123F2F93}"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3429000"/>
          </a:xfrm>
        </p:spPr>
        <p:txBody>
          <a:bodyPr/>
          <a:lstStyle>
            <a:lvl1pPr>
              <a:defRPr sz="3200" b="1"/>
            </a:lvl1pPr>
          </a:lstStyle>
          <a:p>
            <a:r>
              <a:rPr lang="en-US"/>
              <a:t>Click to edit Master title style</a:t>
            </a:r>
            <a:endParaRPr lang="en-US" dirty="0"/>
          </a:p>
        </p:txBody>
      </p:sp>
      <p:sp>
        <p:nvSpPr>
          <p:cNvPr id="3" name="Subtitle 2"/>
          <p:cNvSpPr>
            <a:spLocks noGrp="1"/>
          </p:cNvSpPr>
          <p:nvPr>
            <p:ph type="subTitle" idx="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B8C561A-244A-4757-A7C7-288652C94EC2}"/>
              </a:ext>
            </a:extLst>
          </p:cNvPr>
          <p:cNvSpPr>
            <a:spLocks noGrp="1"/>
          </p:cNvSpPr>
          <p:nvPr>
            <p:ph type="dt" sz="half" idx="10"/>
          </p:nvPr>
        </p:nvSpPr>
        <p:spPr>
          <a:xfrm>
            <a:off x="457200" y="6356350"/>
            <a:ext cx="152400" cy="365125"/>
          </a:xfrm>
        </p:spPr>
        <p:txBody>
          <a:bodyPr/>
          <a:lstStyle>
            <a:lvl1pPr>
              <a:defRPr/>
            </a:lvl1pPr>
          </a:lstStyle>
          <a:p>
            <a:pPr>
              <a:defRPr/>
            </a:pPr>
            <a:r>
              <a:rPr lang="en-US" altLang="en-US"/>
              <a:t> </a:t>
            </a:r>
          </a:p>
        </p:txBody>
      </p:sp>
      <p:sp>
        <p:nvSpPr>
          <p:cNvPr id="5" name="Footer Placeholder 4">
            <a:extLst>
              <a:ext uri="{FF2B5EF4-FFF2-40B4-BE49-F238E27FC236}">
                <a16:creationId xmlns:a16="http://schemas.microsoft.com/office/drawing/2014/main" id="{482096F1-9EC6-4837-BDC5-DD8FD76CC76C}"/>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23B92481-7970-484B-8C5B-1E1BEEFF3E3B}"/>
              </a:ext>
            </a:extLst>
          </p:cNvPr>
          <p:cNvSpPr>
            <a:spLocks noGrp="1"/>
          </p:cNvSpPr>
          <p:nvPr>
            <p:ph type="sldNum" sz="quarter" idx="12"/>
          </p:nvPr>
        </p:nvSpPr>
        <p:spPr/>
        <p:txBody>
          <a:bodyPr/>
          <a:lstStyle>
            <a:lvl1pPr>
              <a:defRPr/>
            </a:lvl1pPr>
          </a:lstStyle>
          <a:p>
            <a:pPr>
              <a:defRPr/>
            </a:pPr>
            <a:r>
              <a:rPr lang="en-US" altLang="en-US"/>
              <a:t>2-</a:t>
            </a:r>
            <a:fld id="{F070C176-91F0-409B-B0AF-C32039F369B2}" type="slidenum">
              <a:rPr lang="en-US" altLang="en-US" smtClean="0"/>
              <a:pPr>
                <a:defRPr/>
              </a:pPr>
              <a:t>‹#›</a:t>
            </a:fld>
            <a:endParaRPr lang="en-US" altLang="en-US"/>
          </a:p>
        </p:txBody>
      </p:sp>
    </p:spTree>
    <p:extLst>
      <p:ext uri="{BB962C8B-B14F-4D97-AF65-F5344CB8AC3E}">
        <p14:creationId xmlns:p14="http://schemas.microsoft.com/office/powerpoint/2010/main" val="181981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36C3DE3-4CE8-4A4C-8BD9-67C5B3EEB64B}"/>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6B006639-FBD5-42DC-9544-3B6958862C49}"/>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4">
            <a:extLst>
              <a:ext uri="{FF2B5EF4-FFF2-40B4-BE49-F238E27FC236}">
                <a16:creationId xmlns:a16="http://schemas.microsoft.com/office/drawing/2014/main" id="{9D02B363-F53A-4464-8281-F17ED3B384FB}"/>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5">
            <a:extLst>
              <a:ext uri="{FF2B5EF4-FFF2-40B4-BE49-F238E27FC236}">
                <a16:creationId xmlns:a16="http://schemas.microsoft.com/office/drawing/2014/main" id="{CFD038CB-8F20-4B1F-BF23-059798C148BE}"/>
              </a:ext>
            </a:extLst>
          </p:cNvPr>
          <p:cNvSpPr>
            <a:spLocks noGrp="1"/>
          </p:cNvSpPr>
          <p:nvPr>
            <p:ph type="sldNum" sz="quarter" idx="12"/>
          </p:nvPr>
        </p:nvSpPr>
        <p:spPr/>
        <p:txBody>
          <a:bodyPr/>
          <a:lstStyle>
            <a:lvl1pPr>
              <a:defRPr/>
            </a:lvl1pPr>
          </a:lstStyle>
          <a:p>
            <a:pPr>
              <a:defRPr/>
            </a:pPr>
            <a:r>
              <a:rPr lang="en-US" altLang="en-US"/>
              <a:t>2-</a:t>
            </a:r>
            <a:fld id="{0BA45F18-64D2-4D67-BCAE-EEFD680EBA4E}" type="slidenum">
              <a:rPr lang="en-US" altLang="en-US" smtClean="0"/>
              <a:pPr>
                <a:defRPr/>
              </a:pPr>
              <a:t>‹#›</a:t>
            </a:fld>
            <a:endParaRPr lang="en-US" altLang="en-US"/>
          </a:p>
        </p:txBody>
      </p:sp>
    </p:spTree>
    <p:extLst>
      <p:ext uri="{BB962C8B-B14F-4D97-AF65-F5344CB8AC3E}">
        <p14:creationId xmlns:p14="http://schemas.microsoft.com/office/powerpoint/2010/main" val="919602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4A4371-277F-4566-944E-FE715AD1E492}"/>
              </a:ext>
            </a:extLst>
          </p:cNvPr>
          <p:cNvSpPr>
            <a:spLocks noGrp="1"/>
          </p:cNvSpPr>
          <p:nvPr>
            <p:ph type="dt" sz="half" idx="10"/>
          </p:nvPr>
        </p:nvSpPr>
        <p:spPr/>
        <p:txBody>
          <a:bodyPr/>
          <a:lstStyle>
            <a:lvl1pPr>
              <a:defRPr/>
            </a:lvl1pPr>
          </a:lstStyle>
          <a:p>
            <a:pPr>
              <a:defRPr/>
            </a:pPr>
            <a:r>
              <a:rPr lang="en-US" altLang="en-US"/>
              <a:t> </a:t>
            </a:r>
          </a:p>
        </p:txBody>
      </p:sp>
      <p:sp>
        <p:nvSpPr>
          <p:cNvPr id="6" name="Footer Placeholder 5">
            <a:extLst>
              <a:ext uri="{FF2B5EF4-FFF2-40B4-BE49-F238E27FC236}">
                <a16:creationId xmlns:a16="http://schemas.microsoft.com/office/drawing/2014/main" id="{F4C53A06-862E-4138-AAB8-736AD778090C}"/>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2DCA89C0-95C9-472C-A1BF-6B38AE9519CE}"/>
              </a:ext>
            </a:extLst>
          </p:cNvPr>
          <p:cNvSpPr>
            <a:spLocks noGrp="1"/>
          </p:cNvSpPr>
          <p:nvPr>
            <p:ph type="sldNum" sz="quarter" idx="12"/>
          </p:nvPr>
        </p:nvSpPr>
        <p:spPr/>
        <p:txBody>
          <a:bodyPr/>
          <a:lstStyle>
            <a:lvl1pPr>
              <a:defRPr smtClean="0"/>
            </a:lvl1pPr>
          </a:lstStyle>
          <a:p>
            <a:pPr>
              <a:defRPr/>
            </a:pPr>
            <a:fld id="{009DA82E-4FB8-4D75-842A-029EC4AA1A34}" type="slidenum">
              <a:rPr lang="en-US" altLang="en-US"/>
              <a:pPr>
                <a:defRPr/>
              </a:pPr>
              <a:t>‹#›</a:t>
            </a:fld>
            <a:endParaRPr lang="en-US" altLang="en-US"/>
          </a:p>
        </p:txBody>
      </p:sp>
    </p:spTree>
    <p:extLst>
      <p:ext uri="{BB962C8B-B14F-4D97-AF65-F5344CB8AC3E}">
        <p14:creationId xmlns:p14="http://schemas.microsoft.com/office/powerpoint/2010/main" val="2108247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3" name="Rectangle 4">
            <a:extLst>
              <a:ext uri="{FF2B5EF4-FFF2-40B4-BE49-F238E27FC236}">
                <a16:creationId xmlns:a16="http://schemas.microsoft.com/office/drawing/2014/main" id="{E41D7B9B-1E91-4782-AAF4-DC28893BBCCF}"/>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7C6A502-B949-4CC1-ADB9-9FEE097A1A2A}"/>
              </a:ext>
            </a:extLst>
          </p:cNvPr>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6">
            <a:extLst>
              <a:ext uri="{FF2B5EF4-FFF2-40B4-BE49-F238E27FC236}">
                <a16:creationId xmlns:a16="http://schemas.microsoft.com/office/drawing/2014/main" id="{D11B7A29-AFB9-4A0B-B573-CFD7DE33B235}"/>
              </a:ext>
            </a:extLst>
          </p:cNvPr>
          <p:cNvSpPr>
            <a:spLocks noGrp="1" noChangeArrowheads="1"/>
          </p:cNvSpPr>
          <p:nvPr>
            <p:ph type="sldNum" sz="quarter" idx="12"/>
          </p:nvPr>
        </p:nvSpPr>
        <p:spPr/>
        <p:txBody>
          <a:bodyPr/>
          <a:lstStyle>
            <a:lvl1pPr>
              <a:defRPr smtClean="0"/>
            </a:lvl1pPr>
          </a:lstStyle>
          <a:p>
            <a:pPr>
              <a:defRPr/>
            </a:pPr>
            <a:fld id="{C437EEBA-0A0A-4BE7-840E-5A596EA22E2A}" type="slidenum">
              <a:rPr lang="en-US" altLang="en-US"/>
              <a:pPr>
                <a:defRPr/>
              </a:pPr>
              <a:t>‹#›</a:t>
            </a:fld>
            <a:endParaRPr lang="en-US" altLang="en-US"/>
          </a:p>
        </p:txBody>
      </p:sp>
    </p:spTree>
    <p:extLst>
      <p:ext uri="{BB962C8B-B14F-4D97-AF65-F5344CB8AC3E}">
        <p14:creationId xmlns:p14="http://schemas.microsoft.com/office/powerpoint/2010/main" val="3443989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AF55E-3540-4D0B-8AF7-4E6DBC9BC05E}" type="datetime1">
              <a:rPr lang="en-US" smtClean="0"/>
              <a:t>10/12/2025</a:t>
            </a:fld>
            <a:endParaRPr lang="en-US" dirty="0"/>
          </a:p>
        </p:txBody>
      </p:sp>
      <p:sp>
        <p:nvSpPr>
          <p:cNvPr id="3" name="Footer Placeholder 2"/>
          <p:cNvSpPr>
            <a:spLocks noGrp="1"/>
          </p:cNvSpPr>
          <p:nvPr>
            <p:ph type="ftr" sz="quarter" idx="11"/>
          </p:nvPr>
        </p:nvSpPr>
        <p:spPr/>
        <p:txBody>
          <a:bodyPr/>
          <a:lstStyle/>
          <a:p>
            <a:pPr>
              <a:defRPr/>
            </a:pPr>
            <a:r>
              <a:rPr lang="en-US"/>
              <a:t>© Copyright 2011 John Wiley &amp; Sons, Inc.</a:t>
            </a: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78581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Systems Analysis 64">
            <a:extLst>
              <a:ext uri="{FF2B5EF4-FFF2-40B4-BE49-F238E27FC236}">
                <a16:creationId xmlns:a16="http://schemas.microsoft.com/office/drawing/2014/main" id="{66AAABA2-3D12-4993-8BCB-D8C936CCB6D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2563" y="1130300"/>
            <a:ext cx="8796337"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nav_logo_medium">
            <a:extLst>
              <a:ext uri="{FF2B5EF4-FFF2-40B4-BE49-F238E27FC236}">
                <a16:creationId xmlns:a16="http://schemas.microsoft.com/office/drawing/2014/main" id="{ADCDF75A-82E0-4F87-B42E-FC37B1FBB59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57963" y="130175"/>
            <a:ext cx="237013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ED3A4489-0322-4F1B-A19A-6FEB43FA4EE2}"/>
              </a:ext>
            </a:extLst>
          </p:cNvPr>
          <p:cNvSpPr>
            <a:spLocks noChangeArrowheads="1"/>
          </p:cNvSpPr>
          <p:nvPr userDrawn="1"/>
        </p:nvSpPr>
        <p:spPr bwMode="auto">
          <a:xfrm>
            <a:off x="152400" y="3073400"/>
            <a:ext cx="8839200" cy="3635375"/>
          </a:xfrm>
          <a:prstGeom prst="rect">
            <a:avLst/>
          </a:prstGeom>
          <a:solidFill>
            <a:schemeClr val="accent1">
              <a:lumMod val="50000"/>
            </a:schemeClr>
          </a:solidFill>
          <a:ln w="9525">
            <a:noFill/>
            <a:miter lim="800000"/>
            <a:headEnd/>
            <a:tailEnd/>
          </a:ln>
          <a:effectLst/>
        </p:spPr>
        <p:txBody>
          <a:bodyPr wrap="none" anchor="ctr"/>
          <a:lstStyle/>
          <a:p>
            <a:pPr algn="ctr">
              <a:defRPr/>
            </a:pPr>
            <a:endParaRPr lang="en-US" sz="2400">
              <a:solidFill>
                <a:srgbClr val="000000"/>
              </a:solidFill>
              <a:latin typeface="Times" pitchFamily="48" charset="0"/>
              <a:cs typeface="Arial" charset="0"/>
            </a:endParaRPr>
          </a:p>
        </p:txBody>
      </p:sp>
      <p:sp>
        <p:nvSpPr>
          <p:cNvPr id="349187" name="Rectangle 3"/>
          <p:cNvSpPr>
            <a:spLocks noGrp="1" noChangeArrowheads="1"/>
          </p:cNvSpPr>
          <p:nvPr>
            <p:ph type="ctrTitle"/>
          </p:nvPr>
        </p:nvSpPr>
        <p:spPr>
          <a:xfrm>
            <a:off x="685800" y="4000500"/>
            <a:ext cx="7772400" cy="990600"/>
          </a:xfrm>
        </p:spPr>
        <p:txBody>
          <a:bodyPr/>
          <a:lstStyle>
            <a:lvl1pPr>
              <a:defRPr sz="2400">
                <a:solidFill>
                  <a:schemeClr val="bg1"/>
                </a:solidFill>
              </a:defRPr>
            </a:lvl1pPr>
          </a:lstStyle>
          <a:p>
            <a:pPr lvl="0"/>
            <a:r>
              <a:rPr lang="en-GB" noProof="0"/>
              <a:t>Click to edit Master title style</a:t>
            </a:r>
          </a:p>
        </p:txBody>
      </p:sp>
      <p:sp>
        <p:nvSpPr>
          <p:cNvPr id="349188" name="Rectangle 4"/>
          <p:cNvSpPr>
            <a:spLocks noGrp="1" noChangeArrowheads="1"/>
          </p:cNvSpPr>
          <p:nvPr>
            <p:ph type="subTitle" idx="1"/>
          </p:nvPr>
        </p:nvSpPr>
        <p:spPr>
          <a:xfrm>
            <a:off x="685800" y="4991100"/>
            <a:ext cx="7772400" cy="762000"/>
          </a:xfrm>
        </p:spPr>
        <p:txBody>
          <a:bodyPr/>
          <a:lstStyle>
            <a:lvl1pPr marL="0" indent="0">
              <a:buFontTx/>
              <a:buNone/>
              <a:defRPr>
                <a:solidFill>
                  <a:schemeClr val="bg1"/>
                </a:solidFill>
              </a:defRPr>
            </a:lvl1pPr>
          </a:lstStyle>
          <a:p>
            <a:pPr lvl="0"/>
            <a:r>
              <a:rPr lang="en-GB" noProof="0"/>
              <a:t>Click to edit Master subtitle style</a:t>
            </a:r>
          </a:p>
        </p:txBody>
      </p:sp>
    </p:spTree>
    <p:extLst>
      <p:ext uri="{BB962C8B-B14F-4D97-AF65-F5344CB8AC3E}">
        <p14:creationId xmlns:p14="http://schemas.microsoft.com/office/powerpoint/2010/main" val="3028255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65B06944-40C8-4382-B4F6-F99A97091BC9}"/>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121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a:extLst>
              <a:ext uri="{FF2B5EF4-FFF2-40B4-BE49-F238E27FC236}">
                <a16:creationId xmlns:a16="http://schemas.microsoft.com/office/drawing/2014/main" id="{A358515A-676C-4FC1-A990-3D4D8575D556}"/>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46145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10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a:extLst>
              <a:ext uri="{FF2B5EF4-FFF2-40B4-BE49-F238E27FC236}">
                <a16:creationId xmlns:a16="http://schemas.microsoft.com/office/drawing/2014/main" id="{F99465DA-9DAF-4460-B943-54267C4CA297}"/>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894841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0">
            <a:extLst>
              <a:ext uri="{FF2B5EF4-FFF2-40B4-BE49-F238E27FC236}">
                <a16:creationId xmlns:a16="http://schemas.microsoft.com/office/drawing/2014/main" id="{C3F7C4F0-784A-487F-AAC2-63F186430BFC}"/>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474334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0">
            <a:extLst>
              <a:ext uri="{FF2B5EF4-FFF2-40B4-BE49-F238E27FC236}">
                <a16:creationId xmlns:a16="http://schemas.microsoft.com/office/drawing/2014/main" id="{755C76CA-40B8-4FBB-9A53-5B6F34F0325B}"/>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2000528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8778F0E8-6BCC-4B72-A88D-E4674CED6BA5}"/>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32074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705B5DEF-683A-4B04-8E22-096688C44A03}"/>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02352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BA8EF04E-EEBB-4CAC-85AB-F3775697C8C9}"/>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3625429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291B984C-0003-476A-B493-4C0591B5BC3E}"/>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911941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24685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1000" y="381000"/>
            <a:ext cx="6076950" cy="2468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6029DCA4-E0F7-40C1-8123-05980F2ED34F}"/>
              </a:ext>
            </a:extLst>
          </p:cNvPr>
          <p:cNvSpPr>
            <a:spLocks noGrp="1" noChangeArrowheads="1"/>
          </p:cNvSpPr>
          <p:nvPr>
            <p:ph type="ftr" sz="quarter" idx="10"/>
          </p:nvPr>
        </p:nvSpPr>
        <p:spPr/>
        <p:txBody>
          <a:bodyPr/>
          <a:lstStyle>
            <a:lvl1pPr>
              <a:defRPr>
                <a:solidFill>
                  <a:srgbClr val="000000"/>
                </a:solidFill>
                <a:latin typeface="Arial" charset="0"/>
              </a:defRPr>
            </a:lvl1pPr>
          </a:lstStyle>
          <a:p>
            <a:pPr>
              <a:defRPr/>
            </a:pPr>
            <a:r>
              <a:rPr lang="en-US"/>
              <a:t>© Copyright 2011 John Wiley &amp; Sons, Inc.</a:t>
            </a:r>
          </a:p>
        </p:txBody>
      </p:sp>
    </p:spTree>
    <p:extLst>
      <p:ext uri="{BB962C8B-B14F-4D97-AF65-F5344CB8AC3E}">
        <p14:creationId xmlns:p14="http://schemas.microsoft.com/office/powerpoint/2010/main" val="1950744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9C6C-C668-4A5D-B7D7-31733BCBC52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F6067E31-E132-484C-A3E9-98F7D80113C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4D7B5FAE-B141-41B0-9FAC-CA027D840A54}"/>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470E40F7-7A53-4579-85CC-888685046C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869962-E9D0-414F-8545-D55F5591746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1446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2E43F-4854-4ABE-88D4-51B6A8501E6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788C5FF-0584-4D4E-B809-813578D7B53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436259F9-082F-4ED2-BF44-8A9B980F0F8C}"/>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9323B400-7BC0-42F7-8F83-35BC1F0C7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A5E22-B11B-4A39-8F67-5C5B3474639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1078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F48F3-9588-4F66-8AF5-66152F4744C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1AFD0ECF-F079-4B97-8AD7-98A94F2C5C4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0C58E53-736B-4E76-BC6B-C752494FB29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FED510DD-715D-4884-B034-310E581D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A743F-C309-47A1-BD31-14DD2576F11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21402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12041-A000-429D-932F-EBC263B6E03B}"/>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4B19FFA-B0FC-4253-8D3A-C4EA86BED552}"/>
              </a:ext>
            </a:extLst>
          </p:cNvPr>
          <p:cNvSpPr>
            <a:spLocks noGrp="1"/>
          </p:cNvSpPr>
          <p:nvPr>
            <p:ph sz="half" idx="1"/>
          </p:nvPr>
        </p:nvSpPr>
        <p:spPr>
          <a:xfrm>
            <a:off x="628650" y="1825626"/>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8BF3FEA-BFC6-4916-8FC4-44585634D3A9}"/>
              </a:ext>
            </a:extLst>
          </p:cNvPr>
          <p:cNvSpPr>
            <a:spLocks noGrp="1"/>
          </p:cNvSpPr>
          <p:nvPr>
            <p:ph sz="half" idx="2"/>
          </p:nvPr>
        </p:nvSpPr>
        <p:spPr>
          <a:xfrm>
            <a:off x="4629150" y="1825626"/>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55CD1FF8-E0C5-468D-9EB9-79AFC3038729}"/>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CA7D4F85-8F4B-41C3-A431-1C3673FA3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C63E2-61C3-4251-AB23-3392349AD02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67276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80493-729D-49C1-9CCE-934D38FA5029}"/>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10A8DAD7-C0E4-47BF-B915-FFFBA85E8318}"/>
              </a:ext>
            </a:extLst>
          </p:cNvPr>
          <p:cNvSpPr>
            <a:spLocks noGrp="1"/>
          </p:cNvSpPr>
          <p:nvPr>
            <p:ph type="body" idx="1"/>
          </p:nvPr>
        </p:nvSpPr>
        <p:spPr>
          <a:xfrm>
            <a:off x="629842" y="1681163"/>
            <a:ext cx="386834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D578848F-A52D-45FD-B09C-59EF460CDA9A}"/>
              </a:ext>
            </a:extLst>
          </p:cNvPr>
          <p:cNvSpPr>
            <a:spLocks noGrp="1"/>
          </p:cNvSpPr>
          <p:nvPr>
            <p:ph sz="half" idx="2"/>
          </p:nvPr>
        </p:nvSpPr>
        <p:spPr>
          <a:xfrm>
            <a:off x="629842" y="2505075"/>
            <a:ext cx="386834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C4B2757B-9E99-4E67-9147-C2CAB20B20F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B345A869-E9F7-44E7-B81B-73FC7C2003C6}"/>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2EAC69CF-6EA6-4FA9-9894-80A1ED91210E}"/>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8" name="Footer Placeholder 7">
            <a:extLst>
              <a:ext uri="{FF2B5EF4-FFF2-40B4-BE49-F238E27FC236}">
                <a16:creationId xmlns:a16="http://schemas.microsoft.com/office/drawing/2014/main" id="{491D47D6-B75A-48C1-8923-6CA026EDA7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477BED-757E-45A1-A8FA-70BE7E1C97E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3982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7FA80-1CF3-4F43-B83D-5DC4C749465F}"/>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30C3D506-E361-49C7-81B4-4058A740EB0E}"/>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4" name="Footer Placeholder 3">
            <a:extLst>
              <a:ext uri="{FF2B5EF4-FFF2-40B4-BE49-F238E27FC236}">
                <a16:creationId xmlns:a16="http://schemas.microsoft.com/office/drawing/2014/main" id="{5B261FCD-1C02-45BC-803E-FD6880F7C4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7286F-E466-4F12-9D59-4700A71296B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86100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B1D94-6737-40F1-822B-39FAE3116810}"/>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3" name="Footer Placeholder 2">
            <a:extLst>
              <a:ext uri="{FF2B5EF4-FFF2-40B4-BE49-F238E27FC236}">
                <a16:creationId xmlns:a16="http://schemas.microsoft.com/office/drawing/2014/main" id="{B3F26EC6-FD37-4598-BABB-0396883167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4C6DB-288E-49A6-8164-EA92F8847B19}"/>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93747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6E7F-3ADE-4882-A107-7CBF76F3FC70}"/>
              </a:ext>
            </a:extLst>
          </p:cNvPr>
          <p:cNvSpPr>
            <a:spLocks noGrp="1"/>
          </p:cNvSpPr>
          <p:nvPr>
            <p:ph type="title"/>
          </p:nvPr>
        </p:nvSpPr>
        <p:spPr>
          <a:xfrm>
            <a:off x="629842"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5FB35193-45C0-4003-9F89-A23C7054E9B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F1A2B1AE-8037-44F1-9261-29EB74A80F92}"/>
              </a:ext>
            </a:extLst>
          </p:cNvPr>
          <p:cNvSpPr>
            <a:spLocks noGrp="1"/>
          </p:cNvSpPr>
          <p:nvPr>
            <p:ph type="body" sz="half" idx="2"/>
          </p:nvPr>
        </p:nvSpPr>
        <p:spPr>
          <a:xfrm>
            <a:off x="629842"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E65109C6-83CC-4797-B456-661D28DF1B7C}"/>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0012F7CA-2565-45E8-AD87-F9C1C36050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8B487C-BF2F-46DD-95BE-F43340523F6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404017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6FE2-0694-4A18-9CED-37B4BE57FA3C}"/>
              </a:ext>
            </a:extLst>
          </p:cNvPr>
          <p:cNvSpPr>
            <a:spLocks noGrp="1"/>
          </p:cNvSpPr>
          <p:nvPr>
            <p:ph type="title"/>
          </p:nvPr>
        </p:nvSpPr>
        <p:spPr>
          <a:xfrm>
            <a:off x="629842"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18ED6A4C-455A-4095-A2CA-FE2C81ED14A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1B5746AC-83C6-4E1C-8CDC-A8CA7CB76188}"/>
              </a:ext>
            </a:extLst>
          </p:cNvPr>
          <p:cNvSpPr>
            <a:spLocks noGrp="1"/>
          </p:cNvSpPr>
          <p:nvPr>
            <p:ph type="body" sz="half" idx="2"/>
          </p:nvPr>
        </p:nvSpPr>
        <p:spPr>
          <a:xfrm>
            <a:off x="629842"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9054AA5-ED71-4EEA-B927-5D87D78DF75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a:extLst>
              <a:ext uri="{FF2B5EF4-FFF2-40B4-BE49-F238E27FC236}">
                <a16:creationId xmlns:a16="http://schemas.microsoft.com/office/drawing/2014/main" id="{525685BF-F5A7-4428-81B1-C38113B1B5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B11F25-9891-4936-A8B5-C8D259278BF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21815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EE27-D130-41DC-9DE3-F14AA6199E9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F6D70B8-628B-4BEB-BA98-C7CB0F5E49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18552E2-BD2D-4156-9625-B77550A32F5A}"/>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74C66068-27C0-441D-A68F-EC5F7271B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13644-5AF2-427F-862C-AD06139EE0A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5103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197DD-D201-4E06-B301-06697100792B}"/>
              </a:ext>
            </a:extLst>
          </p:cNvPr>
          <p:cNvSpPr>
            <a:spLocks noGrp="1"/>
          </p:cNvSpPr>
          <p:nvPr>
            <p:ph type="title" orient="vert"/>
          </p:nvPr>
        </p:nvSpPr>
        <p:spPr>
          <a:xfrm>
            <a:off x="6543675" y="365126"/>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D92EF3A-A1EF-4989-B592-1122C89CD108}"/>
              </a:ext>
            </a:extLst>
          </p:cNvPr>
          <p:cNvSpPr>
            <a:spLocks noGrp="1"/>
          </p:cNvSpPr>
          <p:nvPr>
            <p:ph type="body" orient="vert" idx="1"/>
          </p:nvPr>
        </p:nvSpPr>
        <p:spPr>
          <a:xfrm>
            <a:off x="628650" y="365126"/>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8835947-44D9-4D4F-B9D9-1003139649AB}"/>
              </a:ext>
            </a:extLst>
          </p:cNvPr>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E844EBE9-E564-4BD1-BBE6-75250217E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6475FB-4C46-4197-93AB-F390FEA9C97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846177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33363455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1848343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7" name="Holder 7"/>
          <p:cNvSpPr>
            <a:spLocks noGrp="1"/>
          </p:cNvSpPr>
          <p:nvPr>
            <p:ph type="sldNum" sz="quarter" idx="7"/>
          </p:nvPr>
        </p:nvSpPr>
        <p:spPr/>
        <p:txBody>
          <a:bodyPr lIns="0" tIns="0" rIns="0" bIns="0"/>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41206934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37844" y="1918716"/>
            <a:ext cx="7068820" cy="3020695"/>
          </a:xfrm>
          <a:custGeom>
            <a:avLst/>
            <a:gdLst/>
            <a:ahLst/>
            <a:cxnLst/>
            <a:rect l="l" t="t" r="r" b="b"/>
            <a:pathLst>
              <a:path w="7068820" h="3020695">
                <a:moveTo>
                  <a:pt x="7064883" y="0"/>
                </a:moveTo>
                <a:lnTo>
                  <a:pt x="3416" y="0"/>
                </a:lnTo>
                <a:lnTo>
                  <a:pt x="0" y="3429"/>
                </a:lnTo>
                <a:lnTo>
                  <a:pt x="0" y="3017139"/>
                </a:lnTo>
                <a:lnTo>
                  <a:pt x="3416" y="3020568"/>
                </a:lnTo>
                <a:lnTo>
                  <a:pt x="7064883" y="3020568"/>
                </a:lnTo>
                <a:lnTo>
                  <a:pt x="7068311" y="3017139"/>
                </a:lnTo>
                <a:lnTo>
                  <a:pt x="7068311" y="3015488"/>
                </a:lnTo>
                <a:lnTo>
                  <a:pt x="6222" y="3015488"/>
                </a:lnTo>
                <a:lnTo>
                  <a:pt x="5080" y="3014345"/>
                </a:lnTo>
                <a:lnTo>
                  <a:pt x="5080" y="6223"/>
                </a:lnTo>
                <a:lnTo>
                  <a:pt x="6222" y="5080"/>
                </a:lnTo>
                <a:lnTo>
                  <a:pt x="7068311" y="5080"/>
                </a:lnTo>
                <a:lnTo>
                  <a:pt x="7068311" y="3429"/>
                </a:lnTo>
                <a:lnTo>
                  <a:pt x="7064883" y="0"/>
                </a:lnTo>
                <a:close/>
              </a:path>
              <a:path w="7068820" h="3020695">
                <a:moveTo>
                  <a:pt x="7068311" y="5080"/>
                </a:moveTo>
                <a:lnTo>
                  <a:pt x="7062088" y="5080"/>
                </a:lnTo>
                <a:lnTo>
                  <a:pt x="7063232" y="6223"/>
                </a:lnTo>
                <a:lnTo>
                  <a:pt x="7063232" y="3014345"/>
                </a:lnTo>
                <a:lnTo>
                  <a:pt x="7062088" y="3015488"/>
                </a:lnTo>
                <a:lnTo>
                  <a:pt x="7068311" y="3015488"/>
                </a:lnTo>
                <a:lnTo>
                  <a:pt x="7068311" y="5080"/>
                </a:lnTo>
                <a:close/>
              </a:path>
              <a:path w="7068820" h="3020695">
                <a:moveTo>
                  <a:pt x="7058152" y="10160"/>
                </a:moveTo>
                <a:lnTo>
                  <a:pt x="10159" y="10160"/>
                </a:lnTo>
                <a:lnTo>
                  <a:pt x="10159" y="3010408"/>
                </a:lnTo>
                <a:lnTo>
                  <a:pt x="7058152" y="3010408"/>
                </a:lnTo>
                <a:lnTo>
                  <a:pt x="7058152" y="3005328"/>
                </a:lnTo>
                <a:lnTo>
                  <a:pt x="15240" y="3005328"/>
                </a:lnTo>
                <a:lnTo>
                  <a:pt x="15240" y="15239"/>
                </a:lnTo>
                <a:lnTo>
                  <a:pt x="7058152" y="15239"/>
                </a:lnTo>
                <a:lnTo>
                  <a:pt x="7058152" y="10160"/>
                </a:lnTo>
                <a:close/>
              </a:path>
              <a:path w="7068820" h="3020695">
                <a:moveTo>
                  <a:pt x="7058152" y="15239"/>
                </a:moveTo>
                <a:lnTo>
                  <a:pt x="7053072" y="15239"/>
                </a:lnTo>
                <a:lnTo>
                  <a:pt x="7053072" y="3005328"/>
                </a:lnTo>
                <a:lnTo>
                  <a:pt x="7058152" y="3005328"/>
                </a:lnTo>
                <a:lnTo>
                  <a:pt x="7058152" y="15239"/>
                </a:lnTo>
                <a:close/>
              </a:path>
            </a:pathLst>
          </a:custGeom>
          <a:solidFill>
            <a:srgbClr val="4F81BC"/>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55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5" name="Holder 5"/>
          <p:cNvSpPr>
            <a:spLocks noGrp="1"/>
          </p:cNvSpPr>
          <p:nvPr>
            <p:ph type="sldNum" sz="quarter" idx="7"/>
          </p:nvPr>
        </p:nvSpPr>
        <p:spPr/>
        <p:txBody>
          <a:bodyPr lIns="0" tIns="0" rIns="0" bIns="0"/>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16397800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4" name="Holder 4"/>
          <p:cNvSpPr>
            <a:spLocks noGrp="1"/>
          </p:cNvSpPr>
          <p:nvPr>
            <p:ph type="sldNum" sz="quarter" idx="7"/>
          </p:nvPr>
        </p:nvSpPr>
        <p:spPr/>
        <p:txBody>
          <a:bodyPr lIns="0" tIns="0" rIns="0" bIns="0"/>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26962589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3810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10100" y="1447800"/>
            <a:ext cx="4076700" cy="623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10100" y="2224088"/>
            <a:ext cx="407670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10">
            <a:extLst>
              <a:ext uri="{FF2B5EF4-FFF2-40B4-BE49-F238E27FC236}">
                <a16:creationId xmlns:a16="http://schemas.microsoft.com/office/drawing/2014/main" id="{B5BEEB1F-A694-4995-9788-671EFD24B7CA}"/>
              </a:ext>
            </a:extLst>
          </p:cNvPr>
          <p:cNvSpPr>
            <a:spLocks noGrp="1" noChangeArrowheads="1"/>
          </p:cNvSpPr>
          <p:nvPr>
            <p:ph type="ftr" sz="quarter" idx="10"/>
          </p:nvPr>
        </p:nvSpPr>
        <p:spPr/>
        <p:txBody>
          <a:bodyPr/>
          <a:lstStyle>
            <a:lvl1pPr>
              <a:defRPr/>
            </a:lvl1pPr>
          </a:lstStyle>
          <a:p>
            <a:pPr>
              <a:defRPr/>
            </a:pPr>
            <a:r>
              <a:rPr lang="en-US"/>
              <a:t>© Copyright 2011 John Wiley &amp; Sons, Inc.</a:t>
            </a:r>
          </a:p>
        </p:txBody>
      </p:sp>
    </p:spTree>
    <p:extLst>
      <p:ext uri="{BB962C8B-B14F-4D97-AF65-F5344CB8AC3E}">
        <p14:creationId xmlns:p14="http://schemas.microsoft.com/office/powerpoint/2010/main" val="7207244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3810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a:extLst>
              <a:ext uri="{FF2B5EF4-FFF2-40B4-BE49-F238E27FC236}">
                <a16:creationId xmlns:a16="http://schemas.microsoft.com/office/drawing/2014/main" id="{CF077D0E-38CB-49E5-A0A1-8D56954C7222}"/>
              </a:ext>
            </a:extLst>
          </p:cNvPr>
          <p:cNvSpPr>
            <a:spLocks noGrp="1" noChangeArrowheads="1"/>
          </p:cNvSpPr>
          <p:nvPr>
            <p:ph type="ftr" sz="quarter" idx="10"/>
          </p:nvPr>
        </p:nvSpPr>
        <p:spPr/>
        <p:txBody>
          <a:bodyPr/>
          <a:lstStyle>
            <a:lvl1pPr>
              <a:defRPr/>
            </a:lvl1pPr>
          </a:lstStyle>
          <a:p>
            <a:pPr>
              <a:defRPr/>
            </a:pPr>
            <a:r>
              <a:rPr lang="en-US"/>
              <a:t>© Copyright 2011 John Wiley &amp; Sons, Inc.</a:t>
            </a:r>
          </a:p>
        </p:txBody>
      </p:sp>
    </p:spTree>
    <p:extLst>
      <p:ext uri="{BB962C8B-B14F-4D97-AF65-F5344CB8AC3E}">
        <p14:creationId xmlns:p14="http://schemas.microsoft.com/office/powerpoint/2010/main" val="28427179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image" Target="../media/image5.png"/><Relationship Id="rId5" Type="http://schemas.openxmlformats.org/officeDocument/2006/relationships/slideLayout" Target="../slideLayouts/slideLayout32.xml"/><Relationship Id="rId10" Type="http://schemas.openxmlformats.org/officeDocument/2006/relationships/image" Target="../media/image4.jpg"/><Relationship Id="rId4" Type="http://schemas.openxmlformats.org/officeDocument/2006/relationships/slideLayout" Target="../slideLayouts/slideLayout3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B8BEB75-C91A-4AC2-98C2-78D19BAC660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7AA9706-394E-4D19-9183-BB042BB5BE7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017E4DC-B885-4761-8B00-24EF44590AC3}"/>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anose="020F0502020204030204" pitchFamily="34" charset="0"/>
                <a:cs typeface="Arial" panose="020B0604020202020204" pitchFamily="34" charset="0"/>
              </a:defRPr>
            </a:lvl1pPr>
          </a:lstStyle>
          <a:p>
            <a:pPr>
              <a:defRPr/>
            </a:pPr>
            <a:r>
              <a:rPr lang="en-US" altLang="en-US"/>
              <a:t> </a:t>
            </a:r>
          </a:p>
        </p:txBody>
      </p:sp>
      <p:sp>
        <p:nvSpPr>
          <p:cNvPr id="5" name="Footer Placeholder 4">
            <a:extLst>
              <a:ext uri="{FF2B5EF4-FFF2-40B4-BE49-F238E27FC236}">
                <a16:creationId xmlns:a16="http://schemas.microsoft.com/office/drawing/2014/main" id="{50255428-02B3-4635-AE41-380546460D4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8776CE19-1D9C-444B-A492-8D915218257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a:t>2-</a:t>
            </a:r>
            <a:fld id="{5540EB1B-CE82-4275-906A-05A99A1797C6}"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8" r:id="rId4"/>
    <p:sldLayoutId id="2147483822" r:id="rId5"/>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69386F0-71BB-471D-89C5-EBFCCFF51D40}"/>
              </a:ext>
            </a:extLst>
          </p:cNvPr>
          <p:cNvSpPr>
            <a:spLocks noGrp="1" noChangeArrowheads="1"/>
          </p:cNvSpPr>
          <p:nvPr>
            <p:ph type="title"/>
          </p:nvPr>
        </p:nvSpPr>
        <p:spPr bwMode="auto">
          <a:xfrm>
            <a:off x="381000" y="381000"/>
            <a:ext cx="8305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p>
        </p:txBody>
      </p:sp>
      <p:sp>
        <p:nvSpPr>
          <p:cNvPr id="2051" name="Rectangle 3">
            <a:extLst>
              <a:ext uri="{FF2B5EF4-FFF2-40B4-BE49-F238E27FC236}">
                <a16:creationId xmlns:a16="http://schemas.microsoft.com/office/drawing/2014/main" id="{CE556341-F641-4416-92E7-8FD8CB375B89}"/>
              </a:ext>
            </a:extLst>
          </p:cNvPr>
          <p:cNvSpPr>
            <a:spLocks noGrp="1" noChangeArrowheads="1"/>
          </p:cNvSpPr>
          <p:nvPr>
            <p:ph type="body" idx="1"/>
          </p:nvPr>
        </p:nvSpPr>
        <p:spPr bwMode="auto">
          <a:xfrm>
            <a:off x="381000" y="1447800"/>
            <a:ext cx="83058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052" name="Line 5">
            <a:extLst>
              <a:ext uri="{FF2B5EF4-FFF2-40B4-BE49-F238E27FC236}">
                <a16:creationId xmlns:a16="http://schemas.microsoft.com/office/drawing/2014/main" id="{9566E7BC-17C9-4EAC-A8C2-B0D36A6A2A26}"/>
              </a:ext>
            </a:extLst>
          </p:cNvPr>
          <p:cNvSpPr>
            <a:spLocks noChangeShapeType="1"/>
          </p:cNvSpPr>
          <p:nvPr/>
        </p:nvSpPr>
        <p:spPr bwMode="auto">
          <a:xfrm flipH="1">
            <a:off x="457200" y="6019800"/>
            <a:ext cx="8229600" cy="0"/>
          </a:xfrm>
          <a:prstGeom prst="line">
            <a:avLst/>
          </a:prstGeom>
          <a:noFill/>
          <a:ln w="15875">
            <a:solidFill>
              <a:srgbClr val="B2C9D5"/>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sp>
        <p:nvSpPr>
          <p:cNvPr id="1029" name="Text Box 6">
            <a:extLst>
              <a:ext uri="{FF2B5EF4-FFF2-40B4-BE49-F238E27FC236}">
                <a16:creationId xmlns:a16="http://schemas.microsoft.com/office/drawing/2014/main" id="{B5E234DC-706A-4A62-8E0E-F14880B333C3}"/>
              </a:ext>
            </a:extLst>
          </p:cNvPr>
          <p:cNvSpPr txBox="1">
            <a:spLocks noChangeArrowheads="1"/>
          </p:cNvSpPr>
          <p:nvPr/>
        </p:nvSpPr>
        <p:spPr bwMode="auto">
          <a:xfrm>
            <a:off x="395288" y="6165850"/>
            <a:ext cx="1008062" cy="457200"/>
          </a:xfrm>
          <a:prstGeom prst="rect">
            <a:avLst/>
          </a:prstGeom>
          <a:noFill/>
          <a:ln>
            <a:noFill/>
          </a:ln>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spcBef>
                <a:spcPct val="50000"/>
              </a:spcBef>
              <a:defRPr/>
            </a:pPr>
            <a:endParaRPr lang="en-US" altLang="ms-MY" sz="2400">
              <a:solidFill>
                <a:srgbClr val="000000"/>
              </a:solidFill>
              <a:latin typeface="Times" panose="02020603050405020304" pitchFamily="18" charset="0"/>
            </a:endParaRPr>
          </a:p>
        </p:txBody>
      </p:sp>
      <p:sp>
        <p:nvSpPr>
          <p:cNvPr id="348170" name="Rectangle 10">
            <a:extLst>
              <a:ext uri="{FF2B5EF4-FFF2-40B4-BE49-F238E27FC236}">
                <a16:creationId xmlns:a16="http://schemas.microsoft.com/office/drawing/2014/main" id="{43E23DD5-032A-4047-90DA-3049E788A649}"/>
              </a:ext>
            </a:extLst>
          </p:cNvPr>
          <p:cNvSpPr>
            <a:spLocks noGrp="1" noChangeArrowheads="1"/>
          </p:cNvSpPr>
          <p:nvPr>
            <p:ph type="ftr" sz="quarter" idx="3"/>
          </p:nvPr>
        </p:nvSpPr>
        <p:spPr bwMode="auto">
          <a:xfrm>
            <a:off x="482600" y="6126163"/>
            <a:ext cx="525621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solidFill>
                  <a:srgbClr val="004D75"/>
                </a:solidFill>
                <a:latin typeface="Verdana" pitchFamily="34" charset="0"/>
                <a:cs typeface="Arial" charset="0"/>
              </a:defRPr>
            </a:lvl1pPr>
          </a:lstStyle>
          <a:p>
            <a:pPr>
              <a:defRPr/>
            </a:pPr>
            <a:r>
              <a:rPr lang="en-US"/>
              <a:t>© Copyright 2011 John Wiley &amp; Sons, Inc.</a:t>
            </a:r>
          </a:p>
        </p:txBody>
      </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hf hdr="0" ftr="0" dt="0"/>
  <p:txStyles>
    <p:titleStyle>
      <a:lvl1pPr algn="l" rtl="0" eaLnBrk="0" fontAlgn="base" hangingPunct="0">
        <a:spcBef>
          <a:spcPct val="0"/>
        </a:spcBef>
        <a:spcAft>
          <a:spcPct val="0"/>
        </a:spcAft>
        <a:defRPr sz="2800">
          <a:solidFill>
            <a:srgbClr val="004D75"/>
          </a:solidFill>
          <a:latin typeface="+mj-lt"/>
          <a:ea typeface="+mj-ea"/>
          <a:cs typeface="+mj-cs"/>
        </a:defRPr>
      </a:lvl1pPr>
      <a:lvl2pPr algn="l" rtl="0" eaLnBrk="0" fontAlgn="base" hangingPunct="0">
        <a:spcBef>
          <a:spcPct val="0"/>
        </a:spcBef>
        <a:spcAft>
          <a:spcPct val="0"/>
        </a:spcAft>
        <a:defRPr sz="2800">
          <a:solidFill>
            <a:srgbClr val="004D75"/>
          </a:solidFill>
          <a:latin typeface="Verdana" pitchFamily="34" charset="0"/>
        </a:defRPr>
      </a:lvl2pPr>
      <a:lvl3pPr algn="l" rtl="0" eaLnBrk="0" fontAlgn="base" hangingPunct="0">
        <a:spcBef>
          <a:spcPct val="0"/>
        </a:spcBef>
        <a:spcAft>
          <a:spcPct val="0"/>
        </a:spcAft>
        <a:defRPr sz="2800">
          <a:solidFill>
            <a:srgbClr val="004D75"/>
          </a:solidFill>
          <a:latin typeface="Verdana" pitchFamily="34" charset="0"/>
        </a:defRPr>
      </a:lvl3pPr>
      <a:lvl4pPr algn="l" rtl="0" eaLnBrk="0" fontAlgn="base" hangingPunct="0">
        <a:spcBef>
          <a:spcPct val="0"/>
        </a:spcBef>
        <a:spcAft>
          <a:spcPct val="0"/>
        </a:spcAft>
        <a:defRPr sz="2800">
          <a:solidFill>
            <a:srgbClr val="004D75"/>
          </a:solidFill>
          <a:latin typeface="Verdana" pitchFamily="34" charset="0"/>
        </a:defRPr>
      </a:lvl4pPr>
      <a:lvl5pPr algn="l" rtl="0" eaLnBrk="0" fontAlgn="base" hangingPunct="0">
        <a:spcBef>
          <a:spcPct val="0"/>
        </a:spcBef>
        <a:spcAft>
          <a:spcPct val="0"/>
        </a:spcAft>
        <a:defRPr sz="2800">
          <a:solidFill>
            <a:srgbClr val="004D75"/>
          </a:solidFill>
          <a:latin typeface="Verdana" pitchFamily="34" charset="0"/>
        </a:defRPr>
      </a:lvl5pPr>
      <a:lvl6pPr marL="457200" algn="l" rtl="0" fontAlgn="base">
        <a:spcBef>
          <a:spcPct val="0"/>
        </a:spcBef>
        <a:spcAft>
          <a:spcPct val="0"/>
        </a:spcAft>
        <a:defRPr sz="2800">
          <a:solidFill>
            <a:srgbClr val="004D75"/>
          </a:solidFill>
          <a:latin typeface="Verdana" pitchFamily="34" charset="0"/>
        </a:defRPr>
      </a:lvl6pPr>
      <a:lvl7pPr marL="914400" algn="l" rtl="0" fontAlgn="base">
        <a:spcBef>
          <a:spcPct val="0"/>
        </a:spcBef>
        <a:spcAft>
          <a:spcPct val="0"/>
        </a:spcAft>
        <a:defRPr sz="2800">
          <a:solidFill>
            <a:srgbClr val="004D75"/>
          </a:solidFill>
          <a:latin typeface="Verdana" pitchFamily="34" charset="0"/>
        </a:defRPr>
      </a:lvl7pPr>
      <a:lvl8pPr marL="1371600" algn="l" rtl="0" fontAlgn="base">
        <a:spcBef>
          <a:spcPct val="0"/>
        </a:spcBef>
        <a:spcAft>
          <a:spcPct val="0"/>
        </a:spcAft>
        <a:defRPr sz="2800">
          <a:solidFill>
            <a:srgbClr val="004D75"/>
          </a:solidFill>
          <a:latin typeface="Verdana" pitchFamily="34" charset="0"/>
        </a:defRPr>
      </a:lvl8pPr>
      <a:lvl9pPr marL="1828800" algn="l" rtl="0" fontAlgn="base">
        <a:spcBef>
          <a:spcPct val="0"/>
        </a:spcBef>
        <a:spcAft>
          <a:spcPct val="0"/>
        </a:spcAft>
        <a:defRPr sz="2800">
          <a:solidFill>
            <a:srgbClr val="004D75"/>
          </a:solidFill>
          <a:latin typeface="Verdana" pitchFamily="34" charset="0"/>
        </a:defRPr>
      </a:lvl9pPr>
    </p:titleStyle>
    <p:body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fontAlgn="base">
        <a:lnSpc>
          <a:spcPct val="90000"/>
        </a:lnSpc>
        <a:spcBef>
          <a:spcPct val="20000"/>
        </a:spcBef>
        <a:spcAft>
          <a:spcPct val="20000"/>
        </a:spcAft>
        <a:buChar char="»"/>
        <a:defRPr sz="1200">
          <a:solidFill>
            <a:srgbClr val="004D75"/>
          </a:solidFill>
          <a:latin typeface="+mn-lt"/>
        </a:defRPr>
      </a:lvl6pPr>
      <a:lvl7pPr marL="2149475" indent="-182563" algn="l" rtl="0" fontAlgn="base">
        <a:lnSpc>
          <a:spcPct val="90000"/>
        </a:lnSpc>
        <a:spcBef>
          <a:spcPct val="20000"/>
        </a:spcBef>
        <a:spcAft>
          <a:spcPct val="20000"/>
        </a:spcAft>
        <a:buChar char="»"/>
        <a:defRPr sz="1200">
          <a:solidFill>
            <a:srgbClr val="004D75"/>
          </a:solidFill>
          <a:latin typeface="+mn-lt"/>
        </a:defRPr>
      </a:lvl7pPr>
      <a:lvl8pPr marL="2606675" indent="-182563" algn="l" rtl="0" fontAlgn="base">
        <a:lnSpc>
          <a:spcPct val="90000"/>
        </a:lnSpc>
        <a:spcBef>
          <a:spcPct val="20000"/>
        </a:spcBef>
        <a:spcAft>
          <a:spcPct val="20000"/>
        </a:spcAft>
        <a:buChar char="»"/>
        <a:defRPr sz="1200">
          <a:solidFill>
            <a:srgbClr val="004D75"/>
          </a:solidFill>
          <a:latin typeface="+mn-lt"/>
        </a:defRPr>
      </a:lvl8pPr>
      <a:lvl9pPr marL="3063875" indent="-182563" algn="l" rtl="0" fontAlgn="base">
        <a:lnSpc>
          <a:spcPct val="90000"/>
        </a:lnSpc>
        <a:spcBef>
          <a:spcPct val="20000"/>
        </a:spcBef>
        <a:spcAft>
          <a:spcPct val="20000"/>
        </a:spcAft>
        <a:buChar char="»"/>
        <a:defRPr sz="1200">
          <a:solidFill>
            <a:srgbClr val="004D75"/>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DE0DA0-4DBF-4E7F-B325-D9110AA541F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1F925FA-68DF-4387-9E8D-0532B22745F2}"/>
              </a:ext>
            </a:extLst>
          </p:cNvPr>
          <p:cNvSpPr>
            <a:spLocks noGrp="1"/>
          </p:cNvSpPr>
          <p:nvPr>
            <p:ph type="body" idx="1"/>
          </p:nvPr>
        </p:nvSpPr>
        <p:spPr>
          <a:xfrm>
            <a:off x="628650" y="1825626"/>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417F825-97D8-4D0D-A732-008EB8B50AB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10/12/2025</a:t>
            </a:fld>
            <a:endParaRPr lang="en-US"/>
          </a:p>
        </p:txBody>
      </p:sp>
      <p:sp>
        <p:nvSpPr>
          <p:cNvPr id="5" name="Footer Placeholder 4">
            <a:extLst>
              <a:ext uri="{FF2B5EF4-FFF2-40B4-BE49-F238E27FC236}">
                <a16:creationId xmlns:a16="http://schemas.microsoft.com/office/drawing/2014/main" id="{8F2B55CC-9F6A-412F-9F6E-7750ED3FD3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9A42A8-24DE-4C92-979C-2BF3176DB28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655165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7597140" y="1533144"/>
            <a:ext cx="1542033" cy="950383"/>
          </a:xfrm>
          <a:prstGeom prst="rect">
            <a:avLst/>
          </a:prstGeom>
        </p:spPr>
      </p:pic>
      <p:pic>
        <p:nvPicPr>
          <p:cNvPr id="17" name="bg object 17"/>
          <p:cNvPicPr/>
          <p:nvPr/>
        </p:nvPicPr>
        <p:blipFill>
          <a:blip r:embed="rId10" cstate="print"/>
          <a:stretch>
            <a:fillRect/>
          </a:stretch>
        </p:blipFill>
        <p:spPr>
          <a:xfrm>
            <a:off x="7598664" y="0"/>
            <a:ext cx="1545335" cy="1484376"/>
          </a:xfrm>
          <a:prstGeom prst="rect">
            <a:avLst/>
          </a:prstGeom>
        </p:spPr>
      </p:pic>
      <p:pic>
        <p:nvPicPr>
          <p:cNvPr id="18" name="bg object 18"/>
          <p:cNvPicPr/>
          <p:nvPr/>
        </p:nvPicPr>
        <p:blipFill>
          <a:blip r:embed="rId11" cstate="print"/>
          <a:stretch>
            <a:fillRect/>
          </a:stretch>
        </p:blipFill>
        <p:spPr>
          <a:xfrm>
            <a:off x="56266" y="6338477"/>
            <a:ext cx="809213" cy="430965"/>
          </a:xfrm>
          <a:prstGeom prst="rect">
            <a:avLst/>
          </a:prstGeom>
        </p:spPr>
      </p:pic>
      <p:sp>
        <p:nvSpPr>
          <p:cNvPr id="2" name="Holder 2"/>
          <p:cNvSpPr>
            <a:spLocks noGrp="1"/>
          </p:cNvSpPr>
          <p:nvPr>
            <p:ph type="title"/>
          </p:nvPr>
        </p:nvSpPr>
        <p:spPr>
          <a:xfrm>
            <a:off x="2641345" y="3214496"/>
            <a:ext cx="3861308" cy="413385"/>
          </a:xfrm>
          <a:prstGeom prst="rect">
            <a:avLst/>
          </a:prstGeom>
        </p:spPr>
        <p:txBody>
          <a:bodyPr wrap="square" lIns="0" tIns="0" rIns="0" bIns="0">
            <a:spAutoFit/>
          </a:bodyPr>
          <a:lstStyle>
            <a:lvl1pPr>
              <a:defRPr sz="2550" b="1" i="0">
                <a:solidFill>
                  <a:schemeClr val="tx1"/>
                </a:solidFill>
                <a:latin typeface="Arial"/>
                <a:cs typeface="Arial"/>
              </a:defRPr>
            </a:lvl1pPr>
          </a:lstStyle>
          <a:p>
            <a:endParaRPr/>
          </a:p>
        </p:txBody>
      </p:sp>
      <p:sp>
        <p:nvSpPr>
          <p:cNvPr id="3" name="Holder 3"/>
          <p:cNvSpPr>
            <a:spLocks noGrp="1"/>
          </p:cNvSpPr>
          <p:nvPr>
            <p:ph type="body" idx="1"/>
          </p:nvPr>
        </p:nvSpPr>
        <p:spPr>
          <a:xfrm>
            <a:off x="281940" y="1502409"/>
            <a:ext cx="8580119" cy="3130550"/>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649217" y="6462374"/>
            <a:ext cx="1550670" cy="145415"/>
          </a:xfrm>
          <a:prstGeom prst="rect">
            <a:avLst/>
          </a:prstGeom>
        </p:spPr>
        <p:txBody>
          <a:bodyPr wrap="square" lIns="0" tIns="0" rIns="0" bIns="0">
            <a:spAutoFit/>
          </a:bodyPr>
          <a:lstStyle>
            <a:lvl1pPr>
              <a:defRPr sz="800" b="0" i="0">
                <a:solidFill>
                  <a:schemeClr val="tx1"/>
                </a:solidFill>
                <a:latin typeface="Cambria"/>
                <a:cs typeface="Cambria"/>
              </a:defRPr>
            </a:lvl1p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a:xfrm>
            <a:off x="8444483" y="6462374"/>
            <a:ext cx="201929" cy="145415"/>
          </a:xfrm>
          <a:prstGeom prst="rect">
            <a:avLst/>
          </a:prstGeom>
        </p:spPr>
        <p:txBody>
          <a:bodyPr wrap="square" lIns="0" tIns="0" rIns="0" bIns="0">
            <a:spAutoFit/>
          </a:bodyPr>
          <a:lstStyle>
            <a:lvl1pPr>
              <a:defRPr sz="800" b="0" i="0">
                <a:solidFill>
                  <a:schemeClr val="tx1"/>
                </a:solidFill>
                <a:latin typeface="Cambria"/>
                <a:cs typeface="Cambria"/>
              </a:defRPr>
            </a:lvl1pPr>
          </a:lstStyle>
          <a:p>
            <a:pPr marL="38100">
              <a:lnSpc>
                <a:spcPct val="100000"/>
              </a:lnSpc>
              <a:spcBef>
                <a:spcPts val="60"/>
              </a:spcBef>
            </a:pPr>
            <a:fld id="{81D60167-4931-47E6-BA6A-407CBD079E47}" type="slidenum">
              <a:rPr spc="-25" dirty="0"/>
              <a:t>‹#›</a:t>
            </a:fld>
            <a:endParaRPr spc="-25" dirty="0"/>
          </a:p>
        </p:txBody>
      </p:sp>
    </p:spTree>
    <p:extLst>
      <p:ext uri="{BB962C8B-B14F-4D97-AF65-F5344CB8AC3E}">
        <p14:creationId xmlns:p14="http://schemas.microsoft.com/office/powerpoint/2010/main" val="300383331"/>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3.xml"/><Relationship Id="rId1" Type="http://schemas.openxmlformats.org/officeDocument/2006/relationships/vmlDrawing" Target="../drawings/vmlDrawing1.v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0.png"/><Relationship Id="rId16" Type="http://schemas.openxmlformats.org/officeDocument/2006/relationships/image" Target="../media/image34.png"/><Relationship Id="rId1" Type="http://schemas.openxmlformats.org/officeDocument/2006/relationships/slideLayout" Target="../slideLayouts/slideLayout29.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image" Target="../media/image44.wmf"/></Relationships>
</file>

<file path=ppt/slides/_rels/slide3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76200"/>
            <a:ext cx="9144000" cy="67056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n-MY" dirty="0"/>
          </a:p>
        </p:txBody>
      </p:sp>
      <p:sp>
        <p:nvSpPr>
          <p:cNvPr id="3" name="Freeform 3"/>
          <p:cNvSpPr/>
          <p:nvPr/>
        </p:nvSpPr>
        <p:spPr>
          <a:xfrm rot="7659121">
            <a:off x="7516962" y="3935144"/>
            <a:ext cx="3814648" cy="3914284"/>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a:p>
        </p:txBody>
      </p:sp>
      <p:sp>
        <p:nvSpPr>
          <p:cNvPr id="4" name="Freeform 4"/>
          <p:cNvSpPr/>
          <p:nvPr/>
        </p:nvSpPr>
        <p:spPr>
          <a:xfrm>
            <a:off x="-3015240" y="-2238375"/>
            <a:ext cx="4511317" cy="462915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3">
              <a:alphaModFix amt="21999"/>
              <a:extLst>
                <a:ext uri="{96DAC541-7B7A-43D3-8B79-37D633B846F1}">
                  <asvg:svgBlip xmlns:asvg="http://schemas.microsoft.com/office/drawing/2016/SVG/main" r:embed="rId4"/>
                </a:ext>
              </a:extLst>
            </a:blip>
            <a:stretch>
              <a:fillRect/>
            </a:stretch>
          </a:blipFill>
        </p:spPr>
        <p:txBody>
          <a:bodyPr/>
          <a:lstStyle/>
          <a:p>
            <a:endParaRPr lang="en-MY"/>
          </a:p>
        </p:txBody>
      </p:sp>
      <p:sp>
        <p:nvSpPr>
          <p:cNvPr id="5" name="Freeform 5"/>
          <p:cNvSpPr/>
          <p:nvPr/>
        </p:nvSpPr>
        <p:spPr>
          <a:xfrm>
            <a:off x="6793139" y="877701"/>
            <a:ext cx="2350862" cy="1111317"/>
          </a:xfrm>
          <a:custGeom>
            <a:avLst/>
            <a:gdLst/>
            <a:ahLst/>
            <a:cxnLst/>
            <a:rect l="l" t="t" r="r" b="b"/>
            <a:pathLst>
              <a:path w="4701724" h="2222633">
                <a:moveTo>
                  <a:pt x="0" y="0"/>
                </a:moveTo>
                <a:lnTo>
                  <a:pt x="4701724" y="0"/>
                </a:lnTo>
                <a:lnTo>
                  <a:pt x="4701724" y="2222633"/>
                </a:lnTo>
                <a:lnTo>
                  <a:pt x="0" y="2222633"/>
                </a:lnTo>
                <a:lnTo>
                  <a:pt x="0" y="0"/>
                </a:lnTo>
                <a:close/>
              </a:path>
            </a:pathLst>
          </a:custGeom>
          <a:blipFill>
            <a:blip r:embed="rId5">
              <a:alphaModFix amt="49000"/>
              <a:extLst>
                <a:ext uri="{96DAC541-7B7A-43D3-8B79-37D633B846F1}">
                  <asvg:svgBlip xmlns:asvg="http://schemas.microsoft.com/office/drawing/2016/SVG/main" r:embed="rId6"/>
                </a:ext>
              </a:extLst>
            </a:blip>
            <a:stretch>
              <a:fillRect/>
            </a:stretch>
          </a:blipFill>
        </p:spPr>
        <p:txBody>
          <a:bodyPr/>
          <a:lstStyle/>
          <a:p>
            <a:endParaRPr lang="en-MY"/>
          </a:p>
        </p:txBody>
      </p:sp>
      <p:sp>
        <p:nvSpPr>
          <p:cNvPr id="6" name="TextBox 6"/>
          <p:cNvSpPr txBox="1"/>
          <p:nvPr/>
        </p:nvSpPr>
        <p:spPr>
          <a:xfrm>
            <a:off x="2209801" y="2861445"/>
            <a:ext cx="5001652" cy="749885"/>
          </a:xfrm>
          <a:prstGeom prst="rect">
            <a:avLst/>
          </a:prstGeom>
        </p:spPr>
        <p:txBody>
          <a:bodyPr lIns="0" tIns="0" rIns="0" bIns="0" rtlCol="0" anchor="t">
            <a:spAutoFit/>
          </a:bodyPr>
          <a:lstStyle/>
          <a:p>
            <a:pPr algn="ctr">
              <a:lnSpc>
                <a:spcPts val="6440"/>
              </a:lnSpc>
            </a:pPr>
            <a:r>
              <a:rPr lang="en-US" sz="4600" b="1" dirty="0">
                <a:solidFill>
                  <a:srgbClr val="000000"/>
                </a:solidFill>
                <a:latin typeface="Paytone One"/>
              </a:rPr>
              <a:t>Topic 2</a:t>
            </a:r>
          </a:p>
        </p:txBody>
      </p:sp>
      <p:grpSp>
        <p:nvGrpSpPr>
          <p:cNvPr id="7" name="Group 7"/>
          <p:cNvGrpSpPr/>
          <p:nvPr/>
        </p:nvGrpSpPr>
        <p:grpSpPr>
          <a:xfrm>
            <a:off x="542463" y="1149468"/>
            <a:ext cx="273095" cy="1007192"/>
            <a:chOff x="0" y="0"/>
            <a:chExt cx="55859" cy="1354667"/>
          </a:xfrm>
        </p:grpSpPr>
        <p:sp>
          <p:nvSpPr>
            <p:cNvPr id="8" name="Freeform 8"/>
            <p:cNvSpPr/>
            <p:nvPr/>
          </p:nvSpPr>
          <p:spPr>
            <a:xfrm>
              <a:off x="0" y="0"/>
              <a:ext cx="55859" cy="1354667"/>
            </a:xfrm>
            <a:custGeom>
              <a:avLst/>
              <a:gdLst/>
              <a:ahLst/>
              <a:cxnLst/>
              <a:rect l="l" t="t" r="r" b="b"/>
              <a:pathLst>
                <a:path w="55859" h="1354667">
                  <a:moveTo>
                    <a:pt x="0" y="0"/>
                  </a:moveTo>
                  <a:lnTo>
                    <a:pt x="55859" y="0"/>
                  </a:lnTo>
                  <a:lnTo>
                    <a:pt x="55859" y="1354667"/>
                  </a:lnTo>
                  <a:lnTo>
                    <a:pt x="0" y="1354667"/>
                  </a:lnTo>
                  <a:lnTo>
                    <a:pt x="0" y="0"/>
                  </a:lnTo>
                </a:path>
              </a:pathLst>
            </a:custGeom>
            <a:solidFill>
              <a:srgbClr val="F9B314"/>
            </a:solidFill>
          </p:spPr>
          <p:txBody>
            <a:bodyPr/>
            <a:lstStyle/>
            <a:p>
              <a:endParaRPr lang="en-MY"/>
            </a:p>
          </p:txBody>
        </p:sp>
        <p:sp>
          <p:nvSpPr>
            <p:cNvPr id="9" name="TextBox 9"/>
            <p:cNvSpPr txBox="1"/>
            <p:nvPr/>
          </p:nvSpPr>
          <p:spPr>
            <a:xfrm>
              <a:off x="0" y="-38100"/>
              <a:ext cx="812800" cy="850900"/>
            </a:xfrm>
            <a:prstGeom prst="rect">
              <a:avLst/>
            </a:prstGeom>
          </p:spPr>
          <p:txBody>
            <a:bodyPr lIns="25400" tIns="25400" rIns="25400" bIns="25400" rtlCol="0" anchor="ctr"/>
            <a:lstStyle/>
            <a:p>
              <a:pPr algn="ctr">
                <a:lnSpc>
                  <a:spcPts val="1330"/>
                </a:lnSpc>
              </a:pPr>
              <a:endParaRPr/>
            </a:p>
          </p:txBody>
        </p:sp>
      </p:grpSp>
      <p:sp>
        <p:nvSpPr>
          <p:cNvPr id="10" name="Freeform 10"/>
          <p:cNvSpPr/>
          <p:nvPr/>
        </p:nvSpPr>
        <p:spPr>
          <a:xfrm>
            <a:off x="825357" y="1428153"/>
            <a:ext cx="2829988" cy="1007192"/>
          </a:xfrm>
          <a:custGeom>
            <a:avLst/>
            <a:gdLst/>
            <a:ahLst/>
            <a:cxnLst/>
            <a:rect l="l" t="t" r="r" b="b"/>
            <a:pathLst>
              <a:path w="5659975" h="2014382">
                <a:moveTo>
                  <a:pt x="0" y="0"/>
                </a:moveTo>
                <a:lnTo>
                  <a:pt x="5659975" y="0"/>
                </a:lnTo>
                <a:lnTo>
                  <a:pt x="5659975" y="2014382"/>
                </a:lnTo>
                <a:lnTo>
                  <a:pt x="0" y="2014382"/>
                </a:lnTo>
                <a:lnTo>
                  <a:pt x="0" y="0"/>
                </a:lnTo>
                <a:close/>
              </a:path>
            </a:pathLst>
          </a:custGeom>
          <a:blipFill>
            <a:blip r:embed="rId7"/>
            <a:stretch>
              <a:fillRect/>
            </a:stretch>
          </a:blipFill>
        </p:spPr>
        <p:txBody>
          <a:bodyPr/>
          <a:lstStyle/>
          <a:p>
            <a:endParaRPr lang="en-MY"/>
          </a:p>
        </p:txBody>
      </p:sp>
      <p:sp>
        <p:nvSpPr>
          <p:cNvPr id="11" name="TextBox 11"/>
          <p:cNvSpPr txBox="1"/>
          <p:nvPr/>
        </p:nvSpPr>
        <p:spPr>
          <a:xfrm>
            <a:off x="1440027" y="3704168"/>
            <a:ext cx="7143403" cy="1285801"/>
          </a:xfrm>
          <a:prstGeom prst="rect">
            <a:avLst/>
          </a:prstGeom>
        </p:spPr>
        <p:txBody>
          <a:bodyPr wrap="square" lIns="0" tIns="0" rIns="0" bIns="0" rtlCol="0" anchor="t">
            <a:spAutoFit/>
          </a:bodyPr>
          <a:lstStyle/>
          <a:p>
            <a:pPr algn="ctr">
              <a:lnSpc>
                <a:spcPts val="5280"/>
              </a:lnSpc>
            </a:pPr>
            <a:r>
              <a:rPr lang="en-US" sz="3300" b="1" dirty="0">
                <a:solidFill>
                  <a:srgbClr val="1211CA"/>
                </a:solidFill>
                <a:latin typeface="Montserrat Ultra-Bold"/>
              </a:rPr>
              <a:t>PROJECT INITIATION AND PLANNING</a:t>
            </a:r>
          </a:p>
        </p:txBody>
      </p:sp>
      <p:sp>
        <p:nvSpPr>
          <p:cNvPr id="12" name="TextBox 12"/>
          <p:cNvSpPr txBox="1"/>
          <p:nvPr/>
        </p:nvSpPr>
        <p:spPr>
          <a:xfrm rot="-5400000">
            <a:off x="-1149118" y="3863794"/>
            <a:ext cx="3460633" cy="228845"/>
          </a:xfrm>
          <a:prstGeom prst="rect">
            <a:avLst/>
          </a:prstGeom>
        </p:spPr>
        <p:txBody>
          <a:bodyPr wrap="square" lIns="0" tIns="0" rIns="0" bIns="0" rtlCol="0" anchor="t">
            <a:spAutoFit/>
          </a:bodyPr>
          <a:lstStyle/>
          <a:p>
            <a:pPr>
              <a:lnSpc>
                <a:spcPts val="1960"/>
              </a:lnSpc>
            </a:pPr>
            <a:r>
              <a:rPr lang="en-US" sz="1250" dirty="0">
                <a:solidFill>
                  <a:srgbClr val="101010"/>
                </a:solidFill>
                <a:latin typeface="Montserrat Classic"/>
              </a:rPr>
              <a:t>SYSTEMS ANALYSIS AND DESIGN</a:t>
            </a:r>
          </a:p>
        </p:txBody>
      </p:sp>
      <p:sp>
        <p:nvSpPr>
          <p:cNvPr id="13" name="Freeform 3">
            <a:extLst>
              <a:ext uri="{FF2B5EF4-FFF2-40B4-BE49-F238E27FC236}">
                <a16:creationId xmlns:a16="http://schemas.microsoft.com/office/drawing/2014/main" id="{74869B65-C0E6-49B4-AA37-3461DCE03F3A}"/>
              </a:ext>
            </a:extLst>
          </p:cNvPr>
          <p:cNvSpPr/>
          <p:nvPr/>
        </p:nvSpPr>
        <p:spPr>
          <a:xfrm rot="7659121">
            <a:off x="7600470" y="3920326"/>
            <a:ext cx="3814648" cy="3914284"/>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MY"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grpSp>
        <p:nvGrpSpPr>
          <p:cNvPr id="2" name="Group 2"/>
          <p:cNvGrpSpPr/>
          <p:nvPr/>
        </p:nvGrpSpPr>
        <p:grpSpPr>
          <a:xfrm>
            <a:off x="-191913" y="881602"/>
            <a:ext cx="12254498" cy="6359011"/>
            <a:chOff x="0" y="4351989"/>
            <a:chExt cx="32678659" cy="16957362"/>
          </a:xfrm>
        </p:grpSpPr>
        <p:sp>
          <p:nvSpPr>
            <p:cNvPr id="3" name="Freeform 3"/>
            <p:cNvSpPr/>
            <p:nvPr/>
          </p:nvSpPr>
          <p:spPr>
            <a:xfrm>
              <a:off x="0" y="9917825"/>
              <a:ext cx="6950195" cy="7805604"/>
            </a:xfrm>
            <a:custGeom>
              <a:avLst/>
              <a:gdLst/>
              <a:ahLst/>
              <a:cxnLst/>
              <a:rect l="l" t="t" r="r" b="b"/>
              <a:pathLst>
                <a:path w="6950195" h="7805604">
                  <a:moveTo>
                    <a:pt x="0" y="0"/>
                  </a:moveTo>
                  <a:lnTo>
                    <a:pt x="6950195" y="0"/>
                  </a:lnTo>
                  <a:lnTo>
                    <a:pt x="6950195" y="7805604"/>
                  </a:lnTo>
                  <a:lnTo>
                    <a:pt x="0" y="7805604"/>
                  </a:lnTo>
                  <a:lnTo>
                    <a:pt x="0" y="0"/>
                  </a:lnTo>
                  <a:close/>
                </a:path>
              </a:pathLst>
            </a:custGeom>
            <a:blipFill>
              <a:blip r:embed="rId2">
                <a:alphaModFix amt="15000"/>
              </a:blip>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4" name="Freeform 4"/>
            <p:cNvSpPr/>
            <p:nvPr/>
          </p:nvSpPr>
          <p:spPr>
            <a:xfrm rot="2016048">
              <a:off x="15666463" y="4351989"/>
              <a:ext cx="17012196" cy="4253049"/>
            </a:xfrm>
            <a:custGeom>
              <a:avLst/>
              <a:gdLst/>
              <a:ahLst/>
              <a:cxnLst/>
              <a:rect l="l" t="t" r="r" b="b"/>
              <a:pathLst>
                <a:path w="17012196" h="4253049">
                  <a:moveTo>
                    <a:pt x="0" y="0"/>
                  </a:moveTo>
                  <a:lnTo>
                    <a:pt x="17012196" y="0"/>
                  </a:lnTo>
                  <a:lnTo>
                    <a:pt x="17012196" y="4253049"/>
                  </a:lnTo>
                  <a:lnTo>
                    <a:pt x="0" y="4253049"/>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5" name="Freeform 5"/>
            <p:cNvSpPr/>
            <p:nvPr/>
          </p:nvSpPr>
          <p:spPr>
            <a:xfrm>
              <a:off x="21818047" y="4420750"/>
              <a:ext cx="2631272" cy="2955121"/>
            </a:xfrm>
            <a:custGeom>
              <a:avLst/>
              <a:gdLst/>
              <a:ahLst/>
              <a:cxnLst/>
              <a:rect l="l" t="t" r="r" b="b"/>
              <a:pathLst>
                <a:path w="2631272" h="2955121">
                  <a:moveTo>
                    <a:pt x="0" y="0"/>
                  </a:moveTo>
                  <a:lnTo>
                    <a:pt x="2631272" y="0"/>
                  </a:lnTo>
                  <a:lnTo>
                    <a:pt x="2631272" y="2955121"/>
                  </a:lnTo>
                  <a:lnTo>
                    <a:pt x="0" y="2955121"/>
                  </a:lnTo>
                  <a:lnTo>
                    <a:pt x="0" y="0"/>
                  </a:lnTo>
                  <a:close/>
                </a:path>
              </a:pathLst>
            </a:custGeom>
            <a:blipFill>
              <a:blip r:embed="rId2"/>
              <a:stretch>
                <a:fillRect/>
              </a:stretch>
            </a:blip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6" name="TextBox 6"/>
            <p:cNvSpPr txBox="1"/>
            <p:nvPr/>
          </p:nvSpPr>
          <p:spPr>
            <a:xfrm>
              <a:off x="17423849" y="6877920"/>
              <a:ext cx="11872124" cy="408659"/>
            </a:xfrm>
            <a:prstGeom prst="rect">
              <a:avLst/>
            </a:prstGeom>
          </p:spPr>
          <p:txBody>
            <a:bodyPr lIns="0" tIns="0" rIns="0" bIns="0" rtlCol="0" anchor="t">
              <a:spAutoFit/>
            </a:bodyPr>
            <a:lstStyle/>
            <a:p>
              <a:pPr algn="ctr" defTabSz="457200" eaLnBrk="1" fontAlgn="auto" hangingPunct="1">
                <a:lnSpc>
                  <a:spcPts val="1334"/>
                </a:lnSpc>
                <a:spcAft>
                  <a:spcPts val="0"/>
                </a:spcAft>
              </a:pPr>
              <a:r>
                <a:rPr lang="en-US" sz="966" spc="95">
                  <a:solidFill>
                    <a:srgbClr val="231F20"/>
                  </a:solidFill>
                  <a:latin typeface="Oswald Bold"/>
                  <a:cs typeface="+mn-cs"/>
                </a:rPr>
                <a:t>SEGI UNIVERSITY</a:t>
              </a:r>
            </a:p>
          </p:txBody>
        </p:sp>
        <p:grpSp>
          <p:nvGrpSpPr>
            <p:cNvPr id="7" name="Group 7"/>
            <p:cNvGrpSpPr/>
            <p:nvPr/>
          </p:nvGrpSpPr>
          <p:grpSpPr>
            <a:xfrm>
              <a:off x="511768" y="17001671"/>
              <a:ext cx="24383999" cy="4307680"/>
              <a:chOff x="0" y="-38100"/>
              <a:chExt cx="4816592" cy="850900"/>
            </a:xfrm>
          </p:grpSpPr>
          <p:sp>
            <p:nvSpPr>
              <p:cNvPr id="8" name="Freeform 8"/>
              <p:cNvSpPr/>
              <p:nvPr/>
            </p:nvSpPr>
            <p:spPr>
              <a:xfrm>
                <a:off x="0" y="0"/>
                <a:ext cx="4816592" cy="737541"/>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9" name="TextBox 9"/>
              <p:cNvSpPr txBox="1"/>
              <p:nvPr/>
            </p:nvSpPr>
            <p:spPr>
              <a:xfrm>
                <a:off x="0" y="-38100"/>
                <a:ext cx="812800" cy="850900"/>
              </a:xfrm>
              <a:prstGeom prst="rect">
                <a:avLst/>
              </a:prstGeom>
            </p:spPr>
            <p:txBody>
              <a:bodyPr lIns="25400" tIns="25400" rIns="25400" bIns="25400" rtlCol="0" anchor="ctr"/>
              <a:lstStyle/>
              <a:p>
                <a:pPr algn="ctr" defTabSz="457200" eaLnBrk="1" fontAlgn="auto" hangingPunct="1">
                  <a:lnSpc>
                    <a:spcPts val="1742"/>
                  </a:lnSpc>
                  <a:spcBef>
                    <a:spcPts val="0"/>
                  </a:spcBef>
                  <a:spcAft>
                    <a:spcPts val="0"/>
                  </a:spcAft>
                </a:pPr>
                <a:endParaRPr sz="900">
                  <a:solidFill>
                    <a:prstClr val="black"/>
                  </a:solidFill>
                  <a:latin typeface="Calibri" panose="020F0502020204030204"/>
                  <a:cs typeface="+mn-cs"/>
                </a:endParaRPr>
              </a:p>
            </p:txBody>
          </p:sp>
        </p:grpSp>
      </p:grpSp>
      <p:grpSp>
        <p:nvGrpSpPr>
          <p:cNvPr id="10" name="Group 10"/>
          <p:cNvGrpSpPr/>
          <p:nvPr/>
        </p:nvGrpSpPr>
        <p:grpSpPr>
          <a:xfrm>
            <a:off x="2503222" y="1828826"/>
            <a:ext cx="1543051" cy="3281883"/>
            <a:chOff x="0" y="-19050"/>
            <a:chExt cx="812800" cy="1729187"/>
          </a:xfrm>
        </p:grpSpPr>
        <p:sp>
          <p:nvSpPr>
            <p:cNvPr id="11" name="Freeform 11"/>
            <p:cNvSpPr/>
            <p:nvPr/>
          </p:nvSpPr>
          <p:spPr>
            <a:xfrm>
              <a:off x="0" y="0"/>
              <a:ext cx="368852" cy="1710137"/>
            </a:xfrm>
            <a:custGeom>
              <a:avLst/>
              <a:gdLst/>
              <a:ahLst/>
              <a:cxnLst/>
              <a:rect l="l" t="t" r="r" b="b"/>
              <a:pathLst>
                <a:path w="368852" h="1710137">
                  <a:moveTo>
                    <a:pt x="0" y="0"/>
                  </a:moveTo>
                  <a:lnTo>
                    <a:pt x="368852" y="0"/>
                  </a:lnTo>
                  <a:lnTo>
                    <a:pt x="368852" y="1710137"/>
                  </a:lnTo>
                  <a:lnTo>
                    <a:pt x="0" y="1710137"/>
                  </a:lnTo>
                  <a:lnTo>
                    <a:pt x="0" y="0"/>
                  </a:lnTo>
                </a:path>
              </a:pathLst>
            </a:custGeom>
            <a:solidFill>
              <a:srgbClr val="CCCCCC"/>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12" name="TextBox 12"/>
            <p:cNvSpPr txBox="1"/>
            <p:nvPr/>
          </p:nvSpPr>
          <p:spPr>
            <a:xfrm>
              <a:off x="0" y="-19050"/>
              <a:ext cx="812800" cy="831850"/>
            </a:xfrm>
            <a:prstGeom prst="rect">
              <a:avLst/>
            </a:prstGeom>
          </p:spPr>
          <p:txBody>
            <a:bodyPr lIns="25400" tIns="25400" rIns="25400" bIns="25400" rtlCol="0" anchor="ctr"/>
            <a:lstStyle/>
            <a:p>
              <a:pPr algn="ctr" defTabSz="457200" eaLnBrk="1" fontAlgn="auto" hangingPunct="1">
                <a:lnSpc>
                  <a:spcPts val="1430"/>
                </a:lnSpc>
                <a:spcBef>
                  <a:spcPts val="0"/>
                </a:spcBef>
                <a:spcAft>
                  <a:spcPts val="0"/>
                </a:spcAft>
              </a:pPr>
              <a:endParaRPr sz="900">
                <a:solidFill>
                  <a:prstClr val="black"/>
                </a:solidFill>
                <a:latin typeface="Calibri" panose="020F0502020204030204"/>
                <a:cs typeface="+mn-cs"/>
              </a:endParaRPr>
            </a:p>
          </p:txBody>
        </p:sp>
      </p:grpSp>
      <p:sp>
        <p:nvSpPr>
          <p:cNvPr id="13" name="TextBox 13"/>
          <p:cNvSpPr txBox="1"/>
          <p:nvPr/>
        </p:nvSpPr>
        <p:spPr>
          <a:xfrm>
            <a:off x="1111248" y="711158"/>
            <a:ext cx="6328943" cy="615553"/>
          </a:xfrm>
          <a:prstGeom prst="rect">
            <a:avLst/>
          </a:prstGeom>
        </p:spPr>
        <p:txBody>
          <a:bodyPr wrap="square" lIns="0" tIns="0" rIns="0" bIns="0" rtlCol="0" anchor="t">
            <a:spAutoFit/>
          </a:bodyPr>
          <a:lstStyle/>
          <a:p>
            <a:pPr algn="ctr" defTabSz="457200" eaLnBrk="1" fontAlgn="auto" hangingPunct="1">
              <a:spcBef>
                <a:spcPts val="0"/>
              </a:spcBef>
              <a:spcAft>
                <a:spcPts val="0"/>
              </a:spcAft>
            </a:pPr>
            <a:r>
              <a:rPr lang="en-US" sz="4000" b="1" spc="489" dirty="0">
                <a:solidFill>
                  <a:srgbClr val="231F20"/>
                </a:solidFill>
                <a:latin typeface="Oswald Bold"/>
                <a:cs typeface="+mn-cs"/>
              </a:rPr>
              <a:t>CONTENT</a:t>
            </a:r>
          </a:p>
        </p:txBody>
      </p:sp>
      <p:sp>
        <p:nvSpPr>
          <p:cNvPr id="14" name="TextBox 14"/>
          <p:cNvSpPr txBox="1"/>
          <p:nvPr/>
        </p:nvSpPr>
        <p:spPr>
          <a:xfrm>
            <a:off x="3315920" y="2017532"/>
            <a:ext cx="3744784" cy="738664"/>
          </a:xfrm>
          <a:prstGeom prst="rect">
            <a:avLst/>
          </a:prstGeom>
        </p:spPr>
        <p:txBody>
          <a:bodyPr wrap="square" lIns="0" tIns="0" rIns="0" bIns="0" rtlCol="0" anchor="t">
            <a:spAutoFit/>
          </a:bodyPr>
          <a:lstStyle/>
          <a:p>
            <a:pPr defTabSz="228600" eaLnBrk="1" fontAlgn="auto" hangingPunct="1">
              <a:spcBef>
                <a:spcPct val="20000"/>
              </a:spcBef>
              <a:spcAft>
                <a:spcPts val="0"/>
              </a:spcAft>
            </a:pPr>
            <a:r>
              <a:rPr lang="en-US" sz="2400" dirty="0">
                <a:solidFill>
                  <a:prstClr val="black"/>
                </a:solidFill>
                <a:latin typeface="DM Sans" panose="020B0604020202020204" charset="0"/>
                <a:cs typeface="+mn-cs"/>
              </a:rPr>
              <a:t>Understand project initiation and planning</a:t>
            </a:r>
          </a:p>
        </p:txBody>
      </p:sp>
      <p:sp>
        <p:nvSpPr>
          <p:cNvPr id="15" name="TextBox 15"/>
          <p:cNvSpPr txBox="1"/>
          <p:nvPr/>
        </p:nvSpPr>
        <p:spPr>
          <a:xfrm>
            <a:off x="3292277" y="3097175"/>
            <a:ext cx="3897184" cy="462755"/>
          </a:xfrm>
          <a:prstGeom prst="rect">
            <a:avLst/>
          </a:prstGeom>
        </p:spPr>
        <p:txBody>
          <a:bodyPr wrap="square" lIns="0" tIns="0" rIns="0" bIns="0" rtlCol="0" anchor="t">
            <a:spAutoFit/>
          </a:bodyPr>
          <a:lstStyle/>
          <a:p>
            <a:pPr defTabSz="457200" eaLnBrk="1" fontAlgn="auto" hangingPunct="1">
              <a:lnSpc>
                <a:spcPts val="1742"/>
              </a:lnSpc>
              <a:spcBef>
                <a:spcPts val="0"/>
              </a:spcBef>
              <a:spcAft>
                <a:spcPts val="0"/>
              </a:spcAft>
            </a:pPr>
            <a:r>
              <a:rPr lang="en-US" sz="2400" spc="124" dirty="0">
                <a:solidFill>
                  <a:srgbClr val="231F20"/>
                </a:solidFill>
                <a:latin typeface="DM Sans"/>
                <a:cs typeface="+mn-cs"/>
              </a:rPr>
              <a:t>Identify and select systems projects</a:t>
            </a:r>
          </a:p>
        </p:txBody>
      </p:sp>
      <p:sp>
        <p:nvSpPr>
          <p:cNvPr id="16" name="TextBox 16"/>
          <p:cNvSpPr txBox="1"/>
          <p:nvPr/>
        </p:nvSpPr>
        <p:spPr>
          <a:xfrm>
            <a:off x="3320520" y="3969587"/>
            <a:ext cx="2895252" cy="462755"/>
          </a:xfrm>
          <a:prstGeom prst="rect">
            <a:avLst/>
          </a:prstGeom>
        </p:spPr>
        <p:txBody>
          <a:bodyPr lIns="0" tIns="0" rIns="0" bIns="0" rtlCol="0" anchor="t">
            <a:spAutoFit/>
          </a:bodyPr>
          <a:lstStyle/>
          <a:p>
            <a:pPr defTabSz="457200" eaLnBrk="1" fontAlgn="auto" hangingPunct="1">
              <a:lnSpc>
                <a:spcPts val="1742"/>
              </a:lnSpc>
              <a:spcAft>
                <a:spcPts val="0"/>
              </a:spcAft>
            </a:pPr>
            <a:r>
              <a:rPr lang="en-US" sz="2400" spc="124" dirty="0">
                <a:solidFill>
                  <a:srgbClr val="231F20"/>
                </a:solidFill>
                <a:latin typeface="DM Sans"/>
                <a:cs typeface="+mn-cs"/>
              </a:rPr>
              <a:t>Conduct feasibility analysis</a:t>
            </a:r>
          </a:p>
        </p:txBody>
      </p:sp>
      <p:sp>
        <p:nvSpPr>
          <p:cNvPr id="18" name="TextBox 18"/>
          <p:cNvSpPr txBox="1"/>
          <p:nvPr/>
        </p:nvSpPr>
        <p:spPr>
          <a:xfrm>
            <a:off x="2641077" y="2075970"/>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01</a:t>
            </a:r>
          </a:p>
        </p:txBody>
      </p:sp>
      <p:sp>
        <p:nvSpPr>
          <p:cNvPr id="19" name="TextBox 19"/>
          <p:cNvSpPr txBox="1"/>
          <p:nvPr/>
        </p:nvSpPr>
        <p:spPr>
          <a:xfrm>
            <a:off x="2641077" y="3036047"/>
            <a:ext cx="468610" cy="333425"/>
          </a:xfrm>
          <a:prstGeom prst="rect">
            <a:avLst/>
          </a:prstGeom>
        </p:spPr>
        <p:txBody>
          <a:bodyPr wrap="square"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02</a:t>
            </a:r>
          </a:p>
        </p:txBody>
      </p:sp>
      <p:sp>
        <p:nvSpPr>
          <p:cNvPr id="20" name="TextBox 20"/>
          <p:cNvSpPr txBox="1"/>
          <p:nvPr/>
        </p:nvSpPr>
        <p:spPr>
          <a:xfrm>
            <a:off x="2619038" y="3931741"/>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03</a:t>
            </a:r>
          </a:p>
        </p:txBody>
      </p:sp>
      <p:sp>
        <p:nvSpPr>
          <p:cNvPr id="21" name="TextBox 21"/>
          <p:cNvSpPr txBox="1"/>
          <p:nvPr/>
        </p:nvSpPr>
        <p:spPr>
          <a:xfrm>
            <a:off x="2601509" y="4569602"/>
            <a:ext cx="468610" cy="333425"/>
          </a:xfrm>
          <a:prstGeom prst="rect">
            <a:avLst/>
          </a:prstGeom>
        </p:spPr>
        <p:txBody>
          <a:bodyPr lIns="0" tIns="0" rIns="0" bIns="0" rtlCol="0" anchor="t">
            <a:spAutoFit/>
          </a:bodyPr>
          <a:lstStyle/>
          <a:p>
            <a:pPr algn="ctr" defTabSz="457200" eaLnBrk="1" fontAlgn="auto" hangingPunct="1">
              <a:lnSpc>
                <a:spcPts val="2564"/>
              </a:lnSpc>
              <a:spcBef>
                <a:spcPts val="0"/>
              </a:spcBef>
              <a:spcAft>
                <a:spcPts val="0"/>
              </a:spcAft>
            </a:pPr>
            <a:r>
              <a:rPr lang="en-US" sz="2400" dirty="0">
                <a:solidFill>
                  <a:srgbClr val="363636"/>
                </a:solidFill>
                <a:latin typeface="Oswald Bold Italics"/>
                <a:cs typeface="+mn-cs"/>
              </a:rPr>
              <a:t>04</a:t>
            </a:r>
          </a:p>
        </p:txBody>
      </p:sp>
      <p:sp>
        <p:nvSpPr>
          <p:cNvPr id="33" name="TextBox 16">
            <a:extLst>
              <a:ext uri="{FF2B5EF4-FFF2-40B4-BE49-F238E27FC236}">
                <a16:creationId xmlns:a16="http://schemas.microsoft.com/office/drawing/2014/main" id="{BE5CC137-C43B-46A0-8671-FB3F21DCFB14}"/>
              </a:ext>
            </a:extLst>
          </p:cNvPr>
          <p:cNvSpPr txBox="1"/>
          <p:nvPr/>
        </p:nvSpPr>
        <p:spPr>
          <a:xfrm>
            <a:off x="3307122" y="4642645"/>
            <a:ext cx="3249484" cy="462755"/>
          </a:xfrm>
          <a:prstGeom prst="rect">
            <a:avLst/>
          </a:prstGeom>
        </p:spPr>
        <p:txBody>
          <a:bodyPr wrap="square" lIns="0" tIns="0" rIns="0" bIns="0" rtlCol="0" anchor="t">
            <a:spAutoFit/>
          </a:bodyPr>
          <a:lstStyle/>
          <a:p>
            <a:pPr defTabSz="457200" eaLnBrk="1" fontAlgn="auto" hangingPunct="1">
              <a:lnSpc>
                <a:spcPts val="1742"/>
              </a:lnSpc>
              <a:spcAft>
                <a:spcPts val="0"/>
              </a:spcAft>
            </a:pPr>
            <a:r>
              <a:rPr lang="en-US" sz="2400" spc="124" dirty="0">
                <a:solidFill>
                  <a:srgbClr val="231F20"/>
                </a:solidFill>
                <a:latin typeface="DM Sans"/>
                <a:cs typeface="+mn-cs"/>
              </a:rPr>
              <a:t>Analyze and manage project risks</a:t>
            </a:r>
          </a:p>
        </p:txBody>
      </p:sp>
      <p:sp>
        <p:nvSpPr>
          <p:cNvPr id="28" name="Freeform 3">
            <a:extLst>
              <a:ext uri="{FF2B5EF4-FFF2-40B4-BE49-F238E27FC236}">
                <a16:creationId xmlns:a16="http://schemas.microsoft.com/office/drawing/2014/main" id="{2CFA7221-EEB2-47BD-A385-2B43D2A5F15A}"/>
              </a:ext>
            </a:extLst>
          </p:cNvPr>
          <p:cNvSpPr/>
          <p:nvPr/>
        </p:nvSpPr>
        <p:spPr>
          <a:xfrm rot="887923">
            <a:off x="7184855" y="-3417084"/>
            <a:ext cx="5151621" cy="6718702"/>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MY"/>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DF9F4FB-A395-432A-9852-2465048829A1}"/>
              </a:ext>
            </a:extLst>
          </p:cNvPr>
          <p:cNvSpPr>
            <a:spLocks noGrp="1"/>
          </p:cNvSpPr>
          <p:nvPr>
            <p:ph type="title"/>
          </p:nvPr>
        </p:nvSpPr>
        <p:spPr/>
        <p: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MY" kern="0" dirty="0">
                <a:solidFill>
                  <a:sysClr val="windowText" lastClr="000000"/>
                </a:solidFill>
                <a:latin typeface="Arial"/>
                <a:cs typeface="Arial"/>
              </a:rPr>
              <a:t>Introduction</a:t>
            </a:r>
          </a:p>
        </p:txBody>
      </p:sp>
      <p:sp>
        <p:nvSpPr>
          <p:cNvPr id="3" name="Content Placeholder 2">
            <a:extLst>
              <a:ext uri="{FF2B5EF4-FFF2-40B4-BE49-F238E27FC236}">
                <a16:creationId xmlns:a16="http://schemas.microsoft.com/office/drawing/2014/main" id="{17E8719D-0FB2-4860-877B-48867439AD5B}"/>
              </a:ext>
            </a:extLst>
          </p:cNvPr>
          <p:cNvSpPr>
            <a:spLocks noGrp="1"/>
          </p:cNvSpPr>
          <p:nvPr>
            <p:ph idx="1"/>
          </p:nvPr>
        </p:nvSpPr>
        <p:spPr/>
        <p:txBody>
          <a:bodyPr rtlCol="0">
            <a:normAutofit fontScale="47500" lnSpcReduction="20000"/>
          </a:bodyPr>
          <a:lstStyle/>
          <a:p>
            <a:pPr marL="584200" marR="1631950" indent="-571500" eaLnBrk="1" fontAlgn="auto" hangingPunct="1">
              <a:spcBef>
                <a:spcPts val="100"/>
              </a:spcBef>
              <a:spcAft>
                <a:spcPts val="0"/>
              </a:spcAft>
              <a:buClrTx/>
              <a:buSzTx/>
              <a:tabLst>
                <a:tab pos="3089910" algn="l"/>
              </a:tabLst>
              <a:defRPr/>
            </a:pPr>
            <a:r>
              <a:rPr lang="en-US" kern="0" dirty="0">
                <a:solidFill>
                  <a:sysClr val="windowText" lastClr="000000"/>
                </a:solidFill>
                <a:latin typeface="Arial"/>
                <a:cs typeface="Arial"/>
              </a:rPr>
              <a:t>IT</a:t>
            </a:r>
            <a:r>
              <a:rPr lang="en-US" kern="0" spc="-50" dirty="0">
                <a:solidFill>
                  <a:sysClr val="windowText" lastClr="000000"/>
                </a:solidFill>
                <a:latin typeface="Arial"/>
                <a:cs typeface="Arial"/>
              </a:rPr>
              <a:t> </a:t>
            </a:r>
            <a:r>
              <a:rPr lang="en-US" kern="0" dirty="0">
                <a:solidFill>
                  <a:sysClr val="windowText" lastClr="000000"/>
                </a:solidFill>
                <a:latin typeface="Arial"/>
                <a:cs typeface="Arial"/>
              </a:rPr>
              <a:t>is</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a</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fast</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changing</a:t>
            </a:r>
            <a:r>
              <a:rPr lang="en-US" kern="0" spc="10" dirty="0">
                <a:solidFill>
                  <a:sysClr val="windowText" lastClr="000000"/>
                </a:solidFill>
                <a:latin typeface="Arial"/>
                <a:cs typeface="Arial"/>
              </a:rPr>
              <a:t> </a:t>
            </a:r>
            <a:r>
              <a:rPr lang="en-US" kern="0" spc="-10" dirty="0">
                <a:solidFill>
                  <a:sysClr val="windowText" lastClr="000000"/>
                </a:solidFill>
                <a:latin typeface="Arial"/>
                <a:cs typeface="Arial"/>
              </a:rPr>
              <a:t>industry. </a:t>
            </a:r>
            <a:r>
              <a:rPr lang="en-US" kern="0" dirty="0">
                <a:solidFill>
                  <a:sysClr val="windowText" lastClr="000000"/>
                </a:solidFill>
                <a:latin typeface="Arial"/>
                <a:cs typeface="Arial"/>
              </a:rPr>
              <a:t>Each</a:t>
            </a:r>
            <a:r>
              <a:rPr lang="en-US" kern="0" spc="-65" dirty="0">
                <a:solidFill>
                  <a:sysClr val="windowText" lastClr="000000"/>
                </a:solidFill>
                <a:latin typeface="Arial"/>
                <a:cs typeface="Arial"/>
              </a:rPr>
              <a:t> </a:t>
            </a:r>
            <a:r>
              <a:rPr lang="en-US" kern="0" dirty="0">
                <a:solidFill>
                  <a:sysClr val="windowText" lastClr="000000"/>
                </a:solidFill>
                <a:latin typeface="Arial"/>
                <a:cs typeface="Arial"/>
              </a:rPr>
              <a:t>year,</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we</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see </a:t>
            </a:r>
            <a:r>
              <a:rPr lang="en-US" kern="0" spc="-10" dirty="0">
                <a:solidFill>
                  <a:sysClr val="windowText" lastClr="000000"/>
                </a:solidFill>
                <a:latin typeface="Arial"/>
                <a:cs typeface="Arial"/>
              </a:rPr>
              <a:t>evolutionary </a:t>
            </a:r>
            <a:r>
              <a:rPr lang="en-US" kern="0" dirty="0">
                <a:solidFill>
                  <a:sysClr val="windowText" lastClr="000000"/>
                </a:solidFill>
                <a:latin typeface="Arial"/>
                <a:cs typeface="Arial"/>
              </a:rPr>
              <a:t>developments</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in</a:t>
            </a:r>
            <a:r>
              <a:rPr lang="en-US" kern="0" spc="-40" dirty="0">
                <a:solidFill>
                  <a:sysClr val="windowText" lastClr="000000"/>
                </a:solidFill>
                <a:latin typeface="Arial"/>
                <a:cs typeface="Arial"/>
              </a:rPr>
              <a:t> </a:t>
            </a:r>
            <a:r>
              <a:rPr lang="en-US" kern="0" dirty="0">
                <a:solidFill>
                  <a:sysClr val="windowText" lastClr="000000"/>
                </a:solidFill>
                <a:latin typeface="Arial"/>
                <a:cs typeface="Arial"/>
              </a:rPr>
              <a:t>current</a:t>
            </a:r>
            <a:r>
              <a:rPr lang="en-US" kern="0" spc="-10" dirty="0">
                <a:solidFill>
                  <a:sysClr val="windowText" lastClr="000000"/>
                </a:solidFill>
                <a:latin typeface="Arial"/>
                <a:cs typeface="Arial"/>
              </a:rPr>
              <a:t> technology,</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such</a:t>
            </a:r>
            <a:r>
              <a:rPr lang="en-US" kern="0" spc="-40" dirty="0">
                <a:solidFill>
                  <a:sysClr val="windowText" lastClr="000000"/>
                </a:solidFill>
                <a:latin typeface="Arial"/>
                <a:cs typeface="Arial"/>
              </a:rPr>
              <a:t> </a:t>
            </a:r>
            <a:r>
              <a:rPr lang="en-US" kern="0" dirty="0">
                <a:solidFill>
                  <a:sysClr val="windowText" lastClr="000000"/>
                </a:solidFill>
                <a:latin typeface="Arial"/>
                <a:cs typeface="Arial"/>
              </a:rPr>
              <a:t>as</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faster</a:t>
            </a:r>
            <a:r>
              <a:rPr lang="en-US" kern="0" spc="-25" dirty="0">
                <a:solidFill>
                  <a:sysClr val="windowText" lastClr="000000"/>
                </a:solidFill>
                <a:latin typeface="Arial"/>
                <a:cs typeface="Arial"/>
              </a:rPr>
              <a:t> </a:t>
            </a:r>
            <a:r>
              <a:rPr lang="en-US" kern="0" spc="-10" dirty="0">
                <a:solidFill>
                  <a:sysClr val="windowText" lastClr="000000"/>
                </a:solidFill>
                <a:latin typeface="Arial"/>
                <a:cs typeface="Arial"/>
              </a:rPr>
              <a:t>processors, </a:t>
            </a:r>
            <a:r>
              <a:rPr lang="en-US" kern="0" dirty="0">
                <a:solidFill>
                  <a:sysClr val="windowText" lastClr="000000"/>
                </a:solidFill>
                <a:latin typeface="Arial"/>
                <a:cs typeface="Arial"/>
              </a:rPr>
              <a:t>wider</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network</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coverage</a:t>
            </a:r>
            <a:r>
              <a:rPr lang="en-US" kern="0" spc="-40" dirty="0">
                <a:solidFill>
                  <a:sysClr val="windowText" lastClr="000000"/>
                </a:solidFill>
                <a:latin typeface="Arial"/>
                <a:cs typeface="Arial"/>
              </a:rPr>
              <a:t> </a:t>
            </a:r>
            <a:r>
              <a:rPr lang="en-US" kern="0" dirty="0">
                <a:solidFill>
                  <a:sysClr val="windowText" lastClr="000000"/>
                </a:solidFill>
                <a:latin typeface="Arial"/>
                <a:cs typeface="Arial"/>
              </a:rPr>
              <a:t>and</a:t>
            </a:r>
            <a:r>
              <a:rPr lang="en-US" kern="0" spc="-45" dirty="0">
                <a:solidFill>
                  <a:sysClr val="windowText" lastClr="000000"/>
                </a:solidFill>
                <a:latin typeface="Arial"/>
                <a:cs typeface="Arial"/>
              </a:rPr>
              <a:t> </a:t>
            </a:r>
            <a:r>
              <a:rPr lang="en-US" kern="0" dirty="0">
                <a:solidFill>
                  <a:sysClr val="windowText" lastClr="000000"/>
                </a:solidFill>
                <a:latin typeface="Arial"/>
                <a:cs typeface="Arial"/>
              </a:rPr>
              <a:t>bandwidth, bigger</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storage</a:t>
            </a:r>
            <a:r>
              <a:rPr lang="en-US" kern="0" spc="-55" dirty="0">
                <a:solidFill>
                  <a:sysClr val="windowText" lastClr="000000"/>
                </a:solidFill>
                <a:latin typeface="Arial"/>
                <a:cs typeface="Arial"/>
              </a:rPr>
              <a:t> </a:t>
            </a:r>
            <a:r>
              <a:rPr lang="en-US" kern="0" spc="-10" dirty="0">
                <a:solidFill>
                  <a:sysClr val="windowText" lastClr="000000"/>
                </a:solidFill>
                <a:latin typeface="Arial"/>
                <a:cs typeface="Arial"/>
              </a:rPr>
              <a:t>capability,</a:t>
            </a:r>
            <a:r>
              <a:rPr lang="en-US" kern="0" spc="5" dirty="0">
                <a:solidFill>
                  <a:sysClr val="windowText" lastClr="000000"/>
                </a:solidFill>
                <a:latin typeface="Arial"/>
                <a:cs typeface="Arial"/>
              </a:rPr>
              <a:t> </a:t>
            </a:r>
            <a:r>
              <a:rPr lang="en-US" kern="0" spc="-10" dirty="0">
                <a:solidFill>
                  <a:sysClr val="windowText" lastClr="000000"/>
                </a:solidFill>
                <a:latin typeface="Arial"/>
                <a:cs typeface="Arial"/>
              </a:rPr>
              <a:t>autonomous </a:t>
            </a:r>
            <a:r>
              <a:rPr lang="en-US" kern="0" dirty="0">
                <a:solidFill>
                  <a:sysClr val="windowText" lastClr="000000"/>
                </a:solidFill>
                <a:latin typeface="Arial"/>
                <a:cs typeface="Arial"/>
              </a:rPr>
              <a:t>processes,</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enhanced</a:t>
            </a:r>
            <a:r>
              <a:rPr lang="en-US" kern="0" spc="-20" dirty="0">
                <a:solidFill>
                  <a:sysClr val="windowText" lastClr="000000"/>
                </a:solidFill>
                <a:latin typeface="Arial"/>
                <a:cs typeface="Arial"/>
              </a:rPr>
              <a:t> </a:t>
            </a:r>
            <a:r>
              <a:rPr lang="en-US" kern="0" spc="-10" dirty="0">
                <a:solidFill>
                  <a:sysClr val="windowText" lastClr="000000"/>
                </a:solidFill>
                <a:latin typeface="Arial"/>
                <a:cs typeface="Arial"/>
              </a:rPr>
              <a:t>cybersecurity</a:t>
            </a:r>
            <a:endParaRPr lang="en-US" kern="0" dirty="0">
              <a:solidFill>
                <a:sysClr val="windowText" lastClr="000000"/>
              </a:solidFill>
              <a:latin typeface="Arial"/>
              <a:cs typeface="Arial"/>
            </a:endParaRPr>
          </a:p>
          <a:p>
            <a:pPr eaLnBrk="1" fontAlgn="auto" hangingPunct="1">
              <a:spcBef>
                <a:spcPts val="35"/>
              </a:spcBef>
              <a:spcAft>
                <a:spcPts val="0"/>
              </a:spcAft>
              <a:buClrTx/>
              <a:buSzTx/>
              <a:defRPr/>
            </a:pPr>
            <a:endParaRPr lang="en-US" sz="5400" kern="0" dirty="0">
              <a:solidFill>
                <a:sysClr val="windowText" lastClr="000000"/>
              </a:solidFill>
              <a:latin typeface="Arial"/>
              <a:cs typeface="Arial"/>
            </a:endParaRPr>
          </a:p>
          <a:p>
            <a:pPr marL="584200" marR="171450" indent="-571500" eaLnBrk="1" fontAlgn="auto" hangingPunct="1">
              <a:spcAft>
                <a:spcPts val="0"/>
              </a:spcAft>
              <a:buClrTx/>
              <a:buSzTx/>
              <a:defRPr/>
            </a:pPr>
            <a:r>
              <a:rPr lang="en-US" kern="0" dirty="0">
                <a:solidFill>
                  <a:sysClr val="windowText" lastClr="000000"/>
                </a:solidFill>
                <a:latin typeface="Arial"/>
                <a:cs typeface="Arial"/>
              </a:rPr>
              <a:t>System Analyst</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should</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be</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aware</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of</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current</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trends</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in</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IT</a:t>
            </a:r>
            <a:r>
              <a:rPr lang="en-US" kern="0" spc="-50" dirty="0">
                <a:solidFill>
                  <a:sysClr val="windowText" lastClr="000000"/>
                </a:solidFill>
                <a:latin typeface="Arial"/>
                <a:cs typeface="Arial"/>
              </a:rPr>
              <a:t> </a:t>
            </a:r>
            <a:r>
              <a:rPr lang="en-US" kern="0" dirty="0">
                <a:solidFill>
                  <a:sysClr val="windowText" lastClr="000000"/>
                </a:solidFill>
                <a:latin typeface="Arial"/>
                <a:cs typeface="Arial"/>
              </a:rPr>
              <a:t>so</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that</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they</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can</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better</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serve</a:t>
            </a:r>
            <a:r>
              <a:rPr lang="en-US" kern="0" spc="-5" dirty="0">
                <a:solidFill>
                  <a:sysClr val="windowText" lastClr="000000"/>
                </a:solidFill>
                <a:latin typeface="Arial"/>
                <a:cs typeface="Arial"/>
              </a:rPr>
              <a:t> </a:t>
            </a:r>
            <a:r>
              <a:rPr lang="en-US" kern="0" spc="-10" dirty="0">
                <a:solidFill>
                  <a:sysClr val="windowText" lastClr="000000"/>
                </a:solidFill>
                <a:latin typeface="Arial"/>
                <a:cs typeface="Arial"/>
              </a:rPr>
              <a:t>their </a:t>
            </a:r>
            <a:r>
              <a:rPr lang="en-US" kern="0" dirty="0">
                <a:solidFill>
                  <a:sysClr val="windowText" lastClr="000000"/>
                </a:solidFill>
                <a:latin typeface="Arial"/>
                <a:cs typeface="Arial"/>
              </a:rPr>
              <a:t>companies</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and</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adapt</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their</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skill</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sets</a:t>
            </a:r>
          </a:p>
          <a:p>
            <a:pPr eaLnBrk="1" fontAlgn="auto" hangingPunct="1">
              <a:spcBef>
                <a:spcPts val="35"/>
              </a:spcBef>
              <a:spcAft>
                <a:spcPts val="0"/>
              </a:spcAft>
              <a:buClrTx/>
              <a:buSzTx/>
              <a:defRPr/>
            </a:pPr>
            <a:endParaRPr lang="en-US" sz="5400" kern="0" dirty="0">
              <a:solidFill>
                <a:sysClr val="windowText" lastClr="000000"/>
              </a:solidFill>
              <a:latin typeface="Arial"/>
              <a:cs typeface="Arial"/>
            </a:endParaRPr>
          </a:p>
          <a:p>
            <a:pPr marL="584200" marR="281305" indent="-571500" eaLnBrk="1" fontAlgn="auto" hangingPunct="1">
              <a:spcAft>
                <a:spcPts val="0"/>
              </a:spcAft>
              <a:buClrTx/>
              <a:buSzTx/>
              <a:tabLst>
                <a:tab pos="6307455" algn="l"/>
              </a:tabLst>
              <a:defRPr/>
            </a:pPr>
            <a:r>
              <a:rPr lang="en-US" kern="0" dirty="0">
                <a:solidFill>
                  <a:sysClr val="windowText" lastClr="000000"/>
                </a:solidFill>
                <a:latin typeface="Arial"/>
                <a:cs typeface="Arial"/>
              </a:rPr>
              <a:t>Business</a:t>
            </a:r>
            <a:r>
              <a:rPr lang="en-US" kern="0" spc="-35" dirty="0">
                <a:solidFill>
                  <a:sysClr val="windowText" lastClr="000000"/>
                </a:solidFill>
                <a:latin typeface="Arial"/>
                <a:cs typeface="Arial"/>
              </a:rPr>
              <a:t> </a:t>
            </a:r>
            <a:r>
              <a:rPr lang="en-US" kern="0" dirty="0">
                <a:solidFill>
                  <a:sysClr val="windowText" lastClr="000000"/>
                </a:solidFill>
                <a:latin typeface="Arial"/>
                <a:cs typeface="Arial"/>
              </a:rPr>
              <a:t>is</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also</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another</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dynamic and</a:t>
            </a:r>
            <a:r>
              <a:rPr lang="en-US" kern="0" spc="-35" dirty="0">
                <a:solidFill>
                  <a:sysClr val="windowText" lastClr="000000"/>
                </a:solidFill>
                <a:latin typeface="Arial"/>
                <a:cs typeface="Arial"/>
              </a:rPr>
              <a:t> </a:t>
            </a:r>
            <a:r>
              <a:rPr lang="en-US" kern="0" dirty="0">
                <a:solidFill>
                  <a:sysClr val="windowText" lastClr="000000"/>
                </a:solidFill>
                <a:latin typeface="Arial"/>
                <a:cs typeface="Arial"/>
              </a:rPr>
              <a:t>fast</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changing</a:t>
            </a:r>
            <a:r>
              <a:rPr lang="en-US" kern="0" spc="-10" dirty="0">
                <a:solidFill>
                  <a:sysClr val="windowText" lastClr="000000"/>
                </a:solidFill>
                <a:latin typeface="Arial"/>
                <a:cs typeface="Arial"/>
              </a:rPr>
              <a:t> industry. Modern </a:t>
            </a:r>
            <a:r>
              <a:rPr lang="en-US" kern="0" dirty="0">
                <a:solidFill>
                  <a:sysClr val="windowText" lastClr="000000"/>
                </a:solidFill>
                <a:latin typeface="Arial"/>
                <a:cs typeface="Arial"/>
              </a:rPr>
              <a:t>businesses have</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shifted</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from</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traditional</a:t>
            </a:r>
            <a:r>
              <a:rPr lang="en-US" kern="0" spc="5" dirty="0">
                <a:solidFill>
                  <a:sysClr val="windowText" lastClr="000000"/>
                </a:solidFill>
                <a:latin typeface="Arial"/>
                <a:cs typeface="Arial"/>
              </a:rPr>
              <a:t> </a:t>
            </a:r>
            <a:r>
              <a:rPr lang="en-US" kern="0" spc="-10" dirty="0">
                <a:solidFill>
                  <a:sysClr val="windowText" lastClr="000000"/>
                </a:solidFill>
                <a:latin typeface="Arial"/>
                <a:cs typeface="Arial"/>
              </a:rPr>
              <a:t>face-to-</a:t>
            </a:r>
            <a:r>
              <a:rPr lang="en-US" kern="0" dirty="0">
                <a:solidFill>
                  <a:sysClr val="windowText" lastClr="000000"/>
                </a:solidFill>
                <a:latin typeface="Arial"/>
                <a:cs typeface="Arial"/>
              </a:rPr>
              <a:t>face</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services to</a:t>
            </a:r>
            <a:r>
              <a:rPr lang="en-US" kern="0" spc="-10" dirty="0">
                <a:solidFill>
                  <a:sysClr val="windowText" lastClr="000000"/>
                </a:solidFill>
                <a:latin typeface="Arial"/>
                <a:cs typeface="Arial"/>
              </a:rPr>
              <a:t> global </a:t>
            </a:r>
            <a:r>
              <a:rPr lang="en-US" kern="0" dirty="0" err="1">
                <a:solidFill>
                  <a:sysClr val="windowText" lastClr="000000"/>
                </a:solidFill>
                <a:latin typeface="Arial"/>
                <a:cs typeface="Arial"/>
              </a:rPr>
              <a:t>digitalise</a:t>
            </a:r>
            <a:r>
              <a:rPr lang="en-US" kern="0" dirty="0">
                <a:solidFill>
                  <a:sysClr val="windowText" lastClr="000000"/>
                </a:solidFill>
                <a:latin typeface="Arial"/>
                <a:cs typeface="Arial"/>
              </a:rPr>
              <a:t> business,</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such</a:t>
            </a:r>
            <a:r>
              <a:rPr lang="en-US" kern="0" spc="-25" dirty="0">
                <a:solidFill>
                  <a:sysClr val="windowText" lastClr="000000"/>
                </a:solidFill>
                <a:latin typeface="Arial"/>
                <a:cs typeface="Arial"/>
              </a:rPr>
              <a:t> as </a:t>
            </a:r>
            <a:r>
              <a:rPr lang="en-US" kern="0" spc="-20" dirty="0">
                <a:solidFill>
                  <a:sysClr val="windowText" lastClr="000000"/>
                </a:solidFill>
                <a:latin typeface="Arial"/>
                <a:cs typeface="Arial"/>
              </a:rPr>
              <a:t>e-</a:t>
            </a:r>
            <a:r>
              <a:rPr lang="en-US" kern="0" dirty="0">
                <a:solidFill>
                  <a:sysClr val="windowText" lastClr="000000"/>
                </a:solidFill>
                <a:latin typeface="Arial"/>
                <a:cs typeface="Arial"/>
              </a:rPr>
              <a:t>commerce,</a:t>
            </a:r>
            <a:r>
              <a:rPr lang="en-US" kern="0" spc="-10" dirty="0">
                <a:solidFill>
                  <a:sysClr val="windowText" lastClr="000000"/>
                </a:solidFill>
                <a:latin typeface="Arial"/>
                <a:cs typeface="Arial"/>
              </a:rPr>
              <a:t> m-commerce, etc.</a:t>
            </a:r>
          </a:p>
          <a:p>
            <a:pPr marL="698500" marR="281305" indent="-685800" eaLnBrk="1" fontAlgn="auto" hangingPunct="1">
              <a:spcAft>
                <a:spcPts val="0"/>
              </a:spcAft>
              <a:buClrTx/>
              <a:buSzTx/>
              <a:tabLst>
                <a:tab pos="6307455" algn="l"/>
              </a:tabLst>
              <a:defRPr/>
            </a:pPr>
            <a:endParaRPr lang="en-US" sz="5400" kern="0" dirty="0">
              <a:solidFill>
                <a:sysClr val="windowText" lastClr="000000"/>
              </a:solidFill>
              <a:latin typeface="Arial"/>
              <a:cs typeface="Arial"/>
            </a:endParaRPr>
          </a:p>
          <a:p>
            <a:pPr marL="584200" indent="-571500" eaLnBrk="1" fontAlgn="auto" hangingPunct="1">
              <a:spcAft>
                <a:spcPts val="0"/>
              </a:spcAft>
              <a:buClrTx/>
              <a:buSzTx/>
              <a:defRPr/>
            </a:pPr>
            <a:r>
              <a:rPr lang="en-US" kern="0" dirty="0">
                <a:solidFill>
                  <a:sysClr val="windowText" lastClr="000000"/>
                </a:solidFill>
                <a:latin typeface="Arial"/>
                <a:cs typeface="Arial"/>
              </a:rPr>
              <a:t>IT</a:t>
            </a:r>
            <a:r>
              <a:rPr lang="en-US" kern="0" spc="-65" dirty="0">
                <a:solidFill>
                  <a:sysClr val="windowText" lastClr="000000"/>
                </a:solidFill>
                <a:latin typeface="Arial"/>
                <a:cs typeface="Arial"/>
              </a:rPr>
              <a:t> </a:t>
            </a:r>
            <a:r>
              <a:rPr lang="en-US" kern="0" dirty="0">
                <a:solidFill>
                  <a:sysClr val="windowText" lastClr="000000"/>
                </a:solidFill>
                <a:latin typeface="Arial"/>
                <a:cs typeface="Arial"/>
              </a:rPr>
              <a:t>team</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should</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be</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aware</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of</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current</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business</a:t>
            </a:r>
            <a:r>
              <a:rPr lang="en-US" kern="0" spc="-15" dirty="0">
                <a:solidFill>
                  <a:sysClr val="windowText" lastClr="000000"/>
                </a:solidFill>
                <a:latin typeface="Arial"/>
                <a:cs typeface="Arial"/>
              </a:rPr>
              <a:t> </a:t>
            </a:r>
            <a:r>
              <a:rPr lang="en-US" kern="0" dirty="0">
                <a:solidFill>
                  <a:sysClr val="windowText" lastClr="000000"/>
                </a:solidFill>
                <a:latin typeface="Arial"/>
                <a:cs typeface="Arial"/>
              </a:rPr>
              <a:t>operational</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mode</a:t>
            </a:r>
            <a:r>
              <a:rPr lang="en-US" kern="0" spc="-30" dirty="0">
                <a:solidFill>
                  <a:sysClr val="windowText" lastClr="000000"/>
                </a:solidFill>
                <a:latin typeface="Arial"/>
                <a:cs typeface="Arial"/>
              </a:rPr>
              <a:t> </a:t>
            </a:r>
            <a:r>
              <a:rPr lang="en-US" kern="0" dirty="0">
                <a:solidFill>
                  <a:sysClr val="windowText" lastClr="000000"/>
                </a:solidFill>
                <a:latin typeface="Arial"/>
                <a:cs typeface="Arial"/>
              </a:rPr>
              <a:t>so</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that</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they</a:t>
            </a:r>
            <a:r>
              <a:rPr lang="en-US" kern="0" spc="-20" dirty="0">
                <a:solidFill>
                  <a:sysClr val="windowText" lastClr="000000"/>
                </a:solidFill>
                <a:latin typeface="Arial"/>
                <a:cs typeface="Arial"/>
              </a:rPr>
              <a:t> </a:t>
            </a:r>
            <a:r>
              <a:rPr lang="en-US" kern="0" spc="-25" dirty="0">
                <a:solidFill>
                  <a:sysClr val="windowText" lastClr="000000"/>
                </a:solidFill>
                <a:latin typeface="Arial"/>
                <a:cs typeface="Arial"/>
              </a:rPr>
              <a:t>can </a:t>
            </a:r>
            <a:r>
              <a:rPr lang="en-US" kern="0" dirty="0">
                <a:solidFill>
                  <a:sysClr val="windowText" lastClr="000000"/>
                </a:solidFill>
                <a:latin typeface="Arial"/>
                <a:cs typeface="Arial"/>
              </a:rPr>
              <a:t>understand</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and</a:t>
            </a:r>
            <a:r>
              <a:rPr lang="en-US" kern="0" spc="-25" dirty="0">
                <a:solidFill>
                  <a:sysClr val="windowText" lastClr="000000"/>
                </a:solidFill>
                <a:latin typeface="Arial"/>
                <a:cs typeface="Arial"/>
              </a:rPr>
              <a:t> </a:t>
            </a:r>
            <a:r>
              <a:rPr lang="en-US" kern="0" dirty="0">
                <a:solidFill>
                  <a:sysClr val="windowText" lastClr="000000"/>
                </a:solidFill>
                <a:latin typeface="Arial"/>
                <a:cs typeface="Arial"/>
              </a:rPr>
              <a:t>support</a:t>
            </a:r>
            <a:r>
              <a:rPr lang="en-US" kern="0" spc="-10" dirty="0">
                <a:solidFill>
                  <a:sysClr val="windowText" lastClr="000000"/>
                </a:solidFill>
                <a:latin typeface="Arial"/>
                <a:cs typeface="Arial"/>
              </a:rPr>
              <a:t> </a:t>
            </a:r>
            <a:r>
              <a:rPr lang="en-US" kern="0" dirty="0">
                <a:solidFill>
                  <a:sysClr val="windowText" lastClr="000000"/>
                </a:solidFill>
                <a:latin typeface="Arial"/>
                <a:cs typeface="Arial"/>
              </a:rPr>
              <a:t>the</a:t>
            </a:r>
            <a:r>
              <a:rPr lang="en-US" kern="0" spc="-20" dirty="0">
                <a:solidFill>
                  <a:sysClr val="windowText" lastClr="000000"/>
                </a:solidFill>
                <a:latin typeface="Arial"/>
                <a:cs typeface="Arial"/>
              </a:rPr>
              <a:t> </a:t>
            </a:r>
            <a:r>
              <a:rPr lang="en-US" kern="0" dirty="0">
                <a:solidFill>
                  <a:sysClr val="windowText" lastClr="000000"/>
                </a:solidFill>
                <a:latin typeface="Arial"/>
                <a:cs typeface="Arial"/>
              </a:rPr>
              <a:t>firm’s</a:t>
            </a:r>
            <a:r>
              <a:rPr lang="en-US" kern="0" spc="-20" dirty="0">
                <a:solidFill>
                  <a:sysClr val="windowText" lastClr="000000"/>
                </a:solidFill>
                <a:latin typeface="Arial"/>
                <a:cs typeface="Arial"/>
              </a:rPr>
              <a:t> </a:t>
            </a:r>
            <a:r>
              <a:rPr lang="en-US" kern="0" spc="-10" dirty="0">
                <a:solidFill>
                  <a:sysClr val="windowText" lastClr="000000"/>
                </a:solidFill>
                <a:latin typeface="Arial"/>
                <a:cs typeface="Arial"/>
              </a:rPr>
              <a:t>long-</a:t>
            </a:r>
            <a:r>
              <a:rPr lang="en-US" kern="0" dirty="0">
                <a:solidFill>
                  <a:sysClr val="windowText" lastClr="000000"/>
                </a:solidFill>
                <a:latin typeface="Arial"/>
                <a:cs typeface="Arial"/>
              </a:rPr>
              <a:t>term</a:t>
            </a:r>
            <a:r>
              <a:rPr lang="en-US" kern="0" spc="-5" dirty="0">
                <a:solidFill>
                  <a:sysClr val="windowText" lastClr="000000"/>
                </a:solidFill>
                <a:latin typeface="Arial"/>
                <a:cs typeface="Arial"/>
              </a:rPr>
              <a:t> </a:t>
            </a:r>
            <a:r>
              <a:rPr lang="en-US" kern="0" dirty="0">
                <a:solidFill>
                  <a:sysClr val="windowText" lastClr="000000"/>
                </a:solidFill>
                <a:latin typeface="Arial"/>
                <a:cs typeface="Arial"/>
              </a:rPr>
              <a:t>strategic</a:t>
            </a:r>
            <a:r>
              <a:rPr lang="en-US" kern="0" spc="-5" dirty="0">
                <a:solidFill>
                  <a:sysClr val="windowText" lastClr="000000"/>
                </a:solidFill>
                <a:latin typeface="Arial"/>
                <a:cs typeface="Arial"/>
              </a:rPr>
              <a:t> </a:t>
            </a:r>
            <a:r>
              <a:rPr lang="en-US" kern="0" spc="-10" dirty="0">
                <a:solidFill>
                  <a:sysClr val="windowText" lastClr="000000"/>
                </a:solidFill>
                <a:latin typeface="Arial"/>
                <a:cs typeface="Arial"/>
              </a:rPr>
              <a:t>goals</a:t>
            </a:r>
            <a:endParaRPr lang="en-US" kern="0" dirty="0">
              <a:solidFill>
                <a:sysClr val="windowText" lastClr="000000"/>
              </a:solidFill>
              <a:latin typeface="Arial"/>
              <a:cs typeface="Arial"/>
            </a:endParaRPr>
          </a:p>
          <a:p>
            <a:pPr eaLnBrk="1" fontAlgn="auto" hangingPunct="1">
              <a:spcAft>
                <a:spcPts val="0"/>
              </a:spcAft>
              <a:defRPr/>
            </a:pPr>
            <a:endParaRPr lang="en-US" dirty="0"/>
          </a:p>
        </p:txBody>
      </p:sp>
      <p:sp>
        <p:nvSpPr>
          <p:cNvPr id="23556" name="Slide Number Placeholder 4">
            <a:extLst>
              <a:ext uri="{FF2B5EF4-FFF2-40B4-BE49-F238E27FC236}">
                <a16:creationId xmlns:a16="http://schemas.microsoft.com/office/drawing/2014/main" id="{D84C8210-68BC-4515-9A0A-07D351F3DC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A654D03-BEF7-4A83-B09E-CB7BF68456D9}"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
        <p:nvSpPr>
          <p:cNvPr id="5" name="Freeform 8">
            <a:extLst>
              <a:ext uri="{FF2B5EF4-FFF2-40B4-BE49-F238E27FC236}">
                <a16:creationId xmlns:a16="http://schemas.microsoft.com/office/drawing/2014/main" id="{11E11B95-145A-4311-9FD6-FE8438217F8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3"/>
          <p:cNvGrpSpPr/>
          <p:nvPr/>
        </p:nvGrpSpPr>
        <p:grpSpPr>
          <a:xfrm>
            <a:off x="0" y="914400"/>
            <a:ext cx="12062585" cy="6359011"/>
            <a:chOff x="511768" y="4351989"/>
            <a:chExt cx="32166891" cy="16957362"/>
          </a:xfrm>
        </p:grpSpPr>
        <p:sp>
          <p:nvSpPr>
            <p:cNvPr id="25" name="Freeform 25"/>
            <p:cNvSpPr/>
            <p:nvPr/>
          </p:nvSpPr>
          <p:spPr>
            <a:xfrm rot="2016048">
              <a:off x="15666463" y="4351989"/>
              <a:ext cx="17012196" cy="4253049"/>
            </a:xfrm>
            <a:custGeom>
              <a:avLst/>
              <a:gdLst/>
              <a:ahLst/>
              <a:cxnLst/>
              <a:rect l="l" t="t" r="r" b="b"/>
              <a:pathLst>
                <a:path w="17012196" h="4253049">
                  <a:moveTo>
                    <a:pt x="0" y="0"/>
                  </a:moveTo>
                  <a:lnTo>
                    <a:pt x="17012196" y="0"/>
                  </a:lnTo>
                  <a:lnTo>
                    <a:pt x="17012196" y="4253049"/>
                  </a:lnTo>
                  <a:lnTo>
                    <a:pt x="0" y="4253049"/>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0" name="TextBox 30"/>
            <p:cNvSpPr txBox="1"/>
            <p:nvPr/>
          </p:nvSpPr>
          <p:spPr>
            <a:xfrm>
              <a:off x="511768" y="17001671"/>
              <a:ext cx="4114800" cy="4307680"/>
            </a:xfrm>
            <a:prstGeom prst="rect">
              <a:avLst/>
            </a:prstGeom>
          </p:spPr>
          <p:txBody>
            <a:bodyPr lIns="25400" tIns="25400" rIns="25400" bIns="25400" rtlCol="0" anchor="ctr"/>
            <a:lstStyle/>
            <a:p>
              <a:pPr algn="ctr">
                <a:lnSpc>
                  <a:spcPts val="1742"/>
                </a:lnSpc>
              </a:pPr>
              <a:endParaRPr/>
            </a:p>
          </p:txBody>
        </p:sp>
      </p:grpSp>
      <p:sp>
        <p:nvSpPr>
          <p:cNvPr id="14" name="object 2">
            <a:extLst>
              <a:ext uri="{FF2B5EF4-FFF2-40B4-BE49-F238E27FC236}">
                <a16:creationId xmlns:a16="http://schemas.microsoft.com/office/drawing/2014/main" id="{A21F6A04-E153-4D38-88E0-A8EE2E83F486}"/>
              </a:ext>
            </a:extLst>
          </p:cNvPr>
          <p:cNvSpPr txBox="1">
            <a:spLocks/>
          </p:cNvSpPr>
          <p:nvPr/>
        </p:nvSpPr>
        <p:spPr>
          <a:xfrm>
            <a:off x="1219200" y="609600"/>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 INTRODUCTION TO PROJECT INITIATION AND PLANNING</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2A2E6A8D-8E45-4A74-B4CE-2F38D223A5D5}"/>
              </a:ext>
            </a:extLst>
          </p:cNvPr>
          <p:cNvSpPr txBox="1">
            <a:spLocks noChangeArrowheads="1"/>
          </p:cNvSpPr>
          <p:nvPr/>
        </p:nvSpPr>
        <p:spPr bwMode="auto">
          <a:xfrm>
            <a:off x="1219200" y="2246281"/>
            <a:ext cx="6800780" cy="2969150"/>
          </a:xfrm>
          <a:prstGeom prst="rect">
            <a:avLst/>
          </a:prstGeom>
        </p:spPr>
        <p:txBody>
          <a:bodyPr wrap="square" numCol="1" anchor="t" anchorCtr="0" compatLnSpc="1">
            <a:prstTxWarp prst="textNoShape">
              <a:avLst/>
            </a:prstTxWarp>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altLang="en-US" sz="2100" b="1" dirty="0">
                <a:latin typeface="Verdana" panose="020B0604030504040204" pitchFamily="34" charset="0"/>
                <a:ea typeface="Verdana" panose="020B0604030504040204" pitchFamily="34" charset="0"/>
                <a:cs typeface="Verdana" panose="020B0604030504040204" pitchFamily="34" charset="0"/>
              </a:rPr>
              <a:t>A project is identified when someone in the organization identifies a </a:t>
            </a:r>
            <a:r>
              <a:rPr lang="en-US" altLang="en-US" sz="2100" b="1" dirty="0">
                <a:solidFill>
                  <a:srgbClr val="FF0000"/>
                </a:solidFill>
                <a:latin typeface="Verdana" panose="020B0604030504040204" pitchFamily="34" charset="0"/>
                <a:ea typeface="Verdana" panose="020B0604030504040204" pitchFamily="34" charset="0"/>
                <a:cs typeface="Verdana" panose="020B0604030504040204" pitchFamily="34" charset="0"/>
              </a:rPr>
              <a:t>business need </a:t>
            </a:r>
            <a:r>
              <a:rPr lang="en-US" altLang="en-US" sz="2100" b="1" dirty="0">
                <a:latin typeface="Verdana" panose="020B0604030504040204" pitchFamily="34" charset="0"/>
                <a:ea typeface="Verdana" panose="020B0604030504040204" pitchFamily="34" charset="0"/>
                <a:cs typeface="Verdana" panose="020B0604030504040204" pitchFamily="34" charset="0"/>
              </a:rPr>
              <a:t>to build a system.</a:t>
            </a:r>
          </a:p>
          <a:p>
            <a:pPr marL="0" indent="0">
              <a:buNone/>
            </a:pPr>
            <a:endParaRPr lang="en-US" altLang="en-US" sz="2100" b="1" dirty="0">
              <a:latin typeface="Verdana" panose="020B0604030504040204" pitchFamily="34" charset="0"/>
              <a:ea typeface="Verdana" panose="020B0604030504040204" pitchFamily="34" charset="0"/>
              <a:cs typeface="Verdana" panose="020B0604030504040204" pitchFamily="34" charset="0"/>
            </a:endParaRPr>
          </a:p>
          <a:p>
            <a:r>
              <a:rPr lang="en-US" altLang="en-US" sz="2100" b="1" dirty="0">
                <a:latin typeface="Verdana" panose="020B0604030504040204" pitchFamily="34" charset="0"/>
                <a:ea typeface="Verdana" panose="020B0604030504040204" pitchFamily="34" charset="0"/>
                <a:cs typeface="Verdana" panose="020B0604030504040204" pitchFamily="34" charset="0"/>
              </a:rPr>
              <a:t>A need may surface when an organization identifies unique and competitive ways of using it.</a:t>
            </a:r>
          </a:p>
          <a:p>
            <a:pPr marL="0" indent="0">
              <a:buNone/>
            </a:pPr>
            <a:endParaRPr lang="en-US" altLang="en-US" sz="2100" b="1" dirty="0">
              <a:latin typeface="Verdana" panose="020B0604030504040204" pitchFamily="34" charset="0"/>
              <a:ea typeface="Verdana" panose="020B0604030504040204" pitchFamily="34" charset="0"/>
              <a:cs typeface="Verdana" panose="020B0604030504040204" pitchFamily="34" charset="0"/>
            </a:endParaRPr>
          </a:p>
          <a:p>
            <a:r>
              <a:rPr lang="en-US" altLang="en-US" sz="2100" b="1" dirty="0">
                <a:latin typeface="Verdana" panose="020B0604030504040204" pitchFamily="34" charset="0"/>
                <a:ea typeface="Verdana" panose="020B0604030504040204" pitchFamily="34" charset="0"/>
                <a:cs typeface="Verdana" panose="020B0604030504040204" pitchFamily="34" charset="0"/>
              </a:rPr>
              <a:t>To leverage the capabilities of </a:t>
            </a:r>
            <a:r>
              <a:rPr lang="en-US" altLang="en-US" sz="2100" b="1" dirty="0">
                <a:solidFill>
                  <a:srgbClr val="FF0000"/>
                </a:solidFill>
                <a:latin typeface="Verdana" panose="020B0604030504040204" pitchFamily="34" charset="0"/>
                <a:ea typeface="Verdana" panose="020B0604030504040204" pitchFamily="34" charset="0"/>
                <a:cs typeface="Verdana" panose="020B0604030504040204" pitchFamily="34" charset="0"/>
              </a:rPr>
              <a:t>emerging technologies</a:t>
            </a:r>
          </a:p>
          <a:p>
            <a:endParaRPr lang="en-US" altLang="en-US" sz="2100" b="1" dirty="0">
              <a:latin typeface="Verdana" panose="020B0604030504040204" pitchFamily="34" charset="0"/>
              <a:ea typeface="Verdana" panose="020B0604030504040204" pitchFamily="34" charset="0"/>
              <a:cs typeface="Verdana" panose="020B0604030504040204" pitchFamily="34" charset="0"/>
            </a:endParaRPr>
          </a:p>
          <a:p>
            <a:endParaRPr lang="en-US" altLang="en-US" sz="2100" b="1" dirty="0">
              <a:latin typeface="Verdana" panose="020B0604030504040204" pitchFamily="34" charset="0"/>
              <a:ea typeface="Verdana" panose="020B0604030504040204" pitchFamily="34" charset="0"/>
              <a:cs typeface="Verdana" panose="020B0604030504040204" pitchFamily="34" charset="0"/>
            </a:endParaRPr>
          </a:p>
          <a:p>
            <a:pPr marL="0" indent="0" algn="ctr">
              <a:buNone/>
            </a:pPr>
            <a:endParaRPr lang="en-US" altLang="en-US" sz="2100" b="1" dirty="0">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3">
            <a:extLst>
              <a:ext uri="{FF2B5EF4-FFF2-40B4-BE49-F238E27FC236}">
                <a16:creationId xmlns:a16="http://schemas.microsoft.com/office/drawing/2014/main" id="{67F7738A-4F4A-417E-8305-5825C6E8F7DD}"/>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8" name="Freeform 8">
            <a:extLst>
              <a:ext uri="{FF2B5EF4-FFF2-40B4-BE49-F238E27FC236}">
                <a16:creationId xmlns:a16="http://schemas.microsoft.com/office/drawing/2014/main" id="{024A0833-BDAB-482A-8611-27C66F3A68B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204648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1148123"/>
            <a:ext cx="6781730" cy="377989"/>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400" b="1" spc="-72" dirty="0">
                <a:latin typeface="Verdana" panose="020B0604030504040204" pitchFamily="34" charset="0"/>
                <a:ea typeface="Verdana" panose="020B0604030504040204" pitchFamily="34" charset="0"/>
              </a:rPr>
              <a:t>Project Planning Activities</a:t>
            </a:r>
          </a:p>
        </p:txBody>
      </p:sp>
      <p:graphicFrame>
        <p:nvGraphicFramePr>
          <p:cNvPr id="15" name="Object 5">
            <a:extLst>
              <a:ext uri="{FF2B5EF4-FFF2-40B4-BE49-F238E27FC236}">
                <a16:creationId xmlns:a16="http://schemas.microsoft.com/office/drawing/2014/main" id="{A43F9552-9BF5-42F0-8244-1C16761E4F50}"/>
              </a:ext>
            </a:extLst>
          </p:cNvPr>
          <p:cNvGraphicFramePr>
            <a:graphicFrameLocks noChangeAspect="1"/>
          </p:cNvGraphicFramePr>
          <p:nvPr>
            <p:extLst/>
          </p:nvPr>
        </p:nvGraphicFramePr>
        <p:xfrm>
          <a:off x="190500" y="2072880"/>
          <a:ext cx="8534400" cy="2076450"/>
        </p:xfrm>
        <a:graphic>
          <a:graphicData uri="http://schemas.openxmlformats.org/presentationml/2006/ole">
            <mc:AlternateContent xmlns:mc="http://schemas.openxmlformats.org/markup-compatibility/2006">
              <mc:Choice xmlns:v="urn:schemas-microsoft-com:vml" Requires="v">
                <p:oleObj spid="_x0000_s1026" name="Bitmap Image" r:id="rId3" imgW="6095238" imgH="1066667" progId="Paint.Picture">
                  <p:embed/>
                </p:oleObj>
              </mc:Choice>
              <mc:Fallback>
                <p:oleObj name="Bitmap Image" r:id="rId3" imgW="6095238" imgH="1066667" progId="Paint.Picture">
                  <p:embed/>
                  <p:pic>
                    <p:nvPicPr>
                      <p:cNvPr id="15" name="Object 5">
                        <a:extLst>
                          <a:ext uri="{FF2B5EF4-FFF2-40B4-BE49-F238E27FC236}">
                            <a16:creationId xmlns:a16="http://schemas.microsoft.com/office/drawing/2014/main" id="{A43F9552-9BF5-42F0-8244-1C16761E4F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2072880"/>
                        <a:ext cx="8534400" cy="2076450"/>
                      </a:xfrm>
                      <a:prstGeom prst="rect">
                        <a:avLst/>
                      </a:prstGeom>
                      <a:noFill/>
                      <a:ln>
                        <a:noFill/>
                      </a:ln>
                    </p:spPr>
                  </p:pic>
                </p:oleObj>
              </mc:Fallback>
            </mc:AlternateContent>
          </a:graphicData>
        </a:graphic>
      </p:graphicFrame>
      <p:sp>
        <p:nvSpPr>
          <p:cNvPr id="16" name="Freeform 8">
            <a:extLst>
              <a:ext uri="{FF2B5EF4-FFF2-40B4-BE49-F238E27FC236}">
                <a16:creationId xmlns:a16="http://schemas.microsoft.com/office/drawing/2014/main" id="{B4B7AD2D-E9CA-440F-AF17-646356DB146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343526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19100" y="1148123"/>
            <a:ext cx="6781730" cy="747320"/>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400" b="1" spc="-72" dirty="0">
                <a:latin typeface="Verdana" panose="020B0604030504040204" pitchFamily="34" charset="0"/>
                <a:ea typeface="Verdana" panose="020B0604030504040204" pitchFamily="34" charset="0"/>
              </a:rPr>
              <a:t>Project Planning Activities and </a:t>
            </a:r>
            <a:br>
              <a:rPr lang="en-US" sz="2400" b="1" spc="-72" dirty="0">
                <a:latin typeface="Verdana" panose="020B0604030504040204" pitchFamily="34" charset="0"/>
                <a:ea typeface="Verdana" panose="020B0604030504040204" pitchFamily="34" charset="0"/>
              </a:rPr>
            </a:br>
            <a:r>
              <a:rPr lang="en-US" sz="2400" b="1" spc="-72" dirty="0">
                <a:latin typeface="Verdana" panose="020B0604030504040204" pitchFamily="34" charset="0"/>
                <a:ea typeface="Verdana" panose="020B0604030504040204" pitchFamily="34" charset="0"/>
              </a:rPr>
              <a:t>their key questions</a:t>
            </a:r>
          </a:p>
        </p:txBody>
      </p:sp>
      <p:pic>
        <p:nvPicPr>
          <p:cNvPr id="16" name="Picture 2">
            <a:extLst>
              <a:ext uri="{FF2B5EF4-FFF2-40B4-BE49-F238E27FC236}">
                <a16:creationId xmlns:a16="http://schemas.microsoft.com/office/drawing/2014/main" id="{390C8D86-2E5A-4F13-B255-737B51C3F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89283" y="2201131"/>
            <a:ext cx="7792559" cy="24557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Freeform 8">
            <a:extLst>
              <a:ext uri="{FF2B5EF4-FFF2-40B4-BE49-F238E27FC236}">
                <a16:creationId xmlns:a16="http://schemas.microsoft.com/office/drawing/2014/main" id="{32757B5F-6362-49E0-9A24-F7EC048D8018}"/>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666641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57270" y="1477149"/>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Business Process Management (BPM)</a:t>
            </a:r>
            <a:endParaRPr lang="en-MY" sz="2700" b="1" dirty="0">
              <a:latin typeface="Verdana" panose="020B0604030504040204" pitchFamily="34" charset="0"/>
              <a:ea typeface="Verdana" panose="020B0604030504040204" pitchFamily="34" charset="0"/>
            </a:endParaRPr>
          </a:p>
        </p:txBody>
      </p:sp>
      <p:sp>
        <p:nvSpPr>
          <p:cNvPr id="15" name="Double Wave 14">
            <a:extLst>
              <a:ext uri="{FF2B5EF4-FFF2-40B4-BE49-F238E27FC236}">
                <a16:creationId xmlns:a16="http://schemas.microsoft.com/office/drawing/2014/main" id="{8386895A-3A55-4B18-B974-86453698C98B}"/>
              </a:ext>
            </a:extLst>
          </p:cNvPr>
          <p:cNvSpPr/>
          <p:nvPr/>
        </p:nvSpPr>
        <p:spPr>
          <a:xfrm>
            <a:off x="619420" y="2789244"/>
            <a:ext cx="6934200" cy="2166956"/>
          </a:xfrm>
          <a:prstGeom prst="doubleWav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altLang="en-US" sz="2700" b="1" dirty="0">
                <a:latin typeface="Verdana" panose="020B0604030504040204" pitchFamily="34" charset="0"/>
                <a:ea typeface="Verdana" panose="020B0604030504040204" pitchFamily="34" charset="0"/>
              </a:rPr>
              <a:t>BPM is a methodology used by organizations </a:t>
            </a:r>
            <a:r>
              <a:rPr lang="en-US" altLang="en-US" sz="2700" b="1" dirty="0">
                <a:solidFill>
                  <a:srgbClr val="FF0000"/>
                </a:solidFill>
                <a:latin typeface="Verdana" panose="020B0604030504040204" pitchFamily="34" charset="0"/>
                <a:ea typeface="Verdana" panose="020B0604030504040204" pitchFamily="34" charset="0"/>
              </a:rPr>
              <a:t>to continuously improve </a:t>
            </a:r>
            <a:r>
              <a:rPr lang="en-US" altLang="en-US" sz="2700" b="1" dirty="0">
                <a:latin typeface="Verdana" panose="020B0604030504040204" pitchFamily="34" charset="0"/>
                <a:ea typeface="Verdana" panose="020B0604030504040204" pitchFamily="34" charset="0"/>
              </a:rPr>
              <a:t>end-to-end business processes.</a:t>
            </a:r>
          </a:p>
        </p:txBody>
      </p:sp>
      <p:sp>
        <p:nvSpPr>
          <p:cNvPr id="16" name="Freeform 8">
            <a:extLst>
              <a:ext uri="{FF2B5EF4-FFF2-40B4-BE49-F238E27FC236}">
                <a16:creationId xmlns:a16="http://schemas.microsoft.com/office/drawing/2014/main" id="{DBD8E867-92F2-4A65-9E5B-407D9CCC83C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22370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57270" y="1477149"/>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PROCESS OF BPM</a:t>
            </a:r>
            <a:endParaRPr lang="en-MY" sz="2700" b="1" dirty="0">
              <a:latin typeface="Verdana" panose="020B0604030504040204" pitchFamily="34" charset="0"/>
              <a:ea typeface="Verdana" panose="020B0604030504040204" pitchFamily="34" charset="0"/>
            </a:endParaRPr>
          </a:p>
        </p:txBody>
      </p:sp>
      <p:graphicFrame>
        <p:nvGraphicFramePr>
          <p:cNvPr id="15" name="Diagram 14">
            <a:extLst>
              <a:ext uri="{FF2B5EF4-FFF2-40B4-BE49-F238E27FC236}">
                <a16:creationId xmlns:a16="http://schemas.microsoft.com/office/drawing/2014/main" id="{E40D2C3D-4B0F-424A-9B51-FD3DC70032F6}"/>
              </a:ext>
            </a:extLst>
          </p:cNvPr>
          <p:cNvGraphicFramePr/>
          <p:nvPr>
            <p:extLst/>
          </p:nvPr>
        </p:nvGraphicFramePr>
        <p:xfrm>
          <a:off x="386972" y="2438400"/>
          <a:ext cx="7792585" cy="2737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Freeform 8">
            <a:extLst>
              <a:ext uri="{FF2B5EF4-FFF2-40B4-BE49-F238E27FC236}">
                <a16:creationId xmlns:a16="http://schemas.microsoft.com/office/drawing/2014/main" id="{F41C14A4-63F3-4E84-AA77-EA2C13878927}"/>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324456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990670"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sz="2700" b="1" spc="-72" dirty="0">
                <a:latin typeface="Verdana" panose="020B0604030504040204" pitchFamily="34" charset="0"/>
                <a:ea typeface="Verdana" panose="020B0604030504040204" pitchFamily="34" charset="0"/>
              </a:rPr>
              <a:t>Types of Business Process</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990670" y="2081246"/>
            <a:ext cx="6781730" cy="3348815"/>
          </a:xfrm>
          <a:prstGeom prst="rect">
            <a:avLst/>
          </a:prstGeom>
          <a:ln>
            <a:solidFill>
              <a:schemeClr val="accent1"/>
            </a:solidFill>
          </a:ln>
        </p:spPr>
        <p:txBody>
          <a:bodyPr>
            <a:normAutofit lnSpcReduction="10000"/>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buNone/>
              <a:defRPr/>
            </a:pPr>
            <a:r>
              <a:rPr lang="en-US" sz="1800" b="1" dirty="0">
                <a:solidFill>
                  <a:srgbClr val="0000FF"/>
                </a:solidFill>
                <a:latin typeface="Verdana" panose="020B0604030504040204" pitchFamily="34" charset="0"/>
                <a:ea typeface="Verdana" panose="020B0604030504040204" pitchFamily="34" charset="0"/>
              </a:rPr>
              <a:t>Business process automation (BPA) </a:t>
            </a:r>
            <a:r>
              <a:rPr lang="en-US" sz="1800" dirty="0">
                <a:latin typeface="Verdana" panose="020B0604030504040204" pitchFamily="34" charset="0"/>
                <a:ea typeface="Verdana" panose="020B0604030504040204" pitchFamily="34" charset="0"/>
              </a:rPr>
              <a:t> </a:t>
            </a:r>
          </a:p>
          <a:p>
            <a:pPr>
              <a:defRPr/>
            </a:pPr>
            <a:r>
              <a:rPr lang="en-US" sz="1800" b="1" dirty="0">
                <a:solidFill>
                  <a:srgbClr val="FF0000"/>
                </a:solidFill>
                <a:latin typeface="Verdana" panose="020B0604030504040204" pitchFamily="34" charset="0"/>
                <a:ea typeface="Verdana" panose="020B0604030504040204" pitchFamily="34" charset="0"/>
              </a:rPr>
              <a:t>Technology</a:t>
            </a:r>
            <a:r>
              <a:rPr lang="en-US" sz="1800" dirty="0">
                <a:latin typeface="Verdana" panose="020B0604030504040204" pitchFamily="34" charset="0"/>
                <a:ea typeface="Verdana" panose="020B0604030504040204" pitchFamily="34" charset="0"/>
              </a:rPr>
              <a:t> components are used to complement or substitute manual process.</a:t>
            </a:r>
          </a:p>
          <a:p>
            <a:pPr marL="0" indent="0">
              <a:buNone/>
              <a:defRPr/>
            </a:pPr>
            <a:r>
              <a:rPr lang="en-US" sz="1800" b="1" dirty="0">
                <a:solidFill>
                  <a:srgbClr val="0000FF"/>
                </a:solidFill>
                <a:latin typeface="Verdana" panose="020B0604030504040204" pitchFamily="34" charset="0"/>
                <a:ea typeface="Verdana" panose="020B0604030504040204" pitchFamily="34" charset="0"/>
              </a:rPr>
              <a:t>Business process improvement (BPI)</a:t>
            </a:r>
          </a:p>
          <a:p>
            <a:pPr>
              <a:defRPr/>
            </a:pPr>
            <a:r>
              <a:rPr lang="en-US" sz="1800" dirty="0">
                <a:solidFill>
                  <a:prstClr val="black"/>
                </a:solidFill>
                <a:latin typeface="Verdana" panose="020B0604030504040204" pitchFamily="34" charset="0"/>
                <a:ea typeface="Verdana" panose="020B0604030504040204" pitchFamily="34" charset="0"/>
              </a:rPr>
              <a:t>Creating </a:t>
            </a:r>
            <a:r>
              <a:rPr lang="en-US" sz="1800" b="1" dirty="0">
                <a:solidFill>
                  <a:srgbClr val="FF0000"/>
                </a:solidFill>
                <a:latin typeface="Verdana" panose="020B0604030504040204" pitchFamily="34" charset="0"/>
                <a:ea typeface="Verdana" panose="020B0604030504040204" pitchFamily="34" charset="0"/>
              </a:rPr>
              <a:t>new, re-designed processes </a:t>
            </a:r>
            <a:r>
              <a:rPr lang="en-US" sz="1800" dirty="0">
                <a:solidFill>
                  <a:prstClr val="black"/>
                </a:solidFill>
                <a:latin typeface="Verdana" panose="020B0604030504040204" pitchFamily="34" charset="0"/>
                <a:ea typeface="Verdana" panose="020B0604030504040204" pitchFamily="34" charset="0"/>
              </a:rPr>
              <a:t>to improve the workflows, and/or utilizing new technologies enabling new process structures.</a:t>
            </a:r>
            <a:endParaRPr lang="en-US" sz="1800" dirty="0">
              <a:solidFill>
                <a:srgbClr val="0070C0"/>
              </a:solidFill>
              <a:latin typeface="Verdana" panose="020B0604030504040204" pitchFamily="34" charset="0"/>
              <a:ea typeface="Verdana" panose="020B0604030504040204" pitchFamily="34" charset="0"/>
            </a:endParaRPr>
          </a:p>
          <a:p>
            <a:pPr marL="0" indent="0">
              <a:buNone/>
              <a:defRPr/>
            </a:pPr>
            <a:r>
              <a:rPr lang="en-US" sz="1800" b="1" dirty="0">
                <a:solidFill>
                  <a:srgbClr val="0000FF"/>
                </a:solidFill>
                <a:latin typeface="Verdana" panose="020B0604030504040204" pitchFamily="34" charset="0"/>
                <a:ea typeface="Verdana" panose="020B0604030504040204" pitchFamily="34" charset="0"/>
              </a:rPr>
              <a:t>Business process reengineering (BPR)</a:t>
            </a:r>
            <a:r>
              <a:rPr lang="en-US" sz="1800" dirty="0">
                <a:solidFill>
                  <a:prstClr val="black"/>
                </a:solidFill>
                <a:latin typeface="Verdana" panose="020B0604030504040204" pitchFamily="34" charset="0"/>
                <a:ea typeface="Verdana" panose="020B0604030504040204" pitchFamily="34" charset="0"/>
              </a:rPr>
              <a:t> </a:t>
            </a:r>
          </a:p>
          <a:p>
            <a:pPr>
              <a:defRPr/>
            </a:pPr>
            <a:r>
              <a:rPr lang="en-US" sz="1800" b="1" dirty="0">
                <a:solidFill>
                  <a:srgbClr val="FF0000"/>
                </a:solidFill>
                <a:latin typeface="Verdana" panose="020B0604030504040204" pitchFamily="34" charset="0"/>
                <a:ea typeface="Verdana" panose="020B0604030504040204" pitchFamily="34" charset="0"/>
              </a:rPr>
              <a:t>Changing</a:t>
            </a:r>
            <a:r>
              <a:rPr lang="en-US" sz="1800" dirty="0">
                <a:solidFill>
                  <a:prstClr val="black"/>
                </a:solidFill>
                <a:latin typeface="Verdana" panose="020B0604030504040204" pitchFamily="34" charset="0"/>
                <a:ea typeface="Verdana" panose="020B0604030504040204" pitchFamily="34" charset="0"/>
              </a:rPr>
              <a:t> the fundamental way in which the organization operate.</a:t>
            </a:r>
            <a:endParaRPr lang="en-US" sz="1800" dirty="0">
              <a:solidFill>
                <a:srgbClr val="0070C0"/>
              </a:solidFill>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88E5C532-365A-4223-B344-5C597283B60C}"/>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855395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9750" y="2767406"/>
            <a:ext cx="5522595" cy="1305560"/>
          </a:xfrm>
          <a:prstGeom prst="rect">
            <a:avLst/>
          </a:prstGeom>
        </p:spPr>
        <p:txBody>
          <a:bodyPr vert="horz" wrap="square" lIns="0" tIns="12065" rIns="0" bIns="0" rtlCol="0">
            <a:spAutoFit/>
          </a:bodyPr>
          <a:lstStyle/>
          <a:p>
            <a:pPr algn="ctr">
              <a:lnSpc>
                <a:spcPct val="100000"/>
              </a:lnSpc>
              <a:spcBef>
                <a:spcPts val="95"/>
              </a:spcBef>
            </a:pPr>
            <a:r>
              <a:rPr sz="2800" dirty="0"/>
              <a:t>The</a:t>
            </a:r>
            <a:r>
              <a:rPr sz="2800" spc="-60" dirty="0"/>
              <a:t> </a:t>
            </a:r>
            <a:r>
              <a:rPr sz="2800" dirty="0"/>
              <a:t>starting</a:t>
            </a:r>
            <a:r>
              <a:rPr sz="2800" spc="-70" dirty="0"/>
              <a:t> </a:t>
            </a:r>
            <a:r>
              <a:rPr sz="2800" dirty="0"/>
              <a:t>point</a:t>
            </a:r>
            <a:r>
              <a:rPr sz="2800" spc="-50" dirty="0"/>
              <a:t> </a:t>
            </a:r>
            <a:r>
              <a:rPr sz="2800" dirty="0"/>
              <a:t>for</a:t>
            </a:r>
            <a:r>
              <a:rPr sz="2800" spc="-70" dirty="0"/>
              <a:t> </a:t>
            </a:r>
            <a:r>
              <a:rPr sz="2800" spc="-20" dirty="0"/>
              <a:t>most</a:t>
            </a:r>
            <a:endParaRPr sz="2800" dirty="0"/>
          </a:p>
          <a:p>
            <a:pPr marL="12700" marR="5080" algn="ctr">
              <a:lnSpc>
                <a:spcPct val="100000"/>
              </a:lnSpc>
              <a:spcBef>
                <a:spcPts val="5"/>
              </a:spcBef>
            </a:pPr>
            <a:r>
              <a:rPr sz="2800" dirty="0"/>
              <a:t>IT</a:t>
            </a:r>
            <a:r>
              <a:rPr sz="2800" spc="-60" dirty="0"/>
              <a:t> </a:t>
            </a:r>
            <a:r>
              <a:rPr sz="2800" dirty="0"/>
              <a:t>projects</a:t>
            </a:r>
            <a:r>
              <a:rPr sz="2800" spc="-30" dirty="0"/>
              <a:t> </a:t>
            </a:r>
            <a:r>
              <a:rPr sz="2800" dirty="0"/>
              <a:t>is</a:t>
            </a:r>
            <a:r>
              <a:rPr sz="2800" spc="-65" dirty="0"/>
              <a:t> </a:t>
            </a:r>
            <a:r>
              <a:rPr sz="2800" dirty="0"/>
              <a:t>upon</a:t>
            </a:r>
            <a:r>
              <a:rPr sz="2800" spc="-35" dirty="0"/>
              <a:t> </a:t>
            </a:r>
            <a:r>
              <a:rPr sz="2800" dirty="0"/>
              <a:t>the</a:t>
            </a:r>
            <a:r>
              <a:rPr sz="2800" spc="-55" dirty="0"/>
              <a:t> </a:t>
            </a:r>
            <a:r>
              <a:rPr sz="2800" dirty="0"/>
              <a:t>receipt</a:t>
            </a:r>
            <a:r>
              <a:rPr sz="2800" spc="-45" dirty="0"/>
              <a:t> </a:t>
            </a:r>
            <a:r>
              <a:rPr sz="2800" spc="-25" dirty="0"/>
              <a:t>of </a:t>
            </a:r>
            <a:r>
              <a:rPr sz="2800" dirty="0"/>
              <a:t>a</a:t>
            </a:r>
            <a:r>
              <a:rPr sz="2800" spc="-90" dirty="0"/>
              <a:t> </a:t>
            </a:r>
            <a:r>
              <a:rPr sz="2800" dirty="0">
                <a:solidFill>
                  <a:srgbClr val="FF0000"/>
                </a:solidFill>
              </a:rPr>
              <a:t>systems</a:t>
            </a:r>
            <a:r>
              <a:rPr sz="2800" spc="-50" dirty="0">
                <a:solidFill>
                  <a:srgbClr val="FF0000"/>
                </a:solidFill>
              </a:rPr>
              <a:t> </a:t>
            </a:r>
            <a:r>
              <a:rPr sz="2800" dirty="0">
                <a:solidFill>
                  <a:srgbClr val="FF0000"/>
                </a:solidFill>
              </a:rPr>
              <a:t>request</a:t>
            </a:r>
            <a:r>
              <a:rPr sz="2800" spc="-75" dirty="0">
                <a:solidFill>
                  <a:srgbClr val="FF0000"/>
                </a:solidFill>
              </a:rPr>
              <a:t> </a:t>
            </a:r>
            <a:r>
              <a:rPr sz="2800" spc="-50" dirty="0"/>
              <a:t>…</a:t>
            </a:r>
            <a:endParaRPr sz="2800" dirty="0"/>
          </a:p>
        </p:txBody>
      </p:sp>
      <p:sp>
        <p:nvSpPr>
          <p:cNvPr id="5" name="Freeform 8">
            <a:extLst>
              <a:ext uri="{FF2B5EF4-FFF2-40B4-BE49-F238E27FC236}">
                <a16:creationId xmlns:a16="http://schemas.microsoft.com/office/drawing/2014/main" id="{0CFCF705-557F-4E3D-9BDC-6DF61C0CC071}"/>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228725"/>
            <a:ext cx="6922212" cy="4414029"/>
          </a:xfrm>
          <a:prstGeom prst="rect">
            <a:avLst/>
          </a:prstGeom>
        </p:spPr>
        <p:txBody>
          <a:bodyPr vert="horz" wrap="square" lIns="0" tIns="12700" rIns="0" bIns="0" rtlCol="0">
            <a:spAutoFit/>
          </a:bodyPr>
          <a:lstStyle/>
          <a:p>
            <a:r>
              <a:rPr lang="en-US" sz="2200" dirty="0"/>
              <a:t>A </a:t>
            </a:r>
            <a:r>
              <a:rPr lang="en-US" sz="2200" b="1" dirty="0"/>
              <a:t>system request</a:t>
            </a:r>
            <a:r>
              <a:rPr lang="en-US" sz="2200" dirty="0"/>
              <a:t> is a formal document or proposal submitted by a user, department, or manager to the IT department (or system development team) to start the process of </a:t>
            </a:r>
            <a:r>
              <a:rPr lang="en-US" sz="2200" b="1" dirty="0"/>
              <a:t>developing, modifying, or improving an information system</a:t>
            </a:r>
            <a:r>
              <a:rPr lang="en-US" sz="2200" dirty="0"/>
              <a:t>.</a:t>
            </a:r>
          </a:p>
          <a:p>
            <a:endParaRPr lang="en-US" sz="2200" dirty="0"/>
          </a:p>
          <a:p>
            <a:r>
              <a:rPr lang="en-US" sz="2200" dirty="0"/>
              <a:t>It’s usually the </a:t>
            </a:r>
            <a:r>
              <a:rPr lang="en-US" sz="2200" b="1" dirty="0"/>
              <a:t>first step</a:t>
            </a:r>
            <a:r>
              <a:rPr lang="en-US" sz="2200" dirty="0"/>
              <a:t> in the </a:t>
            </a:r>
            <a:r>
              <a:rPr lang="en-US" sz="2200" b="1" dirty="0"/>
              <a:t>System Development Life Cycle (SDLC)</a:t>
            </a:r>
            <a:r>
              <a:rPr lang="en-US" sz="2200" dirty="0"/>
              <a:t> because it signals the need for a new system or changes to an existing one.</a:t>
            </a:r>
          </a:p>
          <a:p>
            <a:pPr>
              <a:lnSpc>
                <a:spcPct val="100000"/>
              </a:lnSpc>
              <a:spcBef>
                <a:spcPts val="35"/>
              </a:spcBef>
            </a:pPr>
            <a:endParaRPr sz="2200" dirty="0">
              <a:latin typeface="Arial"/>
              <a:cs typeface="Arial"/>
            </a:endParaRPr>
          </a:p>
          <a:p>
            <a:pPr marL="12700" marR="497840" algn="just">
              <a:lnSpc>
                <a:spcPct val="100000"/>
              </a:lnSpc>
            </a:pPr>
            <a:r>
              <a:rPr lang="en-US" sz="2200" dirty="0">
                <a:latin typeface="Arial"/>
                <a:cs typeface="Arial"/>
              </a:rPr>
              <a:t>The document that describes the business reasons for building a system and the value that system is expected to provide.</a:t>
            </a:r>
          </a:p>
        </p:txBody>
      </p:sp>
      <p:sp>
        <p:nvSpPr>
          <p:cNvPr id="3" name="object 3"/>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What</a:t>
            </a:r>
            <a:r>
              <a:rPr sz="2800" spc="-85" dirty="0"/>
              <a:t> </a:t>
            </a:r>
            <a:r>
              <a:rPr sz="2800" dirty="0"/>
              <a:t>is</a:t>
            </a:r>
            <a:r>
              <a:rPr sz="2800" spc="-80" dirty="0"/>
              <a:t> </a:t>
            </a:r>
            <a:r>
              <a:rPr sz="2800" dirty="0"/>
              <a:t>Systems</a:t>
            </a:r>
            <a:r>
              <a:rPr sz="2800" spc="-40" dirty="0"/>
              <a:t> </a:t>
            </a:r>
            <a:r>
              <a:rPr sz="2800" dirty="0"/>
              <a:t>Request</a:t>
            </a:r>
            <a:r>
              <a:rPr sz="2800" spc="-60" dirty="0"/>
              <a:t> </a:t>
            </a:r>
            <a:r>
              <a:rPr sz="2800" spc="-50" dirty="0"/>
              <a:t>?</a:t>
            </a:r>
            <a:endParaRPr sz="2800"/>
          </a:p>
        </p:txBody>
      </p:sp>
      <p:sp>
        <p:nvSpPr>
          <p:cNvPr id="6" name="object 6"/>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7" name="object 7"/>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10</a:t>
            </a:fld>
            <a:endParaRPr spc="-25" dirty="0"/>
          </a:p>
        </p:txBody>
      </p:sp>
      <p:sp>
        <p:nvSpPr>
          <p:cNvPr id="8" name="Freeform 8">
            <a:extLst>
              <a:ext uri="{FF2B5EF4-FFF2-40B4-BE49-F238E27FC236}">
                <a16:creationId xmlns:a16="http://schemas.microsoft.com/office/drawing/2014/main" id="{742D22A3-84CC-4A19-B743-6D52A944B46B}"/>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Why</a:t>
            </a:r>
            <a:r>
              <a:rPr sz="2800" spc="-100" dirty="0"/>
              <a:t> </a:t>
            </a:r>
            <a:r>
              <a:rPr sz="2800" dirty="0"/>
              <a:t>systems</a:t>
            </a:r>
            <a:r>
              <a:rPr sz="2800" spc="-50" dirty="0"/>
              <a:t> </a:t>
            </a:r>
            <a:r>
              <a:rPr sz="2800" dirty="0"/>
              <a:t>request</a:t>
            </a:r>
            <a:r>
              <a:rPr sz="2800" spc="-75" dirty="0"/>
              <a:t> </a:t>
            </a:r>
            <a:r>
              <a:rPr sz="2800" spc="-50" dirty="0"/>
              <a:t>?</a:t>
            </a:r>
            <a:endParaRPr sz="2800" dirty="0"/>
          </a:p>
        </p:txBody>
      </p:sp>
      <p:pic>
        <p:nvPicPr>
          <p:cNvPr id="3" name="object 3"/>
          <p:cNvPicPr/>
          <p:nvPr/>
        </p:nvPicPr>
        <p:blipFill>
          <a:blip r:embed="rId2" cstate="print"/>
          <a:stretch>
            <a:fillRect/>
          </a:stretch>
        </p:blipFill>
        <p:spPr>
          <a:xfrm>
            <a:off x="310895" y="1572767"/>
            <a:ext cx="4114800" cy="3398520"/>
          </a:xfrm>
          <a:prstGeom prst="rect">
            <a:avLst/>
          </a:prstGeom>
        </p:spPr>
      </p:pic>
      <p:sp>
        <p:nvSpPr>
          <p:cNvPr id="4" name="object 4"/>
          <p:cNvSpPr/>
          <p:nvPr/>
        </p:nvSpPr>
        <p:spPr>
          <a:xfrm>
            <a:off x="4628388" y="1513332"/>
            <a:ext cx="4192904" cy="4939665"/>
          </a:xfrm>
          <a:custGeom>
            <a:avLst/>
            <a:gdLst/>
            <a:ahLst/>
            <a:cxnLst/>
            <a:rect l="l" t="t" r="r" b="b"/>
            <a:pathLst>
              <a:path w="4192904" h="4939665">
                <a:moveTo>
                  <a:pt x="4192523" y="0"/>
                </a:moveTo>
                <a:lnTo>
                  <a:pt x="0" y="0"/>
                </a:lnTo>
                <a:lnTo>
                  <a:pt x="0" y="4939284"/>
                </a:lnTo>
                <a:lnTo>
                  <a:pt x="4192523" y="4939284"/>
                </a:lnTo>
                <a:lnTo>
                  <a:pt x="4192523" y="0"/>
                </a:lnTo>
                <a:close/>
              </a:path>
            </a:pathLst>
          </a:custGeom>
          <a:solidFill>
            <a:srgbClr val="FFFFFF"/>
          </a:solidFill>
        </p:spPr>
        <p:txBody>
          <a:bodyPr wrap="square" lIns="0" tIns="0" rIns="0" bIns="0" rtlCol="0"/>
          <a:lstStyle/>
          <a:p>
            <a:endParaRPr/>
          </a:p>
        </p:txBody>
      </p:sp>
      <p:sp>
        <p:nvSpPr>
          <p:cNvPr id="5" name="object 5"/>
          <p:cNvSpPr txBox="1"/>
          <p:nvPr/>
        </p:nvSpPr>
        <p:spPr>
          <a:xfrm>
            <a:off x="4716907" y="1500962"/>
            <a:ext cx="3955415" cy="3089910"/>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4F81BC"/>
                </a:solidFill>
                <a:latin typeface="Arial"/>
                <a:cs typeface="Arial"/>
              </a:rPr>
              <a:t>Stronger</a:t>
            </a:r>
            <a:r>
              <a:rPr sz="1500" b="1" spc="-45" dirty="0">
                <a:solidFill>
                  <a:srgbClr val="4F81BC"/>
                </a:solidFill>
                <a:latin typeface="Arial"/>
                <a:cs typeface="Arial"/>
              </a:rPr>
              <a:t> </a:t>
            </a:r>
            <a:r>
              <a:rPr sz="1500" b="1" spc="-10" dirty="0">
                <a:solidFill>
                  <a:srgbClr val="4F81BC"/>
                </a:solidFill>
                <a:latin typeface="Arial"/>
                <a:cs typeface="Arial"/>
              </a:rPr>
              <a:t>controls</a:t>
            </a:r>
            <a:endParaRPr sz="1500">
              <a:latin typeface="Arial"/>
              <a:cs typeface="Arial"/>
            </a:endParaRPr>
          </a:p>
          <a:p>
            <a:pPr marL="12700">
              <a:lnSpc>
                <a:spcPct val="100000"/>
              </a:lnSpc>
              <a:spcBef>
                <a:spcPts val="5"/>
              </a:spcBef>
            </a:pPr>
            <a:r>
              <a:rPr sz="1500" spc="-85" dirty="0">
                <a:latin typeface="Arial"/>
                <a:cs typeface="Arial"/>
              </a:rPr>
              <a:t>To</a:t>
            </a:r>
            <a:r>
              <a:rPr sz="1500" spc="-10" dirty="0">
                <a:latin typeface="Arial"/>
                <a:cs typeface="Arial"/>
              </a:rPr>
              <a:t> </a:t>
            </a:r>
            <a:r>
              <a:rPr sz="1500" dirty="0">
                <a:latin typeface="Arial"/>
                <a:cs typeface="Arial"/>
              </a:rPr>
              <a:t>ensure</a:t>
            </a:r>
            <a:r>
              <a:rPr sz="1500" spc="-15" dirty="0">
                <a:latin typeface="Arial"/>
                <a:cs typeface="Arial"/>
              </a:rPr>
              <a:t> </a:t>
            </a:r>
            <a:r>
              <a:rPr sz="1500" dirty="0">
                <a:latin typeface="Arial"/>
                <a:cs typeface="Arial"/>
              </a:rPr>
              <a:t>that</a:t>
            </a:r>
            <a:r>
              <a:rPr sz="1500" spc="-20" dirty="0">
                <a:latin typeface="Arial"/>
                <a:cs typeface="Arial"/>
              </a:rPr>
              <a:t> </a:t>
            </a:r>
            <a:r>
              <a:rPr sz="1500" dirty="0">
                <a:latin typeface="Arial"/>
                <a:cs typeface="Arial"/>
              </a:rPr>
              <a:t>data</a:t>
            </a:r>
            <a:r>
              <a:rPr sz="1500" spc="-15" dirty="0">
                <a:latin typeface="Arial"/>
                <a:cs typeface="Arial"/>
              </a:rPr>
              <a:t> </a:t>
            </a:r>
            <a:r>
              <a:rPr sz="1500" dirty="0">
                <a:latin typeface="Arial"/>
                <a:cs typeface="Arial"/>
              </a:rPr>
              <a:t>is</a:t>
            </a:r>
            <a:r>
              <a:rPr sz="1500" spc="-5" dirty="0">
                <a:latin typeface="Arial"/>
                <a:cs typeface="Arial"/>
              </a:rPr>
              <a:t> </a:t>
            </a:r>
            <a:r>
              <a:rPr sz="1500" dirty="0">
                <a:latin typeface="Arial"/>
                <a:cs typeface="Arial"/>
              </a:rPr>
              <a:t>secure</a:t>
            </a:r>
            <a:r>
              <a:rPr sz="1500" spc="-25" dirty="0">
                <a:latin typeface="Arial"/>
                <a:cs typeface="Arial"/>
              </a:rPr>
              <a:t> </a:t>
            </a:r>
            <a:r>
              <a:rPr sz="1500" dirty="0">
                <a:latin typeface="Arial"/>
                <a:cs typeface="Arial"/>
              </a:rPr>
              <a:t>and</a:t>
            </a:r>
            <a:r>
              <a:rPr sz="1500" spc="-5" dirty="0">
                <a:latin typeface="Arial"/>
                <a:cs typeface="Arial"/>
              </a:rPr>
              <a:t> </a:t>
            </a:r>
            <a:r>
              <a:rPr sz="1500" spc="-10" dirty="0">
                <a:latin typeface="Arial"/>
                <a:cs typeface="Arial"/>
              </a:rPr>
              <a:t>accurate</a:t>
            </a:r>
            <a:endParaRPr sz="1500">
              <a:latin typeface="Arial"/>
              <a:cs typeface="Arial"/>
            </a:endParaRPr>
          </a:p>
          <a:p>
            <a:pPr>
              <a:lnSpc>
                <a:spcPct val="100000"/>
              </a:lnSpc>
              <a:spcBef>
                <a:spcPts val="15"/>
              </a:spcBef>
            </a:pPr>
            <a:endParaRPr sz="1550">
              <a:latin typeface="Arial"/>
              <a:cs typeface="Arial"/>
            </a:endParaRPr>
          </a:p>
          <a:p>
            <a:pPr marL="12700">
              <a:lnSpc>
                <a:spcPct val="100000"/>
              </a:lnSpc>
            </a:pPr>
            <a:r>
              <a:rPr sz="1500" b="1" dirty="0">
                <a:solidFill>
                  <a:srgbClr val="4F81BC"/>
                </a:solidFill>
                <a:latin typeface="Arial"/>
                <a:cs typeface="Arial"/>
              </a:rPr>
              <a:t>Reduced</a:t>
            </a:r>
            <a:r>
              <a:rPr sz="1500" b="1" spc="-80" dirty="0">
                <a:solidFill>
                  <a:srgbClr val="4F81BC"/>
                </a:solidFill>
                <a:latin typeface="Arial"/>
                <a:cs typeface="Arial"/>
              </a:rPr>
              <a:t> </a:t>
            </a:r>
            <a:r>
              <a:rPr sz="1500" b="1" spc="-20" dirty="0">
                <a:solidFill>
                  <a:srgbClr val="4F81BC"/>
                </a:solidFill>
                <a:latin typeface="Arial"/>
                <a:cs typeface="Arial"/>
              </a:rPr>
              <a:t>cost</a:t>
            </a:r>
            <a:endParaRPr sz="1500">
              <a:latin typeface="Arial"/>
              <a:cs typeface="Arial"/>
            </a:endParaRPr>
          </a:p>
          <a:p>
            <a:pPr marL="12700">
              <a:lnSpc>
                <a:spcPct val="100000"/>
              </a:lnSpc>
            </a:pPr>
            <a:r>
              <a:rPr sz="1500" spc="-85" dirty="0">
                <a:latin typeface="Arial"/>
                <a:cs typeface="Arial"/>
              </a:rPr>
              <a:t>To</a:t>
            </a:r>
            <a:r>
              <a:rPr sz="1500" spc="-5" dirty="0">
                <a:latin typeface="Arial"/>
                <a:cs typeface="Arial"/>
              </a:rPr>
              <a:t> </a:t>
            </a:r>
            <a:r>
              <a:rPr sz="1500" dirty="0">
                <a:latin typeface="Arial"/>
                <a:cs typeface="Arial"/>
              </a:rPr>
              <a:t>reduce</a:t>
            </a:r>
            <a:r>
              <a:rPr sz="1500" spc="-20" dirty="0">
                <a:latin typeface="Arial"/>
                <a:cs typeface="Arial"/>
              </a:rPr>
              <a:t> </a:t>
            </a:r>
            <a:r>
              <a:rPr sz="1500" dirty="0">
                <a:latin typeface="Arial"/>
                <a:cs typeface="Arial"/>
              </a:rPr>
              <a:t>the</a:t>
            </a:r>
            <a:r>
              <a:rPr sz="1500" spc="-20" dirty="0">
                <a:latin typeface="Arial"/>
                <a:cs typeface="Arial"/>
              </a:rPr>
              <a:t> </a:t>
            </a:r>
            <a:r>
              <a:rPr sz="1500" dirty="0">
                <a:latin typeface="Arial"/>
                <a:cs typeface="Arial"/>
              </a:rPr>
              <a:t>expense of</a:t>
            </a:r>
            <a:r>
              <a:rPr sz="1500" spc="-20" dirty="0">
                <a:latin typeface="Arial"/>
                <a:cs typeface="Arial"/>
              </a:rPr>
              <a:t> </a:t>
            </a:r>
            <a:r>
              <a:rPr sz="1500" dirty="0">
                <a:latin typeface="Arial"/>
                <a:cs typeface="Arial"/>
              </a:rPr>
              <a:t>the</a:t>
            </a:r>
            <a:r>
              <a:rPr sz="1500" spc="-5" dirty="0">
                <a:latin typeface="Arial"/>
                <a:cs typeface="Arial"/>
              </a:rPr>
              <a:t> </a:t>
            </a:r>
            <a:r>
              <a:rPr sz="1500" dirty="0">
                <a:latin typeface="Arial"/>
                <a:cs typeface="Arial"/>
              </a:rPr>
              <a:t>current</a:t>
            </a:r>
            <a:r>
              <a:rPr sz="1500" spc="-30" dirty="0">
                <a:latin typeface="Arial"/>
                <a:cs typeface="Arial"/>
              </a:rPr>
              <a:t> </a:t>
            </a:r>
            <a:r>
              <a:rPr sz="1500" spc="-10" dirty="0">
                <a:latin typeface="Arial"/>
                <a:cs typeface="Arial"/>
              </a:rPr>
              <a:t>system</a:t>
            </a:r>
            <a:endParaRPr sz="1500">
              <a:latin typeface="Arial"/>
              <a:cs typeface="Arial"/>
            </a:endParaRPr>
          </a:p>
          <a:p>
            <a:pPr>
              <a:lnSpc>
                <a:spcPct val="100000"/>
              </a:lnSpc>
              <a:spcBef>
                <a:spcPts val="15"/>
              </a:spcBef>
            </a:pPr>
            <a:endParaRPr sz="1550">
              <a:latin typeface="Arial"/>
              <a:cs typeface="Arial"/>
            </a:endParaRPr>
          </a:p>
          <a:p>
            <a:pPr marL="12700">
              <a:lnSpc>
                <a:spcPct val="100000"/>
              </a:lnSpc>
              <a:spcBef>
                <a:spcPts val="5"/>
              </a:spcBef>
            </a:pPr>
            <a:r>
              <a:rPr sz="1500" b="1" dirty="0">
                <a:solidFill>
                  <a:srgbClr val="4F81BC"/>
                </a:solidFill>
                <a:latin typeface="Arial"/>
                <a:cs typeface="Arial"/>
              </a:rPr>
              <a:t>More</a:t>
            </a:r>
            <a:r>
              <a:rPr sz="1500" b="1" spc="-15" dirty="0">
                <a:solidFill>
                  <a:srgbClr val="4F81BC"/>
                </a:solidFill>
                <a:latin typeface="Arial"/>
                <a:cs typeface="Arial"/>
              </a:rPr>
              <a:t> </a:t>
            </a:r>
            <a:r>
              <a:rPr sz="1500" b="1" spc="-10" dirty="0">
                <a:solidFill>
                  <a:srgbClr val="4F81BC"/>
                </a:solidFill>
                <a:latin typeface="Arial"/>
                <a:cs typeface="Arial"/>
              </a:rPr>
              <a:t>information</a:t>
            </a:r>
            <a:endParaRPr sz="1500">
              <a:latin typeface="Arial"/>
              <a:cs typeface="Arial"/>
            </a:endParaRPr>
          </a:p>
          <a:p>
            <a:pPr marL="12700" marR="93980">
              <a:lnSpc>
                <a:spcPct val="80000"/>
              </a:lnSpc>
              <a:spcBef>
                <a:spcPts val="360"/>
              </a:spcBef>
            </a:pPr>
            <a:r>
              <a:rPr sz="1500" spc="-85" dirty="0">
                <a:latin typeface="Arial"/>
                <a:cs typeface="Arial"/>
              </a:rPr>
              <a:t>To</a:t>
            </a:r>
            <a:r>
              <a:rPr sz="1500" spc="-20" dirty="0">
                <a:latin typeface="Arial"/>
                <a:cs typeface="Arial"/>
              </a:rPr>
              <a:t> </a:t>
            </a:r>
            <a:r>
              <a:rPr sz="1500" dirty="0">
                <a:latin typeface="Arial"/>
                <a:cs typeface="Arial"/>
              </a:rPr>
              <a:t>provide information</a:t>
            </a:r>
            <a:r>
              <a:rPr sz="1500" spc="-30" dirty="0">
                <a:latin typeface="Arial"/>
                <a:cs typeface="Arial"/>
              </a:rPr>
              <a:t> </a:t>
            </a:r>
            <a:r>
              <a:rPr sz="1500" dirty="0">
                <a:latin typeface="Arial"/>
                <a:cs typeface="Arial"/>
              </a:rPr>
              <a:t>for</a:t>
            </a:r>
            <a:r>
              <a:rPr sz="1500" spc="-5" dirty="0">
                <a:latin typeface="Arial"/>
                <a:cs typeface="Arial"/>
              </a:rPr>
              <a:t> </a:t>
            </a:r>
            <a:r>
              <a:rPr sz="1500" dirty="0">
                <a:latin typeface="Arial"/>
                <a:cs typeface="Arial"/>
              </a:rPr>
              <a:t>major</a:t>
            </a:r>
            <a:r>
              <a:rPr sz="1500" spc="-20" dirty="0">
                <a:latin typeface="Arial"/>
                <a:cs typeface="Arial"/>
              </a:rPr>
              <a:t> </a:t>
            </a:r>
            <a:r>
              <a:rPr sz="1500" spc="-10" dirty="0">
                <a:latin typeface="Arial"/>
                <a:cs typeface="Arial"/>
              </a:rPr>
              <a:t>decision- </a:t>
            </a:r>
            <a:r>
              <a:rPr sz="1500" dirty="0">
                <a:latin typeface="Arial"/>
                <a:cs typeface="Arial"/>
              </a:rPr>
              <a:t>making</a:t>
            </a:r>
            <a:r>
              <a:rPr sz="1500" spc="-5" dirty="0">
                <a:latin typeface="Arial"/>
                <a:cs typeface="Arial"/>
              </a:rPr>
              <a:t> </a:t>
            </a:r>
            <a:r>
              <a:rPr sz="1500" dirty="0">
                <a:latin typeface="Arial"/>
                <a:cs typeface="Arial"/>
              </a:rPr>
              <a:t>on</a:t>
            </a:r>
            <a:r>
              <a:rPr sz="1500" spc="-20" dirty="0">
                <a:latin typeface="Arial"/>
                <a:cs typeface="Arial"/>
              </a:rPr>
              <a:t> </a:t>
            </a:r>
            <a:r>
              <a:rPr sz="1500" dirty="0">
                <a:latin typeface="Arial"/>
                <a:cs typeface="Arial"/>
              </a:rPr>
              <a:t>planning,</a:t>
            </a:r>
            <a:r>
              <a:rPr sz="1500" spc="-20" dirty="0">
                <a:latin typeface="Arial"/>
                <a:cs typeface="Arial"/>
              </a:rPr>
              <a:t> </a:t>
            </a:r>
            <a:r>
              <a:rPr sz="1500" dirty="0">
                <a:latin typeface="Arial"/>
                <a:cs typeface="Arial"/>
              </a:rPr>
              <a:t>designing</a:t>
            </a:r>
            <a:r>
              <a:rPr sz="1500" spc="-20" dirty="0">
                <a:latin typeface="Arial"/>
                <a:cs typeface="Arial"/>
              </a:rPr>
              <a:t> </a:t>
            </a:r>
            <a:r>
              <a:rPr sz="1500" dirty="0">
                <a:latin typeface="Arial"/>
                <a:cs typeface="Arial"/>
              </a:rPr>
              <a:t>and</a:t>
            </a:r>
            <a:r>
              <a:rPr sz="1500" spc="-5" dirty="0">
                <a:latin typeface="Arial"/>
                <a:cs typeface="Arial"/>
              </a:rPr>
              <a:t> </a:t>
            </a:r>
            <a:r>
              <a:rPr sz="1500" spc="-10" dirty="0">
                <a:latin typeface="Arial"/>
                <a:cs typeface="Arial"/>
              </a:rPr>
              <a:t>marketing </a:t>
            </a:r>
            <a:r>
              <a:rPr sz="1500" dirty="0">
                <a:latin typeface="Arial"/>
                <a:cs typeface="Arial"/>
              </a:rPr>
              <a:t>new</a:t>
            </a:r>
            <a:r>
              <a:rPr sz="1500" spc="-5" dirty="0">
                <a:latin typeface="Arial"/>
                <a:cs typeface="Arial"/>
              </a:rPr>
              <a:t> </a:t>
            </a:r>
            <a:r>
              <a:rPr sz="1500" dirty="0">
                <a:latin typeface="Arial"/>
                <a:cs typeface="Arial"/>
              </a:rPr>
              <a:t>products</a:t>
            </a:r>
            <a:r>
              <a:rPr sz="1500" spc="-40" dirty="0">
                <a:latin typeface="Arial"/>
                <a:cs typeface="Arial"/>
              </a:rPr>
              <a:t> </a:t>
            </a:r>
            <a:r>
              <a:rPr sz="1500" dirty="0">
                <a:latin typeface="Arial"/>
                <a:cs typeface="Arial"/>
              </a:rPr>
              <a:t>and </a:t>
            </a:r>
            <a:r>
              <a:rPr sz="1500" spc="-10" dirty="0">
                <a:latin typeface="Arial"/>
                <a:cs typeface="Arial"/>
              </a:rPr>
              <a:t>services</a:t>
            </a:r>
            <a:endParaRPr sz="1500">
              <a:latin typeface="Arial"/>
              <a:cs typeface="Arial"/>
            </a:endParaRPr>
          </a:p>
          <a:p>
            <a:pPr>
              <a:lnSpc>
                <a:spcPct val="100000"/>
              </a:lnSpc>
              <a:spcBef>
                <a:spcPts val="20"/>
              </a:spcBef>
            </a:pPr>
            <a:endParaRPr sz="1550">
              <a:latin typeface="Arial"/>
              <a:cs typeface="Arial"/>
            </a:endParaRPr>
          </a:p>
          <a:p>
            <a:pPr marL="12700">
              <a:lnSpc>
                <a:spcPct val="100000"/>
              </a:lnSpc>
            </a:pPr>
            <a:r>
              <a:rPr sz="1500" b="1" dirty="0">
                <a:solidFill>
                  <a:srgbClr val="4F81BC"/>
                </a:solidFill>
                <a:latin typeface="Arial"/>
                <a:cs typeface="Arial"/>
              </a:rPr>
              <a:t>Better</a:t>
            </a:r>
            <a:r>
              <a:rPr sz="1500" b="1" spc="-40" dirty="0">
                <a:solidFill>
                  <a:srgbClr val="4F81BC"/>
                </a:solidFill>
                <a:latin typeface="Arial"/>
                <a:cs typeface="Arial"/>
              </a:rPr>
              <a:t> </a:t>
            </a:r>
            <a:r>
              <a:rPr sz="1500" b="1" spc="-10" dirty="0">
                <a:solidFill>
                  <a:srgbClr val="4F81BC"/>
                </a:solidFill>
                <a:latin typeface="Arial"/>
                <a:cs typeface="Arial"/>
              </a:rPr>
              <a:t>performance</a:t>
            </a:r>
            <a:endParaRPr sz="1500">
              <a:latin typeface="Arial"/>
              <a:cs typeface="Arial"/>
            </a:endParaRPr>
          </a:p>
          <a:p>
            <a:pPr marL="12700">
              <a:lnSpc>
                <a:spcPts val="1620"/>
              </a:lnSpc>
            </a:pPr>
            <a:r>
              <a:rPr sz="1500" spc="-90" dirty="0">
                <a:latin typeface="Arial"/>
                <a:cs typeface="Arial"/>
              </a:rPr>
              <a:t>To</a:t>
            </a:r>
            <a:r>
              <a:rPr sz="1500" spc="-20" dirty="0">
                <a:latin typeface="Arial"/>
                <a:cs typeface="Arial"/>
              </a:rPr>
              <a:t> </a:t>
            </a:r>
            <a:r>
              <a:rPr sz="1500" dirty="0">
                <a:latin typeface="Arial"/>
                <a:cs typeface="Arial"/>
              </a:rPr>
              <a:t>provide better</a:t>
            </a:r>
            <a:r>
              <a:rPr sz="1500" spc="-30" dirty="0">
                <a:latin typeface="Arial"/>
                <a:cs typeface="Arial"/>
              </a:rPr>
              <a:t> </a:t>
            </a:r>
            <a:r>
              <a:rPr sz="1500" dirty="0">
                <a:latin typeface="Arial"/>
                <a:cs typeface="Arial"/>
              </a:rPr>
              <a:t>performance</a:t>
            </a:r>
            <a:r>
              <a:rPr sz="1500" spc="-30" dirty="0">
                <a:latin typeface="Arial"/>
                <a:cs typeface="Arial"/>
              </a:rPr>
              <a:t> </a:t>
            </a:r>
            <a:r>
              <a:rPr sz="1500" dirty="0">
                <a:latin typeface="Arial"/>
                <a:cs typeface="Arial"/>
              </a:rPr>
              <a:t>than</a:t>
            </a:r>
            <a:r>
              <a:rPr sz="1500" spc="-20" dirty="0">
                <a:latin typeface="Arial"/>
                <a:cs typeface="Arial"/>
              </a:rPr>
              <a:t> </a:t>
            </a:r>
            <a:r>
              <a:rPr sz="1500" dirty="0">
                <a:latin typeface="Arial"/>
                <a:cs typeface="Arial"/>
              </a:rPr>
              <a:t>the</a:t>
            </a:r>
            <a:r>
              <a:rPr sz="1500" spc="-15" dirty="0">
                <a:latin typeface="Arial"/>
                <a:cs typeface="Arial"/>
              </a:rPr>
              <a:t> </a:t>
            </a:r>
            <a:r>
              <a:rPr sz="1500" spc="-10" dirty="0">
                <a:latin typeface="Arial"/>
                <a:cs typeface="Arial"/>
              </a:rPr>
              <a:t>current</a:t>
            </a:r>
            <a:endParaRPr sz="1500">
              <a:latin typeface="Arial"/>
              <a:cs typeface="Arial"/>
            </a:endParaRPr>
          </a:p>
          <a:p>
            <a:pPr marL="12700">
              <a:lnSpc>
                <a:spcPts val="1620"/>
              </a:lnSpc>
            </a:pPr>
            <a:r>
              <a:rPr sz="1500" spc="-10" dirty="0">
                <a:latin typeface="Arial"/>
                <a:cs typeface="Arial"/>
              </a:rPr>
              <a:t>system</a:t>
            </a:r>
            <a:endParaRPr sz="15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11</a:t>
            </a:fld>
            <a:endParaRPr spc="-25" dirty="0"/>
          </a:p>
        </p:txBody>
      </p:sp>
      <p:sp>
        <p:nvSpPr>
          <p:cNvPr id="6" name="object 6"/>
          <p:cNvSpPr txBox="1"/>
          <p:nvPr/>
        </p:nvSpPr>
        <p:spPr>
          <a:xfrm>
            <a:off x="4716907" y="4793995"/>
            <a:ext cx="3402965" cy="665480"/>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4F81BC"/>
                </a:solidFill>
                <a:latin typeface="Arial"/>
                <a:cs typeface="Arial"/>
              </a:rPr>
              <a:t>Improved</a:t>
            </a:r>
            <a:r>
              <a:rPr sz="1500" b="1" spc="-75" dirty="0">
                <a:solidFill>
                  <a:srgbClr val="4F81BC"/>
                </a:solidFill>
                <a:latin typeface="Arial"/>
                <a:cs typeface="Arial"/>
              </a:rPr>
              <a:t> </a:t>
            </a:r>
            <a:r>
              <a:rPr sz="1500" b="1" spc="-10" dirty="0">
                <a:solidFill>
                  <a:srgbClr val="4F81BC"/>
                </a:solidFill>
                <a:latin typeface="Arial"/>
                <a:cs typeface="Arial"/>
              </a:rPr>
              <a:t>service</a:t>
            </a:r>
            <a:endParaRPr sz="1500">
              <a:latin typeface="Arial"/>
              <a:cs typeface="Arial"/>
            </a:endParaRPr>
          </a:p>
          <a:p>
            <a:pPr marL="12700" marR="5080">
              <a:lnSpc>
                <a:spcPts val="1440"/>
              </a:lnSpc>
              <a:spcBef>
                <a:spcPts val="345"/>
              </a:spcBef>
            </a:pPr>
            <a:r>
              <a:rPr sz="1500" spc="-85" dirty="0">
                <a:latin typeface="Arial"/>
                <a:cs typeface="Arial"/>
              </a:rPr>
              <a:t>To</a:t>
            </a:r>
            <a:r>
              <a:rPr sz="1500" spc="-20" dirty="0">
                <a:latin typeface="Arial"/>
                <a:cs typeface="Arial"/>
              </a:rPr>
              <a:t> </a:t>
            </a:r>
            <a:r>
              <a:rPr sz="1500" dirty="0">
                <a:latin typeface="Arial"/>
                <a:cs typeface="Arial"/>
              </a:rPr>
              <a:t>improve customer</a:t>
            </a:r>
            <a:r>
              <a:rPr sz="1500" spc="-40" dirty="0">
                <a:latin typeface="Arial"/>
                <a:cs typeface="Arial"/>
              </a:rPr>
              <a:t> </a:t>
            </a:r>
            <a:r>
              <a:rPr sz="1500" dirty="0">
                <a:latin typeface="Arial"/>
                <a:cs typeface="Arial"/>
              </a:rPr>
              <a:t>services</a:t>
            </a:r>
            <a:r>
              <a:rPr sz="1500" spc="-35" dirty="0">
                <a:latin typeface="Arial"/>
                <a:cs typeface="Arial"/>
              </a:rPr>
              <a:t> </a:t>
            </a:r>
            <a:r>
              <a:rPr sz="1500" dirty="0">
                <a:latin typeface="Arial"/>
                <a:cs typeface="Arial"/>
              </a:rPr>
              <a:t>within</a:t>
            </a:r>
            <a:r>
              <a:rPr sz="1500" spc="-5" dirty="0">
                <a:latin typeface="Arial"/>
                <a:cs typeface="Arial"/>
              </a:rPr>
              <a:t> </a:t>
            </a:r>
            <a:r>
              <a:rPr sz="1500" spc="-25" dirty="0">
                <a:latin typeface="Arial"/>
                <a:cs typeface="Arial"/>
              </a:rPr>
              <a:t>the </a:t>
            </a:r>
            <a:r>
              <a:rPr sz="1500" spc="-10" dirty="0">
                <a:latin typeface="Arial"/>
                <a:cs typeface="Arial"/>
              </a:rPr>
              <a:t>company</a:t>
            </a:r>
            <a:endParaRPr sz="1500">
              <a:latin typeface="Arial"/>
              <a:cs typeface="Arial"/>
            </a:endParaRPr>
          </a:p>
        </p:txBody>
      </p:sp>
      <p:sp>
        <p:nvSpPr>
          <p:cNvPr id="7" name="object 7"/>
          <p:cNvSpPr txBox="1"/>
          <p:nvPr/>
        </p:nvSpPr>
        <p:spPr>
          <a:xfrm>
            <a:off x="4716907" y="5662980"/>
            <a:ext cx="3425190" cy="665480"/>
          </a:xfrm>
          <a:prstGeom prst="rect">
            <a:avLst/>
          </a:prstGeom>
        </p:spPr>
        <p:txBody>
          <a:bodyPr vert="horz" wrap="square" lIns="0" tIns="12700" rIns="0" bIns="0" rtlCol="0">
            <a:spAutoFit/>
          </a:bodyPr>
          <a:lstStyle/>
          <a:p>
            <a:pPr marL="12700">
              <a:lnSpc>
                <a:spcPct val="100000"/>
              </a:lnSpc>
              <a:spcBef>
                <a:spcPts val="100"/>
              </a:spcBef>
            </a:pPr>
            <a:r>
              <a:rPr sz="1500" b="1" dirty="0">
                <a:solidFill>
                  <a:srgbClr val="4F81BC"/>
                </a:solidFill>
                <a:latin typeface="Arial"/>
                <a:cs typeface="Arial"/>
              </a:rPr>
              <a:t>More</a:t>
            </a:r>
            <a:r>
              <a:rPr sz="1500" b="1" spc="-50" dirty="0">
                <a:solidFill>
                  <a:srgbClr val="4F81BC"/>
                </a:solidFill>
                <a:latin typeface="Arial"/>
                <a:cs typeface="Arial"/>
              </a:rPr>
              <a:t> </a:t>
            </a:r>
            <a:r>
              <a:rPr sz="1500" b="1" spc="-10" dirty="0">
                <a:solidFill>
                  <a:srgbClr val="4F81BC"/>
                </a:solidFill>
                <a:latin typeface="Arial"/>
                <a:cs typeface="Arial"/>
              </a:rPr>
              <a:t>support</a:t>
            </a:r>
            <a:endParaRPr sz="1500">
              <a:latin typeface="Arial"/>
              <a:cs typeface="Arial"/>
            </a:endParaRPr>
          </a:p>
          <a:p>
            <a:pPr marL="12700" marR="5080">
              <a:lnSpc>
                <a:spcPts val="1440"/>
              </a:lnSpc>
              <a:spcBef>
                <a:spcPts val="345"/>
              </a:spcBef>
            </a:pPr>
            <a:r>
              <a:rPr sz="1500" spc="-85" dirty="0">
                <a:latin typeface="Arial"/>
                <a:cs typeface="Arial"/>
              </a:rPr>
              <a:t>To</a:t>
            </a:r>
            <a:r>
              <a:rPr sz="1500" spc="-10" dirty="0">
                <a:latin typeface="Arial"/>
                <a:cs typeface="Arial"/>
              </a:rPr>
              <a:t> </a:t>
            </a:r>
            <a:r>
              <a:rPr sz="1500" dirty="0">
                <a:latin typeface="Arial"/>
                <a:cs typeface="Arial"/>
              </a:rPr>
              <a:t>provide support</a:t>
            </a:r>
            <a:r>
              <a:rPr sz="1500" spc="-30" dirty="0">
                <a:latin typeface="Arial"/>
                <a:cs typeface="Arial"/>
              </a:rPr>
              <a:t> </a:t>
            </a:r>
            <a:r>
              <a:rPr sz="1500" dirty="0">
                <a:latin typeface="Arial"/>
                <a:cs typeface="Arial"/>
              </a:rPr>
              <a:t>for</a:t>
            </a:r>
            <a:r>
              <a:rPr sz="1500" spc="-20" dirty="0">
                <a:latin typeface="Arial"/>
                <a:cs typeface="Arial"/>
              </a:rPr>
              <a:t> </a:t>
            </a:r>
            <a:r>
              <a:rPr sz="1500" dirty="0">
                <a:latin typeface="Arial"/>
                <a:cs typeface="Arial"/>
              </a:rPr>
              <a:t>new</a:t>
            </a:r>
            <a:r>
              <a:rPr sz="1500" spc="-5" dirty="0">
                <a:latin typeface="Arial"/>
                <a:cs typeface="Arial"/>
              </a:rPr>
              <a:t> </a:t>
            </a:r>
            <a:r>
              <a:rPr sz="1500" dirty="0">
                <a:latin typeface="Arial"/>
                <a:cs typeface="Arial"/>
              </a:rPr>
              <a:t>products</a:t>
            </a:r>
            <a:r>
              <a:rPr sz="1500" spc="-25" dirty="0">
                <a:latin typeface="Arial"/>
                <a:cs typeface="Arial"/>
              </a:rPr>
              <a:t> and </a:t>
            </a:r>
            <a:r>
              <a:rPr sz="1500" spc="-10" dirty="0">
                <a:latin typeface="Arial"/>
                <a:cs typeface="Arial"/>
              </a:rPr>
              <a:t>services</a:t>
            </a:r>
            <a:endParaRPr sz="1500">
              <a:latin typeface="Arial"/>
              <a:cs typeface="Arial"/>
            </a:endParaRPr>
          </a:p>
        </p:txBody>
      </p:sp>
      <p:sp>
        <p:nvSpPr>
          <p:cNvPr id="8" name="object 8"/>
          <p:cNvSpPr txBox="1"/>
          <p:nvPr/>
        </p:nvSpPr>
        <p:spPr>
          <a:xfrm>
            <a:off x="1336039" y="5295138"/>
            <a:ext cx="2034539"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ambria"/>
                <a:cs typeface="Cambria"/>
              </a:rPr>
              <a:t>Source:</a:t>
            </a:r>
            <a:r>
              <a:rPr sz="1000" spc="-20" dirty="0">
                <a:latin typeface="Cambria"/>
                <a:cs typeface="Cambria"/>
              </a:rPr>
              <a:t> </a:t>
            </a:r>
            <a:r>
              <a:rPr sz="1000" dirty="0">
                <a:latin typeface="Cambria"/>
                <a:cs typeface="Cambria"/>
              </a:rPr>
              <a:t>Shelly</a:t>
            </a:r>
            <a:r>
              <a:rPr sz="1000" spc="-10" dirty="0">
                <a:latin typeface="Cambria"/>
                <a:cs typeface="Cambria"/>
              </a:rPr>
              <a:t> </a:t>
            </a:r>
            <a:r>
              <a:rPr sz="1000" dirty="0">
                <a:latin typeface="Cambria"/>
                <a:cs typeface="Cambria"/>
              </a:rPr>
              <a:t>Cashman</a:t>
            </a:r>
            <a:r>
              <a:rPr sz="1000" spc="-30" dirty="0">
                <a:latin typeface="Cambria"/>
                <a:cs typeface="Cambria"/>
              </a:rPr>
              <a:t> </a:t>
            </a:r>
            <a:r>
              <a:rPr sz="1000" dirty="0">
                <a:latin typeface="Cambria"/>
                <a:cs typeface="Cambria"/>
              </a:rPr>
              <a:t>(2016),</a:t>
            </a:r>
            <a:r>
              <a:rPr sz="1000" spc="-20" dirty="0">
                <a:latin typeface="Cambria"/>
                <a:cs typeface="Cambria"/>
              </a:rPr>
              <a:t> </a:t>
            </a:r>
            <a:r>
              <a:rPr sz="1000" dirty="0">
                <a:latin typeface="Cambria"/>
                <a:cs typeface="Cambria"/>
              </a:rPr>
              <a:t>p.</a:t>
            </a:r>
            <a:r>
              <a:rPr sz="1000" spc="-35" dirty="0">
                <a:latin typeface="Cambria"/>
                <a:cs typeface="Cambria"/>
              </a:rPr>
              <a:t> </a:t>
            </a:r>
            <a:r>
              <a:rPr sz="1000" spc="-25" dirty="0">
                <a:latin typeface="Cambria"/>
                <a:cs typeface="Cambria"/>
              </a:rPr>
              <a:t>46</a:t>
            </a:r>
            <a:endParaRPr sz="1000">
              <a:latin typeface="Cambria"/>
              <a:cs typeface="Cambria"/>
            </a:endParaRPr>
          </a:p>
        </p:txBody>
      </p:sp>
      <p:sp>
        <p:nvSpPr>
          <p:cNvPr id="11" name="Freeform 8">
            <a:extLst>
              <a:ext uri="{FF2B5EF4-FFF2-40B4-BE49-F238E27FC236}">
                <a16:creationId xmlns:a16="http://schemas.microsoft.com/office/drawing/2014/main" id="{67E63596-2F79-44FD-9ED0-5542961CA3D1}"/>
              </a:ext>
            </a:extLst>
          </p:cNvPr>
          <p:cNvSpPr/>
          <p:nvPr/>
        </p:nvSpPr>
        <p:spPr>
          <a:xfrm>
            <a:off x="0" y="6328460"/>
            <a:ext cx="9144000" cy="52954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7200" y="1490091"/>
            <a:ext cx="8229600" cy="1195070"/>
            <a:chOff x="457200" y="1490091"/>
            <a:chExt cx="8229600" cy="1195070"/>
          </a:xfrm>
        </p:grpSpPr>
        <p:sp>
          <p:nvSpPr>
            <p:cNvPr id="3" name="object 3"/>
            <p:cNvSpPr/>
            <p:nvPr/>
          </p:nvSpPr>
          <p:spPr>
            <a:xfrm>
              <a:off x="457200" y="1496326"/>
              <a:ext cx="8229600" cy="1188720"/>
            </a:xfrm>
            <a:custGeom>
              <a:avLst/>
              <a:gdLst/>
              <a:ahLst/>
              <a:cxnLst/>
              <a:rect l="l" t="t" r="r" b="b"/>
              <a:pathLst>
                <a:path w="8229600" h="1188720">
                  <a:moveTo>
                    <a:pt x="8229600" y="0"/>
                  </a:moveTo>
                  <a:lnTo>
                    <a:pt x="2170557" y="0"/>
                  </a:lnTo>
                  <a:lnTo>
                    <a:pt x="0" y="0"/>
                  </a:lnTo>
                  <a:lnTo>
                    <a:pt x="0" y="1188707"/>
                  </a:lnTo>
                  <a:lnTo>
                    <a:pt x="2170557" y="1188707"/>
                  </a:lnTo>
                  <a:lnTo>
                    <a:pt x="8229600" y="1188707"/>
                  </a:lnTo>
                  <a:lnTo>
                    <a:pt x="8229600" y="0"/>
                  </a:lnTo>
                  <a:close/>
                </a:path>
              </a:pathLst>
            </a:custGeom>
            <a:solidFill>
              <a:srgbClr val="4AACC5">
                <a:alpha val="19999"/>
              </a:srgbClr>
            </a:solidFill>
          </p:spPr>
          <p:txBody>
            <a:bodyPr wrap="square" lIns="0" tIns="0" rIns="0" bIns="0" rtlCol="0"/>
            <a:lstStyle/>
            <a:p>
              <a:endParaRPr/>
            </a:p>
          </p:txBody>
        </p:sp>
        <p:sp>
          <p:nvSpPr>
            <p:cNvPr id="4" name="object 4"/>
            <p:cNvSpPr/>
            <p:nvPr/>
          </p:nvSpPr>
          <p:spPr>
            <a:xfrm>
              <a:off x="457200" y="1496441"/>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a:p>
          </p:txBody>
        </p:sp>
      </p:grpSp>
      <p:sp>
        <p:nvSpPr>
          <p:cNvPr id="5" name="object 5"/>
          <p:cNvSpPr/>
          <p:nvPr/>
        </p:nvSpPr>
        <p:spPr>
          <a:xfrm>
            <a:off x="457200" y="3599560"/>
            <a:ext cx="8229600" cy="640080"/>
          </a:xfrm>
          <a:custGeom>
            <a:avLst/>
            <a:gdLst/>
            <a:ahLst/>
            <a:cxnLst/>
            <a:rect l="l" t="t" r="r" b="b"/>
            <a:pathLst>
              <a:path w="8229600" h="640079">
                <a:moveTo>
                  <a:pt x="8229600" y="0"/>
                </a:moveTo>
                <a:lnTo>
                  <a:pt x="2170557" y="0"/>
                </a:lnTo>
                <a:lnTo>
                  <a:pt x="0" y="0"/>
                </a:lnTo>
                <a:lnTo>
                  <a:pt x="0" y="640080"/>
                </a:lnTo>
                <a:lnTo>
                  <a:pt x="2170557" y="640080"/>
                </a:lnTo>
                <a:lnTo>
                  <a:pt x="8229600" y="640080"/>
                </a:lnTo>
                <a:lnTo>
                  <a:pt x="8229600" y="0"/>
                </a:lnTo>
                <a:close/>
              </a:path>
            </a:pathLst>
          </a:custGeom>
          <a:solidFill>
            <a:srgbClr val="4AACC5">
              <a:alpha val="19999"/>
            </a:srgbClr>
          </a:solidFill>
        </p:spPr>
        <p:txBody>
          <a:bodyPr wrap="square" lIns="0" tIns="0" rIns="0" bIns="0" rtlCol="0"/>
          <a:lstStyle/>
          <a:p>
            <a:endParaRPr/>
          </a:p>
        </p:txBody>
      </p:sp>
      <p:sp>
        <p:nvSpPr>
          <p:cNvPr id="6" name="object 6"/>
          <p:cNvSpPr/>
          <p:nvPr/>
        </p:nvSpPr>
        <p:spPr>
          <a:xfrm>
            <a:off x="457200" y="4879720"/>
            <a:ext cx="8229600" cy="640080"/>
          </a:xfrm>
          <a:custGeom>
            <a:avLst/>
            <a:gdLst/>
            <a:ahLst/>
            <a:cxnLst/>
            <a:rect l="l" t="t" r="r" b="b"/>
            <a:pathLst>
              <a:path w="8229600" h="640079">
                <a:moveTo>
                  <a:pt x="8229600" y="0"/>
                </a:moveTo>
                <a:lnTo>
                  <a:pt x="2170557" y="0"/>
                </a:lnTo>
                <a:lnTo>
                  <a:pt x="0" y="0"/>
                </a:lnTo>
                <a:lnTo>
                  <a:pt x="0" y="640080"/>
                </a:lnTo>
                <a:lnTo>
                  <a:pt x="2170557" y="640080"/>
                </a:lnTo>
                <a:lnTo>
                  <a:pt x="8229600" y="640080"/>
                </a:lnTo>
                <a:lnTo>
                  <a:pt x="8229600" y="0"/>
                </a:lnTo>
                <a:close/>
              </a:path>
            </a:pathLst>
          </a:custGeom>
          <a:solidFill>
            <a:srgbClr val="4AACC5">
              <a:alpha val="19999"/>
            </a:srgbClr>
          </a:solidFill>
        </p:spPr>
        <p:txBody>
          <a:bodyPr wrap="square" lIns="0" tIns="0" rIns="0" bIns="0" rtlCol="0"/>
          <a:lstStyle/>
          <a:p>
            <a:endParaRPr/>
          </a:p>
        </p:txBody>
      </p:sp>
      <p:sp>
        <p:nvSpPr>
          <p:cNvPr id="7" name="object 7"/>
          <p:cNvSpPr/>
          <p:nvPr/>
        </p:nvSpPr>
        <p:spPr>
          <a:xfrm>
            <a:off x="457200" y="1125600"/>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a:p>
        </p:txBody>
      </p:sp>
      <p:sp>
        <p:nvSpPr>
          <p:cNvPr id="8" name="object 8"/>
          <p:cNvSpPr/>
          <p:nvPr/>
        </p:nvSpPr>
        <p:spPr>
          <a:xfrm>
            <a:off x="457200" y="6159817"/>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a:p>
        </p:txBody>
      </p:sp>
      <p:sp>
        <p:nvSpPr>
          <p:cNvPr id="9" name="object 9"/>
          <p:cNvSpPr txBox="1"/>
          <p:nvPr/>
        </p:nvSpPr>
        <p:spPr>
          <a:xfrm>
            <a:off x="535940" y="1157478"/>
            <a:ext cx="909319" cy="299720"/>
          </a:xfrm>
          <a:prstGeom prst="rect">
            <a:avLst/>
          </a:prstGeom>
        </p:spPr>
        <p:txBody>
          <a:bodyPr vert="horz" wrap="square" lIns="0" tIns="12700" rIns="0" bIns="0" rtlCol="0">
            <a:spAutoFit/>
          </a:bodyPr>
          <a:lstStyle/>
          <a:p>
            <a:pPr marL="12700">
              <a:lnSpc>
                <a:spcPct val="100000"/>
              </a:lnSpc>
              <a:spcBef>
                <a:spcPts val="100"/>
              </a:spcBef>
            </a:pPr>
            <a:r>
              <a:rPr sz="1800" b="1" spc="-85" dirty="0">
                <a:latin typeface="Tahoma"/>
                <a:cs typeface="Tahoma"/>
              </a:rPr>
              <a:t>Reasons</a:t>
            </a:r>
            <a:endParaRPr sz="1800">
              <a:latin typeface="Tahoma"/>
              <a:cs typeface="Tahoma"/>
            </a:endParaRPr>
          </a:p>
        </p:txBody>
      </p:sp>
      <p:sp>
        <p:nvSpPr>
          <p:cNvPr id="23" name="object 23"/>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24" name="object 24"/>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12</a:t>
            </a:fld>
            <a:endParaRPr spc="-25" dirty="0"/>
          </a:p>
        </p:txBody>
      </p:sp>
      <p:sp>
        <p:nvSpPr>
          <p:cNvPr id="10" name="object 10"/>
          <p:cNvSpPr txBox="1"/>
          <p:nvPr/>
        </p:nvSpPr>
        <p:spPr>
          <a:xfrm>
            <a:off x="2707004" y="1157478"/>
            <a:ext cx="1029335" cy="299720"/>
          </a:xfrm>
          <a:prstGeom prst="rect">
            <a:avLst/>
          </a:prstGeom>
        </p:spPr>
        <p:txBody>
          <a:bodyPr vert="horz" wrap="square" lIns="0" tIns="12700" rIns="0" bIns="0" rtlCol="0">
            <a:spAutoFit/>
          </a:bodyPr>
          <a:lstStyle/>
          <a:p>
            <a:pPr marL="12700">
              <a:lnSpc>
                <a:spcPct val="100000"/>
              </a:lnSpc>
              <a:spcBef>
                <a:spcPts val="100"/>
              </a:spcBef>
            </a:pPr>
            <a:r>
              <a:rPr sz="1800" b="1" spc="-95" dirty="0">
                <a:latin typeface="Tahoma"/>
                <a:cs typeface="Tahoma"/>
              </a:rPr>
              <a:t>Examples</a:t>
            </a:r>
            <a:endParaRPr sz="1800">
              <a:latin typeface="Tahoma"/>
              <a:cs typeface="Tahoma"/>
            </a:endParaRPr>
          </a:p>
        </p:txBody>
      </p:sp>
      <p:sp>
        <p:nvSpPr>
          <p:cNvPr id="11" name="object 11"/>
          <p:cNvSpPr txBox="1"/>
          <p:nvPr/>
        </p:nvSpPr>
        <p:spPr>
          <a:xfrm>
            <a:off x="548640" y="1528317"/>
            <a:ext cx="1830070" cy="299720"/>
          </a:xfrm>
          <a:prstGeom prst="rect">
            <a:avLst/>
          </a:prstGeom>
        </p:spPr>
        <p:txBody>
          <a:bodyPr vert="horz" wrap="square" lIns="0" tIns="12700" rIns="0" bIns="0" rtlCol="0">
            <a:spAutoFit/>
          </a:bodyPr>
          <a:lstStyle/>
          <a:p>
            <a:pPr>
              <a:lnSpc>
                <a:spcPct val="100000"/>
              </a:lnSpc>
              <a:spcBef>
                <a:spcPts val="100"/>
              </a:spcBef>
            </a:pPr>
            <a:r>
              <a:rPr sz="1800" dirty="0">
                <a:latin typeface="Tahoma"/>
                <a:cs typeface="Tahoma"/>
              </a:rPr>
              <a:t>Stronger</a:t>
            </a:r>
            <a:r>
              <a:rPr sz="1800" spc="170" dirty="0">
                <a:latin typeface="Tahoma"/>
                <a:cs typeface="Tahoma"/>
              </a:rPr>
              <a:t> </a:t>
            </a:r>
            <a:r>
              <a:rPr sz="1800" spc="-10" dirty="0">
                <a:latin typeface="Tahoma"/>
                <a:cs typeface="Tahoma"/>
              </a:rPr>
              <a:t>controls</a:t>
            </a:r>
            <a:endParaRPr sz="1800">
              <a:latin typeface="Tahoma"/>
              <a:cs typeface="Tahoma"/>
            </a:endParaRPr>
          </a:p>
        </p:txBody>
      </p:sp>
      <p:sp>
        <p:nvSpPr>
          <p:cNvPr id="12" name="object 12"/>
          <p:cNvSpPr txBox="1"/>
          <p:nvPr/>
        </p:nvSpPr>
        <p:spPr>
          <a:xfrm>
            <a:off x="2719704" y="1528317"/>
            <a:ext cx="5218430" cy="1123315"/>
          </a:xfrm>
          <a:prstGeom prst="rect">
            <a:avLst/>
          </a:prstGeom>
        </p:spPr>
        <p:txBody>
          <a:bodyPr vert="horz" wrap="square" lIns="0" tIns="12700" rIns="0" bIns="0" rtlCol="0">
            <a:spAutoFit/>
          </a:bodyPr>
          <a:lstStyle/>
          <a:p>
            <a:pPr marR="5080">
              <a:lnSpc>
                <a:spcPct val="100000"/>
              </a:lnSpc>
              <a:spcBef>
                <a:spcPts val="100"/>
              </a:spcBef>
            </a:pPr>
            <a:r>
              <a:rPr sz="1800" dirty="0">
                <a:latin typeface="Tahoma"/>
                <a:cs typeface="Tahoma"/>
              </a:rPr>
              <a:t>Security</a:t>
            </a:r>
            <a:r>
              <a:rPr sz="1800" spc="210" dirty="0">
                <a:latin typeface="Tahoma"/>
                <a:cs typeface="Tahoma"/>
              </a:rPr>
              <a:t> </a:t>
            </a:r>
            <a:r>
              <a:rPr sz="1800" dirty="0">
                <a:latin typeface="Tahoma"/>
                <a:cs typeface="Tahoma"/>
              </a:rPr>
              <a:t>controls</a:t>
            </a:r>
            <a:r>
              <a:rPr sz="1800" spc="165" dirty="0">
                <a:latin typeface="Tahoma"/>
                <a:cs typeface="Tahoma"/>
              </a:rPr>
              <a:t> </a:t>
            </a:r>
            <a:r>
              <a:rPr sz="1800" dirty="0">
                <a:latin typeface="Tahoma"/>
                <a:cs typeface="Tahoma"/>
              </a:rPr>
              <a:t>include</a:t>
            </a:r>
            <a:r>
              <a:rPr sz="1800" spc="190" dirty="0">
                <a:latin typeface="Tahoma"/>
                <a:cs typeface="Tahoma"/>
              </a:rPr>
              <a:t> </a:t>
            </a:r>
            <a:r>
              <a:rPr sz="1800" dirty="0">
                <a:latin typeface="Tahoma"/>
                <a:cs typeface="Tahoma"/>
              </a:rPr>
              <a:t>passwords,</a:t>
            </a:r>
            <a:r>
              <a:rPr sz="1800" spc="170" dirty="0">
                <a:latin typeface="Tahoma"/>
                <a:cs typeface="Tahoma"/>
              </a:rPr>
              <a:t> </a:t>
            </a:r>
            <a:r>
              <a:rPr sz="1800" spc="-20" dirty="0">
                <a:latin typeface="Tahoma"/>
                <a:cs typeface="Tahoma"/>
              </a:rPr>
              <a:t>data </a:t>
            </a:r>
            <a:r>
              <a:rPr sz="1800" dirty="0">
                <a:latin typeface="Tahoma"/>
                <a:cs typeface="Tahoma"/>
              </a:rPr>
              <a:t>encryption/decryption.</a:t>
            </a:r>
            <a:r>
              <a:rPr sz="1800" spc="610" dirty="0">
                <a:latin typeface="Tahoma"/>
                <a:cs typeface="Tahoma"/>
              </a:rPr>
              <a:t> </a:t>
            </a:r>
            <a:r>
              <a:rPr sz="1800" spc="50" dirty="0">
                <a:latin typeface="Tahoma"/>
                <a:cs typeface="Tahoma"/>
              </a:rPr>
              <a:t>Physical</a:t>
            </a:r>
            <a:r>
              <a:rPr sz="1800" spc="75" dirty="0">
                <a:latin typeface="Tahoma"/>
                <a:cs typeface="Tahoma"/>
              </a:rPr>
              <a:t> </a:t>
            </a:r>
            <a:r>
              <a:rPr sz="1800" dirty="0">
                <a:latin typeface="Tahoma"/>
                <a:cs typeface="Tahoma"/>
              </a:rPr>
              <a:t>controls</a:t>
            </a:r>
            <a:r>
              <a:rPr sz="1800" spc="10" dirty="0">
                <a:latin typeface="Tahoma"/>
                <a:cs typeface="Tahoma"/>
              </a:rPr>
              <a:t> </a:t>
            </a:r>
            <a:r>
              <a:rPr sz="1800" spc="-10" dirty="0">
                <a:latin typeface="Tahoma"/>
                <a:cs typeface="Tahoma"/>
              </a:rPr>
              <a:t>include </a:t>
            </a:r>
            <a:r>
              <a:rPr sz="1800" dirty="0">
                <a:latin typeface="Tahoma"/>
                <a:cs typeface="Tahoma"/>
              </a:rPr>
              <a:t>biometric</a:t>
            </a:r>
            <a:r>
              <a:rPr sz="1800" spc="-70" dirty="0">
                <a:latin typeface="Tahoma"/>
                <a:cs typeface="Tahoma"/>
              </a:rPr>
              <a:t> </a:t>
            </a:r>
            <a:r>
              <a:rPr sz="1800" dirty="0">
                <a:latin typeface="Tahoma"/>
                <a:cs typeface="Tahoma"/>
              </a:rPr>
              <a:t>devices,</a:t>
            </a:r>
            <a:r>
              <a:rPr sz="1800" spc="-30" dirty="0">
                <a:latin typeface="Tahoma"/>
                <a:cs typeface="Tahoma"/>
              </a:rPr>
              <a:t> </a:t>
            </a:r>
            <a:r>
              <a:rPr sz="1800" dirty="0">
                <a:latin typeface="Tahoma"/>
                <a:cs typeface="Tahoma"/>
              </a:rPr>
              <a:t>fences</a:t>
            </a:r>
            <a:r>
              <a:rPr sz="1800" spc="-40" dirty="0">
                <a:latin typeface="Tahoma"/>
                <a:cs typeface="Tahoma"/>
              </a:rPr>
              <a:t> </a:t>
            </a:r>
            <a:r>
              <a:rPr sz="1800" dirty="0">
                <a:latin typeface="Tahoma"/>
                <a:cs typeface="Tahoma"/>
              </a:rPr>
              <a:t>and</a:t>
            </a:r>
            <a:r>
              <a:rPr sz="1800" spc="-40" dirty="0">
                <a:latin typeface="Tahoma"/>
                <a:cs typeface="Tahoma"/>
              </a:rPr>
              <a:t> </a:t>
            </a:r>
            <a:r>
              <a:rPr sz="1800" dirty="0">
                <a:latin typeface="Tahoma"/>
                <a:cs typeface="Tahoma"/>
              </a:rPr>
              <a:t>gates.</a:t>
            </a:r>
            <a:r>
              <a:rPr sz="1800" spc="505" dirty="0">
                <a:latin typeface="Tahoma"/>
                <a:cs typeface="Tahoma"/>
              </a:rPr>
              <a:t> </a:t>
            </a:r>
            <a:r>
              <a:rPr sz="1800" dirty="0">
                <a:latin typeface="Tahoma"/>
                <a:cs typeface="Tahoma"/>
              </a:rPr>
              <a:t>Data</a:t>
            </a:r>
            <a:r>
              <a:rPr sz="1800" spc="-20" dirty="0">
                <a:latin typeface="Tahoma"/>
                <a:cs typeface="Tahoma"/>
              </a:rPr>
              <a:t> </a:t>
            </a:r>
            <a:r>
              <a:rPr sz="1800" spc="-10" dirty="0">
                <a:latin typeface="Tahoma"/>
                <a:cs typeface="Tahoma"/>
              </a:rPr>
              <a:t>controls </a:t>
            </a:r>
            <a:r>
              <a:rPr sz="1800" dirty="0">
                <a:latin typeface="Tahoma"/>
                <a:cs typeface="Tahoma"/>
              </a:rPr>
              <a:t>include</a:t>
            </a:r>
            <a:r>
              <a:rPr sz="1800" spc="-20" dirty="0">
                <a:latin typeface="Tahoma"/>
                <a:cs typeface="Tahoma"/>
              </a:rPr>
              <a:t> </a:t>
            </a:r>
            <a:r>
              <a:rPr sz="1800" dirty="0">
                <a:latin typeface="Tahoma"/>
                <a:cs typeface="Tahoma"/>
              </a:rPr>
              <a:t>a</a:t>
            </a:r>
            <a:r>
              <a:rPr sz="1800" spc="-15" dirty="0">
                <a:latin typeface="Tahoma"/>
                <a:cs typeface="Tahoma"/>
              </a:rPr>
              <a:t> </a:t>
            </a:r>
            <a:r>
              <a:rPr sz="1800" dirty="0">
                <a:latin typeface="Tahoma"/>
                <a:cs typeface="Tahoma"/>
              </a:rPr>
              <a:t>variety</a:t>
            </a:r>
            <a:r>
              <a:rPr sz="1800" spc="-25" dirty="0">
                <a:latin typeface="Tahoma"/>
                <a:cs typeface="Tahoma"/>
              </a:rPr>
              <a:t> </a:t>
            </a:r>
            <a:r>
              <a:rPr sz="1800" dirty="0">
                <a:latin typeface="Tahoma"/>
                <a:cs typeface="Tahoma"/>
              </a:rPr>
              <a:t>of</a:t>
            </a:r>
            <a:r>
              <a:rPr sz="1800" spc="-15" dirty="0">
                <a:latin typeface="Tahoma"/>
                <a:cs typeface="Tahoma"/>
              </a:rPr>
              <a:t> </a:t>
            </a:r>
            <a:r>
              <a:rPr sz="1800" dirty="0">
                <a:latin typeface="Tahoma"/>
                <a:cs typeface="Tahoma"/>
              </a:rPr>
              <a:t>data</a:t>
            </a:r>
            <a:r>
              <a:rPr sz="1800" spc="-10" dirty="0">
                <a:latin typeface="Tahoma"/>
                <a:cs typeface="Tahoma"/>
              </a:rPr>
              <a:t> </a:t>
            </a:r>
            <a:r>
              <a:rPr sz="1800" dirty="0">
                <a:latin typeface="Tahoma"/>
                <a:cs typeface="Tahoma"/>
              </a:rPr>
              <a:t>validation</a:t>
            </a:r>
            <a:r>
              <a:rPr sz="1800" spc="-40" dirty="0">
                <a:latin typeface="Tahoma"/>
                <a:cs typeface="Tahoma"/>
              </a:rPr>
              <a:t> </a:t>
            </a:r>
            <a:r>
              <a:rPr sz="1800" spc="-10" dirty="0">
                <a:latin typeface="Tahoma"/>
                <a:cs typeface="Tahoma"/>
              </a:rPr>
              <a:t>checks</a:t>
            </a:r>
            <a:endParaRPr sz="1800">
              <a:latin typeface="Tahoma"/>
              <a:cs typeface="Tahoma"/>
            </a:endParaRPr>
          </a:p>
        </p:txBody>
      </p:sp>
      <p:sp>
        <p:nvSpPr>
          <p:cNvPr id="13" name="object 13"/>
          <p:cNvSpPr txBox="1"/>
          <p:nvPr/>
        </p:nvSpPr>
        <p:spPr>
          <a:xfrm>
            <a:off x="535940" y="2717419"/>
            <a:ext cx="140271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Reduced</a:t>
            </a:r>
            <a:r>
              <a:rPr sz="1800" spc="10" dirty="0">
                <a:latin typeface="Tahoma"/>
                <a:cs typeface="Tahoma"/>
              </a:rPr>
              <a:t> </a:t>
            </a:r>
            <a:r>
              <a:rPr sz="1800" spc="-20" dirty="0">
                <a:latin typeface="Tahoma"/>
                <a:cs typeface="Tahoma"/>
              </a:rPr>
              <a:t>cost</a:t>
            </a:r>
            <a:endParaRPr sz="1800">
              <a:latin typeface="Tahoma"/>
              <a:cs typeface="Tahoma"/>
            </a:endParaRPr>
          </a:p>
        </p:txBody>
      </p:sp>
      <p:sp>
        <p:nvSpPr>
          <p:cNvPr id="14" name="object 14"/>
          <p:cNvSpPr txBox="1"/>
          <p:nvPr/>
        </p:nvSpPr>
        <p:spPr>
          <a:xfrm>
            <a:off x="2707004" y="2717419"/>
            <a:ext cx="5748655"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75" dirty="0">
                <a:latin typeface="Tahoma"/>
                <a:cs typeface="Tahoma"/>
              </a:rPr>
              <a:t>A</a:t>
            </a:r>
            <a:r>
              <a:rPr sz="1800" spc="15" dirty="0">
                <a:latin typeface="Tahoma"/>
                <a:cs typeface="Tahoma"/>
              </a:rPr>
              <a:t> </a:t>
            </a:r>
            <a:r>
              <a:rPr sz="1800" spc="70" dirty="0">
                <a:latin typeface="Tahoma"/>
                <a:cs typeface="Tahoma"/>
              </a:rPr>
              <a:t>cost-</a:t>
            </a:r>
            <a:r>
              <a:rPr sz="1800" dirty="0">
                <a:latin typeface="Tahoma"/>
                <a:cs typeface="Tahoma"/>
              </a:rPr>
              <a:t>benefit</a:t>
            </a:r>
            <a:r>
              <a:rPr sz="1800" spc="-5" dirty="0">
                <a:latin typeface="Tahoma"/>
                <a:cs typeface="Tahoma"/>
              </a:rPr>
              <a:t> </a:t>
            </a:r>
            <a:r>
              <a:rPr sz="1800" dirty="0">
                <a:latin typeface="Tahoma"/>
                <a:cs typeface="Tahoma"/>
              </a:rPr>
              <a:t>analysis</a:t>
            </a:r>
            <a:r>
              <a:rPr sz="1800" spc="40" dirty="0">
                <a:latin typeface="Tahoma"/>
                <a:cs typeface="Tahoma"/>
              </a:rPr>
              <a:t> </a:t>
            </a:r>
            <a:r>
              <a:rPr sz="1800" dirty="0">
                <a:latin typeface="Tahoma"/>
                <a:cs typeface="Tahoma"/>
              </a:rPr>
              <a:t>to compare</a:t>
            </a:r>
            <a:r>
              <a:rPr sz="1800" spc="5" dirty="0">
                <a:latin typeface="Tahoma"/>
                <a:cs typeface="Tahoma"/>
              </a:rPr>
              <a:t> </a:t>
            </a:r>
            <a:r>
              <a:rPr sz="1800" dirty="0">
                <a:latin typeface="Tahoma"/>
                <a:cs typeface="Tahoma"/>
              </a:rPr>
              <a:t>if</a:t>
            </a:r>
            <a:r>
              <a:rPr sz="1800" spc="20" dirty="0">
                <a:latin typeface="Tahoma"/>
                <a:cs typeface="Tahoma"/>
              </a:rPr>
              <a:t> </a:t>
            </a:r>
            <a:r>
              <a:rPr sz="1800" dirty="0">
                <a:latin typeface="Tahoma"/>
                <a:cs typeface="Tahoma"/>
              </a:rPr>
              <a:t>the</a:t>
            </a:r>
            <a:r>
              <a:rPr sz="1800" spc="10" dirty="0">
                <a:latin typeface="Tahoma"/>
                <a:cs typeface="Tahoma"/>
              </a:rPr>
              <a:t> </a:t>
            </a:r>
            <a:r>
              <a:rPr sz="1800" dirty="0">
                <a:latin typeface="Tahoma"/>
                <a:cs typeface="Tahoma"/>
              </a:rPr>
              <a:t>new</a:t>
            </a:r>
            <a:r>
              <a:rPr sz="1800" spc="20" dirty="0">
                <a:latin typeface="Tahoma"/>
                <a:cs typeface="Tahoma"/>
              </a:rPr>
              <a:t> </a:t>
            </a:r>
            <a:r>
              <a:rPr sz="1800" dirty="0">
                <a:latin typeface="Tahoma"/>
                <a:cs typeface="Tahoma"/>
              </a:rPr>
              <a:t>system</a:t>
            </a:r>
            <a:r>
              <a:rPr sz="1800" spc="25" dirty="0">
                <a:latin typeface="Tahoma"/>
                <a:cs typeface="Tahoma"/>
              </a:rPr>
              <a:t> </a:t>
            </a:r>
            <a:r>
              <a:rPr sz="1800" spc="60" dirty="0">
                <a:latin typeface="Tahoma"/>
                <a:cs typeface="Tahoma"/>
              </a:rPr>
              <a:t>is </a:t>
            </a:r>
            <a:r>
              <a:rPr sz="1800" dirty="0">
                <a:latin typeface="Tahoma"/>
                <a:cs typeface="Tahoma"/>
              </a:rPr>
              <a:t>more</a:t>
            </a:r>
            <a:r>
              <a:rPr sz="1800" spc="10" dirty="0">
                <a:latin typeface="Tahoma"/>
                <a:cs typeface="Tahoma"/>
              </a:rPr>
              <a:t> </a:t>
            </a:r>
            <a:r>
              <a:rPr sz="1800" dirty="0">
                <a:latin typeface="Tahoma"/>
                <a:cs typeface="Tahoma"/>
              </a:rPr>
              <a:t>cost</a:t>
            </a:r>
            <a:r>
              <a:rPr sz="1800" spc="25" dirty="0">
                <a:latin typeface="Tahoma"/>
                <a:cs typeface="Tahoma"/>
              </a:rPr>
              <a:t> </a:t>
            </a:r>
            <a:r>
              <a:rPr sz="1800" dirty="0">
                <a:latin typeface="Tahoma"/>
                <a:cs typeface="Tahoma"/>
              </a:rPr>
              <a:t>effective</a:t>
            </a:r>
            <a:r>
              <a:rPr sz="1800" spc="25" dirty="0">
                <a:latin typeface="Tahoma"/>
                <a:cs typeface="Tahoma"/>
              </a:rPr>
              <a:t> </a:t>
            </a:r>
            <a:r>
              <a:rPr sz="1800" dirty="0">
                <a:latin typeface="Tahoma"/>
                <a:cs typeface="Tahoma"/>
              </a:rPr>
              <a:t>and</a:t>
            </a:r>
            <a:r>
              <a:rPr sz="1800" spc="30" dirty="0">
                <a:latin typeface="Tahoma"/>
                <a:cs typeface="Tahoma"/>
              </a:rPr>
              <a:t> </a:t>
            </a:r>
            <a:r>
              <a:rPr sz="1800" dirty="0">
                <a:latin typeface="Tahoma"/>
                <a:cs typeface="Tahoma"/>
              </a:rPr>
              <a:t>provide</a:t>
            </a:r>
            <a:r>
              <a:rPr sz="1800" spc="-15" dirty="0">
                <a:latin typeface="Tahoma"/>
                <a:cs typeface="Tahoma"/>
              </a:rPr>
              <a:t> </a:t>
            </a:r>
            <a:r>
              <a:rPr sz="1800" dirty="0">
                <a:latin typeface="Tahoma"/>
                <a:cs typeface="Tahoma"/>
              </a:rPr>
              <a:t>better</a:t>
            </a:r>
            <a:r>
              <a:rPr sz="1800" spc="10" dirty="0">
                <a:latin typeface="Tahoma"/>
                <a:cs typeface="Tahoma"/>
              </a:rPr>
              <a:t> </a:t>
            </a:r>
            <a:r>
              <a:rPr sz="1800" dirty="0">
                <a:latin typeface="Tahoma"/>
                <a:cs typeface="Tahoma"/>
              </a:rPr>
              <a:t>support</a:t>
            </a:r>
            <a:r>
              <a:rPr sz="1800" spc="-5" dirty="0">
                <a:latin typeface="Tahoma"/>
                <a:cs typeface="Tahoma"/>
              </a:rPr>
              <a:t> </a:t>
            </a:r>
            <a:r>
              <a:rPr sz="1800" dirty="0">
                <a:latin typeface="Tahoma"/>
                <a:cs typeface="Tahoma"/>
              </a:rPr>
              <a:t>for</a:t>
            </a:r>
            <a:r>
              <a:rPr sz="1800" spc="25" dirty="0">
                <a:latin typeface="Tahoma"/>
                <a:cs typeface="Tahoma"/>
              </a:rPr>
              <a:t> </a:t>
            </a:r>
            <a:r>
              <a:rPr sz="1800" spc="45" dirty="0">
                <a:latin typeface="Tahoma"/>
                <a:cs typeface="Tahoma"/>
              </a:rPr>
              <a:t>long- </a:t>
            </a:r>
            <a:r>
              <a:rPr sz="1800" dirty="0">
                <a:latin typeface="Tahoma"/>
                <a:cs typeface="Tahoma"/>
              </a:rPr>
              <a:t>term</a:t>
            </a:r>
            <a:r>
              <a:rPr sz="1800" spc="15" dirty="0">
                <a:latin typeface="Tahoma"/>
                <a:cs typeface="Tahoma"/>
              </a:rPr>
              <a:t> </a:t>
            </a:r>
            <a:r>
              <a:rPr sz="1800" dirty="0">
                <a:latin typeface="Tahoma"/>
                <a:cs typeface="Tahoma"/>
              </a:rPr>
              <a:t>objectives</a:t>
            </a:r>
            <a:r>
              <a:rPr sz="1800" spc="15" dirty="0">
                <a:latin typeface="Tahoma"/>
                <a:cs typeface="Tahoma"/>
              </a:rPr>
              <a:t> </a:t>
            </a:r>
            <a:r>
              <a:rPr sz="1800" dirty="0">
                <a:latin typeface="Tahoma"/>
                <a:cs typeface="Tahoma"/>
              </a:rPr>
              <a:t>than</a:t>
            </a:r>
            <a:r>
              <a:rPr sz="1800" spc="30" dirty="0">
                <a:latin typeface="Tahoma"/>
                <a:cs typeface="Tahoma"/>
              </a:rPr>
              <a:t> </a:t>
            </a:r>
            <a:r>
              <a:rPr sz="1800" dirty="0">
                <a:latin typeface="Tahoma"/>
                <a:cs typeface="Tahoma"/>
              </a:rPr>
              <a:t>the</a:t>
            </a:r>
            <a:r>
              <a:rPr sz="1800" spc="20" dirty="0">
                <a:latin typeface="Tahoma"/>
                <a:cs typeface="Tahoma"/>
              </a:rPr>
              <a:t> </a:t>
            </a:r>
            <a:r>
              <a:rPr sz="1800" dirty="0">
                <a:latin typeface="Tahoma"/>
                <a:cs typeface="Tahoma"/>
              </a:rPr>
              <a:t>current</a:t>
            </a:r>
            <a:r>
              <a:rPr sz="1800" spc="15" dirty="0">
                <a:latin typeface="Tahoma"/>
                <a:cs typeface="Tahoma"/>
              </a:rPr>
              <a:t> </a:t>
            </a:r>
            <a:r>
              <a:rPr sz="1800" spc="-10" dirty="0">
                <a:latin typeface="Tahoma"/>
                <a:cs typeface="Tahoma"/>
              </a:rPr>
              <a:t>system</a:t>
            </a:r>
            <a:endParaRPr sz="1800" dirty="0">
              <a:latin typeface="Tahoma"/>
              <a:cs typeface="Tahoma"/>
            </a:endParaRPr>
          </a:p>
        </p:txBody>
      </p:sp>
      <p:sp>
        <p:nvSpPr>
          <p:cNvPr id="15" name="object 15"/>
          <p:cNvSpPr txBox="1"/>
          <p:nvPr/>
        </p:nvSpPr>
        <p:spPr>
          <a:xfrm>
            <a:off x="548640" y="3631819"/>
            <a:ext cx="1777364" cy="299720"/>
          </a:xfrm>
          <a:prstGeom prst="rect">
            <a:avLst/>
          </a:prstGeom>
        </p:spPr>
        <p:txBody>
          <a:bodyPr vert="horz" wrap="square" lIns="0" tIns="12700" rIns="0" bIns="0" rtlCol="0">
            <a:spAutoFit/>
          </a:bodyPr>
          <a:lstStyle/>
          <a:p>
            <a:pPr>
              <a:lnSpc>
                <a:spcPct val="100000"/>
              </a:lnSpc>
              <a:spcBef>
                <a:spcPts val="100"/>
              </a:spcBef>
            </a:pPr>
            <a:r>
              <a:rPr sz="1800" dirty="0">
                <a:latin typeface="Tahoma"/>
                <a:cs typeface="Tahoma"/>
              </a:rPr>
              <a:t>More </a:t>
            </a:r>
            <a:r>
              <a:rPr sz="1800" spc="-10" dirty="0">
                <a:latin typeface="Tahoma"/>
                <a:cs typeface="Tahoma"/>
              </a:rPr>
              <a:t>information</a:t>
            </a:r>
            <a:endParaRPr sz="1800">
              <a:latin typeface="Tahoma"/>
              <a:cs typeface="Tahoma"/>
            </a:endParaRPr>
          </a:p>
        </p:txBody>
      </p:sp>
      <p:sp>
        <p:nvSpPr>
          <p:cNvPr id="16" name="object 16"/>
          <p:cNvSpPr txBox="1"/>
          <p:nvPr/>
        </p:nvSpPr>
        <p:spPr>
          <a:xfrm>
            <a:off x="2719704" y="3631819"/>
            <a:ext cx="5137785" cy="574675"/>
          </a:xfrm>
          <a:prstGeom prst="rect">
            <a:avLst/>
          </a:prstGeom>
        </p:spPr>
        <p:txBody>
          <a:bodyPr vert="horz" wrap="square" lIns="0" tIns="12700" rIns="0" bIns="0" rtlCol="0">
            <a:spAutoFit/>
          </a:bodyPr>
          <a:lstStyle/>
          <a:p>
            <a:pPr>
              <a:lnSpc>
                <a:spcPct val="100000"/>
              </a:lnSpc>
              <a:spcBef>
                <a:spcPts val="100"/>
              </a:spcBef>
            </a:pPr>
            <a:r>
              <a:rPr sz="1800" spc="75" dirty="0">
                <a:latin typeface="Tahoma"/>
                <a:cs typeface="Tahoma"/>
              </a:rPr>
              <a:t>A</a:t>
            </a:r>
            <a:r>
              <a:rPr sz="1800" spc="5" dirty="0">
                <a:latin typeface="Tahoma"/>
                <a:cs typeface="Tahoma"/>
              </a:rPr>
              <a:t> </a:t>
            </a:r>
            <a:r>
              <a:rPr sz="1800" dirty="0">
                <a:latin typeface="Tahoma"/>
                <a:cs typeface="Tahoma"/>
              </a:rPr>
              <a:t>package</a:t>
            </a:r>
            <a:r>
              <a:rPr sz="1800" spc="10" dirty="0">
                <a:latin typeface="Tahoma"/>
                <a:cs typeface="Tahoma"/>
              </a:rPr>
              <a:t> </a:t>
            </a:r>
            <a:r>
              <a:rPr sz="1800" dirty="0">
                <a:latin typeface="Tahoma"/>
                <a:cs typeface="Tahoma"/>
              </a:rPr>
              <a:t>tracking</a:t>
            </a:r>
            <a:r>
              <a:rPr sz="1800" spc="10" dirty="0">
                <a:latin typeface="Tahoma"/>
                <a:cs typeface="Tahoma"/>
              </a:rPr>
              <a:t> </a:t>
            </a:r>
            <a:r>
              <a:rPr sz="1800" dirty="0">
                <a:latin typeface="Tahoma"/>
                <a:cs typeface="Tahoma"/>
              </a:rPr>
              <a:t>system</a:t>
            </a:r>
            <a:r>
              <a:rPr sz="1800" spc="20" dirty="0">
                <a:latin typeface="Tahoma"/>
                <a:cs typeface="Tahoma"/>
              </a:rPr>
              <a:t> </a:t>
            </a:r>
            <a:r>
              <a:rPr sz="1800" dirty="0">
                <a:latin typeface="Tahoma"/>
                <a:cs typeface="Tahoma"/>
              </a:rPr>
              <a:t>that</a:t>
            </a:r>
            <a:r>
              <a:rPr sz="1800" spc="10" dirty="0">
                <a:latin typeface="Tahoma"/>
                <a:cs typeface="Tahoma"/>
              </a:rPr>
              <a:t> </a:t>
            </a:r>
            <a:r>
              <a:rPr sz="1800" spc="50" dirty="0">
                <a:latin typeface="Tahoma"/>
                <a:cs typeface="Tahoma"/>
              </a:rPr>
              <a:t>tracks</a:t>
            </a:r>
            <a:r>
              <a:rPr sz="1800" spc="15" dirty="0">
                <a:latin typeface="Tahoma"/>
                <a:cs typeface="Tahoma"/>
              </a:rPr>
              <a:t> </a:t>
            </a:r>
            <a:r>
              <a:rPr sz="1800" spc="-10" dirty="0">
                <a:latin typeface="Tahoma"/>
                <a:cs typeface="Tahoma"/>
              </a:rPr>
              <a:t>customers’</a:t>
            </a:r>
            <a:endParaRPr sz="1800">
              <a:latin typeface="Tahoma"/>
              <a:cs typeface="Tahoma"/>
            </a:endParaRPr>
          </a:p>
          <a:p>
            <a:pPr>
              <a:lnSpc>
                <a:spcPct val="100000"/>
              </a:lnSpc>
            </a:pPr>
            <a:r>
              <a:rPr sz="1800" spc="55" dirty="0">
                <a:latin typeface="Tahoma"/>
                <a:cs typeface="Tahoma"/>
              </a:rPr>
              <a:t>parcels</a:t>
            </a:r>
            <a:r>
              <a:rPr sz="1800" spc="20" dirty="0">
                <a:latin typeface="Tahoma"/>
                <a:cs typeface="Tahoma"/>
              </a:rPr>
              <a:t> </a:t>
            </a:r>
            <a:r>
              <a:rPr sz="1800" dirty="0">
                <a:latin typeface="Tahoma"/>
                <a:cs typeface="Tahoma"/>
              </a:rPr>
              <a:t>and</a:t>
            </a:r>
            <a:r>
              <a:rPr sz="1800" spc="20" dirty="0">
                <a:latin typeface="Tahoma"/>
                <a:cs typeface="Tahoma"/>
              </a:rPr>
              <a:t> </a:t>
            </a:r>
            <a:r>
              <a:rPr sz="1800" dirty="0">
                <a:latin typeface="Tahoma"/>
                <a:cs typeface="Tahoma"/>
              </a:rPr>
              <a:t>predicts</a:t>
            </a:r>
            <a:r>
              <a:rPr sz="1800" spc="20" dirty="0">
                <a:latin typeface="Tahoma"/>
                <a:cs typeface="Tahoma"/>
              </a:rPr>
              <a:t> </a:t>
            </a:r>
            <a:r>
              <a:rPr sz="1800" dirty="0">
                <a:latin typeface="Tahoma"/>
                <a:cs typeface="Tahoma"/>
              </a:rPr>
              <a:t>market</a:t>
            </a:r>
            <a:r>
              <a:rPr sz="1800" spc="15" dirty="0">
                <a:latin typeface="Tahoma"/>
                <a:cs typeface="Tahoma"/>
              </a:rPr>
              <a:t> </a:t>
            </a:r>
            <a:r>
              <a:rPr sz="1800" spc="-10" dirty="0">
                <a:latin typeface="Tahoma"/>
                <a:cs typeface="Tahoma"/>
              </a:rPr>
              <a:t>trends</a:t>
            </a:r>
            <a:endParaRPr sz="1800">
              <a:latin typeface="Tahoma"/>
              <a:cs typeface="Tahoma"/>
            </a:endParaRPr>
          </a:p>
        </p:txBody>
      </p:sp>
      <p:sp>
        <p:nvSpPr>
          <p:cNvPr id="17" name="object 17"/>
          <p:cNvSpPr txBox="1"/>
          <p:nvPr/>
        </p:nvSpPr>
        <p:spPr>
          <a:xfrm>
            <a:off x="535940" y="4272153"/>
            <a:ext cx="1346835" cy="574040"/>
          </a:xfrm>
          <a:prstGeom prst="rect">
            <a:avLst/>
          </a:prstGeom>
        </p:spPr>
        <p:txBody>
          <a:bodyPr vert="horz" wrap="square" lIns="0" tIns="12700" rIns="0" bIns="0" rtlCol="0">
            <a:spAutoFit/>
          </a:bodyPr>
          <a:lstStyle/>
          <a:p>
            <a:pPr marL="12700" marR="5080">
              <a:lnSpc>
                <a:spcPct val="100000"/>
              </a:lnSpc>
              <a:spcBef>
                <a:spcPts val="100"/>
              </a:spcBef>
            </a:pPr>
            <a:r>
              <a:rPr sz="1800" spc="-10" dirty="0">
                <a:latin typeface="Tahoma"/>
                <a:cs typeface="Tahoma"/>
              </a:rPr>
              <a:t>Better performance</a:t>
            </a:r>
            <a:endParaRPr sz="1800">
              <a:latin typeface="Tahoma"/>
              <a:cs typeface="Tahoma"/>
            </a:endParaRPr>
          </a:p>
        </p:txBody>
      </p:sp>
      <p:sp>
        <p:nvSpPr>
          <p:cNvPr id="18" name="object 18"/>
          <p:cNvSpPr txBox="1"/>
          <p:nvPr/>
        </p:nvSpPr>
        <p:spPr>
          <a:xfrm>
            <a:off x="2707004" y="4272153"/>
            <a:ext cx="521144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ahoma"/>
                <a:cs typeface="Tahoma"/>
              </a:rPr>
              <a:t>An</a:t>
            </a:r>
            <a:r>
              <a:rPr sz="1800" spc="-20" dirty="0">
                <a:latin typeface="Tahoma"/>
                <a:cs typeface="Tahoma"/>
              </a:rPr>
              <a:t> </a:t>
            </a:r>
            <a:r>
              <a:rPr sz="1800" spc="-25" dirty="0">
                <a:latin typeface="Tahoma"/>
                <a:cs typeface="Tahoma"/>
              </a:rPr>
              <a:t>ATM</a:t>
            </a:r>
            <a:r>
              <a:rPr sz="1800" spc="-20" dirty="0">
                <a:latin typeface="Tahoma"/>
                <a:cs typeface="Tahoma"/>
              </a:rPr>
              <a:t> </a:t>
            </a:r>
            <a:r>
              <a:rPr sz="1800" dirty="0">
                <a:latin typeface="Tahoma"/>
                <a:cs typeface="Tahoma"/>
              </a:rPr>
              <a:t>system</a:t>
            </a:r>
            <a:r>
              <a:rPr sz="1800" spc="-10" dirty="0">
                <a:latin typeface="Tahoma"/>
                <a:cs typeface="Tahoma"/>
              </a:rPr>
              <a:t> </a:t>
            </a:r>
            <a:r>
              <a:rPr sz="1800" dirty="0">
                <a:latin typeface="Tahoma"/>
                <a:cs typeface="Tahoma"/>
              </a:rPr>
              <a:t>that</a:t>
            </a:r>
            <a:r>
              <a:rPr sz="1800" spc="-20" dirty="0">
                <a:latin typeface="Tahoma"/>
                <a:cs typeface="Tahoma"/>
              </a:rPr>
              <a:t> </a:t>
            </a:r>
            <a:r>
              <a:rPr sz="1800" dirty="0">
                <a:latin typeface="Tahoma"/>
                <a:cs typeface="Tahoma"/>
              </a:rPr>
              <a:t>able</a:t>
            </a:r>
            <a:r>
              <a:rPr sz="1800" spc="-25" dirty="0">
                <a:latin typeface="Tahoma"/>
                <a:cs typeface="Tahoma"/>
              </a:rPr>
              <a:t> </a:t>
            </a:r>
            <a:r>
              <a:rPr sz="1800" dirty="0">
                <a:latin typeface="Tahoma"/>
                <a:cs typeface="Tahoma"/>
              </a:rPr>
              <a:t>to</a:t>
            </a:r>
            <a:r>
              <a:rPr sz="1800" spc="-20" dirty="0">
                <a:latin typeface="Tahoma"/>
                <a:cs typeface="Tahoma"/>
              </a:rPr>
              <a:t> </a:t>
            </a:r>
            <a:r>
              <a:rPr sz="1800" dirty="0">
                <a:latin typeface="Tahoma"/>
                <a:cs typeface="Tahoma"/>
              </a:rPr>
              <a:t>complete</a:t>
            </a:r>
            <a:r>
              <a:rPr sz="1800" spc="-30" dirty="0">
                <a:latin typeface="Tahoma"/>
                <a:cs typeface="Tahoma"/>
              </a:rPr>
              <a:t> </a:t>
            </a:r>
            <a:r>
              <a:rPr sz="1800" dirty="0">
                <a:latin typeface="Tahoma"/>
                <a:cs typeface="Tahoma"/>
              </a:rPr>
              <a:t>a</a:t>
            </a:r>
            <a:r>
              <a:rPr sz="1800" spc="-20" dirty="0">
                <a:latin typeface="Tahoma"/>
                <a:cs typeface="Tahoma"/>
              </a:rPr>
              <a:t> </a:t>
            </a:r>
            <a:r>
              <a:rPr sz="1800" spc="-10" dirty="0">
                <a:latin typeface="Tahoma"/>
                <a:cs typeface="Tahoma"/>
              </a:rPr>
              <a:t>withdrawal </a:t>
            </a:r>
            <a:r>
              <a:rPr sz="1800" dirty="0">
                <a:latin typeface="Tahoma"/>
                <a:cs typeface="Tahoma"/>
              </a:rPr>
              <a:t>transaction</a:t>
            </a:r>
            <a:r>
              <a:rPr sz="1800" spc="5" dirty="0">
                <a:latin typeface="Tahoma"/>
                <a:cs typeface="Tahoma"/>
              </a:rPr>
              <a:t> </a:t>
            </a:r>
            <a:r>
              <a:rPr sz="1800" dirty="0">
                <a:latin typeface="Tahoma"/>
                <a:cs typeface="Tahoma"/>
              </a:rPr>
              <a:t>within 2</a:t>
            </a:r>
            <a:r>
              <a:rPr sz="1800" spc="40" dirty="0">
                <a:latin typeface="Tahoma"/>
                <a:cs typeface="Tahoma"/>
              </a:rPr>
              <a:t> </a:t>
            </a:r>
            <a:r>
              <a:rPr sz="1800" spc="-10" dirty="0">
                <a:latin typeface="Tahoma"/>
                <a:cs typeface="Tahoma"/>
              </a:rPr>
              <a:t>minutes</a:t>
            </a:r>
            <a:endParaRPr sz="1800">
              <a:latin typeface="Tahoma"/>
              <a:cs typeface="Tahoma"/>
            </a:endParaRPr>
          </a:p>
        </p:txBody>
      </p:sp>
      <p:sp>
        <p:nvSpPr>
          <p:cNvPr id="19" name="object 19"/>
          <p:cNvSpPr txBox="1"/>
          <p:nvPr/>
        </p:nvSpPr>
        <p:spPr>
          <a:xfrm>
            <a:off x="548640" y="4912232"/>
            <a:ext cx="1786255" cy="299720"/>
          </a:xfrm>
          <a:prstGeom prst="rect">
            <a:avLst/>
          </a:prstGeom>
        </p:spPr>
        <p:txBody>
          <a:bodyPr vert="horz" wrap="square" lIns="0" tIns="12700" rIns="0" bIns="0" rtlCol="0">
            <a:spAutoFit/>
          </a:bodyPr>
          <a:lstStyle/>
          <a:p>
            <a:pPr>
              <a:lnSpc>
                <a:spcPct val="100000"/>
              </a:lnSpc>
              <a:spcBef>
                <a:spcPts val="100"/>
              </a:spcBef>
            </a:pPr>
            <a:r>
              <a:rPr sz="1800" spc="-10" dirty="0">
                <a:latin typeface="Tahoma"/>
                <a:cs typeface="Tahoma"/>
              </a:rPr>
              <a:t>Improved</a:t>
            </a:r>
            <a:r>
              <a:rPr sz="1800" spc="-100" dirty="0">
                <a:latin typeface="Tahoma"/>
                <a:cs typeface="Tahoma"/>
              </a:rPr>
              <a:t> </a:t>
            </a:r>
            <a:r>
              <a:rPr sz="1800" spc="40" dirty="0">
                <a:latin typeface="Tahoma"/>
                <a:cs typeface="Tahoma"/>
              </a:rPr>
              <a:t>service</a:t>
            </a:r>
            <a:endParaRPr sz="1800">
              <a:latin typeface="Tahoma"/>
              <a:cs typeface="Tahoma"/>
            </a:endParaRPr>
          </a:p>
        </p:txBody>
      </p:sp>
      <p:sp>
        <p:nvSpPr>
          <p:cNvPr id="20" name="object 20"/>
          <p:cNvSpPr txBox="1"/>
          <p:nvPr/>
        </p:nvSpPr>
        <p:spPr>
          <a:xfrm>
            <a:off x="2719704" y="4912232"/>
            <a:ext cx="5862955" cy="574675"/>
          </a:xfrm>
          <a:prstGeom prst="rect">
            <a:avLst/>
          </a:prstGeom>
        </p:spPr>
        <p:txBody>
          <a:bodyPr vert="horz" wrap="square" lIns="0" tIns="12700" rIns="0" bIns="0" rtlCol="0">
            <a:spAutoFit/>
          </a:bodyPr>
          <a:lstStyle/>
          <a:p>
            <a:pPr>
              <a:lnSpc>
                <a:spcPct val="100000"/>
              </a:lnSpc>
              <a:spcBef>
                <a:spcPts val="100"/>
              </a:spcBef>
            </a:pPr>
            <a:r>
              <a:rPr sz="1800" dirty="0">
                <a:latin typeface="Tahoma"/>
                <a:cs typeface="Tahoma"/>
              </a:rPr>
              <a:t>An</a:t>
            </a:r>
            <a:r>
              <a:rPr sz="1800" spc="10" dirty="0">
                <a:latin typeface="Tahoma"/>
                <a:cs typeface="Tahoma"/>
              </a:rPr>
              <a:t> </a:t>
            </a:r>
            <a:r>
              <a:rPr sz="1800" dirty="0">
                <a:latin typeface="Tahoma"/>
                <a:cs typeface="Tahoma"/>
              </a:rPr>
              <a:t>online</a:t>
            </a:r>
            <a:r>
              <a:rPr sz="1800" spc="-10" dirty="0">
                <a:latin typeface="Tahoma"/>
                <a:cs typeface="Tahoma"/>
              </a:rPr>
              <a:t> </a:t>
            </a:r>
            <a:r>
              <a:rPr sz="1800" dirty="0">
                <a:latin typeface="Tahoma"/>
                <a:cs typeface="Tahoma"/>
              </a:rPr>
              <a:t>leave</a:t>
            </a:r>
            <a:r>
              <a:rPr sz="1800" spc="25" dirty="0">
                <a:latin typeface="Tahoma"/>
                <a:cs typeface="Tahoma"/>
              </a:rPr>
              <a:t> </a:t>
            </a:r>
            <a:r>
              <a:rPr sz="1800" dirty="0">
                <a:latin typeface="Tahoma"/>
                <a:cs typeface="Tahoma"/>
              </a:rPr>
              <a:t>application</a:t>
            </a:r>
            <a:r>
              <a:rPr sz="1800" spc="-15" dirty="0">
                <a:latin typeface="Tahoma"/>
                <a:cs typeface="Tahoma"/>
              </a:rPr>
              <a:t> </a:t>
            </a:r>
            <a:r>
              <a:rPr sz="1800" dirty="0">
                <a:latin typeface="Tahoma"/>
                <a:cs typeface="Tahoma"/>
              </a:rPr>
              <a:t>system</a:t>
            </a:r>
            <a:r>
              <a:rPr sz="1800" spc="25" dirty="0">
                <a:latin typeface="Tahoma"/>
                <a:cs typeface="Tahoma"/>
              </a:rPr>
              <a:t> </a:t>
            </a:r>
            <a:r>
              <a:rPr sz="1800" spc="65" dirty="0">
                <a:latin typeface="Tahoma"/>
                <a:cs typeface="Tahoma"/>
              </a:rPr>
              <a:t>allows</a:t>
            </a:r>
            <a:r>
              <a:rPr sz="1800" spc="25" dirty="0">
                <a:latin typeface="Tahoma"/>
                <a:cs typeface="Tahoma"/>
              </a:rPr>
              <a:t> </a:t>
            </a:r>
            <a:r>
              <a:rPr sz="1800" spc="70" dirty="0">
                <a:latin typeface="Tahoma"/>
                <a:cs typeface="Tahoma"/>
              </a:rPr>
              <a:t>users</a:t>
            </a:r>
            <a:r>
              <a:rPr sz="1800" spc="20" dirty="0">
                <a:latin typeface="Tahoma"/>
                <a:cs typeface="Tahoma"/>
              </a:rPr>
              <a:t> </a:t>
            </a:r>
            <a:r>
              <a:rPr sz="1800" dirty="0">
                <a:latin typeface="Tahoma"/>
                <a:cs typeface="Tahoma"/>
              </a:rPr>
              <a:t>to</a:t>
            </a:r>
            <a:r>
              <a:rPr sz="1800" spc="10" dirty="0">
                <a:latin typeface="Tahoma"/>
                <a:cs typeface="Tahoma"/>
              </a:rPr>
              <a:t> </a:t>
            </a:r>
            <a:r>
              <a:rPr sz="1800" spc="-10" dirty="0">
                <a:latin typeface="Tahoma"/>
                <a:cs typeface="Tahoma"/>
              </a:rPr>
              <a:t>check</a:t>
            </a:r>
            <a:endParaRPr sz="1800">
              <a:latin typeface="Tahoma"/>
              <a:cs typeface="Tahoma"/>
            </a:endParaRPr>
          </a:p>
          <a:p>
            <a:pPr>
              <a:lnSpc>
                <a:spcPct val="100000"/>
              </a:lnSpc>
            </a:pPr>
            <a:r>
              <a:rPr sz="1800" dirty="0">
                <a:latin typeface="Tahoma"/>
                <a:cs typeface="Tahoma"/>
              </a:rPr>
              <a:t>their</a:t>
            </a:r>
            <a:r>
              <a:rPr sz="1800" spc="-20" dirty="0">
                <a:latin typeface="Tahoma"/>
                <a:cs typeface="Tahoma"/>
              </a:rPr>
              <a:t> </a:t>
            </a:r>
            <a:r>
              <a:rPr sz="1800" dirty="0">
                <a:latin typeface="Tahoma"/>
                <a:cs typeface="Tahoma"/>
              </a:rPr>
              <a:t>used</a:t>
            </a:r>
            <a:r>
              <a:rPr sz="1800" spc="25" dirty="0">
                <a:latin typeface="Tahoma"/>
                <a:cs typeface="Tahoma"/>
              </a:rPr>
              <a:t> </a:t>
            </a:r>
            <a:r>
              <a:rPr sz="1800" dirty="0">
                <a:latin typeface="Tahoma"/>
                <a:cs typeface="Tahoma"/>
              </a:rPr>
              <a:t>and</a:t>
            </a:r>
            <a:r>
              <a:rPr sz="1800" spc="5" dirty="0">
                <a:latin typeface="Tahoma"/>
                <a:cs typeface="Tahoma"/>
              </a:rPr>
              <a:t> </a:t>
            </a:r>
            <a:r>
              <a:rPr sz="1800" dirty="0">
                <a:latin typeface="Tahoma"/>
                <a:cs typeface="Tahoma"/>
              </a:rPr>
              <a:t>remaining</a:t>
            </a:r>
            <a:r>
              <a:rPr sz="1800" spc="-15" dirty="0">
                <a:latin typeface="Tahoma"/>
                <a:cs typeface="Tahoma"/>
              </a:rPr>
              <a:t> </a:t>
            </a:r>
            <a:r>
              <a:rPr sz="1800" dirty="0">
                <a:latin typeface="Tahoma"/>
                <a:cs typeface="Tahoma"/>
              </a:rPr>
              <a:t>annual </a:t>
            </a:r>
            <a:r>
              <a:rPr sz="1800" spc="-10" dirty="0">
                <a:latin typeface="Tahoma"/>
                <a:cs typeface="Tahoma"/>
              </a:rPr>
              <a:t>leaves</a:t>
            </a:r>
            <a:endParaRPr sz="1800">
              <a:latin typeface="Tahoma"/>
              <a:cs typeface="Tahoma"/>
            </a:endParaRPr>
          </a:p>
        </p:txBody>
      </p:sp>
      <p:sp>
        <p:nvSpPr>
          <p:cNvPr id="21" name="object 21"/>
          <p:cNvSpPr txBox="1"/>
          <p:nvPr/>
        </p:nvSpPr>
        <p:spPr>
          <a:xfrm>
            <a:off x="535940" y="5552643"/>
            <a:ext cx="13995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ahoma"/>
                <a:cs typeface="Tahoma"/>
              </a:rPr>
              <a:t>More </a:t>
            </a:r>
            <a:r>
              <a:rPr sz="1800" spc="-10" dirty="0">
                <a:latin typeface="Tahoma"/>
                <a:cs typeface="Tahoma"/>
              </a:rPr>
              <a:t>support</a:t>
            </a:r>
            <a:endParaRPr sz="1800">
              <a:latin typeface="Tahoma"/>
              <a:cs typeface="Tahoma"/>
            </a:endParaRPr>
          </a:p>
        </p:txBody>
      </p:sp>
      <p:sp>
        <p:nvSpPr>
          <p:cNvPr id="22" name="object 22"/>
          <p:cNvSpPr txBox="1"/>
          <p:nvPr/>
        </p:nvSpPr>
        <p:spPr>
          <a:xfrm>
            <a:off x="2707004" y="5552643"/>
            <a:ext cx="5789930" cy="574040"/>
          </a:xfrm>
          <a:prstGeom prst="rect">
            <a:avLst/>
          </a:prstGeom>
        </p:spPr>
        <p:txBody>
          <a:bodyPr vert="horz" wrap="square" lIns="0" tIns="12700" rIns="0" bIns="0" rtlCol="0">
            <a:spAutoFit/>
          </a:bodyPr>
          <a:lstStyle/>
          <a:p>
            <a:pPr marL="12700" marR="5080">
              <a:lnSpc>
                <a:spcPct val="100000"/>
              </a:lnSpc>
              <a:spcBef>
                <a:spcPts val="100"/>
              </a:spcBef>
            </a:pPr>
            <a:r>
              <a:rPr sz="1800" spc="75" dirty="0">
                <a:latin typeface="Tahoma"/>
                <a:cs typeface="Tahoma"/>
              </a:rPr>
              <a:t>A</a:t>
            </a:r>
            <a:r>
              <a:rPr sz="1800" spc="-10" dirty="0">
                <a:latin typeface="Tahoma"/>
                <a:cs typeface="Tahoma"/>
              </a:rPr>
              <a:t> </a:t>
            </a:r>
            <a:r>
              <a:rPr sz="1800" dirty="0">
                <a:latin typeface="Tahoma"/>
                <a:cs typeface="Tahoma"/>
              </a:rPr>
              <a:t>package</a:t>
            </a:r>
            <a:r>
              <a:rPr sz="1800" spc="-10" dirty="0">
                <a:latin typeface="Tahoma"/>
                <a:cs typeface="Tahoma"/>
              </a:rPr>
              <a:t> </a:t>
            </a:r>
            <a:r>
              <a:rPr sz="1800" dirty="0">
                <a:latin typeface="Tahoma"/>
                <a:cs typeface="Tahoma"/>
              </a:rPr>
              <a:t>delivery</a:t>
            </a:r>
            <a:r>
              <a:rPr sz="1800" spc="5" dirty="0">
                <a:latin typeface="Tahoma"/>
                <a:cs typeface="Tahoma"/>
              </a:rPr>
              <a:t> </a:t>
            </a:r>
            <a:r>
              <a:rPr sz="1800" dirty="0">
                <a:latin typeface="Tahoma"/>
                <a:cs typeface="Tahoma"/>
              </a:rPr>
              <a:t>company</a:t>
            </a:r>
            <a:r>
              <a:rPr sz="1800" spc="-20" dirty="0">
                <a:latin typeface="Tahoma"/>
                <a:cs typeface="Tahoma"/>
              </a:rPr>
              <a:t> </a:t>
            </a:r>
            <a:r>
              <a:rPr sz="1800" dirty="0">
                <a:latin typeface="Tahoma"/>
                <a:cs typeface="Tahoma"/>
              </a:rPr>
              <a:t>might</a:t>
            </a:r>
            <a:r>
              <a:rPr sz="1800" spc="-5" dirty="0">
                <a:latin typeface="Tahoma"/>
                <a:cs typeface="Tahoma"/>
              </a:rPr>
              <a:t> </a:t>
            </a:r>
            <a:r>
              <a:rPr sz="1800" dirty="0">
                <a:latin typeface="Tahoma"/>
                <a:cs typeface="Tahoma"/>
              </a:rPr>
              <a:t>add a special </a:t>
            </a:r>
            <a:r>
              <a:rPr sz="1800" spc="40" dirty="0">
                <a:latin typeface="Tahoma"/>
                <a:cs typeface="Tahoma"/>
              </a:rPr>
              <a:t>service </a:t>
            </a:r>
            <a:r>
              <a:rPr sz="1800" dirty="0">
                <a:latin typeface="Tahoma"/>
                <a:cs typeface="Tahoma"/>
              </a:rPr>
              <a:t>for</a:t>
            </a:r>
            <a:r>
              <a:rPr sz="1800" spc="30" dirty="0">
                <a:latin typeface="Tahoma"/>
                <a:cs typeface="Tahoma"/>
              </a:rPr>
              <a:t> </a:t>
            </a:r>
            <a:r>
              <a:rPr sz="1800" dirty="0">
                <a:latin typeface="Tahoma"/>
                <a:cs typeface="Tahoma"/>
              </a:rPr>
              <a:t>RFID-</a:t>
            </a:r>
            <a:r>
              <a:rPr sz="1800" spc="-10" dirty="0">
                <a:latin typeface="Tahoma"/>
                <a:cs typeface="Tahoma"/>
              </a:rPr>
              <a:t>tagged</a:t>
            </a:r>
            <a:r>
              <a:rPr sz="1800" spc="110" dirty="0">
                <a:latin typeface="Tahoma"/>
                <a:cs typeface="Tahoma"/>
              </a:rPr>
              <a:t> </a:t>
            </a:r>
            <a:r>
              <a:rPr sz="1800" dirty="0">
                <a:latin typeface="Tahoma"/>
                <a:cs typeface="Tahoma"/>
              </a:rPr>
              <a:t>shipments</a:t>
            </a:r>
            <a:r>
              <a:rPr sz="1800" spc="15" dirty="0">
                <a:latin typeface="Tahoma"/>
                <a:cs typeface="Tahoma"/>
              </a:rPr>
              <a:t> </a:t>
            </a:r>
            <a:r>
              <a:rPr sz="1800" dirty="0">
                <a:latin typeface="Tahoma"/>
                <a:cs typeface="Tahoma"/>
              </a:rPr>
              <a:t>for</a:t>
            </a:r>
            <a:r>
              <a:rPr sz="1800" spc="50" dirty="0">
                <a:latin typeface="Tahoma"/>
                <a:cs typeface="Tahoma"/>
              </a:rPr>
              <a:t> </a:t>
            </a:r>
            <a:r>
              <a:rPr sz="1800" dirty="0">
                <a:latin typeface="Tahoma"/>
                <a:cs typeface="Tahoma"/>
              </a:rPr>
              <a:t>their</a:t>
            </a:r>
            <a:r>
              <a:rPr sz="1800" spc="35" dirty="0">
                <a:latin typeface="Tahoma"/>
                <a:cs typeface="Tahoma"/>
              </a:rPr>
              <a:t> </a:t>
            </a:r>
            <a:r>
              <a:rPr sz="1800" spc="-10" dirty="0">
                <a:latin typeface="Tahoma"/>
                <a:cs typeface="Tahoma"/>
              </a:rPr>
              <a:t>customers</a:t>
            </a:r>
            <a:endParaRPr sz="1800">
              <a:latin typeface="Tahoma"/>
              <a:cs typeface="Tahoma"/>
            </a:endParaRPr>
          </a:p>
        </p:txBody>
      </p:sp>
      <p:sp>
        <p:nvSpPr>
          <p:cNvPr id="25" name="Freeform 8">
            <a:extLst>
              <a:ext uri="{FF2B5EF4-FFF2-40B4-BE49-F238E27FC236}">
                <a16:creationId xmlns:a16="http://schemas.microsoft.com/office/drawing/2014/main" id="{AB55AF87-3D41-4540-8A9C-19160F0C41B6}"/>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
        <p:nvSpPr>
          <p:cNvPr id="26" name="object 2">
            <a:extLst>
              <a:ext uri="{FF2B5EF4-FFF2-40B4-BE49-F238E27FC236}">
                <a16:creationId xmlns:a16="http://schemas.microsoft.com/office/drawing/2014/main" id="{513A76EF-988B-435A-A855-E496CF2A9203}"/>
              </a:ext>
            </a:extLst>
          </p:cNvPr>
          <p:cNvSpPr txBox="1">
            <a:spLocks/>
          </p:cNvSpPr>
          <p:nvPr/>
        </p:nvSpPr>
        <p:spPr>
          <a:xfrm>
            <a:off x="457962" y="215645"/>
            <a:ext cx="7141845" cy="831638"/>
          </a:xfrm>
          <a:prstGeom prst="rect">
            <a:avLst/>
          </a:prstGeom>
          <a:ln w="19811">
            <a:solidFill>
              <a:srgbClr val="92CDDD"/>
            </a:solidFill>
          </a:ln>
        </p:spPr>
        <p:txBody>
          <a:bodyPr vert="horz" wrap="square" lIns="0" tIns="213995" rIns="0" bIns="0" rtlCol="0">
            <a:spAutoFit/>
          </a:bodyPr>
          <a:lstStyle>
            <a:lvl1pPr>
              <a:defRPr>
                <a:latin typeface="+mj-lt"/>
                <a:ea typeface="+mj-ea"/>
                <a:cs typeface="+mj-cs"/>
              </a:defRPr>
            </a:lvl1pPr>
          </a:lstStyle>
          <a:p>
            <a:pPr marL="99695" eaLnBrk="1" fontAlgn="auto" hangingPunct="1">
              <a:spcBef>
                <a:spcPts val="1685"/>
              </a:spcBef>
              <a:spcAft>
                <a:spcPts val="0"/>
              </a:spcAft>
            </a:pPr>
            <a:r>
              <a:rPr lang="en-US" sz="4000" b="1" kern="0" dirty="0">
                <a:solidFill>
                  <a:sysClr val="windowText" lastClr="000000"/>
                </a:solidFill>
              </a:rPr>
              <a:t>B</a:t>
            </a:r>
            <a:r>
              <a:rPr lang="en-MY" sz="4000" b="1" kern="0" dirty="0" err="1">
                <a:solidFill>
                  <a:sysClr val="windowText" lastClr="000000"/>
                </a:solidFill>
              </a:rPr>
              <a:t>usiness</a:t>
            </a:r>
            <a:r>
              <a:rPr lang="en-MY" sz="4000" b="1" kern="0" dirty="0">
                <a:solidFill>
                  <a:sysClr val="windowText" lastClr="000000"/>
                </a:solidFill>
              </a:rPr>
              <a:t> Needs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600200"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BUSINESS REQUIREMENTS</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457270" y="1600200"/>
            <a:ext cx="7532585" cy="3829861"/>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400" b="1" dirty="0">
                <a:latin typeface="Verdana" panose="020B0604030504040204" pitchFamily="34" charset="0"/>
                <a:ea typeface="Verdana" panose="020B0604030504040204" pitchFamily="34" charset="0"/>
              </a:rPr>
              <a:t>The </a:t>
            </a:r>
            <a:r>
              <a:rPr lang="en-US" altLang="en-US" sz="2400" b="1" dirty="0">
                <a:solidFill>
                  <a:srgbClr val="0000FF"/>
                </a:solidFill>
                <a:latin typeface="Verdana" panose="020B0604030504040204" pitchFamily="34" charset="0"/>
                <a:ea typeface="Verdana" panose="020B0604030504040204" pitchFamily="34" charset="0"/>
              </a:rPr>
              <a:t>business requirements </a:t>
            </a:r>
            <a:r>
              <a:rPr lang="en-US" altLang="en-US" sz="2400" b="1" dirty="0">
                <a:latin typeface="Verdana" panose="020B0604030504040204" pitchFamily="34" charset="0"/>
                <a:ea typeface="Verdana" panose="020B0604030504040204" pitchFamily="34" charset="0"/>
              </a:rPr>
              <a:t>of the project refer to the business capabilities that the system will need to have.</a:t>
            </a:r>
          </a:p>
          <a:p>
            <a:pPr marL="0" indent="0">
              <a:spcBef>
                <a:spcPct val="0"/>
              </a:spcBef>
              <a:buNone/>
              <a:defRPr/>
            </a:pPr>
            <a:endParaRPr lang="en-US" altLang="en-US" sz="2400" b="1" dirty="0">
              <a:latin typeface="Verdana" panose="020B0604030504040204" pitchFamily="34" charset="0"/>
              <a:ea typeface="Verdana" panose="020B0604030504040204" pitchFamily="34" charset="0"/>
            </a:endParaRPr>
          </a:p>
          <a:p>
            <a:pPr>
              <a:spcBef>
                <a:spcPct val="0"/>
              </a:spcBef>
              <a:defRPr/>
            </a:pPr>
            <a:r>
              <a:rPr lang="en-US" altLang="en-US" sz="2400" b="1" dirty="0">
                <a:latin typeface="Verdana" panose="020B0604030504040204" pitchFamily="34" charset="0"/>
                <a:ea typeface="Verdana" panose="020B0604030504040204" pitchFamily="34" charset="0"/>
              </a:rPr>
              <a:t>For example:</a:t>
            </a:r>
          </a:p>
          <a:p>
            <a:pPr lvl="1">
              <a:defRPr/>
            </a:pPr>
            <a:r>
              <a:rPr lang="en-US" altLang="en-US" sz="2400" dirty="0">
                <a:latin typeface="Verdana" panose="020B0604030504040204" pitchFamily="34" charset="0"/>
                <a:ea typeface="Verdana" panose="020B0604030504040204" pitchFamily="34" charset="0"/>
              </a:rPr>
              <a:t>Provide online access for information </a:t>
            </a:r>
          </a:p>
          <a:p>
            <a:pPr lvl="1">
              <a:defRPr/>
            </a:pPr>
            <a:r>
              <a:rPr lang="en-US" altLang="en-US" sz="2400" dirty="0">
                <a:latin typeface="Verdana" panose="020B0604030504040204" pitchFamily="34" charset="0"/>
                <a:ea typeface="Verdana" panose="020B0604030504040204" pitchFamily="34" charset="0"/>
              </a:rPr>
              <a:t>Capture customer demographic information</a:t>
            </a:r>
          </a:p>
          <a:p>
            <a:pPr lvl="1">
              <a:defRPr/>
            </a:pPr>
            <a:r>
              <a:rPr lang="en-US" altLang="en-US" sz="2400" dirty="0">
                <a:latin typeface="Verdana" panose="020B0604030504040204" pitchFamily="34" charset="0"/>
                <a:ea typeface="Verdana" panose="020B0604030504040204" pitchFamily="34" charset="0"/>
              </a:rPr>
              <a:t>Include product search capabilities</a:t>
            </a:r>
          </a:p>
          <a:p>
            <a:pPr lvl="1">
              <a:defRPr/>
            </a:pPr>
            <a:r>
              <a:rPr lang="en-US" altLang="en-US" sz="2400" dirty="0">
                <a:latin typeface="Verdana" panose="020B0604030504040204" pitchFamily="34" charset="0"/>
                <a:ea typeface="Verdana" panose="020B0604030504040204" pitchFamily="34" charset="0"/>
              </a:rPr>
              <a:t>Produce management report</a:t>
            </a:r>
          </a:p>
          <a:p>
            <a:pPr lvl="1">
              <a:defRPr/>
            </a:pPr>
            <a:r>
              <a:rPr lang="en-US" altLang="en-US" sz="2400" dirty="0">
                <a:latin typeface="Verdana" panose="020B0604030504040204" pitchFamily="34" charset="0"/>
                <a:ea typeface="Verdana" panose="020B0604030504040204" pitchFamily="34" charset="0"/>
              </a:rPr>
              <a:t>Include online user support</a:t>
            </a:r>
          </a:p>
        </p:txBody>
      </p:sp>
      <p:sp>
        <p:nvSpPr>
          <p:cNvPr id="15" name="Freeform 8">
            <a:extLst>
              <a:ext uri="{FF2B5EF4-FFF2-40B4-BE49-F238E27FC236}">
                <a16:creationId xmlns:a16="http://schemas.microsoft.com/office/drawing/2014/main" id="{B24DDC70-30CF-4484-8A74-BBBBBCB3EF46}"/>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652697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1524000" y="8382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BUSINESS VALUE </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773145" y="1754592"/>
            <a:ext cx="7532585" cy="3655608"/>
          </a:xfrm>
          <a:prstGeom prst="rect">
            <a:avLst/>
          </a:prstGeom>
          <a:ln>
            <a:solidFill>
              <a:schemeClr val="accent1"/>
            </a:solidFill>
          </a:ln>
        </p:spPr>
        <p:txBody>
          <a:bodyPr>
            <a:norm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lnSpc>
                <a:spcPct val="110000"/>
              </a:lnSpc>
              <a:spcBef>
                <a:spcPct val="0"/>
              </a:spcBef>
              <a:defRPr/>
            </a:pPr>
            <a:r>
              <a:rPr lang="en-US" altLang="en-US" sz="2400" b="1" dirty="0">
                <a:latin typeface="Verdana" panose="020B0604030504040204" pitchFamily="34" charset="0"/>
                <a:ea typeface="Verdana" panose="020B0604030504040204" pitchFamily="34" charset="0"/>
              </a:rPr>
              <a:t>The </a:t>
            </a:r>
            <a:r>
              <a:rPr lang="en-US" altLang="en-US" sz="2400" b="1" dirty="0">
                <a:solidFill>
                  <a:srgbClr val="0000FF"/>
                </a:solidFill>
                <a:latin typeface="Verdana" panose="020B0604030504040204" pitchFamily="34" charset="0"/>
                <a:ea typeface="Verdana" panose="020B0604030504040204" pitchFamily="34" charset="0"/>
              </a:rPr>
              <a:t>business value </a:t>
            </a:r>
            <a:r>
              <a:rPr lang="en-US" altLang="en-US" sz="2400" b="1" dirty="0">
                <a:latin typeface="Verdana" panose="020B0604030504040204" pitchFamily="34" charset="0"/>
                <a:ea typeface="Verdana" panose="020B0604030504040204" pitchFamily="34" charset="0"/>
              </a:rPr>
              <a:t>describes the benefits that the organization should expect from the system. </a:t>
            </a:r>
          </a:p>
          <a:p>
            <a:pPr marL="0" indent="0">
              <a:lnSpc>
                <a:spcPct val="110000"/>
              </a:lnSpc>
              <a:spcBef>
                <a:spcPct val="0"/>
              </a:spcBef>
              <a:buNone/>
              <a:defRPr/>
            </a:pPr>
            <a:endParaRPr lang="en-US" altLang="en-US" sz="2400" b="1" dirty="0">
              <a:latin typeface="Verdana" panose="020B0604030504040204" pitchFamily="34" charset="0"/>
              <a:ea typeface="Verdana" panose="020B0604030504040204" pitchFamily="34" charset="0"/>
            </a:endParaRPr>
          </a:p>
          <a:p>
            <a:pPr>
              <a:spcBef>
                <a:spcPct val="0"/>
              </a:spcBef>
              <a:defRPr/>
            </a:pPr>
            <a:r>
              <a:rPr lang="en-US" altLang="en-US" sz="2400" b="1" dirty="0">
                <a:latin typeface="Verdana" panose="020B0604030504040204" pitchFamily="34" charset="0"/>
                <a:ea typeface="Verdana" panose="020B0604030504040204" pitchFamily="34" charset="0"/>
              </a:rPr>
              <a:t>For example:</a:t>
            </a:r>
          </a:p>
          <a:p>
            <a:pPr lvl="1">
              <a:defRPr/>
            </a:pPr>
            <a:r>
              <a:rPr lang="en-US" altLang="en-US" sz="2400" dirty="0">
                <a:latin typeface="Verdana" panose="020B0604030504040204" pitchFamily="34" charset="0"/>
                <a:ea typeface="Verdana" panose="020B0604030504040204" pitchFamily="34" charset="0"/>
              </a:rPr>
              <a:t>3% increase in sale</a:t>
            </a:r>
          </a:p>
          <a:p>
            <a:pPr lvl="1">
              <a:defRPr/>
            </a:pPr>
            <a:r>
              <a:rPr lang="en-US" altLang="en-US" sz="2400" dirty="0">
                <a:latin typeface="Verdana" panose="020B0604030504040204" pitchFamily="34" charset="0"/>
                <a:ea typeface="Verdana" panose="020B0604030504040204" pitchFamily="34" charset="0"/>
              </a:rPr>
              <a:t>1% increase in market share</a:t>
            </a:r>
          </a:p>
        </p:txBody>
      </p:sp>
      <p:sp>
        <p:nvSpPr>
          <p:cNvPr id="15" name="Freeform 8">
            <a:extLst>
              <a:ext uri="{FF2B5EF4-FFF2-40B4-BE49-F238E27FC236}">
                <a16:creationId xmlns:a16="http://schemas.microsoft.com/office/drawing/2014/main" id="{48E44BFF-7DFE-4C07-A995-AD9D386AB98C}"/>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883461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89326" y="762000"/>
            <a:ext cx="3080385" cy="5431790"/>
          </a:xfrm>
          <a:custGeom>
            <a:avLst/>
            <a:gdLst/>
            <a:ahLst/>
            <a:cxnLst/>
            <a:rect l="l" t="t" r="r" b="b"/>
            <a:pathLst>
              <a:path w="3080385" h="5431790">
                <a:moveTo>
                  <a:pt x="0" y="2715767"/>
                </a:moveTo>
                <a:lnTo>
                  <a:pt x="376" y="2655120"/>
                </a:lnTo>
                <a:lnTo>
                  <a:pt x="1500" y="2594797"/>
                </a:lnTo>
                <a:lnTo>
                  <a:pt x="3364" y="2534813"/>
                </a:lnTo>
                <a:lnTo>
                  <a:pt x="5960" y="2475182"/>
                </a:lnTo>
                <a:lnTo>
                  <a:pt x="9280" y="2415917"/>
                </a:lnTo>
                <a:lnTo>
                  <a:pt x="13316" y="2357032"/>
                </a:lnTo>
                <a:lnTo>
                  <a:pt x="18061" y="2298541"/>
                </a:lnTo>
                <a:lnTo>
                  <a:pt x="23507" y="2240457"/>
                </a:lnTo>
                <a:lnTo>
                  <a:pt x="29645" y="2182796"/>
                </a:lnTo>
                <a:lnTo>
                  <a:pt x="36468" y="2125569"/>
                </a:lnTo>
                <a:lnTo>
                  <a:pt x="43969" y="2068792"/>
                </a:lnTo>
                <a:lnTo>
                  <a:pt x="52139" y="2012477"/>
                </a:lnTo>
                <a:lnTo>
                  <a:pt x="60971" y="1956640"/>
                </a:lnTo>
                <a:lnTo>
                  <a:pt x="70456" y="1901293"/>
                </a:lnTo>
                <a:lnTo>
                  <a:pt x="80587" y="1846450"/>
                </a:lnTo>
                <a:lnTo>
                  <a:pt x="91357" y="1792125"/>
                </a:lnTo>
                <a:lnTo>
                  <a:pt x="102756" y="1738333"/>
                </a:lnTo>
                <a:lnTo>
                  <a:pt x="114779" y="1685086"/>
                </a:lnTo>
                <a:lnTo>
                  <a:pt x="127415" y="1632398"/>
                </a:lnTo>
                <a:lnTo>
                  <a:pt x="140659" y="1580284"/>
                </a:lnTo>
                <a:lnTo>
                  <a:pt x="154501" y="1528757"/>
                </a:lnTo>
                <a:lnTo>
                  <a:pt x="168935" y="1477831"/>
                </a:lnTo>
                <a:lnTo>
                  <a:pt x="183952" y="1427519"/>
                </a:lnTo>
                <a:lnTo>
                  <a:pt x="199544" y="1377837"/>
                </a:lnTo>
                <a:lnTo>
                  <a:pt x="215704" y="1328796"/>
                </a:lnTo>
                <a:lnTo>
                  <a:pt x="232424" y="1280412"/>
                </a:lnTo>
                <a:lnTo>
                  <a:pt x="249696" y="1232697"/>
                </a:lnTo>
                <a:lnTo>
                  <a:pt x="267512" y="1185666"/>
                </a:lnTo>
                <a:lnTo>
                  <a:pt x="285865" y="1139333"/>
                </a:lnTo>
                <a:lnTo>
                  <a:pt x="304746" y="1093711"/>
                </a:lnTo>
                <a:lnTo>
                  <a:pt x="324148" y="1048814"/>
                </a:lnTo>
                <a:lnTo>
                  <a:pt x="344063" y="1004656"/>
                </a:lnTo>
                <a:lnTo>
                  <a:pt x="364482" y="961251"/>
                </a:lnTo>
                <a:lnTo>
                  <a:pt x="385399" y="918612"/>
                </a:lnTo>
                <a:lnTo>
                  <a:pt x="406806" y="876753"/>
                </a:lnTo>
                <a:lnTo>
                  <a:pt x="428694" y="835689"/>
                </a:lnTo>
                <a:lnTo>
                  <a:pt x="451056" y="795432"/>
                </a:lnTo>
                <a:lnTo>
                  <a:pt x="473884" y="755997"/>
                </a:lnTo>
                <a:lnTo>
                  <a:pt x="497170" y="717398"/>
                </a:lnTo>
                <a:lnTo>
                  <a:pt x="520906" y="679648"/>
                </a:lnTo>
                <a:lnTo>
                  <a:pt x="545085" y="642761"/>
                </a:lnTo>
                <a:lnTo>
                  <a:pt x="569698" y="606751"/>
                </a:lnTo>
                <a:lnTo>
                  <a:pt x="594738" y="571632"/>
                </a:lnTo>
                <a:lnTo>
                  <a:pt x="620197" y="537417"/>
                </a:lnTo>
                <a:lnTo>
                  <a:pt x="646068" y="504120"/>
                </a:lnTo>
                <a:lnTo>
                  <a:pt x="672341" y="471756"/>
                </a:lnTo>
                <a:lnTo>
                  <a:pt x="699011" y="440337"/>
                </a:lnTo>
                <a:lnTo>
                  <a:pt x="726068" y="409878"/>
                </a:lnTo>
                <a:lnTo>
                  <a:pt x="753505" y="380393"/>
                </a:lnTo>
                <a:lnTo>
                  <a:pt x="781314" y="351895"/>
                </a:lnTo>
                <a:lnTo>
                  <a:pt x="809487" y="324398"/>
                </a:lnTo>
                <a:lnTo>
                  <a:pt x="838016" y="297915"/>
                </a:lnTo>
                <a:lnTo>
                  <a:pt x="866894" y="272462"/>
                </a:lnTo>
                <a:lnTo>
                  <a:pt x="925665" y="224696"/>
                </a:lnTo>
                <a:lnTo>
                  <a:pt x="985736" y="181210"/>
                </a:lnTo>
                <a:lnTo>
                  <a:pt x="1047045" y="142116"/>
                </a:lnTo>
                <a:lnTo>
                  <a:pt x="1109530" y="107522"/>
                </a:lnTo>
                <a:lnTo>
                  <a:pt x="1173127" y="77539"/>
                </a:lnTo>
                <a:lnTo>
                  <a:pt x="1237774" y="52279"/>
                </a:lnTo>
                <a:lnTo>
                  <a:pt x="1303408" y="31851"/>
                </a:lnTo>
                <a:lnTo>
                  <a:pt x="1369968" y="16365"/>
                </a:lnTo>
                <a:lnTo>
                  <a:pt x="1437389" y="5933"/>
                </a:lnTo>
                <a:lnTo>
                  <a:pt x="1505611" y="663"/>
                </a:lnTo>
                <a:lnTo>
                  <a:pt x="1540002" y="0"/>
                </a:lnTo>
                <a:lnTo>
                  <a:pt x="1574392" y="663"/>
                </a:lnTo>
                <a:lnTo>
                  <a:pt x="1642614" y="5933"/>
                </a:lnTo>
                <a:lnTo>
                  <a:pt x="1710035" y="16365"/>
                </a:lnTo>
                <a:lnTo>
                  <a:pt x="1776595" y="31851"/>
                </a:lnTo>
                <a:lnTo>
                  <a:pt x="1842229" y="52279"/>
                </a:lnTo>
                <a:lnTo>
                  <a:pt x="1906876" y="77539"/>
                </a:lnTo>
                <a:lnTo>
                  <a:pt x="1970473" y="107522"/>
                </a:lnTo>
                <a:lnTo>
                  <a:pt x="2032958" y="142116"/>
                </a:lnTo>
                <a:lnTo>
                  <a:pt x="2094267" y="181210"/>
                </a:lnTo>
                <a:lnTo>
                  <a:pt x="2154338" y="224696"/>
                </a:lnTo>
                <a:lnTo>
                  <a:pt x="2213109" y="272462"/>
                </a:lnTo>
                <a:lnTo>
                  <a:pt x="2241987" y="297915"/>
                </a:lnTo>
                <a:lnTo>
                  <a:pt x="2270516" y="324398"/>
                </a:lnTo>
                <a:lnTo>
                  <a:pt x="2298689" y="351895"/>
                </a:lnTo>
                <a:lnTo>
                  <a:pt x="2326498" y="380393"/>
                </a:lnTo>
                <a:lnTo>
                  <a:pt x="2353935" y="409878"/>
                </a:lnTo>
                <a:lnTo>
                  <a:pt x="2380992" y="440337"/>
                </a:lnTo>
                <a:lnTo>
                  <a:pt x="2407662" y="471756"/>
                </a:lnTo>
                <a:lnTo>
                  <a:pt x="2433935" y="504120"/>
                </a:lnTo>
                <a:lnTo>
                  <a:pt x="2459806" y="537417"/>
                </a:lnTo>
                <a:lnTo>
                  <a:pt x="2485265" y="571632"/>
                </a:lnTo>
                <a:lnTo>
                  <a:pt x="2510305" y="606751"/>
                </a:lnTo>
                <a:lnTo>
                  <a:pt x="2534918" y="642761"/>
                </a:lnTo>
                <a:lnTo>
                  <a:pt x="2559097" y="679648"/>
                </a:lnTo>
                <a:lnTo>
                  <a:pt x="2582833" y="717398"/>
                </a:lnTo>
                <a:lnTo>
                  <a:pt x="2606119" y="755997"/>
                </a:lnTo>
                <a:lnTo>
                  <a:pt x="2628947" y="795432"/>
                </a:lnTo>
                <a:lnTo>
                  <a:pt x="2651309" y="835689"/>
                </a:lnTo>
                <a:lnTo>
                  <a:pt x="2673197" y="876753"/>
                </a:lnTo>
                <a:lnTo>
                  <a:pt x="2694604" y="918612"/>
                </a:lnTo>
                <a:lnTo>
                  <a:pt x="2715521" y="961251"/>
                </a:lnTo>
                <a:lnTo>
                  <a:pt x="2735940" y="1004656"/>
                </a:lnTo>
                <a:lnTo>
                  <a:pt x="2755855" y="1048814"/>
                </a:lnTo>
                <a:lnTo>
                  <a:pt x="2775257" y="1093711"/>
                </a:lnTo>
                <a:lnTo>
                  <a:pt x="2794138" y="1139333"/>
                </a:lnTo>
                <a:lnTo>
                  <a:pt x="2812491" y="1185666"/>
                </a:lnTo>
                <a:lnTo>
                  <a:pt x="2830307" y="1232697"/>
                </a:lnTo>
                <a:lnTo>
                  <a:pt x="2847579" y="1280412"/>
                </a:lnTo>
                <a:lnTo>
                  <a:pt x="2864299" y="1328796"/>
                </a:lnTo>
                <a:lnTo>
                  <a:pt x="2880459" y="1377837"/>
                </a:lnTo>
                <a:lnTo>
                  <a:pt x="2896051" y="1427519"/>
                </a:lnTo>
                <a:lnTo>
                  <a:pt x="2911068" y="1477831"/>
                </a:lnTo>
                <a:lnTo>
                  <a:pt x="2925502" y="1528757"/>
                </a:lnTo>
                <a:lnTo>
                  <a:pt x="2939344" y="1580284"/>
                </a:lnTo>
                <a:lnTo>
                  <a:pt x="2952588" y="1632398"/>
                </a:lnTo>
                <a:lnTo>
                  <a:pt x="2965224" y="1685086"/>
                </a:lnTo>
                <a:lnTo>
                  <a:pt x="2977247" y="1738333"/>
                </a:lnTo>
                <a:lnTo>
                  <a:pt x="2988646" y="1792125"/>
                </a:lnTo>
                <a:lnTo>
                  <a:pt x="2999416" y="1846450"/>
                </a:lnTo>
                <a:lnTo>
                  <a:pt x="3009547" y="1901293"/>
                </a:lnTo>
                <a:lnTo>
                  <a:pt x="3019032" y="1956640"/>
                </a:lnTo>
                <a:lnTo>
                  <a:pt x="3027864" y="2012477"/>
                </a:lnTo>
                <a:lnTo>
                  <a:pt x="3036034" y="2068792"/>
                </a:lnTo>
                <a:lnTo>
                  <a:pt x="3043535" y="2125569"/>
                </a:lnTo>
                <a:lnTo>
                  <a:pt x="3050358" y="2182796"/>
                </a:lnTo>
                <a:lnTo>
                  <a:pt x="3056496" y="2240457"/>
                </a:lnTo>
                <a:lnTo>
                  <a:pt x="3061942" y="2298541"/>
                </a:lnTo>
                <a:lnTo>
                  <a:pt x="3066687" y="2357032"/>
                </a:lnTo>
                <a:lnTo>
                  <a:pt x="3070723" y="2415917"/>
                </a:lnTo>
                <a:lnTo>
                  <a:pt x="3074043" y="2475182"/>
                </a:lnTo>
                <a:lnTo>
                  <a:pt x="3076639" y="2534813"/>
                </a:lnTo>
                <a:lnTo>
                  <a:pt x="3078503" y="2594797"/>
                </a:lnTo>
                <a:lnTo>
                  <a:pt x="3079627" y="2655120"/>
                </a:lnTo>
                <a:lnTo>
                  <a:pt x="3080004" y="2715767"/>
                </a:lnTo>
                <a:lnTo>
                  <a:pt x="3079627" y="2776415"/>
                </a:lnTo>
                <a:lnTo>
                  <a:pt x="3078503" y="2836738"/>
                </a:lnTo>
                <a:lnTo>
                  <a:pt x="3076639" y="2896722"/>
                </a:lnTo>
                <a:lnTo>
                  <a:pt x="3074043" y="2956353"/>
                </a:lnTo>
                <a:lnTo>
                  <a:pt x="3070723" y="3015618"/>
                </a:lnTo>
                <a:lnTo>
                  <a:pt x="3066687" y="3074503"/>
                </a:lnTo>
                <a:lnTo>
                  <a:pt x="3061942" y="3132994"/>
                </a:lnTo>
                <a:lnTo>
                  <a:pt x="3056496" y="3191078"/>
                </a:lnTo>
                <a:lnTo>
                  <a:pt x="3050358" y="3248739"/>
                </a:lnTo>
                <a:lnTo>
                  <a:pt x="3043535" y="3305966"/>
                </a:lnTo>
                <a:lnTo>
                  <a:pt x="3036034" y="3362743"/>
                </a:lnTo>
                <a:lnTo>
                  <a:pt x="3027864" y="3419058"/>
                </a:lnTo>
                <a:lnTo>
                  <a:pt x="3019032" y="3474895"/>
                </a:lnTo>
                <a:lnTo>
                  <a:pt x="3009547" y="3530242"/>
                </a:lnTo>
                <a:lnTo>
                  <a:pt x="2999416" y="3585085"/>
                </a:lnTo>
                <a:lnTo>
                  <a:pt x="2988646" y="3639410"/>
                </a:lnTo>
                <a:lnTo>
                  <a:pt x="2977247" y="3693202"/>
                </a:lnTo>
                <a:lnTo>
                  <a:pt x="2965224" y="3746449"/>
                </a:lnTo>
                <a:lnTo>
                  <a:pt x="2952588" y="3799137"/>
                </a:lnTo>
                <a:lnTo>
                  <a:pt x="2939344" y="3851251"/>
                </a:lnTo>
                <a:lnTo>
                  <a:pt x="2925502" y="3902778"/>
                </a:lnTo>
                <a:lnTo>
                  <a:pt x="2911068" y="3953704"/>
                </a:lnTo>
                <a:lnTo>
                  <a:pt x="2896051" y="4004016"/>
                </a:lnTo>
                <a:lnTo>
                  <a:pt x="2880459" y="4053698"/>
                </a:lnTo>
                <a:lnTo>
                  <a:pt x="2864299" y="4102739"/>
                </a:lnTo>
                <a:lnTo>
                  <a:pt x="2847579" y="4151123"/>
                </a:lnTo>
                <a:lnTo>
                  <a:pt x="2830307" y="4198838"/>
                </a:lnTo>
                <a:lnTo>
                  <a:pt x="2812491" y="4245869"/>
                </a:lnTo>
                <a:lnTo>
                  <a:pt x="2794138" y="4292202"/>
                </a:lnTo>
                <a:lnTo>
                  <a:pt x="2775257" y="4337824"/>
                </a:lnTo>
                <a:lnTo>
                  <a:pt x="2755855" y="4382721"/>
                </a:lnTo>
                <a:lnTo>
                  <a:pt x="2735940" y="4426879"/>
                </a:lnTo>
                <a:lnTo>
                  <a:pt x="2715521" y="4470284"/>
                </a:lnTo>
                <a:lnTo>
                  <a:pt x="2694604" y="4512923"/>
                </a:lnTo>
                <a:lnTo>
                  <a:pt x="2673197" y="4554782"/>
                </a:lnTo>
                <a:lnTo>
                  <a:pt x="2651309" y="4595846"/>
                </a:lnTo>
                <a:lnTo>
                  <a:pt x="2628947" y="4636103"/>
                </a:lnTo>
                <a:lnTo>
                  <a:pt x="2606119" y="4675538"/>
                </a:lnTo>
                <a:lnTo>
                  <a:pt x="2582833" y="4714137"/>
                </a:lnTo>
                <a:lnTo>
                  <a:pt x="2559097" y="4751887"/>
                </a:lnTo>
                <a:lnTo>
                  <a:pt x="2534918" y="4788774"/>
                </a:lnTo>
                <a:lnTo>
                  <a:pt x="2510305" y="4824784"/>
                </a:lnTo>
                <a:lnTo>
                  <a:pt x="2485265" y="4859903"/>
                </a:lnTo>
                <a:lnTo>
                  <a:pt x="2459806" y="4894118"/>
                </a:lnTo>
                <a:lnTo>
                  <a:pt x="2433935" y="4927415"/>
                </a:lnTo>
                <a:lnTo>
                  <a:pt x="2407662" y="4959779"/>
                </a:lnTo>
                <a:lnTo>
                  <a:pt x="2380992" y="4991198"/>
                </a:lnTo>
                <a:lnTo>
                  <a:pt x="2353935" y="5021657"/>
                </a:lnTo>
                <a:lnTo>
                  <a:pt x="2326498" y="5051142"/>
                </a:lnTo>
                <a:lnTo>
                  <a:pt x="2298689" y="5079640"/>
                </a:lnTo>
                <a:lnTo>
                  <a:pt x="2270516" y="5107137"/>
                </a:lnTo>
                <a:lnTo>
                  <a:pt x="2241987" y="5133620"/>
                </a:lnTo>
                <a:lnTo>
                  <a:pt x="2213109" y="5159073"/>
                </a:lnTo>
                <a:lnTo>
                  <a:pt x="2154338" y="5206839"/>
                </a:lnTo>
                <a:lnTo>
                  <a:pt x="2094267" y="5250325"/>
                </a:lnTo>
                <a:lnTo>
                  <a:pt x="2032958" y="5289419"/>
                </a:lnTo>
                <a:lnTo>
                  <a:pt x="1970473" y="5324013"/>
                </a:lnTo>
                <a:lnTo>
                  <a:pt x="1906876" y="5353996"/>
                </a:lnTo>
                <a:lnTo>
                  <a:pt x="1842229" y="5379256"/>
                </a:lnTo>
                <a:lnTo>
                  <a:pt x="1776595" y="5399684"/>
                </a:lnTo>
                <a:lnTo>
                  <a:pt x="1710035" y="5415170"/>
                </a:lnTo>
                <a:lnTo>
                  <a:pt x="1642614" y="5425602"/>
                </a:lnTo>
                <a:lnTo>
                  <a:pt x="1574392" y="5430872"/>
                </a:lnTo>
                <a:lnTo>
                  <a:pt x="1540002" y="5431536"/>
                </a:lnTo>
                <a:lnTo>
                  <a:pt x="1505611" y="5430872"/>
                </a:lnTo>
                <a:lnTo>
                  <a:pt x="1437389" y="5425602"/>
                </a:lnTo>
                <a:lnTo>
                  <a:pt x="1369968" y="5415170"/>
                </a:lnTo>
                <a:lnTo>
                  <a:pt x="1303408" y="5399684"/>
                </a:lnTo>
                <a:lnTo>
                  <a:pt x="1237774" y="5379256"/>
                </a:lnTo>
                <a:lnTo>
                  <a:pt x="1173127" y="5353996"/>
                </a:lnTo>
                <a:lnTo>
                  <a:pt x="1109530" y="5324013"/>
                </a:lnTo>
                <a:lnTo>
                  <a:pt x="1047045" y="5289419"/>
                </a:lnTo>
                <a:lnTo>
                  <a:pt x="985736" y="5250325"/>
                </a:lnTo>
                <a:lnTo>
                  <a:pt x="925665" y="5206839"/>
                </a:lnTo>
                <a:lnTo>
                  <a:pt x="866894" y="5159073"/>
                </a:lnTo>
                <a:lnTo>
                  <a:pt x="838016" y="5133620"/>
                </a:lnTo>
                <a:lnTo>
                  <a:pt x="809487" y="5107137"/>
                </a:lnTo>
                <a:lnTo>
                  <a:pt x="781314" y="5079640"/>
                </a:lnTo>
                <a:lnTo>
                  <a:pt x="753505" y="5051142"/>
                </a:lnTo>
                <a:lnTo>
                  <a:pt x="726068" y="5021657"/>
                </a:lnTo>
                <a:lnTo>
                  <a:pt x="699011" y="4991198"/>
                </a:lnTo>
                <a:lnTo>
                  <a:pt x="672341" y="4959779"/>
                </a:lnTo>
                <a:lnTo>
                  <a:pt x="646068" y="4927415"/>
                </a:lnTo>
                <a:lnTo>
                  <a:pt x="620197" y="4894118"/>
                </a:lnTo>
                <a:lnTo>
                  <a:pt x="594738" y="4859903"/>
                </a:lnTo>
                <a:lnTo>
                  <a:pt x="569698" y="4824784"/>
                </a:lnTo>
                <a:lnTo>
                  <a:pt x="545085" y="4788774"/>
                </a:lnTo>
                <a:lnTo>
                  <a:pt x="520906" y="4751887"/>
                </a:lnTo>
                <a:lnTo>
                  <a:pt x="497170" y="4714137"/>
                </a:lnTo>
                <a:lnTo>
                  <a:pt x="473884" y="4675538"/>
                </a:lnTo>
                <a:lnTo>
                  <a:pt x="451056" y="4636103"/>
                </a:lnTo>
                <a:lnTo>
                  <a:pt x="428694" y="4595846"/>
                </a:lnTo>
                <a:lnTo>
                  <a:pt x="406806" y="4554782"/>
                </a:lnTo>
                <a:lnTo>
                  <a:pt x="385399" y="4512923"/>
                </a:lnTo>
                <a:lnTo>
                  <a:pt x="364482" y="4470284"/>
                </a:lnTo>
                <a:lnTo>
                  <a:pt x="344063" y="4426879"/>
                </a:lnTo>
                <a:lnTo>
                  <a:pt x="324148" y="4382721"/>
                </a:lnTo>
                <a:lnTo>
                  <a:pt x="304746" y="4337824"/>
                </a:lnTo>
                <a:lnTo>
                  <a:pt x="285865" y="4292202"/>
                </a:lnTo>
                <a:lnTo>
                  <a:pt x="267512" y="4245869"/>
                </a:lnTo>
                <a:lnTo>
                  <a:pt x="249696" y="4198838"/>
                </a:lnTo>
                <a:lnTo>
                  <a:pt x="232424" y="4151123"/>
                </a:lnTo>
                <a:lnTo>
                  <a:pt x="215704" y="4102739"/>
                </a:lnTo>
                <a:lnTo>
                  <a:pt x="199544" y="4053698"/>
                </a:lnTo>
                <a:lnTo>
                  <a:pt x="183952" y="4004016"/>
                </a:lnTo>
                <a:lnTo>
                  <a:pt x="168935" y="3953704"/>
                </a:lnTo>
                <a:lnTo>
                  <a:pt x="154501" y="3902778"/>
                </a:lnTo>
                <a:lnTo>
                  <a:pt x="140659" y="3851251"/>
                </a:lnTo>
                <a:lnTo>
                  <a:pt x="127415" y="3799137"/>
                </a:lnTo>
                <a:lnTo>
                  <a:pt x="114779" y="3746449"/>
                </a:lnTo>
                <a:lnTo>
                  <a:pt x="102756" y="3693202"/>
                </a:lnTo>
                <a:lnTo>
                  <a:pt x="91357" y="3639410"/>
                </a:lnTo>
                <a:lnTo>
                  <a:pt x="80587" y="3585085"/>
                </a:lnTo>
                <a:lnTo>
                  <a:pt x="70456" y="3530242"/>
                </a:lnTo>
                <a:lnTo>
                  <a:pt x="60971" y="3474895"/>
                </a:lnTo>
                <a:lnTo>
                  <a:pt x="52139" y="3419058"/>
                </a:lnTo>
                <a:lnTo>
                  <a:pt x="43969" y="3362743"/>
                </a:lnTo>
                <a:lnTo>
                  <a:pt x="36468" y="3305966"/>
                </a:lnTo>
                <a:lnTo>
                  <a:pt x="29645" y="3248739"/>
                </a:lnTo>
                <a:lnTo>
                  <a:pt x="23507" y="3191078"/>
                </a:lnTo>
                <a:lnTo>
                  <a:pt x="18061" y="3132994"/>
                </a:lnTo>
                <a:lnTo>
                  <a:pt x="13316" y="3074503"/>
                </a:lnTo>
                <a:lnTo>
                  <a:pt x="9280" y="3015618"/>
                </a:lnTo>
                <a:lnTo>
                  <a:pt x="5960" y="2956353"/>
                </a:lnTo>
                <a:lnTo>
                  <a:pt x="3364" y="2896722"/>
                </a:lnTo>
                <a:lnTo>
                  <a:pt x="1500" y="2836738"/>
                </a:lnTo>
                <a:lnTo>
                  <a:pt x="376" y="2776415"/>
                </a:lnTo>
                <a:lnTo>
                  <a:pt x="0" y="2715767"/>
                </a:lnTo>
                <a:close/>
              </a:path>
            </a:pathLst>
          </a:custGeom>
          <a:ln w="25908">
            <a:solidFill>
              <a:srgbClr val="C00000"/>
            </a:solidFill>
          </a:ln>
        </p:spPr>
        <p:txBody>
          <a:bodyPr wrap="square" lIns="0" tIns="0" rIns="0" bIns="0" rtlCol="0"/>
          <a:lstStyle/>
          <a:p>
            <a:endParaRPr/>
          </a:p>
        </p:txBody>
      </p:sp>
      <p:sp>
        <p:nvSpPr>
          <p:cNvPr id="3" name="object 3"/>
          <p:cNvSpPr txBox="1">
            <a:spLocks noGrp="1"/>
          </p:cNvSpPr>
          <p:nvPr>
            <p:ph type="title"/>
          </p:nvPr>
        </p:nvSpPr>
        <p:spPr>
          <a:xfrm>
            <a:off x="438720" y="23750"/>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Factors</a:t>
            </a:r>
            <a:r>
              <a:rPr sz="2800" spc="-65" dirty="0"/>
              <a:t> </a:t>
            </a:r>
            <a:r>
              <a:rPr sz="2800" dirty="0"/>
              <a:t>that</a:t>
            </a:r>
            <a:r>
              <a:rPr sz="2800" spc="-60" dirty="0"/>
              <a:t> </a:t>
            </a:r>
            <a:r>
              <a:rPr sz="2800" dirty="0"/>
              <a:t>initiates</a:t>
            </a:r>
            <a:r>
              <a:rPr sz="2800" spc="-70" dirty="0"/>
              <a:t> </a:t>
            </a:r>
            <a:r>
              <a:rPr sz="2800" dirty="0"/>
              <a:t>a</a:t>
            </a:r>
            <a:r>
              <a:rPr sz="2800" spc="-70" dirty="0"/>
              <a:t> </a:t>
            </a:r>
            <a:r>
              <a:rPr sz="2800" dirty="0"/>
              <a:t>system</a:t>
            </a:r>
            <a:r>
              <a:rPr sz="2800" spc="-35" dirty="0"/>
              <a:t> </a:t>
            </a:r>
            <a:r>
              <a:rPr sz="2800" spc="-10" dirty="0"/>
              <a:t>project</a:t>
            </a:r>
            <a:endParaRPr sz="2800" dirty="0"/>
          </a:p>
        </p:txBody>
      </p:sp>
      <p:sp>
        <p:nvSpPr>
          <p:cNvPr id="4" name="object 4"/>
          <p:cNvSpPr txBox="1"/>
          <p:nvPr/>
        </p:nvSpPr>
        <p:spPr>
          <a:xfrm>
            <a:off x="6731127" y="4657598"/>
            <a:ext cx="2011680" cy="391160"/>
          </a:xfrm>
          <a:prstGeom prst="rect">
            <a:avLst/>
          </a:prstGeom>
        </p:spPr>
        <p:txBody>
          <a:bodyPr vert="horz" wrap="square" lIns="0" tIns="12700" rIns="0" bIns="0" rtlCol="0">
            <a:spAutoFit/>
          </a:bodyPr>
          <a:lstStyle/>
          <a:p>
            <a:pPr marL="216535" marR="5080" indent="-204470">
              <a:lnSpc>
                <a:spcPct val="120000"/>
              </a:lnSpc>
              <a:spcBef>
                <a:spcPts val="100"/>
              </a:spcBef>
            </a:pPr>
            <a:r>
              <a:rPr sz="1000" spc="-10" dirty="0">
                <a:latin typeface="Cambria"/>
                <a:cs typeface="Cambria"/>
              </a:rPr>
              <a:t>Source: Extracted</a:t>
            </a:r>
            <a:r>
              <a:rPr sz="1000" dirty="0">
                <a:latin typeface="Cambria"/>
                <a:cs typeface="Cambria"/>
              </a:rPr>
              <a:t> and</a:t>
            </a:r>
            <a:r>
              <a:rPr sz="1000" spc="-10" dirty="0">
                <a:latin typeface="Cambria"/>
                <a:cs typeface="Cambria"/>
              </a:rPr>
              <a:t> </a:t>
            </a:r>
            <a:r>
              <a:rPr sz="1000" dirty="0">
                <a:latin typeface="Cambria"/>
                <a:cs typeface="Cambria"/>
              </a:rPr>
              <a:t>modified</a:t>
            </a:r>
            <a:r>
              <a:rPr sz="1000" spc="-10" dirty="0">
                <a:latin typeface="Cambria"/>
                <a:cs typeface="Cambria"/>
              </a:rPr>
              <a:t> </a:t>
            </a:r>
            <a:r>
              <a:rPr sz="1000" spc="-20" dirty="0">
                <a:latin typeface="Cambria"/>
                <a:cs typeface="Cambria"/>
              </a:rPr>
              <a:t>from</a:t>
            </a:r>
            <a:r>
              <a:rPr sz="1000" dirty="0">
                <a:latin typeface="Cambria"/>
                <a:cs typeface="Cambria"/>
              </a:rPr>
              <a:t> Shelly</a:t>
            </a:r>
            <a:r>
              <a:rPr sz="1000" spc="-20" dirty="0">
                <a:latin typeface="Cambria"/>
                <a:cs typeface="Cambria"/>
              </a:rPr>
              <a:t> </a:t>
            </a:r>
            <a:r>
              <a:rPr sz="1000" dirty="0">
                <a:latin typeface="Cambria"/>
                <a:cs typeface="Cambria"/>
              </a:rPr>
              <a:t>Cashman</a:t>
            </a:r>
            <a:r>
              <a:rPr sz="1000" spc="-25" dirty="0">
                <a:latin typeface="Cambria"/>
                <a:cs typeface="Cambria"/>
              </a:rPr>
              <a:t> </a:t>
            </a:r>
            <a:r>
              <a:rPr sz="1000" dirty="0">
                <a:latin typeface="Cambria"/>
                <a:cs typeface="Cambria"/>
              </a:rPr>
              <a:t>(2016),</a:t>
            </a:r>
            <a:r>
              <a:rPr sz="1000" spc="-35" dirty="0">
                <a:latin typeface="Cambria"/>
                <a:cs typeface="Cambria"/>
              </a:rPr>
              <a:t> </a:t>
            </a:r>
            <a:r>
              <a:rPr sz="1000" dirty="0">
                <a:latin typeface="Cambria"/>
                <a:cs typeface="Cambria"/>
              </a:rPr>
              <a:t>p.</a:t>
            </a:r>
            <a:r>
              <a:rPr sz="1000" spc="-20" dirty="0">
                <a:latin typeface="Cambria"/>
                <a:cs typeface="Cambria"/>
              </a:rPr>
              <a:t> </a:t>
            </a:r>
            <a:r>
              <a:rPr sz="1000" spc="-25" dirty="0">
                <a:latin typeface="Cambria"/>
                <a:cs typeface="Cambria"/>
              </a:rPr>
              <a:t>48</a:t>
            </a:r>
            <a:endParaRPr sz="1000" dirty="0">
              <a:latin typeface="Cambria"/>
              <a:cs typeface="Cambria"/>
            </a:endParaRPr>
          </a:p>
        </p:txBody>
      </p:sp>
      <p:grpSp>
        <p:nvGrpSpPr>
          <p:cNvPr id="5" name="object 5"/>
          <p:cNvGrpSpPr/>
          <p:nvPr/>
        </p:nvGrpSpPr>
        <p:grpSpPr>
          <a:xfrm>
            <a:off x="3935555" y="1049767"/>
            <a:ext cx="1095375" cy="1068070"/>
            <a:chOff x="3935555" y="1207500"/>
            <a:chExt cx="1095375" cy="1068070"/>
          </a:xfrm>
        </p:grpSpPr>
        <p:pic>
          <p:nvPicPr>
            <p:cNvPr id="6" name="object 6"/>
            <p:cNvPicPr/>
            <p:nvPr/>
          </p:nvPicPr>
          <p:blipFill>
            <a:blip r:embed="rId2" cstate="print"/>
            <a:stretch>
              <a:fillRect/>
            </a:stretch>
          </p:blipFill>
          <p:spPr>
            <a:xfrm>
              <a:off x="3935555" y="1207500"/>
              <a:ext cx="1094787" cy="1067577"/>
            </a:xfrm>
            <a:prstGeom prst="rect">
              <a:avLst/>
            </a:prstGeom>
          </p:spPr>
        </p:pic>
        <p:pic>
          <p:nvPicPr>
            <p:cNvPr id="7" name="object 7"/>
            <p:cNvPicPr/>
            <p:nvPr/>
          </p:nvPicPr>
          <p:blipFill>
            <a:blip r:embed="rId3" cstate="print"/>
            <a:stretch>
              <a:fillRect/>
            </a:stretch>
          </p:blipFill>
          <p:spPr>
            <a:xfrm>
              <a:off x="4047743" y="1432559"/>
              <a:ext cx="883564" cy="600075"/>
            </a:xfrm>
            <a:prstGeom prst="rect">
              <a:avLst/>
            </a:prstGeom>
          </p:spPr>
        </p:pic>
        <p:sp>
          <p:nvSpPr>
            <p:cNvPr id="8" name="object 8"/>
            <p:cNvSpPr/>
            <p:nvPr/>
          </p:nvSpPr>
          <p:spPr>
            <a:xfrm>
              <a:off x="3970019" y="1280159"/>
              <a:ext cx="1016635" cy="989330"/>
            </a:xfrm>
            <a:custGeom>
              <a:avLst/>
              <a:gdLst/>
              <a:ahLst/>
              <a:cxnLst/>
              <a:rect l="l" t="t" r="r" b="b"/>
              <a:pathLst>
                <a:path w="1016635" h="989330">
                  <a:moveTo>
                    <a:pt x="508253" y="0"/>
                  </a:moveTo>
                  <a:lnTo>
                    <a:pt x="459310" y="2263"/>
                  </a:lnTo>
                  <a:lnTo>
                    <a:pt x="411682" y="8915"/>
                  </a:lnTo>
                  <a:lnTo>
                    <a:pt x="365582" y="19749"/>
                  </a:lnTo>
                  <a:lnTo>
                    <a:pt x="321224" y="34557"/>
                  </a:lnTo>
                  <a:lnTo>
                    <a:pt x="278820" y="53132"/>
                  </a:lnTo>
                  <a:lnTo>
                    <a:pt x="238584" y="75269"/>
                  </a:lnTo>
                  <a:lnTo>
                    <a:pt x="200728" y="100758"/>
                  </a:lnTo>
                  <a:lnTo>
                    <a:pt x="165467" y="129394"/>
                  </a:lnTo>
                  <a:lnTo>
                    <a:pt x="133012" y="160969"/>
                  </a:lnTo>
                  <a:lnTo>
                    <a:pt x="103578" y="195277"/>
                  </a:lnTo>
                  <a:lnTo>
                    <a:pt x="77376" y="232109"/>
                  </a:lnTo>
                  <a:lnTo>
                    <a:pt x="54621" y="271260"/>
                  </a:lnTo>
                  <a:lnTo>
                    <a:pt x="35526" y="312521"/>
                  </a:lnTo>
                  <a:lnTo>
                    <a:pt x="20303" y="355687"/>
                  </a:lnTo>
                  <a:lnTo>
                    <a:pt x="9165" y="400550"/>
                  </a:lnTo>
                  <a:lnTo>
                    <a:pt x="2326" y="446902"/>
                  </a:lnTo>
                  <a:lnTo>
                    <a:pt x="0" y="494538"/>
                  </a:lnTo>
                  <a:lnTo>
                    <a:pt x="2326" y="542173"/>
                  </a:lnTo>
                  <a:lnTo>
                    <a:pt x="9165" y="588525"/>
                  </a:lnTo>
                  <a:lnTo>
                    <a:pt x="20303" y="633388"/>
                  </a:lnTo>
                  <a:lnTo>
                    <a:pt x="35526" y="676554"/>
                  </a:lnTo>
                  <a:lnTo>
                    <a:pt x="54621" y="717815"/>
                  </a:lnTo>
                  <a:lnTo>
                    <a:pt x="77376" y="756966"/>
                  </a:lnTo>
                  <a:lnTo>
                    <a:pt x="103578" y="793798"/>
                  </a:lnTo>
                  <a:lnTo>
                    <a:pt x="133012" y="828106"/>
                  </a:lnTo>
                  <a:lnTo>
                    <a:pt x="165467" y="859681"/>
                  </a:lnTo>
                  <a:lnTo>
                    <a:pt x="200728" y="888317"/>
                  </a:lnTo>
                  <a:lnTo>
                    <a:pt x="238584" y="913806"/>
                  </a:lnTo>
                  <a:lnTo>
                    <a:pt x="278820" y="935943"/>
                  </a:lnTo>
                  <a:lnTo>
                    <a:pt x="321224" y="954518"/>
                  </a:lnTo>
                  <a:lnTo>
                    <a:pt x="365582" y="969326"/>
                  </a:lnTo>
                  <a:lnTo>
                    <a:pt x="411682" y="980160"/>
                  </a:lnTo>
                  <a:lnTo>
                    <a:pt x="459310" y="986812"/>
                  </a:lnTo>
                  <a:lnTo>
                    <a:pt x="508253" y="989076"/>
                  </a:lnTo>
                  <a:lnTo>
                    <a:pt x="557197" y="986812"/>
                  </a:lnTo>
                  <a:lnTo>
                    <a:pt x="604825" y="980160"/>
                  </a:lnTo>
                  <a:lnTo>
                    <a:pt x="650925" y="969326"/>
                  </a:lnTo>
                  <a:lnTo>
                    <a:pt x="695283" y="954518"/>
                  </a:lnTo>
                  <a:lnTo>
                    <a:pt x="737687" y="935943"/>
                  </a:lnTo>
                  <a:lnTo>
                    <a:pt x="777923" y="913806"/>
                  </a:lnTo>
                  <a:lnTo>
                    <a:pt x="815779" y="888317"/>
                  </a:lnTo>
                  <a:lnTo>
                    <a:pt x="851040" y="859681"/>
                  </a:lnTo>
                  <a:lnTo>
                    <a:pt x="883495" y="828106"/>
                  </a:lnTo>
                  <a:lnTo>
                    <a:pt x="912929" y="793798"/>
                  </a:lnTo>
                  <a:lnTo>
                    <a:pt x="939131" y="756966"/>
                  </a:lnTo>
                  <a:lnTo>
                    <a:pt x="961886" y="717815"/>
                  </a:lnTo>
                  <a:lnTo>
                    <a:pt x="980981" y="676554"/>
                  </a:lnTo>
                  <a:lnTo>
                    <a:pt x="996204" y="633388"/>
                  </a:lnTo>
                  <a:lnTo>
                    <a:pt x="1007342" y="588525"/>
                  </a:lnTo>
                  <a:lnTo>
                    <a:pt x="1014181" y="542173"/>
                  </a:lnTo>
                  <a:lnTo>
                    <a:pt x="1016507" y="494538"/>
                  </a:lnTo>
                  <a:lnTo>
                    <a:pt x="1014181" y="446902"/>
                  </a:lnTo>
                  <a:lnTo>
                    <a:pt x="1007342" y="400550"/>
                  </a:lnTo>
                  <a:lnTo>
                    <a:pt x="996204" y="355687"/>
                  </a:lnTo>
                  <a:lnTo>
                    <a:pt x="980981" y="312521"/>
                  </a:lnTo>
                  <a:lnTo>
                    <a:pt x="961886" y="271260"/>
                  </a:lnTo>
                  <a:lnTo>
                    <a:pt x="939131" y="232109"/>
                  </a:lnTo>
                  <a:lnTo>
                    <a:pt x="912929" y="195277"/>
                  </a:lnTo>
                  <a:lnTo>
                    <a:pt x="883495" y="160969"/>
                  </a:lnTo>
                  <a:lnTo>
                    <a:pt x="851040" y="129394"/>
                  </a:lnTo>
                  <a:lnTo>
                    <a:pt x="815779" y="100758"/>
                  </a:lnTo>
                  <a:lnTo>
                    <a:pt x="777923" y="75269"/>
                  </a:lnTo>
                  <a:lnTo>
                    <a:pt x="737687" y="53132"/>
                  </a:lnTo>
                  <a:lnTo>
                    <a:pt x="695283" y="34557"/>
                  </a:lnTo>
                  <a:lnTo>
                    <a:pt x="650925" y="19749"/>
                  </a:lnTo>
                  <a:lnTo>
                    <a:pt x="604825" y="8915"/>
                  </a:lnTo>
                  <a:lnTo>
                    <a:pt x="557197" y="2263"/>
                  </a:lnTo>
                  <a:lnTo>
                    <a:pt x="508253" y="0"/>
                  </a:lnTo>
                  <a:close/>
                </a:path>
              </a:pathLst>
            </a:custGeom>
            <a:solidFill>
              <a:srgbClr val="4F81BC"/>
            </a:solidFill>
          </p:spPr>
          <p:txBody>
            <a:bodyPr wrap="square" lIns="0" tIns="0" rIns="0" bIns="0" rtlCol="0"/>
            <a:lstStyle/>
            <a:p>
              <a:endParaRPr/>
            </a:p>
          </p:txBody>
        </p:sp>
      </p:grpSp>
      <p:sp>
        <p:nvSpPr>
          <p:cNvPr id="9" name="object 9"/>
          <p:cNvSpPr txBox="1"/>
          <p:nvPr/>
        </p:nvSpPr>
        <p:spPr>
          <a:xfrm>
            <a:off x="4180459" y="1394461"/>
            <a:ext cx="597535" cy="391160"/>
          </a:xfrm>
          <a:prstGeom prst="rect">
            <a:avLst/>
          </a:prstGeom>
        </p:spPr>
        <p:txBody>
          <a:bodyPr vert="horz" wrap="square" lIns="0" tIns="12700" rIns="0" bIns="0" rtlCol="0">
            <a:spAutoFit/>
          </a:bodyPr>
          <a:lstStyle/>
          <a:p>
            <a:pPr marL="154305" marR="5080" indent="-142240">
              <a:lnSpc>
                <a:spcPct val="100000"/>
              </a:lnSpc>
              <a:spcBef>
                <a:spcPts val="100"/>
              </a:spcBef>
            </a:pPr>
            <a:r>
              <a:rPr sz="1200" spc="-10" dirty="0">
                <a:solidFill>
                  <a:srgbClr val="FFFFFF"/>
                </a:solidFill>
                <a:latin typeface="Cambria"/>
                <a:cs typeface="Cambria"/>
              </a:rPr>
              <a:t>Strategic </a:t>
            </a:r>
            <a:r>
              <a:rPr sz="1200" spc="-20" dirty="0">
                <a:solidFill>
                  <a:srgbClr val="FFFFFF"/>
                </a:solidFill>
                <a:latin typeface="Cambria"/>
                <a:cs typeface="Cambria"/>
              </a:rPr>
              <a:t>plan</a:t>
            </a:r>
            <a:endParaRPr sz="1200">
              <a:latin typeface="Cambria"/>
              <a:cs typeface="Cambria"/>
            </a:endParaRPr>
          </a:p>
        </p:txBody>
      </p:sp>
      <p:grpSp>
        <p:nvGrpSpPr>
          <p:cNvPr id="10" name="object 10"/>
          <p:cNvGrpSpPr/>
          <p:nvPr/>
        </p:nvGrpSpPr>
        <p:grpSpPr>
          <a:xfrm>
            <a:off x="3930396" y="1756461"/>
            <a:ext cx="1113790" cy="1086485"/>
            <a:chOff x="3930396" y="1914194"/>
            <a:chExt cx="1113790" cy="1086485"/>
          </a:xfrm>
        </p:grpSpPr>
        <p:pic>
          <p:nvPicPr>
            <p:cNvPr id="11" name="object 11"/>
            <p:cNvPicPr/>
            <p:nvPr/>
          </p:nvPicPr>
          <p:blipFill>
            <a:blip r:embed="rId4" cstate="print"/>
            <a:stretch>
              <a:fillRect/>
            </a:stretch>
          </p:blipFill>
          <p:spPr>
            <a:xfrm>
              <a:off x="3930396" y="1914194"/>
              <a:ext cx="1113663" cy="1086307"/>
            </a:xfrm>
            <a:prstGeom prst="rect">
              <a:avLst/>
            </a:prstGeom>
          </p:spPr>
        </p:pic>
        <p:pic>
          <p:nvPicPr>
            <p:cNvPr id="12" name="object 12"/>
            <p:cNvPicPr/>
            <p:nvPr/>
          </p:nvPicPr>
          <p:blipFill>
            <a:blip r:embed="rId5" cstate="print"/>
            <a:stretch>
              <a:fillRect/>
            </a:stretch>
          </p:blipFill>
          <p:spPr>
            <a:xfrm>
              <a:off x="4027932" y="2157983"/>
              <a:ext cx="918641" cy="600075"/>
            </a:xfrm>
            <a:prstGeom prst="rect">
              <a:avLst/>
            </a:prstGeom>
          </p:spPr>
        </p:pic>
        <p:sp>
          <p:nvSpPr>
            <p:cNvPr id="13" name="object 13"/>
            <p:cNvSpPr/>
            <p:nvPr/>
          </p:nvSpPr>
          <p:spPr>
            <a:xfrm>
              <a:off x="3983736" y="2005583"/>
              <a:ext cx="1016635" cy="989330"/>
            </a:xfrm>
            <a:custGeom>
              <a:avLst/>
              <a:gdLst/>
              <a:ahLst/>
              <a:cxnLst/>
              <a:rect l="l" t="t" r="r" b="b"/>
              <a:pathLst>
                <a:path w="1016635" h="989330">
                  <a:moveTo>
                    <a:pt x="508253" y="0"/>
                  </a:moveTo>
                  <a:lnTo>
                    <a:pt x="459310" y="2263"/>
                  </a:lnTo>
                  <a:lnTo>
                    <a:pt x="411682" y="8915"/>
                  </a:lnTo>
                  <a:lnTo>
                    <a:pt x="365582" y="19749"/>
                  </a:lnTo>
                  <a:lnTo>
                    <a:pt x="321224" y="34557"/>
                  </a:lnTo>
                  <a:lnTo>
                    <a:pt x="278820" y="53132"/>
                  </a:lnTo>
                  <a:lnTo>
                    <a:pt x="238584" y="75269"/>
                  </a:lnTo>
                  <a:lnTo>
                    <a:pt x="200728" y="100758"/>
                  </a:lnTo>
                  <a:lnTo>
                    <a:pt x="165467" y="129394"/>
                  </a:lnTo>
                  <a:lnTo>
                    <a:pt x="133012" y="160969"/>
                  </a:lnTo>
                  <a:lnTo>
                    <a:pt x="103578" y="195277"/>
                  </a:lnTo>
                  <a:lnTo>
                    <a:pt x="77376" y="232109"/>
                  </a:lnTo>
                  <a:lnTo>
                    <a:pt x="54621" y="271260"/>
                  </a:lnTo>
                  <a:lnTo>
                    <a:pt x="35526" y="312521"/>
                  </a:lnTo>
                  <a:lnTo>
                    <a:pt x="20303" y="355687"/>
                  </a:lnTo>
                  <a:lnTo>
                    <a:pt x="9165" y="400550"/>
                  </a:lnTo>
                  <a:lnTo>
                    <a:pt x="2326" y="446902"/>
                  </a:lnTo>
                  <a:lnTo>
                    <a:pt x="0" y="494538"/>
                  </a:lnTo>
                  <a:lnTo>
                    <a:pt x="2326" y="542173"/>
                  </a:lnTo>
                  <a:lnTo>
                    <a:pt x="9165" y="588525"/>
                  </a:lnTo>
                  <a:lnTo>
                    <a:pt x="20303" y="633388"/>
                  </a:lnTo>
                  <a:lnTo>
                    <a:pt x="35526" y="676554"/>
                  </a:lnTo>
                  <a:lnTo>
                    <a:pt x="54621" y="717815"/>
                  </a:lnTo>
                  <a:lnTo>
                    <a:pt x="77376" y="756966"/>
                  </a:lnTo>
                  <a:lnTo>
                    <a:pt x="103578" y="793798"/>
                  </a:lnTo>
                  <a:lnTo>
                    <a:pt x="133012" y="828106"/>
                  </a:lnTo>
                  <a:lnTo>
                    <a:pt x="165467" y="859681"/>
                  </a:lnTo>
                  <a:lnTo>
                    <a:pt x="200728" y="888317"/>
                  </a:lnTo>
                  <a:lnTo>
                    <a:pt x="238584" y="913806"/>
                  </a:lnTo>
                  <a:lnTo>
                    <a:pt x="278820" y="935943"/>
                  </a:lnTo>
                  <a:lnTo>
                    <a:pt x="321224" y="954518"/>
                  </a:lnTo>
                  <a:lnTo>
                    <a:pt x="365582" y="969326"/>
                  </a:lnTo>
                  <a:lnTo>
                    <a:pt x="411682" y="980160"/>
                  </a:lnTo>
                  <a:lnTo>
                    <a:pt x="459310" y="986812"/>
                  </a:lnTo>
                  <a:lnTo>
                    <a:pt x="508253" y="989076"/>
                  </a:lnTo>
                  <a:lnTo>
                    <a:pt x="557197" y="986812"/>
                  </a:lnTo>
                  <a:lnTo>
                    <a:pt x="604825" y="980160"/>
                  </a:lnTo>
                  <a:lnTo>
                    <a:pt x="650925" y="969326"/>
                  </a:lnTo>
                  <a:lnTo>
                    <a:pt x="695283" y="954518"/>
                  </a:lnTo>
                  <a:lnTo>
                    <a:pt x="737687" y="935943"/>
                  </a:lnTo>
                  <a:lnTo>
                    <a:pt x="777923" y="913806"/>
                  </a:lnTo>
                  <a:lnTo>
                    <a:pt x="815779" y="888317"/>
                  </a:lnTo>
                  <a:lnTo>
                    <a:pt x="851040" y="859681"/>
                  </a:lnTo>
                  <a:lnTo>
                    <a:pt x="883495" y="828106"/>
                  </a:lnTo>
                  <a:lnTo>
                    <a:pt x="912929" y="793798"/>
                  </a:lnTo>
                  <a:lnTo>
                    <a:pt x="939131" y="756966"/>
                  </a:lnTo>
                  <a:lnTo>
                    <a:pt x="961886" y="717815"/>
                  </a:lnTo>
                  <a:lnTo>
                    <a:pt x="980981" y="676554"/>
                  </a:lnTo>
                  <a:lnTo>
                    <a:pt x="996204" y="633388"/>
                  </a:lnTo>
                  <a:lnTo>
                    <a:pt x="1007342" y="588525"/>
                  </a:lnTo>
                  <a:lnTo>
                    <a:pt x="1014181" y="542173"/>
                  </a:lnTo>
                  <a:lnTo>
                    <a:pt x="1016508" y="494538"/>
                  </a:lnTo>
                  <a:lnTo>
                    <a:pt x="1014181" y="446902"/>
                  </a:lnTo>
                  <a:lnTo>
                    <a:pt x="1007342" y="400550"/>
                  </a:lnTo>
                  <a:lnTo>
                    <a:pt x="996204" y="355687"/>
                  </a:lnTo>
                  <a:lnTo>
                    <a:pt x="980981" y="312521"/>
                  </a:lnTo>
                  <a:lnTo>
                    <a:pt x="961886" y="271260"/>
                  </a:lnTo>
                  <a:lnTo>
                    <a:pt x="939131" y="232109"/>
                  </a:lnTo>
                  <a:lnTo>
                    <a:pt x="912929" y="195277"/>
                  </a:lnTo>
                  <a:lnTo>
                    <a:pt x="883495" y="160969"/>
                  </a:lnTo>
                  <a:lnTo>
                    <a:pt x="851040" y="129394"/>
                  </a:lnTo>
                  <a:lnTo>
                    <a:pt x="815779" y="100758"/>
                  </a:lnTo>
                  <a:lnTo>
                    <a:pt x="777923" y="75269"/>
                  </a:lnTo>
                  <a:lnTo>
                    <a:pt x="737687" y="53132"/>
                  </a:lnTo>
                  <a:lnTo>
                    <a:pt x="695283" y="34557"/>
                  </a:lnTo>
                  <a:lnTo>
                    <a:pt x="650925" y="19749"/>
                  </a:lnTo>
                  <a:lnTo>
                    <a:pt x="604825" y="8915"/>
                  </a:lnTo>
                  <a:lnTo>
                    <a:pt x="557197" y="2263"/>
                  </a:lnTo>
                  <a:lnTo>
                    <a:pt x="508253"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4160646" y="2120138"/>
            <a:ext cx="664210" cy="391160"/>
          </a:xfrm>
          <a:prstGeom prst="rect">
            <a:avLst/>
          </a:prstGeom>
        </p:spPr>
        <p:txBody>
          <a:bodyPr vert="horz" wrap="square" lIns="0" tIns="12700" rIns="0" bIns="0" rtlCol="0">
            <a:spAutoFit/>
          </a:bodyPr>
          <a:lstStyle/>
          <a:p>
            <a:pPr marL="12700" marR="5080" indent="196215">
              <a:lnSpc>
                <a:spcPct val="100000"/>
              </a:lnSpc>
              <a:spcBef>
                <a:spcPts val="100"/>
              </a:spcBef>
            </a:pPr>
            <a:r>
              <a:rPr sz="1200" spc="-25" dirty="0">
                <a:solidFill>
                  <a:srgbClr val="FFFFFF"/>
                </a:solidFill>
                <a:latin typeface="Cambria"/>
                <a:cs typeface="Cambria"/>
              </a:rPr>
              <a:t>Top </a:t>
            </a:r>
            <a:r>
              <a:rPr sz="1200" spc="-10" dirty="0">
                <a:solidFill>
                  <a:srgbClr val="FFFFFF"/>
                </a:solidFill>
                <a:latin typeface="Cambria"/>
                <a:cs typeface="Cambria"/>
              </a:rPr>
              <a:t>managers</a:t>
            </a:r>
            <a:endParaRPr sz="1200">
              <a:latin typeface="Cambria"/>
              <a:cs typeface="Cambria"/>
            </a:endParaRPr>
          </a:p>
        </p:txBody>
      </p:sp>
      <p:grpSp>
        <p:nvGrpSpPr>
          <p:cNvPr id="15" name="object 15"/>
          <p:cNvGrpSpPr/>
          <p:nvPr/>
        </p:nvGrpSpPr>
        <p:grpSpPr>
          <a:xfrm>
            <a:off x="3944111" y="2477313"/>
            <a:ext cx="1113790" cy="1086485"/>
            <a:chOff x="3944111" y="2635046"/>
            <a:chExt cx="1113790" cy="1086485"/>
          </a:xfrm>
        </p:grpSpPr>
        <p:pic>
          <p:nvPicPr>
            <p:cNvPr id="16" name="object 16"/>
            <p:cNvPicPr/>
            <p:nvPr/>
          </p:nvPicPr>
          <p:blipFill>
            <a:blip r:embed="rId4" cstate="print"/>
            <a:stretch>
              <a:fillRect/>
            </a:stretch>
          </p:blipFill>
          <p:spPr>
            <a:xfrm>
              <a:off x="3944111" y="2635046"/>
              <a:ext cx="1113663" cy="1086307"/>
            </a:xfrm>
            <a:prstGeom prst="rect">
              <a:avLst/>
            </a:prstGeom>
          </p:spPr>
        </p:pic>
        <p:pic>
          <p:nvPicPr>
            <p:cNvPr id="17" name="object 17"/>
            <p:cNvPicPr/>
            <p:nvPr/>
          </p:nvPicPr>
          <p:blipFill>
            <a:blip r:embed="rId6" cstate="print"/>
            <a:stretch>
              <a:fillRect/>
            </a:stretch>
          </p:blipFill>
          <p:spPr>
            <a:xfrm>
              <a:off x="4079747" y="2877311"/>
              <a:ext cx="840943" cy="600075"/>
            </a:xfrm>
            <a:prstGeom prst="rect">
              <a:avLst/>
            </a:prstGeom>
          </p:spPr>
        </p:pic>
        <p:sp>
          <p:nvSpPr>
            <p:cNvPr id="18" name="object 18"/>
            <p:cNvSpPr/>
            <p:nvPr/>
          </p:nvSpPr>
          <p:spPr>
            <a:xfrm>
              <a:off x="3997451" y="2726435"/>
              <a:ext cx="1016635" cy="989330"/>
            </a:xfrm>
            <a:custGeom>
              <a:avLst/>
              <a:gdLst/>
              <a:ahLst/>
              <a:cxnLst/>
              <a:rect l="l" t="t" r="r" b="b"/>
              <a:pathLst>
                <a:path w="1016635" h="989329">
                  <a:moveTo>
                    <a:pt x="508253" y="0"/>
                  </a:moveTo>
                  <a:lnTo>
                    <a:pt x="459310" y="2263"/>
                  </a:lnTo>
                  <a:lnTo>
                    <a:pt x="411682" y="8915"/>
                  </a:lnTo>
                  <a:lnTo>
                    <a:pt x="365582" y="19749"/>
                  </a:lnTo>
                  <a:lnTo>
                    <a:pt x="321224" y="34557"/>
                  </a:lnTo>
                  <a:lnTo>
                    <a:pt x="278820" y="53132"/>
                  </a:lnTo>
                  <a:lnTo>
                    <a:pt x="238584" y="75269"/>
                  </a:lnTo>
                  <a:lnTo>
                    <a:pt x="200728" y="100758"/>
                  </a:lnTo>
                  <a:lnTo>
                    <a:pt x="165467" y="129394"/>
                  </a:lnTo>
                  <a:lnTo>
                    <a:pt x="133012" y="160969"/>
                  </a:lnTo>
                  <a:lnTo>
                    <a:pt x="103578" y="195277"/>
                  </a:lnTo>
                  <a:lnTo>
                    <a:pt x="77376" y="232109"/>
                  </a:lnTo>
                  <a:lnTo>
                    <a:pt x="54621" y="271260"/>
                  </a:lnTo>
                  <a:lnTo>
                    <a:pt x="35526" y="312521"/>
                  </a:lnTo>
                  <a:lnTo>
                    <a:pt x="20303" y="355687"/>
                  </a:lnTo>
                  <a:lnTo>
                    <a:pt x="9165" y="400550"/>
                  </a:lnTo>
                  <a:lnTo>
                    <a:pt x="2326" y="446902"/>
                  </a:lnTo>
                  <a:lnTo>
                    <a:pt x="0" y="494538"/>
                  </a:lnTo>
                  <a:lnTo>
                    <a:pt x="2326" y="542173"/>
                  </a:lnTo>
                  <a:lnTo>
                    <a:pt x="9165" y="588525"/>
                  </a:lnTo>
                  <a:lnTo>
                    <a:pt x="20303" y="633388"/>
                  </a:lnTo>
                  <a:lnTo>
                    <a:pt x="35526" y="676554"/>
                  </a:lnTo>
                  <a:lnTo>
                    <a:pt x="54621" y="717815"/>
                  </a:lnTo>
                  <a:lnTo>
                    <a:pt x="77376" y="756966"/>
                  </a:lnTo>
                  <a:lnTo>
                    <a:pt x="103578" y="793798"/>
                  </a:lnTo>
                  <a:lnTo>
                    <a:pt x="133012" y="828106"/>
                  </a:lnTo>
                  <a:lnTo>
                    <a:pt x="165467" y="859681"/>
                  </a:lnTo>
                  <a:lnTo>
                    <a:pt x="200728" y="888317"/>
                  </a:lnTo>
                  <a:lnTo>
                    <a:pt x="238584" y="913806"/>
                  </a:lnTo>
                  <a:lnTo>
                    <a:pt x="278820" y="935943"/>
                  </a:lnTo>
                  <a:lnTo>
                    <a:pt x="321224" y="954518"/>
                  </a:lnTo>
                  <a:lnTo>
                    <a:pt x="365582" y="969326"/>
                  </a:lnTo>
                  <a:lnTo>
                    <a:pt x="411682" y="980160"/>
                  </a:lnTo>
                  <a:lnTo>
                    <a:pt x="459310" y="986812"/>
                  </a:lnTo>
                  <a:lnTo>
                    <a:pt x="508253" y="989076"/>
                  </a:lnTo>
                  <a:lnTo>
                    <a:pt x="557197" y="986812"/>
                  </a:lnTo>
                  <a:lnTo>
                    <a:pt x="604825" y="980160"/>
                  </a:lnTo>
                  <a:lnTo>
                    <a:pt x="650925" y="969326"/>
                  </a:lnTo>
                  <a:lnTo>
                    <a:pt x="695283" y="954518"/>
                  </a:lnTo>
                  <a:lnTo>
                    <a:pt x="737687" y="935943"/>
                  </a:lnTo>
                  <a:lnTo>
                    <a:pt x="777923" y="913806"/>
                  </a:lnTo>
                  <a:lnTo>
                    <a:pt x="815779" y="888317"/>
                  </a:lnTo>
                  <a:lnTo>
                    <a:pt x="851040" y="859681"/>
                  </a:lnTo>
                  <a:lnTo>
                    <a:pt x="883495" y="828106"/>
                  </a:lnTo>
                  <a:lnTo>
                    <a:pt x="912929" y="793798"/>
                  </a:lnTo>
                  <a:lnTo>
                    <a:pt x="939131" y="756966"/>
                  </a:lnTo>
                  <a:lnTo>
                    <a:pt x="961886" y="717815"/>
                  </a:lnTo>
                  <a:lnTo>
                    <a:pt x="980981" y="676554"/>
                  </a:lnTo>
                  <a:lnTo>
                    <a:pt x="996204" y="633388"/>
                  </a:lnTo>
                  <a:lnTo>
                    <a:pt x="1007342" y="588525"/>
                  </a:lnTo>
                  <a:lnTo>
                    <a:pt x="1014181" y="542173"/>
                  </a:lnTo>
                  <a:lnTo>
                    <a:pt x="1016508" y="494538"/>
                  </a:lnTo>
                  <a:lnTo>
                    <a:pt x="1014181" y="446902"/>
                  </a:lnTo>
                  <a:lnTo>
                    <a:pt x="1007342" y="400550"/>
                  </a:lnTo>
                  <a:lnTo>
                    <a:pt x="996204" y="355687"/>
                  </a:lnTo>
                  <a:lnTo>
                    <a:pt x="980981" y="312521"/>
                  </a:lnTo>
                  <a:lnTo>
                    <a:pt x="961886" y="271260"/>
                  </a:lnTo>
                  <a:lnTo>
                    <a:pt x="939131" y="232109"/>
                  </a:lnTo>
                  <a:lnTo>
                    <a:pt x="912929" y="195277"/>
                  </a:lnTo>
                  <a:lnTo>
                    <a:pt x="883495" y="160969"/>
                  </a:lnTo>
                  <a:lnTo>
                    <a:pt x="851040" y="129394"/>
                  </a:lnTo>
                  <a:lnTo>
                    <a:pt x="815779" y="100758"/>
                  </a:lnTo>
                  <a:lnTo>
                    <a:pt x="777923" y="75269"/>
                  </a:lnTo>
                  <a:lnTo>
                    <a:pt x="737687" y="53132"/>
                  </a:lnTo>
                  <a:lnTo>
                    <a:pt x="695283" y="34557"/>
                  </a:lnTo>
                  <a:lnTo>
                    <a:pt x="650925" y="19749"/>
                  </a:lnTo>
                  <a:lnTo>
                    <a:pt x="604825" y="8915"/>
                  </a:lnTo>
                  <a:lnTo>
                    <a:pt x="557197" y="2263"/>
                  </a:lnTo>
                  <a:lnTo>
                    <a:pt x="508253" y="0"/>
                  </a:lnTo>
                  <a:close/>
                </a:path>
              </a:pathLst>
            </a:custGeom>
            <a:solidFill>
              <a:srgbClr val="77923B"/>
            </a:solidFill>
          </p:spPr>
          <p:txBody>
            <a:bodyPr wrap="square" lIns="0" tIns="0" rIns="0" bIns="0" rtlCol="0"/>
            <a:lstStyle/>
            <a:p>
              <a:endParaRPr/>
            </a:p>
          </p:txBody>
        </p:sp>
      </p:grpSp>
      <p:sp>
        <p:nvSpPr>
          <p:cNvPr id="19" name="object 19"/>
          <p:cNvSpPr txBox="1"/>
          <p:nvPr/>
        </p:nvSpPr>
        <p:spPr>
          <a:xfrm>
            <a:off x="4212463" y="2840356"/>
            <a:ext cx="586105" cy="391160"/>
          </a:xfrm>
          <a:prstGeom prst="rect">
            <a:avLst/>
          </a:prstGeom>
        </p:spPr>
        <p:txBody>
          <a:bodyPr vert="horz" wrap="square" lIns="0" tIns="12700" rIns="0" bIns="0" rtlCol="0">
            <a:spAutoFit/>
          </a:bodyPr>
          <a:lstStyle/>
          <a:p>
            <a:pPr marL="12700" marR="5080" indent="129539">
              <a:lnSpc>
                <a:spcPct val="100000"/>
              </a:lnSpc>
              <a:spcBef>
                <a:spcPts val="100"/>
              </a:spcBef>
            </a:pPr>
            <a:r>
              <a:rPr sz="1200" spc="-20" dirty="0">
                <a:solidFill>
                  <a:srgbClr val="FFFFFF"/>
                </a:solidFill>
                <a:latin typeface="Cambria"/>
                <a:cs typeface="Cambria"/>
              </a:rPr>
              <a:t>User </a:t>
            </a:r>
            <a:r>
              <a:rPr sz="1200" spc="-10" dirty="0">
                <a:solidFill>
                  <a:srgbClr val="FFFFFF"/>
                </a:solidFill>
                <a:latin typeface="Cambria"/>
                <a:cs typeface="Cambria"/>
              </a:rPr>
              <a:t>requests</a:t>
            </a:r>
            <a:endParaRPr sz="1200">
              <a:latin typeface="Cambria"/>
              <a:cs typeface="Cambria"/>
            </a:endParaRPr>
          </a:p>
        </p:txBody>
      </p:sp>
      <p:grpSp>
        <p:nvGrpSpPr>
          <p:cNvPr id="20" name="object 20"/>
          <p:cNvGrpSpPr/>
          <p:nvPr/>
        </p:nvGrpSpPr>
        <p:grpSpPr>
          <a:xfrm>
            <a:off x="3957828" y="3196641"/>
            <a:ext cx="1113790" cy="1086485"/>
            <a:chOff x="3957828" y="3354374"/>
            <a:chExt cx="1113790" cy="1086485"/>
          </a:xfrm>
        </p:grpSpPr>
        <p:pic>
          <p:nvPicPr>
            <p:cNvPr id="21" name="object 21"/>
            <p:cNvPicPr/>
            <p:nvPr/>
          </p:nvPicPr>
          <p:blipFill>
            <a:blip r:embed="rId4" cstate="print"/>
            <a:stretch>
              <a:fillRect/>
            </a:stretch>
          </p:blipFill>
          <p:spPr>
            <a:xfrm>
              <a:off x="3957828" y="3354374"/>
              <a:ext cx="1113663" cy="1086307"/>
            </a:xfrm>
            <a:prstGeom prst="rect">
              <a:avLst/>
            </a:prstGeom>
          </p:spPr>
        </p:pic>
        <p:pic>
          <p:nvPicPr>
            <p:cNvPr id="22" name="object 22"/>
            <p:cNvPicPr/>
            <p:nvPr/>
          </p:nvPicPr>
          <p:blipFill>
            <a:blip r:embed="rId7" cstate="print"/>
            <a:stretch>
              <a:fillRect/>
            </a:stretch>
          </p:blipFill>
          <p:spPr>
            <a:xfrm>
              <a:off x="4056888" y="3506762"/>
              <a:ext cx="913917" cy="783043"/>
            </a:xfrm>
            <a:prstGeom prst="rect">
              <a:avLst/>
            </a:prstGeom>
          </p:spPr>
        </p:pic>
        <p:sp>
          <p:nvSpPr>
            <p:cNvPr id="23" name="object 23"/>
            <p:cNvSpPr/>
            <p:nvPr/>
          </p:nvSpPr>
          <p:spPr>
            <a:xfrm>
              <a:off x="4011168" y="3445763"/>
              <a:ext cx="1016635" cy="989330"/>
            </a:xfrm>
            <a:custGeom>
              <a:avLst/>
              <a:gdLst/>
              <a:ahLst/>
              <a:cxnLst/>
              <a:rect l="l" t="t" r="r" b="b"/>
              <a:pathLst>
                <a:path w="1016635" h="989329">
                  <a:moveTo>
                    <a:pt x="508254" y="0"/>
                  </a:moveTo>
                  <a:lnTo>
                    <a:pt x="459310" y="2263"/>
                  </a:lnTo>
                  <a:lnTo>
                    <a:pt x="411682" y="8915"/>
                  </a:lnTo>
                  <a:lnTo>
                    <a:pt x="365582" y="19749"/>
                  </a:lnTo>
                  <a:lnTo>
                    <a:pt x="321224" y="34557"/>
                  </a:lnTo>
                  <a:lnTo>
                    <a:pt x="278820" y="53132"/>
                  </a:lnTo>
                  <a:lnTo>
                    <a:pt x="238584" y="75269"/>
                  </a:lnTo>
                  <a:lnTo>
                    <a:pt x="200728" y="100758"/>
                  </a:lnTo>
                  <a:lnTo>
                    <a:pt x="165467" y="129394"/>
                  </a:lnTo>
                  <a:lnTo>
                    <a:pt x="133012" y="160969"/>
                  </a:lnTo>
                  <a:lnTo>
                    <a:pt x="103578" y="195277"/>
                  </a:lnTo>
                  <a:lnTo>
                    <a:pt x="77376" y="232109"/>
                  </a:lnTo>
                  <a:lnTo>
                    <a:pt x="54621" y="271260"/>
                  </a:lnTo>
                  <a:lnTo>
                    <a:pt x="35526" y="312521"/>
                  </a:lnTo>
                  <a:lnTo>
                    <a:pt x="20303" y="355687"/>
                  </a:lnTo>
                  <a:lnTo>
                    <a:pt x="9165" y="400550"/>
                  </a:lnTo>
                  <a:lnTo>
                    <a:pt x="2326" y="446902"/>
                  </a:lnTo>
                  <a:lnTo>
                    <a:pt x="0" y="494538"/>
                  </a:lnTo>
                  <a:lnTo>
                    <a:pt x="2326" y="542173"/>
                  </a:lnTo>
                  <a:lnTo>
                    <a:pt x="9165" y="588525"/>
                  </a:lnTo>
                  <a:lnTo>
                    <a:pt x="20303" y="633388"/>
                  </a:lnTo>
                  <a:lnTo>
                    <a:pt x="35526" y="676554"/>
                  </a:lnTo>
                  <a:lnTo>
                    <a:pt x="54621" y="717815"/>
                  </a:lnTo>
                  <a:lnTo>
                    <a:pt x="77376" y="756966"/>
                  </a:lnTo>
                  <a:lnTo>
                    <a:pt x="103578" y="793798"/>
                  </a:lnTo>
                  <a:lnTo>
                    <a:pt x="133012" y="828106"/>
                  </a:lnTo>
                  <a:lnTo>
                    <a:pt x="165467" y="859681"/>
                  </a:lnTo>
                  <a:lnTo>
                    <a:pt x="200728" y="888317"/>
                  </a:lnTo>
                  <a:lnTo>
                    <a:pt x="238584" y="913806"/>
                  </a:lnTo>
                  <a:lnTo>
                    <a:pt x="278820" y="935943"/>
                  </a:lnTo>
                  <a:lnTo>
                    <a:pt x="321224" y="954518"/>
                  </a:lnTo>
                  <a:lnTo>
                    <a:pt x="365582" y="969326"/>
                  </a:lnTo>
                  <a:lnTo>
                    <a:pt x="411682" y="980160"/>
                  </a:lnTo>
                  <a:lnTo>
                    <a:pt x="459310" y="986812"/>
                  </a:lnTo>
                  <a:lnTo>
                    <a:pt x="508254" y="989076"/>
                  </a:lnTo>
                  <a:lnTo>
                    <a:pt x="557197" y="986812"/>
                  </a:lnTo>
                  <a:lnTo>
                    <a:pt x="604825" y="980160"/>
                  </a:lnTo>
                  <a:lnTo>
                    <a:pt x="650925" y="969326"/>
                  </a:lnTo>
                  <a:lnTo>
                    <a:pt x="695283" y="954518"/>
                  </a:lnTo>
                  <a:lnTo>
                    <a:pt x="737687" y="935943"/>
                  </a:lnTo>
                  <a:lnTo>
                    <a:pt x="777923" y="913806"/>
                  </a:lnTo>
                  <a:lnTo>
                    <a:pt x="815779" y="888317"/>
                  </a:lnTo>
                  <a:lnTo>
                    <a:pt x="851040" y="859681"/>
                  </a:lnTo>
                  <a:lnTo>
                    <a:pt x="883495" y="828106"/>
                  </a:lnTo>
                  <a:lnTo>
                    <a:pt x="912929" y="793798"/>
                  </a:lnTo>
                  <a:lnTo>
                    <a:pt x="939131" y="756966"/>
                  </a:lnTo>
                  <a:lnTo>
                    <a:pt x="961886" y="717815"/>
                  </a:lnTo>
                  <a:lnTo>
                    <a:pt x="980981" y="676554"/>
                  </a:lnTo>
                  <a:lnTo>
                    <a:pt x="996204" y="633388"/>
                  </a:lnTo>
                  <a:lnTo>
                    <a:pt x="1007342" y="588525"/>
                  </a:lnTo>
                  <a:lnTo>
                    <a:pt x="1014181" y="542173"/>
                  </a:lnTo>
                  <a:lnTo>
                    <a:pt x="1016508" y="494538"/>
                  </a:lnTo>
                  <a:lnTo>
                    <a:pt x="1014181" y="446902"/>
                  </a:lnTo>
                  <a:lnTo>
                    <a:pt x="1007342" y="400550"/>
                  </a:lnTo>
                  <a:lnTo>
                    <a:pt x="996204" y="355687"/>
                  </a:lnTo>
                  <a:lnTo>
                    <a:pt x="980981" y="312521"/>
                  </a:lnTo>
                  <a:lnTo>
                    <a:pt x="961886" y="271260"/>
                  </a:lnTo>
                  <a:lnTo>
                    <a:pt x="939131" y="232109"/>
                  </a:lnTo>
                  <a:lnTo>
                    <a:pt x="912929" y="195277"/>
                  </a:lnTo>
                  <a:lnTo>
                    <a:pt x="883495" y="160969"/>
                  </a:lnTo>
                  <a:lnTo>
                    <a:pt x="851040" y="129394"/>
                  </a:lnTo>
                  <a:lnTo>
                    <a:pt x="815779" y="100758"/>
                  </a:lnTo>
                  <a:lnTo>
                    <a:pt x="777923" y="75269"/>
                  </a:lnTo>
                  <a:lnTo>
                    <a:pt x="737687" y="53132"/>
                  </a:lnTo>
                  <a:lnTo>
                    <a:pt x="695283" y="34557"/>
                  </a:lnTo>
                  <a:lnTo>
                    <a:pt x="650925" y="19749"/>
                  </a:lnTo>
                  <a:lnTo>
                    <a:pt x="604825" y="8915"/>
                  </a:lnTo>
                  <a:lnTo>
                    <a:pt x="557197" y="2263"/>
                  </a:lnTo>
                  <a:lnTo>
                    <a:pt x="508254" y="0"/>
                  </a:lnTo>
                  <a:close/>
                </a:path>
              </a:pathLst>
            </a:custGeom>
            <a:solidFill>
              <a:srgbClr val="49452A"/>
            </a:solidFill>
          </p:spPr>
          <p:txBody>
            <a:bodyPr wrap="square" lIns="0" tIns="0" rIns="0" bIns="0" rtlCol="0"/>
            <a:lstStyle/>
            <a:p>
              <a:endParaRPr/>
            </a:p>
          </p:txBody>
        </p:sp>
      </p:grpSp>
      <p:sp>
        <p:nvSpPr>
          <p:cNvPr id="24" name="object 24"/>
          <p:cNvSpPr txBox="1"/>
          <p:nvPr/>
        </p:nvSpPr>
        <p:spPr>
          <a:xfrm>
            <a:off x="4189221" y="3469133"/>
            <a:ext cx="659130" cy="574675"/>
          </a:xfrm>
          <a:prstGeom prst="rect">
            <a:avLst/>
          </a:prstGeom>
        </p:spPr>
        <p:txBody>
          <a:bodyPr vert="horz" wrap="square" lIns="0" tIns="12700" rIns="0" bIns="0" rtlCol="0">
            <a:spAutoFit/>
          </a:bodyPr>
          <a:lstStyle/>
          <a:p>
            <a:pPr marL="2540" algn="ctr">
              <a:lnSpc>
                <a:spcPct val="100000"/>
              </a:lnSpc>
              <a:spcBef>
                <a:spcPts val="100"/>
              </a:spcBef>
            </a:pPr>
            <a:r>
              <a:rPr sz="1200" spc="-25" dirty="0">
                <a:solidFill>
                  <a:srgbClr val="FFFFFF"/>
                </a:solidFill>
                <a:latin typeface="Cambria"/>
                <a:cs typeface="Cambria"/>
              </a:rPr>
              <a:t>IT</a:t>
            </a:r>
            <a:endParaRPr sz="1200">
              <a:latin typeface="Cambria"/>
              <a:cs typeface="Cambria"/>
            </a:endParaRPr>
          </a:p>
          <a:p>
            <a:pPr algn="ctr">
              <a:lnSpc>
                <a:spcPct val="100000"/>
              </a:lnSpc>
            </a:pPr>
            <a:r>
              <a:rPr sz="1200" spc="-10" dirty="0">
                <a:solidFill>
                  <a:srgbClr val="FFFFFF"/>
                </a:solidFill>
                <a:latin typeface="Cambria"/>
                <a:cs typeface="Cambria"/>
              </a:rPr>
              <a:t>departme</a:t>
            </a:r>
            <a:endParaRPr sz="1200">
              <a:latin typeface="Cambria"/>
              <a:cs typeface="Cambria"/>
            </a:endParaRPr>
          </a:p>
          <a:p>
            <a:pPr marL="635" algn="ctr">
              <a:lnSpc>
                <a:spcPct val="100000"/>
              </a:lnSpc>
            </a:pPr>
            <a:r>
              <a:rPr sz="1200" spc="-25" dirty="0">
                <a:solidFill>
                  <a:srgbClr val="FFFFFF"/>
                </a:solidFill>
                <a:latin typeface="Cambria"/>
                <a:cs typeface="Cambria"/>
              </a:rPr>
              <a:t>nt</a:t>
            </a:r>
            <a:endParaRPr sz="1200">
              <a:latin typeface="Cambria"/>
              <a:cs typeface="Cambria"/>
            </a:endParaRPr>
          </a:p>
        </p:txBody>
      </p:sp>
      <p:grpSp>
        <p:nvGrpSpPr>
          <p:cNvPr id="25" name="object 25"/>
          <p:cNvGrpSpPr/>
          <p:nvPr/>
        </p:nvGrpSpPr>
        <p:grpSpPr>
          <a:xfrm>
            <a:off x="3956303" y="4060749"/>
            <a:ext cx="1113790" cy="1086485"/>
            <a:chOff x="3956303" y="4218482"/>
            <a:chExt cx="1113790" cy="1086485"/>
          </a:xfrm>
        </p:grpSpPr>
        <p:pic>
          <p:nvPicPr>
            <p:cNvPr id="26" name="object 26"/>
            <p:cNvPicPr/>
            <p:nvPr/>
          </p:nvPicPr>
          <p:blipFill>
            <a:blip r:embed="rId4" cstate="print"/>
            <a:stretch>
              <a:fillRect/>
            </a:stretch>
          </p:blipFill>
          <p:spPr>
            <a:xfrm>
              <a:off x="3956303" y="4218482"/>
              <a:ext cx="1113663" cy="1086307"/>
            </a:xfrm>
            <a:prstGeom prst="rect">
              <a:avLst/>
            </a:prstGeom>
          </p:spPr>
        </p:pic>
        <p:pic>
          <p:nvPicPr>
            <p:cNvPr id="27" name="object 27"/>
            <p:cNvPicPr/>
            <p:nvPr/>
          </p:nvPicPr>
          <p:blipFill>
            <a:blip r:embed="rId8" cstate="print"/>
            <a:stretch>
              <a:fillRect/>
            </a:stretch>
          </p:blipFill>
          <p:spPr>
            <a:xfrm>
              <a:off x="4043171" y="4370870"/>
              <a:ext cx="972019" cy="783043"/>
            </a:xfrm>
            <a:prstGeom prst="rect">
              <a:avLst/>
            </a:prstGeom>
          </p:spPr>
        </p:pic>
        <p:sp>
          <p:nvSpPr>
            <p:cNvPr id="28" name="object 28"/>
            <p:cNvSpPr/>
            <p:nvPr/>
          </p:nvSpPr>
          <p:spPr>
            <a:xfrm>
              <a:off x="4009643" y="4309872"/>
              <a:ext cx="1016635" cy="989330"/>
            </a:xfrm>
            <a:custGeom>
              <a:avLst/>
              <a:gdLst/>
              <a:ahLst/>
              <a:cxnLst/>
              <a:rect l="l" t="t" r="r" b="b"/>
              <a:pathLst>
                <a:path w="1016635" h="989329">
                  <a:moveTo>
                    <a:pt x="508253" y="0"/>
                  </a:moveTo>
                  <a:lnTo>
                    <a:pt x="459310" y="2263"/>
                  </a:lnTo>
                  <a:lnTo>
                    <a:pt x="411682" y="8915"/>
                  </a:lnTo>
                  <a:lnTo>
                    <a:pt x="365582" y="19749"/>
                  </a:lnTo>
                  <a:lnTo>
                    <a:pt x="321224" y="34557"/>
                  </a:lnTo>
                  <a:lnTo>
                    <a:pt x="278820" y="53132"/>
                  </a:lnTo>
                  <a:lnTo>
                    <a:pt x="238584" y="75269"/>
                  </a:lnTo>
                  <a:lnTo>
                    <a:pt x="200728" y="100758"/>
                  </a:lnTo>
                  <a:lnTo>
                    <a:pt x="165467" y="129394"/>
                  </a:lnTo>
                  <a:lnTo>
                    <a:pt x="133012" y="160969"/>
                  </a:lnTo>
                  <a:lnTo>
                    <a:pt x="103578" y="195277"/>
                  </a:lnTo>
                  <a:lnTo>
                    <a:pt x="77376" y="232109"/>
                  </a:lnTo>
                  <a:lnTo>
                    <a:pt x="54621" y="271260"/>
                  </a:lnTo>
                  <a:lnTo>
                    <a:pt x="35526" y="312521"/>
                  </a:lnTo>
                  <a:lnTo>
                    <a:pt x="20303" y="355687"/>
                  </a:lnTo>
                  <a:lnTo>
                    <a:pt x="9165" y="400550"/>
                  </a:lnTo>
                  <a:lnTo>
                    <a:pt x="2326" y="446902"/>
                  </a:lnTo>
                  <a:lnTo>
                    <a:pt x="0" y="494538"/>
                  </a:lnTo>
                  <a:lnTo>
                    <a:pt x="2326" y="542173"/>
                  </a:lnTo>
                  <a:lnTo>
                    <a:pt x="9165" y="588525"/>
                  </a:lnTo>
                  <a:lnTo>
                    <a:pt x="20303" y="633388"/>
                  </a:lnTo>
                  <a:lnTo>
                    <a:pt x="35526" y="676554"/>
                  </a:lnTo>
                  <a:lnTo>
                    <a:pt x="54621" y="717815"/>
                  </a:lnTo>
                  <a:lnTo>
                    <a:pt x="77376" y="756966"/>
                  </a:lnTo>
                  <a:lnTo>
                    <a:pt x="103578" y="793798"/>
                  </a:lnTo>
                  <a:lnTo>
                    <a:pt x="133012" y="828106"/>
                  </a:lnTo>
                  <a:lnTo>
                    <a:pt x="165467" y="859681"/>
                  </a:lnTo>
                  <a:lnTo>
                    <a:pt x="200728" y="888317"/>
                  </a:lnTo>
                  <a:lnTo>
                    <a:pt x="238584" y="913806"/>
                  </a:lnTo>
                  <a:lnTo>
                    <a:pt x="278820" y="935943"/>
                  </a:lnTo>
                  <a:lnTo>
                    <a:pt x="321224" y="954518"/>
                  </a:lnTo>
                  <a:lnTo>
                    <a:pt x="365582" y="969326"/>
                  </a:lnTo>
                  <a:lnTo>
                    <a:pt x="411682" y="980160"/>
                  </a:lnTo>
                  <a:lnTo>
                    <a:pt x="459310" y="986812"/>
                  </a:lnTo>
                  <a:lnTo>
                    <a:pt x="508253" y="989075"/>
                  </a:lnTo>
                  <a:lnTo>
                    <a:pt x="557197" y="986812"/>
                  </a:lnTo>
                  <a:lnTo>
                    <a:pt x="604825" y="980160"/>
                  </a:lnTo>
                  <a:lnTo>
                    <a:pt x="650925" y="969326"/>
                  </a:lnTo>
                  <a:lnTo>
                    <a:pt x="695283" y="954518"/>
                  </a:lnTo>
                  <a:lnTo>
                    <a:pt x="737687" y="935943"/>
                  </a:lnTo>
                  <a:lnTo>
                    <a:pt x="777923" y="913806"/>
                  </a:lnTo>
                  <a:lnTo>
                    <a:pt x="815779" y="888317"/>
                  </a:lnTo>
                  <a:lnTo>
                    <a:pt x="851040" y="859681"/>
                  </a:lnTo>
                  <a:lnTo>
                    <a:pt x="883495" y="828106"/>
                  </a:lnTo>
                  <a:lnTo>
                    <a:pt x="912929" y="793798"/>
                  </a:lnTo>
                  <a:lnTo>
                    <a:pt x="939131" y="756966"/>
                  </a:lnTo>
                  <a:lnTo>
                    <a:pt x="961886" y="717815"/>
                  </a:lnTo>
                  <a:lnTo>
                    <a:pt x="980981" y="676554"/>
                  </a:lnTo>
                  <a:lnTo>
                    <a:pt x="996204" y="633388"/>
                  </a:lnTo>
                  <a:lnTo>
                    <a:pt x="1007342" y="588525"/>
                  </a:lnTo>
                  <a:lnTo>
                    <a:pt x="1014181" y="542173"/>
                  </a:lnTo>
                  <a:lnTo>
                    <a:pt x="1016507" y="494538"/>
                  </a:lnTo>
                  <a:lnTo>
                    <a:pt x="1014181" y="446902"/>
                  </a:lnTo>
                  <a:lnTo>
                    <a:pt x="1007342" y="400550"/>
                  </a:lnTo>
                  <a:lnTo>
                    <a:pt x="996204" y="355687"/>
                  </a:lnTo>
                  <a:lnTo>
                    <a:pt x="980981" y="312521"/>
                  </a:lnTo>
                  <a:lnTo>
                    <a:pt x="961886" y="271260"/>
                  </a:lnTo>
                  <a:lnTo>
                    <a:pt x="939131" y="232109"/>
                  </a:lnTo>
                  <a:lnTo>
                    <a:pt x="912929" y="195277"/>
                  </a:lnTo>
                  <a:lnTo>
                    <a:pt x="883495" y="160969"/>
                  </a:lnTo>
                  <a:lnTo>
                    <a:pt x="851040" y="129394"/>
                  </a:lnTo>
                  <a:lnTo>
                    <a:pt x="815779" y="100758"/>
                  </a:lnTo>
                  <a:lnTo>
                    <a:pt x="777923" y="75269"/>
                  </a:lnTo>
                  <a:lnTo>
                    <a:pt x="737687" y="53132"/>
                  </a:lnTo>
                  <a:lnTo>
                    <a:pt x="695283" y="34557"/>
                  </a:lnTo>
                  <a:lnTo>
                    <a:pt x="650925" y="19749"/>
                  </a:lnTo>
                  <a:lnTo>
                    <a:pt x="604825" y="8915"/>
                  </a:lnTo>
                  <a:lnTo>
                    <a:pt x="557197" y="2263"/>
                  </a:lnTo>
                  <a:lnTo>
                    <a:pt x="508253" y="0"/>
                  </a:lnTo>
                  <a:close/>
                </a:path>
              </a:pathLst>
            </a:custGeom>
            <a:solidFill>
              <a:srgbClr val="E36C09"/>
            </a:solidFill>
          </p:spPr>
          <p:txBody>
            <a:bodyPr wrap="square" lIns="0" tIns="0" rIns="0" bIns="0" rtlCol="0"/>
            <a:lstStyle/>
            <a:p>
              <a:endParaRPr/>
            </a:p>
          </p:txBody>
        </p:sp>
      </p:grpSp>
      <p:sp>
        <p:nvSpPr>
          <p:cNvPr id="29" name="object 29"/>
          <p:cNvSpPr txBox="1"/>
          <p:nvPr/>
        </p:nvSpPr>
        <p:spPr>
          <a:xfrm>
            <a:off x="4175505" y="4333621"/>
            <a:ext cx="683895" cy="574040"/>
          </a:xfrm>
          <a:prstGeom prst="rect">
            <a:avLst/>
          </a:prstGeom>
        </p:spPr>
        <p:txBody>
          <a:bodyPr vert="horz" wrap="square" lIns="0" tIns="12700" rIns="0" bIns="0" rtlCol="0">
            <a:spAutoFit/>
          </a:bodyPr>
          <a:lstStyle/>
          <a:p>
            <a:pPr marL="12065" marR="5080" algn="ctr">
              <a:lnSpc>
                <a:spcPct val="100000"/>
              </a:lnSpc>
              <a:spcBef>
                <a:spcPts val="100"/>
              </a:spcBef>
            </a:pPr>
            <a:r>
              <a:rPr sz="1200" spc="-10" dirty="0">
                <a:solidFill>
                  <a:srgbClr val="FFFFFF"/>
                </a:solidFill>
                <a:latin typeface="Cambria"/>
                <a:cs typeface="Cambria"/>
              </a:rPr>
              <a:t>Existing </a:t>
            </a:r>
            <a:r>
              <a:rPr sz="1200" dirty="0">
                <a:solidFill>
                  <a:srgbClr val="FFFFFF"/>
                </a:solidFill>
                <a:latin typeface="Cambria"/>
                <a:cs typeface="Cambria"/>
              </a:rPr>
              <a:t>systems</a:t>
            </a:r>
            <a:r>
              <a:rPr sz="1200" spc="-60" dirty="0">
                <a:solidFill>
                  <a:srgbClr val="FFFFFF"/>
                </a:solidFill>
                <a:latin typeface="Cambria"/>
                <a:cs typeface="Cambria"/>
              </a:rPr>
              <a:t> </a:t>
            </a:r>
            <a:r>
              <a:rPr sz="1200" spc="-50" dirty="0">
                <a:solidFill>
                  <a:srgbClr val="FFFFFF"/>
                </a:solidFill>
                <a:latin typeface="Cambria"/>
                <a:cs typeface="Cambria"/>
              </a:rPr>
              <a:t>&amp; </a:t>
            </a:r>
            <a:r>
              <a:rPr sz="1200" spc="-20" dirty="0">
                <a:solidFill>
                  <a:srgbClr val="FFFFFF"/>
                </a:solidFill>
                <a:latin typeface="Cambria"/>
                <a:cs typeface="Cambria"/>
              </a:rPr>
              <a:t>data</a:t>
            </a:r>
            <a:endParaRPr sz="1200">
              <a:latin typeface="Cambria"/>
              <a:cs typeface="Cambria"/>
            </a:endParaRPr>
          </a:p>
        </p:txBody>
      </p:sp>
      <p:grpSp>
        <p:nvGrpSpPr>
          <p:cNvPr id="30" name="object 30"/>
          <p:cNvGrpSpPr/>
          <p:nvPr/>
        </p:nvGrpSpPr>
        <p:grpSpPr>
          <a:xfrm>
            <a:off x="3970020" y="4853178"/>
            <a:ext cx="1112520" cy="1086485"/>
            <a:chOff x="3970020" y="5010911"/>
            <a:chExt cx="1112520" cy="1086485"/>
          </a:xfrm>
        </p:grpSpPr>
        <p:pic>
          <p:nvPicPr>
            <p:cNvPr id="31" name="object 31"/>
            <p:cNvPicPr/>
            <p:nvPr/>
          </p:nvPicPr>
          <p:blipFill>
            <a:blip r:embed="rId9" cstate="print"/>
            <a:stretch>
              <a:fillRect/>
            </a:stretch>
          </p:blipFill>
          <p:spPr>
            <a:xfrm>
              <a:off x="3970020" y="5010911"/>
              <a:ext cx="1112164" cy="1086307"/>
            </a:xfrm>
            <a:prstGeom prst="rect">
              <a:avLst/>
            </a:prstGeom>
          </p:spPr>
        </p:pic>
        <p:pic>
          <p:nvPicPr>
            <p:cNvPr id="32" name="object 32"/>
            <p:cNvPicPr/>
            <p:nvPr/>
          </p:nvPicPr>
          <p:blipFill>
            <a:blip r:embed="rId10" cstate="print"/>
            <a:stretch>
              <a:fillRect/>
            </a:stretch>
          </p:blipFill>
          <p:spPr>
            <a:xfrm>
              <a:off x="4081272" y="5253227"/>
              <a:ext cx="924674" cy="600075"/>
            </a:xfrm>
            <a:prstGeom prst="rect">
              <a:avLst/>
            </a:prstGeom>
          </p:spPr>
        </p:pic>
        <p:sp>
          <p:nvSpPr>
            <p:cNvPr id="33" name="object 33"/>
            <p:cNvSpPr/>
            <p:nvPr/>
          </p:nvSpPr>
          <p:spPr>
            <a:xfrm>
              <a:off x="4023360" y="5102351"/>
              <a:ext cx="1015365" cy="989330"/>
            </a:xfrm>
            <a:custGeom>
              <a:avLst/>
              <a:gdLst/>
              <a:ahLst/>
              <a:cxnLst/>
              <a:rect l="l" t="t" r="r" b="b"/>
              <a:pathLst>
                <a:path w="1015364" h="989329">
                  <a:moveTo>
                    <a:pt x="507491" y="0"/>
                  </a:moveTo>
                  <a:lnTo>
                    <a:pt x="458615" y="2263"/>
                  </a:lnTo>
                  <a:lnTo>
                    <a:pt x="411054" y="8915"/>
                  </a:lnTo>
                  <a:lnTo>
                    <a:pt x="365020" y="19749"/>
                  </a:lnTo>
                  <a:lnTo>
                    <a:pt x="320726" y="34557"/>
                  </a:lnTo>
                  <a:lnTo>
                    <a:pt x="278384" y="53132"/>
                  </a:lnTo>
                  <a:lnTo>
                    <a:pt x="238208" y="75269"/>
                  </a:lnTo>
                  <a:lnTo>
                    <a:pt x="200410" y="100758"/>
                  </a:lnTo>
                  <a:lnTo>
                    <a:pt x="165203" y="129394"/>
                  </a:lnTo>
                  <a:lnTo>
                    <a:pt x="132799" y="160969"/>
                  </a:lnTo>
                  <a:lnTo>
                    <a:pt x="103410" y="195277"/>
                  </a:lnTo>
                  <a:lnTo>
                    <a:pt x="77251" y="232109"/>
                  </a:lnTo>
                  <a:lnTo>
                    <a:pt x="54532" y="271260"/>
                  </a:lnTo>
                  <a:lnTo>
                    <a:pt x="35467" y="312521"/>
                  </a:lnTo>
                  <a:lnTo>
                    <a:pt x="20269" y="355687"/>
                  </a:lnTo>
                  <a:lnTo>
                    <a:pt x="9150" y="400550"/>
                  </a:lnTo>
                  <a:lnTo>
                    <a:pt x="2323" y="446902"/>
                  </a:lnTo>
                  <a:lnTo>
                    <a:pt x="0" y="494538"/>
                  </a:lnTo>
                  <a:lnTo>
                    <a:pt x="2323" y="542165"/>
                  </a:lnTo>
                  <a:lnTo>
                    <a:pt x="9150" y="588511"/>
                  </a:lnTo>
                  <a:lnTo>
                    <a:pt x="20269" y="633370"/>
                  </a:lnTo>
                  <a:lnTo>
                    <a:pt x="35467" y="676533"/>
                  </a:lnTo>
                  <a:lnTo>
                    <a:pt x="54532" y="717793"/>
                  </a:lnTo>
                  <a:lnTo>
                    <a:pt x="77251" y="756943"/>
                  </a:lnTo>
                  <a:lnTo>
                    <a:pt x="103410" y="793777"/>
                  </a:lnTo>
                  <a:lnTo>
                    <a:pt x="132799" y="828086"/>
                  </a:lnTo>
                  <a:lnTo>
                    <a:pt x="165203" y="859663"/>
                  </a:lnTo>
                  <a:lnTo>
                    <a:pt x="200410" y="888302"/>
                  </a:lnTo>
                  <a:lnTo>
                    <a:pt x="238208" y="913794"/>
                  </a:lnTo>
                  <a:lnTo>
                    <a:pt x="278384" y="935933"/>
                  </a:lnTo>
                  <a:lnTo>
                    <a:pt x="320726" y="954512"/>
                  </a:lnTo>
                  <a:lnTo>
                    <a:pt x="365020" y="969323"/>
                  </a:lnTo>
                  <a:lnTo>
                    <a:pt x="411054" y="980158"/>
                  </a:lnTo>
                  <a:lnTo>
                    <a:pt x="458615" y="986812"/>
                  </a:lnTo>
                  <a:lnTo>
                    <a:pt x="507491" y="989076"/>
                  </a:lnTo>
                  <a:lnTo>
                    <a:pt x="556368" y="986812"/>
                  </a:lnTo>
                  <a:lnTo>
                    <a:pt x="603929" y="980158"/>
                  </a:lnTo>
                  <a:lnTo>
                    <a:pt x="649963" y="969323"/>
                  </a:lnTo>
                  <a:lnTo>
                    <a:pt x="694257" y="954512"/>
                  </a:lnTo>
                  <a:lnTo>
                    <a:pt x="736599" y="935933"/>
                  </a:lnTo>
                  <a:lnTo>
                    <a:pt x="776775" y="913794"/>
                  </a:lnTo>
                  <a:lnTo>
                    <a:pt x="814573" y="888302"/>
                  </a:lnTo>
                  <a:lnTo>
                    <a:pt x="849780" y="859663"/>
                  </a:lnTo>
                  <a:lnTo>
                    <a:pt x="882184" y="828086"/>
                  </a:lnTo>
                  <a:lnTo>
                    <a:pt x="911573" y="793777"/>
                  </a:lnTo>
                  <a:lnTo>
                    <a:pt x="937732" y="756943"/>
                  </a:lnTo>
                  <a:lnTo>
                    <a:pt x="960451" y="717793"/>
                  </a:lnTo>
                  <a:lnTo>
                    <a:pt x="979516" y="676533"/>
                  </a:lnTo>
                  <a:lnTo>
                    <a:pt x="994714" y="633370"/>
                  </a:lnTo>
                  <a:lnTo>
                    <a:pt x="1005833" y="588511"/>
                  </a:lnTo>
                  <a:lnTo>
                    <a:pt x="1012660" y="542165"/>
                  </a:lnTo>
                  <a:lnTo>
                    <a:pt x="1014984" y="494538"/>
                  </a:lnTo>
                  <a:lnTo>
                    <a:pt x="1012660" y="446902"/>
                  </a:lnTo>
                  <a:lnTo>
                    <a:pt x="1005833" y="400550"/>
                  </a:lnTo>
                  <a:lnTo>
                    <a:pt x="994714" y="355687"/>
                  </a:lnTo>
                  <a:lnTo>
                    <a:pt x="979516" y="312521"/>
                  </a:lnTo>
                  <a:lnTo>
                    <a:pt x="960451" y="271260"/>
                  </a:lnTo>
                  <a:lnTo>
                    <a:pt x="937732" y="232109"/>
                  </a:lnTo>
                  <a:lnTo>
                    <a:pt x="911573" y="195277"/>
                  </a:lnTo>
                  <a:lnTo>
                    <a:pt x="882184" y="160969"/>
                  </a:lnTo>
                  <a:lnTo>
                    <a:pt x="849780" y="129394"/>
                  </a:lnTo>
                  <a:lnTo>
                    <a:pt x="814573" y="100758"/>
                  </a:lnTo>
                  <a:lnTo>
                    <a:pt x="776775" y="75269"/>
                  </a:lnTo>
                  <a:lnTo>
                    <a:pt x="736599" y="53132"/>
                  </a:lnTo>
                  <a:lnTo>
                    <a:pt x="694257" y="34557"/>
                  </a:lnTo>
                  <a:lnTo>
                    <a:pt x="649963" y="19749"/>
                  </a:lnTo>
                  <a:lnTo>
                    <a:pt x="603929" y="8915"/>
                  </a:lnTo>
                  <a:lnTo>
                    <a:pt x="556368" y="2263"/>
                  </a:lnTo>
                  <a:lnTo>
                    <a:pt x="507491" y="0"/>
                  </a:lnTo>
                  <a:close/>
                </a:path>
              </a:pathLst>
            </a:custGeom>
            <a:solidFill>
              <a:srgbClr val="6F2F9F"/>
            </a:solidFill>
          </p:spPr>
          <p:txBody>
            <a:bodyPr wrap="square" lIns="0" tIns="0" rIns="0" bIns="0" rtlCol="0"/>
            <a:lstStyle/>
            <a:p>
              <a:endParaRPr/>
            </a:p>
          </p:txBody>
        </p:sp>
      </p:grpSp>
      <p:sp>
        <p:nvSpPr>
          <p:cNvPr id="34" name="object 34"/>
          <p:cNvSpPr txBox="1"/>
          <p:nvPr/>
        </p:nvSpPr>
        <p:spPr>
          <a:xfrm>
            <a:off x="4213352" y="5217161"/>
            <a:ext cx="637540" cy="391795"/>
          </a:xfrm>
          <a:prstGeom prst="rect">
            <a:avLst/>
          </a:prstGeom>
        </p:spPr>
        <p:txBody>
          <a:bodyPr vert="horz" wrap="square" lIns="0" tIns="12700" rIns="0" bIns="0" rtlCol="0">
            <a:spAutoFit/>
          </a:bodyPr>
          <a:lstStyle/>
          <a:p>
            <a:pPr marL="47625" marR="5080" indent="-35560">
              <a:lnSpc>
                <a:spcPct val="100000"/>
              </a:lnSpc>
              <a:spcBef>
                <a:spcPts val="100"/>
              </a:spcBef>
            </a:pPr>
            <a:r>
              <a:rPr sz="1200" spc="-10" dirty="0">
                <a:solidFill>
                  <a:srgbClr val="FFFFFF"/>
                </a:solidFill>
                <a:latin typeface="Cambria"/>
                <a:cs typeface="Cambria"/>
              </a:rPr>
              <a:t>Company finances</a:t>
            </a:r>
            <a:endParaRPr sz="1200">
              <a:latin typeface="Cambria"/>
              <a:cs typeface="Cambria"/>
            </a:endParaRPr>
          </a:p>
        </p:txBody>
      </p:sp>
      <p:sp>
        <p:nvSpPr>
          <p:cNvPr id="35" name="object 35"/>
          <p:cNvSpPr txBox="1"/>
          <p:nvPr/>
        </p:nvSpPr>
        <p:spPr>
          <a:xfrm>
            <a:off x="5262396" y="1397761"/>
            <a:ext cx="133350" cy="1962785"/>
          </a:xfrm>
          <a:prstGeom prst="rect">
            <a:avLst/>
          </a:prstGeom>
        </p:spPr>
        <p:txBody>
          <a:bodyPr vert="horz" wrap="square" lIns="0" tIns="41910" rIns="0" bIns="0" rtlCol="0">
            <a:spAutoFit/>
          </a:bodyPr>
          <a:lstStyle/>
          <a:p>
            <a:pPr marL="12700">
              <a:lnSpc>
                <a:spcPct val="100000"/>
              </a:lnSpc>
              <a:spcBef>
                <a:spcPts val="330"/>
              </a:spcBef>
            </a:pPr>
            <a:r>
              <a:rPr sz="1400" b="1" dirty="0">
                <a:solidFill>
                  <a:srgbClr val="4F81BC"/>
                </a:solidFill>
                <a:latin typeface="Cambria"/>
                <a:cs typeface="Cambria"/>
              </a:rPr>
              <a:t>I</a:t>
            </a:r>
            <a:endParaRPr sz="1400" dirty="0">
              <a:latin typeface="Cambria"/>
              <a:cs typeface="Cambria"/>
            </a:endParaRPr>
          </a:p>
          <a:p>
            <a:pPr marL="12700" marR="5080" algn="just">
              <a:lnSpc>
                <a:spcPct val="113399"/>
              </a:lnSpc>
              <a:spcBef>
                <a:spcPts val="5"/>
              </a:spcBef>
            </a:pPr>
            <a:r>
              <a:rPr sz="1400" b="1" spc="-50" dirty="0">
                <a:solidFill>
                  <a:srgbClr val="4F81BC"/>
                </a:solidFill>
                <a:latin typeface="Cambria"/>
                <a:cs typeface="Cambria"/>
              </a:rPr>
              <a:t>n t e r n a l</a:t>
            </a:r>
            <a:endParaRPr sz="1400" dirty="0">
              <a:latin typeface="Cambria"/>
              <a:cs typeface="Cambria"/>
            </a:endParaRPr>
          </a:p>
        </p:txBody>
      </p:sp>
      <p:sp>
        <p:nvSpPr>
          <p:cNvPr id="36" name="object 36"/>
          <p:cNvSpPr txBox="1"/>
          <p:nvPr/>
        </p:nvSpPr>
        <p:spPr>
          <a:xfrm>
            <a:off x="5358065" y="3715615"/>
            <a:ext cx="95885" cy="995044"/>
          </a:xfrm>
          <a:prstGeom prst="rect">
            <a:avLst/>
          </a:prstGeom>
        </p:spPr>
        <p:txBody>
          <a:bodyPr vert="horz" wrap="square" lIns="0" tIns="12065" rIns="0" bIns="0" rtlCol="0">
            <a:spAutoFit/>
          </a:bodyPr>
          <a:lstStyle/>
          <a:p>
            <a:pPr algn="just">
              <a:lnSpc>
                <a:spcPct val="113599"/>
              </a:lnSpc>
              <a:spcBef>
                <a:spcPts val="95"/>
              </a:spcBef>
            </a:pPr>
            <a:r>
              <a:rPr sz="1400" b="1" spc="-50" dirty="0">
                <a:solidFill>
                  <a:srgbClr val="4F81BC"/>
                </a:solidFill>
                <a:latin typeface="Cambria"/>
                <a:cs typeface="Cambria"/>
              </a:rPr>
              <a:t>f a c t</a:t>
            </a:r>
            <a:endParaRPr sz="1400" dirty="0">
              <a:latin typeface="Cambria"/>
              <a:cs typeface="Cambria"/>
            </a:endParaRPr>
          </a:p>
        </p:txBody>
      </p:sp>
      <p:sp>
        <p:nvSpPr>
          <p:cNvPr id="37" name="object 37"/>
          <p:cNvSpPr txBox="1"/>
          <p:nvPr/>
        </p:nvSpPr>
        <p:spPr>
          <a:xfrm>
            <a:off x="5387720" y="4713542"/>
            <a:ext cx="101600" cy="239395"/>
          </a:xfrm>
          <a:prstGeom prst="rect">
            <a:avLst/>
          </a:prstGeom>
        </p:spPr>
        <p:txBody>
          <a:bodyPr vert="horz" wrap="square" lIns="0" tIns="12700" rIns="0" bIns="0" rtlCol="0">
            <a:spAutoFit/>
          </a:bodyPr>
          <a:lstStyle/>
          <a:p>
            <a:pPr>
              <a:lnSpc>
                <a:spcPct val="100000"/>
              </a:lnSpc>
              <a:spcBef>
                <a:spcPts val="100"/>
              </a:spcBef>
            </a:pPr>
            <a:r>
              <a:rPr sz="1400" b="1" dirty="0">
                <a:solidFill>
                  <a:srgbClr val="4F81BC"/>
                </a:solidFill>
                <a:latin typeface="Cambria"/>
                <a:cs typeface="Cambria"/>
              </a:rPr>
              <a:t>o</a:t>
            </a:r>
            <a:endParaRPr sz="1400" dirty="0">
              <a:latin typeface="Cambria"/>
              <a:cs typeface="Cambria"/>
            </a:endParaRPr>
          </a:p>
        </p:txBody>
      </p:sp>
      <p:sp>
        <p:nvSpPr>
          <p:cNvPr id="38" name="object 38"/>
          <p:cNvSpPr txBox="1"/>
          <p:nvPr/>
        </p:nvSpPr>
        <p:spPr>
          <a:xfrm>
            <a:off x="5371072" y="4902518"/>
            <a:ext cx="82550" cy="510540"/>
          </a:xfrm>
          <a:prstGeom prst="rect">
            <a:avLst/>
          </a:prstGeom>
        </p:spPr>
        <p:txBody>
          <a:bodyPr vert="horz" wrap="square" lIns="0" tIns="12065" rIns="0" bIns="0" rtlCol="0">
            <a:spAutoFit/>
          </a:bodyPr>
          <a:lstStyle/>
          <a:p>
            <a:pPr>
              <a:lnSpc>
                <a:spcPct val="113599"/>
              </a:lnSpc>
              <a:spcBef>
                <a:spcPts val="95"/>
              </a:spcBef>
            </a:pPr>
            <a:r>
              <a:rPr sz="1400" b="1" spc="-50" dirty="0">
                <a:solidFill>
                  <a:srgbClr val="4F81BC"/>
                </a:solidFill>
                <a:latin typeface="Cambria"/>
                <a:cs typeface="Cambria"/>
              </a:rPr>
              <a:t>r s</a:t>
            </a:r>
            <a:endParaRPr sz="1400" dirty="0">
              <a:latin typeface="Cambria"/>
              <a:cs typeface="Cambria"/>
            </a:endParaRPr>
          </a:p>
        </p:txBody>
      </p:sp>
      <p:grpSp>
        <p:nvGrpSpPr>
          <p:cNvPr id="39" name="object 39"/>
          <p:cNvGrpSpPr/>
          <p:nvPr/>
        </p:nvGrpSpPr>
        <p:grpSpPr>
          <a:xfrm>
            <a:off x="2897123" y="5389626"/>
            <a:ext cx="1113790" cy="463550"/>
            <a:chOff x="2897123" y="5547359"/>
            <a:chExt cx="1113790" cy="463550"/>
          </a:xfrm>
        </p:grpSpPr>
        <p:pic>
          <p:nvPicPr>
            <p:cNvPr id="40" name="object 40"/>
            <p:cNvPicPr/>
            <p:nvPr/>
          </p:nvPicPr>
          <p:blipFill>
            <a:blip r:embed="rId11" cstate="print"/>
            <a:stretch>
              <a:fillRect/>
            </a:stretch>
          </p:blipFill>
          <p:spPr>
            <a:xfrm>
              <a:off x="2897123" y="5547359"/>
              <a:ext cx="1113675" cy="462991"/>
            </a:xfrm>
            <a:prstGeom prst="rect">
              <a:avLst/>
            </a:prstGeom>
          </p:spPr>
        </p:pic>
        <p:pic>
          <p:nvPicPr>
            <p:cNvPr id="41" name="object 41"/>
            <p:cNvPicPr/>
            <p:nvPr/>
          </p:nvPicPr>
          <p:blipFill>
            <a:blip r:embed="rId12" cstate="print"/>
            <a:stretch>
              <a:fillRect/>
            </a:stretch>
          </p:blipFill>
          <p:spPr>
            <a:xfrm>
              <a:off x="2909315" y="5593079"/>
              <a:ext cx="1086307" cy="417017"/>
            </a:xfrm>
            <a:prstGeom prst="rect">
              <a:avLst/>
            </a:prstGeom>
          </p:spPr>
        </p:pic>
        <p:sp>
          <p:nvSpPr>
            <p:cNvPr id="42" name="object 42"/>
            <p:cNvSpPr/>
            <p:nvPr/>
          </p:nvSpPr>
          <p:spPr>
            <a:xfrm>
              <a:off x="2923031" y="5573267"/>
              <a:ext cx="1016635" cy="365760"/>
            </a:xfrm>
            <a:custGeom>
              <a:avLst/>
              <a:gdLst/>
              <a:ahLst/>
              <a:cxnLst/>
              <a:rect l="l" t="t" r="r" b="b"/>
              <a:pathLst>
                <a:path w="1016635" h="365760">
                  <a:moveTo>
                    <a:pt x="955547" y="0"/>
                  </a:moveTo>
                  <a:lnTo>
                    <a:pt x="60960" y="0"/>
                  </a:lnTo>
                  <a:lnTo>
                    <a:pt x="37236" y="4790"/>
                  </a:lnTo>
                  <a:lnTo>
                    <a:pt x="17859" y="17854"/>
                  </a:lnTo>
                  <a:lnTo>
                    <a:pt x="4792" y="37231"/>
                  </a:lnTo>
                  <a:lnTo>
                    <a:pt x="0" y="60959"/>
                  </a:lnTo>
                  <a:lnTo>
                    <a:pt x="0" y="304799"/>
                  </a:lnTo>
                  <a:lnTo>
                    <a:pt x="4792" y="328528"/>
                  </a:lnTo>
                  <a:lnTo>
                    <a:pt x="17859" y="347905"/>
                  </a:lnTo>
                  <a:lnTo>
                    <a:pt x="37236" y="360969"/>
                  </a:lnTo>
                  <a:lnTo>
                    <a:pt x="60960" y="365759"/>
                  </a:lnTo>
                  <a:lnTo>
                    <a:pt x="955547" y="365759"/>
                  </a:lnTo>
                  <a:lnTo>
                    <a:pt x="979271" y="360969"/>
                  </a:lnTo>
                  <a:lnTo>
                    <a:pt x="998648" y="347905"/>
                  </a:lnTo>
                  <a:lnTo>
                    <a:pt x="1011715" y="328528"/>
                  </a:lnTo>
                  <a:lnTo>
                    <a:pt x="1016507" y="304799"/>
                  </a:lnTo>
                  <a:lnTo>
                    <a:pt x="1016507" y="60959"/>
                  </a:lnTo>
                  <a:lnTo>
                    <a:pt x="1011715" y="37231"/>
                  </a:lnTo>
                  <a:lnTo>
                    <a:pt x="998648" y="17854"/>
                  </a:lnTo>
                  <a:lnTo>
                    <a:pt x="979271" y="4790"/>
                  </a:lnTo>
                  <a:lnTo>
                    <a:pt x="955547" y="0"/>
                  </a:lnTo>
                  <a:close/>
                </a:path>
              </a:pathLst>
            </a:custGeom>
            <a:solidFill>
              <a:srgbClr val="F1DCDB"/>
            </a:solidFill>
          </p:spPr>
          <p:txBody>
            <a:bodyPr wrap="square" lIns="0" tIns="0" rIns="0" bIns="0" rtlCol="0"/>
            <a:lstStyle/>
            <a:p>
              <a:endParaRPr/>
            </a:p>
          </p:txBody>
        </p:sp>
      </p:grpSp>
      <p:sp>
        <p:nvSpPr>
          <p:cNvPr id="43" name="object 43"/>
          <p:cNvSpPr txBox="1"/>
          <p:nvPr/>
        </p:nvSpPr>
        <p:spPr>
          <a:xfrm>
            <a:off x="3015742" y="5490922"/>
            <a:ext cx="83121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Government</a:t>
            </a:r>
            <a:endParaRPr sz="1200">
              <a:latin typeface="Cambria"/>
              <a:cs typeface="Cambria"/>
            </a:endParaRPr>
          </a:p>
        </p:txBody>
      </p:sp>
      <p:grpSp>
        <p:nvGrpSpPr>
          <p:cNvPr id="44" name="object 44"/>
          <p:cNvGrpSpPr/>
          <p:nvPr/>
        </p:nvGrpSpPr>
        <p:grpSpPr>
          <a:xfrm>
            <a:off x="2627376" y="3199689"/>
            <a:ext cx="1112520" cy="463550"/>
            <a:chOff x="2627376" y="3357422"/>
            <a:chExt cx="1112520" cy="463550"/>
          </a:xfrm>
        </p:grpSpPr>
        <p:pic>
          <p:nvPicPr>
            <p:cNvPr id="45" name="object 45"/>
            <p:cNvPicPr/>
            <p:nvPr/>
          </p:nvPicPr>
          <p:blipFill>
            <a:blip r:embed="rId13" cstate="print"/>
            <a:stretch>
              <a:fillRect/>
            </a:stretch>
          </p:blipFill>
          <p:spPr>
            <a:xfrm>
              <a:off x="2627376" y="3357422"/>
              <a:ext cx="1112164" cy="462991"/>
            </a:xfrm>
            <a:prstGeom prst="rect">
              <a:avLst/>
            </a:prstGeom>
          </p:spPr>
        </p:pic>
        <p:pic>
          <p:nvPicPr>
            <p:cNvPr id="46" name="object 46"/>
            <p:cNvPicPr/>
            <p:nvPr/>
          </p:nvPicPr>
          <p:blipFill>
            <a:blip r:embed="rId14" cstate="print"/>
            <a:stretch>
              <a:fillRect/>
            </a:stretch>
          </p:blipFill>
          <p:spPr>
            <a:xfrm>
              <a:off x="2671572" y="3403142"/>
              <a:ext cx="1022197" cy="417017"/>
            </a:xfrm>
            <a:prstGeom prst="rect">
              <a:avLst/>
            </a:prstGeom>
          </p:spPr>
        </p:pic>
        <p:sp>
          <p:nvSpPr>
            <p:cNvPr id="47" name="object 47"/>
            <p:cNvSpPr/>
            <p:nvPr/>
          </p:nvSpPr>
          <p:spPr>
            <a:xfrm>
              <a:off x="2653284" y="3383280"/>
              <a:ext cx="1015365" cy="365760"/>
            </a:xfrm>
            <a:custGeom>
              <a:avLst/>
              <a:gdLst/>
              <a:ahLst/>
              <a:cxnLst/>
              <a:rect l="l" t="t" r="r" b="b"/>
              <a:pathLst>
                <a:path w="1015364" h="365760">
                  <a:moveTo>
                    <a:pt x="954024" y="0"/>
                  </a:moveTo>
                  <a:lnTo>
                    <a:pt x="60960" y="0"/>
                  </a:lnTo>
                  <a:lnTo>
                    <a:pt x="37236" y="4792"/>
                  </a:lnTo>
                  <a:lnTo>
                    <a:pt x="17859" y="17859"/>
                  </a:lnTo>
                  <a:lnTo>
                    <a:pt x="4792" y="37236"/>
                  </a:lnTo>
                  <a:lnTo>
                    <a:pt x="0" y="60960"/>
                  </a:lnTo>
                  <a:lnTo>
                    <a:pt x="0" y="304800"/>
                  </a:lnTo>
                  <a:lnTo>
                    <a:pt x="4792" y="328523"/>
                  </a:lnTo>
                  <a:lnTo>
                    <a:pt x="17859" y="347900"/>
                  </a:lnTo>
                  <a:lnTo>
                    <a:pt x="37236" y="360967"/>
                  </a:lnTo>
                  <a:lnTo>
                    <a:pt x="60960" y="365760"/>
                  </a:lnTo>
                  <a:lnTo>
                    <a:pt x="954024" y="365760"/>
                  </a:lnTo>
                  <a:lnTo>
                    <a:pt x="977747" y="360967"/>
                  </a:lnTo>
                  <a:lnTo>
                    <a:pt x="997124" y="347900"/>
                  </a:lnTo>
                  <a:lnTo>
                    <a:pt x="1010191" y="328523"/>
                  </a:lnTo>
                  <a:lnTo>
                    <a:pt x="1014983" y="304800"/>
                  </a:lnTo>
                  <a:lnTo>
                    <a:pt x="1014983" y="60960"/>
                  </a:lnTo>
                  <a:lnTo>
                    <a:pt x="1010191" y="37236"/>
                  </a:lnTo>
                  <a:lnTo>
                    <a:pt x="997124" y="17859"/>
                  </a:lnTo>
                  <a:lnTo>
                    <a:pt x="977747" y="4792"/>
                  </a:lnTo>
                  <a:lnTo>
                    <a:pt x="954024" y="0"/>
                  </a:lnTo>
                  <a:close/>
                </a:path>
              </a:pathLst>
            </a:custGeom>
            <a:solidFill>
              <a:srgbClr val="F1DCDB"/>
            </a:solidFill>
          </p:spPr>
          <p:txBody>
            <a:bodyPr wrap="square" lIns="0" tIns="0" rIns="0" bIns="0" rtlCol="0"/>
            <a:lstStyle/>
            <a:p>
              <a:endParaRPr/>
            </a:p>
          </p:txBody>
        </p:sp>
      </p:grpSp>
      <p:sp>
        <p:nvSpPr>
          <p:cNvPr id="48" name="object 48"/>
          <p:cNvSpPr txBox="1"/>
          <p:nvPr/>
        </p:nvSpPr>
        <p:spPr>
          <a:xfrm>
            <a:off x="2777744" y="3300349"/>
            <a:ext cx="76898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Technology</a:t>
            </a:r>
            <a:endParaRPr sz="1200">
              <a:latin typeface="Cambria"/>
              <a:cs typeface="Cambria"/>
            </a:endParaRPr>
          </a:p>
        </p:txBody>
      </p:sp>
      <p:grpSp>
        <p:nvGrpSpPr>
          <p:cNvPr id="49" name="object 49"/>
          <p:cNvGrpSpPr/>
          <p:nvPr/>
        </p:nvGrpSpPr>
        <p:grpSpPr>
          <a:xfrm>
            <a:off x="2968751" y="910616"/>
            <a:ext cx="1113790" cy="461645"/>
            <a:chOff x="2968751" y="1068349"/>
            <a:chExt cx="1113790" cy="461645"/>
          </a:xfrm>
        </p:grpSpPr>
        <p:pic>
          <p:nvPicPr>
            <p:cNvPr id="50" name="object 50"/>
            <p:cNvPicPr/>
            <p:nvPr/>
          </p:nvPicPr>
          <p:blipFill>
            <a:blip r:embed="rId11" cstate="print"/>
            <a:stretch>
              <a:fillRect/>
            </a:stretch>
          </p:blipFill>
          <p:spPr>
            <a:xfrm>
              <a:off x="2968751" y="1068349"/>
              <a:ext cx="1113675" cy="461492"/>
            </a:xfrm>
            <a:prstGeom prst="rect">
              <a:avLst/>
            </a:prstGeom>
          </p:spPr>
        </p:pic>
        <p:pic>
          <p:nvPicPr>
            <p:cNvPr id="51" name="object 51"/>
            <p:cNvPicPr/>
            <p:nvPr/>
          </p:nvPicPr>
          <p:blipFill>
            <a:blip r:embed="rId15" cstate="print"/>
            <a:stretch>
              <a:fillRect/>
            </a:stretch>
          </p:blipFill>
          <p:spPr>
            <a:xfrm>
              <a:off x="3076955" y="1112570"/>
              <a:ext cx="897331" cy="417017"/>
            </a:xfrm>
            <a:prstGeom prst="rect">
              <a:avLst/>
            </a:prstGeom>
          </p:spPr>
        </p:pic>
        <p:sp>
          <p:nvSpPr>
            <p:cNvPr id="52" name="object 52"/>
            <p:cNvSpPr/>
            <p:nvPr/>
          </p:nvSpPr>
          <p:spPr>
            <a:xfrm>
              <a:off x="2994659" y="1094232"/>
              <a:ext cx="1016635" cy="364490"/>
            </a:xfrm>
            <a:custGeom>
              <a:avLst/>
              <a:gdLst/>
              <a:ahLst/>
              <a:cxnLst/>
              <a:rect l="l" t="t" r="r" b="b"/>
              <a:pathLst>
                <a:path w="1016635" h="364490">
                  <a:moveTo>
                    <a:pt x="955801" y="0"/>
                  </a:moveTo>
                  <a:lnTo>
                    <a:pt x="60706" y="0"/>
                  </a:lnTo>
                  <a:lnTo>
                    <a:pt x="37076" y="4770"/>
                  </a:lnTo>
                  <a:lnTo>
                    <a:pt x="17779" y="17780"/>
                  </a:lnTo>
                  <a:lnTo>
                    <a:pt x="4770" y="37076"/>
                  </a:lnTo>
                  <a:lnTo>
                    <a:pt x="0" y="60705"/>
                  </a:lnTo>
                  <a:lnTo>
                    <a:pt x="0" y="303529"/>
                  </a:lnTo>
                  <a:lnTo>
                    <a:pt x="4770" y="327159"/>
                  </a:lnTo>
                  <a:lnTo>
                    <a:pt x="17780" y="346455"/>
                  </a:lnTo>
                  <a:lnTo>
                    <a:pt x="37076" y="359465"/>
                  </a:lnTo>
                  <a:lnTo>
                    <a:pt x="60706" y="364235"/>
                  </a:lnTo>
                  <a:lnTo>
                    <a:pt x="955801" y="364235"/>
                  </a:lnTo>
                  <a:lnTo>
                    <a:pt x="979431" y="359465"/>
                  </a:lnTo>
                  <a:lnTo>
                    <a:pt x="998727" y="346455"/>
                  </a:lnTo>
                  <a:lnTo>
                    <a:pt x="1011737" y="327159"/>
                  </a:lnTo>
                  <a:lnTo>
                    <a:pt x="1016507" y="303529"/>
                  </a:lnTo>
                  <a:lnTo>
                    <a:pt x="1016507" y="60705"/>
                  </a:lnTo>
                  <a:lnTo>
                    <a:pt x="1011737" y="37076"/>
                  </a:lnTo>
                  <a:lnTo>
                    <a:pt x="998727" y="17780"/>
                  </a:lnTo>
                  <a:lnTo>
                    <a:pt x="979431" y="4770"/>
                  </a:lnTo>
                  <a:lnTo>
                    <a:pt x="955801" y="0"/>
                  </a:lnTo>
                  <a:close/>
                </a:path>
              </a:pathLst>
            </a:custGeom>
            <a:solidFill>
              <a:srgbClr val="F1DCDB"/>
            </a:solidFill>
          </p:spPr>
          <p:txBody>
            <a:bodyPr wrap="square" lIns="0" tIns="0" rIns="0" bIns="0" rtlCol="0"/>
            <a:lstStyle/>
            <a:p>
              <a:endParaRPr/>
            </a:p>
          </p:txBody>
        </p:sp>
      </p:grpSp>
      <p:sp>
        <p:nvSpPr>
          <p:cNvPr id="53" name="object 53"/>
          <p:cNvSpPr txBox="1"/>
          <p:nvPr/>
        </p:nvSpPr>
        <p:spPr>
          <a:xfrm>
            <a:off x="3182239" y="1010413"/>
            <a:ext cx="64198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Suppliers</a:t>
            </a:r>
            <a:endParaRPr sz="1200">
              <a:latin typeface="Cambria"/>
              <a:cs typeface="Cambria"/>
            </a:endParaRPr>
          </a:p>
        </p:txBody>
      </p:sp>
      <p:grpSp>
        <p:nvGrpSpPr>
          <p:cNvPr id="54" name="object 54"/>
          <p:cNvGrpSpPr/>
          <p:nvPr/>
        </p:nvGrpSpPr>
        <p:grpSpPr>
          <a:xfrm>
            <a:off x="5137403" y="925881"/>
            <a:ext cx="1113790" cy="463550"/>
            <a:chOff x="5137403" y="1083614"/>
            <a:chExt cx="1113790" cy="463550"/>
          </a:xfrm>
        </p:grpSpPr>
        <p:pic>
          <p:nvPicPr>
            <p:cNvPr id="55" name="object 55"/>
            <p:cNvPicPr/>
            <p:nvPr/>
          </p:nvPicPr>
          <p:blipFill>
            <a:blip r:embed="rId11" cstate="print"/>
            <a:stretch>
              <a:fillRect/>
            </a:stretch>
          </p:blipFill>
          <p:spPr>
            <a:xfrm>
              <a:off x="5137403" y="1083614"/>
              <a:ext cx="1113663" cy="462991"/>
            </a:xfrm>
            <a:prstGeom prst="rect">
              <a:avLst/>
            </a:prstGeom>
          </p:spPr>
        </p:pic>
        <p:pic>
          <p:nvPicPr>
            <p:cNvPr id="56" name="object 56"/>
            <p:cNvPicPr/>
            <p:nvPr/>
          </p:nvPicPr>
          <p:blipFill>
            <a:blip r:embed="rId16" cstate="print"/>
            <a:stretch>
              <a:fillRect/>
            </a:stretch>
          </p:blipFill>
          <p:spPr>
            <a:xfrm>
              <a:off x="5207507" y="1129334"/>
              <a:ext cx="973531" cy="417017"/>
            </a:xfrm>
            <a:prstGeom prst="rect">
              <a:avLst/>
            </a:prstGeom>
          </p:spPr>
        </p:pic>
        <p:sp>
          <p:nvSpPr>
            <p:cNvPr id="57" name="object 57"/>
            <p:cNvSpPr/>
            <p:nvPr/>
          </p:nvSpPr>
          <p:spPr>
            <a:xfrm>
              <a:off x="5163311" y="1109471"/>
              <a:ext cx="1016635" cy="365760"/>
            </a:xfrm>
            <a:custGeom>
              <a:avLst/>
              <a:gdLst/>
              <a:ahLst/>
              <a:cxnLst/>
              <a:rect l="l" t="t" r="r" b="b"/>
              <a:pathLst>
                <a:path w="1016635" h="365759">
                  <a:moveTo>
                    <a:pt x="955548" y="0"/>
                  </a:moveTo>
                  <a:lnTo>
                    <a:pt x="60960" y="0"/>
                  </a:lnTo>
                  <a:lnTo>
                    <a:pt x="37236" y="4792"/>
                  </a:lnTo>
                  <a:lnTo>
                    <a:pt x="17859" y="17859"/>
                  </a:lnTo>
                  <a:lnTo>
                    <a:pt x="4792" y="37236"/>
                  </a:lnTo>
                  <a:lnTo>
                    <a:pt x="0" y="60960"/>
                  </a:lnTo>
                  <a:lnTo>
                    <a:pt x="0" y="304800"/>
                  </a:lnTo>
                  <a:lnTo>
                    <a:pt x="4792" y="328523"/>
                  </a:lnTo>
                  <a:lnTo>
                    <a:pt x="17859" y="347900"/>
                  </a:lnTo>
                  <a:lnTo>
                    <a:pt x="37236" y="360967"/>
                  </a:lnTo>
                  <a:lnTo>
                    <a:pt x="60960" y="365760"/>
                  </a:lnTo>
                  <a:lnTo>
                    <a:pt x="955548" y="365760"/>
                  </a:lnTo>
                  <a:lnTo>
                    <a:pt x="979271" y="360967"/>
                  </a:lnTo>
                  <a:lnTo>
                    <a:pt x="998648" y="347900"/>
                  </a:lnTo>
                  <a:lnTo>
                    <a:pt x="1011715" y="328523"/>
                  </a:lnTo>
                  <a:lnTo>
                    <a:pt x="1016508" y="304800"/>
                  </a:lnTo>
                  <a:lnTo>
                    <a:pt x="1016508" y="60960"/>
                  </a:lnTo>
                  <a:lnTo>
                    <a:pt x="1011715" y="37236"/>
                  </a:lnTo>
                  <a:lnTo>
                    <a:pt x="998648" y="17859"/>
                  </a:lnTo>
                  <a:lnTo>
                    <a:pt x="979271" y="4792"/>
                  </a:lnTo>
                  <a:lnTo>
                    <a:pt x="955548" y="0"/>
                  </a:lnTo>
                  <a:close/>
                </a:path>
              </a:pathLst>
            </a:custGeom>
            <a:solidFill>
              <a:srgbClr val="F1DCDB"/>
            </a:solidFill>
          </p:spPr>
          <p:txBody>
            <a:bodyPr wrap="square" lIns="0" tIns="0" rIns="0" bIns="0" rtlCol="0"/>
            <a:lstStyle/>
            <a:p>
              <a:endParaRPr/>
            </a:p>
          </p:txBody>
        </p:sp>
      </p:grpSp>
      <p:sp>
        <p:nvSpPr>
          <p:cNvPr id="58" name="object 58"/>
          <p:cNvSpPr txBox="1"/>
          <p:nvPr/>
        </p:nvSpPr>
        <p:spPr>
          <a:xfrm>
            <a:off x="5312790" y="1026542"/>
            <a:ext cx="71945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Customers</a:t>
            </a:r>
            <a:endParaRPr sz="1200">
              <a:latin typeface="Cambria"/>
              <a:cs typeface="Cambria"/>
            </a:endParaRPr>
          </a:p>
        </p:txBody>
      </p:sp>
      <p:grpSp>
        <p:nvGrpSpPr>
          <p:cNvPr id="59" name="object 59"/>
          <p:cNvGrpSpPr/>
          <p:nvPr/>
        </p:nvGrpSpPr>
        <p:grpSpPr>
          <a:xfrm>
            <a:off x="5617464" y="3155493"/>
            <a:ext cx="1113790" cy="463550"/>
            <a:chOff x="5617464" y="3313226"/>
            <a:chExt cx="1113790" cy="463550"/>
          </a:xfrm>
        </p:grpSpPr>
        <p:pic>
          <p:nvPicPr>
            <p:cNvPr id="60" name="object 60"/>
            <p:cNvPicPr/>
            <p:nvPr/>
          </p:nvPicPr>
          <p:blipFill>
            <a:blip r:embed="rId11" cstate="print"/>
            <a:stretch>
              <a:fillRect/>
            </a:stretch>
          </p:blipFill>
          <p:spPr>
            <a:xfrm>
              <a:off x="5617464" y="3313226"/>
              <a:ext cx="1113663" cy="462991"/>
            </a:xfrm>
            <a:prstGeom prst="rect">
              <a:avLst/>
            </a:prstGeom>
          </p:spPr>
        </p:pic>
        <p:pic>
          <p:nvPicPr>
            <p:cNvPr id="61" name="object 61"/>
            <p:cNvPicPr/>
            <p:nvPr/>
          </p:nvPicPr>
          <p:blipFill>
            <a:blip r:embed="rId17" cstate="print"/>
            <a:stretch>
              <a:fillRect/>
            </a:stretch>
          </p:blipFill>
          <p:spPr>
            <a:xfrm>
              <a:off x="5631180" y="3358946"/>
              <a:ext cx="1086307" cy="417017"/>
            </a:xfrm>
            <a:prstGeom prst="rect">
              <a:avLst/>
            </a:prstGeom>
          </p:spPr>
        </p:pic>
        <p:sp>
          <p:nvSpPr>
            <p:cNvPr id="62" name="object 62"/>
            <p:cNvSpPr/>
            <p:nvPr/>
          </p:nvSpPr>
          <p:spPr>
            <a:xfrm>
              <a:off x="5643372" y="3339084"/>
              <a:ext cx="1016635" cy="365760"/>
            </a:xfrm>
            <a:custGeom>
              <a:avLst/>
              <a:gdLst/>
              <a:ahLst/>
              <a:cxnLst/>
              <a:rect l="l" t="t" r="r" b="b"/>
              <a:pathLst>
                <a:path w="1016634" h="365760">
                  <a:moveTo>
                    <a:pt x="955548" y="0"/>
                  </a:moveTo>
                  <a:lnTo>
                    <a:pt x="60960" y="0"/>
                  </a:lnTo>
                  <a:lnTo>
                    <a:pt x="37236" y="4792"/>
                  </a:lnTo>
                  <a:lnTo>
                    <a:pt x="17859" y="17859"/>
                  </a:lnTo>
                  <a:lnTo>
                    <a:pt x="4792" y="37236"/>
                  </a:lnTo>
                  <a:lnTo>
                    <a:pt x="0" y="60960"/>
                  </a:lnTo>
                  <a:lnTo>
                    <a:pt x="0" y="304799"/>
                  </a:lnTo>
                  <a:lnTo>
                    <a:pt x="4792" y="328523"/>
                  </a:lnTo>
                  <a:lnTo>
                    <a:pt x="17859" y="347900"/>
                  </a:lnTo>
                  <a:lnTo>
                    <a:pt x="37236" y="360967"/>
                  </a:lnTo>
                  <a:lnTo>
                    <a:pt x="60960" y="365759"/>
                  </a:lnTo>
                  <a:lnTo>
                    <a:pt x="955548" y="365759"/>
                  </a:lnTo>
                  <a:lnTo>
                    <a:pt x="979271" y="360967"/>
                  </a:lnTo>
                  <a:lnTo>
                    <a:pt x="998648" y="347900"/>
                  </a:lnTo>
                  <a:lnTo>
                    <a:pt x="1011715" y="328523"/>
                  </a:lnTo>
                  <a:lnTo>
                    <a:pt x="1016507" y="304799"/>
                  </a:lnTo>
                  <a:lnTo>
                    <a:pt x="1016507" y="60960"/>
                  </a:lnTo>
                  <a:lnTo>
                    <a:pt x="1011715" y="37236"/>
                  </a:lnTo>
                  <a:lnTo>
                    <a:pt x="998648" y="17859"/>
                  </a:lnTo>
                  <a:lnTo>
                    <a:pt x="979271" y="4792"/>
                  </a:lnTo>
                  <a:lnTo>
                    <a:pt x="955548" y="0"/>
                  </a:lnTo>
                  <a:close/>
                </a:path>
              </a:pathLst>
            </a:custGeom>
            <a:solidFill>
              <a:srgbClr val="F1DCDB"/>
            </a:solidFill>
          </p:spPr>
          <p:txBody>
            <a:bodyPr wrap="square" lIns="0" tIns="0" rIns="0" bIns="0" rtlCol="0"/>
            <a:lstStyle/>
            <a:p>
              <a:endParaRPr/>
            </a:p>
          </p:txBody>
        </p:sp>
      </p:grpSp>
      <p:sp>
        <p:nvSpPr>
          <p:cNvPr id="63" name="object 63"/>
          <p:cNvSpPr txBox="1"/>
          <p:nvPr/>
        </p:nvSpPr>
        <p:spPr>
          <a:xfrm>
            <a:off x="5737352" y="3256407"/>
            <a:ext cx="83185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Competitors</a:t>
            </a:r>
            <a:endParaRPr sz="1200">
              <a:latin typeface="Cambria"/>
              <a:cs typeface="Cambria"/>
            </a:endParaRPr>
          </a:p>
        </p:txBody>
      </p:sp>
      <p:grpSp>
        <p:nvGrpSpPr>
          <p:cNvPr id="64" name="object 64"/>
          <p:cNvGrpSpPr/>
          <p:nvPr/>
        </p:nvGrpSpPr>
        <p:grpSpPr>
          <a:xfrm>
            <a:off x="5425440" y="5424678"/>
            <a:ext cx="1113790" cy="461645"/>
            <a:chOff x="5425440" y="5582411"/>
            <a:chExt cx="1113790" cy="461645"/>
          </a:xfrm>
        </p:grpSpPr>
        <p:pic>
          <p:nvPicPr>
            <p:cNvPr id="65" name="object 65"/>
            <p:cNvPicPr/>
            <p:nvPr/>
          </p:nvPicPr>
          <p:blipFill>
            <a:blip r:embed="rId11" cstate="print"/>
            <a:stretch>
              <a:fillRect/>
            </a:stretch>
          </p:blipFill>
          <p:spPr>
            <a:xfrm>
              <a:off x="5425440" y="5582411"/>
              <a:ext cx="1113663" cy="461492"/>
            </a:xfrm>
            <a:prstGeom prst="rect">
              <a:avLst/>
            </a:prstGeom>
          </p:spPr>
        </p:pic>
        <p:pic>
          <p:nvPicPr>
            <p:cNvPr id="66" name="object 66"/>
            <p:cNvPicPr/>
            <p:nvPr/>
          </p:nvPicPr>
          <p:blipFill>
            <a:blip r:embed="rId18" cstate="print"/>
            <a:stretch>
              <a:fillRect/>
            </a:stretch>
          </p:blipFill>
          <p:spPr>
            <a:xfrm>
              <a:off x="5541264" y="5626607"/>
              <a:ext cx="882053" cy="417017"/>
            </a:xfrm>
            <a:prstGeom prst="rect">
              <a:avLst/>
            </a:prstGeom>
          </p:spPr>
        </p:pic>
        <p:sp>
          <p:nvSpPr>
            <p:cNvPr id="67" name="object 67"/>
            <p:cNvSpPr/>
            <p:nvPr/>
          </p:nvSpPr>
          <p:spPr>
            <a:xfrm>
              <a:off x="5451348" y="5608319"/>
              <a:ext cx="1016635" cy="364490"/>
            </a:xfrm>
            <a:custGeom>
              <a:avLst/>
              <a:gdLst/>
              <a:ahLst/>
              <a:cxnLst/>
              <a:rect l="l" t="t" r="r" b="b"/>
              <a:pathLst>
                <a:path w="1016635" h="364489">
                  <a:moveTo>
                    <a:pt x="955801" y="0"/>
                  </a:moveTo>
                  <a:lnTo>
                    <a:pt x="60705" y="0"/>
                  </a:lnTo>
                  <a:lnTo>
                    <a:pt x="37076" y="4770"/>
                  </a:lnTo>
                  <a:lnTo>
                    <a:pt x="17780" y="17779"/>
                  </a:lnTo>
                  <a:lnTo>
                    <a:pt x="4770" y="37076"/>
                  </a:lnTo>
                  <a:lnTo>
                    <a:pt x="0" y="60705"/>
                  </a:lnTo>
                  <a:lnTo>
                    <a:pt x="0" y="303529"/>
                  </a:lnTo>
                  <a:lnTo>
                    <a:pt x="4770" y="327159"/>
                  </a:lnTo>
                  <a:lnTo>
                    <a:pt x="17780" y="346455"/>
                  </a:lnTo>
                  <a:lnTo>
                    <a:pt x="37076" y="359465"/>
                  </a:lnTo>
                  <a:lnTo>
                    <a:pt x="60705" y="364235"/>
                  </a:lnTo>
                  <a:lnTo>
                    <a:pt x="955801" y="364235"/>
                  </a:lnTo>
                  <a:lnTo>
                    <a:pt x="979431" y="359465"/>
                  </a:lnTo>
                  <a:lnTo>
                    <a:pt x="998727" y="346455"/>
                  </a:lnTo>
                  <a:lnTo>
                    <a:pt x="1011737" y="327159"/>
                  </a:lnTo>
                  <a:lnTo>
                    <a:pt x="1016507" y="303529"/>
                  </a:lnTo>
                  <a:lnTo>
                    <a:pt x="1016507" y="60705"/>
                  </a:lnTo>
                  <a:lnTo>
                    <a:pt x="1011737" y="37076"/>
                  </a:lnTo>
                  <a:lnTo>
                    <a:pt x="998727" y="17779"/>
                  </a:lnTo>
                  <a:lnTo>
                    <a:pt x="979431" y="4770"/>
                  </a:lnTo>
                  <a:lnTo>
                    <a:pt x="955801" y="0"/>
                  </a:lnTo>
                  <a:close/>
                </a:path>
              </a:pathLst>
            </a:custGeom>
            <a:solidFill>
              <a:srgbClr val="F1DCDB"/>
            </a:solidFill>
          </p:spPr>
          <p:txBody>
            <a:bodyPr wrap="square" lIns="0" tIns="0" rIns="0" bIns="0" rtlCol="0"/>
            <a:lstStyle/>
            <a:p>
              <a:endParaRPr/>
            </a:p>
          </p:txBody>
        </p:sp>
      </p:grpSp>
      <p:sp>
        <p:nvSpPr>
          <p:cNvPr id="68" name="object 68"/>
          <p:cNvSpPr txBox="1"/>
          <p:nvPr/>
        </p:nvSpPr>
        <p:spPr>
          <a:xfrm>
            <a:off x="5646546" y="5525669"/>
            <a:ext cx="62801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ambria"/>
                <a:cs typeface="Cambria"/>
              </a:rPr>
              <a:t>Economy</a:t>
            </a:r>
            <a:endParaRPr sz="1200">
              <a:latin typeface="Cambria"/>
              <a:cs typeface="Cambria"/>
            </a:endParaRPr>
          </a:p>
        </p:txBody>
      </p:sp>
      <p:sp>
        <p:nvSpPr>
          <p:cNvPr id="73" name="object 73"/>
          <p:cNvSpPr txBox="1">
            <a:spLocks noGrp="1"/>
          </p:cNvSpPr>
          <p:nvPr>
            <p:ph type="ftr" sz="quarter" idx="5"/>
          </p:nvPr>
        </p:nvSpPr>
        <p:spPr>
          <a:xfrm>
            <a:off x="3649217" y="6304641"/>
            <a:ext cx="1550670" cy="145415"/>
          </a:xfrm>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74" name="object 74"/>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15</a:t>
            </a:fld>
            <a:endParaRPr spc="-25" dirty="0"/>
          </a:p>
        </p:txBody>
      </p:sp>
      <p:sp>
        <p:nvSpPr>
          <p:cNvPr id="69" name="object 69"/>
          <p:cNvSpPr txBox="1"/>
          <p:nvPr/>
        </p:nvSpPr>
        <p:spPr>
          <a:xfrm>
            <a:off x="2409825" y="1346810"/>
            <a:ext cx="133350" cy="1961514"/>
          </a:xfrm>
          <a:prstGeom prst="rect">
            <a:avLst/>
          </a:prstGeom>
        </p:spPr>
        <p:txBody>
          <a:bodyPr vert="horz" wrap="square" lIns="0" tIns="41275" rIns="0" bIns="0" rtlCol="0">
            <a:spAutoFit/>
          </a:bodyPr>
          <a:lstStyle/>
          <a:p>
            <a:pPr marL="12700">
              <a:lnSpc>
                <a:spcPct val="100000"/>
              </a:lnSpc>
              <a:spcBef>
                <a:spcPts val="325"/>
              </a:spcBef>
            </a:pPr>
            <a:r>
              <a:rPr sz="1400" b="1" dirty="0">
                <a:solidFill>
                  <a:srgbClr val="FF0000"/>
                </a:solidFill>
                <a:latin typeface="Cambria"/>
                <a:cs typeface="Cambria"/>
              </a:rPr>
              <a:t>E</a:t>
            </a:r>
            <a:endParaRPr sz="1400">
              <a:latin typeface="Cambria"/>
              <a:cs typeface="Cambria"/>
            </a:endParaRPr>
          </a:p>
          <a:p>
            <a:pPr marL="12700" marR="5080" algn="just">
              <a:lnSpc>
                <a:spcPct val="113399"/>
              </a:lnSpc>
              <a:spcBef>
                <a:spcPts val="5"/>
              </a:spcBef>
            </a:pPr>
            <a:r>
              <a:rPr sz="1400" b="1" spc="-50" dirty="0">
                <a:solidFill>
                  <a:srgbClr val="FF0000"/>
                </a:solidFill>
                <a:latin typeface="Cambria"/>
                <a:cs typeface="Cambria"/>
              </a:rPr>
              <a:t>x t e r n a l</a:t>
            </a:r>
            <a:endParaRPr sz="1400">
              <a:latin typeface="Cambria"/>
              <a:cs typeface="Cambria"/>
            </a:endParaRPr>
          </a:p>
        </p:txBody>
      </p:sp>
      <p:sp>
        <p:nvSpPr>
          <p:cNvPr id="70" name="object 70"/>
          <p:cNvSpPr txBox="1"/>
          <p:nvPr/>
        </p:nvSpPr>
        <p:spPr>
          <a:xfrm>
            <a:off x="2422525" y="3534385"/>
            <a:ext cx="95885" cy="995044"/>
          </a:xfrm>
          <a:prstGeom prst="rect">
            <a:avLst/>
          </a:prstGeom>
        </p:spPr>
        <p:txBody>
          <a:bodyPr vert="horz" wrap="square" lIns="0" tIns="12065" rIns="0" bIns="0" rtlCol="0">
            <a:spAutoFit/>
          </a:bodyPr>
          <a:lstStyle/>
          <a:p>
            <a:pPr algn="just">
              <a:lnSpc>
                <a:spcPct val="113599"/>
              </a:lnSpc>
              <a:spcBef>
                <a:spcPts val="95"/>
              </a:spcBef>
            </a:pPr>
            <a:r>
              <a:rPr sz="1400" b="1" spc="-50" dirty="0">
                <a:solidFill>
                  <a:srgbClr val="FF0000"/>
                </a:solidFill>
                <a:latin typeface="Cambria"/>
                <a:cs typeface="Cambria"/>
              </a:rPr>
              <a:t>f a c t</a:t>
            </a:r>
            <a:endParaRPr sz="1400">
              <a:latin typeface="Cambria"/>
              <a:cs typeface="Cambria"/>
            </a:endParaRPr>
          </a:p>
        </p:txBody>
      </p:sp>
      <p:sp>
        <p:nvSpPr>
          <p:cNvPr id="71" name="object 71"/>
          <p:cNvSpPr txBox="1"/>
          <p:nvPr/>
        </p:nvSpPr>
        <p:spPr>
          <a:xfrm>
            <a:off x="2422525" y="4529328"/>
            <a:ext cx="101600" cy="239395"/>
          </a:xfrm>
          <a:prstGeom prst="rect">
            <a:avLst/>
          </a:prstGeom>
        </p:spPr>
        <p:txBody>
          <a:bodyPr vert="horz" wrap="square" lIns="0" tIns="12700" rIns="0" bIns="0" rtlCol="0">
            <a:spAutoFit/>
          </a:bodyPr>
          <a:lstStyle/>
          <a:p>
            <a:pPr>
              <a:lnSpc>
                <a:spcPct val="100000"/>
              </a:lnSpc>
              <a:spcBef>
                <a:spcPts val="100"/>
              </a:spcBef>
            </a:pPr>
            <a:r>
              <a:rPr sz="1400" b="1" dirty="0">
                <a:solidFill>
                  <a:srgbClr val="FF0000"/>
                </a:solidFill>
                <a:latin typeface="Cambria"/>
                <a:cs typeface="Cambria"/>
              </a:rPr>
              <a:t>o</a:t>
            </a:r>
            <a:endParaRPr sz="1400">
              <a:latin typeface="Cambria"/>
              <a:cs typeface="Cambria"/>
            </a:endParaRPr>
          </a:p>
        </p:txBody>
      </p:sp>
      <p:sp>
        <p:nvSpPr>
          <p:cNvPr id="72" name="object 72"/>
          <p:cNvSpPr txBox="1"/>
          <p:nvPr/>
        </p:nvSpPr>
        <p:spPr>
          <a:xfrm>
            <a:off x="2422525" y="4743298"/>
            <a:ext cx="82550" cy="510540"/>
          </a:xfrm>
          <a:prstGeom prst="rect">
            <a:avLst/>
          </a:prstGeom>
        </p:spPr>
        <p:txBody>
          <a:bodyPr vert="horz" wrap="square" lIns="0" tIns="12065" rIns="0" bIns="0" rtlCol="0">
            <a:spAutoFit/>
          </a:bodyPr>
          <a:lstStyle/>
          <a:p>
            <a:pPr>
              <a:lnSpc>
                <a:spcPct val="113599"/>
              </a:lnSpc>
              <a:spcBef>
                <a:spcPts val="95"/>
              </a:spcBef>
            </a:pPr>
            <a:r>
              <a:rPr sz="1400" b="1" spc="-50" dirty="0">
                <a:solidFill>
                  <a:srgbClr val="FF0000"/>
                </a:solidFill>
                <a:latin typeface="Cambria"/>
                <a:cs typeface="Cambria"/>
              </a:rPr>
              <a:t>r s</a:t>
            </a:r>
            <a:endParaRPr sz="1400">
              <a:latin typeface="Cambria"/>
              <a:cs typeface="Cambria"/>
            </a:endParaRPr>
          </a:p>
        </p:txBody>
      </p:sp>
      <p:sp>
        <p:nvSpPr>
          <p:cNvPr id="75" name="Freeform 8">
            <a:extLst>
              <a:ext uri="{FF2B5EF4-FFF2-40B4-BE49-F238E27FC236}">
                <a16:creationId xmlns:a16="http://schemas.microsoft.com/office/drawing/2014/main" id="{0D86CC61-398C-43A2-A232-A503D8D34B34}"/>
              </a:ext>
            </a:extLst>
          </p:cNvPr>
          <p:cNvSpPr/>
          <p:nvPr/>
        </p:nvSpPr>
        <p:spPr>
          <a:xfrm>
            <a:off x="0" y="6248173"/>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202816"/>
            <a:ext cx="7954645" cy="4768215"/>
          </a:xfrm>
          <a:prstGeom prst="rect">
            <a:avLst/>
          </a:prstGeom>
        </p:spPr>
        <p:txBody>
          <a:bodyPr vert="horz" wrap="square" lIns="0" tIns="41910" rIns="0" bIns="0" rtlCol="0">
            <a:spAutoFit/>
          </a:bodyPr>
          <a:lstStyle/>
          <a:p>
            <a:pPr marL="355600" marR="1536700" indent="-342900">
              <a:lnSpc>
                <a:spcPts val="1839"/>
              </a:lnSpc>
              <a:spcBef>
                <a:spcPts val="330"/>
              </a:spcBef>
              <a:buClr>
                <a:srgbClr val="1F487C"/>
              </a:buClr>
              <a:buAutoNum type="arabicPeriod"/>
              <a:tabLst>
                <a:tab pos="354965" algn="l"/>
                <a:tab pos="355600" algn="l"/>
              </a:tabLst>
            </a:pPr>
            <a:r>
              <a:rPr sz="1700" b="1" dirty="0">
                <a:latin typeface="Arial"/>
                <a:cs typeface="Arial"/>
              </a:rPr>
              <a:t>Strategic</a:t>
            </a:r>
            <a:r>
              <a:rPr sz="1700" b="1" spc="-10" dirty="0">
                <a:latin typeface="Arial"/>
                <a:cs typeface="Arial"/>
              </a:rPr>
              <a:t> </a:t>
            </a:r>
            <a:r>
              <a:rPr sz="1700" b="1" dirty="0">
                <a:latin typeface="Arial"/>
                <a:cs typeface="Arial"/>
              </a:rPr>
              <a:t>plan</a:t>
            </a:r>
            <a:r>
              <a:rPr sz="1700" b="1" spc="-20"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a</a:t>
            </a:r>
            <a:r>
              <a:rPr sz="1700" spc="-5" dirty="0">
                <a:latin typeface="Arial"/>
                <a:cs typeface="Arial"/>
              </a:rPr>
              <a:t> </a:t>
            </a:r>
            <a:r>
              <a:rPr sz="1700" dirty="0">
                <a:latin typeface="Arial"/>
                <a:cs typeface="Arial"/>
              </a:rPr>
              <a:t>strategic</a:t>
            </a:r>
            <a:r>
              <a:rPr sz="1700" spc="-10" dirty="0">
                <a:latin typeface="Arial"/>
                <a:cs typeface="Arial"/>
              </a:rPr>
              <a:t> </a:t>
            </a:r>
            <a:r>
              <a:rPr sz="1700" dirty="0">
                <a:latin typeface="Arial"/>
                <a:cs typeface="Arial"/>
              </a:rPr>
              <a:t>plan</a:t>
            </a:r>
            <a:r>
              <a:rPr sz="1700" spc="-15" dirty="0">
                <a:latin typeface="Arial"/>
                <a:cs typeface="Arial"/>
              </a:rPr>
              <a:t> </a:t>
            </a:r>
            <a:r>
              <a:rPr sz="1700" dirty="0">
                <a:latin typeface="Arial"/>
                <a:cs typeface="Arial"/>
              </a:rPr>
              <a:t>that</a:t>
            </a:r>
            <a:r>
              <a:rPr sz="1700" spc="-5" dirty="0">
                <a:latin typeface="Arial"/>
                <a:cs typeface="Arial"/>
              </a:rPr>
              <a:t> </a:t>
            </a:r>
            <a:r>
              <a:rPr sz="1700" dirty="0">
                <a:latin typeface="Arial"/>
                <a:cs typeface="Arial"/>
              </a:rPr>
              <a:t>emphasises</a:t>
            </a:r>
            <a:r>
              <a:rPr sz="1700" spc="-15" dirty="0">
                <a:latin typeface="Arial"/>
                <a:cs typeface="Arial"/>
              </a:rPr>
              <a:t> </a:t>
            </a:r>
            <a:r>
              <a:rPr sz="1700" spc="-10" dirty="0">
                <a:latin typeface="Arial"/>
                <a:cs typeface="Arial"/>
              </a:rPr>
              <a:t>technology </a:t>
            </a:r>
            <a:r>
              <a:rPr sz="1700" dirty="0">
                <a:latin typeface="Arial"/>
                <a:cs typeface="Arial"/>
              </a:rPr>
              <a:t>tends</a:t>
            </a:r>
            <a:r>
              <a:rPr sz="1700" spc="-15" dirty="0">
                <a:latin typeface="Arial"/>
                <a:cs typeface="Arial"/>
              </a:rPr>
              <a:t> </a:t>
            </a:r>
            <a:r>
              <a:rPr sz="1700" dirty="0">
                <a:latin typeface="Arial"/>
                <a:cs typeface="Arial"/>
              </a:rPr>
              <a:t>to</a:t>
            </a:r>
            <a:r>
              <a:rPr sz="1700" spc="5" dirty="0">
                <a:latin typeface="Arial"/>
                <a:cs typeface="Arial"/>
              </a:rPr>
              <a:t> </a:t>
            </a:r>
            <a:r>
              <a:rPr sz="1700" dirty="0">
                <a:latin typeface="Arial"/>
                <a:cs typeface="Arial"/>
              </a:rPr>
              <a:t>create</a:t>
            </a:r>
            <a:r>
              <a:rPr sz="1700" spc="-5" dirty="0">
                <a:latin typeface="Arial"/>
                <a:cs typeface="Arial"/>
              </a:rPr>
              <a:t> </a:t>
            </a:r>
            <a:r>
              <a:rPr sz="1700" dirty="0">
                <a:latin typeface="Arial"/>
                <a:cs typeface="Arial"/>
              </a:rPr>
              <a:t>a favourable</a:t>
            </a:r>
            <a:r>
              <a:rPr sz="1700" spc="-5" dirty="0">
                <a:latin typeface="Arial"/>
                <a:cs typeface="Arial"/>
              </a:rPr>
              <a:t> </a:t>
            </a:r>
            <a:r>
              <a:rPr sz="1700" dirty="0">
                <a:latin typeface="Arial"/>
                <a:cs typeface="Arial"/>
              </a:rPr>
              <a:t>climate</a:t>
            </a:r>
            <a:r>
              <a:rPr sz="1700" spc="-20" dirty="0">
                <a:latin typeface="Arial"/>
                <a:cs typeface="Arial"/>
              </a:rPr>
              <a:t> </a:t>
            </a:r>
            <a:r>
              <a:rPr sz="1700" dirty="0">
                <a:latin typeface="Arial"/>
                <a:cs typeface="Arial"/>
              </a:rPr>
              <a:t>for IT</a:t>
            </a:r>
            <a:r>
              <a:rPr sz="1700" spc="-35" dirty="0">
                <a:latin typeface="Arial"/>
                <a:cs typeface="Arial"/>
              </a:rPr>
              <a:t> </a:t>
            </a:r>
            <a:r>
              <a:rPr sz="1700" dirty="0">
                <a:latin typeface="Arial"/>
                <a:cs typeface="Arial"/>
              </a:rPr>
              <a:t>projects</a:t>
            </a:r>
            <a:r>
              <a:rPr sz="1700" spc="-10" dirty="0">
                <a:latin typeface="Arial"/>
                <a:cs typeface="Arial"/>
              </a:rPr>
              <a:t> </a:t>
            </a:r>
            <a:r>
              <a:rPr sz="1700" dirty="0">
                <a:latin typeface="Arial"/>
                <a:cs typeface="Arial"/>
              </a:rPr>
              <a:t>that</a:t>
            </a:r>
            <a:r>
              <a:rPr sz="1700" spc="5" dirty="0">
                <a:latin typeface="Arial"/>
                <a:cs typeface="Arial"/>
              </a:rPr>
              <a:t> </a:t>
            </a:r>
            <a:r>
              <a:rPr sz="1700" spc="-10" dirty="0">
                <a:latin typeface="Arial"/>
                <a:cs typeface="Arial"/>
              </a:rPr>
              <a:t>extends </a:t>
            </a:r>
            <a:r>
              <a:rPr sz="1700" dirty="0">
                <a:latin typeface="Arial"/>
                <a:cs typeface="Arial"/>
              </a:rPr>
              <a:t>throughout the</a:t>
            </a:r>
            <a:r>
              <a:rPr sz="1700" spc="-20" dirty="0">
                <a:latin typeface="Arial"/>
                <a:cs typeface="Arial"/>
              </a:rPr>
              <a:t> </a:t>
            </a:r>
            <a:r>
              <a:rPr sz="1700" spc="-10" dirty="0">
                <a:latin typeface="Arial"/>
                <a:cs typeface="Arial"/>
              </a:rPr>
              <a:t>organisation</a:t>
            </a:r>
            <a:endParaRPr sz="1700">
              <a:latin typeface="Arial"/>
              <a:cs typeface="Arial"/>
            </a:endParaRPr>
          </a:p>
          <a:p>
            <a:pPr>
              <a:lnSpc>
                <a:spcPct val="100000"/>
              </a:lnSpc>
              <a:buClr>
                <a:srgbClr val="1F487C"/>
              </a:buClr>
              <a:buFont typeface="Arial"/>
              <a:buAutoNum type="arabicPeriod"/>
            </a:pPr>
            <a:endParaRPr sz="2300">
              <a:latin typeface="Arial"/>
              <a:cs typeface="Arial"/>
            </a:endParaRPr>
          </a:p>
          <a:p>
            <a:pPr marL="355600" marR="377825" indent="-342900">
              <a:lnSpc>
                <a:spcPts val="1839"/>
              </a:lnSpc>
              <a:buClr>
                <a:srgbClr val="1F487C"/>
              </a:buClr>
              <a:buAutoNum type="arabicPeriod"/>
              <a:tabLst>
                <a:tab pos="354965" algn="l"/>
                <a:tab pos="355600" algn="l"/>
              </a:tabLst>
            </a:pPr>
            <a:r>
              <a:rPr sz="1700" b="1" spc="-20" dirty="0">
                <a:latin typeface="Arial"/>
                <a:cs typeface="Arial"/>
              </a:rPr>
              <a:t>Top</a:t>
            </a:r>
            <a:r>
              <a:rPr sz="1700" b="1" spc="-45" dirty="0">
                <a:latin typeface="Arial"/>
                <a:cs typeface="Arial"/>
              </a:rPr>
              <a:t> </a:t>
            </a:r>
            <a:r>
              <a:rPr sz="1700" b="1" dirty="0">
                <a:latin typeface="Arial"/>
                <a:cs typeface="Arial"/>
              </a:rPr>
              <a:t>managers </a:t>
            </a:r>
            <a:r>
              <a:rPr sz="1700" dirty="0">
                <a:latin typeface="Arial"/>
                <a:cs typeface="Arial"/>
              </a:rPr>
              <a:t>–</a:t>
            </a:r>
            <a:r>
              <a:rPr sz="1700" spc="-15" dirty="0">
                <a:latin typeface="Arial"/>
                <a:cs typeface="Arial"/>
              </a:rPr>
              <a:t> </a:t>
            </a:r>
            <a:r>
              <a:rPr sz="1700" dirty="0">
                <a:latin typeface="Arial"/>
                <a:cs typeface="Arial"/>
              </a:rPr>
              <a:t>top</a:t>
            </a:r>
            <a:r>
              <a:rPr sz="1700" spc="-10" dirty="0">
                <a:latin typeface="Arial"/>
                <a:cs typeface="Arial"/>
              </a:rPr>
              <a:t> </a:t>
            </a:r>
            <a:r>
              <a:rPr sz="1700" dirty="0">
                <a:latin typeface="Arial"/>
                <a:cs typeface="Arial"/>
              </a:rPr>
              <a:t>management</a:t>
            </a:r>
            <a:r>
              <a:rPr sz="1700" spc="-10" dirty="0">
                <a:latin typeface="Arial"/>
                <a:cs typeface="Arial"/>
              </a:rPr>
              <a:t> </a:t>
            </a:r>
            <a:r>
              <a:rPr sz="1700" dirty="0">
                <a:latin typeface="Arial"/>
                <a:cs typeface="Arial"/>
              </a:rPr>
              <a:t>usually</a:t>
            </a:r>
            <a:r>
              <a:rPr sz="1700" spc="-40" dirty="0">
                <a:latin typeface="Arial"/>
                <a:cs typeface="Arial"/>
              </a:rPr>
              <a:t> </a:t>
            </a:r>
            <a:r>
              <a:rPr sz="1700" dirty="0">
                <a:latin typeface="Arial"/>
                <a:cs typeface="Arial"/>
              </a:rPr>
              <a:t>initiates</a:t>
            </a:r>
            <a:r>
              <a:rPr sz="1700" spc="-20" dirty="0">
                <a:latin typeface="Arial"/>
                <a:cs typeface="Arial"/>
              </a:rPr>
              <a:t> </a:t>
            </a:r>
            <a:r>
              <a:rPr sz="1700" dirty="0">
                <a:latin typeface="Arial"/>
                <a:cs typeface="Arial"/>
              </a:rPr>
              <a:t>large-scale</a:t>
            </a:r>
            <a:r>
              <a:rPr sz="1700" spc="-35" dirty="0">
                <a:latin typeface="Arial"/>
                <a:cs typeface="Arial"/>
              </a:rPr>
              <a:t> </a:t>
            </a:r>
            <a:r>
              <a:rPr sz="1700" dirty="0">
                <a:latin typeface="Arial"/>
                <a:cs typeface="Arial"/>
              </a:rPr>
              <a:t>projects</a:t>
            </a:r>
            <a:r>
              <a:rPr sz="1700" spc="-15" dirty="0">
                <a:latin typeface="Arial"/>
                <a:cs typeface="Arial"/>
              </a:rPr>
              <a:t> </a:t>
            </a:r>
            <a:r>
              <a:rPr sz="1700" spc="-20" dirty="0">
                <a:latin typeface="Arial"/>
                <a:cs typeface="Arial"/>
              </a:rPr>
              <a:t>that </a:t>
            </a:r>
            <a:r>
              <a:rPr sz="1700" dirty="0">
                <a:latin typeface="Arial"/>
                <a:cs typeface="Arial"/>
              </a:rPr>
              <a:t>resulted</a:t>
            </a:r>
            <a:r>
              <a:rPr sz="1700" spc="-25" dirty="0">
                <a:latin typeface="Arial"/>
                <a:cs typeface="Arial"/>
              </a:rPr>
              <a:t> </a:t>
            </a:r>
            <a:r>
              <a:rPr sz="1700" dirty="0">
                <a:latin typeface="Arial"/>
                <a:cs typeface="Arial"/>
              </a:rPr>
              <a:t>from</a:t>
            </a:r>
            <a:r>
              <a:rPr sz="1700" spc="-20" dirty="0">
                <a:latin typeface="Arial"/>
                <a:cs typeface="Arial"/>
              </a:rPr>
              <a:t> </a:t>
            </a:r>
            <a:r>
              <a:rPr sz="1700" dirty="0">
                <a:latin typeface="Arial"/>
                <a:cs typeface="Arial"/>
              </a:rPr>
              <a:t>strategic</a:t>
            </a:r>
            <a:r>
              <a:rPr sz="1700" spc="-10" dirty="0">
                <a:latin typeface="Arial"/>
                <a:cs typeface="Arial"/>
              </a:rPr>
              <a:t> </a:t>
            </a:r>
            <a:r>
              <a:rPr sz="1700" dirty="0">
                <a:latin typeface="Arial"/>
                <a:cs typeface="Arial"/>
              </a:rPr>
              <a:t>business</a:t>
            </a:r>
            <a:r>
              <a:rPr sz="1700" spc="-15" dirty="0">
                <a:latin typeface="Arial"/>
                <a:cs typeface="Arial"/>
              </a:rPr>
              <a:t> </a:t>
            </a:r>
            <a:r>
              <a:rPr sz="1700" dirty="0">
                <a:latin typeface="Arial"/>
                <a:cs typeface="Arial"/>
              </a:rPr>
              <a:t>goals</a:t>
            </a:r>
            <a:r>
              <a:rPr sz="1700" spc="-10" dirty="0">
                <a:latin typeface="Arial"/>
                <a:cs typeface="Arial"/>
              </a:rPr>
              <a:t> </a:t>
            </a:r>
            <a:r>
              <a:rPr sz="1700" dirty="0">
                <a:latin typeface="Arial"/>
                <a:cs typeface="Arial"/>
              </a:rPr>
              <a:t>that</a:t>
            </a:r>
            <a:r>
              <a:rPr sz="1700" spc="-5" dirty="0">
                <a:latin typeface="Arial"/>
                <a:cs typeface="Arial"/>
              </a:rPr>
              <a:t> </a:t>
            </a:r>
            <a:r>
              <a:rPr sz="1700" dirty="0">
                <a:latin typeface="Arial"/>
                <a:cs typeface="Arial"/>
              </a:rPr>
              <a:t>require</a:t>
            </a:r>
            <a:r>
              <a:rPr sz="1700" spc="-15" dirty="0">
                <a:latin typeface="Arial"/>
                <a:cs typeface="Arial"/>
              </a:rPr>
              <a:t> </a:t>
            </a:r>
            <a:r>
              <a:rPr sz="1700" dirty="0">
                <a:latin typeface="Arial"/>
                <a:cs typeface="Arial"/>
              </a:rPr>
              <a:t>new</a:t>
            </a:r>
            <a:r>
              <a:rPr sz="1700" spc="-20" dirty="0">
                <a:latin typeface="Arial"/>
                <a:cs typeface="Arial"/>
              </a:rPr>
              <a:t> </a:t>
            </a:r>
            <a:r>
              <a:rPr sz="1700" dirty="0">
                <a:latin typeface="Arial"/>
                <a:cs typeface="Arial"/>
              </a:rPr>
              <a:t>IT</a:t>
            </a:r>
            <a:r>
              <a:rPr sz="1700" spc="-35" dirty="0">
                <a:latin typeface="Arial"/>
                <a:cs typeface="Arial"/>
              </a:rPr>
              <a:t> </a:t>
            </a:r>
            <a:r>
              <a:rPr sz="1700" spc="-10" dirty="0">
                <a:latin typeface="Arial"/>
                <a:cs typeface="Arial"/>
              </a:rPr>
              <a:t>systems</a:t>
            </a:r>
            <a:endParaRPr sz="1700">
              <a:latin typeface="Arial"/>
              <a:cs typeface="Arial"/>
            </a:endParaRPr>
          </a:p>
          <a:p>
            <a:pPr>
              <a:lnSpc>
                <a:spcPct val="100000"/>
              </a:lnSpc>
              <a:buClr>
                <a:srgbClr val="1F487C"/>
              </a:buClr>
              <a:buFont typeface="Arial"/>
              <a:buAutoNum type="arabicPeriod"/>
            </a:pPr>
            <a:endParaRPr sz="2100">
              <a:latin typeface="Arial"/>
              <a:cs typeface="Arial"/>
            </a:endParaRPr>
          </a:p>
          <a:p>
            <a:pPr marL="355600" indent="-342900">
              <a:lnSpc>
                <a:spcPts val="1939"/>
              </a:lnSpc>
              <a:buClr>
                <a:srgbClr val="1F487C"/>
              </a:buClr>
              <a:buAutoNum type="arabicPeriod"/>
              <a:tabLst>
                <a:tab pos="354965" algn="l"/>
                <a:tab pos="355600" algn="l"/>
              </a:tabLst>
            </a:pPr>
            <a:r>
              <a:rPr sz="1700" b="1" dirty="0">
                <a:latin typeface="Arial"/>
                <a:cs typeface="Arial"/>
              </a:rPr>
              <a:t>User</a:t>
            </a:r>
            <a:r>
              <a:rPr sz="1700" b="1" spc="-30" dirty="0">
                <a:latin typeface="Arial"/>
                <a:cs typeface="Arial"/>
              </a:rPr>
              <a:t> </a:t>
            </a:r>
            <a:r>
              <a:rPr sz="1700" b="1" dirty="0">
                <a:latin typeface="Arial"/>
                <a:cs typeface="Arial"/>
              </a:rPr>
              <a:t>requests</a:t>
            </a:r>
            <a:r>
              <a:rPr sz="1700" b="1" spc="-10"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users</a:t>
            </a:r>
            <a:r>
              <a:rPr sz="1700" spc="-10" dirty="0">
                <a:latin typeface="Arial"/>
                <a:cs typeface="Arial"/>
              </a:rPr>
              <a:t> </a:t>
            </a:r>
            <a:r>
              <a:rPr sz="1700" dirty="0">
                <a:latin typeface="Arial"/>
                <a:cs typeface="Arial"/>
              </a:rPr>
              <a:t>are</a:t>
            </a:r>
            <a:r>
              <a:rPr sz="1700" spc="-10" dirty="0">
                <a:latin typeface="Arial"/>
                <a:cs typeface="Arial"/>
              </a:rPr>
              <a:t> </a:t>
            </a:r>
            <a:r>
              <a:rPr sz="1700" dirty="0">
                <a:latin typeface="Arial"/>
                <a:cs typeface="Arial"/>
              </a:rPr>
              <a:t>more</a:t>
            </a:r>
            <a:r>
              <a:rPr sz="1700" spc="-10" dirty="0">
                <a:latin typeface="Arial"/>
                <a:cs typeface="Arial"/>
              </a:rPr>
              <a:t> </a:t>
            </a:r>
            <a:r>
              <a:rPr sz="1700" dirty="0">
                <a:latin typeface="Arial"/>
                <a:cs typeface="Arial"/>
              </a:rPr>
              <a:t>heavily</a:t>
            </a:r>
            <a:r>
              <a:rPr sz="1700" spc="-25" dirty="0">
                <a:latin typeface="Arial"/>
                <a:cs typeface="Arial"/>
              </a:rPr>
              <a:t> </a:t>
            </a:r>
            <a:r>
              <a:rPr sz="1700" dirty="0">
                <a:latin typeface="Arial"/>
                <a:cs typeface="Arial"/>
              </a:rPr>
              <a:t>rely</a:t>
            </a:r>
            <a:r>
              <a:rPr sz="1700" spc="-15" dirty="0">
                <a:latin typeface="Arial"/>
                <a:cs typeface="Arial"/>
              </a:rPr>
              <a:t> </a:t>
            </a:r>
            <a:r>
              <a:rPr sz="1700" dirty="0">
                <a:latin typeface="Arial"/>
                <a:cs typeface="Arial"/>
              </a:rPr>
              <a:t>on</a:t>
            </a:r>
            <a:r>
              <a:rPr sz="1700" spc="-5" dirty="0">
                <a:latin typeface="Arial"/>
                <a:cs typeface="Arial"/>
              </a:rPr>
              <a:t> </a:t>
            </a:r>
            <a:r>
              <a:rPr sz="1700" dirty="0">
                <a:latin typeface="Arial"/>
                <a:cs typeface="Arial"/>
              </a:rPr>
              <a:t>IS</a:t>
            </a:r>
            <a:r>
              <a:rPr sz="1700" spc="-10" dirty="0">
                <a:latin typeface="Arial"/>
                <a:cs typeface="Arial"/>
              </a:rPr>
              <a:t> </a:t>
            </a:r>
            <a:r>
              <a:rPr sz="1700" dirty="0">
                <a:latin typeface="Arial"/>
                <a:cs typeface="Arial"/>
              </a:rPr>
              <a:t>to</a:t>
            </a:r>
            <a:r>
              <a:rPr sz="1700" spc="-5" dirty="0">
                <a:latin typeface="Arial"/>
                <a:cs typeface="Arial"/>
              </a:rPr>
              <a:t> </a:t>
            </a:r>
            <a:r>
              <a:rPr sz="1700" dirty="0">
                <a:latin typeface="Arial"/>
                <a:cs typeface="Arial"/>
              </a:rPr>
              <a:t>perform</a:t>
            </a:r>
            <a:r>
              <a:rPr sz="1700" spc="-15" dirty="0">
                <a:latin typeface="Arial"/>
                <a:cs typeface="Arial"/>
              </a:rPr>
              <a:t> </a:t>
            </a:r>
            <a:r>
              <a:rPr sz="1700" dirty="0">
                <a:latin typeface="Arial"/>
                <a:cs typeface="Arial"/>
              </a:rPr>
              <a:t>their</a:t>
            </a:r>
            <a:r>
              <a:rPr sz="1700" spc="-10" dirty="0">
                <a:latin typeface="Arial"/>
                <a:cs typeface="Arial"/>
              </a:rPr>
              <a:t> </a:t>
            </a:r>
            <a:r>
              <a:rPr sz="1700" dirty="0">
                <a:latin typeface="Arial"/>
                <a:cs typeface="Arial"/>
              </a:rPr>
              <a:t>daily</a:t>
            </a:r>
            <a:r>
              <a:rPr sz="1700" spc="-25" dirty="0">
                <a:latin typeface="Arial"/>
                <a:cs typeface="Arial"/>
              </a:rPr>
              <a:t> </a:t>
            </a:r>
            <a:r>
              <a:rPr sz="1700" spc="-10" dirty="0">
                <a:latin typeface="Arial"/>
                <a:cs typeface="Arial"/>
              </a:rPr>
              <a:t>tasks</a:t>
            </a:r>
            <a:endParaRPr sz="1700">
              <a:latin typeface="Arial"/>
              <a:cs typeface="Arial"/>
            </a:endParaRPr>
          </a:p>
          <a:p>
            <a:pPr marL="355600">
              <a:lnSpc>
                <a:spcPts val="1939"/>
              </a:lnSpc>
            </a:pPr>
            <a:r>
              <a:rPr sz="1700" dirty="0">
                <a:latin typeface="Arial"/>
                <a:cs typeface="Arial"/>
              </a:rPr>
              <a:t>and</a:t>
            </a:r>
            <a:r>
              <a:rPr sz="1700" spc="-20" dirty="0">
                <a:latin typeface="Arial"/>
                <a:cs typeface="Arial"/>
              </a:rPr>
              <a:t> </a:t>
            </a:r>
            <a:r>
              <a:rPr sz="1700" dirty="0">
                <a:latin typeface="Arial"/>
                <a:cs typeface="Arial"/>
              </a:rPr>
              <a:t>are</a:t>
            </a:r>
            <a:r>
              <a:rPr sz="1700" spc="-10" dirty="0">
                <a:latin typeface="Arial"/>
                <a:cs typeface="Arial"/>
              </a:rPr>
              <a:t> </a:t>
            </a:r>
            <a:r>
              <a:rPr sz="1700" dirty="0">
                <a:latin typeface="Arial"/>
                <a:cs typeface="Arial"/>
              </a:rPr>
              <a:t>likely</a:t>
            </a:r>
            <a:r>
              <a:rPr sz="1700" spc="-35" dirty="0">
                <a:latin typeface="Arial"/>
                <a:cs typeface="Arial"/>
              </a:rPr>
              <a:t> </a:t>
            </a:r>
            <a:r>
              <a:rPr sz="1700" dirty="0">
                <a:latin typeface="Arial"/>
                <a:cs typeface="Arial"/>
              </a:rPr>
              <a:t>to</a:t>
            </a:r>
            <a:r>
              <a:rPr sz="1700" spc="-10" dirty="0">
                <a:latin typeface="Arial"/>
                <a:cs typeface="Arial"/>
              </a:rPr>
              <a:t> </a:t>
            </a:r>
            <a:r>
              <a:rPr sz="1700" dirty="0">
                <a:latin typeface="Arial"/>
                <a:cs typeface="Arial"/>
              </a:rPr>
              <a:t>request</a:t>
            </a:r>
            <a:r>
              <a:rPr sz="1700" spc="-5" dirty="0">
                <a:latin typeface="Arial"/>
                <a:cs typeface="Arial"/>
              </a:rPr>
              <a:t> </a:t>
            </a:r>
            <a:r>
              <a:rPr sz="1700" dirty="0">
                <a:latin typeface="Arial"/>
                <a:cs typeface="Arial"/>
              </a:rPr>
              <a:t>more</a:t>
            </a:r>
            <a:r>
              <a:rPr sz="1700" spc="-25" dirty="0">
                <a:latin typeface="Arial"/>
                <a:cs typeface="Arial"/>
              </a:rPr>
              <a:t> </a:t>
            </a:r>
            <a:r>
              <a:rPr sz="1700" dirty="0">
                <a:latin typeface="Arial"/>
                <a:cs typeface="Arial"/>
              </a:rPr>
              <a:t>IT</a:t>
            </a:r>
            <a:r>
              <a:rPr sz="1700" spc="-25" dirty="0">
                <a:latin typeface="Arial"/>
                <a:cs typeface="Arial"/>
              </a:rPr>
              <a:t> </a:t>
            </a:r>
            <a:r>
              <a:rPr sz="1700" dirty="0">
                <a:latin typeface="Arial"/>
                <a:cs typeface="Arial"/>
              </a:rPr>
              <a:t>services</a:t>
            </a:r>
            <a:r>
              <a:rPr sz="1700" spc="-25" dirty="0">
                <a:latin typeface="Arial"/>
                <a:cs typeface="Arial"/>
              </a:rPr>
              <a:t> </a:t>
            </a:r>
            <a:r>
              <a:rPr sz="1700" dirty="0">
                <a:latin typeface="Arial"/>
                <a:cs typeface="Arial"/>
              </a:rPr>
              <a:t>and</a:t>
            </a:r>
            <a:r>
              <a:rPr sz="1700" spc="-5" dirty="0">
                <a:latin typeface="Arial"/>
                <a:cs typeface="Arial"/>
              </a:rPr>
              <a:t> </a:t>
            </a:r>
            <a:r>
              <a:rPr sz="1700" spc="-10" dirty="0">
                <a:latin typeface="Arial"/>
                <a:cs typeface="Arial"/>
              </a:rPr>
              <a:t>support</a:t>
            </a:r>
            <a:endParaRPr sz="1700">
              <a:latin typeface="Arial"/>
              <a:cs typeface="Arial"/>
            </a:endParaRPr>
          </a:p>
          <a:p>
            <a:pPr>
              <a:lnSpc>
                <a:spcPct val="100000"/>
              </a:lnSpc>
              <a:spcBef>
                <a:spcPts val="30"/>
              </a:spcBef>
            </a:pPr>
            <a:endParaRPr sz="2300">
              <a:latin typeface="Arial"/>
              <a:cs typeface="Arial"/>
            </a:endParaRPr>
          </a:p>
          <a:p>
            <a:pPr marL="355600" marR="504825" indent="-342900">
              <a:lnSpc>
                <a:spcPts val="1839"/>
              </a:lnSpc>
              <a:spcBef>
                <a:spcPts val="5"/>
              </a:spcBef>
              <a:buClr>
                <a:srgbClr val="1F487C"/>
              </a:buClr>
              <a:buAutoNum type="arabicPeriod" startAt="4"/>
              <a:tabLst>
                <a:tab pos="354965" algn="l"/>
                <a:tab pos="355600" algn="l"/>
              </a:tabLst>
            </a:pPr>
            <a:r>
              <a:rPr sz="1700" b="1" dirty="0">
                <a:latin typeface="Arial"/>
                <a:cs typeface="Arial"/>
              </a:rPr>
              <a:t>IT</a:t>
            </a:r>
            <a:r>
              <a:rPr sz="1700" b="1" spc="-15" dirty="0">
                <a:latin typeface="Arial"/>
                <a:cs typeface="Arial"/>
              </a:rPr>
              <a:t> </a:t>
            </a:r>
            <a:r>
              <a:rPr sz="1700" b="1" dirty="0">
                <a:latin typeface="Arial"/>
                <a:cs typeface="Arial"/>
              </a:rPr>
              <a:t>department</a:t>
            </a:r>
            <a:r>
              <a:rPr sz="1700" b="1" spc="-30"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IT</a:t>
            </a:r>
            <a:r>
              <a:rPr sz="1700" spc="-40" dirty="0">
                <a:latin typeface="Arial"/>
                <a:cs typeface="Arial"/>
              </a:rPr>
              <a:t> </a:t>
            </a:r>
            <a:r>
              <a:rPr sz="1700" dirty="0">
                <a:latin typeface="Arial"/>
                <a:cs typeface="Arial"/>
              </a:rPr>
              <a:t>staff</a:t>
            </a:r>
            <a:r>
              <a:rPr sz="1700" spc="10" dirty="0">
                <a:latin typeface="Arial"/>
                <a:cs typeface="Arial"/>
              </a:rPr>
              <a:t> </a:t>
            </a:r>
            <a:r>
              <a:rPr sz="1700" dirty="0">
                <a:latin typeface="Arial"/>
                <a:cs typeface="Arial"/>
              </a:rPr>
              <a:t>members</a:t>
            </a:r>
            <a:r>
              <a:rPr sz="1700" spc="-30" dirty="0">
                <a:latin typeface="Arial"/>
                <a:cs typeface="Arial"/>
              </a:rPr>
              <a:t> </a:t>
            </a:r>
            <a:r>
              <a:rPr sz="1700" dirty="0">
                <a:latin typeface="Arial"/>
                <a:cs typeface="Arial"/>
              </a:rPr>
              <a:t>make</a:t>
            </a:r>
            <a:r>
              <a:rPr sz="1700" spc="-25" dirty="0">
                <a:latin typeface="Arial"/>
                <a:cs typeface="Arial"/>
              </a:rPr>
              <a:t> </a:t>
            </a:r>
            <a:r>
              <a:rPr sz="1700" dirty="0">
                <a:latin typeface="Arial"/>
                <a:cs typeface="Arial"/>
              </a:rPr>
              <a:t>recommendations</a:t>
            </a:r>
            <a:r>
              <a:rPr sz="1700" spc="-10" dirty="0">
                <a:latin typeface="Arial"/>
                <a:cs typeface="Arial"/>
              </a:rPr>
              <a:t> </a:t>
            </a:r>
            <a:r>
              <a:rPr sz="1700" dirty="0">
                <a:latin typeface="Arial"/>
                <a:cs typeface="Arial"/>
              </a:rPr>
              <a:t>based</a:t>
            </a:r>
            <a:r>
              <a:rPr sz="1700" spc="-10" dirty="0">
                <a:latin typeface="Arial"/>
                <a:cs typeface="Arial"/>
              </a:rPr>
              <a:t> </a:t>
            </a:r>
            <a:r>
              <a:rPr sz="1700" dirty="0">
                <a:latin typeface="Arial"/>
                <a:cs typeface="Arial"/>
              </a:rPr>
              <a:t>on</a:t>
            </a:r>
            <a:r>
              <a:rPr sz="1700" spc="-10" dirty="0">
                <a:latin typeface="Arial"/>
                <a:cs typeface="Arial"/>
              </a:rPr>
              <a:t> their </a:t>
            </a:r>
            <a:r>
              <a:rPr sz="1700" dirty="0">
                <a:latin typeface="Arial"/>
                <a:cs typeface="Arial"/>
              </a:rPr>
              <a:t>knowledge</a:t>
            </a:r>
            <a:r>
              <a:rPr sz="1700" spc="-20" dirty="0">
                <a:latin typeface="Arial"/>
                <a:cs typeface="Arial"/>
              </a:rPr>
              <a:t> </a:t>
            </a:r>
            <a:r>
              <a:rPr sz="1700" dirty="0">
                <a:latin typeface="Arial"/>
                <a:cs typeface="Arial"/>
              </a:rPr>
              <a:t>of</a:t>
            </a:r>
            <a:r>
              <a:rPr sz="1700" spc="-30" dirty="0">
                <a:latin typeface="Arial"/>
                <a:cs typeface="Arial"/>
              </a:rPr>
              <a:t> </a:t>
            </a:r>
            <a:r>
              <a:rPr sz="1700" dirty="0">
                <a:latin typeface="Arial"/>
                <a:cs typeface="Arial"/>
              </a:rPr>
              <a:t>business</a:t>
            </a:r>
            <a:r>
              <a:rPr sz="1700" spc="-30" dirty="0">
                <a:latin typeface="Arial"/>
                <a:cs typeface="Arial"/>
              </a:rPr>
              <a:t> </a:t>
            </a:r>
            <a:r>
              <a:rPr sz="1700" dirty="0">
                <a:latin typeface="Arial"/>
                <a:cs typeface="Arial"/>
              </a:rPr>
              <a:t>operations</a:t>
            </a:r>
            <a:r>
              <a:rPr sz="1700" spc="-25" dirty="0">
                <a:latin typeface="Arial"/>
                <a:cs typeface="Arial"/>
              </a:rPr>
              <a:t> </a:t>
            </a:r>
            <a:r>
              <a:rPr sz="1700" dirty="0">
                <a:latin typeface="Arial"/>
                <a:cs typeface="Arial"/>
              </a:rPr>
              <a:t>technology</a:t>
            </a:r>
            <a:r>
              <a:rPr sz="1700" spc="-25" dirty="0">
                <a:latin typeface="Arial"/>
                <a:cs typeface="Arial"/>
              </a:rPr>
              <a:t> </a:t>
            </a:r>
            <a:r>
              <a:rPr sz="1700" spc="-10" dirty="0">
                <a:latin typeface="Arial"/>
                <a:cs typeface="Arial"/>
              </a:rPr>
              <a:t>trends</a:t>
            </a:r>
            <a:endParaRPr sz="1700">
              <a:latin typeface="Arial"/>
              <a:cs typeface="Arial"/>
            </a:endParaRPr>
          </a:p>
          <a:p>
            <a:pPr>
              <a:lnSpc>
                <a:spcPct val="100000"/>
              </a:lnSpc>
              <a:buClr>
                <a:srgbClr val="1F487C"/>
              </a:buClr>
              <a:buFont typeface="Arial"/>
              <a:buAutoNum type="arabicPeriod" startAt="4"/>
            </a:pPr>
            <a:endParaRPr sz="2100">
              <a:latin typeface="Arial"/>
              <a:cs typeface="Arial"/>
            </a:endParaRPr>
          </a:p>
          <a:p>
            <a:pPr marL="355600" indent="-342900">
              <a:lnSpc>
                <a:spcPts val="1939"/>
              </a:lnSpc>
              <a:buClr>
                <a:srgbClr val="1F487C"/>
              </a:buClr>
              <a:buAutoNum type="arabicPeriod" startAt="4"/>
              <a:tabLst>
                <a:tab pos="354965" algn="l"/>
                <a:tab pos="355600" algn="l"/>
              </a:tabLst>
            </a:pPr>
            <a:r>
              <a:rPr sz="1700" b="1" dirty="0">
                <a:latin typeface="Arial"/>
                <a:cs typeface="Arial"/>
              </a:rPr>
              <a:t>Existing</a:t>
            </a:r>
            <a:r>
              <a:rPr sz="1700" b="1" spc="-25" dirty="0">
                <a:latin typeface="Arial"/>
                <a:cs typeface="Arial"/>
              </a:rPr>
              <a:t> </a:t>
            </a:r>
            <a:r>
              <a:rPr sz="1700" b="1" dirty="0">
                <a:latin typeface="Arial"/>
                <a:cs typeface="Arial"/>
              </a:rPr>
              <a:t>systems</a:t>
            </a:r>
            <a:r>
              <a:rPr sz="1700" b="1" spc="-10" dirty="0">
                <a:latin typeface="Arial"/>
                <a:cs typeface="Arial"/>
              </a:rPr>
              <a:t> </a:t>
            </a:r>
            <a:r>
              <a:rPr sz="1700" b="1" dirty="0">
                <a:latin typeface="Arial"/>
                <a:cs typeface="Arial"/>
              </a:rPr>
              <a:t>and</a:t>
            </a:r>
            <a:r>
              <a:rPr sz="1700" b="1" spc="-20" dirty="0">
                <a:latin typeface="Arial"/>
                <a:cs typeface="Arial"/>
              </a:rPr>
              <a:t> </a:t>
            </a:r>
            <a:r>
              <a:rPr sz="1700" b="1" dirty="0">
                <a:latin typeface="Arial"/>
                <a:cs typeface="Arial"/>
              </a:rPr>
              <a:t>data</a:t>
            </a:r>
            <a:r>
              <a:rPr sz="1700" b="1" spc="-20"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problems</a:t>
            </a:r>
            <a:r>
              <a:rPr sz="1700" spc="-30" dirty="0">
                <a:latin typeface="Arial"/>
                <a:cs typeface="Arial"/>
              </a:rPr>
              <a:t> </a:t>
            </a:r>
            <a:r>
              <a:rPr sz="1700" dirty="0">
                <a:latin typeface="Arial"/>
                <a:cs typeface="Arial"/>
              </a:rPr>
              <a:t>in</a:t>
            </a:r>
            <a:r>
              <a:rPr sz="1700" spc="-30" dirty="0">
                <a:latin typeface="Arial"/>
                <a:cs typeface="Arial"/>
              </a:rPr>
              <a:t> </a:t>
            </a:r>
            <a:r>
              <a:rPr sz="1700" dirty="0">
                <a:latin typeface="Arial"/>
                <a:cs typeface="Arial"/>
              </a:rPr>
              <a:t>existing</a:t>
            </a:r>
            <a:r>
              <a:rPr sz="1700" spc="-25" dirty="0">
                <a:latin typeface="Arial"/>
                <a:cs typeface="Arial"/>
              </a:rPr>
              <a:t> </a:t>
            </a:r>
            <a:r>
              <a:rPr sz="1700" dirty="0">
                <a:latin typeface="Arial"/>
                <a:cs typeface="Arial"/>
              </a:rPr>
              <a:t>system can</a:t>
            </a:r>
            <a:r>
              <a:rPr sz="1700" spc="-20" dirty="0">
                <a:latin typeface="Arial"/>
                <a:cs typeface="Arial"/>
              </a:rPr>
              <a:t> </a:t>
            </a:r>
            <a:r>
              <a:rPr sz="1700" dirty="0">
                <a:latin typeface="Arial"/>
                <a:cs typeface="Arial"/>
              </a:rPr>
              <a:t>trigger</a:t>
            </a:r>
            <a:r>
              <a:rPr sz="1700" spc="-30" dirty="0">
                <a:latin typeface="Arial"/>
                <a:cs typeface="Arial"/>
              </a:rPr>
              <a:t> </a:t>
            </a:r>
            <a:r>
              <a:rPr sz="1700" spc="-10" dirty="0">
                <a:latin typeface="Arial"/>
                <a:cs typeface="Arial"/>
              </a:rPr>
              <a:t>requests</a:t>
            </a:r>
            <a:endParaRPr sz="1700">
              <a:latin typeface="Arial"/>
              <a:cs typeface="Arial"/>
            </a:endParaRPr>
          </a:p>
          <a:p>
            <a:pPr marL="355600">
              <a:lnSpc>
                <a:spcPts val="1939"/>
              </a:lnSpc>
            </a:pPr>
            <a:r>
              <a:rPr sz="1700" dirty="0">
                <a:latin typeface="Arial"/>
                <a:cs typeface="Arial"/>
              </a:rPr>
              <a:t>for</a:t>
            </a:r>
            <a:r>
              <a:rPr sz="1700" spc="-35" dirty="0">
                <a:latin typeface="Arial"/>
                <a:cs typeface="Arial"/>
              </a:rPr>
              <a:t> </a:t>
            </a:r>
            <a:r>
              <a:rPr sz="1700" dirty="0">
                <a:latin typeface="Arial"/>
                <a:cs typeface="Arial"/>
              </a:rPr>
              <a:t>system </a:t>
            </a:r>
            <a:r>
              <a:rPr sz="1700" spc="-10" dirty="0">
                <a:latin typeface="Arial"/>
                <a:cs typeface="Arial"/>
              </a:rPr>
              <a:t>project</a:t>
            </a:r>
            <a:endParaRPr sz="1700">
              <a:latin typeface="Arial"/>
              <a:cs typeface="Arial"/>
            </a:endParaRPr>
          </a:p>
          <a:p>
            <a:pPr>
              <a:lnSpc>
                <a:spcPct val="100000"/>
              </a:lnSpc>
              <a:spcBef>
                <a:spcPts val="30"/>
              </a:spcBef>
            </a:pPr>
            <a:endParaRPr sz="2300">
              <a:latin typeface="Arial"/>
              <a:cs typeface="Arial"/>
            </a:endParaRPr>
          </a:p>
          <a:p>
            <a:pPr marL="355600" marR="539750" indent="-342900">
              <a:lnSpc>
                <a:spcPts val="1839"/>
              </a:lnSpc>
              <a:buClr>
                <a:srgbClr val="1F487C"/>
              </a:buClr>
              <a:buAutoNum type="arabicPeriod" startAt="6"/>
              <a:tabLst>
                <a:tab pos="354965" algn="l"/>
                <a:tab pos="355600" algn="l"/>
              </a:tabLst>
            </a:pPr>
            <a:r>
              <a:rPr sz="1700" b="1" dirty="0">
                <a:latin typeface="Arial"/>
                <a:cs typeface="Arial"/>
              </a:rPr>
              <a:t>Company</a:t>
            </a:r>
            <a:r>
              <a:rPr sz="1700" b="1" spc="-55" dirty="0">
                <a:latin typeface="Arial"/>
                <a:cs typeface="Arial"/>
              </a:rPr>
              <a:t> </a:t>
            </a:r>
            <a:r>
              <a:rPr sz="1700" b="1" dirty="0">
                <a:latin typeface="Arial"/>
                <a:cs typeface="Arial"/>
              </a:rPr>
              <a:t>finances</a:t>
            </a:r>
            <a:r>
              <a:rPr sz="1700" b="1" spc="-10" dirty="0">
                <a:latin typeface="Arial"/>
                <a:cs typeface="Arial"/>
              </a:rPr>
              <a:t> </a:t>
            </a:r>
            <a:r>
              <a:rPr sz="1700" dirty="0">
                <a:latin typeface="Arial"/>
                <a:cs typeface="Arial"/>
              </a:rPr>
              <a:t>–</a:t>
            </a:r>
            <a:r>
              <a:rPr sz="1700" spc="-15" dirty="0">
                <a:latin typeface="Arial"/>
                <a:cs typeface="Arial"/>
              </a:rPr>
              <a:t> </a:t>
            </a:r>
            <a:r>
              <a:rPr sz="1700" dirty="0">
                <a:latin typeface="Arial"/>
                <a:cs typeface="Arial"/>
              </a:rPr>
              <a:t>a</a:t>
            </a:r>
            <a:r>
              <a:rPr sz="1700" spc="-20" dirty="0">
                <a:latin typeface="Arial"/>
                <a:cs typeface="Arial"/>
              </a:rPr>
              <a:t> </a:t>
            </a:r>
            <a:r>
              <a:rPr sz="1700" dirty="0">
                <a:latin typeface="Arial"/>
                <a:cs typeface="Arial"/>
              </a:rPr>
              <a:t>company’s</a:t>
            </a:r>
            <a:r>
              <a:rPr sz="1700" spc="-10" dirty="0">
                <a:latin typeface="Arial"/>
                <a:cs typeface="Arial"/>
              </a:rPr>
              <a:t> </a:t>
            </a:r>
            <a:r>
              <a:rPr sz="1700" dirty="0">
                <a:latin typeface="Arial"/>
                <a:cs typeface="Arial"/>
              </a:rPr>
              <a:t>financial</a:t>
            </a:r>
            <a:r>
              <a:rPr sz="1700" spc="-35" dirty="0">
                <a:latin typeface="Arial"/>
                <a:cs typeface="Arial"/>
              </a:rPr>
              <a:t> </a:t>
            </a:r>
            <a:r>
              <a:rPr sz="1700" dirty="0">
                <a:latin typeface="Arial"/>
                <a:cs typeface="Arial"/>
              </a:rPr>
              <a:t>status</a:t>
            </a:r>
            <a:r>
              <a:rPr sz="1700" spc="-10" dirty="0">
                <a:latin typeface="Arial"/>
                <a:cs typeface="Arial"/>
              </a:rPr>
              <a:t> </a:t>
            </a:r>
            <a:r>
              <a:rPr sz="1700" dirty="0">
                <a:latin typeface="Arial"/>
                <a:cs typeface="Arial"/>
              </a:rPr>
              <a:t>can</a:t>
            </a:r>
            <a:r>
              <a:rPr sz="1700" spc="-20" dirty="0">
                <a:latin typeface="Arial"/>
                <a:cs typeface="Arial"/>
              </a:rPr>
              <a:t> </a:t>
            </a:r>
            <a:r>
              <a:rPr sz="1700" dirty="0">
                <a:latin typeface="Arial"/>
                <a:cs typeface="Arial"/>
              </a:rPr>
              <a:t>affect whether</a:t>
            </a:r>
            <a:r>
              <a:rPr sz="1700" spc="-10" dirty="0">
                <a:latin typeface="Arial"/>
                <a:cs typeface="Arial"/>
              </a:rPr>
              <a:t> </a:t>
            </a:r>
            <a:r>
              <a:rPr sz="1700" spc="-25" dirty="0">
                <a:latin typeface="Arial"/>
                <a:cs typeface="Arial"/>
              </a:rPr>
              <a:t>the </a:t>
            </a:r>
            <a:r>
              <a:rPr sz="1700" dirty="0">
                <a:latin typeface="Arial"/>
                <a:cs typeface="Arial"/>
              </a:rPr>
              <a:t>requests</a:t>
            </a:r>
            <a:r>
              <a:rPr sz="1700" spc="-25" dirty="0">
                <a:latin typeface="Arial"/>
                <a:cs typeface="Arial"/>
              </a:rPr>
              <a:t> </a:t>
            </a:r>
            <a:r>
              <a:rPr sz="1700" dirty="0">
                <a:latin typeface="Arial"/>
                <a:cs typeface="Arial"/>
              </a:rPr>
              <a:t>for</a:t>
            </a:r>
            <a:r>
              <a:rPr sz="1700" spc="-5" dirty="0">
                <a:latin typeface="Arial"/>
                <a:cs typeface="Arial"/>
              </a:rPr>
              <a:t> </a:t>
            </a:r>
            <a:r>
              <a:rPr sz="1700" dirty="0">
                <a:latin typeface="Arial"/>
                <a:cs typeface="Arial"/>
              </a:rPr>
              <a:t>system</a:t>
            </a:r>
            <a:r>
              <a:rPr sz="1700" spc="-5" dirty="0">
                <a:latin typeface="Arial"/>
                <a:cs typeface="Arial"/>
              </a:rPr>
              <a:t> </a:t>
            </a:r>
            <a:r>
              <a:rPr sz="1700" dirty="0">
                <a:latin typeface="Arial"/>
                <a:cs typeface="Arial"/>
              </a:rPr>
              <a:t>project</a:t>
            </a:r>
            <a:r>
              <a:rPr sz="1700" spc="-15" dirty="0">
                <a:latin typeface="Arial"/>
                <a:cs typeface="Arial"/>
              </a:rPr>
              <a:t> </a:t>
            </a:r>
            <a:r>
              <a:rPr sz="1700" dirty="0">
                <a:latin typeface="Arial"/>
                <a:cs typeface="Arial"/>
              </a:rPr>
              <a:t>to</a:t>
            </a:r>
            <a:r>
              <a:rPr sz="1700" spc="-10" dirty="0">
                <a:latin typeface="Arial"/>
                <a:cs typeface="Arial"/>
              </a:rPr>
              <a:t> </a:t>
            </a:r>
            <a:r>
              <a:rPr sz="1700" dirty="0">
                <a:latin typeface="Arial"/>
                <a:cs typeface="Arial"/>
              </a:rPr>
              <a:t>be</a:t>
            </a:r>
            <a:r>
              <a:rPr sz="1700" spc="-10" dirty="0">
                <a:latin typeface="Arial"/>
                <a:cs typeface="Arial"/>
              </a:rPr>
              <a:t> accepted</a:t>
            </a:r>
            <a:endParaRPr sz="170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16</a:t>
            </a:fld>
            <a:endParaRPr spc="-25" dirty="0"/>
          </a:p>
        </p:txBody>
      </p:sp>
      <p:sp>
        <p:nvSpPr>
          <p:cNvPr id="3" name="object 3"/>
          <p:cNvSpPr txBox="1">
            <a:spLocks noGrp="1"/>
          </p:cNvSpPr>
          <p:nvPr>
            <p:ph type="title"/>
          </p:nvPr>
        </p:nvSpPr>
        <p:spPr>
          <a:xfrm>
            <a:off x="457962" y="215645"/>
            <a:ext cx="7141845" cy="646972"/>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Internal</a:t>
            </a:r>
            <a:r>
              <a:rPr sz="2800" spc="-95" dirty="0"/>
              <a:t> </a:t>
            </a:r>
            <a:r>
              <a:rPr sz="2800" spc="-10" dirty="0"/>
              <a:t>factors</a:t>
            </a:r>
            <a:r>
              <a:rPr lang="en-US" sz="2800" spc="-10" dirty="0"/>
              <a:t> </a:t>
            </a:r>
            <a:r>
              <a:rPr lang="en-US" sz="2800" dirty="0"/>
              <a:t>for system</a:t>
            </a:r>
            <a:r>
              <a:rPr lang="en-US" sz="2800" spc="-35" dirty="0"/>
              <a:t> </a:t>
            </a:r>
            <a:r>
              <a:rPr lang="en-US" sz="2800" spc="-10" dirty="0"/>
              <a:t>project</a:t>
            </a:r>
            <a:endParaRPr sz="2800" dirty="0"/>
          </a:p>
        </p:txBody>
      </p:sp>
      <p:sp>
        <p:nvSpPr>
          <p:cNvPr id="6" name="Freeform 8">
            <a:extLst>
              <a:ext uri="{FF2B5EF4-FFF2-40B4-BE49-F238E27FC236}">
                <a16:creationId xmlns:a16="http://schemas.microsoft.com/office/drawing/2014/main" id="{37E23840-DCC0-42C4-9F82-C6C0A2D4748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202816"/>
            <a:ext cx="8013700" cy="4768215"/>
          </a:xfrm>
          <a:prstGeom prst="rect">
            <a:avLst/>
          </a:prstGeom>
        </p:spPr>
        <p:txBody>
          <a:bodyPr vert="horz" wrap="square" lIns="0" tIns="41910" rIns="0" bIns="0" rtlCol="0">
            <a:spAutoFit/>
          </a:bodyPr>
          <a:lstStyle/>
          <a:p>
            <a:pPr marL="355600" marR="1891664" indent="-342900">
              <a:lnSpc>
                <a:spcPts val="1839"/>
              </a:lnSpc>
              <a:spcBef>
                <a:spcPts val="330"/>
              </a:spcBef>
              <a:buClr>
                <a:srgbClr val="1F487C"/>
              </a:buClr>
              <a:buAutoNum type="arabicPeriod"/>
              <a:tabLst>
                <a:tab pos="354965" algn="l"/>
                <a:tab pos="355600" algn="l"/>
              </a:tabLst>
            </a:pPr>
            <a:r>
              <a:rPr sz="1700" b="1" dirty="0">
                <a:latin typeface="Arial"/>
                <a:cs typeface="Arial"/>
              </a:rPr>
              <a:t>Customers</a:t>
            </a:r>
            <a:r>
              <a:rPr sz="1700" b="1" spc="-35"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IS</a:t>
            </a:r>
            <a:r>
              <a:rPr sz="1700" spc="-15" dirty="0">
                <a:latin typeface="Arial"/>
                <a:cs typeface="Arial"/>
              </a:rPr>
              <a:t> </a:t>
            </a:r>
            <a:r>
              <a:rPr sz="1700" dirty="0">
                <a:latin typeface="Arial"/>
                <a:cs typeface="Arial"/>
              </a:rPr>
              <a:t>that</a:t>
            </a:r>
            <a:r>
              <a:rPr sz="1700" spc="-10" dirty="0">
                <a:latin typeface="Arial"/>
                <a:cs typeface="Arial"/>
              </a:rPr>
              <a:t> </a:t>
            </a:r>
            <a:r>
              <a:rPr sz="1700" dirty="0">
                <a:latin typeface="Arial"/>
                <a:cs typeface="Arial"/>
              </a:rPr>
              <a:t>interact</a:t>
            </a:r>
            <a:r>
              <a:rPr sz="1700" spc="-20" dirty="0">
                <a:latin typeface="Arial"/>
                <a:cs typeface="Arial"/>
              </a:rPr>
              <a:t> </a:t>
            </a:r>
            <a:r>
              <a:rPr sz="1700" dirty="0">
                <a:latin typeface="Arial"/>
                <a:cs typeface="Arial"/>
              </a:rPr>
              <a:t>with</a:t>
            </a:r>
            <a:r>
              <a:rPr sz="1700" spc="-5" dirty="0">
                <a:latin typeface="Arial"/>
                <a:cs typeface="Arial"/>
              </a:rPr>
              <a:t> </a:t>
            </a:r>
            <a:r>
              <a:rPr sz="1700" dirty="0">
                <a:latin typeface="Arial"/>
                <a:cs typeface="Arial"/>
              </a:rPr>
              <a:t>customers</a:t>
            </a:r>
            <a:r>
              <a:rPr sz="1700" spc="-10" dirty="0">
                <a:latin typeface="Arial"/>
                <a:cs typeface="Arial"/>
              </a:rPr>
              <a:t> </a:t>
            </a:r>
            <a:r>
              <a:rPr sz="1700" dirty="0">
                <a:latin typeface="Arial"/>
                <a:cs typeface="Arial"/>
              </a:rPr>
              <a:t>usually</a:t>
            </a:r>
            <a:r>
              <a:rPr sz="1700" spc="-35" dirty="0">
                <a:latin typeface="Arial"/>
                <a:cs typeface="Arial"/>
              </a:rPr>
              <a:t> </a:t>
            </a:r>
            <a:r>
              <a:rPr sz="1700" spc="-10" dirty="0">
                <a:latin typeface="Arial"/>
                <a:cs typeface="Arial"/>
              </a:rPr>
              <a:t>receive </a:t>
            </a:r>
            <a:r>
              <a:rPr sz="1700" dirty="0">
                <a:latin typeface="Arial"/>
                <a:cs typeface="Arial"/>
              </a:rPr>
              <a:t>top</a:t>
            </a:r>
            <a:r>
              <a:rPr sz="1700" spc="-25" dirty="0">
                <a:latin typeface="Arial"/>
                <a:cs typeface="Arial"/>
              </a:rPr>
              <a:t> </a:t>
            </a:r>
            <a:r>
              <a:rPr sz="1700" dirty="0">
                <a:latin typeface="Arial"/>
                <a:cs typeface="Arial"/>
              </a:rPr>
              <a:t>priority.</a:t>
            </a:r>
            <a:r>
              <a:rPr sz="1700" spc="430" dirty="0">
                <a:latin typeface="Arial"/>
                <a:cs typeface="Arial"/>
              </a:rPr>
              <a:t> </a:t>
            </a:r>
            <a:r>
              <a:rPr sz="1700" dirty="0">
                <a:latin typeface="Arial"/>
                <a:cs typeface="Arial"/>
              </a:rPr>
              <a:t>Implement</a:t>
            </a:r>
            <a:r>
              <a:rPr sz="1700" spc="-25" dirty="0">
                <a:latin typeface="Arial"/>
                <a:cs typeface="Arial"/>
              </a:rPr>
              <a:t> </a:t>
            </a:r>
            <a:r>
              <a:rPr sz="1700" dirty="0">
                <a:latin typeface="Arial"/>
                <a:cs typeface="Arial"/>
              </a:rPr>
              <a:t>CRM</a:t>
            </a:r>
            <a:r>
              <a:rPr sz="1700" spc="-60" dirty="0">
                <a:latin typeface="Arial"/>
                <a:cs typeface="Arial"/>
              </a:rPr>
              <a:t> </a:t>
            </a:r>
            <a:r>
              <a:rPr sz="1700" dirty="0">
                <a:latin typeface="Arial"/>
                <a:cs typeface="Arial"/>
              </a:rPr>
              <a:t>to</a:t>
            </a:r>
            <a:r>
              <a:rPr sz="1700" spc="-10" dirty="0">
                <a:latin typeface="Arial"/>
                <a:cs typeface="Arial"/>
              </a:rPr>
              <a:t> </a:t>
            </a:r>
            <a:r>
              <a:rPr sz="1700" dirty="0">
                <a:latin typeface="Arial"/>
                <a:cs typeface="Arial"/>
              </a:rPr>
              <a:t>have</a:t>
            </a:r>
            <a:r>
              <a:rPr sz="1700" spc="-25" dirty="0">
                <a:latin typeface="Arial"/>
                <a:cs typeface="Arial"/>
              </a:rPr>
              <a:t> </a:t>
            </a:r>
            <a:r>
              <a:rPr sz="1700" dirty="0">
                <a:latin typeface="Arial"/>
                <a:cs typeface="Arial"/>
              </a:rPr>
              <a:t>better</a:t>
            </a:r>
            <a:r>
              <a:rPr sz="1700" spc="-15" dirty="0">
                <a:latin typeface="Arial"/>
                <a:cs typeface="Arial"/>
              </a:rPr>
              <a:t> </a:t>
            </a:r>
            <a:r>
              <a:rPr sz="1700" dirty="0">
                <a:latin typeface="Arial"/>
                <a:cs typeface="Arial"/>
              </a:rPr>
              <a:t>controls</a:t>
            </a:r>
            <a:r>
              <a:rPr sz="1700" spc="-30" dirty="0">
                <a:latin typeface="Arial"/>
                <a:cs typeface="Arial"/>
              </a:rPr>
              <a:t> </a:t>
            </a:r>
            <a:r>
              <a:rPr sz="1700" dirty="0">
                <a:latin typeface="Arial"/>
                <a:cs typeface="Arial"/>
              </a:rPr>
              <a:t>on</a:t>
            </a:r>
            <a:r>
              <a:rPr sz="1700" spc="-25" dirty="0">
                <a:latin typeface="Arial"/>
                <a:cs typeface="Arial"/>
              </a:rPr>
              <a:t> all </a:t>
            </a:r>
            <a:r>
              <a:rPr sz="1700" spc="-10" dirty="0">
                <a:latin typeface="Arial"/>
                <a:cs typeface="Arial"/>
              </a:rPr>
              <a:t>customer-</a:t>
            </a:r>
            <a:r>
              <a:rPr sz="1700" dirty="0">
                <a:latin typeface="Arial"/>
                <a:cs typeface="Arial"/>
              </a:rPr>
              <a:t>related events</a:t>
            </a:r>
            <a:r>
              <a:rPr sz="1700" spc="15" dirty="0">
                <a:latin typeface="Arial"/>
                <a:cs typeface="Arial"/>
              </a:rPr>
              <a:t> </a:t>
            </a:r>
            <a:r>
              <a:rPr sz="1700" dirty="0">
                <a:latin typeface="Arial"/>
                <a:cs typeface="Arial"/>
              </a:rPr>
              <a:t>and</a:t>
            </a:r>
            <a:r>
              <a:rPr sz="1700" spc="15" dirty="0">
                <a:latin typeface="Arial"/>
                <a:cs typeface="Arial"/>
              </a:rPr>
              <a:t> </a:t>
            </a:r>
            <a:r>
              <a:rPr sz="1700" spc="-10" dirty="0">
                <a:latin typeface="Arial"/>
                <a:cs typeface="Arial"/>
              </a:rPr>
              <a:t>transactions</a:t>
            </a:r>
            <a:endParaRPr sz="1700">
              <a:latin typeface="Arial"/>
              <a:cs typeface="Arial"/>
            </a:endParaRPr>
          </a:p>
          <a:p>
            <a:pPr>
              <a:lnSpc>
                <a:spcPct val="100000"/>
              </a:lnSpc>
              <a:buClr>
                <a:srgbClr val="1F487C"/>
              </a:buClr>
              <a:buFont typeface="Arial"/>
              <a:buAutoNum type="arabicPeriod"/>
            </a:pPr>
            <a:endParaRPr sz="2300">
              <a:latin typeface="Arial"/>
              <a:cs typeface="Arial"/>
            </a:endParaRPr>
          </a:p>
          <a:p>
            <a:pPr marL="355600" marR="786130" indent="-342900">
              <a:lnSpc>
                <a:spcPts val="1839"/>
              </a:lnSpc>
              <a:buClr>
                <a:srgbClr val="1F487C"/>
              </a:buClr>
              <a:buAutoNum type="arabicPeriod"/>
              <a:tabLst>
                <a:tab pos="354965" algn="l"/>
                <a:tab pos="355600" algn="l"/>
              </a:tabLst>
            </a:pPr>
            <a:r>
              <a:rPr sz="1700" b="1" dirty="0">
                <a:latin typeface="Arial"/>
                <a:cs typeface="Arial"/>
              </a:rPr>
              <a:t>Competitors</a:t>
            </a:r>
            <a:r>
              <a:rPr sz="1700" b="1" spc="-40" dirty="0">
                <a:latin typeface="Arial"/>
                <a:cs typeface="Arial"/>
              </a:rPr>
              <a:t> </a:t>
            </a:r>
            <a:r>
              <a:rPr sz="1700" dirty="0">
                <a:latin typeface="Arial"/>
                <a:cs typeface="Arial"/>
              </a:rPr>
              <a:t>–</a:t>
            </a:r>
            <a:r>
              <a:rPr sz="1700" spc="-10" dirty="0">
                <a:latin typeface="Arial"/>
                <a:cs typeface="Arial"/>
              </a:rPr>
              <a:t> </a:t>
            </a:r>
            <a:r>
              <a:rPr sz="1700" dirty="0">
                <a:latin typeface="Arial"/>
                <a:cs typeface="Arial"/>
              </a:rPr>
              <a:t>Competition</a:t>
            </a:r>
            <a:r>
              <a:rPr sz="1700" spc="-15" dirty="0">
                <a:latin typeface="Arial"/>
                <a:cs typeface="Arial"/>
              </a:rPr>
              <a:t> </a:t>
            </a:r>
            <a:r>
              <a:rPr sz="1700" dirty="0">
                <a:latin typeface="Arial"/>
                <a:cs typeface="Arial"/>
              </a:rPr>
              <a:t>drives</a:t>
            </a:r>
            <a:r>
              <a:rPr sz="1700" spc="-30" dirty="0">
                <a:latin typeface="Arial"/>
                <a:cs typeface="Arial"/>
              </a:rPr>
              <a:t> </a:t>
            </a:r>
            <a:r>
              <a:rPr sz="1700" dirty="0">
                <a:latin typeface="Arial"/>
                <a:cs typeface="Arial"/>
              </a:rPr>
              <a:t>many</a:t>
            </a:r>
            <a:r>
              <a:rPr sz="1700" spc="-15" dirty="0">
                <a:latin typeface="Arial"/>
                <a:cs typeface="Arial"/>
              </a:rPr>
              <a:t> </a:t>
            </a:r>
            <a:r>
              <a:rPr sz="1700" dirty="0">
                <a:latin typeface="Arial"/>
                <a:cs typeface="Arial"/>
              </a:rPr>
              <a:t>IS</a:t>
            </a:r>
            <a:r>
              <a:rPr sz="1700" spc="-10" dirty="0">
                <a:latin typeface="Arial"/>
                <a:cs typeface="Arial"/>
              </a:rPr>
              <a:t> </a:t>
            </a:r>
            <a:r>
              <a:rPr sz="1700" dirty="0">
                <a:latin typeface="Arial"/>
                <a:cs typeface="Arial"/>
              </a:rPr>
              <a:t>decisions</a:t>
            </a:r>
            <a:r>
              <a:rPr sz="1700" spc="-30" dirty="0">
                <a:latin typeface="Arial"/>
                <a:cs typeface="Arial"/>
              </a:rPr>
              <a:t> </a:t>
            </a:r>
            <a:r>
              <a:rPr sz="1700" dirty="0">
                <a:latin typeface="Arial"/>
                <a:cs typeface="Arial"/>
              </a:rPr>
              <a:t>to</a:t>
            </a:r>
            <a:r>
              <a:rPr sz="1700" spc="-10" dirty="0">
                <a:latin typeface="Arial"/>
                <a:cs typeface="Arial"/>
              </a:rPr>
              <a:t> </a:t>
            </a:r>
            <a:r>
              <a:rPr sz="1700" dirty="0">
                <a:latin typeface="Arial"/>
                <a:cs typeface="Arial"/>
              </a:rPr>
              <a:t>ensure</a:t>
            </a:r>
            <a:r>
              <a:rPr sz="1700" spc="-15" dirty="0">
                <a:latin typeface="Arial"/>
                <a:cs typeface="Arial"/>
              </a:rPr>
              <a:t> </a:t>
            </a:r>
            <a:r>
              <a:rPr sz="1700" dirty="0">
                <a:latin typeface="Arial"/>
                <a:cs typeface="Arial"/>
              </a:rPr>
              <a:t>the</a:t>
            </a:r>
            <a:r>
              <a:rPr sz="1700" spc="5" dirty="0">
                <a:latin typeface="Arial"/>
                <a:cs typeface="Arial"/>
              </a:rPr>
              <a:t> </a:t>
            </a:r>
            <a:r>
              <a:rPr sz="1700" spc="-20" dirty="0">
                <a:latin typeface="Arial"/>
                <a:cs typeface="Arial"/>
              </a:rPr>
              <a:t>firm </a:t>
            </a:r>
            <a:r>
              <a:rPr sz="1700" dirty="0">
                <a:latin typeface="Arial"/>
                <a:cs typeface="Arial"/>
              </a:rPr>
              <a:t>remains</a:t>
            </a:r>
            <a:r>
              <a:rPr sz="1700" spc="-30" dirty="0">
                <a:latin typeface="Arial"/>
                <a:cs typeface="Arial"/>
              </a:rPr>
              <a:t> </a:t>
            </a:r>
            <a:r>
              <a:rPr sz="1700" dirty="0">
                <a:latin typeface="Arial"/>
                <a:cs typeface="Arial"/>
              </a:rPr>
              <a:t>competitive</a:t>
            </a:r>
            <a:r>
              <a:rPr sz="1700" spc="-15" dirty="0">
                <a:latin typeface="Arial"/>
                <a:cs typeface="Arial"/>
              </a:rPr>
              <a:t> </a:t>
            </a:r>
            <a:r>
              <a:rPr sz="1700" dirty="0">
                <a:latin typeface="Arial"/>
                <a:cs typeface="Arial"/>
              </a:rPr>
              <a:t>in</a:t>
            </a:r>
            <a:r>
              <a:rPr sz="1700" spc="-15" dirty="0">
                <a:latin typeface="Arial"/>
                <a:cs typeface="Arial"/>
              </a:rPr>
              <a:t> </a:t>
            </a:r>
            <a:r>
              <a:rPr sz="1700" dirty="0">
                <a:latin typeface="Arial"/>
                <a:cs typeface="Arial"/>
              </a:rPr>
              <a:t>the</a:t>
            </a:r>
            <a:r>
              <a:rPr sz="1700" spc="5" dirty="0">
                <a:latin typeface="Arial"/>
                <a:cs typeface="Arial"/>
              </a:rPr>
              <a:t> </a:t>
            </a:r>
            <a:r>
              <a:rPr sz="1700" spc="-10" dirty="0">
                <a:latin typeface="Arial"/>
                <a:cs typeface="Arial"/>
              </a:rPr>
              <a:t>market</a:t>
            </a:r>
            <a:endParaRPr sz="1700">
              <a:latin typeface="Arial"/>
              <a:cs typeface="Arial"/>
            </a:endParaRPr>
          </a:p>
          <a:p>
            <a:pPr>
              <a:lnSpc>
                <a:spcPct val="100000"/>
              </a:lnSpc>
              <a:buClr>
                <a:srgbClr val="1F487C"/>
              </a:buClr>
              <a:buFont typeface="Arial"/>
              <a:buAutoNum type="arabicPeriod"/>
            </a:pPr>
            <a:endParaRPr sz="2100">
              <a:latin typeface="Arial"/>
              <a:cs typeface="Arial"/>
            </a:endParaRPr>
          </a:p>
          <a:p>
            <a:pPr marL="355600" indent="-342900">
              <a:lnSpc>
                <a:spcPts val="1939"/>
              </a:lnSpc>
              <a:buClr>
                <a:srgbClr val="1F487C"/>
              </a:buClr>
              <a:buAutoNum type="arabicPeriod"/>
              <a:tabLst>
                <a:tab pos="354965" algn="l"/>
                <a:tab pos="355600" algn="l"/>
              </a:tabLst>
            </a:pPr>
            <a:r>
              <a:rPr sz="1700" b="1" dirty="0">
                <a:latin typeface="Arial"/>
                <a:cs typeface="Arial"/>
              </a:rPr>
              <a:t>Economy</a:t>
            </a:r>
            <a:r>
              <a:rPr sz="1700" b="1" spc="-35" dirty="0">
                <a:latin typeface="Arial"/>
                <a:cs typeface="Arial"/>
              </a:rPr>
              <a:t> </a:t>
            </a:r>
            <a:r>
              <a:rPr sz="1700" dirty="0">
                <a:latin typeface="Arial"/>
                <a:cs typeface="Arial"/>
              </a:rPr>
              <a:t>–</a:t>
            </a:r>
            <a:r>
              <a:rPr sz="1700" spc="-5" dirty="0">
                <a:latin typeface="Arial"/>
                <a:cs typeface="Arial"/>
              </a:rPr>
              <a:t> </a:t>
            </a:r>
            <a:r>
              <a:rPr sz="1700" dirty="0">
                <a:latin typeface="Arial"/>
                <a:cs typeface="Arial"/>
              </a:rPr>
              <a:t>Economy</a:t>
            </a:r>
            <a:r>
              <a:rPr sz="1700" spc="-20" dirty="0">
                <a:latin typeface="Arial"/>
                <a:cs typeface="Arial"/>
              </a:rPr>
              <a:t> </a:t>
            </a:r>
            <a:r>
              <a:rPr sz="1700" dirty="0">
                <a:latin typeface="Arial"/>
                <a:cs typeface="Arial"/>
              </a:rPr>
              <a:t>activity</a:t>
            </a:r>
            <a:r>
              <a:rPr sz="1700" spc="-15" dirty="0">
                <a:latin typeface="Arial"/>
                <a:cs typeface="Arial"/>
              </a:rPr>
              <a:t> </a:t>
            </a:r>
            <a:r>
              <a:rPr sz="1700" dirty="0">
                <a:latin typeface="Arial"/>
                <a:cs typeface="Arial"/>
              </a:rPr>
              <a:t>has</a:t>
            </a:r>
            <a:r>
              <a:rPr sz="1700" spc="-5" dirty="0">
                <a:latin typeface="Arial"/>
                <a:cs typeface="Arial"/>
              </a:rPr>
              <a:t> </a:t>
            </a:r>
            <a:r>
              <a:rPr sz="1700" dirty="0">
                <a:latin typeface="Arial"/>
                <a:cs typeface="Arial"/>
              </a:rPr>
              <a:t>a</a:t>
            </a:r>
            <a:r>
              <a:rPr sz="1700" spc="-5" dirty="0">
                <a:latin typeface="Arial"/>
                <a:cs typeface="Arial"/>
              </a:rPr>
              <a:t> </a:t>
            </a:r>
            <a:r>
              <a:rPr sz="1700" dirty="0">
                <a:latin typeface="Arial"/>
                <a:cs typeface="Arial"/>
              </a:rPr>
              <a:t>strong</a:t>
            </a:r>
            <a:r>
              <a:rPr sz="1700" spc="-5" dirty="0">
                <a:latin typeface="Arial"/>
                <a:cs typeface="Arial"/>
              </a:rPr>
              <a:t> </a:t>
            </a:r>
            <a:r>
              <a:rPr sz="1700" dirty="0">
                <a:latin typeface="Arial"/>
                <a:cs typeface="Arial"/>
              </a:rPr>
              <a:t>influence</a:t>
            </a:r>
            <a:r>
              <a:rPr sz="1700" spc="-10" dirty="0">
                <a:latin typeface="Arial"/>
                <a:cs typeface="Arial"/>
              </a:rPr>
              <a:t> </a:t>
            </a:r>
            <a:r>
              <a:rPr sz="1700" dirty="0">
                <a:latin typeface="Arial"/>
                <a:cs typeface="Arial"/>
              </a:rPr>
              <a:t>on</a:t>
            </a:r>
            <a:r>
              <a:rPr sz="1700" spc="-10" dirty="0">
                <a:latin typeface="Arial"/>
                <a:cs typeface="Arial"/>
              </a:rPr>
              <a:t> </a:t>
            </a:r>
            <a:r>
              <a:rPr sz="1700" dirty="0">
                <a:latin typeface="Arial"/>
                <a:cs typeface="Arial"/>
              </a:rPr>
              <a:t>corporate</a:t>
            </a:r>
            <a:r>
              <a:rPr sz="1700" spc="10" dirty="0">
                <a:latin typeface="Arial"/>
                <a:cs typeface="Arial"/>
              </a:rPr>
              <a:t> </a:t>
            </a:r>
            <a:r>
              <a:rPr sz="1700" spc="-10" dirty="0">
                <a:latin typeface="Arial"/>
                <a:cs typeface="Arial"/>
              </a:rPr>
              <a:t>information</a:t>
            </a:r>
            <a:endParaRPr sz="1700">
              <a:latin typeface="Arial"/>
              <a:cs typeface="Arial"/>
            </a:endParaRPr>
          </a:p>
          <a:p>
            <a:pPr marL="355600">
              <a:lnSpc>
                <a:spcPts val="1939"/>
              </a:lnSpc>
            </a:pPr>
            <a:r>
              <a:rPr sz="1700" spc="-10" dirty="0">
                <a:latin typeface="Arial"/>
                <a:cs typeface="Arial"/>
              </a:rPr>
              <a:t>management</a:t>
            </a:r>
            <a:endParaRPr sz="1700">
              <a:latin typeface="Arial"/>
              <a:cs typeface="Arial"/>
            </a:endParaRPr>
          </a:p>
          <a:p>
            <a:pPr>
              <a:lnSpc>
                <a:spcPct val="100000"/>
              </a:lnSpc>
              <a:spcBef>
                <a:spcPts val="30"/>
              </a:spcBef>
            </a:pPr>
            <a:endParaRPr sz="2300">
              <a:latin typeface="Arial"/>
              <a:cs typeface="Arial"/>
            </a:endParaRPr>
          </a:p>
          <a:p>
            <a:pPr marL="355600" marR="220979" indent="-342900">
              <a:lnSpc>
                <a:spcPts val="1839"/>
              </a:lnSpc>
              <a:spcBef>
                <a:spcPts val="5"/>
              </a:spcBef>
              <a:buClr>
                <a:srgbClr val="1F487C"/>
              </a:buClr>
              <a:buAutoNum type="arabicPeriod" startAt="4"/>
              <a:tabLst>
                <a:tab pos="354965" algn="l"/>
                <a:tab pos="355600" algn="l"/>
              </a:tabLst>
            </a:pPr>
            <a:r>
              <a:rPr sz="1700" b="1" dirty="0">
                <a:latin typeface="Arial"/>
                <a:cs typeface="Arial"/>
              </a:rPr>
              <a:t>Government</a:t>
            </a:r>
            <a:r>
              <a:rPr sz="1700" b="1" spc="-10" dirty="0">
                <a:latin typeface="Arial"/>
                <a:cs typeface="Arial"/>
              </a:rPr>
              <a:t> </a:t>
            </a:r>
            <a:r>
              <a:rPr sz="1700" dirty="0">
                <a:latin typeface="Arial"/>
                <a:cs typeface="Arial"/>
              </a:rPr>
              <a:t>–</a:t>
            </a:r>
            <a:r>
              <a:rPr sz="1700" spc="-15" dirty="0">
                <a:latin typeface="Arial"/>
                <a:cs typeface="Arial"/>
              </a:rPr>
              <a:t> </a:t>
            </a:r>
            <a:r>
              <a:rPr sz="1700" dirty="0">
                <a:latin typeface="Arial"/>
                <a:cs typeface="Arial"/>
              </a:rPr>
              <a:t>Government</a:t>
            </a:r>
            <a:r>
              <a:rPr sz="1700" spc="-15" dirty="0">
                <a:latin typeface="Arial"/>
                <a:cs typeface="Arial"/>
              </a:rPr>
              <a:t> </a:t>
            </a:r>
            <a:r>
              <a:rPr sz="1700" dirty="0">
                <a:latin typeface="Arial"/>
                <a:cs typeface="Arial"/>
              </a:rPr>
              <a:t>regulations</a:t>
            </a:r>
            <a:r>
              <a:rPr sz="1700" spc="-30" dirty="0">
                <a:latin typeface="Arial"/>
                <a:cs typeface="Arial"/>
              </a:rPr>
              <a:t> </a:t>
            </a:r>
            <a:r>
              <a:rPr sz="1700" dirty="0">
                <a:latin typeface="Arial"/>
                <a:cs typeface="Arial"/>
              </a:rPr>
              <a:t>directly</a:t>
            </a:r>
            <a:r>
              <a:rPr sz="1700" spc="-30" dirty="0">
                <a:latin typeface="Arial"/>
                <a:cs typeface="Arial"/>
              </a:rPr>
              <a:t> </a:t>
            </a:r>
            <a:r>
              <a:rPr sz="1700" dirty="0">
                <a:latin typeface="Arial"/>
                <a:cs typeface="Arial"/>
              </a:rPr>
              <a:t>affect</a:t>
            </a:r>
            <a:r>
              <a:rPr sz="1700" spc="-15" dirty="0">
                <a:latin typeface="Arial"/>
                <a:cs typeface="Arial"/>
              </a:rPr>
              <a:t> </a:t>
            </a:r>
            <a:r>
              <a:rPr sz="1700" dirty="0">
                <a:latin typeface="Arial"/>
                <a:cs typeface="Arial"/>
              </a:rPr>
              <a:t>the</a:t>
            </a:r>
            <a:r>
              <a:rPr sz="1700" spc="-10" dirty="0">
                <a:latin typeface="Arial"/>
                <a:cs typeface="Arial"/>
              </a:rPr>
              <a:t> </a:t>
            </a:r>
            <a:r>
              <a:rPr sz="1700" dirty="0">
                <a:latin typeface="Arial"/>
                <a:cs typeface="Arial"/>
              </a:rPr>
              <a:t>design</a:t>
            </a:r>
            <a:r>
              <a:rPr sz="1700" spc="-25" dirty="0">
                <a:latin typeface="Arial"/>
                <a:cs typeface="Arial"/>
              </a:rPr>
              <a:t> </a:t>
            </a:r>
            <a:r>
              <a:rPr sz="1700" dirty="0">
                <a:latin typeface="Arial"/>
                <a:cs typeface="Arial"/>
              </a:rPr>
              <a:t>of</a:t>
            </a:r>
            <a:r>
              <a:rPr sz="1700" spc="-15" dirty="0">
                <a:latin typeface="Arial"/>
                <a:cs typeface="Arial"/>
              </a:rPr>
              <a:t> </a:t>
            </a:r>
            <a:r>
              <a:rPr sz="1700" spc="-10" dirty="0">
                <a:latin typeface="Arial"/>
                <a:cs typeface="Arial"/>
              </a:rPr>
              <a:t>corporate </a:t>
            </a:r>
            <a:r>
              <a:rPr sz="1700" spc="-25" dirty="0">
                <a:latin typeface="Arial"/>
                <a:cs typeface="Arial"/>
              </a:rPr>
              <a:t>IS</a:t>
            </a:r>
            <a:endParaRPr sz="1700">
              <a:latin typeface="Arial"/>
              <a:cs typeface="Arial"/>
            </a:endParaRPr>
          </a:p>
          <a:p>
            <a:pPr>
              <a:lnSpc>
                <a:spcPct val="100000"/>
              </a:lnSpc>
              <a:buClr>
                <a:srgbClr val="1F487C"/>
              </a:buClr>
              <a:buFont typeface="Arial"/>
              <a:buAutoNum type="arabicPeriod" startAt="4"/>
            </a:pPr>
            <a:endParaRPr sz="2100">
              <a:latin typeface="Arial"/>
              <a:cs typeface="Arial"/>
            </a:endParaRPr>
          </a:p>
          <a:p>
            <a:pPr marL="355600" indent="-342900">
              <a:lnSpc>
                <a:spcPts val="1939"/>
              </a:lnSpc>
              <a:buClr>
                <a:srgbClr val="1F487C"/>
              </a:buClr>
              <a:buAutoNum type="arabicPeriod" startAt="4"/>
              <a:tabLst>
                <a:tab pos="354965" algn="l"/>
                <a:tab pos="355600" algn="l"/>
              </a:tabLst>
            </a:pPr>
            <a:r>
              <a:rPr sz="1700" b="1" spc="-10" dirty="0">
                <a:latin typeface="Arial"/>
                <a:cs typeface="Arial"/>
              </a:rPr>
              <a:t>Technology</a:t>
            </a:r>
            <a:r>
              <a:rPr sz="1700" b="1" spc="-60" dirty="0">
                <a:latin typeface="Arial"/>
                <a:cs typeface="Arial"/>
              </a:rPr>
              <a:t> </a:t>
            </a:r>
            <a:r>
              <a:rPr sz="1700" dirty="0">
                <a:latin typeface="Arial"/>
                <a:cs typeface="Arial"/>
              </a:rPr>
              <a:t>–</a:t>
            </a:r>
            <a:r>
              <a:rPr sz="1700" spc="-20" dirty="0">
                <a:latin typeface="Arial"/>
                <a:cs typeface="Arial"/>
              </a:rPr>
              <a:t> </a:t>
            </a:r>
            <a:r>
              <a:rPr sz="1700" dirty="0">
                <a:latin typeface="Arial"/>
                <a:cs typeface="Arial"/>
              </a:rPr>
              <a:t>Rapid</a:t>
            </a:r>
            <a:r>
              <a:rPr sz="1700" spc="-40" dirty="0">
                <a:latin typeface="Arial"/>
                <a:cs typeface="Arial"/>
              </a:rPr>
              <a:t> </a:t>
            </a:r>
            <a:r>
              <a:rPr sz="1700" dirty="0">
                <a:latin typeface="Arial"/>
                <a:cs typeface="Arial"/>
              </a:rPr>
              <a:t>growth of</a:t>
            </a:r>
            <a:r>
              <a:rPr sz="1700" spc="-30" dirty="0">
                <a:latin typeface="Arial"/>
                <a:cs typeface="Arial"/>
              </a:rPr>
              <a:t> </a:t>
            </a:r>
            <a:r>
              <a:rPr sz="1700" dirty="0">
                <a:latin typeface="Arial"/>
                <a:cs typeface="Arial"/>
              </a:rPr>
              <a:t>technology</a:t>
            </a:r>
            <a:r>
              <a:rPr sz="1700" spc="-25" dirty="0">
                <a:latin typeface="Arial"/>
                <a:cs typeface="Arial"/>
              </a:rPr>
              <a:t> </a:t>
            </a:r>
            <a:r>
              <a:rPr sz="1700" dirty="0">
                <a:latin typeface="Arial"/>
                <a:cs typeface="Arial"/>
              </a:rPr>
              <a:t>creates</a:t>
            </a:r>
            <a:r>
              <a:rPr sz="1700" spc="-20" dirty="0">
                <a:latin typeface="Arial"/>
                <a:cs typeface="Arial"/>
              </a:rPr>
              <a:t> </a:t>
            </a:r>
            <a:r>
              <a:rPr sz="1700" dirty="0">
                <a:latin typeface="Arial"/>
                <a:cs typeface="Arial"/>
              </a:rPr>
              <a:t>new</a:t>
            </a:r>
            <a:r>
              <a:rPr sz="1700" spc="-25" dirty="0">
                <a:latin typeface="Arial"/>
                <a:cs typeface="Arial"/>
              </a:rPr>
              <a:t> </a:t>
            </a:r>
            <a:r>
              <a:rPr sz="1700" dirty="0">
                <a:latin typeface="Arial"/>
                <a:cs typeface="Arial"/>
              </a:rPr>
              <a:t>industries,</a:t>
            </a:r>
            <a:r>
              <a:rPr sz="1700" spc="-30" dirty="0">
                <a:latin typeface="Arial"/>
                <a:cs typeface="Arial"/>
              </a:rPr>
              <a:t> </a:t>
            </a:r>
            <a:r>
              <a:rPr sz="1700" dirty="0">
                <a:latin typeface="Arial"/>
                <a:cs typeface="Arial"/>
              </a:rPr>
              <a:t>reshapes</a:t>
            </a:r>
            <a:r>
              <a:rPr sz="1700" spc="-20" dirty="0">
                <a:latin typeface="Arial"/>
                <a:cs typeface="Arial"/>
              </a:rPr>
              <a:t> </a:t>
            </a:r>
            <a:r>
              <a:rPr sz="1700" spc="-50" dirty="0">
                <a:latin typeface="Arial"/>
                <a:cs typeface="Arial"/>
              </a:rPr>
              <a:t>a</a:t>
            </a:r>
            <a:endParaRPr sz="1700">
              <a:latin typeface="Arial"/>
              <a:cs typeface="Arial"/>
            </a:endParaRPr>
          </a:p>
          <a:p>
            <a:pPr marL="355600">
              <a:lnSpc>
                <a:spcPts val="1939"/>
              </a:lnSpc>
            </a:pPr>
            <a:r>
              <a:rPr sz="1700" dirty="0">
                <a:latin typeface="Arial"/>
                <a:cs typeface="Arial"/>
              </a:rPr>
              <a:t>company’s</a:t>
            </a:r>
            <a:r>
              <a:rPr sz="1700" spc="-15" dirty="0">
                <a:latin typeface="Arial"/>
                <a:cs typeface="Arial"/>
              </a:rPr>
              <a:t> </a:t>
            </a:r>
            <a:r>
              <a:rPr sz="1700" dirty="0">
                <a:latin typeface="Arial"/>
                <a:cs typeface="Arial"/>
              </a:rPr>
              <a:t>overall</a:t>
            </a:r>
            <a:r>
              <a:rPr sz="1700" spc="-30" dirty="0">
                <a:latin typeface="Arial"/>
                <a:cs typeface="Arial"/>
              </a:rPr>
              <a:t> </a:t>
            </a:r>
            <a:r>
              <a:rPr sz="1700" dirty="0">
                <a:latin typeface="Arial"/>
                <a:cs typeface="Arial"/>
              </a:rPr>
              <a:t>mission</a:t>
            </a:r>
            <a:r>
              <a:rPr sz="1700" spc="-35" dirty="0">
                <a:latin typeface="Arial"/>
                <a:cs typeface="Arial"/>
              </a:rPr>
              <a:t> </a:t>
            </a:r>
            <a:r>
              <a:rPr sz="1700" dirty="0">
                <a:latin typeface="Arial"/>
                <a:cs typeface="Arial"/>
              </a:rPr>
              <a:t>and</a:t>
            </a:r>
            <a:r>
              <a:rPr sz="1700" spc="-15" dirty="0">
                <a:latin typeface="Arial"/>
                <a:cs typeface="Arial"/>
              </a:rPr>
              <a:t> </a:t>
            </a:r>
            <a:r>
              <a:rPr sz="1700" spc="-10" dirty="0">
                <a:latin typeface="Arial"/>
                <a:cs typeface="Arial"/>
              </a:rPr>
              <a:t>day-to-</a:t>
            </a:r>
            <a:r>
              <a:rPr sz="1700" dirty="0">
                <a:latin typeface="Arial"/>
                <a:cs typeface="Arial"/>
              </a:rPr>
              <a:t>day</a:t>
            </a:r>
            <a:r>
              <a:rPr sz="1700" spc="25" dirty="0">
                <a:latin typeface="Arial"/>
                <a:cs typeface="Arial"/>
              </a:rPr>
              <a:t> </a:t>
            </a:r>
            <a:r>
              <a:rPr sz="1700" spc="-10" dirty="0">
                <a:latin typeface="Arial"/>
                <a:cs typeface="Arial"/>
              </a:rPr>
              <a:t>operations</a:t>
            </a:r>
            <a:endParaRPr sz="1700">
              <a:latin typeface="Arial"/>
              <a:cs typeface="Arial"/>
            </a:endParaRPr>
          </a:p>
          <a:p>
            <a:pPr>
              <a:lnSpc>
                <a:spcPct val="100000"/>
              </a:lnSpc>
              <a:spcBef>
                <a:spcPts val="30"/>
              </a:spcBef>
            </a:pPr>
            <a:endParaRPr sz="2300">
              <a:latin typeface="Arial"/>
              <a:cs typeface="Arial"/>
            </a:endParaRPr>
          </a:p>
          <a:p>
            <a:pPr marL="355600" marR="5080" indent="-342900">
              <a:lnSpc>
                <a:spcPts val="1839"/>
              </a:lnSpc>
              <a:buClr>
                <a:srgbClr val="1F487C"/>
              </a:buClr>
              <a:buAutoNum type="arabicPeriod" startAt="6"/>
              <a:tabLst>
                <a:tab pos="354965" algn="l"/>
                <a:tab pos="355600" algn="l"/>
              </a:tabLst>
            </a:pPr>
            <a:r>
              <a:rPr sz="1700" b="1" dirty="0">
                <a:latin typeface="Arial"/>
                <a:cs typeface="Arial"/>
              </a:rPr>
              <a:t>Suppliers</a:t>
            </a:r>
            <a:r>
              <a:rPr sz="1700" b="1" spc="-30" dirty="0">
                <a:latin typeface="Arial"/>
                <a:cs typeface="Arial"/>
              </a:rPr>
              <a:t> </a:t>
            </a:r>
            <a:r>
              <a:rPr sz="1700" dirty="0">
                <a:latin typeface="Arial"/>
                <a:cs typeface="Arial"/>
              </a:rPr>
              <a:t>–</a:t>
            </a:r>
            <a:r>
              <a:rPr sz="1700" spc="-5" dirty="0">
                <a:latin typeface="Arial"/>
                <a:cs typeface="Arial"/>
              </a:rPr>
              <a:t> </a:t>
            </a:r>
            <a:r>
              <a:rPr sz="1700" dirty="0">
                <a:latin typeface="Arial"/>
                <a:cs typeface="Arial"/>
              </a:rPr>
              <a:t>Significant</a:t>
            </a:r>
            <a:r>
              <a:rPr sz="1700" spc="-20" dirty="0">
                <a:latin typeface="Arial"/>
                <a:cs typeface="Arial"/>
              </a:rPr>
              <a:t> </a:t>
            </a:r>
            <a:r>
              <a:rPr sz="1700" dirty="0">
                <a:latin typeface="Arial"/>
                <a:cs typeface="Arial"/>
              </a:rPr>
              <a:t>growth</a:t>
            </a:r>
            <a:r>
              <a:rPr sz="1700" spc="15" dirty="0">
                <a:latin typeface="Arial"/>
                <a:cs typeface="Arial"/>
              </a:rPr>
              <a:t> </a:t>
            </a:r>
            <a:r>
              <a:rPr sz="1700" dirty="0">
                <a:latin typeface="Arial"/>
                <a:cs typeface="Arial"/>
              </a:rPr>
              <a:t>of</a:t>
            </a:r>
            <a:r>
              <a:rPr sz="1700" spc="-15" dirty="0">
                <a:latin typeface="Arial"/>
                <a:cs typeface="Arial"/>
              </a:rPr>
              <a:t> </a:t>
            </a:r>
            <a:r>
              <a:rPr sz="1700" dirty="0">
                <a:latin typeface="Arial"/>
                <a:cs typeface="Arial"/>
              </a:rPr>
              <a:t>e-commerce</a:t>
            </a:r>
            <a:r>
              <a:rPr sz="1700" spc="-20" dirty="0">
                <a:latin typeface="Arial"/>
                <a:cs typeface="Arial"/>
              </a:rPr>
              <a:t> </a:t>
            </a:r>
            <a:r>
              <a:rPr sz="1700" dirty="0">
                <a:latin typeface="Arial"/>
                <a:cs typeface="Arial"/>
              </a:rPr>
              <a:t>makes</a:t>
            </a:r>
            <a:r>
              <a:rPr sz="1700" spc="-20" dirty="0">
                <a:latin typeface="Arial"/>
                <a:cs typeface="Arial"/>
              </a:rPr>
              <a:t> </a:t>
            </a:r>
            <a:r>
              <a:rPr sz="1700" dirty="0">
                <a:latin typeface="Arial"/>
                <a:cs typeface="Arial"/>
              </a:rPr>
              <a:t>the</a:t>
            </a:r>
            <a:r>
              <a:rPr sz="1700" spc="5" dirty="0">
                <a:latin typeface="Arial"/>
                <a:cs typeface="Arial"/>
              </a:rPr>
              <a:t> </a:t>
            </a:r>
            <a:r>
              <a:rPr sz="1700" dirty="0">
                <a:latin typeface="Arial"/>
                <a:cs typeface="Arial"/>
              </a:rPr>
              <a:t>relationships</a:t>
            </a:r>
            <a:r>
              <a:rPr sz="1700" spc="-30" dirty="0">
                <a:latin typeface="Arial"/>
                <a:cs typeface="Arial"/>
              </a:rPr>
              <a:t> </a:t>
            </a:r>
            <a:r>
              <a:rPr sz="1700" spc="-10" dirty="0">
                <a:latin typeface="Arial"/>
                <a:cs typeface="Arial"/>
              </a:rPr>
              <a:t>between </a:t>
            </a:r>
            <a:r>
              <a:rPr sz="1700" dirty="0">
                <a:latin typeface="Arial"/>
                <a:cs typeface="Arial"/>
              </a:rPr>
              <a:t>providers</a:t>
            </a:r>
            <a:r>
              <a:rPr sz="1700" spc="-15" dirty="0">
                <a:latin typeface="Arial"/>
                <a:cs typeface="Arial"/>
              </a:rPr>
              <a:t> </a:t>
            </a:r>
            <a:r>
              <a:rPr sz="1700" dirty="0">
                <a:latin typeface="Arial"/>
                <a:cs typeface="Arial"/>
              </a:rPr>
              <a:t>and</a:t>
            </a:r>
            <a:r>
              <a:rPr sz="1700" spc="-15" dirty="0">
                <a:latin typeface="Arial"/>
                <a:cs typeface="Arial"/>
              </a:rPr>
              <a:t> </a:t>
            </a:r>
            <a:r>
              <a:rPr sz="1700" dirty="0">
                <a:latin typeface="Arial"/>
                <a:cs typeface="Arial"/>
              </a:rPr>
              <a:t>suppliers</a:t>
            </a:r>
            <a:r>
              <a:rPr sz="1700" spc="-35" dirty="0">
                <a:latin typeface="Arial"/>
                <a:cs typeface="Arial"/>
              </a:rPr>
              <a:t> </a:t>
            </a:r>
            <a:r>
              <a:rPr sz="1700" dirty="0">
                <a:latin typeface="Arial"/>
                <a:cs typeface="Arial"/>
              </a:rPr>
              <a:t>critically</a:t>
            </a:r>
            <a:r>
              <a:rPr sz="1700" spc="-40" dirty="0">
                <a:latin typeface="Arial"/>
                <a:cs typeface="Arial"/>
              </a:rPr>
              <a:t> </a:t>
            </a:r>
            <a:r>
              <a:rPr sz="1700" spc="-10" dirty="0">
                <a:latin typeface="Arial"/>
                <a:cs typeface="Arial"/>
              </a:rPr>
              <a:t>important</a:t>
            </a:r>
            <a:endParaRPr sz="170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17</a:t>
            </a:fld>
            <a:endParaRPr spc="-25" dirty="0"/>
          </a:p>
        </p:txBody>
      </p:sp>
      <p:sp>
        <p:nvSpPr>
          <p:cNvPr id="3" name="object 3"/>
          <p:cNvSpPr txBox="1">
            <a:spLocks noGrp="1"/>
          </p:cNvSpPr>
          <p:nvPr>
            <p:ph type="title"/>
          </p:nvPr>
        </p:nvSpPr>
        <p:spPr>
          <a:xfrm>
            <a:off x="457962" y="215645"/>
            <a:ext cx="7141845" cy="646972"/>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External</a:t>
            </a:r>
            <a:r>
              <a:rPr sz="2800" spc="-105" dirty="0"/>
              <a:t> </a:t>
            </a:r>
            <a:r>
              <a:rPr sz="2800" spc="-10" dirty="0"/>
              <a:t>factors</a:t>
            </a:r>
            <a:r>
              <a:rPr lang="en-US" sz="2800" spc="-10" dirty="0"/>
              <a:t> </a:t>
            </a:r>
            <a:r>
              <a:rPr lang="en-US" sz="2800" dirty="0"/>
              <a:t>for system</a:t>
            </a:r>
            <a:r>
              <a:rPr lang="en-US" sz="2800" spc="-35" dirty="0"/>
              <a:t> </a:t>
            </a:r>
            <a:r>
              <a:rPr lang="en-US" sz="2800" spc="-10" dirty="0"/>
              <a:t>project</a:t>
            </a:r>
            <a:endParaRPr sz="2800" dirty="0"/>
          </a:p>
        </p:txBody>
      </p:sp>
      <p:sp>
        <p:nvSpPr>
          <p:cNvPr id="6" name="Freeform 8">
            <a:extLst>
              <a:ext uri="{FF2B5EF4-FFF2-40B4-BE49-F238E27FC236}">
                <a16:creationId xmlns:a16="http://schemas.microsoft.com/office/drawing/2014/main" id="{399AC00E-DE8D-4BBB-99A8-0955159BF90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8134" y="1752600"/>
            <a:ext cx="8013700" cy="4104970"/>
          </a:xfrm>
          <a:prstGeom prst="rect">
            <a:avLst/>
          </a:prstGeom>
        </p:spPr>
        <p:txBody>
          <a:bodyPr vert="horz" wrap="square" lIns="0" tIns="41910" rIns="0" bIns="0" rtlCol="0">
            <a:spAutoFit/>
          </a:bodyPr>
          <a:lstStyle/>
          <a:p>
            <a:pPr marL="285750" indent="-285750">
              <a:buFont typeface="Arial" panose="020B0604020202020204" pitchFamily="34" charset="0"/>
              <a:buChar char="•"/>
            </a:pPr>
            <a:r>
              <a:rPr lang="en-US" sz="2200" b="1" dirty="0"/>
              <a:t>Initiated by users or management</a:t>
            </a:r>
            <a:r>
              <a:rPr lang="en-US" sz="2200" dirty="0"/>
              <a:t> – not usually by the IT team itself.</a:t>
            </a:r>
          </a:p>
          <a:p>
            <a:pPr marL="285750" indent="-285750">
              <a:buFont typeface="Arial" panose="020B0604020202020204" pitchFamily="34" charset="0"/>
              <a:buChar char="•"/>
            </a:pPr>
            <a:r>
              <a:rPr lang="en-US" sz="2200" b="1" dirty="0"/>
              <a:t>Defines the problem or opportunity</a:t>
            </a:r>
            <a:r>
              <a:rPr lang="en-US" sz="2200" dirty="0"/>
              <a:t> that the system should address.</a:t>
            </a:r>
          </a:p>
          <a:p>
            <a:pPr marL="285750" indent="-285750">
              <a:buFont typeface="Arial" panose="020B0604020202020204" pitchFamily="34" charset="0"/>
              <a:buChar char="•"/>
            </a:pPr>
            <a:r>
              <a:rPr lang="en-US" sz="2200" b="1" dirty="0"/>
              <a:t>Outlines the proposed system’s objectives</a:t>
            </a:r>
            <a:r>
              <a:rPr lang="en-US" sz="2200" dirty="0"/>
              <a:t> (e.g., faster processing, better reporting, improved customer service).</a:t>
            </a:r>
          </a:p>
          <a:p>
            <a:pPr marL="285750" indent="-285750">
              <a:buFont typeface="Arial" panose="020B0604020202020204" pitchFamily="34" charset="0"/>
              <a:buChar char="•"/>
            </a:pPr>
            <a:r>
              <a:rPr lang="en-US" sz="2200" b="1" dirty="0"/>
              <a:t>Provides reasons for the request</a:t>
            </a:r>
            <a:r>
              <a:rPr lang="en-US" sz="2200" dirty="0"/>
              <a:t> (e.g., inefficiency in current system, compliance needs, competitive advantage).</a:t>
            </a:r>
          </a:p>
          <a:p>
            <a:pPr marL="285750" indent="-285750">
              <a:buFont typeface="Arial" panose="020B0604020202020204" pitchFamily="34" charset="0"/>
              <a:buChar char="•"/>
            </a:pPr>
            <a:r>
              <a:rPr lang="en-US" sz="2200" b="1" dirty="0"/>
              <a:t>Summarizes expected benefits</a:t>
            </a:r>
            <a:r>
              <a:rPr lang="en-US" sz="2200" dirty="0"/>
              <a:t> (e.g., cost savings, productivity improvements).</a:t>
            </a:r>
          </a:p>
          <a:p>
            <a:pPr marL="285750" indent="-285750">
              <a:buFont typeface="Arial" panose="020B0604020202020204" pitchFamily="34" charset="0"/>
              <a:buChar char="•"/>
            </a:pPr>
            <a:r>
              <a:rPr lang="en-US" sz="2200" b="1" dirty="0"/>
              <a:t>Often includes constraints or special requirements</a:t>
            </a:r>
            <a:r>
              <a:rPr lang="en-US" sz="2200" dirty="0"/>
              <a:t> (e.g., deadline, budget, regulatory compliance).</a:t>
            </a: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18</a:t>
            </a:fld>
            <a:endParaRPr spc="-25" dirty="0"/>
          </a:p>
        </p:txBody>
      </p:sp>
      <p:sp>
        <p:nvSpPr>
          <p:cNvPr id="3" name="object 3"/>
          <p:cNvSpPr txBox="1">
            <a:spLocks noGrp="1"/>
          </p:cNvSpPr>
          <p:nvPr>
            <p:ph type="title"/>
          </p:nvPr>
        </p:nvSpPr>
        <p:spPr>
          <a:xfrm>
            <a:off x="457962" y="215645"/>
            <a:ext cx="7141845" cy="646972"/>
          </a:xfrm>
          <a:prstGeom prst="rect">
            <a:avLst/>
          </a:prstGeom>
          <a:ln w="19811">
            <a:solidFill>
              <a:srgbClr val="92CDDD"/>
            </a:solidFill>
          </a:ln>
        </p:spPr>
        <p:txBody>
          <a:bodyPr vert="horz" wrap="square" lIns="0" tIns="213995" rIns="0" bIns="0" rtlCol="0">
            <a:spAutoFit/>
          </a:bodyPr>
          <a:lstStyle/>
          <a:p>
            <a:r>
              <a:rPr lang="en-US" sz="2800" dirty="0"/>
              <a:t>Key Features of a System Request</a:t>
            </a:r>
          </a:p>
        </p:txBody>
      </p:sp>
      <p:sp>
        <p:nvSpPr>
          <p:cNvPr id="6" name="Freeform 8">
            <a:extLst>
              <a:ext uri="{FF2B5EF4-FFF2-40B4-BE49-F238E27FC236}">
                <a16:creationId xmlns:a16="http://schemas.microsoft.com/office/drawing/2014/main" id="{399AC00E-DE8D-4BBB-99A8-0955159BF90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616623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219200"/>
            <a:ext cx="7924800" cy="5336076"/>
          </a:xfrm>
          <a:prstGeom prst="rect">
            <a:avLst/>
          </a:prstGeom>
        </p:spPr>
        <p:txBody>
          <a:bodyPr vert="horz" wrap="square" lIns="0" tIns="41910" rIns="0" bIns="0" rtlCol="0">
            <a:spAutoFit/>
          </a:bodyPr>
          <a:lstStyle/>
          <a:p>
            <a:pPr marL="342900" indent="-342900">
              <a:buFont typeface="Arial" panose="020B0604020202020204" pitchFamily="34" charset="0"/>
              <a:buChar char="•"/>
            </a:pPr>
            <a:r>
              <a:rPr lang="en-US" sz="2400" b="1" dirty="0"/>
              <a:t>Project sponsor / requester</a:t>
            </a:r>
            <a:r>
              <a:rPr lang="en-US" sz="2400" dirty="0"/>
              <a:t> (who is making the request)</a:t>
            </a:r>
          </a:p>
          <a:p>
            <a:pPr marL="342900" indent="-342900">
              <a:buFont typeface="Arial" panose="020B0604020202020204" pitchFamily="34" charset="0"/>
              <a:buChar char="•"/>
            </a:pPr>
            <a:r>
              <a:rPr lang="en-US" sz="2400" b="1" dirty="0"/>
              <a:t>Business need / problem statement</a:t>
            </a:r>
            <a:endParaRPr lang="en-US" sz="2400" dirty="0"/>
          </a:p>
          <a:p>
            <a:pPr marL="342900" indent="-342900">
              <a:buFont typeface="Arial" panose="020B0604020202020204" pitchFamily="34" charset="0"/>
              <a:buChar char="•"/>
            </a:pPr>
            <a:r>
              <a:rPr lang="en-US" sz="2400" b="1" dirty="0"/>
              <a:t>System objectives or goals</a:t>
            </a:r>
            <a:endParaRPr lang="en-US" sz="2400" dirty="0"/>
          </a:p>
          <a:p>
            <a:pPr marL="342900" indent="-342900">
              <a:buFont typeface="Arial" panose="020B0604020202020204" pitchFamily="34" charset="0"/>
              <a:buChar char="•"/>
            </a:pPr>
            <a:r>
              <a:rPr lang="en-US" sz="2400" b="1" dirty="0"/>
              <a:t>Expected benefits</a:t>
            </a:r>
            <a:r>
              <a:rPr lang="en-US" sz="2400" dirty="0"/>
              <a:t> (tangible and intangible)</a:t>
            </a:r>
          </a:p>
          <a:p>
            <a:pPr marL="342900" indent="-342900">
              <a:buFont typeface="Arial" panose="020B0604020202020204" pitchFamily="34" charset="0"/>
              <a:buChar char="•"/>
            </a:pPr>
            <a:r>
              <a:rPr lang="en-US" sz="2400" b="1" dirty="0"/>
              <a:t>Constraints</a:t>
            </a:r>
            <a:r>
              <a:rPr lang="en-US" sz="2400" dirty="0"/>
              <a:t> (time, budget, regulations, technology)</a:t>
            </a:r>
          </a:p>
          <a:p>
            <a:pPr marL="342900" indent="-342900">
              <a:buFont typeface="Arial" panose="020B0604020202020204" pitchFamily="34" charset="0"/>
              <a:buChar char="•"/>
            </a:pPr>
            <a:r>
              <a:rPr lang="en-US" sz="2400" b="1" dirty="0"/>
              <a:t>Proposed scope</a:t>
            </a:r>
            <a:r>
              <a:rPr lang="en-US" sz="2400" dirty="0"/>
              <a:t> (initial idea of what the system should cover)</a:t>
            </a:r>
          </a:p>
          <a:p>
            <a:pPr marL="342900" indent="-342900">
              <a:buFont typeface="Arial" panose="020B0604020202020204" pitchFamily="34" charset="0"/>
              <a:buChar char="•"/>
            </a:pPr>
            <a:endParaRPr lang="en-US" sz="2400" dirty="0"/>
          </a:p>
          <a:p>
            <a:r>
              <a:rPr lang="en-US" sz="2400" b="1" dirty="0"/>
              <a:t>Example</a:t>
            </a:r>
          </a:p>
          <a:p>
            <a:r>
              <a:rPr lang="en-US" sz="2000" i="1" dirty="0"/>
              <a:t>A sales manager submits a system request to the IT department asking for a new </a:t>
            </a:r>
            <a:r>
              <a:rPr lang="en-US" sz="2000" b="1" i="1" dirty="0"/>
              <a:t>Customer Relationship Management (CRM) system</a:t>
            </a:r>
            <a:r>
              <a:rPr lang="en-US" sz="2000" i="1" dirty="0"/>
              <a:t> to improve customer tracking and reporting, citing lost sales opportunities due to the limitations of the current system.</a:t>
            </a:r>
            <a:endParaRPr lang="en-US" sz="2000" dirty="0"/>
          </a:p>
          <a:p>
            <a:pPr marL="342900" indent="-342900">
              <a:buFont typeface="Arial" panose="020B0604020202020204" pitchFamily="34" charset="0"/>
              <a:buChar char="•"/>
            </a:pPr>
            <a:endParaRPr lang="en-US" sz="2400" dirty="0"/>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19</a:t>
            </a:fld>
            <a:endParaRPr spc="-25" dirty="0"/>
          </a:p>
        </p:txBody>
      </p:sp>
      <p:sp>
        <p:nvSpPr>
          <p:cNvPr id="3" name="object 3"/>
          <p:cNvSpPr txBox="1">
            <a:spLocks noGrp="1"/>
          </p:cNvSpPr>
          <p:nvPr>
            <p:ph type="title"/>
          </p:nvPr>
        </p:nvSpPr>
        <p:spPr>
          <a:xfrm>
            <a:off x="457962" y="215645"/>
            <a:ext cx="7141845" cy="646972"/>
          </a:xfrm>
          <a:prstGeom prst="rect">
            <a:avLst/>
          </a:prstGeom>
          <a:ln w="19811">
            <a:solidFill>
              <a:srgbClr val="92CDDD"/>
            </a:solidFill>
          </a:ln>
        </p:spPr>
        <p:txBody>
          <a:bodyPr vert="horz" wrap="square" lIns="0" tIns="213995" rIns="0" bIns="0" rtlCol="0">
            <a:spAutoFit/>
          </a:bodyPr>
          <a:lstStyle/>
          <a:p>
            <a:r>
              <a:rPr lang="en-US" sz="2800" dirty="0"/>
              <a:t>Common Contents of a System Request</a:t>
            </a:r>
          </a:p>
        </p:txBody>
      </p:sp>
      <p:sp>
        <p:nvSpPr>
          <p:cNvPr id="6" name="Freeform 8">
            <a:extLst>
              <a:ext uri="{FF2B5EF4-FFF2-40B4-BE49-F238E27FC236}">
                <a16:creationId xmlns:a16="http://schemas.microsoft.com/office/drawing/2014/main" id="{399AC00E-DE8D-4BBB-99A8-0955159BF90E}"/>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020797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DF9F4FB-A395-432A-9852-2465048829A1}"/>
              </a:ext>
            </a:extLst>
          </p:cNvPr>
          <p:cNvSpPr>
            <a:spLocks noGrp="1"/>
          </p:cNvSpPr>
          <p:nvPr>
            <p:ph type="title"/>
          </p:nvPr>
        </p:nvSpPr>
        <p:spPr>
          <a:xfrm>
            <a:off x="457200" y="160337"/>
            <a:ext cx="8229600" cy="1143000"/>
          </a:xfrm>
        </p:spPr>
        <p:txBody>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US" sz="3600" dirty="0"/>
              <a:t>What</a:t>
            </a:r>
            <a:r>
              <a:rPr lang="en-US" sz="3600" spc="-40" dirty="0"/>
              <a:t> </a:t>
            </a:r>
            <a:r>
              <a:rPr lang="en-US" sz="3600" dirty="0"/>
              <a:t>is</a:t>
            </a:r>
            <a:r>
              <a:rPr lang="en-US" sz="3600" spc="-50" dirty="0"/>
              <a:t> </a:t>
            </a:r>
            <a:r>
              <a:rPr lang="en-US" sz="3600" dirty="0"/>
              <a:t>business</a:t>
            </a:r>
            <a:r>
              <a:rPr lang="en-US" sz="3600" spc="-55" dirty="0"/>
              <a:t> </a:t>
            </a:r>
            <a:r>
              <a:rPr lang="en-US" sz="3600" dirty="0"/>
              <a:t>case</a:t>
            </a:r>
            <a:r>
              <a:rPr lang="en-US" sz="3600" spc="-55" dirty="0"/>
              <a:t> </a:t>
            </a:r>
            <a:r>
              <a:rPr lang="en-US" sz="3600" dirty="0"/>
              <a:t>?</a:t>
            </a:r>
            <a:r>
              <a:rPr lang="en-US" sz="3600" spc="-45" dirty="0"/>
              <a:t> </a:t>
            </a:r>
            <a:br>
              <a:rPr lang="en-US" sz="3600" spc="-45" dirty="0"/>
            </a:br>
            <a:r>
              <a:rPr lang="en-US" sz="3600" dirty="0"/>
              <a:t>Why</a:t>
            </a:r>
            <a:r>
              <a:rPr lang="en-US" sz="3600" spc="-45" dirty="0"/>
              <a:t> </a:t>
            </a:r>
            <a:r>
              <a:rPr lang="en-US" sz="3600" dirty="0"/>
              <a:t>it</a:t>
            </a:r>
            <a:r>
              <a:rPr lang="en-US" sz="3600" spc="-45" dirty="0"/>
              <a:t> </a:t>
            </a:r>
            <a:r>
              <a:rPr lang="en-US" sz="3600" dirty="0"/>
              <a:t>is</a:t>
            </a:r>
            <a:r>
              <a:rPr lang="en-US" sz="3600" spc="-50" dirty="0"/>
              <a:t> </a:t>
            </a:r>
            <a:r>
              <a:rPr lang="en-US" sz="3600" dirty="0"/>
              <a:t>important</a:t>
            </a:r>
            <a:r>
              <a:rPr lang="en-US" spc="-25" dirty="0"/>
              <a:t> </a:t>
            </a:r>
            <a:r>
              <a:rPr lang="en-US" spc="-50" dirty="0"/>
              <a:t>?</a:t>
            </a:r>
            <a:endParaRPr lang="en-MY" kern="0" dirty="0">
              <a:solidFill>
                <a:sysClr val="windowText" lastClr="000000"/>
              </a:solidFill>
              <a:latin typeface="Arial"/>
              <a:cs typeface="Arial"/>
            </a:endParaRPr>
          </a:p>
        </p:txBody>
      </p:sp>
      <p:sp>
        <p:nvSpPr>
          <p:cNvPr id="3" name="Content Placeholder 2">
            <a:extLst>
              <a:ext uri="{FF2B5EF4-FFF2-40B4-BE49-F238E27FC236}">
                <a16:creationId xmlns:a16="http://schemas.microsoft.com/office/drawing/2014/main" id="{17E8719D-0FB2-4860-877B-48867439AD5B}"/>
              </a:ext>
            </a:extLst>
          </p:cNvPr>
          <p:cNvSpPr>
            <a:spLocks noGrp="1"/>
          </p:cNvSpPr>
          <p:nvPr>
            <p:ph idx="1"/>
          </p:nvPr>
        </p:nvSpPr>
        <p:spPr>
          <a:xfrm>
            <a:off x="457200" y="1600200"/>
            <a:ext cx="8229600" cy="4525963"/>
          </a:xfrm>
        </p:spPr>
        <p:txBody>
          <a:bodyPr rtlCol="0">
            <a:noAutofit/>
          </a:bodyPr>
          <a:lstStyle/>
          <a:p>
            <a:pPr marL="12700" marR="2298700">
              <a:lnSpc>
                <a:spcPct val="100000"/>
              </a:lnSpc>
              <a:spcBef>
                <a:spcPts val="100"/>
              </a:spcBef>
            </a:pPr>
            <a:r>
              <a:rPr lang="en-US" sz="2400" dirty="0">
                <a:solidFill>
                  <a:srgbClr val="006FC0"/>
                </a:solidFill>
                <a:latin typeface="Arial"/>
                <a:cs typeface="Arial"/>
              </a:rPr>
              <a:t>Business</a:t>
            </a:r>
            <a:r>
              <a:rPr lang="en-US" sz="2400" spc="-15" dirty="0">
                <a:solidFill>
                  <a:srgbClr val="006FC0"/>
                </a:solidFill>
                <a:latin typeface="Arial"/>
                <a:cs typeface="Arial"/>
              </a:rPr>
              <a:t> </a:t>
            </a:r>
            <a:r>
              <a:rPr lang="en-US" sz="2400" dirty="0">
                <a:solidFill>
                  <a:srgbClr val="006FC0"/>
                </a:solidFill>
                <a:latin typeface="Arial"/>
                <a:cs typeface="Arial"/>
              </a:rPr>
              <a:t>case</a:t>
            </a:r>
            <a:r>
              <a:rPr lang="en-US" sz="2400" spc="-15" dirty="0">
                <a:solidFill>
                  <a:srgbClr val="006FC0"/>
                </a:solidFill>
                <a:latin typeface="Arial"/>
                <a:cs typeface="Arial"/>
              </a:rPr>
              <a:t> </a:t>
            </a:r>
            <a:r>
              <a:rPr lang="en-US" sz="2400" dirty="0">
                <a:latin typeface="Arial"/>
                <a:cs typeface="Arial"/>
              </a:rPr>
              <a:t>refers</a:t>
            </a:r>
            <a:r>
              <a:rPr lang="en-US" sz="2400" spc="-10" dirty="0">
                <a:latin typeface="Arial"/>
                <a:cs typeface="Arial"/>
              </a:rPr>
              <a:t> </a:t>
            </a:r>
            <a:r>
              <a:rPr lang="en-US" sz="2400" dirty="0">
                <a:latin typeface="Arial"/>
                <a:cs typeface="Arial"/>
              </a:rPr>
              <a:t>to</a:t>
            </a:r>
            <a:r>
              <a:rPr lang="en-US" sz="2400" spc="-10" dirty="0">
                <a:latin typeface="Arial"/>
                <a:cs typeface="Arial"/>
              </a:rPr>
              <a:t> </a:t>
            </a:r>
            <a:r>
              <a:rPr lang="en-US" sz="2400" dirty="0">
                <a:latin typeface="Arial"/>
                <a:cs typeface="Arial"/>
              </a:rPr>
              <a:t>the</a:t>
            </a:r>
            <a:r>
              <a:rPr lang="en-US" sz="2400" spc="-20" dirty="0">
                <a:latin typeface="Arial"/>
                <a:cs typeface="Arial"/>
              </a:rPr>
              <a:t> </a:t>
            </a:r>
            <a:r>
              <a:rPr lang="en-US" sz="2400" dirty="0">
                <a:latin typeface="Arial"/>
                <a:cs typeface="Arial"/>
              </a:rPr>
              <a:t>reasons or </a:t>
            </a:r>
            <a:br>
              <a:rPr lang="en-US" sz="2400" dirty="0">
                <a:latin typeface="Arial"/>
                <a:cs typeface="Arial"/>
              </a:rPr>
            </a:br>
            <a:r>
              <a:rPr lang="en-US" sz="2400" dirty="0">
                <a:latin typeface="Arial"/>
                <a:cs typeface="Arial"/>
              </a:rPr>
              <a:t>    justification, for</a:t>
            </a:r>
            <a:r>
              <a:rPr lang="en-US" sz="2400" spc="-10" dirty="0">
                <a:latin typeface="Arial"/>
                <a:cs typeface="Arial"/>
              </a:rPr>
              <a:t> </a:t>
            </a:r>
            <a:r>
              <a:rPr lang="en-US" sz="2400" spc="-50" dirty="0">
                <a:latin typeface="Arial"/>
                <a:cs typeface="Arial"/>
              </a:rPr>
              <a:t>a </a:t>
            </a:r>
            <a:r>
              <a:rPr lang="en-US" sz="2400" dirty="0">
                <a:latin typeface="Arial"/>
                <a:cs typeface="Arial"/>
              </a:rPr>
              <a:t>business</a:t>
            </a:r>
            <a:r>
              <a:rPr lang="en-US" sz="2400" spc="-25" dirty="0">
                <a:latin typeface="Arial"/>
                <a:cs typeface="Arial"/>
              </a:rPr>
              <a:t> </a:t>
            </a:r>
            <a:r>
              <a:rPr lang="en-US" sz="2400" spc="-10" dirty="0">
                <a:latin typeface="Arial"/>
                <a:cs typeface="Arial"/>
              </a:rPr>
              <a:t>proposal</a:t>
            </a:r>
            <a:endParaRPr lang="en-US" sz="2400" dirty="0">
              <a:latin typeface="Arial"/>
              <a:cs typeface="Arial"/>
            </a:endParaRPr>
          </a:p>
          <a:p>
            <a:pPr>
              <a:lnSpc>
                <a:spcPct val="100000"/>
              </a:lnSpc>
              <a:spcBef>
                <a:spcPts val="35"/>
              </a:spcBef>
            </a:pPr>
            <a:endParaRPr lang="en-US" sz="2400" dirty="0">
              <a:latin typeface="Arial"/>
              <a:cs typeface="Arial"/>
            </a:endParaRPr>
          </a:p>
          <a:p>
            <a:pPr marL="12700" marR="563880">
              <a:lnSpc>
                <a:spcPct val="100000"/>
              </a:lnSpc>
            </a:pPr>
            <a:r>
              <a:rPr lang="en-US" sz="2400" dirty="0">
                <a:latin typeface="Arial"/>
                <a:cs typeface="Arial"/>
              </a:rPr>
              <a:t>It</a:t>
            </a:r>
            <a:r>
              <a:rPr lang="en-US" sz="2400" spc="-35" dirty="0">
                <a:latin typeface="Arial"/>
                <a:cs typeface="Arial"/>
              </a:rPr>
              <a:t> </a:t>
            </a:r>
            <a:r>
              <a:rPr lang="en-US" sz="2400" dirty="0">
                <a:latin typeface="Arial"/>
                <a:cs typeface="Arial"/>
              </a:rPr>
              <a:t>determines</a:t>
            </a:r>
            <a:r>
              <a:rPr lang="en-US" sz="2400" spc="-10" dirty="0">
                <a:latin typeface="Arial"/>
                <a:cs typeface="Arial"/>
              </a:rPr>
              <a:t> </a:t>
            </a:r>
            <a:r>
              <a:rPr lang="en-US" sz="2400" dirty="0">
                <a:latin typeface="Arial"/>
                <a:cs typeface="Arial"/>
              </a:rPr>
              <a:t>whether</a:t>
            </a:r>
            <a:r>
              <a:rPr lang="en-US" sz="2400" spc="35" dirty="0">
                <a:latin typeface="Arial"/>
                <a:cs typeface="Arial"/>
              </a:rPr>
              <a:t> </a:t>
            </a:r>
            <a:r>
              <a:rPr lang="en-US" sz="2400" dirty="0">
                <a:latin typeface="Arial"/>
                <a:cs typeface="Arial"/>
              </a:rPr>
              <a:t>or</a:t>
            </a:r>
            <a:r>
              <a:rPr lang="en-US" sz="2400" spc="-25" dirty="0">
                <a:latin typeface="Arial"/>
                <a:cs typeface="Arial"/>
              </a:rPr>
              <a:t> </a:t>
            </a:r>
            <a:r>
              <a:rPr lang="en-US" sz="2400" dirty="0">
                <a:latin typeface="Arial"/>
                <a:cs typeface="Arial"/>
              </a:rPr>
              <a:t>not</a:t>
            </a:r>
            <a:r>
              <a:rPr lang="en-US" sz="2400" spc="-20" dirty="0">
                <a:latin typeface="Arial"/>
                <a:cs typeface="Arial"/>
              </a:rPr>
              <a:t> </a:t>
            </a:r>
            <a:r>
              <a:rPr lang="en-US" sz="2400" dirty="0">
                <a:latin typeface="Arial"/>
                <a:cs typeface="Arial"/>
              </a:rPr>
              <a:t>a</a:t>
            </a:r>
            <a:r>
              <a:rPr lang="en-US" sz="2400" spc="-10" dirty="0">
                <a:latin typeface="Arial"/>
                <a:cs typeface="Arial"/>
              </a:rPr>
              <a:t> </a:t>
            </a:r>
            <a:r>
              <a:rPr lang="en-US" sz="2400" dirty="0">
                <a:latin typeface="Arial"/>
                <a:cs typeface="Arial"/>
              </a:rPr>
              <a:t>proposal is</a:t>
            </a:r>
            <a:r>
              <a:rPr lang="en-US" sz="2400" spc="-25" dirty="0">
                <a:latin typeface="Arial"/>
                <a:cs typeface="Arial"/>
              </a:rPr>
              <a:t> </a:t>
            </a:r>
            <a:r>
              <a:rPr lang="en-US" sz="2400" dirty="0">
                <a:latin typeface="Arial"/>
                <a:cs typeface="Arial"/>
              </a:rPr>
              <a:t>accepted</a:t>
            </a:r>
            <a:r>
              <a:rPr lang="en-US" sz="2400" spc="-10" dirty="0">
                <a:latin typeface="Arial"/>
                <a:cs typeface="Arial"/>
              </a:rPr>
              <a:t> </a:t>
            </a:r>
            <a:br>
              <a:rPr lang="en-US" sz="2400" spc="-10" dirty="0">
                <a:latin typeface="Arial"/>
                <a:cs typeface="Arial"/>
              </a:rPr>
            </a:br>
            <a:r>
              <a:rPr lang="en-US" sz="2400" spc="-10" dirty="0">
                <a:latin typeface="Arial"/>
                <a:cs typeface="Arial"/>
              </a:rPr>
              <a:t>    </a:t>
            </a:r>
            <a:r>
              <a:rPr lang="en-US" sz="2400" dirty="0">
                <a:latin typeface="Arial"/>
                <a:cs typeface="Arial"/>
              </a:rPr>
              <a:t>by</a:t>
            </a:r>
            <a:r>
              <a:rPr lang="en-US" sz="2400" spc="-20" dirty="0">
                <a:latin typeface="Arial"/>
                <a:cs typeface="Arial"/>
              </a:rPr>
              <a:t> </a:t>
            </a:r>
            <a:r>
              <a:rPr lang="en-US" sz="2400" dirty="0">
                <a:latin typeface="Arial"/>
                <a:cs typeface="Arial"/>
              </a:rPr>
              <a:t>the</a:t>
            </a:r>
            <a:r>
              <a:rPr lang="en-US" sz="2400" spc="-20" dirty="0">
                <a:latin typeface="Arial"/>
                <a:cs typeface="Arial"/>
              </a:rPr>
              <a:t> </a:t>
            </a:r>
            <a:r>
              <a:rPr lang="en-US" sz="2400" dirty="0">
                <a:latin typeface="Arial"/>
                <a:cs typeface="Arial"/>
              </a:rPr>
              <a:t>IT</a:t>
            </a:r>
            <a:r>
              <a:rPr lang="en-US" sz="2400" spc="-50" dirty="0">
                <a:latin typeface="Arial"/>
                <a:cs typeface="Arial"/>
              </a:rPr>
              <a:t> </a:t>
            </a:r>
            <a:r>
              <a:rPr lang="en-US" sz="2400" dirty="0">
                <a:latin typeface="Arial"/>
                <a:cs typeface="Arial"/>
              </a:rPr>
              <a:t>team</a:t>
            </a:r>
            <a:r>
              <a:rPr lang="en-US" sz="2400" spc="-15" dirty="0">
                <a:latin typeface="Arial"/>
                <a:cs typeface="Arial"/>
              </a:rPr>
              <a:t> </a:t>
            </a:r>
            <a:r>
              <a:rPr lang="en-US" sz="2400" spc="-10" dirty="0">
                <a:latin typeface="Arial"/>
                <a:cs typeface="Arial"/>
              </a:rPr>
              <a:t>during </a:t>
            </a:r>
            <a:r>
              <a:rPr lang="en-US" sz="2400" dirty="0">
                <a:latin typeface="Arial"/>
                <a:cs typeface="Arial"/>
              </a:rPr>
              <a:t>systems</a:t>
            </a:r>
            <a:r>
              <a:rPr lang="en-US" sz="2400" spc="-15" dirty="0">
                <a:latin typeface="Arial"/>
                <a:cs typeface="Arial"/>
              </a:rPr>
              <a:t> </a:t>
            </a:r>
            <a:r>
              <a:rPr lang="en-US" sz="2400" dirty="0">
                <a:latin typeface="Arial"/>
                <a:cs typeface="Arial"/>
              </a:rPr>
              <a:t>planning</a:t>
            </a:r>
            <a:r>
              <a:rPr lang="en-US" sz="2400" spc="-20" dirty="0">
                <a:latin typeface="Arial"/>
                <a:cs typeface="Arial"/>
              </a:rPr>
              <a:t> </a:t>
            </a:r>
            <a:r>
              <a:rPr lang="en-US" sz="2400" spc="-10" dirty="0">
                <a:latin typeface="Arial"/>
                <a:cs typeface="Arial"/>
              </a:rPr>
              <a:t>phase</a:t>
            </a:r>
            <a:endParaRPr lang="en-US" sz="2400" dirty="0">
              <a:latin typeface="Arial"/>
              <a:cs typeface="Arial"/>
            </a:endParaRPr>
          </a:p>
          <a:p>
            <a:pPr>
              <a:lnSpc>
                <a:spcPct val="100000"/>
              </a:lnSpc>
              <a:spcBef>
                <a:spcPts val="35"/>
              </a:spcBef>
            </a:pPr>
            <a:endParaRPr lang="en-US" sz="2400" dirty="0">
              <a:latin typeface="Arial"/>
              <a:cs typeface="Arial"/>
            </a:endParaRPr>
          </a:p>
          <a:p>
            <a:pPr marL="12700" marR="107950">
              <a:lnSpc>
                <a:spcPct val="100000"/>
              </a:lnSpc>
            </a:pPr>
            <a:r>
              <a:rPr lang="en-US" sz="2400" dirty="0">
                <a:latin typeface="Arial"/>
                <a:cs typeface="Arial"/>
              </a:rPr>
              <a:t>A</a:t>
            </a:r>
            <a:r>
              <a:rPr lang="en-US" sz="2400" spc="-125" dirty="0">
                <a:latin typeface="Arial"/>
                <a:cs typeface="Arial"/>
              </a:rPr>
              <a:t> </a:t>
            </a:r>
            <a:r>
              <a:rPr lang="en-US" sz="2400" b="1" dirty="0">
                <a:latin typeface="Arial"/>
                <a:cs typeface="Arial"/>
              </a:rPr>
              <a:t>strong</a:t>
            </a:r>
            <a:r>
              <a:rPr lang="en-US" sz="2400" b="1" spc="-20" dirty="0">
                <a:latin typeface="Arial"/>
                <a:cs typeface="Arial"/>
              </a:rPr>
              <a:t> </a:t>
            </a:r>
            <a:r>
              <a:rPr lang="en-US" sz="2400" b="1" dirty="0">
                <a:latin typeface="Arial"/>
                <a:cs typeface="Arial"/>
              </a:rPr>
              <a:t>business</a:t>
            </a:r>
            <a:r>
              <a:rPr lang="en-US" sz="2400" b="1" spc="-40" dirty="0">
                <a:latin typeface="Arial"/>
                <a:cs typeface="Arial"/>
              </a:rPr>
              <a:t> </a:t>
            </a:r>
            <a:r>
              <a:rPr lang="en-US" sz="2400" b="1" dirty="0">
                <a:latin typeface="Arial"/>
                <a:cs typeface="Arial"/>
              </a:rPr>
              <a:t>case</a:t>
            </a:r>
            <a:r>
              <a:rPr lang="en-US" sz="2400" b="1" spc="-15" dirty="0">
                <a:latin typeface="Arial"/>
                <a:cs typeface="Arial"/>
              </a:rPr>
              <a:t> </a:t>
            </a:r>
            <a:r>
              <a:rPr lang="en-US" sz="2400" dirty="0">
                <a:latin typeface="Arial"/>
                <a:cs typeface="Arial"/>
              </a:rPr>
              <a:t>suggests</a:t>
            </a:r>
            <a:r>
              <a:rPr lang="en-US" sz="2400" spc="-10" dirty="0">
                <a:latin typeface="Arial"/>
                <a:cs typeface="Arial"/>
              </a:rPr>
              <a:t> </a:t>
            </a:r>
            <a:r>
              <a:rPr lang="en-US" sz="2400" dirty="0">
                <a:latin typeface="Arial"/>
                <a:cs typeface="Arial"/>
              </a:rPr>
              <a:t>that</a:t>
            </a:r>
            <a:r>
              <a:rPr lang="en-US" sz="2400" spc="-20" dirty="0">
                <a:latin typeface="Arial"/>
                <a:cs typeface="Arial"/>
              </a:rPr>
              <a:t> </a:t>
            </a:r>
            <a:r>
              <a:rPr lang="en-US" sz="2400" dirty="0">
                <a:latin typeface="Arial"/>
                <a:cs typeface="Arial"/>
              </a:rPr>
              <a:t>the</a:t>
            </a:r>
            <a:r>
              <a:rPr lang="en-US" sz="2400" spc="-30" dirty="0">
                <a:latin typeface="Arial"/>
                <a:cs typeface="Arial"/>
              </a:rPr>
              <a:t> </a:t>
            </a:r>
            <a:r>
              <a:rPr lang="en-US" sz="2400" dirty="0">
                <a:latin typeface="Arial"/>
                <a:cs typeface="Arial"/>
              </a:rPr>
              <a:t>company</a:t>
            </a:r>
            <a:r>
              <a:rPr lang="en-US" sz="2400" spc="-15" dirty="0">
                <a:latin typeface="Arial"/>
                <a:cs typeface="Arial"/>
              </a:rPr>
              <a:t>    </a:t>
            </a:r>
            <a:br>
              <a:rPr lang="en-US" sz="2400" spc="-15" dirty="0">
                <a:latin typeface="Arial"/>
                <a:cs typeface="Arial"/>
              </a:rPr>
            </a:br>
            <a:r>
              <a:rPr lang="en-US" sz="2400" spc="-15" dirty="0">
                <a:latin typeface="Arial"/>
                <a:cs typeface="Arial"/>
              </a:rPr>
              <a:t>    </a:t>
            </a:r>
            <a:r>
              <a:rPr lang="en-US" sz="2400" dirty="0">
                <a:latin typeface="Arial"/>
                <a:cs typeface="Arial"/>
              </a:rPr>
              <a:t>should</a:t>
            </a:r>
            <a:r>
              <a:rPr lang="en-US" sz="2400" spc="-15" dirty="0">
                <a:latin typeface="Arial"/>
                <a:cs typeface="Arial"/>
              </a:rPr>
              <a:t> p</a:t>
            </a:r>
            <a:r>
              <a:rPr lang="en-US" sz="2400" dirty="0">
                <a:latin typeface="Arial"/>
                <a:cs typeface="Arial"/>
              </a:rPr>
              <a:t>ursue</a:t>
            </a:r>
            <a:r>
              <a:rPr lang="en-US" sz="2400" spc="-20" dirty="0">
                <a:latin typeface="Arial"/>
                <a:cs typeface="Arial"/>
              </a:rPr>
              <a:t> </a:t>
            </a:r>
            <a:r>
              <a:rPr lang="en-US" sz="2400" spc="-25" dirty="0">
                <a:latin typeface="Arial"/>
                <a:cs typeface="Arial"/>
              </a:rPr>
              <a:t>the </a:t>
            </a:r>
            <a:r>
              <a:rPr lang="en-US" sz="2400" dirty="0">
                <a:latin typeface="Arial"/>
                <a:cs typeface="Arial"/>
              </a:rPr>
              <a:t>alternative,</a:t>
            </a:r>
            <a:r>
              <a:rPr lang="en-US" sz="2400" spc="-20" dirty="0">
                <a:latin typeface="Arial"/>
                <a:cs typeface="Arial"/>
              </a:rPr>
              <a:t> </a:t>
            </a:r>
            <a:r>
              <a:rPr lang="en-US" sz="2400" dirty="0">
                <a:latin typeface="Arial"/>
                <a:cs typeface="Arial"/>
              </a:rPr>
              <a:t>above</a:t>
            </a:r>
            <a:r>
              <a:rPr lang="en-US" sz="2400" spc="-25" dirty="0">
                <a:latin typeface="Arial"/>
                <a:cs typeface="Arial"/>
              </a:rPr>
              <a:t> </a:t>
            </a:r>
            <a:r>
              <a:rPr lang="en-US" sz="2400" dirty="0">
                <a:latin typeface="Arial"/>
                <a:cs typeface="Arial"/>
              </a:rPr>
              <a:t>other</a:t>
            </a:r>
            <a:r>
              <a:rPr lang="en-US" sz="2400" spc="-30" dirty="0">
                <a:latin typeface="Arial"/>
                <a:cs typeface="Arial"/>
              </a:rPr>
              <a:t> </a:t>
            </a:r>
            <a:r>
              <a:rPr lang="en-US" sz="2400" dirty="0">
                <a:latin typeface="Arial"/>
                <a:cs typeface="Arial"/>
              </a:rPr>
              <a:t>options,</a:t>
            </a:r>
            <a:r>
              <a:rPr lang="en-US" sz="2400" spc="-15" dirty="0">
                <a:latin typeface="Arial"/>
                <a:cs typeface="Arial"/>
              </a:rPr>
              <a:t> </a:t>
            </a:r>
            <a:br>
              <a:rPr lang="en-US" sz="2400" spc="-15" dirty="0">
                <a:latin typeface="Arial"/>
                <a:cs typeface="Arial"/>
              </a:rPr>
            </a:br>
            <a:r>
              <a:rPr lang="en-US" sz="2400" spc="-15" dirty="0">
                <a:latin typeface="Arial"/>
                <a:cs typeface="Arial"/>
              </a:rPr>
              <a:t>    </a:t>
            </a:r>
            <a:r>
              <a:rPr lang="en-US" sz="2400" dirty="0">
                <a:latin typeface="Arial"/>
                <a:cs typeface="Arial"/>
              </a:rPr>
              <a:t>because</a:t>
            </a:r>
            <a:r>
              <a:rPr lang="en-US" sz="2400" spc="-25" dirty="0">
                <a:latin typeface="Arial"/>
                <a:cs typeface="Arial"/>
              </a:rPr>
              <a:t> </a:t>
            </a:r>
            <a:r>
              <a:rPr lang="en-US" sz="2400" dirty="0">
                <a:latin typeface="Arial"/>
                <a:cs typeface="Arial"/>
              </a:rPr>
              <a:t>it</a:t>
            </a:r>
            <a:r>
              <a:rPr lang="en-US" sz="2400" spc="-30" dirty="0">
                <a:latin typeface="Arial"/>
                <a:cs typeface="Arial"/>
              </a:rPr>
              <a:t> </a:t>
            </a:r>
            <a:r>
              <a:rPr lang="en-US" sz="2400" dirty="0">
                <a:latin typeface="Arial"/>
                <a:cs typeface="Arial"/>
              </a:rPr>
              <a:t>would</a:t>
            </a:r>
            <a:r>
              <a:rPr lang="en-US" sz="2400" spc="5" dirty="0">
                <a:latin typeface="Arial"/>
                <a:cs typeface="Arial"/>
              </a:rPr>
              <a:t> </a:t>
            </a:r>
            <a:r>
              <a:rPr lang="en-US" sz="2400" dirty="0">
                <a:latin typeface="Arial"/>
                <a:cs typeface="Arial"/>
              </a:rPr>
              <a:t>be</a:t>
            </a:r>
            <a:r>
              <a:rPr lang="en-US" sz="2400" spc="-25" dirty="0">
                <a:latin typeface="Arial"/>
                <a:cs typeface="Arial"/>
              </a:rPr>
              <a:t> </a:t>
            </a:r>
            <a:r>
              <a:rPr lang="en-US" sz="2400" dirty="0">
                <a:latin typeface="Arial"/>
                <a:cs typeface="Arial"/>
              </a:rPr>
              <a:t>in</a:t>
            </a:r>
            <a:r>
              <a:rPr lang="en-US" sz="2400" spc="-45" dirty="0">
                <a:latin typeface="Arial"/>
                <a:cs typeface="Arial"/>
              </a:rPr>
              <a:t> </a:t>
            </a:r>
            <a:r>
              <a:rPr lang="en-US" sz="2400" dirty="0">
                <a:latin typeface="Arial"/>
                <a:cs typeface="Arial"/>
              </a:rPr>
              <a:t>the</a:t>
            </a:r>
            <a:r>
              <a:rPr lang="en-US" sz="2400" spc="-35" dirty="0">
                <a:latin typeface="Arial"/>
                <a:cs typeface="Arial"/>
              </a:rPr>
              <a:t> </a:t>
            </a:r>
            <a:r>
              <a:rPr lang="en-US" sz="2400" dirty="0">
                <a:latin typeface="Arial"/>
                <a:cs typeface="Arial"/>
              </a:rPr>
              <a:t>firm’s</a:t>
            </a:r>
            <a:r>
              <a:rPr lang="en-US" sz="2400" spc="-30" dirty="0">
                <a:latin typeface="Arial"/>
                <a:cs typeface="Arial"/>
              </a:rPr>
              <a:t> </a:t>
            </a:r>
            <a:r>
              <a:rPr lang="en-US" sz="2400" dirty="0">
                <a:latin typeface="Arial"/>
                <a:cs typeface="Arial"/>
              </a:rPr>
              <a:t>best</a:t>
            </a:r>
            <a:r>
              <a:rPr lang="en-US" sz="2400" spc="-25" dirty="0">
                <a:latin typeface="Arial"/>
                <a:cs typeface="Arial"/>
              </a:rPr>
              <a:t> </a:t>
            </a:r>
            <a:r>
              <a:rPr lang="en-US" sz="2400" spc="-10" dirty="0">
                <a:latin typeface="Arial"/>
                <a:cs typeface="Arial"/>
              </a:rPr>
              <a:t>interest </a:t>
            </a:r>
            <a:r>
              <a:rPr lang="en-US" sz="2400" dirty="0">
                <a:latin typeface="Arial"/>
                <a:cs typeface="Arial"/>
              </a:rPr>
              <a:t>to</a:t>
            </a:r>
            <a:r>
              <a:rPr lang="en-US" sz="2400" spc="-5" dirty="0">
                <a:latin typeface="Arial"/>
                <a:cs typeface="Arial"/>
              </a:rPr>
              <a:t> </a:t>
            </a:r>
            <a:r>
              <a:rPr lang="en-US" sz="2400" dirty="0">
                <a:latin typeface="Arial"/>
                <a:cs typeface="Arial"/>
              </a:rPr>
              <a:t>do</a:t>
            </a:r>
            <a:r>
              <a:rPr lang="en-US" sz="2400" spc="-5" dirty="0">
                <a:latin typeface="Arial"/>
                <a:cs typeface="Arial"/>
              </a:rPr>
              <a:t> </a:t>
            </a:r>
            <a:r>
              <a:rPr lang="en-US" sz="2400" spc="-25" dirty="0">
                <a:latin typeface="Arial"/>
                <a:cs typeface="Arial"/>
              </a:rPr>
              <a:t>so</a:t>
            </a:r>
            <a:endParaRPr lang="en-US" sz="2400" dirty="0">
              <a:latin typeface="Arial"/>
              <a:cs typeface="Arial"/>
            </a:endParaRPr>
          </a:p>
          <a:p>
            <a:pPr>
              <a:lnSpc>
                <a:spcPct val="100000"/>
              </a:lnSpc>
              <a:spcBef>
                <a:spcPts val="35"/>
              </a:spcBef>
            </a:pPr>
            <a:endParaRPr lang="en-US" sz="2400" dirty="0">
              <a:latin typeface="Arial"/>
              <a:cs typeface="Arial"/>
            </a:endParaRPr>
          </a:p>
          <a:p>
            <a:pPr marL="12700">
              <a:lnSpc>
                <a:spcPct val="100000"/>
              </a:lnSpc>
            </a:pPr>
            <a:r>
              <a:rPr lang="en-US" sz="2400" dirty="0">
                <a:latin typeface="Arial"/>
                <a:cs typeface="Arial"/>
              </a:rPr>
              <a:t>Therefore,</a:t>
            </a:r>
            <a:r>
              <a:rPr lang="en-US" sz="2400" spc="-35" dirty="0">
                <a:latin typeface="Arial"/>
                <a:cs typeface="Arial"/>
              </a:rPr>
              <a:t> </a:t>
            </a:r>
            <a:r>
              <a:rPr lang="en-US" sz="2400" dirty="0">
                <a:latin typeface="Arial"/>
                <a:cs typeface="Arial"/>
              </a:rPr>
              <a:t>the</a:t>
            </a:r>
            <a:r>
              <a:rPr lang="en-US" sz="2400" spc="-25" dirty="0">
                <a:latin typeface="Arial"/>
                <a:cs typeface="Arial"/>
              </a:rPr>
              <a:t> </a:t>
            </a:r>
            <a:r>
              <a:rPr lang="en-US" sz="2400" dirty="0">
                <a:latin typeface="Arial"/>
                <a:cs typeface="Arial"/>
              </a:rPr>
              <a:t>SA</a:t>
            </a:r>
            <a:r>
              <a:rPr lang="en-US" sz="2400" spc="-114" dirty="0">
                <a:latin typeface="Arial"/>
                <a:cs typeface="Arial"/>
              </a:rPr>
              <a:t> </a:t>
            </a:r>
            <a:r>
              <a:rPr lang="en-US" sz="2400" dirty="0">
                <a:latin typeface="Arial"/>
                <a:cs typeface="Arial"/>
              </a:rPr>
              <a:t>must</a:t>
            </a:r>
            <a:r>
              <a:rPr lang="en-US" sz="2400" spc="-30" dirty="0">
                <a:latin typeface="Arial"/>
                <a:cs typeface="Arial"/>
              </a:rPr>
              <a:t> </a:t>
            </a:r>
            <a:r>
              <a:rPr lang="en-US" sz="2400" dirty="0">
                <a:latin typeface="Arial"/>
                <a:cs typeface="Arial"/>
              </a:rPr>
              <a:t>consider the</a:t>
            </a:r>
            <a:r>
              <a:rPr lang="en-US" sz="2400" spc="-30" dirty="0">
                <a:latin typeface="Arial"/>
                <a:cs typeface="Arial"/>
              </a:rPr>
              <a:t> </a:t>
            </a:r>
            <a:r>
              <a:rPr lang="en-US" sz="2400" dirty="0">
                <a:latin typeface="Arial"/>
                <a:cs typeface="Arial"/>
              </a:rPr>
              <a:t>company’s</a:t>
            </a:r>
            <a:r>
              <a:rPr lang="en-US" sz="2400" spc="15" dirty="0">
                <a:latin typeface="Arial"/>
                <a:cs typeface="Arial"/>
              </a:rPr>
              <a:t> </a:t>
            </a:r>
            <a:r>
              <a:rPr lang="en-US" sz="2400" dirty="0">
                <a:latin typeface="Arial"/>
                <a:cs typeface="Arial"/>
              </a:rPr>
              <a:t>overall</a:t>
            </a:r>
            <a:r>
              <a:rPr lang="en-US" sz="2400" spc="-5" dirty="0">
                <a:latin typeface="Arial"/>
                <a:cs typeface="Arial"/>
              </a:rPr>
              <a:t> </a:t>
            </a:r>
            <a:br>
              <a:rPr lang="en-US" sz="2400" spc="-5" dirty="0">
                <a:latin typeface="Arial"/>
                <a:cs typeface="Arial"/>
              </a:rPr>
            </a:br>
            <a:r>
              <a:rPr lang="en-US" sz="2400" spc="-5" dirty="0">
                <a:latin typeface="Arial"/>
                <a:cs typeface="Arial"/>
              </a:rPr>
              <a:t>    </a:t>
            </a:r>
            <a:r>
              <a:rPr lang="en-US" sz="2400" dirty="0">
                <a:latin typeface="Arial"/>
                <a:cs typeface="Arial"/>
              </a:rPr>
              <a:t>mission,</a:t>
            </a:r>
            <a:r>
              <a:rPr lang="en-US" sz="2400" spc="-15" dirty="0">
                <a:latin typeface="Arial"/>
                <a:cs typeface="Arial"/>
              </a:rPr>
              <a:t> </a:t>
            </a:r>
            <a:r>
              <a:rPr lang="en-US" sz="2400" dirty="0">
                <a:latin typeface="Arial"/>
                <a:cs typeface="Arial"/>
              </a:rPr>
              <a:t>objectives </a:t>
            </a:r>
            <a:r>
              <a:rPr lang="en-US" sz="2400" spc="-25" dirty="0">
                <a:latin typeface="Arial"/>
                <a:cs typeface="Arial"/>
              </a:rPr>
              <a:t>and </a:t>
            </a:r>
            <a:r>
              <a:rPr lang="en-US" sz="2400" dirty="0">
                <a:latin typeface="Arial"/>
                <a:cs typeface="Arial"/>
              </a:rPr>
              <a:t>IT</a:t>
            </a:r>
            <a:r>
              <a:rPr lang="en-US" sz="2400" spc="-40" dirty="0">
                <a:latin typeface="Arial"/>
                <a:cs typeface="Arial"/>
              </a:rPr>
              <a:t> </a:t>
            </a:r>
            <a:r>
              <a:rPr lang="en-US" sz="2400" spc="-10" dirty="0">
                <a:latin typeface="Arial"/>
                <a:cs typeface="Arial"/>
              </a:rPr>
              <a:t>needs</a:t>
            </a:r>
            <a:endParaRPr lang="en-US" sz="2400" dirty="0">
              <a:latin typeface="Arial"/>
              <a:cs typeface="Arial"/>
            </a:endParaRPr>
          </a:p>
          <a:p>
            <a:pPr marL="0" indent="0" eaLnBrk="1" fontAlgn="auto" hangingPunct="1">
              <a:spcAft>
                <a:spcPts val="0"/>
              </a:spcAft>
              <a:buNone/>
              <a:defRPr/>
            </a:pPr>
            <a:endParaRPr lang="en-US" sz="2400" dirty="0"/>
          </a:p>
        </p:txBody>
      </p:sp>
      <p:sp>
        <p:nvSpPr>
          <p:cNvPr id="23556" name="Slide Number Placeholder 4">
            <a:extLst>
              <a:ext uri="{FF2B5EF4-FFF2-40B4-BE49-F238E27FC236}">
                <a16:creationId xmlns:a16="http://schemas.microsoft.com/office/drawing/2014/main" id="{D84C8210-68BC-4515-9A0A-07D351F3DC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A654D03-BEF7-4A83-B09E-CB7BF68456D9}"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sp>
        <p:nvSpPr>
          <p:cNvPr id="5" name="Freeform 8">
            <a:extLst>
              <a:ext uri="{FF2B5EF4-FFF2-40B4-BE49-F238E27FC236}">
                <a16:creationId xmlns:a16="http://schemas.microsoft.com/office/drawing/2014/main" id="{1B5CF5F7-8DF4-4904-8DDE-3B5C2BC4149A}"/>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337875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228725"/>
            <a:ext cx="7951470" cy="4968027"/>
          </a:xfrm>
          <a:prstGeom prst="rect">
            <a:avLst/>
          </a:prstGeom>
        </p:spPr>
        <p:txBody>
          <a:bodyPr vert="horz" wrap="square" lIns="0" tIns="12700" rIns="0" bIns="0" rtlCol="0">
            <a:spAutoFit/>
          </a:bodyPr>
          <a:lstStyle/>
          <a:p>
            <a:pPr marL="12700" marR="1778635">
              <a:lnSpc>
                <a:spcPct val="100000"/>
              </a:lnSpc>
              <a:spcBef>
                <a:spcPts val="100"/>
              </a:spcBef>
            </a:pPr>
            <a:r>
              <a:rPr sz="2400" dirty="0">
                <a:latin typeface="Arial"/>
                <a:cs typeface="Arial"/>
              </a:rPr>
              <a:t>When</a:t>
            </a:r>
            <a:r>
              <a:rPr sz="2400" spc="-30" dirty="0">
                <a:latin typeface="Arial"/>
                <a:cs typeface="Arial"/>
              </a:rPr>
              <a:t> </a:t>
            </a:r>
            <a:r>
              <a:rPr sz="2400" dirty="0">
                <a:latin typeface="Arial"/>
                <a:cs typeface="Arial"/>
              </a:rPr>
              <a:t>a</a:t>
            </a:r>
            <a:r>
              <a:rPr sz="2400" spc="-15" dirty="0">
                <a:latin typeface="Arial"/>
                <a:cs typeface="Arial"/>
              </a:rPr>
              <a:t> </a:t>
            </a:r>
            <a:r>
              <a:rPr sz="2400" dirty="0">
                <a:latin typeface="Arial"/>
                <a:cs typeface="Arial"/>
              </a:rPr>
              <a:t>systems</a:t>
            </a:r>
            <a:r>
              <a:rPr sz="2400" spc="15" dirty="0">
                <a:latin typeface="Arial"/>
                <a:cs typeface="Arial"/>
              </a:rPr>
              <a:t> </a:t>
            </a:r>
            <a:r>
              <a:rPr sz="2400" dirty="0">
                <a:latin typeface="Arial"/>
                <a:cs typeface="Arial"/>
              </a:rPr>
              <a:t>request</a:t>
            </a:r>
            <a:r>
              <a:rPr sz="2400" spc="5" dirty="0">
                <a:latin typeface="Arial"/>
                <a:cs typeface="Arial"/>
              </a:rPr>
              <a:t> </a:t>
            </a:r>
            <a:r>
              <a:rPr sz="2400" dirty="0">
                <a:latin typeface="Arial"/>
                <a:cs typeface="Arial"/>
              </a:rPr>
              <a:t>form</a:t>
            </a:r>
            <a:r>
              <a:rPr sz="2400" spc="-15" dirty="0">
                <a:latin typeface="Arial"/>
                <a:cs typeface="Arial"/>
              </a:rPr>
              <a:t> </a:t>
            </a:r>
            <a:r>
              <a:rPr sz="2400" dirty="0">
                <a:latin typeface="Arial"/>
                <a:cs typeface="Arial"/>
              </a:rPr>
              <a:t>is</a:t>
            </a:r>
            <a:r>
              <a:rPr sz="2400" spc="-15" dirty="0">
                <a:latin typeface="Arial"/>
                <a:cs typeface="Arial"/>
              </a:rPr>
              <a:t> </a:t>
            </a:r>
            <a:r>
              <a:rPr sz="2400" dirty="0">
                <a:latin typeface="Arial"/>
                <a:cs typeface="Arial"/>
              </a:rPr>
              <a:t>received, a</a:t>
            </a:r>
            <a:r>
              <a:rPr sz="2400" spc="-15" dirty="0">
                <a:latin typeface="Arial"/>
                <a:cs typeface="Arial"/>
              </a:rPr>
              <a:t> </a:t>
            </a:r>
            <a:r>
              <a:rPr sz="2400" dirty="0">
                <a:latin typeface="Arial"/>
                <a:cs typeface="Arial"/>
              </a:rPr>
              <a:t>SA</a:t>
            </a:r>
            <a:r>
              <a:rPr sz="2400" spc="-105" dirty="0">
                <a:latin typeface="Arial"/>
                <a:cs typeface="Arial"/>
              </a:rPr>
              <a:t> </a:t>
            </a:r>
            <a:r>
              <a:rPr sz="2400" dirty="0">
                <a:latin typeface="Arial"/>
                <a:cs typeface="Arial"/>
              </a:rPr>
              <a:t>/</a:t>
            </a:r>
            <a:r>
              <a:rPr sz="2400" spc="-15" dirty="0">
                <a:latin typeface="Arial"/>
                <a:cs typeface="Arial"/>
              </a:rPr>
              <a:t> </a:t>
            </a:r>
            <a:r>
              <a:rPr sz="2400" dirty="0">
                <a:latin typeface="Arial"/>
                <a:cs typeface="Arial"/>
              </a:rPr>
              <a:t>IT</a:t>
            </a:r>
            <a:r>
              <a:rPr sz="2400" spc="-45" dirty="0">
                <a:latin typeface="Arial"/>
                <a:cs typeface="Arial"/>
              </a:rPr>
              <a:t> </a:t>
            </a:r>
            <a:r>
              <a:rPr sz="2400" spc="-10" dirty="0">
                <a:latin typeface="Arial"/>
                <a:cs typeface="Arial"/>
              </a:rPr>
              <a:t>manager </a:t>
            </a:r>
            <a:r>
              <a:rPr sz="2400" dirty="0">
                <a:latin typeface="Arial"/>
                <a:cs typeface="Arial"/>
              </a:rPr>
              <a:t>determines</a:t>
            </a:r>
            <a:r>
              <a:rPr sz="2400" spc="-15" dirty="0">
                <a:latin typeface="Arial"/>
                <a:cs typeface="Arial"/>
              </a:rPr>
              <a:t> </a:t>
            </a:r>
            <a:r>
              <a:rPr sz="2400" dirty="0">
                <a:latin typeface="Arial"/>
                <a:cs typeface="Arial"/>
              </a:rPr>
              <a:t>the</a:t>
            </a:r>
            <a:r>
              <a:rPr sz="2400" spc="-20" dirty="0">
                <a:latin typeface="Arial"/>
                <a:cs typeface="Arial"/>
              </a:rPr>
              <a:t> </a:t>
            </a:r>
            <a:r>
              <a:rPr sz="2400" dirty="0">
                <a:latin typeface="Arial"/>
                <a:cs typeface="Arial"/>
              </a:rPr>
              <a:t>required</a:t>
            </a:r>
            <a:r>
              <a:rPr sz="2400" spc="5" dirty="0">
                <a:latin typeface="Arial"/>
                <a:cs typeface="Arial"/>
              </a:rPr>
              <a:t> </a:t>
            </a:r>
            <a:r>
              <a:rPr sz="2400" dirty="0">
                <a:latin typeface="Arial"/>
                <a:cs typeface="Arial"/>
              </a:rPr>
              <a:t>IT</a:t>
            </a:r>
            <a:r>
              <a:rPr sz="2400" spc="-55" dirty="0">
                <a:latin typeface="Arial"/>
                <a:cs typeface="Arial"/>
              </a:rPr>
              <a:t> </a:t>
            </a:r>
            <a:r>
              <a:rPr sz="2400" dirty="0">
                <a:latin typeface="Arial"/>
                <a:cs typeface="Arial"/>
              </a:rPr>
              <a:t>resources</a:t>
            </a:r>
            <a:r>
              <a:rPr sz="2400" spc="5" dirty="0">
                <a:latin typeface="Arial"/>
                <a:cs typeface="Arial"/>
              </a:rPr>
              <a:t> </a:t>
            </a:r>
            <a:r>
              <a:rPr sz="2400" dirty="0">
                <a:latin typeface="Arial"/>
                <a:cs typeface="Arial"/>
              </a:rPr>
              <a:t>for</a:t>
            </a:r>
            <a:r>
              <a:rPr sz="2400" spc="-15" dirty="0">
                <a:latin typeface="Arial"/>
                <a:cs typeface="Arial"/>
              </a:rPr>
              <a:t> </a:t>
            </a:r>
            <a:r>
              <a:rPr sz="2400" dirty="0">
                <a:latin typeface="Arial"/>
                <a:cs typeface="Arial"/>
              </a:rPr>
              <a:t>the</a:t>
            </a:r>
            <a:r>
              <a:rPr sz="2400" spc="-20" dirty="0">
                <a:latin typeface="Arial"/>
                <a:cs typeface="Arial"/>
              </a:rPr>
              <a:t> </a:t>
            </a:r>
            <a:r>
              <a:rPr sz="2400" spc="-10" dirty="0">
                <a:latin typeface="Arial"/>
                <a:cs typeface="Arial"/>
              </a:rPr>
              <a:t>request</a:t>
            </a:r>
            <a:endParaRPr sz="2400" dirty="0">
              <a:latin typeface="Arial"/>
              <a:cs typeface="Arial"/>
            </a:endParaRPr>
          </a:p>
          <a:p>
            <a:pPr>
              <a:lnSpc>
                <a:spcPct val="100000"/>
              </a:lnSpc>
              <a:spcBef>
                <a:spcPts val="35"/>
              </a:spcBef>
            </a:pPr>
            <a:endParaRPr sz="2400" dirty="0">
              <a:latin typeface="Arial"/>
              <a:cs typeface="Arial"/>
            </a:endParaRPr>
          </a:p>
          <a:p>
            <a:pPr marL="12700" marR="147320">
              <a:lnSpc>
                <a:spcPct val="100000"/>
              </a:lnSpc>
            </a:pPr>
            <a:r>
              <a:rPr sz="2400" dirty="0">
                <a:latin typeface="Arial"/>
                <a:cs typeface="Arial"/>
              </a:rPr>
              <a:t>Then,</a:t>
            </a:r>
            <a:r>
              <a:rPr sz="2400" spc="-45" dirty="0">
                <a:latin typeface="Arial"/>
                <a:cs typeface="Arial"/>
              </a:rPr>
              <a:t> </a:t>
            </a:r>
            <a:r>
              <a:rPr sz="2400" dirty="0">
                <a:latin typeface="Arial"/>
                <a:cs typeface="Arial"/>
              </a:rPr>
              <a:t>a</a:t>
            </a:r>
            <a:r>
              <a:rPr sz="2400" spc="-30" dirty="0">
                <a:latin typeface="Arial"/>
                <a:cs typeface="Arial"/>
              </a:rPr>
              <a:t> </a:t>
            </a:r>
            <a:r>
              <a:rPr sz="2400" dirty="0">
                <a:latin typeface="Arial"/>
                <a:cs typeface="Arial"/>
              </a:rPr>
              <a:t>designated</a:t>
            </a:r>
            <a:r>
              <a:rPr sz="2400" spc="-5" dirty="0">
                <a:latin typeface="Arial"/>
                <a:cs typeface="Arial"/>
              </a:rPr>
              <a:t> </a:t>
            </a:r>
            <a:r>
              <a:rPr lang="en-US" sz="2400" dirty="0">
                <a:solidFill>
                  <a:srgbClr val="4F81BC"/>
                </a:solidFill>
                <a:latin typeface="Arial"/>
                <a:cs typeface="Arial"/>
              </a:rPr>
              <a:t>approval c</a:t>
            </a:r>
            <a:r>
              <a:rPr sz="2400" dirty="0">
                <a:solidFill>
                  <a:srgbClr val="4F81BC"/>
                </a:solidFill>
                <a:latin typeface="Arial"/>
                <a:cs typeface="Arial"/>
              </a:rPr>
              <a:t>ommittee</a:t>
            </a:r>
            <a:r>
              <a:rPr sz="2400" spc="-30" dirty="0">
                <a:solidFill>
                  <a:srgbClr val="4F81BC"/>
                </a:solidFill>
                <a:latin typeface="Arial"/>
                <a:cs typeface="Arial"/>
              </a:rPr>
              <a:t> </a:t>
            </a:r>
            <a:r>
              <a:rPr sz="2400" dirty="0">
                <a:latin typeface="Arial"/>
                <a:cs typeface="Arial"/>
              </a:rPr>
              <a:t>decides</a:t>
            </a:r>
            <a:r>
              <a:rPr sz="2400" spc="-5" dirty="0">
                <a:latin typeface="Arial"/>
                <a:cs typeface="Arial"/>
              </a:rPr>
              <a:t> </a:t>
            </a:r>
            <a:r>
              <a:rPr sz="2400" dirty="0">
                <a:latin typeface="Arial"/>
                <a:cs typeface="Arial"/>
              </a:rPr>
              <a:t>whether</a:t>
            </a:r>
            <a:r>
              <a:rPr sz="2400" spc="20" dirty="0">
                <a:latin typeface="Arial"/>
                <a:cs typeface="Arial"/>
              </a:rPr>
              <a:t> </a:t>
            </a:r>
            <a:r>
              <a:rPr sz="2400" dirty="0">
                <a:latin typeface="Arial"/>
                <a:cs typeface="Arial"/>
              </a:rPr>
              <a:t>to</a:t>
            </a:r>
            <a:r>
              <a:rPr sz="2400" spc="-35" dirty="0">
                <a:latin typeface="Arial"/>
                <a:cs typeface="Arial"/>
              </a:rPr>
              <a:t> </a:t>
            </a:r>
            <a:r>
              <a:rPr sz="2400" dirty="0">
                <a:latin typeface="Arial"/>
                <a:cs typeface="Arial"/>
              </a:rPr>
              <a:t>proceed</a:t>
            </a:r>
            <a:r>
              <a:rPr sz="2400" spc="-5" dirty="0">
                <a:latin typeface="Arial"/>
                <a:cs typeface="Arial"/>
              </a:rPr>
              <a:t> </a:t>
            </a:r>
            <a:r>
              <a:rPr sz="2400" dirty="0">
                <a:latin typeface="Arial"/>
                <a:cs typeface="Arial"/>
              </a:rPr>
              <a:t>with</a:t>
            </a:r>
            <a:r>
              <a:rPr sz="2400" spc="5" dirty="0">
                <a:latin typeface="Arial"/>
                <a:cs typeface="Arial"/>
              </a:rPr>
              <a:t> </a:t>
            </a:r>
            <a:r>
              <a:rPr sz="2400" dirty="0">
                <a:latin typeface="Arial"/>
                <a:cs typeface="Arial"/>
              </a:rPr>
              <a:t>a</a:t>
            </a:r>
            <a:r>
              <a:rPr sz="2400" spc="-20" dirty="0">
                <a:latin typeface="Arial"/>
                <a:cs typeface="Arial"/>
              </a:rPr>
              <a:t> </a:t>
            </a:r>
            <a:r>
              <a:rPr sz="2400" spc="-10" dirty="0">
                <a:latin typeface="Arial"/>
                <a:cs typeface="Arial"/>
              </a:rPr>
              <a:t>preliminary investigation</a:t>
            </a:r>
            <a:endParaRPr sz="2400" dirty="0">
              <a:latin typeface="Arial"/>
              <a:cs typeface="Arial"/>
            </a:endParaRPr>
          </a:p>
          <a:p>
            <a:pPr marL="299085" indent="-287020">
              <a:lnSpc>
                <a:spcPct val="100000"/>
              </a:lnSpc>
              <a:spcBef>
                <a:spcPts val="434"/>
              </a:spcBef>
              <a:buClr>
                <a:srgbClr val="1F487C"/>
              </a:buClr>
              <a:buChar char="•"/>
              <a:tabLst>
                <a:tab pos="299085" algn="l"/>
                <a:tab pos="299720" algn="l"/>
              </a:tabLst>
            </a:pPr>
            <a:r>
              <a:rPr sz="2400" dirty="0">
                <a:latin typeface="Arial"/>
                <a:cs typeface="Arial"/>
              </a:rPr>
              <a:t>Evaluate</a:t>
            </a:r>
            <a:r>
              <a:rPr sz="2400" spc="-15" dirty="0">
                <a:latin typeface="Arial"/>
                <a:cs typeface="Arial"/>
              </a:rPr>
              <a:t> </a:t>
            </a:r>
            <a:r>
              <a:rPr sz="2400" dirty="0">
                <a:latin typeface="Arial"/>
                <a:cs typeface="Arial"/>
              </a:rPr>
              <a:t>the</a:t>
            </a:r>
            <a:r>
              <a:rPr sz="2400" spc="-20" dirty="0">
                <a:latin typeface="Arial"/>
                <a:cs typeface="Arial"/>
              </a:rPr>
              <a:t> </a:t>
            </a:r>
            <a:r>
              <a:rPr sz="2400" spc="-10" dirty="0">
                <a:latin typeface="Arial"/>
                <a:cs typeface="Arial"/>
              </a:rPr>
              <a:t>request</a:t>
            </a:r>
            <a:endParaRPr sz="2400" dirty="0">
              <a:latin typeface="Arial"/>
              <a:cs typeface="Arial"/>
            </a:endParaRPr>
          </a:p>
          <a:p>
            <a:pPr marL="299085" indent="-287020">
              <a:lnSpc>
                <a:spcPct val="100000"/>
              </a:lnSpc>
              <a:spcBef>
                <a:spcPts val="430"/>
              </a:spcBef>
              <a:buClr>
                <a:srgbClr val="1F487C"/>
              </a:buClr>
              <a:buChar char="•"/>
              <a:tabLst>
                <a:tab pos="299085" algn="l"/>
                <a:tab pos="299720" algn="l"/>
              </a:tabLst>
            </a:pPr>
            <a:r>
              <a:rPr sz="2400" dirty="0">
                <a:latin typeface="Arial"/>
                <a:cs typeface="Arial"/>
              </a:rPr>
              <a:t>Forms</a:t>
            </a:r>
            <a:r>
              <a:rPr sz="2400" spc="-25" dirty="0">
                <a:latin typeface="Arial"/>
                <a:cs typeface="Arial"/>
              </a:rPr>
              <a:t> </a:t>
            </a:r>
            <a:r>
              <a:rPr sz="2400" dirty="0">
                <a:latin typeface="Arial"/>
                <a:cs typeface="Arial"/>
              </a:rPr>
              <a:t>by</a:t>
            </a:r>
            <a:r>
              <a:rPr sz="2400" spc="-15" dirty="0">
                <a:latin typeface="Arial"/>
                <a:cs typeface="Arial"/>
              </a:rPr>
              <a:t> </a:t>
            </a:r>
            <a:r>
              <a:rPr sz="2400" dirty="0">
                <a:latin typeface="Arial"/>
                <a:cs typeface="Arial"/>
              </a:rPr>
              <a:t>IT</a:t>
            </a:r>
            <a:r>
              <a:rPr sz="2400" spc="-55" dirty="0">
                <a:latin typeface="Arial"/>
                <a:cs typeface="Arial"/>
              </a:rPr>
              <a:t> </a:t>
            </a:r>
            <a:r>
              <a:rPr sz="2400" dirty="0">
                <a:latin typeface="Arial"/>
                <a:cs typeface="Arial"/>
              </a:rPr>
              <a:t>manager</a:t>
            </a:r>
            <a:r>
              <a:rPr sz="2400" spc="-10" dirty="0">
                <a:latin typeface="Arial"/>
                <a:cs typeface="Arial"/>
              </a:rPr>
              <a:t> </a:t>
            </a:r>
            <a:r>
              <a:rPr sz="2400" dirty="0">
                <a:latin typeface="Arial"/>
                <a:cs typeface="Arial"/>
              </a:rPr>
              <a:t>/</a:t>
            </a:r>
            <a:r>
              <a:rPr sz="2400" spc="-5" dirty="0">
                <a:latin typeface="Arial"/>
                <a:cs typeface="Arial"/>
              </a:rPr>
              <a:t> </a:t>
            </a:r>
            <a:r>
              <a:rPr sz="2400" dirty="0">
                <a:latin typeface="Arial"/>
                <a:cs typeface="Arial"/>
              </a:rPr>
              <a:t>director</a:t>
            </a:r>
            <a:r>
              <a:rPr sz="2400" spc="-15" dirty="0">
                <a:latin typeface="Arial"/>
                <a:cs typeface="Arial"/>
              </a:rPr>
              <a:t> </a:t>
            </a:r>
            <a:r>
              <a:rPr sz="2400" dirty="0">
                <a:latin typeface="Arial"/>
                <a:cs typeface="Arial"/>
              </a:rPr>
              <a:t>and</a:t>
            </a:r>
            <a:r>
              <a:rPr sz="2400" spc="-10" dirty="0">
                <a:latin typeface="Arial"/>
                <a:cs typeface="Arial"/>
              </a:rPr>
              <a:t> </a:t>
            </a:r>
            <a:r>
              <a:rPr sz="2400" dirty="0">
                <a:latin typeface="Arial"/>
                <a:cs typeface="Arial"/>
              </a:rPr>
              <a:t>representatives</a:t>
            </a:r>
            <a:r>
              <a:rPr sz="2400" spc="5" dirty="0">
                <a:latin typeface="Arial"/>
                <a:cs typeface="Arial"/>
              </a:rPr>
              <a:t> </a:t>
            </a:r>
            <a:r>
              <a:rPr sz="2400" dirty="0">
                <a:latin typeface="Arial"/>
                <a:cs typeface="Arial"/>
              </a:rPr>
              <a:t>from</a:t>
            </a:r>
            <a:r>
              <a:rPr sz="2400" spc="-25" dirty="0">
                <a:latin typeface="Arial"/>
                <a:cs typeface="Arial"/>
              </a:rPr>
              <a:t> </a:t>
            </a:r>
            <a:r>
              <a:rPr sz="2400" dirty="0">
                <a:latin typeface="Arial"/>
                <a:cs typeface="Arial"/>
              </a:rPr>
              <a:t>other</a:t>
            </a:r>
            <a:r>
              <a:rPr sz="2400" spc="-5" dirty="0">
                <a:latin typeface="Arial"/>
                <a:cs typeface="Arial"/>
              </a:rPr>
              <a:t> </a:t>
            </a:r>
            <a:r>
              <a:rPr sz="2400" spc="-10" dirty="0">
                <a:latin typeface="Arial"/>
                <a:cs typeface="Arial"/>
              </a:rPr>
              <a:t>departments</a:t>
            </a:r>
            <a:r>
              <a:rPr lang="en-US" sz="2400" spc="-10" dirty="0">
                <a:latin typeface="Arial"/>
                <a:cs typeface="Arial"/>
              </a:rPr>
              <a:t> </a:t>
            </a:r>
            <a:r>
              <a:rPr sz="2400" dirty="0">
                <a:latin typeface="Arial"/>
                <a:cs typeface="Arial"/>
              </a:rPr>
              <a:t>within</a:t>
            </a:r>
            <a:r>
              <a:rPr sz="2400" spc="-5" dirty="0">
                <a:latin typeface="Arial"/>
                <a:cs typeface="Arial"/>
              </a:rPr>
              <a:t> </a:t>
            </a:r>
            <a:r>
              <a:rPr sz="2400" dirty="0">
                <a:latin typeface="Arial"/>
                <a:cs typeface="Arial"/>
              </a:rPr>
              <a:t>the</a:t>
            </a:r>
            <a:r>
              <a:rPr sz="2400" spc="-35" dirty="0">
                <a:latin typeface="Arial"/>
                <a:cs typeface="Arial"/>
              </a:rPr>
              <a:t> </a:t>
            </a:r>
            <a:r>
              <a:rPr sz="2400" spc="-10" dirty="0">
                <a:latin typeface="Arial"/>
                <a:cs typeface="Arial"/>
              </a:rPr>
              <a:t>organisation</a:t>
            </a:r>
            <a:endParaRPr sz="2400" dirty="0">
              <a:latin typeface="Arial"/>
              <a:cs typeface="Arial"/>
            </a:endParaRPr>
          </a:p>
          <a:p>
            <a:pPr marL="299085" indent="-287020">
              <a:lnSpc>
                <a:spcPct val="100000"/>
              </a:lnSpc>
              <a:spcBef>
                <a:spcPts val="434"/>
              </a:spcBef>
              <a:buClr>
                <a:srgbClr val="1F487C"/>
              </a:buClr>
              <a:buChar char="•"/>
              <a:tabLst>
                <a:tab pos="299085" algn="l"/>
                <a:tab pos="299720" algn="l"/>
              </a:tabLst>
            </a:pPr>
            <a:r>
              <a:rPr sz="2400" dirty="0">
                <a:latin typeface="Arial"/>
                <a:cs typeface="Arial"/>
              </a:rPr>
              <a:t>Provides</a:t>
            </a:r>
            <a:r>
              <a:rPr sz="2400" spc="-25" dirty="0">
                <a:latin typeface="Arial"/>
                <a:cs typeface="Arial"/>
              </a:rPr>
              <a:t> </a:t>
            </a:r>
            <a:r>
              <a:rPr sz="2400" dirty="0">
                <a:latin typeface="Arial"/>
                <a:cs typeface="Arial"/>
              </a:rPr>
              <a:t>a</a:t>
            </a:r>
            <a:r>
              <a:rPr sz="2400" spc="-20" dirty="0">
                <a:latin typeface="Arial"/>
                <a:cs typeface="Arial"/>
              </a:rPr>
              <a:t> </a:t>
            </a:r>
            <a:r>
              <a:rPr sz="2400" dirty="0">
                <a:latin typeface="Arial"/>
                <a:cs typeface="Arial"/>
              </a:rPr>
              <a:t>variety</a:t>
            </a:r>
            <a:r>
              <a:rPr sz="2400" spc="-15" dirty="0">
                <a:latin typeface="Arial"/>
                <a:cs typeface="Arial"/>
              </a:rPr>
              <a:t> </a:t>
            </a:r>
            <a:r>
              <a:rPr sz="2400" dirty="0">
                <a:latin typeface="Arial"/>
                <a:cs typeface="Arial"/>
              </a:rPr>
              <a:t>of</a:t>
            </a:r>
            <a:r>
              <a:rPr sz="2400" spc="-25" dirty="0">
                <a:latin typeface="Arial"/>
                <a:cs typeface="Arial"/>
              </a:rPr>
              <a:t> </a:t>
            </a:r>
            <a:r>
              <a:rPr sz="2400" dirty="0">
                <a:latin typeface="Arial"/>
                <a:cs typeface="Arial"/>
              </a:rPr>
              <a:t>experience</a:t>
            </a:r>
            <a:r>
              <a:rPr sz="2400" spc="5" dirty="0">
                <a:latin typeface="Arial"/>
                <a:cs typeface="Arial"/>
              </a:rPr>
              <a:t> </a:t>
            </a:r>
            <a:r>
              <a:rPr sz="2400" dirty="0">
                <a:latin typeface="Arial"/>
                <a:cs typeface="Arial"/>
              </a:rPr>
              <a:t>and</a:t>
            </a:r>
            <a:r>
              <a:rPr sz="2400" spc="-15" dirty="0">
                <a:latin typeface="Arial"/>
                <a:cs typeface="Arial"/>
              </a:rPr>
              <a:t> </a:t>
            </a:r>
            <a:r>
              <a:rPr sz="2400" spc="-10" dirty="0">
                <a:latin typeface="Arial"/>
                <a:cs typeface="Arial"/>
              </a:rPr>
              <a:t>knowledge</a:t>
            </a:r>
            <a:endParaRPr sz="2400" dirty="0">
              <a:latin typeface="Arial"/>
              <a:cs typeface="Arial"/>
            </a:endParaRPr>
          </a:p>
          <a:p>
            <a:pPr>
              <a:lnSpc>
                <a:spcPct val="100000"/>
              </a:lnSpc>
              <a:spcBef>
                <a:spcPts val="35"/>
              </a:spcBef>
            </a:pPr>
            <a:endParaRPr sz="2400" dirty="0">
              <a:latin typeface="Arial"/>
              <a:cs typeface="Arial"/>
            </a:endParaRPr>
          </a:p>
          <a:p>
            <a:pPr marL="12700">
              <a:lnSpc>
                <a:spcPct val="100000"/>
              </a:lnSpc>
            </a:pPr>
            <a:r>
              <a:rPr sz="2400" dirty="0">
                <a:latin typeface="Arial"/>
                <a:cs typeface="Arial"/>
              </a:rPr>
              <a:t>A</a:t>
            </a:r>
            <a:r>
              <a:rPr sz="2400" spc="-135" dirty="0">
                <a:latin typeface="Arial"/>
                <a:cs typeface="Arial"/>
              </a:rPr>
              <a:t> </a:t>
            </a:r>
            <a:r>
              <a:rPr sz="2400" spc="-10" dirty="0">
                <a:solidFill>
                  <a:srgbClr val="FF0000"/>
                </a:solidFill>
                <a:latin typeface="Arial"/>
                <a:cs typeface="Arial"/>
              </a:rPr>
              <a:t>mission-</a:t>
            </a:r>
            <a:r>
              <a:rPr sz="2400" dirty="0">
                <a:solidFill>
                  <a:srgbClr val="FF0000"/>
                </a:solidFill>
                <a:latin typeface="Arial"/>
                <a:cs typeface="Arial"/>
              </a:rPr>
              <a:t>critical</a:t>
            </a:r>
            <a:r>
              <a:rPr sz="2400" spc="-15" dirty="0">
                <a:solidFill>
                  <a:srgbClr val="FF0000"/>
                </a:solidFill>
                <a:latin typeface="Arial"/>
                <a:cs typeface="Arial"/>
              </a:rPr>
              <a:t> </a:t>
            </a:r>
            <a:r>
              <a:rPr sz="2400" dirty="0">
                <a:latin typeface="Arial"/>
                <a:cs typeface="Arial"/>
              </a:rPr>
              <a:t>request</a:t>
            </a:r>
            <a:r>
              <a:rPr sz="2400" spc="-15" dirty="0">
                <a:latin typeface="Arial"/>
                <a:cs typeface="Arial"/>
              </a:rPr>
              <a:t> </a:t>
            </a:r>
            <a:r>
              <a:rPr sz="2400" dirty="0">
                <a:latin typeface="Arial"/>
                <a:cs typeface="Arial"/>
              </a:rPr>
              <a:t>will</a:t>
            </a:r>
            <a:r>
              <a:rPr sz="2400" spc="20" dirty="0">
                <a:latin typeface="Arial"/>
                <a:cs typeface="Arial"/>
              </a:rPr>
              <a:t> </a:t>
            </a:r>
            <a:r>
              <a:rPr sz="2400" dirty="0">
                <a:latin typeface="Arial"/>
                <a:cs typeface="Arial"/>
              </a:rPr>
              <a:t>require</a:t>
            </a:r>
            <a:r>
              <a:rPr sz="2400" spc="-30" dirty="0">
                <a:latin typeface="Arial"/>
                <a:cs typeface="Arial"/>
              </a:rPr>
              <a:t> </a:t>
            </a:r>
            <a:r>
              <a:rPr sz="2400" dirty="0">
                <a:latin typeface="Arial"/>
                <a:cs typeface="Arial"/>
              </a:rPr>
              <a:t>an</a:t>
            </a:r>
            <a:r>
              <a:rPr sz="2400" spc="-20" dirty="0">
                <a:latin typeface="Arial"/>
                <a:cs typeface="Arial"/>
              </a:rPr>
              <a:t> </a:t>
            </a:r>
            <a:r>
              <a:rPr sz="2400" dirty="0">
                <a:latin typeface="Arial"/>
                <a:cs typeface="Arial"/>
              </a:rPr>
              <a:t>immediate</a:t>
            </a:r>
            <a:r>
              <a:rPr sz="2400" spc="-15" dirty="0">
                <a:latin typeface="Arial"/>
                <a:cs typeface="Arial"/>
              </a:rPr>
              <a:t> </a:t>
            </a:r>
            <a:r>
              <a:rPr sz="2400" spc="-10" dirty="0">
                <a:latin typeface="Arial"/>
                <a:cs typeface="Arial"/>
              </a:rPr>
              <a:t>response</a:t>
            </a:r>
            <a:endParaRPr sz="2400" dirty="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21</a:t>
            </a:fld>
            <a:endParaRPr spc="-25" dirty="0"/>
          </a:p>
        </p:txBody>
      </p:sp>
      <p:sp>
        <p:nvSpPr>
          <p:cNvPr id="3" name="object 3"/>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Evaluating</a:t>
            </a:r>
            <a:r>
              <a:rPr sz="2800" spc="-80" dirty="0"/>
              <a:t> </a:t>
            </a:r>
            <a:r>
              <a:rPr sz="2800" dirty="0"/>
              <a:t>a</a:t>
            </a:r>
            <a:r>
              <a:rPr sz="2800" spc="-95" dirty="0"/>
              <a:t> </a:t>
            </a:r>
            <a:r>
              <a:rPr sz="2800" dirty="0"/>
              <a:t>systems</a:t>
            </a:r>
            <a:r>
              <a:rPr sz="2800" spc="-45" dirty="0"/>
              <a:t> </a:t>
            </a:r>
            <a:r>
              <a:rPr sz="2800" spc="-10" dirty="0"/>
              <a:t>request</a:t>
            </a:r>
            <a:endParaRPr sz="2800"/>
          </a:p>
        </p:txBody>
      </p:sp>
      <p:sp>
        <p:nvSpPr>
          <p:cNvPr id="6" name="Freeform 8">
            <a:extLst>
              <a:ext uri="{FF2B5EF4-FFF2-40B4-BE49-F238E27FC236}">
                <a16:creationId xmlns:a16="http://schemas.microsoft.com/office/drawing/2014/main" id="{B31B1F00-C07A-4185-8053-821D86FF17D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52116" y="3130334"/>
            <a:ext cx="4259453" cy="716114"/>
          </a:xfrm>
          <a:prstGeom prst="rect">
            <a:avLst/>
          </a:prstGeom>
        </p:spPr>
      </p:pic>
      <p:sp>
        <p:nvSpPr>
          <p:cNvPr id="3" name="object 3"/>
          <p:cNvSpPr txBox="1">
            <a:spLocks noGrp="1"/>
          </p:cNvSpPr>
          <p:nvPr>
            <p:ph type="title"/>
          </p:nvPr>
        </p:nvSpPr>
        <p:spPr>
          <a:prstGeom prst="rect">
            <a:avLst/>
          </a:prstGeom>
        </p:spPr>
        <p:txBody>
          <a:bodyPr vert="horz" wrap="square" lIns="0" tIns="11430" rIns="0" bIns="0" rtlCol="0">
            <a:spAutoFit/>
          </a:bodyPr>
          <a:lstStyle/>
          <a:p>
            <a:pPr marL="12700">
              <a:lnSpc>
                <a:spcPct val="100000"/>
              </a:lnSpc>
              <a:spcBef>
                <a:spcPts val="90"/>
              </a:spcBef>
            </a:pPr>
            <a:r>
              <a:rPr spc="-10" dirty="0"/>
              <a:t>Preliminary</a:t>
            </a:r>
            <a:r>
              <a:rPr spc="-95" dirty="0"/>
              <a:t> </a:t>
            </a:r>
            <a:r>
              <a:rPr spc="-10" dirty="0"/>
              <a:t>Investigation</a:t>
            </a: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22</a:t>
            </a:fld>
            <a:endParaRPr spc="-25" dirty="0"/>
          </a:p>
        </p:txBody>
      </p:sp>
      <p:sp>
        <p:nvSpPr>
          <p:cNvPr id="6" name="Freeform 8">
            <a:extLst>
              <a:ext uri="{FF2B5EF4-FFF2-40B4-BE49-F238E27FC236}">
                <a16:creationId xmlns:a16="http://schemas.microsoft.com/office/drawing/2014/main" id="{CBBC70F5-5348-4A06-9E7A-E2A958A8E050}"/>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228725"/>
            <a:ext cx="6882130" cy="3911327"/>
          </a:xfrm>
          <a:prstGeom prst="rect">
            <a:avLst/>
          </a:prstGeom>
        </p:spPr>
        <p:txBody>
          <a:bodyPr vert="horz" wrap="square" lIns="0" tIns="12700" rIns="0" bIns="0" rtlCol="0">
            <a:spAutoFit/>
          </a:bodyPr>
          <a:lstStyle/>
          <a:p>
            <a:pPr marL="12700" marR="447675">
              <a:lnSpc>
                <a:spcPct val="100000"/>
              </a:lnSpc>
              <a:spcBef>
                <a:spcPts val="100"/>
              </a:spcBef>
            </a:pPr>
            <a:r>
              <a:rPr sz="2400" b="1" dirty="0">
                <a:solidFill>
                  <a:srgbClr val="4F81BC"/>
                </a:solidFill>
                <a:latin typeface="Arial"/>
                <a:cs typeface="Arial"/>
              </a:rPr>
              <a:t>Preliminary</a:t>
            </a:r>
            <a:r>
              <a:rPr sz="2400" b="1" spc="-75" dirty="0">
                <a:solidFill>
                  <a:srgbClr val="4F81BC"/>
                </a:solidFill>
                <a:latin typeface="Arial"/>
                <a:cs typeface="Arial"/>
              </a:rPr>
              <a:t> </a:t>
            </a:r>
            <a:r>
              <a:rPr sz="2400" b="1" dirty="0">
                <a:solidFill>
                  <a:srgbClr val="4F81BC"/>
                </a:solidFill>
                <a:latin typeface="Arial"/>
                <a:cs typeface="Arial"/>
              </a:rPr>
              <a:t>investigation</a:t>
            </a:r>
            <a:r>
              <a:rPr sz="2400" b="1" spc="-30" dirty="0">
                <a:solidFill>
                  <a:srgbClr val="4F81BC"/>
                </a:solidFill>
                <a:latin typeface="Arial"/>
                <a:cs typeface="Arial"/>
              </a:rPr>
              <a:t> </a:t>
            </a:r>
            <a:r>
              <a:rPr sz="2400" dirty="0">
                <a:latin typeface="Arial"/>
                <a:cs typeface="Arial"/>
              </a:rPr>
              <a:t>is</a:t>
            </a:r>
            <a:r>
              <a:rPr sz="2400" spc="-75" dirty="0">
                <a:latin typeface="Arial"/>
                <a:cs typeface="Arial"/>
              </a:rPr>
              <a:t> </a:t>
            </a:r>
            <a:r>
              <a:rPr sz="2400" dirty="0">
                <a:latin typeface="Arial"/>
                <a:cs typeface="Arial"/>
              </a:rPr>
              <a:t>a</a:t>
            </a:r>
            <a:r>
              <a:rPr sz="2400" spc="-75" dirty="0">
                <a:latin typeface="Arial"/>
                <a:cs typeface="Arial"/>
              </a:rPr>
              <a:t> </a:t>
            </a:r>
            <a:r>
              <a:rPr sz="2400" dirty="0">
                <a:latin typeface="Arial"/>
                <a:cs typeface="Arial"/>
              </a:rPr>
              <a:t>sequence</a:t>
            </a:r>
            <a:r>
              <a:rPr sz="2400" spc="-55" dirty="0">
                <a:latin typeface="Arial"/>
                <a:cs typeface="Arial"/>
              </a:rPr>
              <a:t> </a:t>
            </a:r>
            <a:r>
              <a:rPr sz="2400" dirty="0">
                <a:latin typeface="Arial"/>
                <a:cs typeface="Arial"/>
              </a:rPr>
              <a:t>of</a:t>
            </a:r>
            <a:r>
              <a:rPr sz="2400" spc="-80" dirty="0">
                <a:latin typeface="Arial"/>
                <a:cs typeface="Arial"/>
              </a:rPr>
              <a:t> </a:t>
            </a:r>
            <a:r>
              <a:rPr sz="2400" dirty="0">
                <a:latin typeface="Arial"/>
                <a:cs typeface="Arial"/>
              </a:rPr>
              <a:t>processes</a:t>
            </a:r>
            <a:r>
              <a:rPr sz="2400" spc="-65" dirty="0">
                <a:latin typeface="Arial"/>
                <a:cs typeface="Arial"/>
              </a:rPr>
              <a:t> </a:t>
            </a:r>
            <a:r>
              <a:rPr sz="2400" dirty="0">
                <a:latin typeface="Arial"/>
                <a:cs typeface="Arial"/>
              </a:rPr>
              <a:t>to</a:t>
            </a:r>
            <a:r>
              <a:rPr sz="2400" spc="-70" dirty="0">
                <a:latin typeface="Arial"/>
                <a:cs typeface="Arial"/>
              </a:rPr>
              <a:t> </a:t>
            </a:r>
            <a:r>
              <a:rPr sz="2400" spc="-10" dirty="0">
                <a:latin typeface="Arial"/>
                <a:cs typeface="Arial"/>
              </a:rPr>
              <a:t>study </a:t>
            </a:r>
            <a:r>
              <a:rPr sz="2400" dirty="0">
                <a:latin typeface="Arial"/>
                <a:cs typeface="Arial"/>
              </a:rPr>
              <a:t>the</a:t>
            </a:r>
            <a:r>
              <a:rPr sz="2400" spc="-75" dirty="0">
                <a:latin typeface="Arial"/>
                <a:cs typeface="Arial"/>
              </a:rPr>
              <a:t> </a:t>
            </a:r>
            <a:r>
              <a:rPr sz="2400" dirty="0">
                <a:latin typeface="Arial"/>
                <a:cs typeface="Arial"/>
              </a:rPr>
              <a:t>systems</a:t>
            </a:r>
            <a:r>
              <a:rPr sz="2400" spc="-45" dirty="0">
                <a:latin typeface="Arial"/>
                <a:cs typeface="Arial"/>
              </a:rPr>
              <a:t> </a:t>
            </a:r>
            <a:r>
              <a:rPr sz="2400" dirty="0">
                <a:latin typeface="Arial"/>
                <a:cs typeface="Arial"/>
              </a:rPr>
              <a:t>request</a:t>
            </a:r>
            <a:r>
              <a:rPr sz="2400" spc="-60" dirty="0">
                <a:latin typeface="Arial"/>
                <a:cs typeface="Arial"/>
              </a:rPr>
              <a:t> </a:t>
            </a:r>
            <a:r>
              <a:rPr sz="2400" dirty="0">
                <a:latin typeface="Arial"/>
                <a:cs typeface="Arial"/>
              </a:rPr>
              <a:t>and</a:t>
            </a:r>
            <a:r>
              <a:rPr sz="2400" spc="-65" dirty="0">
                <a:latin typeface="Arial"/>
                <a:cs typeface="Arial"/>
              </a:rPr>
              <a:t> </a:t>
            </a:r>
            <a:r>
              <a:rPr sz="2400" dirty="0">
                <a:latin typeface="Arial"/>
                <a:cs typeface="Arial"/>
              </a:rPr>
              <a:t>to</a:t>
            </a:r>
            <a:r>
              <a:rPr sz="2400" spc="-65" dirty="0">
                <a:latin typeface="Arial"/>
                <a:cs typeface="Arial"/>
              </a:rPr>
              <a:t> </a:t>
            </a:r>
            <a:r>
              <a:rPr sz="2400" dirty="0">
                <a:latin typeface="Arial"/>
                <a:cs typeface="Arial"/>
              </a:rPr>
              <a:t>recommend</a:t>
            </a:r>
            <a:r>
              <a:rPr sz="2400" spc="-65" dirty="0">
                <a:latin typeface="Arial"/>
                <a:cs typeface="Arial"/>
              </a:rPr>
              <a:t> </a:t>
            </a:r>
            <a:r>
              <a:rPr sz="2400" dirty="0">
                <a:latin typeface="Arial"/>
                <a:cs typeface="Arial"/>
              </a:rPr>
              <a:t>specific</a:t>
            </a:r>
            <a:r>
              <a:rPr sz="2400" spc="-60" dirty="0">
                <a:latin typeface="Arial"/>
                <a:cs typeface="Arial"/>
              </a:rPr>
              <a:t> </a:t>
            </a:r>
            <a:r>
              <a:rPr sz="2400" spc="-10" dirty="0">
                <a:latin typeface="Arial"/>
                <a:cs typeface="Arial"/>
              </a:rPr>
              <a:t>action</a:t>
            </a:r>
            <a:endParaRPr sz="2400" dirty="0">
              <a:latin typeface="Arial"/>
              <a:cs typeface="Arial"/>
            </a:endParaRPr>
          </a:p>
          <a:p>
            <a:pPr>
              <a:lnSpc>
                <a:spcPct val="100000"/>
              </a:lnSpc>
              <a:spcBef>
                <a:spcPts val="35"/>
              </a:spcBef>
            </a:pPr>
            <a:endParaRPr sz="2400" dirty="0">
              <a:latin typeface="Arial"/>
              <a:cs typeface="Arial"/>
            </a:endParaRPr>
          </a:p>
          <a:p>
            <a:pPr marL="12700" marR="5080">
              <a:lnSpc>
                <a:spcPct val="100000"/>
              </a:lnSpc>
            </a:pPr>
            <a:r>
              <a:rPr sz="2400" dirty="0">
                <a:latin typeface="Arial"/>
                <a:cs typeface="Arial"/>
              </a:rPr>
              <a:t>Emphasises</a:t>
            </a:r>
            <a:r>
              <a:rPr sz="2400" spc="-20" dirty="0">
                <a:latin typeface="Arial"/>
                <a:cs typeface="Arial"/>
              </a:rPr>
              <a:t> </a:t>
            </a:r>
            <a:r>
              <a:rPr sz="2400" dirty="0">
                <a:latin typeface="Arial"/>
                <a:cs typeface="Arial"/>
              </a:rPr>
              <a:t>on</a:t>
            </a:r>
            <a:r>
              <a:rPr sz="2400" spc="-15" dirty="0">
                <a:latin typeface="Arial"/>
                <a:cs typeface="Arial"/>
              </a:rPr>
              <a:t> </a:t>
            </a:r>
            <a:r>
              <a:rPr sz="2400" dirty="0">
                <a:latin typeface="Arial"/>
                <a:cs typeface="Arial"/>
              </a:rPr>
              <a:t>the</a:t>
            </a:r>
            <a:r>
              <a:rPr sz="2400" spc="-20" dirty="0">
                <a:latin typeface="Arial"/>
                <a:cs typeface="Arial"/>
              </a:rPr>
              <a:t> </a:t>
            </a:r>
            <a:r>
              <a:rPr sz="2400" dirty="0">
                <a:latin typeface="Arial"/>
                <a:cs typeface="Arial"/>
              </a:rPr>
              <a:t>following</a:t>
            </a:r>
            <a:r>
              <a:rPr sz="2400" spc="35" dirty="0">
                <a:latin typeface="Arial"/>
                <a:cs typeface="Arial"/>
              </a:rPr>
              <a:t> </a:t>
            </a:r>
            <a:r>
              <a:rPr sz="2400" dirty="0">
                <a:latin typeface="Arial"/>
                <a:cs typeface="Arial"/>
              </a:rPr>
              <a:t>4</a:t>
            </a:r>
            <a:r>
              <a:rPr sz="2400" spc="-15" dirty="0">
                <a:latin typeface="Arial"/>
                <a:cs typeface="Arial"/>
              </a:rPr>
              <a:t> </a:t>
            </a:r>
            <a:r>
              <a:rPr sz="2400" dirty="0">
                <a:latin typeface="Arial"/>
                <a:cs typeface="Arial"/>
              </a:rPr>
              <a:t>areas</a:t>
            </a:r>
            <a:r>
              <a:rPr sz="2400" spc="-20" dirty="0">
                <a:latin typeface="Arial"/>
                <a:cs typeface="Arial"/>
              </a:rPr>
              <a:t> </a:t>
            </a:r>
            <a:r>
              <a:rPr sz="2400" dirty="0">
                <a:latin typeface="Arial"/>
                <a:cs typeface="Arial"/>
              </a:rPr>
              <a:t>that</a:t>
            </a:r>
            <a:r>
              <a:rPr sz="2400" spc="-15" dirty="0">
                <a:latin typeface="Arial"/>
                <a:cs typeface="Arial"/>
              </a:rPr>
              <a:t> </a:t>
            </a:r>
            <a:r>
              <a:rPr sz="2400" dirty="0">
                <a:latin typeface="Arial"/>
                <a:cs typeface="Arial"/>
              </a:rPr>
              <a:t>drew</a:t>
            </a:r>
            <a:r>
              <a:rPr sz="2400" spc="-5" dirty="0">
                <a:latin typeface="Arial"/>
                <a:cs typeface="Arial"/>
              </a:rPr>
              <a:t> </a:t>
            </a:r>
            <a:r>
              <a:rPr sz="2400" dirty="0">
                <a:latin typeface="Arial"/>
                <a:cs typeface="Arial"/>
              </a:rPr>
              <a:t>the</a:t>
            </a:r>
            <a:r>
              <a:rPr sz="2400" spc="-25" dirty="0">
                <a:latin typeface="Arial"/>
                <a:cs typeface="Arial"/>
              </a:rPr>
              <a:t> </a:t>
            </a:r>
            <a:r>
              <a:rPr sz="2400" dirty="0">
                <a:latin typeface="Arial"/>
                <a:cs typeface="Arial"/>
              </a:rPr>
              <a:t>attention</a:t>
            </a:r>
            <a:r>
              <a:rPr sz="2400" spc="-25" dirty="0">
                <a:latin typeface="Arial"/>
                <a:cs typeface="Arial"/>
              </a:rPr>
              <a:t> </a:t>
            </a:r>
            <a:r>
              <a:rPr sz="2400" dirty="0">
                <a:latin typeface="Arial"/>
                <a:cs typeface="Arial"/>
              </a:rPr>
              <a:t>from</a:t>
            </a:r>
            <a:r>
              <a:rPr sz="2400" spc="-15" dirty="0">
                <a:latin typeface="Arial"/>
                <a:cs typeface="Arial"/>
              </a:rPr>
              <a:t> </a:t>
            </a:r>
            <a:r>
              <a:rPr sz="2400" spc="-25" dirty="0">
                <a:latin typeface="Arial"/>
                <a:cs typeface="Arial"/>
              </a:rPr>
              <a:t>all </a:t>
            </a:r>
            <a:r>
              <a:rPr sz="2400" spc="-10" dirty="0">
                <a:latin typeface="Arial"/>
                <a:cs typeface="Arial"/>
              </a:rPr>
              <a:t>businesses:</a:t>
            </a:r>
            <a:endParaRPr sz="2400" dirty="0">
              <a:latin typeface="Arial"/>
              <a:cs typeface="Arial"/>
            </a:endParaRPr>
          </a:p>
          <a:p>
            <a:pPr marL="355600" indent="-342900">
              <a:lnSpc>
                <a:spcPct val="100000"/>
              </a:lnSpc>
              <a:spcBef>
                <a:spcPts val="395"/>
              </a:spcBef>
              <a:buClr>
                <a:srgbClr val="1F487C"/>
              </a:buClr>
              <a:buAutoNum type="arabicPeriod"/>
              <a:tabLst>
                <a:tab pos="354965" algn="l"/>
                <a:tab pos="355600" algn="l"/>
              </a:tabLst>
            </a:pPr>
            <a:r>
              <a:rPr sz="2400" dirty="0">
                <a:latin typeface="Arial"/>
                <a:cs typeface="Arial"/>
              </a:rPr>
              <a:t>Problem</a:t>
            </a:r>
            <a:r>
              <a:rPr sz="2400" spc="-50" dirty="0">
                <a:latin typeface="Arial"/>
                <a:cs typeface="Arial"/>
              </a:rPr>
              <a:t> </a:t>
            </a:r>
            <a:r>
              <a:rPr sz="2400" dirty="0">
                <a:latin typeface="Arial"/>
                <a:cs typeface="Arial"/>
              </a:rPr>
              <a:t>or</a:t>
            </a:r>
            <a:r>
              <a:rPr sz="2400" spc="-20" dirty="0">
                <a:latin typeface="Arial"/>
                <a:cs typeface="Arial"/>
              </a:rPr>
              <a:t> </a:t>
            </a:r>
            <a:r>
              <a:rPr sz="2400" spc="-10" dirty="0">
                <a:latin typeface="Arial"/>
                <a:cs typeface="Arial"/>
              </a:rPr>
              <a:t>Opportunity</a:t>
            </a:r>
            <a:endParaRPr sz="2400" dirty="0">
              <a:latin typeface="Arial"/>
              <a:cs typeface="Arial"/>
            </a:endParaRPr>
          </a:p>
          <a:p>
            <a:pPr marL="355600" indent="-342900">
              <a:lnSpc>
                <a:spcPct val="100000"/>
              </a:lnSpc>
              <a:spcBef>
                <a:spcPts val="380"/>
              </a:spcBef>
              <a:buClr>
                <a:srgbClr val="1F487C"/>
              </a:buClr>
              <a:buAutoNum type="arabicPeriod"/>
              <a:tabLst>
                <a:tab pos="354965" algn="l"/>
                <a:tab pos="355600" algn="l"/>
              </a:tabLst>
            </a:pPr>
            <a:r>
              <a:rPr sz="2400" dirty="0">
                <a:latin typeface="Arial"/>
                <a:cs typeface="Arial"/>
              </a:rPr>
              <a:t>Project</a:t>
            </a:r>
            <a:r>
              <a:rPr sz="2400" spc="-55" dirty="0">
                <a:latin typeface="Arial"/>
                <a:cs typeface="Arial"/>
              </a:rPr>
              <a:t> </a:t>
            </a:r>
            <a:r>
              <a:rPr sz="2400" dirty="0">
                <a:latin typeface="Arial"/>
                <a:cs typeface="Arial"/>
              </a:rPr>
              <a:t>scope</a:t>
            </a:r>
            <a:r>
              <a:rPr sz="2400" spc="-55" dirty="0">
                <a:latin typeface="Arial"/>
                <a:cs typeface="Arial"/>
              </a:rPr>
              <a:t> </a:t>
            </a:r>
            <a:r>
              <a:rPr sz="2400" dirty="0">
                <a:latin typeface="Arial"/>
                <a:cs typeface="Arial"/>
              </a:rPr>
              <a:t>and</a:t>
            </a:r>
            <a:r>
              <a:rPr sz="2400" spc="-50" dirty="0">
                <a:latin typeface="Arial"/>
                <a:cs typeface="Arial"/>
              </a:rPr>
              <a:t> </a:t>
            </a:r>
            <a:r>
              <a:rPr sz="2400" spc="-10" dirty="0">
                <a:latin typeface="Arial"/>
                <a:cs typeface="Arial"/>
              </a:rPr>
              <a:t>constraints</a:t>
            </a:r>
            <a:endParaRPr sz="2400" dirty="0">
              <a:latin typeface="Arial"/>
              <a:cs typeface="Arial"/>
            </a:endParaRPr>
          </a:p>
          <a:p>
            <a:pPr marL="355600" indent="-342900">
              <a:lnSpc>
                <a:spcPct val="100000"/>
              </a:lnSpc>
              <a:spcBef>
                <a:spcPts val="385"/>
              </a:spcBef>
              <a:buClr>
                <a:srgbClr val="1F487C"/>
              </a:buClr>
              <a:buAutoNum type="arabicPeriod"/>
              <a:tabLst>
                <a:tab pos="354965" algn="l"/>
                <a:tab pos="355600" algn="l"/>
              </a:tabLst>
            </a:pPr>
            <a:r>
              <a:rPr sz="2400" spc="-10" dirty="0">
                <a:latin typeface="Arial"/>
                <a:cs typeface="Arial"/>
              </a:rPr>
              <a:t>Benefits</a:t>
            </a:r>
            <a:endParaRPr sz="2400" dirty="0">
              <a:latin typeface="Arial"/>
              <a:cs typeface="Arial"/>
            </a:endParaRPr>
          </a:p>
          <a:p>
            <a:pPr marL="355600" indent="-342900">
              <a:lnSpc>
                <a:spcPct val="100000"/>
              </a:lnSpc>
              <a:spcBef>
                <a:spcPts val="385"/>
              </a:spcBef>
              <a:buClr>
                <a:srgbClr val="1F487C"/>
              </a:buClr>
              <a:buAutoNum type="arabicPeriod"/>
              <a:tabLst>
                <a:tab pos="354965" algn="l"/>
                <a:tab pos="355600" algn="l"/>
              </a:tabLst>
            </a:pPr>
            <a:r>
              <a:rPr sz="2400" spc="-10" dirty="0">
                <a:latin typeface="Arial"/>
                <a:cs typeface="Arial"/>
              </a:rPr>
              <a:t>Costs</a:t>
            </a:r>
            <a:endParaRPr sz="2400" dirty="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23</a:t>
            </a:fld>
            <a:endParaRPr spc="-25" dirty="0"/>
          </a:p>
        </p:txBody>
      </p:sp>
      <p:sp>
        <p:nvSpPr>
          <p:cNvPr id="3" name="object 3"/>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What</a:t>
            </a:r>
            <a:r>
              <a:rPr sz="2800" spc="-95" dirty="0"/>
              <a:t> </a:t>
            </a:r>
            <a:r>
              <a:rPr sz="2800" dirty="0"/>
              <a:t>is</a:t>
            </a:r>
            <a:r>
              <a:rPr sz="2800" spc="-95" dirty="0"/>
              <a:t> </a:t>
            </a:r>
            <a:r>
              <a:rPr sz="2800" dirty="0"/>
              <a:t>preliminary</a:t>
            </a:r>
            <a:r>
              <a:rPr sz="2800" spc="-90" dirty="0"/>
              <a:t> </a:t>
            </a:r>
            <a:r>
              <a:rPr sz="2800" dirty="0"/>
              <a:t>investigation</a:t>
            </a:r>
            <a:r>
              <a:rPr sz="2800" spc="-85" dirty="0"/>
              <a:t> </a:t>
            </a:r>
            <a:r>
              <a:rPr sz="2800" spc="-50" dirty="0"/>
              <a:t>?</a:t>
            </a:r>
            <a:endParaRPr sz="2800"/>
          </a:p>
        </p:txBody>
      </p:sp>
      <p:sp>
        <p:nvSpPr>
          <p:cNvPr id="6" name="Freeform 8">
            <a:extLst>
              <a:ext uri="{FF2B5EF4-FFF2-40B4-BE49-F238E27FC236}">
                <a16:creationId xmlns:a16="http://schemas.microsoft.com/office/drawing/2014/main" id="{28463B45-CA53-4402-8C87-F73A4F45F15B}"/>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Steps</a:t>
            </a:r>
            <a:r>
              <a:rPr sz="2800" spc="-70" dirty="0"/>
              <a:t> </a:t>
            </a:r>
            <a:r>
              <a:rPr sz="2800" dirty="0"/>
              <a:t>in</a:t>
            </a:r>
            <a:r>
              <a:rPr sz="2800" spc="-85" dirty="0"/>
              <a:t> </a:t>
            </a:r>
            <a:r>
              <a:rPr sz="2800" dirty="0"/>
              <a:t>preliminary</a:t>
            </a:r>
            <a:r>
              <a:rPr sz="2800" spc="-75" dirty="0"/>
              <a:t> </a:t>
            </a:r>
            <a:r>
              <a:rPr sz="2800" spc="-10" dirty="0"/>
              <a:t>investigation</a:t>
            </a:r>
            <a:endParaRPr sz="2800"/>
          </a:p>
        </p:txBody>
      </p:sp>
      <p:sp>
        <p:nvSpPr>
          <p:cNvPr id="3" name="object 3"/>
          <p:cNvSpPr txBox="1"/>
          <p:nvPr/>
        </p:nvSpPr>
        <p:spPr>
          <a:xfrm>
            <a:off x="545388" y="1680721"/>
            <a:ext cx="3797300" cy="2967479"/>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Arial"/>
                <a:cs typeface="Arial"/>
              </a:rPr>
              <a:t>The</a:t>
            </a:r>
            <a:r>
              <a:rPr lang="en-US" sz="2400" spc="-45" dirty="0">
                <a:latin typeface="Arial"/>
                <a:cs typeface="Arial"/>
              </a:rPr>
              <a:t> </a:t>
            </a:r>
            <a:r>
              <a:rPr sz="2400" dirty="0">
                <a:latin typeface="Arial"/>
                <a:cs typeface="Arial"/>
              </a:rPr>
              <a:t>exact</a:t>
            </a:r>
            <a:r>
              <a:rPr sz="2400" spc="-15" dirty="0">
                <a:latin typeface="Arial"/>
                <a:cs typeface="Arial"/>
              </a:rPr>
              <a:t> </a:t>
            </a:r>
            <a:r>
              <a:rPr sz="2400" dirty="0">
                <a:latin typeface="Arial"/>
                <a:cs typeface="Arial"/>
              </a:rPr>
              <a:t>procedure</a:t>
            </a:r>
            <a:r>
              <a:rPr sz="2400" spc="-10" dirty="0">
                <a:latin typeface="Arial"/>
                <a:cs typeface="Arial"/>
              </a:rPr>
              <a:t> </a:t>
            </a:r>
            <a:r>
              <a:rPr sz="2400" dirty="0">
                <a:latin typeface="Arial"/>
                <a:cs typeface="Arial"/>
              </a:rPr>
              <a:t>depends</a:t>
            </a:r>
            <a:r>
              <a:rPr sz="2400" spc="-15" dirty="0">
                <a:latin typeface="Arial"/>
                <a:cs typeface="Arial"/>
              </a:rPr>
              <a:t> </a:t>
            </a:r>
            <a:r>
              <a:rPr sz="2400" dirty="0">
                <a:latin typeface="Arial"/>
                <a:cs typeface="Arial"/>
              </a:rPr>
              <a:t>on</a:t>
            </a:r>
            <a:r>
              <a:rPr sz="2400" spc="-15" dirty="0">
                <a:latin typeface="Arial"/>
                <a:cs typeface="Arial"/>
              </a:rPr>
              <a:t> </a:t>
            </a:r>
            <a:r>
              <a:rPr sz="2400" spc="-25" dirty="0">
                <a:latin typeface="Arial"/>
                <a:cs typeface="Arial"/>
              </a:rPr>
              <a:t>the </a:t>
            </a:r>
            <a:r>
              <a:rPr sz="2400" dirty="0">
                <a:latin typeface="Arial"/>
                <a:cs typeface="Arial"/>
              </a:rPr>
              <a:t>nature</a:t>
            </a:r>
            <a:r>
              <a:rPr sz="2400" spc="-10" dirty="0">
                <a:latin typeface="Arial"/>
                <a:cs typeface="Arial"/>
              </a:rPr>
              <a:t> </a:t>
            </a:r>
            <a:r>
              <a:rPr sz="2400" dirty="0">
                <a:latin typeface="Arial"/>
                <a:cs typeface="Arial"/>
              </a:rPr>
              <a:t>of</a:t>
            </a:r>
            <a:r>
              <a:rPr sz="2400" spc="-25" dirty="0">
                <a:latin typeface="Arial"/>
                <a:cs typeface="Arial"/>
              </a:rPr>
              <a:t> </a:t>
            </a:r>
            <a:r>
              <a:rPr sz="2400" dirty="0">
                <a:latin typeface="Arial"/>
                <a:cs typeface="Arial"/>
              </a:rPr>
              <a:t>the</a:t>
            </a:r>
            <a:r>
              <a:rPr sz="2400" spc="-15" dirty="0">
                <a:latin typeface="Arial"/>
                <a:cs typeface="Arial"/>
              </a:rPr>
              <a:t> </a:t>
            </a:r>
            <a:r>
              <a:rPr sz="2400" dirty="0">
                <a:latin typeface="Arial"/>
                <a:cs typeface="Arial"/>
              </a:rPr>
              <a:t>request,</a:t>
            </a:r>
            <a:r>
              <a:rPr sz="2400" spc="5" dirty="0">
                <a:latin typeface="Arial"/>
                <a:cs typeface="Arial"/>
              </a:rPr>
              <a:t> </a:t>
            </a:r>
            <a:r>
              <a:rPr sz="2400" dirty="0">
                <a:latin typeface="Arial"/>
                <a:cs typeface="Arial"/>
              </a:rPr>
              <a:t>the</a:t>
            </a:r>
            <a:r>
              <a:rPr sz="2400" spc="-20" dirty="0">
                <a:latin typeface="Arial"/>
                <a:cs typeface="Arial"/>
              </a:rPr>
              <a:t> </a:t>
            </a:r>
            <a:r>
              <a:rPr sz="2400" dirty="0">
                <a:latin typeface="Arial"/>
                <a:cs typeface="Arial"/>
              </a:rPr>
              <a:t>project</a:t>
            </a:r>
            <a:r>
              <a:rPr sz="2400" spc="-5" dirty="0">
                <a:latin typeface="Arial"/>
                <a:cs typeface="Arial"/>
              </a:rPr>
              <a:t> </a:t>
            </a:r>
            <a:r>
              <a:rPr sz="2400" spc="-20" dirty="0">
                <a:latin typeface="Arial"/>
                <a:cs typeface="Arial"/>
              </a:rPr>
              <a:t>size </a:t>
            </a:r>
            <a:r>
              <a:rPr sz="2400" dirty="0">
                <a:latin typeface="Arial"/>
                <a:cs typeface="Arial"/>
              </a:rPr>
              <a:t>and</a:t>
            </a:r>
            <a:r>
              <a:rPr sz="2400" spc="-10" dirty="0">
                <a:latin typeface="Arial"/>
                <a:cs typeface="Arial"/>
              </a:rPr>
              <a:t> </a:t>
            </a:r>
            <a:r>
              <a:rPr sz="2400" dirty="0">
                <a:latin typeface="Arial"/>
                <a:cs typeface="Arial"/>
              </a:rPr>
              <a:t>the</a:t>
            </a:r>
            <a:r>
              <a:rPr sz="2400" spc="-20" dirty="0">
                <a:latin typeface="Arial"/>
                <a:cs typeface="Arial"/>
              </a:rPr>
              <a:t> </a:t>
            </a:r>
            <a:r>
              <a:rPr sz="2400" dirty="0">
                <a:latin typeface="Arial"/>
                <a:cs typeface="Arial"/>
              </a:rPr>
              <a:t>degree</a:t>
            </a:r>
            <a:r>
              <a:rPr sz="2400" spc="-10" dirty="0">
                <a:latin typeface="Arial"/>
                <a:cs typeface="Arial"/>
              </a:rPr>
              <a:t> </a:t>
            </a:r>
            <a:r>
              <a:rPr sz="2400" dirty="0">
                <a:latin typeface="Arial"/>
                <a:cs typeface="Arial"/>
              </a:rPr>
              <a:t>of</a:t>
            </a:r>
            <a:r>
              <a:rPr sz="2400" spc="-15" dirty="0">
                <a:latin typeface="Arial"/>
                <a:cs typeface="Arial"/>
              </a:rPr>
              <a:t> </a:t>
            </a:r>
            <a:r>
              <a:rPr sz="2400" spc="-10" dirty="0">
                <a:latin typeface="Arial"/>
                <a:cs typeface="Arial"/>
              </a:rPr>
              <a:t>urgency</a:t>
            </a:r>
            <a:endParaRPr sz="2400" dirty="0">
              <a:latin typeface="Arial"/>
              <a:cs typeface="Arial"/>
            </a:endParaRPr>
          </a:p>
          <a:p>
            <a:pPr>
              <a:lnSpc>
                <a:spcPct val="100000"/>
              </a:lnSpc>
              <a:spcBef>
                <a:spcPts val="35"/>
              </a:spcBef>
            </a:pPr>
            <a:endParaRPr sz="2400" dirty="0">
              <a:latin typeface="Arial"/>
              <a:cs typeface="Arial"/>
            </a:endParaRPr>
          </a:p>
          <a:p>
            <a:pPr marL="12700" marR="247650">
              <a:lnSpc>
                <a:spcPct val="100000"/>
              </a:lnSpc>
            </a:pPr>
            <a:r>
              <a:rPr sz="2400" dirty="0">
                <a:latin typeface="Arial"/>
                <a:cs typeface="Arial"/>
              </a:rPr>
              <a:t>A</a:t>
            </a:r>
            <a:r>
              <a:rPr sz="2400" spc="-120" dirty="0">
                <a:latin typeface="Arial"/>
                <a:cs typeface="Arial"/>
              </a:rPr>
              <a:t> </a:t>
            </a:r>
            <a:r>
              <a:rPr sz="2400" dirty="0">
                <a:latin typeface="Arial"/>
                <a:cs typeface="Arial"/>
              </a:rPr>
              <a:t>systems</a:t>
            </a:r>
            <a:r>
              <a:rPr sz="2400" spc="15" dirty="0">
                <a:latin typeface="Arial"/>
                <a:cs typeface="Arial"/>
              </a:rPr>
              <a:t> </a:t>
            </a:r>
            <a:r>
              <a:rPr sz="2400" dirty="0">
                <a:latin typeface="Arial"/>
                <a:cs typeface="Arial"/>
              </a:rPr>
              <a:t>request must</a:t>
            </a:r>
            <a:r>
              <a:rPr sz="2400" spc="-20" dirty="0">
                <a:latin typeface="Arial"/>
                <a:cs typeface="Arial"/>
              </a:rPr>
              <a:t> </a:t>
            </a:r>
            <a:r>
              <a:rPr sz="2400" u="sng" dirty="0">
                <a:solidFill>
                  <a:srgbClr val="4F81BC"/>
                </a:solidFill>
                <a:uFill>
                  <a:solidFill>
                    <a:srgbClr val="4F81BC"/>
                  </a:solidFill>
                </a:uFill>
                <a:latin typeface="Arial"/>
                <a:cs typeface="Arial"/>
              </a:rPr>
              <a:t>pass</a:t>
            </a:r>
            <a:r>
              <a:rPr sz="2400" spc="5" dirty="0">
                <a:solidFill>
                  <a:srgbClr val="4F81BC"/>
                </a:solidFill>
                <a:latin typeface="Arial"/>
                <a:cs typeface="Arial"/>
              </a:rPr>
              <a:t> </a:t>
            </a:r>
            <a:r>
              <a:rPr sz="2400" spc="-50" dirty="0">
                <a:latin typeface="Arial"/>
                <a:cs typeface="Arial"/>
              </a:rPr>
              <a:t>a </a:t>
            </a:r>
            <a:r>
              <a:rPr sz="2400" dirty="0">
                <a:latin typeface="Arial"/>
                <a:cs typeface="Arial"/>
              </a:rPr>
              <a:t>feasibility</a:t>
            </a:r>
            <a:r>
              <a:rPr sz="2400" spc="-10" dirty="0">
                <a:latin typeface="Arial"/>
                <a:cs typeface="Arial"/>
              </a:rPr>
              <a:t> </a:t>
            </a:r>
            <a:r>
              <a:rPr sz="2400" dirty="0">
                <a:latin typeface="Arial"/>
                <a:cs typeface="Arial"/>
              </a:rPr>
              <a:t>study</a:t>
            </a:r>
            <a:r>
              <a:rPr sz="2400" spc="-15" dirty="0">
                <a:latin typeface="Arial"/>
                <a:cs typeface="Arial"/>
              </a:rPr>
              <a:t> </a:t>
            </a:r>
            <a:r>
              <a:rPr sz="2400" dirty="0">
                <a:latin typeface="Arial"/>
                <a:cs typeface="Arial"/>
              </a:rPr>
              <a:t>in</a:t>
            </a:r>
            <a:r>
              <a:rPr sz="2400" spc="-15" dirty="0">
                <a:latin typeface="Arial"/>
                <a:cs typeface="Arial"/>
              </a:rPr>
              <a:t> </a:t>
            </a:r>
            <a:r>
              <a:rPr sz="2400" dirty="0">
                <a:latin typeface="Arial"/>
                <a:cs typeface="Arial"/>
              </a:rPr>
              <a:t>order</a:t>
            </a:r>
            <a:r>
              <a:rPr sz="2400" spc="-20" dirty="0">
                <a:latin typeface="Arial"/>
                <a:cs typeface="Arial"/>
              </a:rPr>
              <a:t> </a:t>
            </a:r>
            <a:r>
              <a:rPr sz="2400" dirty="0">
                <a:latin typeface="Arial"/>
                <a:cs typeface="Arial"/>
              </a:rPr>
              <a:t>to</a:t>
            </a:r>
            <a:r>
              <a:rPr sz="2400" spc="-15" dirty="0">
                <a:latin typeface="Arial"/>
                <a:cs typeface="Arial"/>
              </a:rPr>
              <a:t> </a:t>
            </a:r>
            <a:r>
              <a:rPr sz="2400" spc="-10" dirty="0">
                <a:latin typeface="Arial"/>
                <a:cs typeface="Arial"/>
              </a:rPr>
              <a:t>proceed</a:t>
            </a:r>
            <a:endParaRPr sz="2400" dirty="0">
              <a:latin typeface="Arial"/>
              <a:cs typeface="Arial"/>
            </a:endParaRPr>
          </a:p>
        </p:txBody>
      </p:sp>
      <p:pic>
        <p:nvPicPr>
          <p:cNvPr id="4" name="object 4"/>
          <p:cNvPicPr/>
          <p:nvPr/>
        </p:nvPicPr>
        <p:blipFill>
          <a:blip r:embed="rId2" cstate="print"/>
          <a:stretch>
            <a:fillRect/>
          </a:stretch>
        </p:blipFill>
        <p:spPr>
          <a:xfrm>
            <a:off x="5007864" y="1412747"/>
            <a:ext cx="3354324" cy="4087367"/>
          </a:xfrm>
          <a:prstGeom prst="rect">
            <a:avLst/>
          </a:prstGeom>
        </p:spPr>
      </p:pic>
      <p:sp>
        <p:nvSpPr>
          <p:cNvPr id="5" name="object 5"/>
          <p:cNvSpPr txBox="1"/>
          <p:nvPr/>
        </p:nvSpPr>
        <p:spPr>
          <a:xfrm>
            <a:off x="5495035" y="5563311"/>
            <a:ext cx="203581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ambria"/>
                <a:cs typeface="Cambria"/>
              </a:rPr>
              <a:t>Source:</a:t>
            </a:r>
            <a:r>
              <a:rPr sz="1000" spc="-35" dirty="0">
                <a:latin typeface="Cambria"/>
                <a:cs typeface="Cambria"/>
              </a:rPr>
              <a:t> </a:t>
            </a:r>
            <a:r>
              <a:rPr sz="1000" dirty="0">
                <a:latin typeface="Cambria"/>
                <a:cs typeface="Cambria"/>
              </a:rPr>
              <a:t>Shelly</a:t>
            </a:r>
            <a:r>
              <a:rPr sz="1000" spc="-20" dirty="0">
                <a:latin typeface="Cambria"/>
                <a:cs typeface="Cambria"/>
              </a:rPr>
              <a:t> </a:t>
            </a:r>
            <a:r>
              <a:rPr sz="1000" dirty="0">
                <a:latin typeface="Cambria"/>
                <a:cs typeface="Cambria"/>
              </a:rPr>
              <a:t>Cashman</a:t>
            </a:r>
            <a:r>
              <a:rPr sz="1000" spc="-45" dirty="0">
                <a:latin typeface="Cambria"/>
                <a:cs typeface="Cambria"/>
              </a:rPr>
              <a:t> </a:t>
            </a:r>
            <a:r>
              <a:rPr sz="1000" dirty="0">
                <a:latin typeface="Cambria"/>
                <a:cs typeface="Cambria"/>
              </a:rPr>
              <a:t>(2016),</a:t>
            </a:r>
            <a:r>
              <a:rPr sz="1000" spc="-30" dirty="0">
                <a:latin typeface="Cambria"/>
                <a:cs typeface="Cambria"/>
              </a:rPr>
              <a:t> </a:t>
            </a:r>
            <a:r>
              <a:rPr sz="1000" dirty="0">
                <a:latin typeface="Cambria"/>
                <a:cs typeface="Cambria"/>
              </a:rPr>
              <a:t>p.</a:t>
            </a:r>
            <a:r>
              <a:rPr sz="1000" spc="-40" dirty="0">
                <a:latin typeface="Cambria"/>
                <a:cs typeface="Cambria"/>
              </a:rPr>
              <a:t> </a:t>
            </a:r>
            <a:r>
              <a:rPr sz="1000" spc="-25" dirty="0">
                <a:latin typeface="Cambria"/>
                <a:cs typeface="Cambria"/>
              </a:rPr>
              <a:t>58</a:t>
            </a:r>
            <a:endParaRPr sz="1000">
              <a:latin typeface="Cambria"/>
              <a:cs typeface="Cambria"/>
            </a:endParaRPr>
          </a:p>
        </p:txBody>
      </p:sp>
      <p:sp>
        <p:nvSpPr>
          <p:cNvPr id="6" name="object 6"/>
          <p:cNvSpPr txBox="1">
            <a:spLocks noGrp="1"/>
          </p:cNvSpPr>
          <p:nvPr>
            <p:ph type="ftr" sz="quarter" idx="5"/>
          </p:nvPr>
        </p:nvSpPr>
        <p:spPr>
          <a:prstGeom prst="rect">
            <a:avLst/>
          </a:prstGeom>
        </p:spPr>
        <p:txBody>
          <a:bodyPr vert="horz" wrap="square" lIns="0" tIns="7620" rIns="0" bIns="0" rtlCol="0">
            <a:spAutoFit/>
          </a:bodyPr>
          <a:lstStyle/>
          <a:p>
            <a:pPr marL="12700">
              <a:lnSpc>
                <a:spcPct val="100000"/>
              </a:lnSpc>
              <a:spcBef>
                <a:spcPts val="60"/>
              </a:spcBef>
            </a:pPr>
            <a:r>
              <a:rPr dirty="0"/>
              <a:t>Lec</a:t>
            </a:r>
            <a:r>
              <a:rPr spc="-40" dirty="0"/>
              <a:t> </a:t>
            </a:r>
            <a:r>
              <a:rPr dirty="0"/>
              <a:t>2</a:t>
            </a:r>
            <a:r>
              <a:rPr spc="-15" dirty="0"/>
              <a:t> </a:t>
            </a:r>
            <a:r>
              <a:rPr dirty="0"/>
              <a:t>-</a:t>
            </a:r>
            <a:r>
              <a:rPr spc="-5" dirty="0"/>
              <a:t> </a:t>
            </a:r>
            <a:r>
              <a:rPr dirty="0"/>
              <a:t>Analysing</a:t>
            </a:r>
            <a:r>
              <a:rPr spc="-15" dirty="0"/>
              <a:t> </a:t>
            </a:r>
            <a:r>
              <a:rPr dirty="0"/>
              <a:t>the</a:t>
            </a:r>
            <a:r>
              <a:rPr spc="-25" dirty="0"/>
              <a:t> </a:t>
            </a:r>
            <a:r>
              <a:rPr dirty="0"/>
              <a:t>Business</a:t>
            </a:r>
            <a:r>
              <a:rPr spc="-10" dirty="0"/>
              <a:t> </a:t>
            </a:r>
            <a:r>
              <a:rPr spc="-20" dirty="0"/>
              <a:t>Case</a:t>
            </a:r>
          </a:p>
        </p:txBody>
      </p:sp>
      <p:sp>
        <p:nvSpPr>
          <p:cNvPr id="7" name="object 7"/>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25" dirty="0"/>
              <a:t>24</a:t>
            </a:fld>
            <a:endParaRPr spc="-25" dirty="0"/>
          </a:p>
        </p:txBody>
      </p:sp>
      <p:sp>
        <p:nvSpPr>
          <p:cNvPr id="8" name="Freeform 8">
            <a:extLst>
              <a:ext uri="{FF2B5EF4-FFF2-40B4-BE49-F238E27FC236}">
                <a16:creationId xmlns:a16="http://schemas.microsoft.com/office/drawing/2014/main" id="{A4EDB1BA-3A9B-4D0D-95DD-C5EE8EAA63E8}"/>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32245"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FEASIBILITY ANALYSIS</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416203" y="1676400"/>
            <a:ext cx="7392699" cy="3005655"/>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400" b="1" dirty="0">
                <a:solidFill>
                  <a:srgbClr val="0000FF"/>
                </a:solidFill>
                <a:latin typeface="Verdana" panose="020B0604030504040204" pitchFamily="34" charset="0"/>
                <a:ea typeface="Verdana" panose="020B0604030504040204" pitchFamily="34" charset="0"/>
              </a:rPr>
              <a:t>Feasibility analysis </a:t>
            </a:r>
            <a:r>
              <a:rPr lang="en-US" altLang="en-US" sz="2400" dirty="0">
                <a:solidFill>
                  <a:srgbClr val="0000FF"/>
                </a:solidFill>
                <a:latin typeface="Verdana" panose="020B0604030504040204" pitchFamily="34" charset="0"/>
                <a:ea typeface="Verdana" panose="020B0604030504040204" pitchFamily="34" charset="0"/>
              </a:rPr>
              <a:t>or </a:t>
            </a:r>
            <a:r>
              <a:rPr lang="en-US" altLang="en-US" sz="2400" b="1" dirty="0">
                <a:solidFill>
                  <a:srgbClr val="0000FF"/>
                </a:solidFill>
                <a:latin typeface="Verdana" panose="020B0604030504040204" pitchFamily="34" charset="0"/>
                <a:ea typeface="Verdana" panose="020B0604030504040204" pitchFamily="34" charset="0"/>
              </a:rPr>
              <a:t>Feasibility Study</a:t>
            </a:r>
            <a:r>
              <a:rPr lang="en-US" sz="2400" b="1" dirty="0">
                <a:latin typeface="Verdana" panose="020B0604030504040204" pitchFamily="34" charset="0"/>
                <a:ea typeface="Verdana" panose="020B0604030504040204" pitchFamily="34" charset="0"/>
              </a:rPr>
              <a:t> </a:t>
            </a:r>
            <a:r>
              <a:rPr lang="en-US" sz="2400" dirty="0">
                <a:latin typeface="Verdana" panose="020B0604030504040204" pitchFamily="34" charset="0"/>
                <a:ea typeface="Verdana" panose="020B0604030504040204" pitchFamily="34" charset="0"/>
              </a:rPr>
              <a:t>is an assessment of the </a:t>
            </a:r>
            <a:r>
              <a:rPr lang="en-US" sz="2400" dirty="0">
                <a:solidFill>
                  <a:srgbClr val="FF0000"/>
                </a:solidFill>
                <a:latin typeface="Verdana" panose="020B0604030504040204" pitchFamily="34" charset="0"/>
                <a:ea typeface="Verdana" panose="020B0604030504040204" pitchFamily="34" charset="0"/>
              </a:rPr>
              <a:t>practicality</a:t>
            </a:r>
            <a:r>
              <a:rPr lang="en-US" sz="2400" dirty="0">
                <a:latin typeface="Verdana" panose="020B0604030504040204" pitchFamily="34" charset="0"/>
                <a:ea typeface="Verdana" panose="020B0604030504040204" pitchFamily="34" charset="0"/>
              </a:rPr>
              <a:t> of a proposed plan, project or method</a:t>
            </a:r>
          </a:p>
          <a:p>
            <a:pPr>
              <a:spcBef>
                <a:spcPct val="0"/>
              </a:spcBef>
              <a:defRPr/>
            </a:pPr>
            <a:endParaRPr lang="en-US" altLang="en-US" sz="2400" dirty="0">
              <a:solidFill>
                <a:srgbClr val="0000FF"/>
              </a:solidFill>
              <a:latin typeface="Verdana" panose="020B0604030504040204" pitchFamily="34" charset="0"/>
              <a:ea typeface="Verdana" panose="020B0604030504040204" pitchFamily="34" charset="0"/>
            </a:endParaRPr>
          </a:p>
          <a:p>
            <a:pPr>
              <a:spcBef>
                <a:spcPct val="0"/>
              </a:spcBef>
              <a:defRPr/>
            </a:pPr>
            <a:r>
              <a:rPr lang="en-US" altLang="en-US" sz="2400" dirty="0">
                <a:latin typeface="Verdana" panose="020B0604030504040204" pitchFamily="34" charset="0"/>
                <a:ea typeface="Verdana" panose="020B0604030504040204" pitchFamily="34" charset="0"/>
              </a:rPr>
              <a:t>Feasibility analysis guides the organization in determining whether to proceed with a project.</a:t>
            </a:r>
          </a:p>
          <a:p>
            <a:pPr marL="0" indent="0">
              <a:spcBef>
                <a:spcPct val="0"/>
              </a:spcBef>
              <a:buNone/>
              <a:defRPr/>
            </a:pPr>
            <a:endParaRPr lang="en-US" altLang="en-US" sz="2400" dirty="0">
              <a:latin typeface="Verdana" panose="020B0604030504040204" pitchFamily="34" charset="0"/>
              <a:ea typeface="Verdana" panose="020B0604030504040204" pitchFamily="34" charset="0"/>
            </a:endParaRPr>
          </a:p>
          <a:p>
            <a:pPr>
              <a:spcBef>
                <a:spcPct val="0"/>
              </a:spcBef>
              <a:defRPr/>
            </a:pPr>
            <a:r>
              <a:rPr lang="en-US" altLang="en-US" sz="2400" dirty="0">
                <a:latin typeface="Verdana" panose="020B0604030504040204" pitchFamily="34" charset="0"/>
                <a:ea typeface="Verdana" panose="020B0604030504040204" pitchFamily="34" charset="0"/>
              </a:rPr>
              <a:t>Feasibility analysis also identifies the important </a:t>
            </a:r>
            <a:r>
              <a:rPr lang="en-US" altLang="en-US" sz="2400" dirty="0">
                <a:solidFill>
                  <a:srgbClr val="FF0000"/>
                </a:solidFill>
                <a:latin typeface="Verdana" panose="020B0604030504040204" pitchFamily="34" charset="0"/>
                <a:ea typeface="Verdana" panose="020B0604030504040204" pitchFamily="34" charset="0"/>
              </a:rPr>
              <a:t>risks</a:t>
            </a:r>
            <a:r>
              <a:rPr lang="en-US" altLang="en-US" sz="2400" dirty="0">
                <a:latin typeface="Verdana" panose="020B0604030504040204" pitchFamily="34" charset="0"/>
                <a:ea typeface="Verdana" panose="020B0604030504040204" pitchFamily="34" charset="0"/>
              </a:rPr>
              <a:t> associated with the project that must be managed if the project is approved.</a:t>
            </a:r>
          </a:p>
          <a:p>
            <a:pPr>
              <a:spcBef>
                <a:spcPct val="0"/>
              </a:spcBef>
              <a:defRPr/>
            </a:pPr>
            <a:endParaRPr lang="en-US" altLang="en-US" sz="2000" b="1" dirty="0">
              <a:latin typeface="Verdana" panose="020B0604030504040204" pitchFamily="34" charset="0"/>
              <a:ea typeface="Verdana" panose="020B0604030504040204" pitchFamily="34" charset="0"/>
            </a:endParaRPr>
          </a:p>
          <a:p>
            <a:pPr>
              <a:spcBef>
                <a:spcPct val="0"/>
              </a:spcBef>
              <a:defRPr/>
            </a:pPr>
            <a:endParaRPr lang="en-US" altLang="en-US" sz="2000" b="1" dirty="0">
              <a:latin typeface="Verdana" panose="020B0604030504040204" pitchFamily="34" charset="0"/>
              <a:ea typeface="Verdana" panose="020B0604030504040204" pitchFamily="34" charset="0"/>
            </a:endParaRPr>
          </a:p>
          <a:p>
            <a:pPr>
              <a:spcBef>
                <a:spcPct val="0"/>
              </a:spcBef>
              <a:defRPr/>
            </a:pPr>
            <a:endParaRPr lang="en-US" altLang="en-US" sz="2000" b="1" dirty="0">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528688E7-4F5B-47A2-85D1-6FAACC422088}"/>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263175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432245" y="7620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FEASIBILITY ANALYSIS (</a:t>
            </a:r>
            <a:r>
              <a:rPr lang="en-US" altLang="en-US" sz="2700" b="1" dirty="0" err="1">
                <a:latin typeface="Verdana" panose="020B0604030504040204" pitchFamily="34" charset="0"/>
                <a:ea typeface="Verdana" panose="020B0604030504040204" pitchFamily="34" charset="0"/>
              </a:rPr>
              <a:t>cont</a:t>
            </a:r>
            <a:r>
              <a:rPr lang="en-US" altLang="en-US" sz="2700" b="1" dirty="0">
                <a:latin typeface="Verdana" panose="020B0604030504040204" pitchFamily="34" charset="0"/>
                <a:ea typeface="Verdana" panose="020B0604030504040204" pitchFamily="34" charset="0"/>
              </a:rPr>
              <a:t>)</a:t>
            </a:r>
            <a:endParaRPr lang="en-MY" sz="27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177800" y="1513539"/>
            <a:ext cx="8202382" cy="2982261"/>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lnSpc>
                <a:spcPct val="110000"/>
              </a:lnSpc>
              <a:spcBef>
                <a:spcPct val="0"/>
              </a:spcBef>
              <a:defRPr/>
            </a:pPr>
            <a:r>
              <a:rPr lang="en-US" altLang="en-US" sz="1800" dirty="0">
                <a:latin typeface="Verdana" panose="020B0604030504040204" pitchFamily="34" charset="0"/>
                <a:ea typeface="Verdana" panose="020B0604030504040204" pitchFamily="34" charset="0"/>
              </a:rPr>
              <a:t>As with the system request, each organization has its own process and format for the feasibility analysis, but most include techniques to assess four areas:</a:t>
            </a:r>
          </a:p>
          <a:p>
            <a:pPr marL="0" indent="0">
              <a:lnSpc>
                <a:spcPct val="80000"/>
              </a:lnSpc>
              <a:spcBef>
                <a:spcPct val="0"/>
              </a:spcBef>
              <a:buNone/>
              <a:defRPr/>
            </a:pPr>
            <a:endParaRPr lang="en-US" altLang="en-US" sz="1800" dirty="0">
              <a:latin typeface="Verdana" panose="020B0604030504040204" pitchFamily="34" charset="0"/>
              <a:ea typeface="Verdana" panose="020B0604030504040204" pitchFamily="34" charset="0"/>
            </a:endParaRPr>
          </a:p>
          <a:p>
            <a:pPr lvl="1">
              <a:lnSpc>
                <a:spcPct val="80000"/>
              </a:lnSpc>
              <a:defRPr/>
            </a:pPr>
            <a:r>
              <a:rPr lang="en-US" altLang="en-US" sz="1800" b="1" dirty="0">
                <a:solidFill>
                  <a:srgbClr val="0000FF"/>
                </a:solidFill>
                <a:latin typeface="Verdana" panose="020B0604030504040204" pitchFamily="34" charset="0"/>
                <a:ea typeface="Verdana" panose="020B0604030504040204" pitchFamily="34" charset="0"/>
              </a:rPr>
              <a:t>Technical feasibility</a:t>
            </a:r>
          </a:p>
          <a:p>
            <a:pPr lvl="1">
              <a:lnSpc>
                <a:spcPct val="80000"/>
              </a:lnSpc>
              <a:defRPr/>
            </a:pPr>
            <a:r>
              <a:rPr lang="en-US" altLang="en-US" sz="1800" b="1" dirty="0">
                <a:solidFill>
                  <a:srgbClr val="0000FF"/>
                </a:solidFill>
                <a:latin typeface="Verdana" panose="020B0604030504040204" pitchFamily="34" charset="0"/>
                <a:ea typeface="Verdana" panose="020B0604030504040204" pitchFamily="34" charset="0"/>
              </a:rPr>
              <a:t>Economic feasibility</a:t>
            </a:r>
          </a:p>
          <a:p>
            <a:pPr lvl="1">
              <a:lnSpc>
                <a:spcPct val="80000"/>
              </a:lnSpc>
              <a:defRPr/>
            </a:pPr>
            <a:r>
              <a:rPr lang="en-US" altLang="en-US" sz="1800" b="1" dirty="0">
                <a:solidFill>
                  <a:srgbClr val="0000FF"/>
                </a:solidFill>
                <a:latin typeface="Verdana" panose="020B0604030504040204" pitchFamily="34" charset="0"/>
                <a:ea typeface="Verdana" panose="020B0604030504040204" pitchFamily="34" charset="0"/>
              </a:rPr>
              <a:t>Organizational feasibility</a:t>
            </a:r>
          </a:p>
          <a:p>
            <a:pPr lvl="1">
              <a:lnSpc>
                <a:spcPct val="80000"/>
              </a:lnSpc>
              <a:defRPr/>
            </a:pPr>
            <a:r>
              <a:rPr lang="en-US" altLang="en-US" sz="1800" b="1" dirty="0">
                <a:solidFill>
                  <a:srgbClr val="0000FF"/>
                </a:solidFill>
                <a:latin typeface="Verdana" panose="020B0604030504040204" pitchFamily="34" charset="0"/>
                <a:ea typeface="Verdana" panose="020B0604030504040204" pitchFamily="34" charset="0"/>
              </a:rPr>
              <a:t>Schedule feasibility</a:t>
            </a:r>
          </a:p>
          <a:p>
            <a:pPr marL="228600" lvl="1" indent="0">
              <a:lnSpc>
                <a:spcPct val="80000"/>
              </a:lnSpc>
              <a:buNone/>
              <a:defRPr/>
            </a:pPr>
            <a:endParaRPr lang="en-US" altLang="en-US" sz="1800" dirty="0">
              <a:solidFill>
                <a:srgbClr val="0000FF"/>
              </a:solidFill>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BB2FB8B7-611A-47ED-AF39-F601C1650603}"/>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pic>
        <p:nvPicPr>
          <p:cNvPr id="17" name="object 2">
            <a:extLst>
              <a:ext uri="{FF2B5EF4-FFF2-40B4-BE49-F238E27FC236}">
                <a16:creationId xmlns:a16="http://schemas.microsoft.com/office/drawing/2014/main" id="{B6B2CAA8-C40C-4AA9-946B-630FDD981E75}"/>
              </a:ext>
            </a:extLst>
          </p:cNvPr>
          <p:cNvPicPr/>
          <p:nvPr/>
        </p:nvPicPr>
        <p:blipFill>
          <a:blip r:embed="rId2" cstate="print"/>
          <a:stretch>
            <a:fillRect/>
          </a:stretch>
        </p:blipFill>
        <p:spPr>
          <a:xfrm>
            <a:off x="5029200" y="2582314"/>
            <a:ext cx="4114800" cy="3214116"/>
          </a:xfrm>
          <a:prstGeom prst="rect">
            <a:avLst/>
          </a:prstGeom>
        </p:spPr>
      </p:pic>
      <p:sp>
        <p:nvSpPr>
          <p:cNvPr id="4" name="TextBox 3">
            <a:extLst>
              <a:ext uri="{FF2B5EF4-FFF2-40B4-BE49-F238E27FC236}">
                <a16:creationId xmlns:a16="http://schemas.microsoft.com/office/drawing/2014/main" id="{19167B4F-3D1D-4BBE-91C2-322475CC859B}"/>
              </a:ext>
            </a:extLst>
          </p:cNvPr>
          <p:cNvSpPr txBox="1"/>
          <p:nvPr/>
        </p:nvSpPr>
        <p:spPr>
          <a:xfrm>
            <a:off x="279846" y="4642268"/>
            <a:ext cx="5054154" cy="1754326"/>
          </a:xfrm>
          <a:prstGeom prst="rect">
            <a:avLst/>
          </a:prstGeom>
          <a:noFill/>
        </p:spPr>
        <p:txBody>
          <a:bodyPr wrap="square" rtlCol="0">
            <a:spAutoFit/>
          </a:bodyPr>
          <a:lstStyle/>
          <a:p>
            <a:r>
              <a:rPr lang="en-US" altLang="en-US" dirty="0">
                <a:latin typeface="Verdana" panose="020B0604030504040204" pitchFamily="34" charset="0"/>
                <a:ea typeface="Verdana" panose="020B0604030504040204" pitchFamily="34" charset="0"/>
              </a:rPr>
              <a:t>The results of evaluating these four feasibility factors are combined into a feasibility study deliverable that is submitted to the approval committee at the end of project initiation.</a:t>
            </a:r>
          </a:p>
          <a:p>
            <a:endParaRPr lang="en-MY" dirty="0"/>
          </a:p>
        </p:txBody>
      </p:sp>
    </p:spTree>
    <p:extLst>
      <p:ext uri="{BB962C8B-B14F-4D97-AF65-F5344CB8AC3E}">
        <p14:creationId xmlns:p14="http://schemas.microsoft.com/office/powerpoint/2010/main" val="1865558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384213" y="5334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cap="all" dirty="0">
                <a:solidFill>
                  <a:prstClr val="black"/>
                </a:solidFill>
                <a:latin typeface="Verdana" panose="020B0604030504040204" pitchFamily="34" charset="0"/>
                <a:ea typeface="Verdana" panose="020B0604030504040204" pitchFamily="34" charset="0"/>
              </a:rPr>
              <a:t>Technical Feasibility</a:t>
            </a:r>
            <a:endParaRPr lang="en-MY" sz="40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04800" y="1219200"/>
            <a:ext cx="7620000" cy="3606063"/>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000" dirty="0">
                <a:latin typeface="Verdana" panose="020B0604030504040204" pitchFamily="34" charset="0"/>
                <a:ea typeface="Verdana" panose="020B0604030504040204" pitchFamily="34" charset="0"/>
              </a:rPr>
              <a:t>Technical feasibility is the </a:t>
            </a:r>
            <a:r>
              <a:rPr lang="en-US" altLang="en-US" sz="2000" b="1" dirty="0">
                <a:solidFill>
                  <a:srgbClr val="0000FF"/>
                </a:solidFill>
                <a:latin typeface="Verdana" panose="020B0604030504040204" pitchFamily="34" charset="0"/>
                <a:ea typeface="Verdana" panose="020B0604030504040204" pitchFamily="34" charset="0"/>
              </a:rPr>
              <a:t>extent to which the system can be successfully</a:t>
            </a:r>
            <a:r>
              <a:rPr lang="en-US" altLang="en-US" sz="2000" dirty="0">
                <a:solidFill>
                  <a:srgbClr val="0000FF"/>
                </a:solidFill>
                <a:latin typeface="Verdana" panose="020B0604030504040204" pitchFamily="34" charset="0"/>
                <a:ea typeface="Verdana" panose="020B0604030504040204" pitchFamily="34" charset="0"/>
              </a:rPr>
              <a:t> </a:t>
            </a:r>
            <a:r>
              <a:rPr lang="en-US" altLang="en-US" sz="2000" dirty="0">
                <a:latin typeface="Verdana" panose="020B0604030504040204" pitchFamily="34" charset="0"/>
                <a:ea typeface="Verdana" panose="020B0604030504040204" pitchFamily="34" charset="0"/>
              </a:rPr>
              <a:t>designed, developed, and installed by the IT group.</a:t>
            </a:r>
          </a:p>
          <a:p>
            <a:pPr marL="0" indent="0">
              <a:spcBef>
                <a:spcPct val="0"/>
              </a:spcBef>
              <a:buNone/>
              <a:defRPr/>
            </a:pPr>
            <a:endParaRPr lang="en-US" altLang="en-US" sz="2000" dirty="0">
              <a:latin typeface="Verdana" panose="020B0604030504040204" pitchFamily="34" charset="0"/>
              <a:ea typeface="Verdana" panose="020B0604030504040204" pitchFamily="34" charset="0"/>
            </a:endParaRPr>
          </a:p>
          <a:p>
            <a:pPr>
              <a:spcBef>
                <a:spcPct val="0"/>
              </a:spcBef>
              <a:defRPr/>
            </a:pPr>
            <a:r>
              <a:rPr lang="en-US" altLang="en-US" sz="2000" dirty="0">
                <a:latin typeface="Verdana" panose="020B0604030504040204" pitchFamily="34" charset="0"/>
                <a:ea typeface="Verdana" panose="020B0604030504040204" pitchFamily="34" charset="0"/>
              </a:rPr>
              <a:t>It is, in essence, a technical risk analysis that strives to answer the question: “</a:t>
            </a:r>
            <a:r>
              <a:rPr lang="en-US" altLang="en-US" sz="2000" b="1" dirty="0">
                <a:solidFill>
                  <a:srgbClr val="00B0F0"/>
                </a:solidFill>
                <a:latin typeface="Verdana" panose="020B0604030504040204" pitchFamily="34" charset="0"/>
                <a:ea typeface="Verdana" panose="020B0604030504040204" pitchFamily="34" charset="0"/>
              </a:rPr>
              <a:t>can we build it?</a:t>
            </a:r>
            <a:r>
              <a:rPr lang="en-US" altLang="en-US" sz="2000" dirty="0">
                <a:latin typeface="Verdana" panose="020B0604030504040204" pitchFamily="34" charset="0"/>
                <a:ea typeface="Verdana" panose="020B0604030504040204" pitchFamily="34" charset="0"/>
              </a:rPr>
              <a:t>”</a:t>
            </a:r>
          </a:p>
          <a:p>
            <a:pPr>
              <a:spcBef>
                <a:spcPct val="0"/>
              </a:spcBef>
              <a:defRPr/>
            </a:pPr>
            <a:endParaRPr lang="en-US" altLang="en-US" sz="2000" dirty="0">
              <a:latin typeface="Verdana" panose="020B0604030504040204" pitchFamily="34" charset="0"/>
              <a:ea typeface="Verdana" panose="020B0604030504040204" pitchFamily="34" charset="0"/>
            </a:endParaRPr>
          </a:p>
          <a:p>
            <a:pPr>
              <a:spcBef>
                <a:spcPct val="0"/>
              </a:spcBef>
              <a:defRPr/>
            </a:pPr>
            <a:r>
              <a:rPr lang="en-US" altLang="en-US" sz="2000" dirty="0">
                <a:latin typeface="Verdana" panose="020B0604030504040204" pitchFamily="34" charset="0"/>
                <a:ea typeface="Verdana" panose="020B0604030504040204" pitchFamily="34" charset="0"/>
              </a:rPr>
              <a:t>Risks can endanger the successful completion of a project. The following aspects should be considered:</a:t>
            </a:r>
          </a:p>
          <a:p>
            <a:pPr marL="0" indent="0">
              <a:spcBef>
                <a:spcPct val="0"/>
              </a:spcBef>
              <a:buNone/>
              <a:defRPr/>
            </a:pPr>
            <a:endParaRPr lang="en-US" altLang="en-US" sz="2000" dirty="0">
              <a:latin typeface="Verdana" panose="020B0604030504040204" pitchFamily="34" charset="0"/>
              <a:ea typeface="Verdana" panose="020B0604030504040204" pitchFamily="34" charset="0"/>
            </a:endParaRPr>
          </a:p>
          <a:p>
            <a:pPr lvl="1">
              <a:defRPr/>
            </a:pPr>
            <a:r>
              <a:rPr lang="en-US" altLang="en-US" sz="2000" dirty="0">
                <a:latin typeface="Verdana" panose="020B0604030504040204" pitchFamily="34" charset="0"/>
                <a:ea typeface="Verdana" panose="020B0604030504040204" pitchFamily="34" charset="0"/>
              </a:rPr>
              <a:t>Users’ and analysts’ should be familiar with the application.</a:t>
            </a:r>
          </a:p>
          <a:p>
            <a:pPr lvl="1">
              <a:defRPr/>
            </a:pPr>
            <a:r>
              <a:rPr lang="en-US" altLang="en-US" sz="2000" dirty="0">
                <a:latin typeface="Verdana" panose="020B0604030504040204" pitchFamily="34" charset="0"/>
                <a:ea typeface="Verdana" panose="020B0604030504040204" pitchFamily="34" charset="0"/>
              </a:rPr>
              <a:t>Familiarity with the technology</a:t>
            </a:r>
          </a:p>
          <a:p>
            <a:pPr lvl="1">
              <a:defRPr/>
            </a:pPr>
            <a:r>
              <a:rPr lang="en-US" altLang="en-US" sz="2000" dirty="0">
                <a:latin typeface="Verdana" panose="020B0604030504040204" pitchFamily="34" charset="0"/>
                <a:ea typeface="Verdana" panose="020B0604030504040204" pitchFamily="34" charset="0"/>
              </a:rPr>
              <a:t>Project size</a:t>
            </a:r>
          </a:p>
          <a:p>
            <a:pPr lvl="1">
              <a:defRPr/>
            </a:pPr>
            <a:r>
              <a:rPr lang="en-US" altLang="en-US" sz="2000" dirty="0">
                <a:latin typeface="Verdana" panose="020B0604030504040204" pitchFamily="34" charset="0"/>
                <a:ea typeface="Verdana" panose="020B0604030504040204" pitchFamily="34" charset="0"/>
              </a:rPr>
              <a:t>Compatibility of the new system with the technology that already exists</a:t>
            </a:r>
          </a:p>
          <a:p>
            <a:pPr marL="0" indent="0">
              <a:spcBef>
                <a:spcPct val="0"/>
              </a:spcBef>
              <a:buNone/>
              <a:defRPr/>
            </a:pPr>
            <a:endParaRPr lang="en-US" altLang="en-US" sz="2000" dirty="0">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F78E0127-3820-4F4D-ACED-B356727C2AE5}"/>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3722459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3"/>
          <p:cNvGrpSpPr/>
          <p:nvPr/>
        </p:nvGrpSpPr>
        <p:grpSpPr>
          <a:xfrm>
            <a:off x="0" y="881602"/>
            <a:ext cx="12062585" cy="6359011"/>
            <a:chOff x="511768" y="4351989"/>
            <a:chExt cx="32166891" cy="16957362"/>
          </a:xfrm>
        </p:grpSpPr>
        <p:sp>
          <p:nvSpPr>
            <p:cNvPr id="25" name="Freeform 25"/>
            <p:cNvSpPr/>
            <p:nvPr/>
          </p:nvSpPr>
          <p:spPr>
            <a:xfrm rot="2016048">
              <a:off x="15666463" y="4351989"/>
              <a:ext cx="17012196" cy="4253049"/>
            </a:xfrm>
            <a:custGeom>
              <a:avLst/>
              <a:gdLst/>
              <a:ahLst/>
              <a:cxnLst/>
              <a:rect l="l" t="t" r="r" b="b"/>
              <a:pathLst>
                <a:path w="17012196" h="4253049">
                  <a:moveTo>
                    <a:pt x="0" y="0"/>
                  </a:moveTo>
                  <a:lnTo>
                    <a:pt x="17012196" y="0"/>
                  </a:lnTo>
                  <a:lnTo>
                    <a:pt x="17012196" y="4253049"/>
                  </a:lnTo>
                  <a:lnTo>
                    <a:pt x="0" y="4253049"/>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txBody>
            <a:bodyPr/>
            <a:lstStyle/>
            <a:p>
              <a:endParaRPr lang="en-MY"/>
            </a:p>
          </p:txBody>
        </p:sp>
        <p:sp>
          <p:nvSpPr>
            <p:cNvPr id="30" name="TextBox 30"/>
            <p:cNvSpPr txBox="1"/>
            <p:nvPr/>
          </p:nvSpPr>
          <p:spPr>
            <a:xfrm>
              <a:off x="511768" y="17001671"/>
              <a:ext cx="4114800" cy="4307680"/>
            </a:xfrm>
            <a:prstGeom prst="rect">
              <a:avLst/>
            </a:prstGeom>
          </p:spPr>
          <p:txBody>
            <a:bodyPr lIns="25400" tIns="25400" rIns="25400" bIns="25400" rtlCol="0" anchor="ctr"/>
            <a:lstStyle/>
            <a:p>
              <a:pPr algn="ctr">
                <a:lnSpc>
                  <a:spcPts val="1742"/>
                </a:lnSpc>
              </a:pPr>
              <a:endParaRPr/>
            </a:p>
          </p:txBody>
        </p:sp>
      </p:grpSp>
      <p:sp>
        <p:nvSpPr>
          <p:cNvPr id="14" name="object 2">
            <a:extLst>
              <a:ext uri="{FF2B5EF4-FFF2-40B4-BE49-F238E27FC236}">
                <a16:creationId xmlns:a16="http://schemas.microsoft.com/office/drawing/2014/main" id="{A21F6A04-E153-4D38-88E0-A8EE2E83F486}"/>
              </a:ext>
            </a:extLst>
          </p:cNvPr>
          <p:cNvSpPr txBox="1">
            <a:spLocks/>
          </p:cNvSpPr>
          <p:nvPr/>
        </p:nvSpPr>
        <p:spPr>
          <a:xfrm>
            <a:off x="304800" y="8382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cap="all" dirty="0">
                <a:solidFill>
                  <a:prstClr val="black"/>
                </a:solidFill>
                <a:latin typeface="Verdana" panose="020B0604030504040204" pitchFamily="34" charset="0"/>
                <a:ea typeface="Verdana" panose="020B0604030504040204" pitchFamily="34" charset="0"/>
              </a:rPr>
              <a:t>Economic Feasibility</a:t>
            </a:r>
            <a:endParaRPr lang="en-MY" sz="69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04800" y="2116862"/>
            <a:ext cx="7962900" cy="1645208"/>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800" dirty="0">
                <a:latin typeface="Verdana" panose="020B0604030504040204" pitchFamily="34" charset="0"/>
                <a:ea typeface="Verdana" panose="020B0604030504040204" pitchFamily="34" charset="0"/>
              </a:rPr>
              <a:t>Economic feasibility analysis is also called a cost-benefit analysis, that </a:t>
            </a:r>
            <a:r>
              <a:rPr lang="en-US" altLang="en-US" sz="2800" b="1" dirty="0">
                <a:solidFill>
                  <a:srgbClr val="0000FF"/>
                </a:solidFill>
                <a:latin typeface="Verdana" panose="020B0604030504040204" pitchFamily="34" charset="0"/>
                <a:ea typeface="Verdana" panose="020B0604030504040204" pitchFamily="34" charset="0"/>
              </a:rPr>
              <a:t>identifies the costs and benefits</a:t>
            </a:r>
            <a:r>
              <a:rPr lang="en-US" altLang="en-US" sz="2800" b="1" dirty="0">
                <a:latin typeface="Verdana" panose="020B0604030504040204" pitchFamily="34" charset="0"/>
                <a:ea typeface="Verdana" panose="020B0604030504040204" pitchFamily="34" charset="0"/>
              </a:rPr>
              <a:t> </a:t>
            </a:r>
            <a:r>
              <a:rPr lang="en-US" altLang="en-US" sz="2800" dirty="0">
                <a:latin typeface="Verdana" panose="020B0604030504040204" pitchFamily="34" charset="0"/>
                <a:ea typeface="Verdana" panose="020B0604030504040204" pitchFamily="34" charset="0"/>
              </a:rPr>
              <a:t>associated with the system.</a:t>
            </a:r>
          </a:p>
          <a:p>
            <a:pPr marL="0" indent="0">
              <a:spcBef>
                <a:spcPct val="0"/>
              </a:spcBef>
              <a:buNone/>
              <a:defRPr/>
            </a:pPr>
            <a:endParaRPr lang="en-US" altLang="en-US" sz="2800" b="1" dirty="0">
              <a:latin typeface="Verdana" panose="020B0604030504040204" pitchFamily="34" charset="0"/>
              <a:ea typeface="Verdana" panose="020B0604030504040204" pitchFamily="34" charset="0"/>
            </a:endParaRPr>
          </a:p>
          <a:p>
            <a:pPr>
              <a:spcBef>
                <a:spcPct val="0"/>
              </a:spcBef>
              <a:defRPr/>
            </a:pPr>
            <a:r>
              <a:rPr lang="en-US" altLang="en-US" sz="2800" dirty="0">
                <a:latin typeface="Verdana" panose="020B0604030504040204" pitchFamily="34" charset="0"/>
                <a:ea typeface="Verdana" panose="020B0604030504040204" pitchFamily="34" charset="0"/>
              </a:rPr>
              <a:t>This attempts to answer the question: “</a:t>
            </a:r>
            <a:r>
              <a:rPr lang="en-US" altLang="en-US" sz="2800" b="1" dirty="0">
                <a:solidFill>
                  <a:srgbClr val="00B0F0"/>
                </a:solidFill>
                <a:latin typeface="Verdana" panose="020B0604030504040204" pitchFamily="34" charset="0"/>
                <a:ea typeface="Verdana" panose="020B0604030504040204" pitchFamily="34" charset="0"/>
              </a:rPr>
              <a:t>should we build the system?</a:t>
            </a:r>
            <a:r>
              <a:rPr lang="en-US" altLang="en-US" sz="2800" dirty="0">
                <a:latin typeface="Verdana" panose="020B0604030504040204" pitchFamily="34" charset="0"/>
                <a:ea typeface="Verdana" panose="020B0604030504040204" pitchFamily="34" charset="0"/>
              </a:rPr>
              <a:t>”</a:t>
            </a:r>
          </a:p>
          <a:p>
            <a:pPr>
              <a:spcBef>
                <a:spcPct val="0"/>
              </a:spcBef>
              <a:defRPr/>
            </a:pPr>
            <a:endParaRPr lang="en-US" altLang="en-US" sz="2800" dirty="0">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06556C9A-B1CF-488B-844D-6DC35CFA3777}"/>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159687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304800" y="381000"/>
            <a:ext cx="6781730" cy="839653"/>
          </a:xfrm>
          <a:prstGeom prst="rect">
            <a:avLst/>
          </a:prstGeom>
          <a:no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CASH FLOW ANALYSIS AND MEASURES</a:t>
            </a:r>
            <a:endParaRPr lang="en-MY" sz="69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04800" y="1524000"/>
            <a:ext cx="7962900" cy="2109402"/>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000" b="1" dirty="0">
                <a:latin typeface="Verdana" panose="020B0604030504040204" pitchFamily="34" charset="0"/>
                <a:ea typeface="Verdana" panose="020B0604030504040204" pitchFamily="34" charset="0"/>
              </a:rPr>
              <a:t>IT projects involve an </a:t>
            </a:r>
            <a:r>
              <a:rPr lang="en-US" altLang="en-US" sz="2000" b="1" dirty="0">
                <a:solidFill>
                  <a:srgbClr val="0000FF"/>
                </a:solidFill>
                <a:latin typeface="Verdana" panose="020B0604030504040204" pitchFamily="34" charset="0"/>
                <a:ea typeface="Verdana" panose="020B0604030504040204" pitchFamily="34" charset="0"/>
              </a:rPr>
              <a:t>initial investment </a:t>
            </a:r>
            <a:r>
              <a:rPr lang="en-US" altLang="en-US" sz="2000" b="1" dirty="0">
                <a:latin typeface="Verdana" panose="020B0604030504040204" pitchFamily="34" charset="0"/>
                <a:ea typeface="Verdana" panose="020B0604030504040204" pitchFamily="34" charset="0"/>
              </a:rPr>
              <a:t>that produces a steam of benefits over time, along with some on-going support costs.</a:t>
            </a:r>
          </a:p>
          <a:p>
            <a:pPr marL="0" indent="0">
              <a:spcBef>
                <a:spcPct val="0"/>
              </a:spcBef>
              <a:buNone/>
              <a:defRPr/>
            </a:pPr>
            <a:endParaRPr lang="en-US" altLang="en-US" sz="2000" b="1" dirty="0">
              <a:latin typeface="Verdana" panose="020B0604030504040204" pitchFamily="34" charset="0"/>
              <a:ea typeface="Verdana" panose="020B0604030504040204" pitchFamily="34" charset="0"/>
            </a:endParaRPr>
          </a:p>
          <a:p>
            <a:pPr>
              <a:spcBef>
                <a:spcPct val="0"/>
              </a:spcBef>
              <a:defRPr/>
            </a:pPr>
            <a:r>
              <a:rPr lang="en-US" altLang="en-US" sz="2000" b="1" dirty="0">
                <a:latin typeface="Verdana" panose="020B0604030504040204" pitchFamily="34" charset="0"/>
                <a:ea typeface="Verdana" panose="020B0604030504040204" pitchFamily="34" charset="0"/>
              </a:rPr>
              <a:t> Cash flows, both inflows and outflows, are estimated </a:t>
            </a:r>
            <a:r>
              <a:rPr lang="en-US" altLang="en-US" sz="2000" b="1" dirty="0">
                <a:solidFill>
                  <a:srgbClr val="0000FF"/>
                </a:solidFill>
                <a:latin typeface="Verdana" panose="020B0604030504040204" pitchFamily="34" charset="0"/>
                <a:ea typeface="Verdana" panose="020B0604030504040204" pitchFamily="34" charset="0"/>
              </a:rPr>
              <a:t>over</a:t>
            </a:r>
            <a:r>
              <a:rPr lang="en-US" altLang="en-US" sz="2000" b="1" dirty="0">
                <a:latin typeface="Verdana" panose="020B0604030504040204" pitchFamily="34" charset="0"/>
                <a:ea typeface="Verdana" panose="020B0604030504040204" pitchFamily="34" charset="0"/>
              </a:rPr>
              <a:t> some future period.</a:t>
            </a:r>
          </a:p>
        </p:txBody>
      </p:sp>
      <p:pic>
        <p:nvPicPr>
          <p:cNvPr id="15" name="Content Placeholder 2">
            <a:extLst>
              <a:ext uri="{FF2B5EF4-FFF2-40B4-BE49-F238E27FC236}">
                <a16:creationId xmlns:a16="http://schemas.microsoft.com/office/drawing/2014/main" id="{8957C89F-E081-46FD-95BB-A00160FED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07068"/>
            <a:ext cx="9144000" cy="210940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749519F-7DFE-4D98-AE83-FFB32C97A4EA}"/>
              </a:ext>
            </a:extLst>
          </p:cNvPr>
          <p:cNvSpPr/>
          <p:nvPr/>
        </p:nvSpPr>
        <p:spPr>
          <a:xfrm>
            <a:off x="3276600" y="5637785"/>
            <a:ext cx="3236784" cy="369332"/>
          </a:xfrm>
          <a:prstGeom prst="rect">
            <a:avLst/>
          </a:prstGeom>
        </p:spPr>
        <p:txBody>
          <a:bodyPr wrap="none">
            <a:spAutoFit/>
          </a:bodyPr>
          <a:lstStyle/>
          <a:p>
            <a:r>
              <a:rPr lang="en-US" altLang="en-US" b="1" dirty="0"/>
              <a:t>Simple cash flow projection</a:t>
            </a:r>
            <a:endParaRPr lang="en-MY" dirty="0"/>
          </a:p>
        </p:txBody>
      </p:sp>
      <p:sp>
        <p:nvSpPr>
          <p:cNvPr id="17" name="Freeform 8">
            <a:extLst>
              <a:ext uri="{FF2B5EF4-FFF2-40B4-BE49-F238E27FC236}">
                <a16:creationId xmlns:a16="http://schemas.microsoft.com/office/drawing/2014/main" id="{3B82D356-45B6-495E-819C-660EECFFE34C}"/>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393638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384213" y="5334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ORGANIZATIONAL FEASIBILITY</a:t>
            </a:r>
            <a:endParaRPr lang="en-MY" sz="40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04800" y="1295401"/>
            <a:ext cx="7632700" cy="4125846"/>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spcBef>
                <a:spcPct val="0"/>
              </a:spcBef>
              <a:defRPr/>
            </a:pPr>
            <a:r>
              <a:rPr lang="en-US" altLang="en-US" sz="2400" dirty="0">
                <a:latin typeface="Verdana" panose="020B0604030504040204" pitchFamily="34" charset="0"/>
                <a:ea typeface="Verdana" panose="020B0604030504040204" pitchFamily="34" charset="0"/>
              </a:rPr>
              <a:t>Organizational feasibility of the system is </a:t>
            </a:r>
            <a:r>
              <a:rPr lang="en-US" altLang="en-US" sz="2400" b="1" dirty="0">
                <a:solidFill>
                  <a:srgbClr val="0000FF"/>
                </a:solidFill>
                <a:latin typeface="Verdana" panose="020B0604030504040204" pitchFamily="34" charset="0"/>
                <a:ea typeface="Verdana" panose="020B0604030504040204" pitchFamily="34" charset="0"/>
              </a:rPr>
              <a:t>how well the system ultimately will be accepted </a:t>
            </a:r>
            <a:r>
              <a:rPr lang="en-US" altLang="en-US" sz="2400" dirty="0">
                <a:latin typeface="Verdana" panose="020B0604030504040204" pitchFamily="34" charset="0"/>
                <a:ea typeface="Verdana" panose="020B0604030504040204" pitchFamily="34" charset="0"/>
              </a:rPr>
              <a:t>by its users and incorporated into the ongoing operations of the organization.</a:t>
            </a:r>
          </a:p>
          <a:p>
            <a:pPr marL="0" indent="0">
              <a:spcBef>
                <a:spcPct val="0"/>
              </a:spcBef>
              <a:buNone/>
              <a:defRPr/>
            </a:pPr>
            <a:endParaRPr lang="en-US" altLang="en-US" sz="2400" dirty="0">
              <a:latin typeface="Verdana" panose="020B0604030504040204" pitchFamily="34" charset="0"/>
              <a:ea typeface="Verdana" panose="020B0604030504040204" pitchFamily="34" charset="0"/>
            </a:endParaRPr>
          </a:p>
          <a:p>
            <a:pPr>
              <a:spcBef>
                <a:spcPct val="0"/>
              </a:spcBef>
              <a:defRPr/>
            </a:pPr>
            <a:r>
              <a:rPr lang="en-US" altLang="en-US" sz="2400" dirty="0">
                <a:latin typeface="Verdana" panose="020B0604030504040204" pitchFamily="34" charset="0"/>
                <a:ea typeface="Verdana" panose="020B0604030504040204" pitchFamily="34" charset="0"/>
              </a:rPr>
              <a:t>There are many organizational factors that can have an impact on the project, and seasoned developers know that organizational feasibility can be the most difficult feasibility dimension to assess.</a:t>
            </a:r>
          </a:p>
          <a:p>
            <a:pPr marL="0" indent="0">
              <a:spcBef>
                <a:spcPct val="0"/>
              </a:spcBef>
              <a:buNone/>
              <a:defRPr/>
            </a:pPr>
            <a:endParaRPr lang="en-US" altLang="en-US" sz="2400" dirty="0">
              <a:latin typeface="Verdana" panose="020B0604030504040204" pitchFamily="34" charset="0"/>
              <a:ea typeface="Verdana" panose="020B0604030504040204" pitchFamily="34" charset="0"/>
            </a:endParaRPr>
          </a:p>
          <a:p>
            <a:pPr>
              <a:spcBef>
                <a:spcPct val="0"/>
              </a:spcBef>
              <a:defRPr/>
            </a:pPr>
            <a:r>
              <a:rPr lang="en-US" altLang="en-US" sz="2400" dirty="0">
                <a:latin typeface="Verdana" panose="020B0604030504040204" pitchFamily="34" charset="0"/>
                <a:ea typeface="Verdana" panose="020B0604030504040204" pitchFamily="34" charset="0"/>
              </a:rPr>
              <a:t>In essence, an organizational feasibility analysis is to answer the question </a:t>
            </a:r>
            <a:r>
              <a:rPr lang="en-US" altLang="en-US" sz="2400" dirty="0">
                <a:solidFill>
                  <a:srgbClr val="00B0F0"/>
                </a:solidFill>
                <a:latin typeface="Verdana" panose="020B0604030504040204" pitchFamily="34" charset="0"/>
                <a:ea typeface="Verdana" panose="020B0604030504040204" pitchFamily="34" charset="0"/>
              </a:rPr>
              <a:t>“</a:t>
            </a:r>
            <a:r>
              <a:rPr lang="en-US" altLang="en-US" sz="2400" b="1" dirty="0">
                <a:solidFill>
                  <a:srgbClr val="00B0F0"/>
                </a:solidFill>
                <a:latin typeface="Verdana" panose="020B0604030504040204" pitchFamily="34" charset="0"/>
                <a:ea typeface="Verdana" panose="020B0604030504040204" pitchFamily="34" charset="0"/>
              </a:rPr>
              <a:t>if we build it, will it benefit the </a:t>
            </a:r>
            <a:r>
              <a:rPr lang="en-US" altLang="en-US" sz="2400" b="1" dirty="0" err="1">
                <a:solidFill>
                  <a:srgbClr val="00B0F0"/>
                </a:solidFill>
                <a:latin typeface="Verdana" panose="020B0604030504040204" pitchFamily="34" charset="0"/>
                <a:ea typeface="Verdana" panose="020B0604030504040204" pitchFamily="34" charset="0"/>
              </a:rPr>
              <a:t>organisation</a:t>
            </a:r>
            <a:r>
              <a:rPr lang="en-US" altLang="en-US" sz="2400" b="1" dirty="0">
                <a:solidFill>
                  <a:srgbClr val="00B0F0"/>
                </a:solidFill>
                <a:latin typeface="Verdana" panose="020B0604030504040204" pitchFamily="34" charset="0"/>
                <a:ea typeface="Verdana" panose="020B0604030504040204" pitchFamily="34" charset="0"/>
              </a:rPr>
              <a:t>?</a:t>
            </a:r>
            <a:r>
              <a:rPr lang="en-US" altLang="en-US" sz="2400" dirty="0">
                <a:solidFill>
                  <a:srgbClr val="00B0F0"/>
                </a:solidFill>
                <a:latin typeface="Verdana" panose="020B0604030504040204" pitchFamily="34" charset="0"/>
                <a:ea typeface="Verdana" panose="020B0604030504040204" pitchFamily="34" charset="0"/>
              </a:rPr>
              <a:t>”</a:t>
            </a:r>
            <a:endParaRPr lang="en-US" altLang="en-US" sz="2400" b="1" dirty="0">
              <a:solidFill>
                <a:srgbClr val="00B0F0"/>
              </a:solidFill>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B5069A4C-74D3-45A3-936C-94A0E80680D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1631280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384213" y="533400"/>
            <a:ext cx="6781730" cy="839653"/>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ORGANIZATIONAL FEASIBILITY (</a:t>
            </a:r>
            <a:r>
              <a:rPr lang="en-US" altLang="en-US" sz="2700" b="1" dirty="0" err="1">
                <a:latin typeface="Verdana" panose="020B0604030504040204" pitchFamily="34" charset="0"/>
                <a:ea typeface="Verdana" panose="020B0604030504040204" pitchFamily="34" charset="0"/>
              </a:rPr>
              <a:t>cont</a:t>
            </a:r>
            <a:r>
              <a:rPr lang="en-US" altLang="en-US" sz="2700" b="1" dirty="0">
                <a:latin typeface="Verdana" panose="020B0604030504040204" pitchFamily="34" charset="0"/>
                <a:ea typeface="Verdana" panose="020B0604030504040204" pitchFamily="34" charset="0"/>
              </a:rPr>
              <a:t>)</a:t>
            </a:r>
            <a:endParaRPr lang="en-MY" sz="40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84213" y="2131063"/>
            <a:ext cx="7962900" cy="3112997"/>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defRPr/>
            </a:pPr>
            <a:r>
              <a:rPr lang="en-US" altLang="en-US" sz="2800" dirty="0">
                <a:latin typeface="Verdana" panose="020B0604030504040204" pitchFamily="34" charset="0"/>
                <a:ea typeface="Verdana" panose="020B0604030504040204" pitchFamily="34" charset="0"/>
              </a:rPr>
              <a:t>One way to assess the organizational feasibility is to understand </a:t>
            </a:r>
            <a:r>
              <a:rPr lang="en-US" altLang="en-US" sz="2800" dirty="0">
                <a:solidFill>
                  <a:srgbClr val="0000FF"/>
                </a:solidFill>
                <a:latin typeface="Verdana" panose="020B0604030504040204" pitchFamily="34" charset="0"/>
                <a:ea typeface="Verdana" panose="020B0604030504040204" pitchFamily="34" charset="0"/>
              </a:rPr>
              <a:t>how well the goals of the project </a:t>
            </a:r>
            <a:r>
              <a:rPr lang="en-US" altLang="en-US" sz="2800" dirty="0">
                <a:latin typeface="Verdana" panose="020B0604030504040204" pitchFamily="34" charset="0"/>
                <a:ea typeface="Verdana" panose="020B0604030504040204" pitchFamily="34" charset="0"/>
              </a:rPr>
              <a:t>align with the business objectives and organizational strategies.</a:t>
            </a:r>
          </a:p>
          <a:p>
            <a:pPr>
              <a:defRPr/>
            </a:pPr>
            <a:r>
              <a:rPr lang="en-US" altLang="en-US" sz="2800" dirty="0">
                <a:latin typeface="Verdana" panose="020B0604030504040204" pitchFamily="34" charset="0"/>
                <a:ea typeface="Verdana" panose="020B0604030504040204" pitchFamily="34" charset="0"/>
              </a:rPr>
              <a:t>A second way to assess the organizational feasibility is to conduct </a:t>
            </a:r>
            <a:r>
              <a:rPr lang="en-US" altLang="en-US" sz="2800" dirty="0">
                <a:solidFill>
                  <a:srgbClr val="0000FF"/>
                </a:solidFill>
                <a:latin typeface="Verdana" panose="020B0604030504040204" pitchFamily="34" charset="0"/>
                <a:ea typeface="Verdana" panose="020B0604030504040204" pitchFamily="34" charset="0"/>
              </a:rPr>
              <a:t>stakeholder analysis.</a:t>
            </a:r>
          </a:p>
          <a:p>
            <a:pPr>
              <a:defRPr/>
            </a:pPr>
            <a:endParaRPr lang="en-US" altLang="en-US" sz="2800" dirty="0">
              <a:latin typeface="Verdana" panose="020B0604030504040204" pitchFamily="34" charset="0"/>
              <a:ea typeface="Verdana" panose="020B0604030504040204" pitchFamily="34" charset="0"/>
            </a:endParaRPr>
          </a:p>
          <a:p>
            <a:pPr>
              <a:defRPr/>
            </a:pPr>
            <a:endParaRPr lang="en-US" altLang="en-US" sz="2800" dirty="0">
              <a:latin typeface="Verdana" panose="020B0604030504040204" pitchFamily="34" charset="0"/>
              <a:ea typeface="Verdana" panose="020B0604030504040204" pitchFamily="34" charset="0"/>
            </a:endParaRPr>
          </a:p>
        </p:txBody>
      </p:sp>
      <p:sp>
        <p:nvSpPr>
          <p:cNvPr id="15" name="Freeform 8">
            <a:extLst>
              <a:ext uri="{FF2B5EF4-FFF2-40B4-BE49-F238E27FC236}">
                <a16:creationId xmlns:a16="http://schemas.microsoft.com/office/drawing/2014/main" id="{511F165B-4767-4B2B-ADB2-1A2A57AB0F97}"/>
              </a:ext>
            </a:extLst>
          </p:cNvPr>
          <p:cNvSpPr/>
          <p:nvPr/>
        </p:nvSpPr>
        <p:spPr>
          <a:xfrm>
            <a:off x="1270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2828356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E883826-3295-4C5F-90D5-AA2716611170}"/>
              </a:ext>
            </a:extLst>
          </p:cNvPr>
          <p:cNvSpPr>
            <a:spLocks noGrp="1"/>
          </p:cNvSpPr>
          <p:nvPr>
            <p:ph type="title"/>
          </p:nvPr>
        </p:nvSpPr>
        <p:spPr>
          <a:xfrm>
            <a:off x="381000" y="381000"/>
            <a:ext cx="8305800" cy="596900"/>
          </a:xfrm>
        </p:spPr>
        <p:txBody>
          <a:bodyPr/>
          <a:lstStyle/>
          <a:p>
            <a:pPr eaLnBrk="1" hangingPunct="1"/>
            <a:r>
              <a:rPr lang="en-GB" altLang="en-US" sz="3200"/>
              <a:t>Stakeholder</a:t>
            </a:r>
          </a:p>
        </p:txBody>
      </p:sp>
      <p:sp>
        <p:nvSpPr>
          <p:cNvPr id="710659" name="Rectangle 3">
            <a:extLst>
              <a:ext uri="{FF2B5EF4-FFF2-40B4-BE49-F238E27FC236}">
                <a16:creationId xmlns:a16="http://schemas.microsoft.com/office/drawing/2014/main" id="{0E971A28-FA9C-431F-85EB-B9613A469FF5}"/>
              </a:ext>
            </a:extLst>
          </p:cNvPr>
          <p:cNvSpPr>
            <a:spLocks noGrp="1"/>
          </p:cNvSpPr>
          <p:nvPr>
            <p:ph type="body" idx="1"/>
          </p:nvPr>
        </p:nvSpPr>
        <p:spPr>
          <a:xfrm>
            <a:off x="381000" y="1676400"/>
            <a:ext cx="8305800" cy="4062651"/>
          </a:xfrm>
        </p:spPr>
        <p:txBody>
          <a:bodyPr/>
          <a:lstStyle/>
          <a:p>
            <a:pPr eaLnBrk="1" hangingPunct="1">
              <a:spcBef>
                <a:spcPct val="0"/>
              </a:spcBef>
            </a:pPr>
            <a:r>
              <a:rPr lang="en-GB" altLang="en-US" sz="2400" dirty="0"/>
              <a:t>A </a:t>
            </a:r>
            <a:r>
              <a:rPr lang="en-GB" altLang="en-US" sz="2400" b="1" dirty="0"/>
              <a:t>stakeholder </a:t>
            </a:r>
            <a:r>
              <a:rPr lang="en-GB" altLang="en-US" sz="2400" dirty="0"/>
              <a:t>is any person who has an interest in an existing or new system. Stakeholders can be technical or non-technical workers</a:t>
            </a:r>
            <a:endParaRPr lang="en-US" altLang="en-US" sz="2400" dirty="0"/>
          </a:p>
          <a:p>
            <a:pPr eaLnBrk="1" hangingPunct="1">
              <a:spcBef>
                <a:spcPct val="0"/>
              </a:spcBef>
            </a:pPr>
            <a:endParaRPr lang="en-US" altLang="en-US" sz="2400" dirty="0"/>
          </a:p>
          <a:p>
            <a:pPr eaLnBrk="1" hangingPunct="1">
              <a:spcBef>
                <a:spcPct val="0"/>
              </a:spcBef>
            </a:pPr>
            <a:r>
              <a:rPr lang="en-US" altLang="en-US" sz="2400" dirty="0"/>
              <a:t>Stakeholders can be classified as:</a:t>
            </a:r>
          </a:p>
          <a:p>
            <a:pPr marL="800100" lvl="1" indent="-342900" eaLnBrk="1" hangingPunct="1">
              <a:buFont typeface="Arial" panose="020B0604020202020204" pitchFamily="34" charset="0"/>
              <a:buChar char="•"/>
            </a:pPr>
            <a:r>
              <a:rPr lang="en-GB" altLang="en-US" sz="2400" dirty="0"/>
              <a:t>System owners</a:t>
            </a:r>
          </a:p>
          <a:p>
            <a:pPr marL="800100" lvl="1" indent="-342900" eaLnBrk="1" hangingPunct="1">
              <a:buFont typeface="Arial" panose="020B0604020202020204" pitchFamily="34" charset="0"/>
              <a:buChar char="•"/>
            </a:pPr>
            <a:r>
              <a:rPr lang="en-GB" altLang="en-US" sz="2400" dirty="0"/>
              <a:t>System users </a:t>
            </a:r>
          </a:p>
          <a:p>
            <a:pPr marL="800100" lvl="1" indent="-342900" eaLnBrk="1" hangingPunct="1">
              <a:buFont typeface="Arial" panose="020B0604020202020204" pitchFamily="34" charset="0"/>
              <a:buChar char="•"/>
            </a:pPr>
            <a:r>
              <a:rPr lang="en-GB" altLang="en-US" sz="2400" dirty="0"/>
              <a:t>Systems analysts </a:t>
            </a:r>
          </a:p>
          <a:p>
            <a:pPr marL="800100" lvl="1" indent="-342900" eaLnBrk="1" hangingPunct="1">
              <a:buFont typeface="Arial" panose="020B0604020202020204" pitchFamily="34" charset="0"/>
              <a:buChar char="•"/>
            </a:pPr>
            <a:r>
              <a:rPr lang="en-GB" altLang="en-US" sz="2400" dirty="0"/>
              <a:t>System designers</a:t>
            </a:r>
          </a:p>
          <a:p>
            <a:pPr marL="800100" lvl="1" indent="-342900" eaLnBrk="1" hangingPunct="1">
              <a:buFont typeface="Arial" panose="020B0604020202020204" pitchFamily="34" charset="0"/>
              <a:buChar char="•"/>
            </a:pPr>
            <a:r>
              <a:rPr lang="en-GB" altLang="en-US" sz="2400" dirty="0"/>
              <a:t>System builders (programmers!)</a:t>
            </a:r>
          </a:p>
          <a:p>
            <a:pPr marL="800100" lvl="1" indent="-342900" eaLnBrk="1" hangingPunct="1">
              <a:buFont typeface="Arial" panose="020B0604020202020204" pitchFamily="34" charset="0"/>
              <a:buChar char="•"/>
            </a:pPr>
            <a:r>
              <a:rPr lang="en-GB" altLang="en-US" sz="2400" dirty="0"/>
              <a:t>IT vendors and consultants</a:t>
            </a:r>
          </a:p>
        </p:txBody>
      </p:sp>
      <p:sp>
        <p:nvSpPr>
          <p:cNvPr id="59396" name="Slide Number Placeholder 1">
            <a:extLst>
              <a:ext uri="{FF2B5EF4-FFF2-40B4-BE49-F238E27FC236}">
                <a16:creationId xmlns:a16="http://schemas.microsoft.com/office/drawing/2014/main" id="{5C848608-17D9-4E6C-A8A5-F6A5BFC25E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1-</a:t>
            </a:r>
            <a:fld id="{17083BE0-1875-472A-AF93-0741A1DC99A0}" type="slidenum">
              <a:rPr lang="en-US" altLang="en-US" sz="1200">
                <a:solidFill>
                  <a:srgbClr val="898989"/>
                </a:solidFill>
              </a:rPr>
              <a:pPr>
                <a:spcBef>
                  <a:spcPct val="0"/>
                </a:spcBef>
                <a:buFontTx/>
                <a:buNone/>
              </a:pPr>
              <a:t>32</a:t>
            </a:fld>
            <a:endParaRPr lang="en-US" altLang="en-US" sz="1200">
              <a:solidFill>
                <a:srgbClr val="898989"/>
              </a:solidFill>
            </a:endParaRPr>
          </a:p>
        </p:txBody>
      </p:sp>
      <p:sp>
        <p:nvSpPr>
          <p:cNvPr id="5" name="Freeform 8">
            <a:extLst>
              <a:ext uri="{FF2B5EF4-FFF2-40B4-BE49-F238E27FC236}">
                <a16:creationId xmlns:a16="http://schemas.microsoft.com/office/drawing/2014/main" id="{D7BCC119-99DE-4E6D-AA6D-3A4A727DD608}"/>
              </a:ext>
            </a:extLst>
          </p:cNvPr>
          <p:cNvSpPr/>
          <p:nvPr/>
        </p:nvSpPr>
        <p:spPr>
          <a:xfrm>
            <a:off x="1270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10659">
                                            <p:txEl>
                                              <p:pRg st="0" end="0"/>
                                            </p:txEl>
                                          </p:spTgt>
                                        </p:tgtEl>
                                        <p:attrNameLst>
                                          <p:attrName>style.visibility</p:attrName>
                                        </p:attrNameLst>
                                      </p:cBhvr>
                                      <p:to>
                                        <p:strVal val="visible"/>
                                      </p:to>
                                    </p:set>
                                    <p:anim calcmode="discrete" valueType="clr">
                                      <p:cBhvr override="childStyle">
                                        <p:cTn id="7" dur="80"/>
                                        <p:tgtEl>
                                          <p:spTgt spid="71065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1065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710659">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710659">
                                            <p:txEl>
                                              <p:pRg st="2" end="2"/>
                                            </p:txEl>
                                          </p:spTgt>
                                        </p:tgtEl>
                                        <p:attrNameLst>
                                          <p:attrName>style.visibility</p:attrName>
                                        </p:attrNameLst>
                                      </p:cBhvr>
                                      <p:to>
                                        <p:strVal val="visible"/>
                                      </p:to>
                                    </p:set>
                                    <p:anim calcmode="discrete" valueType="clr">
                                      <p:cBhvr override="childStyle">
                                        <p:cTn id="14" dur="80"/>
                                        <p:tgtEl>
                                          <p:spTgt spid="71065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710659">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710659">
                                            <p:txEl>
                                              <p:pRg st="2" end="2"/>
                                            </p:txEl>
                                          </p:spTgt>
                                        </p:tgtEl>
                                        <p:attrNameLst>
                                          <p:attrName>fill.type</p:attrName>
                                        </p:attrNameLst>
                                      </p:cBhvr>
                                      <p:to>
                                        <p:strVal val="solid"/>
                                      </p:to>
                                    </p:set>
                                  </p:childTnLst>
                                </p:cTn>
                              </p:par>
                            </p:childTnLst>
                          </p:cTn>
                        </p:par>
                        <p:par>
                          <p:cTn id="17" fill="hold" nodeType="afterGroup">
                            <p:stCondLst>
                              <p:cond delay="1240"/>
                            </p:stCondLst>
                            <p:childTnLst>
                              <p:par>
                                <p:cTn id="18" presetID="27" presetClass="entr" presetSubtype="0" fill="hold" grpId="0" nodeType="afterEffect">
                                  <p:stCondLst>
                                    <p:cond delay="0"/>
                                  </p:stCondLst>
                                  <p:iterate type="lt">
                                    <p:tmPct val="50000"/>
                                  </p:iterate>
                                  <p:childTnLst>
                                    <p:set>
                                      <p:cBhvr>
                                        <p:cTn id="19" dur="1" fill="hold">
                                          <p:stCondLst>
                                            <p:cond delay="0"/>
                                          </p:stCondLst>
                                        </p:cTn>
                                        <p:tgtEl>
                                          <p:spTgt spid="710659">
                                            <p:txEl>
                                              <p:pRg st="3" end="3"/>
                                            </p:txEl>
                                          </p:spTgt>
                                        </p:tgtEl>
                                        <p:attrNameLst>
                                          <p:attrName>style.visibility</p:attrName>
                                        </p:attrNameLst>
                                      </p:cBhvr>
                                      <p:to>
                                        <p:strVal val="visible"/>
                                      </p:to>
                                    </p:set>
                                    <p:anim calcmode="discrete" valueType="clr">
                                      <p:cBhvr override="childStyle">
                                        <p:cTn id="20" dur="80"/>
                                        <p:tgtEl>
                                          <p:spTgt spid="71065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710659">
                                            <p:txEl>
                                              <p:pRg st="3" end="3"/>
                                            </p:txEl>
                                          </p:spTgt>
                                        </p:tgtEl>
                                        <p:attrNameLst>
                                          <p:attrName>fillcolor</p:attrName>
                                        </p:attrNameLst>
                                      </p:cBhvr>
                                      <p:tavLst>
                                        <p:tav tm="0">
                                          <p:val>
                                            <p:clrVal>
                                              <a:schemeClr val="accent2"/>
                                            </p:clrVal>
                                          </p:val>
                                        </p:tav>
                                        <p:tav tm="50000">
                                          <p:val>
                                            <p:clrVal>
                                              <a:schemeClr val="hlink"/>
                                            </p:clrVal>
                                          </p:val>
                                        </p:tav>
                                      </p:tavLst>
                                    </p:anim>
                                    <p:set>
                                      <p:cBhvr>
                                        <p:cTn id="22" dur="80"/>
                                        <p:tgtEl>
                                          <p:spTgt spid="710659">
                                            <p:txEl>
                                              <p:pRg st="3" end="3"/>
                                            </p:txEl>
                                          </p:spTgt>
                                        </p:tgtEl>
                                        <p:attrNameLst>
                                          <p:attrName>fill.type</p:attrName>
                                        </p:attrNameLst>
                                      </p:cBhvr>
                                      <p:to>
                                        <p:strVal val="solid"/>
                                      </p:to>
                                    </p:set>
                                  </p:childTnLst>
                                </p:cTn>
                              </p:par>
                            </p:childTnLst>
                          </p:cTn>
                        </p:par>
                        <p:par>
                          <p:cTn id="23" fill="hold" nodeType="afterGroup">
                            <p:stCondLst>
                              <p:cond delay="1760"/>
                            </p:stCondLst>
                            <p:childTnLst>
                              <p:par>
                                <p:cTn id="24" presetID="27" presetClass="entr" presetSubtype="0" fill="hold" grpId="0" nodeType="afterEffect">
                                  <p:stCondLst>
                                    <p:cond delay="0"/>
                                  </p:stCondLst>
                                  <p:iterate type="lt">
                                    <p:tmPct val="50000"/>
                                  </p:iterate>
                                  <p:childTnLst>
                                    <p:set>
                                      <p:cBhvr>
                                        <p:cTn id="25" dur="1" fill="hold">
                                          <p:stCondLst>
                                            <p:cond delay="0"/>
                                          </p:stCondLst>
                                        </p:cTn>
                                        <p:tgtEl>
                                          <p:spTgt spid="710659">
                                            <p:txEl>
                                              <p:pRg st="4" end="4"/>
                                            </p:txEl>
                                          </p:spTgt>
                                        </p:tgtEl>
                                        <p:attrNameLst>
                                          <p:attrName>style.visibility</p:attrName>
                                        </p:attrNameLst>
                                      </p:cBhvr>
                                      <p:to>
                                        <p:strVal val="visible"/>
                                      </p:to>
                                    </p:set>
                                    <p:anim calcmode="discrete" valueType="clr">
                                      <p:cBhvr override="childStyle">
                                        <p:cTn id="26" dur="80"/>
                                        <p:tgtEl>
                                          <p:spTgt spid="71065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710659">
                                            <p:txEl>
                                              <p:pRg st="4" end="4"/>
                                            </p:txEl>
                                          </p:spTgt>
                                        </p:tgtEl>
                                        <p:attrNameLst>
                                          <p:attrName>fillcolor</p:attrName>
                                        </p:attrNameLst>
                                      </p:cBhvr>
                                      <p:tavLst>
                                        <p:tav tm="0">
                                          <p:val>
                                            <p:clrVal>
                                              <a:schemeClr val="accent2"/>
                                            </p:clrVal>
                                          </p:val>
                                        </p:tav>
                                        <p:tav tm="50000">
                                          <p:val>
                                            <p:clrVal>
                                              <a:schemeClr val="hlink"/>
                                            </p:clrVal>
                                          </p:val>
                                        </p:tav>
                                      </p:tavLst>
                                    </p:anim>
                                    <p:set>
                                      <p:cBhvr>
                                        <p:cTn id="28" dur="80"/>
                                        <p:tgtEl>
                                          <p:spTgt spid="710659">
                                            <p:txEl>
                                              <p:pRg st="4" end="4"/>
                                            </p:txEl>
                                          </p:spTgt>
                                        </p:tgtEl>
                                        <p:attrNameLst>
                                          <p:attrName>fill.type</p:attrName>
                                        </p:attrNameLst>
                                      </p:cBhvr>
                                      <p:to>
                                        <p:strVal val="solid"/>
                                      </p:to>
                                    </p:set>
                                  </p:childTnLst>
                                </p:cTn>
                              </p:par>
                            </p:childTnLst>
                          </p:cTn>
                        </p:par>
                        <p:par>
                          <p:cTn id="29" fill="hold" nodeType="afterGroup">
                            <p:stCondLst>
                              <p:cond delay="2240"/>
                            </p:stCondLst>
                            <p:childTnLst>
                              <p:par>
                                <p:cTn id="30" presetID="27" presetClass="entr" presetSubtype="0" fill="hold" grpId="0" nodeType="afterEffect">
                                  <p:stCondLst>
                                    <p:cond delay="0"/>
                                  </p:stCondLst>
                                  <p:iterate type="lt">
                                    <p:tmPct val="50000"/>
                                  </p:iterate>
                                  <p:childTnLst>
                                    <p:set>
                                      <p:cBhvr>
                                        <p:cTn id="31" dur="1" fill="hold">
                                          <p:stCondLst>
                                            <p:cond delay="0"/>
                                          </p:stCondLst>
                                        </p:cTn>
                                        <p:tgtEl>
                                          <p:spTgt spid="710659">
                                            <p:txEl>
                                              <p:pRg st="5" end="5"/>
                                            </p:txEl>
                                          </p:spTgt>
                                        </p:tgtEl>
                                        <p:attrNameLst>
                                          <p:attrName>style.visibility</p:attrName>
                                        </p:attrNameLst>
                                      </p:cBhvr>
                                      <p:to>
                                        <p:strVal val="visible"/>
                                      </p:to>
                                    </p:set>
                                    <p:anim calcmode="discrete" valueType="clr">
                                      <p:cBhvr override="childStyle">
                                        <p:cTn id="32" dur="80"/>
                                        <p:tgtEl>
                                          <p:spTgt spid="710659">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710659">
                                            <p:txEl>
                                              <p:pRg st="5" end="5"/>
                                            </p:txEl>
                                          </p:spTgt>
                                        </p:tgtEl>
                                        <p:attrNameLst>
                                          <p:attrName>fillcolor</p:attrName>
                                        </p:attrNameLst>
                                      </p:cBhvr>
                                      <p:tavLst>
                                        <p:tav tm="0">
                                          <p:val>
                                            <p:clrVal>
                                              <a:schemeClr val="accent2"/>
                                            </p:clrVal>
                                          </p:val>
                                        </p:tav>
                                        <p:tav tm="50000">
                                          <p:val>
                                            <p:clrVal>
                                              <a:schemeClr val="hlink"/>
                                            </p:clrVal>
                                          </p:val>
                                        </p:tav>
                                      </p:tavLst>
                                    </p:anim>
                                    <p:set>
                                      <p:cBhvr>
                                        <p:cTn id="34" dur="80"/>
                                        <p:tgtEl>
                                          <p:spTgt spid="710659">
                                            <p:txEl>
                                              <p:pRg st="5" end="5"/>
                                            </p:txEl>
                                          </p:spTgt>
                                        </p:tgtEl>
                                        <p:attrNameLst>
                                          <p:attrName>fill.type</p:attrName>
                                        </p:attrNameLst>
                                      </p:cBhvr>
                                      <p:to>
                                        <p:strVal val="solid"/>
                                      </p:to>
                                    </p:set>
                                  </p:childTnLst>
                                </p:cTn>
                              </p:par>
                            </p:childTnLst>
                          </p:cTn>
                        </p:par>
                        <p:par>
                          <p:cTn id="35" fill="hold" nodeType="afterGroup">
                            <p:stCondLst>
                              <p:cond delay="2880"/>
                            </p:stCondLst>
                            <p:childTnLst>
                              <p:par>
                                <p:cTn id="36" presetID="27" presetClass="entr" presetSubtype="0" fill="hold" grpId="0" nodeType="afterEffect">
                                  <p:stCondLst>
                                    <p:cond delay="0"/>
                                  </p:stCondLst>
                                  <p:iterate type="lt">
                                    <p:tmPct val="50000"/>
                                  </p:iterate>
                                  <p:childTnLst>
                                    <p:set>
                                      <p:cBhvr>
                                        <p:cTn id="37" dur="1" fill="hold">
                                          <p:stCondLst>
                                            <p:cond delay="0"/>
                                          </p:stCondLst>
                                        </p:cTn>
                                        <p:tgtEl>
                                          <p:spTgt spid="710659">
                                            <p:txEl>
                                              <p:pRg st="6" end="6"/>
                                            </p:txEl>
                                          </p:spTgt>
                                        </p:tgtEl>
                                        <p:attrNameLst>
                                          <p:attrName>style.visibility</p:attrName>
                                        </p:attrNameLst>
                                      </p:cBhvr>
                                      <p:to>
                                        <p:strVal val="visible"/>
                                      </p:to>
                                    </p:set>
                                    <p:anim calcmode="discrete" valueType="clr">
                                      <p:cBhvr override="childStyle">
                                        <p:cTn id="38" dur="80"/>
                                        <p:tgtEl>
                                          <p:spTgt spid="710659">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710659">
                                            <p:txEl>
                                              <p:pRg st="6" end="6"/>
                                            </p:txEl>
                                          </p:spTgt>
                                        </p:tgtEl>
                                        <p:attrNameLst>
                                          <p:attrName>fillcolor</p:attrName>
                                        </p:attrNameLst>
                                      </p:cBhvr>
                                      <p:tavLst>
                                        <p:tav tm="0">
                                          <p:val>
                                            <p:clrVal>
                                              <a:schemeClr val="accent2"/>
                                            </p:clrVal>
                                          </p:val>
                                        </p:tav>
                                        <p:tav tm="50000">
                                          <p:val>
                                            <p:clrVal>
                                              <a:schemeClr val="hlink"/>
                                            </p:clrVal>
                                          </p:val>
                                        </p:tav>
                                      </p:tavLst>
                                    </p:anim>
                                    <p:set>
                                      <p:cBhvr>
                                        <p:cTn id="40" dur="80"/>
                                        <p:tgtEl>
                                          <p:spTgt spid="710659">
                                            <p:txEl>
                                              <p:pRg st="6" end="6"/>
                                            </p:txEl>
                                          </p:spTgt>
                                        </p:tgtEl>
                                        <p:attrNameLst>
                                          <p:attrName>fill.type</p:attrName>
                                        </p:attrNameLst>
                                      </p:cBhvr>
                                      <p:to>
                                        <p:strVal val="solid"/>
                                      </p:to>
                                    </p:set>
                                  </p:childTnLst>
                                </p:cTn>
                              </p:par>
                            </p:childTnLst>
                          </p:cTn>
                        </p:par>
                        <p:par>
                          <p:cTn id="41" fill="hold" nodeType="afterGroup">
                            <p:stCondLst>
                              <p:cond delay="3520"/>
                            </p:stCondLst>
                            <p:childTnLst>
                              <p:par>
                                <p:cTn id="42" presetID="27" presetClass="entr" presetSubtype="0" fill="hold" grpId="0" nodeType="afterEffect">
                                  <p:stCondLst>
                                    <p:cond delay="0"/>
                                  </p:stCondLst>
                                  <p:iterate type="lt">
                                    <p:tmPct val="50000"/>
                                  </p:iterate>
                                  <p:childTnLst>
                                    <p:set>
                                      <p:cBhvr>
                                        <p:cTn id="43" dur="1" fill="hold">
                                          <p:stCondLst>
                                            <p:cond delay="0"/>
                                          </p:stCondLst>
                                        </p:cTn>
                                        <p:tgtEl>
                                          <p:spTgt spid="710659">
                                            <p:txEl>
                                              <p:pRg st="7" end="7"/>
                                            </p:txEl>
                                          </p:spTgt>
                                        </p:tgtEl>
                                        <p:attrNameLst>
                                          <p:attrName>style.visibility</p:attrName>
                                        </p:attrNameLst>
                                      </p:cBhvr>
                                      <p:to>
                                        <p:strVal val="visible"/>
                                      </p:to>
                                    </p:set>
                                    <p:anim calcmode="discrete" valueType="clr">
                                      <p:cBhvr override="childStyle">
                                        <p:cTn id="44" dur="80"/>
                                        <p:tgtEl>
                                          <p:spTgt spid="710659">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710659">
                                            <p:txEl>
                                              <p:pRg st="7" end="7"/>
                                            </p:txEl>
                                          </p:spTgt>
                                        </p:tgtEl>
                                        <p:attrNameLst>
                                          <p:attrName>fillcolor</p:attrName>
                                        </p:attrNameLst>
                                      </p:cBhvr>
                                      <p:tavLst>
                                        <p:tav tm="0">
                                          <p:val>
                                            <p:clrVal>
                                              <a:schemeClr val="accent2"/>
                                            </p:clrVal>
                                          </p:val>
                                        </p:tav>
                                        <p:tav tm="50000">
                                          <p:val>
                                            <p:clrVal>
                                              <a:schemeClr val="hlink"/>
                                            </p:clrVal>
                                          </p:val>
                                        </p:tav>
                                      </p:tavLst>
                                    </p:anim>
                                    <p:set>
                                      <p:cBhvr>
                                        <p:cTn id="46" dur="80"/>
                                        <p:tgtEl>
                                          <p:spTgt spid="710659">
                                            <p:txEl>
                                              <p:pRg st="7" end="7"/>
                                            </p:txEl>
                                          </p:spTgt>
                                        </p:tgtEl>
                                        <p:attrNameLst>
                                          <p:attrName>fill.type</p:attrName>
                                        </p:attrNameLst>
                                      </p:cBhvr>
                                      <p:to>
                                        <p:strVal val="solid"/>
                                      </p:to>
                                    </p:set>
                                  </p:childTnLst>
                                </p:cTn>
                              </p:par>
                            </p:childTnLst>
                          </p:cTn>
                        </p:par>
                        <p:par>
                          <p:cTn id="47" fill="hold" nodeType="afterGroup">
                            <p:stCondLst>
                              <p:cond delay="4680"/>
                            </p:stCondLst>
                            <p:childTnLst>
                              <p:par>
                                <p:cTn id="48" presetID="27" presetClass="entr" presetSubtype="0" fill="hold" grpId="0" nodeType="afterEffect">
                                  <p:stCondLst>
                                    <p:cond delay="0"/>
                                  </p:stCondLst>
                                  <p:iterate type="lt">
                                    <p:tmPct val="50000"/>
                                  </p:iterate>
                                  <p:childTnLst>
                                    <p:set>
                                      <p:cBhvr>
                                        <p:cTn id="49" dur="1" fill="hold">
                                          <p:stCondLst>
                                            <p:cond delay="0"/>
                                          </p:stCondLst>
                                        </p:cTn>
                                        <p:tgtEl>
                                          <p:spTgt spid="710659">
                                            <p:txEl>
                                              <p:pRg st="8" end="8"/>
                                            </p:txEl>
                                          </p:spTgt>
                                        </p:tgtEl>
                                        <p:attrNameLst>
                                          <p:attrName>style.visibility</p:attrName>
                                        </p:attrNameLst>
                                      </p:cBhvr>
                                      <p:to>
                                        <p:strVal val="visible"/>
                                      </p:to>
                                    </p:set>
                                    <p:anim calcmode="discrete" valueType="clr">
                                      <p:cBhvr override="childStyle">
                                        <p:cTn id="50" dur="80"/>
                                        <p:tgtEl>
                                          <p:spTgt spid="710659">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710659">
                                            <p:txEl>
                                              <p:pRg st="8" end="8"/>
                                            </p:txEl>
                                          </p:spTgt>
                                        </p:tgtEl>
                                        <p:attrNameLst>
                                          <p:attrName>fillcolor</p:attrName>
                                        </p:attrNameLst>
                                      </p:cBhvr>
                                      <p:tavLst>
                                        <p:tav tm="0">
                                          <p:val>
                                            <p:clrVal>
                                              <a:schemeClr val="accent2"/>
                                            </p:clrVal>
                                          </p:val>
                                        </p:tav>
                                        <p:tav tm="50000">
                                          <p:val>
                                            <p:clrVal>
                                              <a:schemeClr val="hlink"/>
                                            </p:clrVal>
                                          </p:val>
                                        </p:tav>
                                      </p:tavLst>
                                    </p:anim>
                                    <p:set>
                                      <p:cBhvr>
                                        <p:cTn id="52" dur="80"/>
                                        <p:tgtEl>
                                          <p:spTgt spid="710659">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5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8E74BBE8-52EE-4F1D-8F18-A55CE8D9EA17}"/>
              </a:ext>
            </a:extLst>
          </p:cNvPr>
          <p:cNvSpPr>
            <a:spLocks noGrp="1"/>
          </p:cNvSpPr>
          <p:nvPr>
            <p:ph type="title"/>
          </p:nvPr>
        </p:nvSpPr>
        <p:spPr>
          <a:xfrm>
            <a:off x="381000" y="381000"/>
            <a:ext cx="8305800" cy="622300"/>
          </a:xfrm>
        </p:spPr>
        <p:txBody>
          <a:bodyPr/>
          <a:lstStyle/>
          <a:p>
            <a:pPr eaLnBrk="1" hangingPunct="1"/>
            <a:r>
              <a:rPr lang="en-GB" altLang="en-US" sz="3200" b="1"/>
              <a:t>System Owners</a:t>
            </a:r>
          </a:p>
        </p:txBody>
      </p:sp>
      <p:sp>
        <p:nvSpPr>
          <p:cNvPr id="712707" name="Rectangle 3">
            <a:extLst>
              <a:ext uri="{FF2B5EF4-FFF2-40B4-BE49-F238E27FC236}">
                <a16:creationId xmlns:a16="http://schemas.microsoft.com/office/drawing/2014/main" id="{03F4680E-03F3-422F-8BF0-A6A3E03B545B}"/>
              </a:ext>
            </a:extLst>
          </p:cNvPr>
          <p:cNvSpPr>
            <a:spLocks noGrp="1"/>
          </p:cNvSpPr>
          <p:nvPr>
            <p:ph type="body" sz="half" idx="1"/>
          </p:nvPr>
        </p:nvSpPr>
        <p:spPr>
          <a:xfrm>
            <a:off x="381000" y="1447800"/>
            <a:ext cx="4076700" cy="3776663"/>
          </a:xfrm>
        </p:spPr>
        <p:txBody>
          <a:bodyPr/>
          <a:lstStyle/>
          <a:p>
            <a:pPr eaLnBrk="1" hangingPunct="1"/>
            <a:r>
              <a:rPr lang="en-GB" altLang="en-US" sz="2400" b="1"/>
              <a:t>Main project sponsors</a:t>
            </a:r>
            <a:endParaRPr lang="en-GB" altLang="en-US" sz="2400"/>
          </a:p>
          <a:p>
            <a:pPr eaLnBrk="1" hangingPunct="1"/>
            <a:endParaRPr lang="en-GB" altLang="en-US" sz="2400"/>
          </a:p>
          <a:p>
            <a:pPr eaLnBrk="1" hangingPunct="1"/>
            <a:r>
              <a:rPr lang="en-GB" altLang="en-US" sz="2400" b="1"/>
              <a:t>Responsible for funding</a:t>
            </a:r>
            <a:r>
              <a:rPr lang="en-GB" altLang="en-US" sz="2400"/>
              <a:t> the project to develop, operate and maintain the system</a:t>
            </a:r>
          </a:p>
          <a:p>
            <a:pPr eaLnBrk="1" hangingPunct="1"/>
            <a:endParaRPr lang="en-GB" altLang="en-US" sz="2400"/>
          </a:p>
          <a:p>
            <a:pPr eaLnBrk="1" hangingPunct="1"/>
            <a:r>
              <a:rPr lang="en-GB" altLang="en-US" sz="2400"/>
              <a:t>May select the project manager</a:t>
            </a:r>
          </a:p>
          <a:p>
            <a:pPr eaLnBrk="1" hangingPunct="1"/>
            <a:endParaRPr lang="en-GB" altLang="en-US" sz="2400"/>
          </a:p>
          <a:p>
            <a:pPr eaLnBrk="1" hangingPunct="1"/>
            <a:r>
              <a:rPr lang="en-GB" altLang="en-US" sz="2400"/>
              <a:t>Involved in allocating resources to and overseeing system development projects</a:t>
            </a:r>
          </a:p>
        </p:txBody>
      </p:sp>
      <p:pic>
        <p:nvPicPr>
          <p:cNvPr id="712708" name="Picture 4" descr="MCPE01479_0000[1]">
            <a:extLst>
              <a:ext uri="{FF2B5EF4-FFF2-40B4-BE49-F238E27FC236}">
                <a16:creationId xmlns:a16="http://schemas.microsoft.com/office/drawing/2014/main" id="{651DA78D-3554-448C-96E6-F8E28D43E53F}"/>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68863" y="977900"/>
            <a:ext cx="2686050" cy="263366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2710" name="Picture 6" descr="MCj04241980000[1]">
            <a:extLst>
              <a:ext uri="{FF2B5EF4-FFF2-40B4-BE49-F238E27FC236}">
                <a16:creationId xmlns:a16="http://schemas.microsoft.com/office/drawing/2014/main" id="{78F87460-E29A-4E2F-A54D-752944DCCD8D}"/>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148388" y="4205288"/>
            <a:ext cx="2355850" cy="1512887"/>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Freeform 8">
            <a:extLst>
              <a:ext uri="{FF2B5EF4-FFF2-40B4-BE49-F238E27FC236}">
                <a16:creationId xmlns:a16="http://schemas.microsoft.com/office/drawing/2014/main" id="{6D472B16-73F2-4CCF-B075-153CE60019FD}"/>
              </a:ext>
            </a:extLst>
          </p:cNvPr>
          <p:cNvSpPr/>
          <p:nvPr/>
        </p:nvSpPr>
        <p:spPr>
          <a:xfrm>
            <a:off x="1270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12708"/>
                                        </p:tgtEl>
                                        <p:attrNameLst>
                                          <p:attrName>style.visibility</p:attrName>
                                        </p:attrNameLst>
                                      </p:cBhvr>
                                      <p:to>
                                        <p:strVal val="visible"/>
                                      </p:to>
                                    </p:set>
                                    <p:animEffect transition="in" filter="dissolve">
                                      <p:cBhvr>
                                        <p:cTn id="7" dur="500"/>
                                        <p:tgtEl>
                                          <p:spTgt spid="71270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12710"/>
                                        </p:tgtEl>
                                        <p:attrNameLst>
                                          <p:attrName>style.visibility</p:attrName>
                                        </p:attrNameLst>
                                      </p:cBhvr>
                                      <p:to>
                                        <p:strVal val="visible"/>
                                      </p:to>
                                    </p:set>
                                    <p:animEffect transition="in" filter="dissolve">
                                      <p:cBhvr>
                                        <p:cTn id="11" dur="500"/>
                                        <p:tgtEl>
                                          <p:spTgt spid="712710"/>
                                        </p:tgtEl>
                                      </p:cBhvr>
                                    </p:animEffect>
                                  </p:childTnLst>
                                </p:cTn>
                              </p:par>
                            </p:childTnLst>
                          </p:cTn>
                        </p:par>
                        <p:par>
                          <p:cTn id="12" fill="hold" nodeType="afterGroup">
                            <p:stCondLst>
                              <p:cond delay="1000"/>
                            </p:stCondLst>
                            <p:childTnLst>
                              <p:par>
                                <p:cTn id="13" presetID="27" presetClass="entr" presetSubtype="0" fill="hold" grpId="0" nodeType="afterEffect">
                                  <p:stCondLst>
                                    <p:cond delay="0"/>
                                  </p:stCondLst>
                                  <p:iterate type="lt">
                                    <p:tmPct val="50000"/>
                                  </p:iterate>
                                  <p:childTnLst>
                                    <p:set>
                                      <p:cBhvr>
                                        <p:cTn id="14" dur="1" fill="hold">
                                          <p:stCondLst>
                                            <p:cond delay="0"/>
                                          </p:stCondLst>
                                        </p:cTn>
                                        <p:tgtEl>
                                          <p:spTgt spid="712707">
                                            <p:txEl>
                                              <p:pRg st="0" end="0"/>
                                            </p:txEl>
                                          </p:spTgt>
                                        </p:tgtEl>
                                        <p:attrNameLst>
                                          <p:attrName>style.visibility</p:attrName>
                                        </p:attrNameLst>
                                      </p:cBhvr>
                                      <p:to>
                                        <p:strVal val="visible"/>
                                      </p:to>
                                    </p:set>
                                    <p:anim calcmode="discrete" valueType="clr">
                                      <p:cBhvr override="childStyle">
                                        <p:cTn id="15" dur="80"/>
                                        <p:tgtEl>
                                          <p:spTgt spid="71270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712707">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712707">
                                            <p:txEl>
                                              <p:pRg st="0" end="0"/>
                                            </p:txEl>
                                          </p:spTgt>
                                        </p:tgtEl>
                                        <p:attrNameLst>
                                          <p:attrName>fill.type</p:attrName>
                                        </p:attrNameLst>
                                      </p:cBhvr>
                                      <p:to>
                                        <p:strVal val="solid"/>
                                      </p:to>
                                    </p:set>
                                  </p:childTnLst>
                                </p:cTn>
                              </p:par>
                            </p:childTnLst>
                          </p:cTn>
                        </p:par>
                        <p:par>
                          <p:cTn id="18" fill="hold" nodeType="afterGroup">
                            <p:stCondLst>
                              <p:cond delay="1800"/>
                            </p:stCondLst>
                            <p:childTnLst>
                              <p:par>
                                <p:cTn id="19" presetID="27" presetClass="entr" presetSubtype="0" fill="hold" grpId="0" nodeType="afterEffect">
                                  <p:stCondLst>
                                    <p:cond delay="0"/>
                                  </p:stCondLst>
                                  <p:iterate type="lt">
                                    <p:tmPct val="50000"/>
                                  </p:iterate>
                                  <p:childTnLst>
                                    <p:set>
                                      <p:cBhvr>
                                        <p:cTn id="20" dur="1" fill="hold">
                                          <p:stCondLst>
                                            <p:cond delay="0"/>
                                          </p:stCondLst>
                                        </p:cTn>
                                        <p:tgtEl>
                                          <p:spTgt spid="712707">
                                            <p:txEl>
                                              <p:pRg st="2" end="2"/>
                                            </p:txEl>
                                          </p:spTgt>
                                        </p:tgtEl>
                                        <p:attrNameLst>
                                          <p:attrName>style.visibility</p:attrName>
                                        </p:attrNameLst>
                                      </p:cBhvr>
                                      <p:to>
                                        <p:strVal val="visible"/>
                                      </p:to>
                                    </p:set>
                                    <p:anim calcmode="discrete" valueType="clr">
                                      <p:cBhvr override="childStyle">
                                        <p:cTn id="21" dur="80"/>
                                        <p:tgtEl>
                                          <p:spTgt spid="71270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71270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712707">
                                            <p:txEl>
                                              <p:pRg st="2" end="2"/>
                                            </p:txEl>
                                          </p:spTgt>
                                        </p:tgtEl>
                                        <p:attrNameLst>
                                          <p:attrName>fill.type</p:attrName>
                                        </p:attrNameLst>
                                      </p:cBhvr>
                                      <p:to>
                                        <p:strVal val="solid"/>
                                      </p:to>
                                    </p:set>
                                  </p:childTnLst>
                                </p:cTn>
                              </p:par>
                            </p:childTnLst>
                          </p:cTn>
                        </p:par>
                        <p:par>
                          <p:cTn id="24" fill="hold" nodeType="afterGroup">
                            <p:stCondLst>
                              <p:cond delay="4560"/>
                            </p:stCondLst>
                            <p:childTnLst>
                              <p:par>
                                <p:cTn id="25" presetID="27" presetClass="entr" presetSubtype="0" fill="hold" grpId="0" nodeType="afterEffect">
                                  <p:stCondLst>
                                    <p:cond delay="0"/>
                                  </p:stCondLst>
                                  <p:iterate type="lt">
                                    <p:tmPct val="50000"/>
                                  </p:iterate>
                                  <p:childTnLst>
                                    <p:set>
                                      <p:cBhvr>
                                        <p:cTn id="26" dur="1" fill="hold">
                                          <p:stCondLst>
                                            <p:cond delay="0"/>
                                          </p:stCondLst>
                                        </p:cTn>
                                        <p:tgtEl>
                                          <p:spTgt spid="712707">
                                            <p:txEl>
                                              <p:pRg st="4" end="4"/>
                                            </p:txEl>
                                          </p:spTgt>
                                        </p:tgtEl>
                                        <p:attrNameLst>
                                          <p:attrName>style.visibility</p:attrName>
                                        </p:attrNameLst>
                                      </p:cBhvr>
                                      <p:to>
                                        <p:strVal val="visible"/>
                                      </p:to>
                                    </p:set>
                                    <p:anim calcmode="discrete" valueType="clr">
                                      <p:cBhvr override="childStyle">
                                        <p:cTn id="27" dur="80"/>
                                        <p:tgtEl>
                                          <p:spTgt spid="71270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712707">
                                            <p:txEl>
                                              <p:pRg st="4" end="4"/>
                                            </p:txEl>
                                          </p:spTgt>
                                        </p:tgtEl>
                                        <p:attrNameLst>
                                          <p:attrName>fillcolor</p:attrName>
                                        </p:attrNameLst>
                                      </p:cBhvr>
                                      <p:tavLst>
                                        <p:tav tm="0">
                                          <p:val>
                                            <p:clrVal>
                                              <a:schemeClr val="accent2"/>
                                            </p:clrVal>
                                          </p:val>
                                        </p:tav>
                                        <p:tav tm="50000">
                                          <p:val>
                                            <p:clrVal>
                                              <a:schemeClr val="hlink"/>
                                            </p:clrVal>
                                          </p:val>
                                        </p:tav>
                                      </p:tavLst>
                                    </p:anim>
                                    <p:set>
                                      <p:cBhvr>
                                        <p:cTn id="29" dur="80"/>
                                        <p:tgtEl>
                                          <p:spTgt spid="712707">
                                            <p:txEl>
                                              <p:pRg st="4" end="4"/>
                                            </p:txEl>
                                          </p:spTgt>
                                        </p:tgtEl>
                                        <p:attrNameLst>
                                          <p:attrName>fill.type</p:attrName>
                                        </p:attrNameLst>
                                      </p:cBhvr>
                                      <p:to>
                                        <p:strVal val="solid"/>
                                      </p:to>
                                    </p:set>
                                  </p:childTnLst>
                                </p:cTn>
                              </p:par>
                            </p:childTnLst>
                          </p:cTn>
                        </p:par>
                        <p:par>
                          <p:cTn id="30" fill="hold" nodeType="afterGroup">
                            <p:stCondLst>
                              <p:cond delay="5640"/>
                            </p:stCondLst>
                            <p:childTnLst>
                              <p:par>
                                <p:cTn id="31" presetID="27" presetClass="entr" presetSubtype="0" fill="hold" grpId="0" nodeType="afterEffect">
                                  <p:stCondLst>
                                    <p:cond delay="0"/>
                                  </p:stCondLst>
                                  <p:iterate type="lt">
                                    <p:tmPct val="50000"/>
                                  </p:iterate>
                                  <p:childTnLst>
                                    <p:set>
                                      <p:cBhvr>
                                        <p:cTn id="32" dur="1" fill="hold">
                                          <p:stCondLst>
                                            <p:cond delay="0"/>
                                          </p:stCondLst>
                                        </p:cTn>
                                        <p:tgtEl>
                                          <p:spTgt spid="712707">
                                            <p:txEl>
                                              <p:pRg st="6" end="6"/>
                                            </p:txEl>
                                          </p:spTgt>
                                        </p:tgtEl>
                                        <p:attrNameLst>
                                          <p:attrName>style.visibility</p:attrName>
                                        </p:attrNameLst>
                                      </p:cBhvr>
                                      <p:to>
                                        <p:strVal val="visible"/>
                                      </p:to>
                                    </p:set>
                                    <p:anim calcmode="discrete" valueType="clr">
                                      <p:cBhvr override="childStyle">
                                        <p:cTn id="33" dur="80"/>
                                        <p:tgtEl>
                                          <p:spTgt spid="71270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712707">
                                            <p:txEl>
                                              <p:pRg st="6" end="6"/>
                                            </p:txEl>
                                          </p:spTgt>
                                        </p:tgtEl>
                                        <p:attrNameLst>
                                          <p:attrName>fillcolor</p:attrName>
                                        </p:attrNameLst>
                                      </p:cBhvr>
                                      <p:tavLst>
                                        <p:tav tm="0">
                                          <p:val>
                                            <p:clrVal>
                                              <a:schemeClr val="accent2"/>
                                            </p:clrVal>
                                          </p:val>
                                        </p:tav>
                                        <p:tav tm="50000">
                                          <p:val>
                                            <p:clrVal>
                                              <a:schemeClr val="hlink"/>
                                            </p:clrVal>
                                          </p:val>
                                        </p:tav>
                                      </p:tavLst>
                                    </p:anim>
                                    <p:set>
                                      <p:cBhvr>
                                        <p:cTn id="35" dur="80"/>
                                        <p:tgtEl>
                                          <p:spTgt spid="712707">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0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EBECE59-7BA6-41D6-BE67-4C1CCBABB42B}"/>
              </a:ext>
            </a:extLst>
          </p:cNvPr>
          <p:cNvSpPr>
            <a:spLocks noGrp="1"/>
          </p:cNvSpPr>
          <p:nvPr>
            <p:ph type="title"/>
          </p:nvPr>
        </p:nvSpPr>
        <p:spPr>
          <a:xfrm>
            <a:off x="381000" y="381000"/>
            <a:ext cx="8305800" cy="533400"/>
          </a:xfrm>
        </p:spPr>
        <p:txBody>
          <a:bodyPr/>
          <a:lstStyle/>
          <a:p>
            <a:pPr eaLnBrk="1" hangingPunct="1"/>
            <a:r>
              <a:rPr lang="en-GB" altLang="en-US" sz="3200" b="1"/>
              <a:t>System Users</a:t>
            </a:r>
          </a:p>
        </p:txBody>
      </p:sp>
      <p:sp>
        <p:nvSpPr>
          <p:cNvPr id="714755" name="Rectangle 3">
            <a:extLst>
              <a:ext uri="{FF2B5EF4-FFF2-40B4-BE49-F238E27FC236}">
                <a16:creationId xmlns:a16="http://schemas.microsoft.com/office/drawing/2014/main" id="{C5276539-B980-4141-BB7A-8F8E5DB1BD47}"/>
              </a:ext>
            </a:extLst>
          </p:cNvPr>
          <p:cNvSpPr>
            <a:spLocks noGrp="1"/>
          </p:cNvSpPr>
          <p:nvPr>
            <p:ph type="body" sz="half" idx="1"/>
          </p:nvPr>
        </p:nvSpPr>
        <p:spPr>
          <a:xfrm>
            <a:off x="381000" y="1295400"/>
            <a:ext cx="5867400" cy="5078313"/>
          </a:xfrm>
        </p:spPr>
        <p:txBody>
          <a:bodyPr/>
          <a:lstStyle/>
          <a:p>
            <a:pPr eaLnBrk="1" hangingPunct="1"/>
            <a:r>
              <a:rPr lang="en-GB" altLang="en-US" sz="2400" dirty="0"/>
              <a:t>People who use or are affected by the system</a:t>
            </a:r>
          </a:p>
          <a:p>
            <a:pPr lvl="1" eaLnBrk="1" hangingPunct="1">
              <a:buFontTx/>
              <a:buNone/>
            </a:pPr>
            <a:endParaRPr lang="en-GB" altLang="en-US" sz="1800" dirty="0"/>
          </a:p>
          <a:p>
            <a:pPr eaLnBrk="1" hangingPunct="1"/>
            <a:r>
              <a:rPr lang="en-GB" altLang="en-US" sz="2400" b="1" dirty="0"/>
              <a:t>Internal</a:t>
            </a:r>
            <a:r>
              <a:rPr lang="en-GB" altLang="en-US" sz="2400" dirty="0"/>
              <a:t> users are those employed by the company</a:t>
            </a:r>
          </a:p>
          <a:p>
            <a:pPr lvl="1" eaLnBrk="1" hangingPunct="1"/>
            <a:r>
              <a:rPr lang="en-GB" altLang="en-US" sz="2000" dirty="0"/>
              <a:t>Clerical and service workers</a:t>
            </a:r>
          </a:p>
          <a:p>
            <a:pPr lvl="1" eaLnBrk="1" hangingPunct="1"/>
            <a:r>
              <a:rPr lang="en-GB" altLang="en-US" sz="2000" dirty="0"/>
              <a:t>Technical and professional staff</a:t>
            </a:r>
          </a:p>
          <a:p>
            <a:pPr lvl="1" eaLnBrk="1" hangingPunct="1"/>
            <a:r>
              <a:rPr lang="en-GB" altLang="en-US" sz="2000" dirty="0"/>
              <a:t>Supervisors, middle managers, and executive managers</a:t>
            </a:r>
          </a:p>
          <a:p>
            <a:pPr lvl="1" eaLnBrk="1" hangingPunct="1"/>
            <a:r>
              <a:rPr lang="en-GB" altLang="en-US" sz="2000" dirty="0"/>
              <a:t>Remote and mobile users (internal but disconnected) </a:t>
            </a:r>
          </a:p>
          <a:p>
            <a:pPr eaLnBrk="1" hangingPunct="1"/>
            <a:endParaRPr lang="en-GB" altLang="en-US" sz="2400" dirty="0"/>
          </a:p>
          <a:p>
            <a:pPr eaLnBrk="1" hangingPunct="1"/>
            <a:r>
              <a:rPr lang="en-GB" altLang="en-US" sz="2400" b="1" dirty="0"/>
              <a:t>External </a:t>
            </a:r>
            <a:r>
              <a:rPr lang="en-GB" altLang="en-US" sz="2400" dirty="0"/>
              <a:t>users refer to third parties such as customers or other organisations</a:t>
            </a:r>
          </a:p>
        </p:txBody>
      </p:sp>
      <p:pic>
        <p:nvPicPr>
          <p:cNvPr id="714756" name="Picture 4" descr="j0195384">
            <a:extLst>
              <a:ext uri="{FF2B5EF4-FFF2-40B4-BE49-F238E27FC236}">
                <a16:creationId xmlns:a16="http://schemas.microsoft.com/office/drawing/2014/main" id="{8AF2A84E-DE92-4518-B0B3-74245EE1673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629400" y="2215356"/>
            <a:ext cx="2371725" cy="27320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Freeform 8">
            <a:extLst>
              <a:ext uri="{FF2B5EF4-FFF2-40B4-BE49-F238E27FC236}">
                <a16:creationId xmlns:a16="http://schemas.microsoft.com/office/drawing/2014/main" id="{F85CE457-C694-4016-B396-EDD7D76FAC72}"/>
              </a:ext>
            </a:extLst>
          </p:cNvPr>
          <p:cNvSpPr/>
          <p:nvPr/>
        </p:nvSpPr>
        <p:spPr>
          <a:xfrm>
            <a:off x="1270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14756"/>
                                        </p:tgtEl>
                                        <p:attrNameLst>
                                          <p:attrName>style.visibility</p:attrName>
                                        </p:attrNameLst>
                                      </p:cBhvr>
                                      <p:to>
                                        <p:strVal val="visible"/>
                                      </p:to>
                                    </p:set>
                                    <p:animEffect transition="in" filter="dissolve">
                                      <p:cBhvr>
                                        <p:cTn id="7" dur="500"/>
                                        <p:tgtEl>
                                          <p:spTgt spid="714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714755">
                                            <p:txEl>
                                              <p:pRg st="0" end="0"/>
                                            </p:txEl>
                                          </p:spTgt>
                                        </p:tgtEl>
                                        <p:attrNameLst>
                                          <p:attrName>style.visibility</p:attrName>
                                        </p:attrNameLst>
                                      </p:cBhvr>
                                      <p:to>
                                        <p:strVal val="visible"/>
                                      </p:to>
                                    </p:set>
                                    <p:anim calcmode="discrete" valueType="clr">
                                      <p:cBhvr override="childStyle">
                                        <p:cTn id="12" dur="80"/>
                                        <p:tgtEl>
                                          <p:spTgt spid="71475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714755">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714755">
                                            <p:txEl>
                                              <p:pRg st="0" end="0"/>
                                            </p:txEl>
                                          </p:spTgt>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714755">
                                            <p:txEl>
                                              <p:pRg st="2" end="2"/>
                                            </p:txEl>
                                          </p:spTgt>
                                        </p:tgtEl>
                                        <p:attrNameLst>
                                          <p:attrName>style.visibility</p:attrName>
                                        </p:attrNameLst>
                                      </p:cBhvr>
                                      <p:to>
                                        <p:strVal val="visible"/>
                                      </p:to>
                                    </p:set>
                                    <p:anim calcmode="discrete" valueType="clr">
                                      <p:cBhvr override="childStyle">
                                        <p:cTn id="19" dur="80"/>
                                        <p:tgtEl>
                                          <p:spTgt spid="71475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714755">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714755">
                                            <p:txEl>
                                              <p:pRg st="2" end="2"/>
                                            </p:txEl>
                                          </p:spTgt>
                                        </p:tgtEl>
                                        <p:attrNameLst>
                                          <p:attrName>fill.type</p:attrName>
                                        </p:attrNameLst>
                                      </p:cBhvr>
                                      <p:to>
                                        <p:strVal val="solid"/>
                                      </p:to>
                                    </p:set>
                                  </p:childTnLst>
                                </p:cTn>
                              </p:par>
                            </p:childTnLst>
                          </p:cTn>
                        </p:par>
                        <p:par>
                          <p:cTn id="22" fill="hold" nodeType="afterGroup">
                            <p:stCondLst>
                              <p:cond delay="1680"/>
                            </p:stCondLst>
                            <p:childTnLst>
                              <p:par>
                                <p:cTn id="23" presetID="27" presetClass="entr" presetSubtype="0" fill="hold" grpId="0" nodeType="afterEffect">
                                  <p:stCondLst>
                                    <p:cond delay="0"/>
                                  </p:stCondLst>
                                  <p:iterate type="lt">
                                    <p:tmPct val="50000"/>
                                  </p:iterate>
                                  <p:childTnLst>
                                    <p:set>
                                      <p:cBhvr>
                                        <p:cTn id="24" dur="1" fill="hold">
                                          <p:stCondLst>
                                            <p:cond delay="0"/>
                                          </p:stCondLst>
                                        </p:cTn>
                                        <p:tgtEl>
                                          <p:spTgt spid="714755">
                                            <p:txEl>
                                              <p:pRg st="3" end="3"/>
                                            </p:txEl>
                                          </p:spTgt>
                                        </p:tgtEl>
                                        <p:attrNameLst>
                                          <p:attrName>style.visibility</p:attrName>
                                        </p:attrNameLst>
                                      </p:cBhvr>
                                      <p:to>
                                        <p:strVal val="visible"/>
                                      </p:to>
                                    </p:set>
                                    <p:anim calcmode="discrete" valueType="clr">
                                      <p:cBhvr override="childStyle">
                                        <p:cTn id="25" dur="80"/>
                                        <p:tgtEl>
                                          <p:spTgt spid="71475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714755">
                                            <p:txEl>
                                              <p:pRg st="3" end="3"/>
                                            </p:txEl>
                                          </p:spTgt>
                                        </p:tgtEl>
                                        <p:attrNameLst>
                                          <p:attrName>fillcolor</p:attrName>
                                        </p:attrNameLst>
                                      </p:cBhvr>
                                      <p:tavLst>
                                        <p:tav tm="0">
                                          <p:val>
                                            <p:clrVal>
                                              <a:schemeClr val="accent2"/>
                                            </p:clrVal>
                                          </p:val>
                                        </p:tav>
                                        <p:tav tm="50000">
                                          <p:val>
                                            <p:clrVal>
                                              <a:schemeClr val="hlink"/>
                                            </p:clrVal>
                                          </p:val>
                                        </p:tav>
                                      </p:tavLst>
                                    </p:anim>
                                    <p:set>
                                      <p:cBhvr>
                                        <p:cTn id="27" dur="80"/>
                                        <p:tgtEl>
                                          <p:spTgt spid="714755">
                                            <p:txEl>
                                              <p:pRg st="3" end="3"/>
                                            </p:txEl>
                                          </p:spTgt>
                                        </p:tgtEl>
                                        <p:attrNameLst>
                                          <p:attrName>fill.type</p:attrName>
                                        </p:attrNameLst>
                                      </p:cBhvr>
                                      <p:to>
                                        <p:strVal val="solid"/>
                                      </p:to>
                                    </p:set>
                                  </p:childTnLst>
                                </p:cTn>
                              </p:par>
                            </p:childTnLst>
                          </p:cTn>
                        </p:par>
                        <p:par>
                          <p:cTn id="28" fill="hold" nodeType="afterGroup">
                            <p:stCondLst>
                              <p:cond delay="2720"/>
                            </p:stCondLst>
                            <p:childTnLst>
                              <p:par>
                                <p:cTn id="29" presetID="27" presetClass="entr" presetSubtype="0" fill="hold" grpId="0" nodeType="afterEffect">
                                  <p:stCondLst>
                                    <p:cond delay="0"/>
                                  </p:stCondLst>
                                  <p:iterate type="lt">
                                    <p:tmPct val="50000"/>
                                  </p:iterate>
                                  <p:childTnLst>
                                    <p:set>
                                      <p:cBhvr>
                                        <p:cTn id="30" dur="1" fill="hold">
                                          <p:stCondLst>
                                            <p:cond delay="0"/>
                                          </p:stCondLst>
                                        </p:cTn>
                                        <p:tgtEl>
                                          <p:spTgt spid="714755">
                                            <p:txEl>
                                              <p:pRg st="4" end="4"/>
                                            </p:txEl>
                                          </p:spTgt>
                                        </p:tgtEl>
                                        <p:attrNameLst>
                                          <p:attrName>style.visibility</p:attrName>
                                        </p:attrNameLst>
                                      </p:cBhvr>
                                      <p:to>
                                        <p:strVal val="visible"/>
                                      </p:to>
                                    </p:set>
                                    <p:anim calcmode="discrete" valueType="clr">
                                      <p:cBhvr override="childStyle">
                                        <p:cTn id="31" dur="80"/>
                                        <p:tgtEl>
                                          <p:spTgt spid="71475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714755">
                                            <p:txEl>
                                              <p:pRg st="4" end="4"/>
                                            </p:txEl>
                                          </p:spTgt>
                                        </p:tgtEl>
                                        <p:attrNameLst>
                                          <p:attrName>fillcolor</p:attrName>
                                        </p:attrNameLst>
                                      </p:cBhvr>
                                      <p:tavLst>
                                        <p:tav tm="0">
                                          <p:val>
                                            <p:clrVal>
                                              <a:schemeClr val="accent2"/>
                                            </p:clrVal>
                                          </p:val>
                                        </p:tav>
                                        <p:tav tm="50000">
                                          <p:val>
                                            <p:clrVal>
                                              <a:schemeClr val="hlink"/>
                                            </p:clrVal>
                                          </p:val>
                                        </p:tav>
                                      </p:tavLst>
                                    </p:anim>
                                    <p:set>
                                      <p:cBhvr>
                                        <p:cTn id="33" dur="80"/>
                                        <p:tgtEl>
                                          <p:spTgt spid="714755">
                                            <p:txEl>
                                              <p:pRg st="4" end="4"/>
                                            </p:txEl>
                                          </p:spTgt>
                                        </p:tgtEl>
                                        <p:attrNameLst>
                                          <p:attrName>fill.type</p:attrName>
                                        </p:attrNameLst>
                                      </p:cBhvr>
                                      <p:to>
                                        <p:strVal val="solid"/>
                                      </p:to>
                                    </p:set>
                                  </p:childTnLst>
                                </p:cTn>
                              </p:par>
                            </p:childTnLst>
                          </p:cTn>
                        </p:par>
                        <p:par>
                          <p:cTn id="34" fill="hold" nodeType="afterGroup">
                            <p:stCondLst>
                              <p:cond delay="3920"/>
                            </p:stCondLst>
                            <p:childTnLst>
                              <p:par>
                                <p:cTn id="35" presetID="27" presetClass="entr" presetSubtype="0" fill="hold" grpId="0" nodeType="afterEffect">
                                  <p:stCondLst>
                                    <p:cond delay="0"/>
                                  </p:stCondLst>
                                  <p:iterate type="lt">
                                    <p:tmPct val="50000"/>
                                  </p:iterate>
                                  <p:childTnLst>
                                    <p:set>
                                      <p:cBhvr>
                                        <p:cTn id="36" dur="1" fill="hold">
                                          <p:stCondLst>
                                            <p:cond delay="0"/>
                                          </p:stCondLst>
                                        </p:cTn>
                                        <p:tgtEl>
                                          <p:spTgt spid="714755">
                                            <p:txEl>
                                              <p:pRg st="5" end="5"/>
                                            </p:txEl>
                                          </p:spTgt>
                                        </p:tgtEl>
                                        <p:attrNameLst>
                                          <p:attrName>style.visibility</p:attrName>
                                        </p:attrNameLst>
                                      </p:cBhvr>
                                      <p:to>
                                        <p:strVal val="visible"/>
                                      </p:to>
                                    </p:set>
                                    <p:anim calcmode="discrete" valueType="clr">
                                      <p:cBhvr override="childStyle">
                                        <p:cTn id="37" dur="80"/>
                                        <p:tgtEl>
                                          <p:spTgt spid="71475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714755">
                                            <p:txEl>
                                              <p:pRg st="5" end="5"/>
                                            </p:txEl>
                                          </p:spTgt>
                                        </p:tgtEl>
                                        <p:attrNameLst>
                                          <p:attrName>fillcolor</p:attrName>
                                        </p:attrNameLst>
                                      </p:cBhvr>
                                      <p:tavLst>
                                        <p:tav tm="0">
                                          <p:val>
                                            <p:clrVal>
                                              <a:schemeClr val="accent2"/>
                                            </p:clrVal>
                                          </p:val>
                                        </p:tav>
                                        <p:tav tm="50000">
                                          <p:val>
                                            <p:clrVal>
                                              <a:schemeClr val="hlink"/>
                                            </p:clrVal>
                                          </p:val>
                                        </p:tav>
                                      </p:tavLst>
                                    </p:anim>
                                    <p:set>
                                      <p:cBhvr>
                                        <p:cTn id="39" dur="80"/>
                                        <p:tgtEl>
                                          <p:spTgt spid="714755">
                                            <p:txEl>
                                              <p:pRg st="5" end="5"/>
                                            </p:txEl>
                                          </p:spTgt>
                                        </p:tgtEl>
                                        <p:attrNameLst>
                                          <p:attrName>fill.type</p:attrName>
                                        </p:attrNameLst>
                                      </p:cBhvr>
                                      <p:to>
                                        <p:strVal val="solid"/>
                                      </p:to>
                                    </p:set>
                                  </p:childTnLst>
                                </p:cTn>
                              </p:par>
                            </p:childTnLst>
                          </p:cTn>
                        </p:par>
                        <p:par>
                          <p:cTn id="40" fill="hold" nodeType="afterGroup">
                            <p:stCondLst>
                              <p:cond delay="5840"/>
                            </p:stCondLst>
                            <p:childTnLst>
                              <p:par>
                                <p:cTn id="41" presetID="27" presetClass="entr" presetSubtype="0" fill="hold" grpId="0" nodeType="afterEffect">
                                  <p:stCondLst>
                                    <p:cond delay="0"/>
                                  </p:stCondLst>
                                  <p:iterate type="lt">
                                    <p:tmPct val="50000"/>
                                  </p:iterate>
                                  <p:childTnLst>
                                    <p:set>
                                      <p:cBhvr>
                                        <p:cTn id="42" dur="1" fill="hold">
                                          <p:stCondLst>
                                            <p:cond delay="0"/>
                                          </p:stCondLst>
                                        </p:cTn>
                                        <p:tgtEl>
                                          <p:spTgt spid="714755">
                                            <p:txEl>
                                              <p:pRg st="6" end="6"/>
                                            </p:txEl>
                                          </p:spTgt>
                                        </p:tgtEl>
                                        <p:attrNameLst>
                                          <p:attrName>style.visibility</p:attrName>
                                        </p:attrNameLst>
                                      </p:cBhvr>
                                      <p:to>
                                        <p:strVal val="visible"/>
                                      </p:to>
                                    </p:set>
                                    <p:anim calcmode="discrete" valueType="clr">
                                      <p:cBhvr override="childStyle">
                                        <p:cTn id="43" dur="80"/>
                                        <p:tgtEl>
                                          <p:spTgt spid="71475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714755">
                                            <p:txEl>
                                              <p:pRg st="6" end="6"/>
                                            </p:txEl>
                                          </p:spTgt>
                                        </p:tgtEl>
                                        <p:attrNameLst>
                                          <p:attrName>fillcolor</p:attrName>
                                        </p:attrNameLst>
                                      </p:cBhvr>
                                      <p:tavLst>
                                        <p:tav tm="0">
                                          <p:val>
                                            <p:clrVal>
                                              <a:schemeClr val="accent2"/>
                                            </p:clrVal>
                                          </p:val>
                                        </p:tav>
                                        <p:tav tm="50000">
                                          <p:val>
                                            <p:clrVal>
                                              <a:schemeClr val="hlink"/>
                                            </p:clrVal>
                                          </p:val>
                                        </p:tav>
                                      </p:tavLst>
                                    </p:anim>
                                    <p:set>
                                      <p:cBhvr>
                                        <p:cTn id="45" dur="80"/>
                                        <p:tgtEl>
                                          <p:spTgt spid="714755">
                                            <p:txEl>
                                              <p:pRg st="6" end="6"/>
                                            </p:txEl>
                                          </p:spTgt>
                                        </p:tgtEl>
                                        <p:attrNameLst>
                                          <p:attrName>fill.type</p:attrName>
                                        </p:attrNameLst>
                                      </p:cBhvr>
                                      <p:to>
                                        <p:strVal val="solid"/>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7" presetClass="entr" presetSubtype="0" fill="hold" grpId="0" nodeType="clickEffect">
                                  <p:stCondLst>
                                    <p:cond delay="0"/>
                                  </p:stCondLst>
                                  <p:iterate type="lt">
                                    <p:tmPct val="50000"/>
                                  </p:iterate>
                                  <p:childTnLst>
                                    <p:set>
                                      <p:cBhvr>
                                        <p:cTn id="49" dur="1" fill="hold">
                                          <p:stCondLst>
                                            <p:cond delay="0"/>
                                          </p:stCondLst>
                                        </p:cTn>
                                        <p:tgtEl>
                                          <p:spTgt spid="714755">
                                            <p:txEl>
                                              <p:pRg st="8" end="8"/>
                                            </p:txEl>
                                          </p:spTgt>
                                        </p:tgtEl>
                                        <p:attrNameLst>
                                          <p:attrName>style.visibility</p:attrName>
                                        </p:attrNameLst>
                                      </p:cBhvr>
                                      <p:to>
                                        <p:strVal val="visible"/>
                                      </p:to>
                                    </p:set>
                                    <p:anim calcmode="discrete" valueType="clr">
                                      <p:cBhvr override="childStyle">
                                        <p:cTn id="50" dur="80"/>
                                        <p:tgtEl>
                                          <p:spTgt spid="714755">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714755">
                                            <p:txEl>
                                              <p:pRg st="8" end="8"/>
                                            </p:txEl>
                                          </p:spTgt>
                                        </p:tgtEl>
                                        <p:attrNameLst>
                                          <p:attrName>fillcolor</p:attrName>
                                        </p:attrNameLst>
                                      </p:cBhvr>
                                      <p:tavLst>
                                        <p:tav tm="0">
                                          <p:val>
                                            <p:clrVal>
                                              <a:schemeClr val="accent2"/>
                                            </p:clrVal>
                                          </p:val>
                                        </p:tav>
                                        <p:tav tm="50000">
                                          <p:val>
                                            <p:clrVal>
                                              <a:schemeClr val="hlink"/>
                                            </p:clrVal>
                                          </p:val>
                                        </p:tav>
                                      </p:tavLst>
                                    </p:anim>
                                    <p:set>
                                      <p:cBhvr>
                                        <p:cTn id="52" dur="80"/>
                                        <p:tgtEl>
                                          <p:spTgt spid="714755">
                                            <p:txEl>
                                              <p:pRg st="8" end="8"/>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A21F6A04-E153-4D38-88E0-A8EE2E83F486}"/>
              </a:ext>
            </a:extLst>
          </p:cNvPr>
          <p:cNvSpPr txBox="1">
            <a:spLocks/>
          </p:cNvSpPr>
          <p:nvPr/>
        </p:nvSpPr>
        <p:spPr>
          <a:xfrm>
            <a:off x="384213" y="533400"/>
            <a:ext cx="6781730" cy="424155"/>
          </a:xfrm>
          <a:prstGeom prst="rect">
            <a:avLst/>
          </a:prstGeom>
          <a:solidFill>
            <a:srgbClr val="FFC908"/>
          </a:solidFill>
        </p:spPr>
        <p:txBody>
          <a:bodyPr vert="horz" wrap="square" lIns="0" tIns="8573" rIns="0" bIns="0" rtlCol="0">
            <a:spAutoFit/>
          </a:bodyPr>
          <a:lstStyle>
            <a:lvl1pPr algn="ctr" defTabSz="914354" rtl="0" eaLnBrk="1" latinLnBrk="0" hangingPunct="1">
              <a:spcBef>
                <a:spcPct val="0"/>
              </a:spcBef>
              <a:buNone/>
              <a:defRPr sz="4400" kern="1200">
                <a:solidFill>
                  <a:schemeClr val="tx1"/>
                </a:solidFill>
                <a:latin typeface="+mj-lt"/>
                <a:ea typeface="+mj-ea"/>
                <a:cs typeface="+mj-cs"/>
              </a:defRPr>
            </a:lvl1pPr>
          </a:lstStyle>
          <a:p>
            <a:pPr>
              <a:spcBef>
                <a:spcPts val="68"/>
              </a:spcBef>
            </a:pPr>
            <a:r>
              <a:rPr lang="en-US" altLang="en-US" sz="2700" b="1" dirty="0">
                <a:latin typeface="Verdana" panose="020B0604030504040204" pitchFamily="34" charset="0"/>
                <a:ea typeface="Verdana" panose="020B0604030504040204" pitchFamily="34" charset="0"/>
              </a:rPr>
              <a:t>SCHEDULE FEASIBILITY</a:t>
            </a:r>
            <a:endParaRPr lang="en-MY" sz="4000" b="1" dirty="0">
              <a:latin typeface="Verdana" panose="020B0604030504040204" pitchFamily="34" charset="0"/>
              <a:ea typeface="Verdana" panose="020B0604030504040204" pitchFamily="34" charset="0"/>
            </a:endParaRPr>
          </a:p>
        </p:txBody>
      </p:sp>
      <p:sp>
        <p:nvSpPr>
          <p:cNvPr id="16" name="Content Placeholder 2">
            <a:extLst>
              <a:ext uri="{FF2B5EF4-FFF2-40B4-BE49-F238E27FC236}">
                <a16:creationId xmlns:a16="http://schemas.microsoft.com/office/drawing/2014/main" id="{018E9F3F-D682-448C-BD9B-E31A83F32A58}"/>
              </a:ext>
            </a:extLst>
          </p:cNvPr>
          <p:cNvSpPr txBox="1">
            <a:spLocks/>
          </p:cNvSpPr>
          <p:nvPr/>
        </p:nvSpPr>
        <p:spPr>
          <a:xfrm>
            <a:off x="304800" y="1295401"/>
            <a:ext cx="7467600" cy="4125846"/>
          </a:xfrm>
          <a:prstGeom prst="rect">
            <a:avLst/>
          </a:prstGeom>
          <a:ln>
            <a:solidFill>
              <a:schemeClr val="accent1"/>
            </a:solidFill>
          </a:ln>
        </p:spPr>
        <p:txBody>
          <a:bodyPr>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r>
              <a:rPr lang="en-US" sz="2400" dirty="0"/>
              <a:t>Schedule feasibility assesses whether a proposed project can be </a:t>
            </a:r>
            <a:r>
              <a:rPr lang="en-US" sz="2400" b="1" dirty="0">
                <a:solidFill>
                  <a:srgbClr val="0066FF"/>
                </a:solidFill>
              </a:rPr>
              <a:t>completed within the required timeframe</a:t>
            </a:r>
            <a:r>
              <a:rPr lang="en-US" sz="2400" dirty="0"/>
              <a:t>. It examines the project timeline, deadlines, resources, and dependencies to determine if the system can realistically be delivered on time.</a:t>
            </a:r>
          </a:p>
          <a:p>
            <a:r>
              <a:rPr lang="en-US" sz="2400" b="1" dirty="0"/>
              <a:t>Key Question:</a:t>
            </a:r>
            <a:r>
              <a:rPr lang="en-US" sz="2400" dirty="0"/>
              <a:t> </a:t>
            </a:r>
            <a:r>
              <a:rPr lang="en-US" sz="2400" b="1" dirty="0">
                <a:solidFill>
                  <a:srgbClr val="00B0F0"/>
                </a:solidFill>
              </a:rPr>
              <a:t>“Can we finish the project within the deadline?”</a:t>
            </a:r>
          </a:p>
          <a:p>
            <a:r>
              <a:rPr lang="en-US" sz="2400" b="1" dirty="0"/>
              <a:t>Factors Considered:</a:t>
            </a:r>
            <a:r>
              <a:rPr lang="en-US" sz="2400" dirty="0"/>
              <a:t> project complexity, team size and skills, available technology, and external constraints (e.g., regulatory or market deadlines).</a:t>
            </a:r>
          </a:p>
          <a:p>
            <a:r>
              <a:rPr lang="en-US" sz="2400" b="1" dirty="0"/>
              <a:t>Risk:</a:t>
            </a:r>
            <a:r>
              <a:rPr lang="en-US" sz="2400" dirty="0"/>
              <a:t> If the timeline is unrealistic, it may lead to rushed work, poor quality, or even project failure.</a:t>
            </a:r>
          </a:p>
        </p:txBody>
      </p:sp>
      <p:sp>
        <p:nvSpPr>
          <p:cNvPr id="15" name="Freeform 8">
            <a:extLst>
              <a:ext uri="{FF2B5EF4-FFF2-40B4-BE49-F238E27FC236}">
                <a16:creationId xmlns:a16="http://schemas.microsoft.com/office/drawing/2014/main" id="{B5069A4C-74D3-45A3-936C-94A0E80680DF}"/>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833735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F083337C-7AA7-421F-91F2-7D1500BC0DA6}"/>
              </a:ext>
            </a:extLst>
          </p:cNvPr>
          <p:cNvSpPr>
            <a:spLocks noGrp="1"/>
          </p:cNvSpPr>
          <p:nvPr>
            <p:ph type="title"/>
          </p:nvPr>
        </p:nvSpPr>
        <p:spPr/>
        <p:txBody>
          <a:bodyPr/>
          <a:lstStyle/>
          <a:p>
            <a:r>
              <a:rPr lang="en-US" altLang="en-US"/>
              <a:t>Managing Risk</a:t>
            </a:r>
            <a:endParaRPr lang="en-MY" altLang="en-US"/>
          </a:p>
        </p:txBody>
      </p:sp>
      <p:sp>
        <p:nvSpPr>
          <p:cNvPr id="3" name="Content Placeholder 2">
            <a:extLst>
              <a:ext uri="{FF2B5EF4-FFF2-40B4-BE49-F238E27FC236}">
                <a16:creationId xmlns:a16="http://schemas.microsoft.com/office/drawing/2014/main" id="{E7CDFAD8-5067-4AE0-9D41-F1751C9AA1E9}"/>
              </a:ext>
            </a:extLst>
          </p:cNvPr>
          <p:cNvSpPr>
            <a:spLocks noGrp="1"/>
          </p:cNvSpPr>
          <p:nvPr>
            <p:ph idx="1"/>
          </p:nvPr>
        </p:nvSpPr>
        <p:spPr/>
        <p:txBody>
          <a:bodyPr/>
          <a:lstStyle/>
          <a:p>
            <a:pPr>
              <a:defRPr/>
            </a:pPr>
            <a:r>
              <a:rPr lang="en-MY" sz="2800" b="1" dirty="0"/>
              <a:t>Risk management</a:t>
            </a:r>
            <a:r>
              <a:rPr lang="en-MY" sz="2800" dirty="0"/>
              <a:t> is the </a:t>
            </a:r>
            <a:r>
              <a:rPr lang="en-MY" sz="2800" dirty="0">
                <a:solidFill>
                  <a:schemeClr val="accent3">
                    <a:lumMod val="75000"/>
                  </a:schemeClr>
                </a:solidFill>
              </a:rPr>
              <a:t>identification, assessment, and prioritization of risks </a:t>
            </a:r>
            <a:r>
              <a:rPr lang="en-MY" sz="2800" dirty="0"/>
              <a:t>followed by coordinated and economical application of resources to minimize, monitor, and control the probability and/or impact of unfortunate events or to maximize the realization of opportunities. </a:t>
            </a:r>
          </a:p>
          <a:p>
            <a:pPr>
              <a:defRPr/>
            </a:pPr>
            <a:r>
              <a:rPr lang="en-MY" sz="2800" dirty="0">
                <a:solidFill>
                  <a:schemeClr val="accent3">
                    <a:lumMod val="75000"/>
                  </a:schemeClr>
                </a:solidFill>
              </a:rPr>
              <a:t>Risk management’s objective</a:t>
            </a:r>
            <a:r>
              <a:rPr lang="en-MY" sz="2800" dirty="0"/>
              <a:t> is </a:t>
            </a:r>
            <a:r>
              <a:rPr lang="en-MY" sz="2800" dirty="0">
                <a:solidFill>
                  <a:schemeClr val="accent3">
                    <a:lumMod val="75000"/>
                  </a:schemeClr>
                </a:solidFill>
              </a:rPr>
              <a:t>to assure uncertainties does not affect the business goals.</a:t>
            </a:r>
          </a:p>
        </p:txBody>
      </p:sp>
      <p:sp>
        <p:nvSpPr>
          <p:cNvPr id="90116" name="Slide Number Placeholder 4">
            <a:extLst>
              <a:ext uri="{FF2B5EF4-FFF2-40B4-BE49-F238E27FC236}">
                <a16:creationId xmlns:a16="http://schemas.microsoft.com/office/drawing/2014/main" id="{BE29A8BD-DE25-40D0-86ED-27C4AD79E0D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2D0BAD5-DC1F-41C5-A22E-A65BDFD8439D}"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
        <p:nvSpPr>
          <p:cNvPr id="5" name="Freeform 8">
            <a:extLst>
              <a:ext uri="{FF2B5EF4-FFF2-40B4-BE49-F238E27FC236}">
                <a16:creationId xmlns:a16="http://schemas.microsoft.com/office/drawing/2014/main" id="{99631AD0-E168-453B-B09D-A868DFAF6C2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9F218D2D-6EAF-4D0E-8CC4-AB969F0A58CD}"/>
              </a:ext>
            </a:extLst>
          </p:cNvPr>
          <p:cNvSpPr>
            <a:spLocks noGrp="1"/>
          </p:cNvSpPr>
          <p:nvPr>
            <p:ph type="title"/>
          </p:nvPr>
        </p:nvSpPr>
        <p:spPr/>
        <p:txBody>
          <a:bodyPr/>
          <a:lstStyle/>
          <a:p>
            <a:pPr eaLnBrk="1" hangingPunct="1"/>
            <a:r>
              <a:rPr lang="en-US" altLang="en-US"/>
              <a:t>Managing Risk</a:t>
            </a:r>
          </a:p>
        </p:txBody>
      </p:sp>
      <p:sp>
        <p:nvSpPr>
          <p:cNvPr id="38915" name="Content Placeholder 2">
            <a:extLst>
              <a:ext uri="{FF2B5EF4-FFF2-40B4-BE49-F238E27FC236}">
                <a16:creationId xmlns:a16="http://schemas.microsoft.com/office/drawing/2014/main" id="{C88EA419-1C2E-4D01-939B-F7C27D33E63D}"/>
              </a:ext>
            </a:extLst>
          </p:cNvPr>
          <p:cNvSpPr>
            <a:spLocks noGrp="1"/>
          </p:cNvSpPr>
          <p:nvPr>
            <p:ph idx="1"/>
          </p:nvPr>
        </p:nvSpPr>
        <p:spPr/>
        <p:txBody>
          <a:bodyPr/>
          <a:lstStyle/>
          <a:p>
            <a:pPr marL="742950" indent="-742950" eaLnBrk="1" hangingPunct="1">
              <a:spcBef>
                <a:spcPct val="0"/>
              </a:spcBef>
              <a:buFont typeface="+mj-lt"/>
              <a:buAutoNum type="arabicPeriod"/>
              <a:defRPr/>
            </a:pPr>
            <a:r>
              <a:rPr lang="en-US" altLang="en-US" dirty="0"/>
              <a:t>Identify Risk</a:t>
            </a:r>
          </a:p>
          <a:p>
            <a:pPr marL="742950" indent="-742950" eaLnBrk="1" hangingPunct="1">
              <a:spcBef>
                <a:spcPct val="0"/>
              </a:spcBef>
              <a:buFont typeface="+mj-lt"/>
              <a:buAutoNum type="arabicPeriod"/>
              <a:defRPr/>
            </a:pPr>
            <a:r>
              <a:rPr lang="en-US" altLang="en-US" dirty="0"/>
              <a:t>Risk assessment</a:t>
            </a:r>
          </a:p>
          <a:p>
            <a:pPr marL="742950" indent="-742950" eaLnBrk="1" hangingPunct="1">
              <a:spcBef>
                <a:spcPct val="0"/>
              </a:spcBef>
              <a:buFont typeface="+mj-lt"/>
              <a:buAutoNum type="arabicPeriod"/>
              <a:defRPr/>
            </a:pPr>
            <a:r>
              <a:rPr lang="en-US" altLang="en-US" dirty="0"/>
              <a:t>Actions to reduce risk</a:t>
            </a:r>
          </a:p>
          <a:p>
            <a:pPr marL="0" indent="0" eaLnBrk="1" hangingPunct="1">
              <a:spcBef>
                <a:spcPct val="0"/>
              </a:spcBef>
              <a:buFont typeface="Wingdings" pitchFamily="2" charset="2"/>
              <a:buNone/>
              <a:defRPr/>
            </a:pPr>
            <a:endParaRPr lang="en-US" altLang="en-US" dirty="0"/>
          </a:p>
        </p:txBody>
      </p:sp>
      <p:sp>
        <p:nvSpPr>
          <p:cNvPr id="91140" name="Slide Number Placeholder 4">
            <a:extLst>
              <a:ext uri="{FF2B5EF4-FFF2-40B4-BE49-F238E27FC236}">
                <a16:creationId xmlns:a16="http://schemas.microsoft.com/office/drawing/2014/main" id="{D2C033C8-F276-4698-A397-8C6EFE905C2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FCF127AF-6A8A-497E-A2C0-9F9C9BB43975}"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
        <p:nvSpPr>
          <p:cNvPr id="5" name="Freeform 8">
            <a:extLst>
              <a:ext uri="{FF2B5EF4-FFF2-40B4-BE49-F238E27FC236}">
                <a16:creationId xmlns:a16="http://schemas.microsoft.com/office/drawing/2014/main" id="{22031454-748C-4712-B913-222284DA5F8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032BA92D-7F30-4991-8025-A0EC1C9D2D14}"/>
              </a:ext>
            </a:extLst>
          </p:cNvPr>
          <p:cNvSpPr>
            <a:spLocks noGrp="1"/>
          </p:cNvSpPr>
          <p:nvPr>
            <p:ph type="title"/>
          </p:nvPr>
        </p:nvSpPr>
        <p:spPr/>
        <p:txBody>
          <a:bodyPr/>
          <a:lstStyle/>
          <a:p>
            <a:r>
              <a:rPr lang="en-US" altLang="en-US"/>
              <a:t>1. Identify the risks</a:t>
            </a:r>
          </a:p>
        </p:txBody>
      </p:sp>
      <p:sp>
        <p:nvSpPr>
          <p:cNvPr id="92163" name="Content Placeholder 2">
            <a:extLst>
              <a:ext uri="{FF2B5EF4-FFF2-40B4-BE49-F238E27FC236}">
                <a16:creationId xmlns:a16="http://schemas.microsoft.com/office/drawing/2014/main" id="{7782FF04-AD86-4F74-ADC7-814154FD3C6C}"/>
              </a:ext>
            </a:extLst>
          </p:cNvPr>
          <p:cNvSpPr>
            <a:spLocks noGrp="1"/>
          </p:cNvSpPr>
          <p:nvPr>
            <p:ph idx="1"/>
          </p:nvPr>
        </p:nvSpPr>
        <p:spPr/>
        <p:txBody>
          <a:bodyPr/>
          <a:lstStyle/>
          <a:p>
            <a:pPr>
              <a:spcBef>
                <a:spcPct val="0"/>
              </a:spcBef>
            </a:pPr>
            <a:r>
              <a:rPr lang="en-US" altLang="en-US" sz="3200" b="1"/>
              <a:t>Risk identification </a:t>
            </a:r>
            <a:r>
              <a:rPr lang="en-US" altLang="en-US" sz="3200"/>
              <a:t>lists each risk and assesses the likelihood that it could affect the project. </a:t>
            </a:r>
          </a:p>
          <a:p>
            <a:pPr>
              <a:spcBef>
                <a:spcPct val="0"/>
              </a:spcBef>
            </a:pPr>
            <a:endParaRPr lang="en-US" altLang="en-US" sz="3200"/>
          </a:p>
          <a:p>
            <a:pPr>
              <a:spcBef>
                <a:spcPct val="0"/>
              </a:spcBef>
            </a:pPr>
            <a:r>
              <a:rPr lang="en-US" altLang="en-US" sz="3200"/>
              <a:t>The details would depend on the specific project, but most lists would include a means of identification, and a brief description of the risk, what might cause it to occur, who would be responsible for responding, and the potential impact of the risk.</a:t>
            </a:r>
          </a:p>
        </p:txBody>
      </p:sp>
      <p:sp>
        <p:nvSpPr>
          <p:cNvPr id="92164" name="Slide Number Placeholder 3">
            <a:extLst>
              <a:ext uri="{FF2B5EF4-FFF2-40B4-BE49-F238E27FC236}">
                <a16:creationId xmlns:a16="http://schemas.microsoft.com/office/drawing/2014/main" id="{9749E30C-D92C-4A53-A09F-2CD2EED64D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F39F76-569E-4B46-8D2A-8DBDB93C1572}"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
        <p:nvSpPr>
          <p:cNvPr id="5" name="Freeform 8">
            <a:extLst>
              <a:ext uri="{FF2B5EF4-FFF2-40B4-BE49-F238E27FC236}">
                <a16:creationId xmlns:a16="http://schemas.microsoft.com/office/drawing/2014/main" id="{A3816BB4-ECE1-40B9-8231-333785C85A5C}"/>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ABF4B293-330A-49DE-ACC6-2EFAA6396BAB}"/>
              </a:ext>
            </a:extLst>
          </p:cNvPr>
          <p:cNvSpPr>
            <a:spLocks noGrp="1"/>
          </p:cNvSpPr>
          <p:nvPr>
            <p:ph type="title"/>
          </p:nvPr>
        </p:nvSpPr>
        <p:spPr/>
        <p:txBody>
          <a:bodyPr/>
          <a:lstStyle/>
          <a:p>
            <a:r>
              <a:rPr lang="en-US" altLang="en-US"/>
              <a:t>1. Identify the risks (cont.)</a:t>
            </a:r>
            <a:endParaRPr lang="en-MY" altLang="en-US"/>
          </a:p>
        </p:txBody>
      </p:sp>
      <p:sp>
        <p:nvSpPr>
          <p:cNvPr id="3" name="Content Placeholder 2">
            <a:extLst>
              <a:ext uri="{FF2B5EF4-FFF2-40B4-BE49-F238E27FC236}">
                <a16:creationId xmlns:a16="http://schemas.microsoft.com/office/drawing/2014/main" id="{AB4E76FA-80E6-44ED-B13F-4A46842CA2CD}"/>
              </a:ext>
            </a:extLst>
          </p:cNvPr>
          <p:cNvSpPr>
            <a:spLocks noGrp="1"/>
          </p:cNvSpPr>
          <p:nvPr>
            <p:ph idx="1"/>
          </p:nvPr>
        </p:nvSpPr>
        <p:spPr/>
        <p:txBody>
          <a:bodyPr/>
          <a:lstStyle/>
          <a:p>
            <a:pPr>
              <a:defRPr/>
            </a:pPr>
            <a:r>
              <a:rPr lang="en-MY" sz="2800" dirty="0">
                <a:solidFill>
                  <a:schemeClr val="accent3">
                    <a:lumMod val="75000"/>
                  </a:schemeClr>
                </a:solidFill>
              </a:rPr>
              <a:t>Risks</a:t>
            </a:r>
            <a:r>
              <a:rPr lang="en-MY" sz="2800" dirty="0"/>
              <a:t> can </a:t>
            </a:r>
            <a:r>
              <a:rPr lang="en-MY" sz="2800" dirty="0">
                <a:solidFill>
                  <a:schemeClr val="accent3">
                    <a:lumMod val="75000"/>
                  </a:schemeClr>
                </a:solidFill>
              </a:rPr>
              <a:t>come from various sources</a:t>
            </a:r>
            <a:r>
              <a:rPr lang="en-MY" sz="2800" dirty="0"/>
              <a:t> including uncertainty in financial markets, threats from project failures (at any phase in design, development, production, or sustainment life-cycles), legal liabilities, credit risk, accidents, natural causes and disasters, deliberate attack from an adversary, or events of uncertain or unpredictable root-cause. </a:t>
            </a:r>
          </a:p>
          <a:p>
            <a:pPr>
              <a:defRPr/>
            </a:pPr>
            <a:r>
              <a:rPr lang="en-MY" sz="2800" dirty="0"/>
              <a:t>There are </a:t>
            </a:r>
            <a:r>
              <a:rPr lang="en-MY" sz="2800" dirty="0">
                <a:solidFill>
                  <a:schemeClr val="accent3">
                    <a:lumMod val="75000"/>
                  </a:schemeClr>
                </a:solidFill>
              </a:rPr>
              <a:t>two types of events</a:t>
            </a:r>
            <a:r>
              <a:rPr lang="en-MY" sz="2800" dirty="0"/>
              <a:t>:</a:t>
            </a:r>
          </a:p>
          <a:p>
            <a:pPr lvl="2">
              <a:defRPr/>
            </a:pPr>
            <a:r>
              <a:rPr lang="en-MY" sz="2800" dirty="0">
                <a:solidFill>
                  <a:schemeClr val="accent3">
                    <a:lumMod val="75000"/>
                  </a:schemeClr>
                </a:solidFill>
              </a:rPr>
              <a:t>Negative events </a:t>
            </a:r>
            <a:r>
              <a:rPr lang="en-MY" sz="2800" dirty="0"/>
              <a:t>can be classified as </a:t>
            </a:r>
            <a:r>
              <a:rPr lang="en-MY" sz="2800" dirty="0">
                <a:solidFill>
                  <a:schemeClr val="accent3">
                    <a:lumMod val="75000"/>
                  </a:schemeClr>
                </a:solidFill>
              </a:rPr>
              <a:t>risks</a:t>
            </a:r>
            <a:r>
              <a:rPr lang="en-MY" sz="2800" dirty="0"/>
              <a:t>,</a:t>
            </a:r>
          </a:p>
          <a:p>
            <a:pPr lvl="2">
              <a:defRPr/>
            </a:pPr>
            <a:r>
              <a:rPr lang="en-MY" sz="2800" dirty="0">
                <a:solidFill>
                  <a:schemeClr val="accent3">
                    <a:lumMod val="75000"/>
                  </a:schemeClr>
                </a:solidFill>
              </a:rPr>
              <a:t>Positive events </a:t>
            </a:r>
            <a:r>
              <a:rPr lang="en-MY" sz="2800" dirty="0"/>
              <a:t>are classified as </a:t>
            </a:r>
            <a:r>
              <a:rPr lang="en-MY" sz="2800" dirty="0">
                <a:solidFill>
                  <a:schemeClr val="accent3">
                    <a:lumMod val="75000"/>
                  </a:schemeClr>
                </a:solidFill>
              </a:rPr>
              <a:t>opportunities.</a:t>
            </a:r>
          </a:p>
        </p:txBody>
      </p:sp>
      <p:sp>
        <p:nvSpPr>
          <p:cNvPr id="93188" name="Slide Number Placeholder 4">
            <a:extLst>
              <a:ext uri="{FF2B5EF4-FFF2-40B4-BE49-F238E27FC236}">
                <a16:creationId xmlns:a16="http://schemas.microsoft.com/office/drawing/2014/main" id="{A7DD4884-0ADF-496D-909A-30C61CFC9E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50FAD7F-A0CE-4089-9874-3C2B12C5CC06}"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sp>
        <p:nvSpPr>
          <p:cNvPr id="5" name="Freeform 8">
            <a:extLst>
              <a:ext uri="{FF2B5EF4-FFF2-40B4-BE49-F238E27FC236}">
                <a16:creationId xmlns:a16="http://schemas.microsoft.com/office/drawing/2014/main" id="{7AB2DBAB-8CC3-467C-B01E-E1C008C811A2}"/>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800AE4E5-7731-443C-8DA1-FF4915DC6D81}"/>
              </a:ext>
            </a:extLst>
          </p:cNvPr>
          <p:cNvSpPr>
            <a:spLocks noGrp="1"/>
          </p:cNvSpPr>
          <p:nvPr>
            <p:ph type="title"/>
          </p:nvPr>
        </p:nvSpPr>
        <p:spPr/>
        <p:txBody>
          <a:bodyPr/>
          <a:lstStyle/>
          <a:p>
            <a:pPr marL="742950" indent="-742950" eaLnBrk="1" hangingPunct="1"/>
            <a:r>
              <a:rPr lang="en-US" altLang="en-US"/>
              <a:t>2. Risk assessment</a:t>
            </a:r>
          </a:p>
        </p:txBody>
      </p:sp>
      <p:sp>
        <p:nvSpPr>
          <p:cNvPr id="3" name="Content Placeholder 2">
            <a:extLst>
              <a:ext uri="{FF2B5EF4-FFF2-40B4-BE49-F238E27FC236}">
                <a16:creationId xmlns:a16="http://schemas.microsoft.com/office/drawing/2014/main" id="{8873A046-854F-40D5-985E-6953C40727AF}"/>
              </a:ext>
            </a:extLst>
          </p:cNvPr>
          <p:cNvSpPr>
            <a:spLocks noGrp="1"/>
          </p:cNvSpPr>
          <p:nvPr>
            <p:ph idx="1"/>
          </p:nvPr>
        </p:nvSpPr>
        <p:spPr/>
        <p:txBody>
          <a:bodyPr/>
          <a:lstStyle/>
          <a:p>
            <a:pPr lvl="1">
              <a:defRPr/>
            </a:pPr>
            <a:r>
              <a:rPr lang="en-MY" b="1" dirty="0"/>
              <a:t>Risk assessment</a:t>
            </a:r>
            <a:r>
              <a:rPr lang="en-MY" dirty="0"/>
              <a:t> is the determination of </a:t>
            </a:r>
            <a:r>
              <a:rPr lang="en-MY" dirty="0">
                <a:solidFill>
                  <a:schemeClr val="accent3">
                    <a:lumMod val="75000"/>
                  </a:schemeClr>
                </a:solidFill>
              </a:rPr>
              <a:t>estimate of risk</a:t>
            </a:r>
            <a:r>
              <a:rPr lang="en-MY" dirty="0"/>
              <a:t> related to a well-defined situation and a </a:t>
            </a:r>
            <a:r>
              <a:rPr lang="en-MY" dirty="0">
                <a:solidFill>
                  <a:schemeClr val="accent3">
                    <a:lumMod val="75000"/>
                  </a:schemeClr>
                </a:solidFill>
              </a:rPr>
              <a:t>recognized threat</a:t>
            </a:r>
            <a:r>
              <a:rPr lang="en-MY" dirty="0"/>
              <a:t> (also called hazard). </a:t>
            </a:r>
          </a:p>
          <a:p>
            <a:pPr lvl="1">
              <a:defRPr/>
            </a:pPr>
            <a:r>
              <a:rPr lang="en-MY" dirty="0"/>
              <a:t>Five steps process of risk assessment:</a:t>
            </a:r>
          </a:p>
        </p:txBody>
      </p:sp>
      <p:sp>
        <p:nvSpPr>
          <p:cNvPr id="94212" name="Slide Number Placeholder 4">
            <a:extLst>
              <a:ext uri="{FF2B5EF4-FFF2-40B4-BE49-F238E27FC236}">
                <a16:creationId xmlns:a16="http://schemas.microsoft.com/office/drawing/2014/main" id="{7789650A-C0CF-4669-8D55-451813DBF1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2C08B92-C4F8-4985-90FD-62B999B7212D}"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pic>
        <p:nvPicPr>
          <p:cNvPr id="94213" name="Picture 5">
            <a:extLst>
              <a:ext uri="{FF2B5EF4-FFF2-40B4-BE49-F238E27FC236}">
                <a16:creationId xmlns:a16="http://schemas.microsoft.com/office/drawing/2014/main" id="{5692B864-6CE0-4A0D-A0CF-482E00BC4F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581400"/>
            <a:ext cx="8763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1B273CEE-4483-4A42-9F26-C2E7581BC0AC}"/>
              </a:ext>
            </a:extLst>
          </p:cNvPr>
          <p:cNvSpPr>
            <a:spLocks noGrp="1"/>
          </p:cNvSpPr>
          <p:nvPr>
            <p:ph type="title"/>
          </p:nvPr>
        </p:nvSpPr>
        <p:spPr/>
        <p:txBody>
          <a:bodyPr/>
          <a:lstStyle/>
          <a:p>
            <a:r>
              <a:rPr lang="en-US" altLang="en-US"/>
              <a:t>Analyze the risks</a:t>
            </a:r>
          </a:p>
        </p:txBody>
      </p:sp>
      <p:sp>
        <p:nvSpPr>
          <p:cNvPr id="3" name="Content Placeholder 2">
            <a:extLst>
              <a:ext uri="{FF2B5EF4-FFF2-40B4-BE49-F238E27FC236}">
                <a16:creationId xmlns:a16="http://schemas.microsoft.com/office/drawing/2014/main" id="{4425F9C7-F42A-470F-8771-A0DAE38E53E0}"/>
              </a:ext>
            </a:extLst>
          </p:cNvPr>
          <p:cNvSpPr>
            <a:spLocks noGrp="1"/>
          </p:cNvSpPr>
          <p:nvPr>
            <p:ph idx="1"/>
          </p:nvPr>
        </p:nvSpPr>
        <p:spPr>
          <a:xfrm>
            <a:off x="457200" y="1600200"/>
            <a:ext cx="8229600" cy="4724400"/>
          </a:xfrm>
        </p:spPr>
        <p:txBody>
          <a:bodyPr>
            <a:normAutofit fontScale="92500" lnSpcReduction="20000"/>
          </a:bodyPr>
          <a:lstStyle/>
          <a:p>
            <a:pPr>
              <a:defRPr/>
            </a:pPr>
            <a:r>
              <a:rPr lang="en-US" sz="2800" dirty="0"/>
              <a:t>This typically is a two-step process: </a:t>
            </a:r>
          </a:p>
          <a:p>
            <a:pPr lvl="1">
              <a:buFont typeface="Arial" charset="0"/>
              <a:buChar char="–"/>
              <a:defRPr/>
            </a:pPr>
            <a:r>
              <a:rPr lang="en-US" sz="2400" b="1" dirty="0"/>
              <a:t>Qualitative risk analysis </a:t>
            </a:r>
            <a:r>
              <a:rPr lang="en-US" sz="2400" dirty="0"/>
              <a:t>evaluates each risk by estimating the </a:t>
            </a:r>
            <a:r>
              <a:rPr lang="en-US" sz="2400" b="1" i="1" dirty="0">
                <a:solidFill>
                  <a:srgbClr val="0070C0"/>
                </a:solidFill>
              </a:rPr>
              <a:t>probability</a:t>
            </a:r>
            <a:r>
              <a:rPr lang="en-US" sz="2400" i="1" dirty="0"/>
              <a:t> that it will occur and the </a:t>
            </a:r>
            <a:r>
              <a:rPr lang="en-US" sz="2400" b="1" i="1" dirty="0">
                <a:solidFill>
                  <a:srgbClr val="0070C0"/>
                </a:solidFill>
              </a:rPr>
              <a:t>degree of impact</a:t>
            </a:r>
            <a:r>
              <a:rPr lang="en-US" sz="2400" dirty="0"/>
              <a:t>. </a:t>
            </a:r>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endParaRPr lang="en-US" sz="2400" dirty="0"/>
          </a:p>
          <a:p>
            <a:pPr lvl="1">
              <a:buFont typeface="Arial" charset="0"/>
              <a:buChar char="–"/>
              <a:defRPr/>
            </a:pPr>
            <a:r>
              <a:rPr lang="en-US" sz="2400" b="1" dirty="0"/>
              <a:t>Quantitative risk analysis </a:t>
            </a:r>
            <a:r>
              <a:rPr lang="en-US" sz="2400" dirty="0"/>
              <a:t>is to understand the </a:t>
            </a:r>
            <a:r>
              <a:rPr lang="en-US" sz="2400" i="1" dirty="0"/>
              <a:t>actual impact in terms of dollars, time, project scope, or quality.</a:t>
            </a:r>
            <a:r>
              <a:rPr lang="en-US" sz="2400" dirty="0"/>
              <a:t> </a:t>
            </a:r>
          </a:p>
          <a:p>
            <a:pPr>
              <a:defRPr/>
            </a:pPr>
            <a:endParaRPr lang="en-US" sz="2400" dirty="0"/>
          </a:p>
        </p:txBody>
      </p:sp>
      <p:sp>
        <p:nvSpPr>
          <p:cNvPr id="95236" name="Slide Number Placeholder 3">
            <a:extLst>
              <a:ext uri="{FF2B5EF4-FFF2-40B4-BE49-F238E27FC236}">
                <a16:creationId xmlns:a16="http://schemas.microsoft.com/office/drawing/2014/main" id="{956761A2-ACAB-4877-9A57-BC1A295F8C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4A60AD-AED7-4A1F-8858-1C191BF9A5EE}"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pic>
        <p:nvPicPr>
          <p:cNvPr id="95237" name="Picture 4">
            <a:extLst>
              <a:ext uri="{FF2B5EF4-FFF2-40B4-BE49-F238E27FC236}">
                <a16:creationId xmlns:a16="http://schemas.microsoft.com/office/drawing/2014/main" id="{7E2E8711-82BC-4B79-A262-E9182CB1B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743200"/>
            <a:ext cx="5410200"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8">
            <a:extLst>
              <a:ext uri="{FF2B5EF4-FFF2-40B4-BE49-F238E27FC236}">
                <a16:creationId xmlns:a16="http://schemas.microsoft.com/office/drawing/2014/main" id="{0A7D0BC4-2C5A-4B84-8871-30F05B225454}"/>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C5E2E56-1204-46C4-9D30-130F42740BE9}"/>
              </a:ext>
            </a:extLst>
          </p:cNvPr>
          <p:cNvSpPr>
            <a:spLocks noGrp="1"/>
          </p:cNvSpPr>
          <p:nvPr>
            <p:ph type="title"/>
          </p:nvPr>
        </p:nvSpPr>
        <p:spPr/>
        <p:txBody>
          <a:bodyPr/>
          <a:lstStyle/>
          <a:p>
            <a:pPr marL="742950" indent="-742950" eaLnBrk="1" hangingPunct="1"/>
            <a:r>
              <a:rPr lang="en-US" altLang="en-US"/>
              <a:t>3. Actions to reduce risk</a:t>
            </a:r>
          </a:p>
        </p:txBody>
      </p:sp>
      <p:sp>
        <p:nvSpPr>
          <p:cNvPr id="3" name="Content Placeholder 2">
            <a:extLst>
              <a:ext uri="{FF2B5EF4-FFF2-40B4-BE49-F238E27FC236}">
                <a16:creationId xmlns:a16="http://schemas.microsoft.com/office/drawing/2014/main" id="{1D8EFB8A-712C-40C7-9B60-27C033053A4E}"/>
              </a:ext>
            </a:extLst>
          </p:cNvPr>
          <p:cNvSpPr>
            <a:spLocks noGrp="1"/>
          </p:cNvSpPr>
          <p:nvPr>
            <p:ph idx="1"/>
          </p:nvPr>
        </p:nvSpPr>
        <p:spPr>
          <a:xfrm>
            <a:off x="152400" y="1600200"/>
            <a:ext cx="8534400" cy="4525963"/>
          </a:xfrm>
        </p:spPr>
        <p:txBody>
          <a:bodyPr/>
          <a:lstStyle/>
          <a:p>
            <a:pPr lvl="2">
              <a:defRPr/>
            </a:pPr>
            <a:r>
              <a:rPr lang="en-MY" sz="2800" dirty="0">
                <a:solidFill>
                  <a:schemeClr val="accent3">
                    <a:lumMod val="75000"/>
                  </a:schemeClr>
                </a:solidFill>
              </a:rPr>
              <a:t>Design a new business process </a:t>
            </a:r>
            <a:r>
              <a:rPr lang="en-MY" sz="2800" dirty="0"/>
              <a:t>with adequate built-in risk control and containment measures from the start.</a:t>
            </a:r>
          </a:p>
          <a:p>
            <a:pPr lvl="2">
              <a:defRPr/>
            </a:pPr>
            <a:r>
              <a:rPr lang="en-MY" sz="2800" dirty="0">
                <a:solidFill>
                  <a:schemeClr val="accent3">
                    <a:lumMod val="75000"/>
                  </a:schemeClr>
                </a:solidFill>
              </a:rPr>
              <a:t>Periodically re-assess risks </a:t>
            </a:r>
            <a:r>
              <a:rPr lang="en-MY" sz="2800" dirty="0"/>
              <a:t>that are accepted in ongoing processes as a normal feature of business operations and modify mitigation measures.</a:t>
            </a:r>
          </a:p>
          <a:p>
            <a:pPr lvl="2">
              <a:defRPr/>
            </a:pPr>
            <a:r>
              <a:rPr lang="en-MY" sz="2800" dirty="0">
                <a:solidFill>
                  <a:schemeClr val="accent3">
                    <a:lumMod val="75000"/>
                  </a:schemeClr>
                </a:solidFill>
              </a:rPr>
              <a:t>Transfer risks </a:t>
            </a:r>
            <a:r>
              <a:rPr lang="en-MY" sz="2800" dirty="0"/>
              <a:t>to an external agency (e.g. an insurance company)</a:t>
            </a:r>
          </a:p>
          <a:p>
            <a:pPr lvl="2">
              <a:defRPr/>
            </a:pPr>
            <a:r>
              <a:rPr lang="en-MY" sz="2800" dirty="0">
                <a:solidFill>
                  <a:schemeClr val="accent3">
                    <a:lumMod val="75000"/>
                  </a:schemeClr>
                </a:solidFill>
              </a:rPr>
              <a:t>Avoid risks altogether </a:t>
            </a:r>
            <a:r>
              <a:rPr lang="en-MY" sz="2800" dirty="0"/>
              <a:t>(e.g. by closing down a particular high-risk business area)</a:t>
            </a:r>
          </a:p>
          <a:p>
            <a:pPr marL="742950" indent="-742950" eaLnBrk="1" hangingPunct="1">
              <a:spcBef>
                <a:spcPct val="0"/>
              </a:spcBef>
              <a:buFont typeface="+mj-lt"/>
              <a:buAutoNum type="arabicPeriod"/>
              <a:defRPr/>
            </a:pPr>
            <a:endParaRPr lang="en-US" altLang="en-US" sz="4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4">
            <a:extLst>
              <a:ext uri="{FF2B5EF4-FFF2-40B4-BE49-F238E27FC236}">
                <a16:creationId xmlns:a16="http://schemas.microsoft.com/office/drawing/2014/main" id="{6931D193-373A-4D4E-A960-DB4C610FBB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981E7B9-5BF7-47FE-973B-4A9C7DAA2BC8}" type="slidenum">
              <a:rPr lang="en-US" altLang="en-US" sz="1400">
                <a:latin typeface="Times New Roman" panose="02020603050405020304" pitchFamily="18" charset="0"/>
              </a:rPr>
              <a:pPr>
                <a:spcBef>
                  <a:spcPct val="0"/>
                </a:spcBef>
                <a:buFontTx/>
                <a:buNone/>
              </a:pPr>
              <a:t>43</a:t>
            </a:fld>
            <a:endParaRPr lang="en-US" altLang="en-US" sz="1400">
              <a:latin typeface="Times New Roman" panose="02020603050405020304" pitchFamily="18" charset="0"/>
            </a:endParaRPr>
          </a:p>
        </p:txBody>
      </p:sp>
      <p:graphicFrame>
        <p:nvGraphicFramePr>
          <p:cNvPr id="155650" name="Group 2">
            <a:extLst>
              <a:ext uri="{FF2B5EF4-FFF2-40B4-BE49-F238E27FC236}">
                <a16:creationId xmlns:a16="http://schemas.microsoft.com/office/drawing/2014/main" id="{92DF1156-1FD3-4E63-99F8-69C465DC88AF}"/>
              </a:ext>
            </a:extLst>
          </p:cNvPr>
          <p:cNvGraphicFramePr>
            <a:graphicFrameLocks noGrp="1"/>
          </p:cNvGraphicFramePr>
          <p:nvPr>
            <p:ph/>
          </p:nvPr>
        </p:nvGraphicFramePr>
        <p:xfrm>
          <a:off x="0" y="188913"/>
          <a:ext cx="9144000" cy="4283080"/>
        </p:xfrm>
        <a:graphic>
          <a:graphicData uri="http://schemas.openxmlformats.org/drawingml/2006/table">
            <a:tbl>
              <a:tblPr/>
              <a:tblGrid>
                <a:gridCol w="290513">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871662">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gridCol w="720725">
                  <a:extLst>
                    <a:ext uri="{9D8B030D-6E8A-4147-A177-3AD203B41FA5}">
                      <a16:colId xmlns:a16="http://schemas.microsoft.com/office/drawing/2014/main" val="20004"/>
                    </a:ext>
                  </a:extLst>
                </a:gridCol>
                <a:gridCol w="3419475">
                  <a:extLst>
                    <a:ext uri="{9D8B030D-6E8A-4147-A177-3AD203B41FA5}">
                      <a16:colId xmlns:a16="http://schemas.microsoft.com/office/drawing/2014/main" val="20005"/>
                    </a:ext>
                  </a:extLst>
                </a:gridCol>
              </a:tblGrid>
              <a:tr h="28730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GB" sz="10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charset="0"/>
                          <a:ea typeface="Times New Roman" pitchFamily="18" charset="0"/>
                          <a:cs typeface="Arial" charset="0"/>
                        </a:rPr>
                        <a:t>Activity</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charset="0"/>
                          <a:ea typeface="Times New Roman" pitchFamily="18" charset="0"/>
                          <a:cs typeface="Arial" charset="0"/>
                        </a:rPr>
                        <a:t>Hazard</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charset="0"/>
                          <a:ea typeface="Times New Roman" pitchFamily="18" charset="0"/>
                          <a:cs typeface="Arial" charset="0"/>
                        </a:rPr>
                        <a:t>Existing Controls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charset="0"/>
                          <a:ea typeface="Times New Roman" pitchFamily="18" charset="0"/>
                          <a:cs typeface="Arial" charset="0"/>
                        </a:rPr>
                        <a:t>Risk</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a:ln>
                            <a:noFill/>
                          </a:ln>
                          <a:solidFill>
                            <a:schemeClr val="tx1"/>
                          </a:solidFill>
                          <a:effectLst/>
                          <a:latin typeface="Arial" charset="0"/>
                          <a:ea typeface="Times New Roman" pitchFamily="18" charset="0"/>
                          <a:cs typeface="Arial" charset="0"/>
                        </a:rPr>
                        <a:t>Further Possible Measures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062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1</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Sliding  of paper chart whiteboards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Derailed and/or dropped  whiteboard</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The installation company has checked that they are properly installed and has recommended ‘usage with care’</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2x2=4</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Ensure that their ‘hooks’ are sitting on the appropriate rail (not close to the wall)</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Install an extra guard to run along the top of the rail that will not allow derailment or unhooking.</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Abolish them altogether</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Replace them with a full size whiteboard to be hanged by the inner rail (non removable slides) that may also carry the paperclips.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6346">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2</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Using the computers in room CIB112 </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Physical injury due to lack of desktop space between keyboard and user for resting the wrists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Use continuously only for limited time (below 20 minutes)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2x2=4</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Change desks for deeper ones</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 Remove computers from the room</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1584">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3</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Usage of room CIB 213</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Physical injury or delayed evacuation due to limited space in the room at the entrance</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Remove the two computers closest to the door</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3x1=3</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Remove the desk closest to the door</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618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4</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Call for help in case of an emergency</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Not being able to contact Security or a person trained in First Aid</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Use own mobile phone</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3x2=6</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Install a few phones with internal calls capability on each floor </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102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5</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Emergency evacuation</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Delayed evacuation due to the main staircase being overcrowded</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Use also both the staircases at the far ends of the building</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1x3=3</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chemeClr val="tx1"/>
                          </a:solidFill>
                          <a:effectLst/>
                          <a:latin typeface="Arial" charset="0"/>
                          <a:ea typeface="Times New Roman" pitchFamily="18" charset="0"/>
                          <a:cs typeface="Arial" charset="0"/>
                        </a:rPr>
                        <a:t>Instruct all members of staff not to use the main staircase, during an evacuation, at all and take their students with them (let only the unaccompanied students and visitors to use the main staircase).</a:t>
                      </a:r>
                      <a:endParaRPr kumimoji="0" lang="en-US"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7334" name="Text Box 53">
            <a:extLst>
              <a:ext uri="{FF2B5EF4-FFF2-40B4-BE49-F238E27FC236}">
                <a16:creationId xmlns:a16="http://schemas.microsoft.com/office/drawing/2014/main" id="{60BDBB64-44FA-4087-A15A-6F5BF87ED12C}"/>
              </a:ext>
            </a:extLst>
          </p:cNvPr>
          <p:cNvSpPr txBox="1">
            <a:spLocks noChangeArrowheads="1"/>
          </p:cNvSpPr>
          <p:nvPr/>
        </p:nvSpPr>
        <p:spPr bwMode="auto">
          <a:xfrm>
            <a:off x="468313" y="4797425"/>
            <a:ext cx="359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endParaRPr lang="en-GB" altLang="en-US" sz="2400">
              <a:latin typeface="Times New Roman" panose="02020603050405020304" pitchFamily="18" charset="0"/>
            </a:endParaRPr>
          </a:p>
        </p:txBody>
      </p:sp>
      <p:graphicFrame>
        <p:nvGraphicFramePr>
          <p:cNvPr id="155702" name="Group 54">
            <a:extLst>
              <a:ext uri="{FF2B5EF4-FFF2-40B4-BE49-F238E27FC236}">
                <a16:creationId xmlns:a16="http://schemas.microsoft.com/office/drawing/2014/main" id="{0ECEBCC5-B824-4C89-987B-021534654D3D}"/>
              </a:ext>
            </a:extLst>
          </p:cNvPr>
          <p:cNvGraphicFramePr>
            <a:graphicFrameLocks noGrp="1"/>
          </p:cNvGraphicFramePr>
          <p:nvPr/>
        </p:nvGraphicFramePr>
        <p:xfrm>
          <a:off x="250825" y="4797425"/>
          <a:ext cx="8424863" cy="1371600"/>
        </p:xfrm>
        <a:graphic>
          <a:graphicData uri="http://schemas.openxmlformats.org/drawingml/2006/table">
            <a:tbl>
              <a:tblPr/>
              <a:tblGrid>
                <a:gridCol w="1728788">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1223962">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649287">
                  <a:extLst>
                    <a:ext uri="{9D8B030D-6E8A-4147-A177-3AD203B41FA5}">
                      <a16:colId xmlns:a16="http://schemas.microsoft.com/office/drawing/2014/main" val="20004"/>
                    </a:ext>
                  </a:extLst>
                </a:gridCol>
                <a:gridCol w="3382963">
                  <a:extLst>
                    <a:ext uri="{9D8B030D-6E8A-4147-A177-3AD203B41FA5}">
                      <a16:colId xmlns:a16="http://schemas.microsoft.com/office/drawing/2014/main" val="20005"/>
                    </a:ext>
                  </a:extLst>
                </a:gridCol>
              </a:tblGrid>
              <a:tr h="261938">
                <a:tc grid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chemeClr val="tx1"/>
                          </a:solidFill>
                          <a:effectLst/>
                          <a:latin typeface="Times New Roman" pitchFamily="18" charset="0"/>
                        </a:rPr>
                        <a:t>Risk = </a:t>
                      </a:r>
                      <a:r>
                        <a:rPr kumimoji="0" lang="en-GB" sz="1200" b="1" i="0" u="none" strike="noStrike" cap="none" normalizeH="0" baseline="0" dirty="0" err="1">
                          <a:ln>
                            <a:noFill/>
                          </a:ln>
                          <a:solidFill>
                            <a:schemeClr val="tx1"/>
                          </a:solidFill>
                          <a:effectLst/>
                          <a:latin typeface="Times New Roman" pitchFamily="18" charset="0"/>
                        </a:rPr>
                        <a:t>Impactx</a:t>
                      </a:r>
                      <a:r>
                        <a:rPr kumimoji="0" lang="en-GB" sz="1200" b="1" i="0" u="none" strike="noStrike" cap="none" normalizeH="0" baseline="0" dirty="0">
                          <a:ln>
                            <a:noFill/>
                          </a:ln>
                          <a:solidFill>
                            <a:schemeClr val="tx1"/>
                          </a:solidFill>
                          <a:effectLst/>
                          <a:latin typeface="Times New Roman" pitchFamily="18" charset="0"/>
                        </a:rPr>
                        <a:t> likelihood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MY"/>
                    </a:p>
                  </a:txBody>
                  <a:tcPr/>
                </a:tc>
                <a:tc hMerge="1">
                  <a:txBody>
                    <a:bodyPr/>
                    <a:lstStyle/>
                    <a:p>
                      <a:endParaRPr lang="en-MY"/>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Result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MY"/>
                    </a:p>
                  </a:txBody>
                  <a:tcPr/>
                </a:tc>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Date ………………….</a:t>
                      </a:r>
                    </a:p>
                  </a:txBody>
                  <a:tcPr horzOverflow="overflow">
                    <a:lnL w="28575"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619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dirty="0">
                          <a:ln>
                            <a:noFill/>
                          </a:ln>
                          <a:solidFill>
                            <a:schemeClr val="tx1"/>
                          </a:solidFill>
                          <a:effectLst/>
                          <a:latin typeface="Times New Roman" pitchFamily="18" charset="0"/>
                        </a:rPr>
                        <a:t>Impact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Rating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Likelihood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Risk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Rating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endParaRPr kumimoji="0" lang="en-GB" sz="12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635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Death or Serious Injury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Times New Roman" pitchFamily="18" charset="0"/>
                        </a:rPr>
                        <a:t>Certain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High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6 or 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Assessment completed by  ………………….</a:t>
                      </a:r>
                    </a:p>
                  </a:txBody>
                  <a:tcP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619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Everything Else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Everything Else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Medium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3 or 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endParaRPr kumimoji="0" lang="en-GB" sz="1200" b="0" i="0" u="none" strike="noStrike" cap="none" normalizeH="0" baseline="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619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Times New Roman" pitchFamily="18" charset="0"/>
                        </a:rPr>
                        <a:t>Minor or no injury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Almost never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Low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200" b="1" i="0" u="none" strike="noStrike" cap="none" normalizeH="0" baseline="0">
                          <a:ln>
                            <a:noFill/>
                          </a:ln>
                          <a:solidFill>
                            <a:schemeClr val="tx1"/>
                          </a:solidFill>
                          <a:effectLst/>
                          <a:latin typeface="Times New Roman" pitchFamily="18" charset="0"/>
                        </a:rPr>
                        <a:t>1 or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rPr>
                        <a:t>Signature ……………………</a:t>
                      </a:r>
                    </a:p>
                  </a:txBody>
                  <a:tcPr horzOverflow="overflow">
                    <a:lnL w="28575" cap="flat" cmpd="sng" algn="ctr">
                      <a:solidFill>
                        <a:schemeClr val="tx1"/>
                      </a:solidFill>
                      <a:prstDash val="solid"/>
                      <a:roun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388" y="1173860"/>
            <a:ext cx="8014970" cy="4841240"/>
          </a:xfrm>
          <a:prstGeom prst="rect">
            <a:avLst/>
          </a:prstGeom>
        </p:spPr>
        <p:txBody>
          <a:bodyPr vert="horz" wrap="square" lIns="0" tIns="40005" rIns="0" bIns="0" rtlCol="0">
            <a:spAutoFit/>
          </a:bodyPr>
          <a:lstStyle/>
          <a:p>
            <a:pPr marL="12700" marR="0" lvl="0" indent="0" defTabSz="914400" eaLnBrk="1" fontAlgn="auto" latinLnBrk="0" hangingPunct="1">
              <a:lnSpc>
                <a:spcPct val="100000"/>
              </a:lnSpc>
              <a:spcBef>
                <a:spcPts val="315"/>
              </a:spcBef>
              <a:spcAft>
                <a:spcPts val="0"/>
              </a:spcAft>
              <a:buClrTx/>
              <a:buSzTx/>
              <a:buFontTx/>
              <a:buNone/>
              <a:tabLst/>
              <a:defRPr/>
            </a:pPr>
            <a:r>
              <a:rPr kumimoji="0" sz="1800" b="0" i="0" u="none" strike="noStrike" kern="0" cap="none" spc="-10" normalizeH="0" baseline="0" noProof="0" dirty="0">
                <a:ln>
                  <a:noFill/>
                </a:ln>
                <a:solidFill>
                  <a:srgbClr val="006FC0"/>
                </a:solidFill>
                <a:effectLst/>
                <a:uLnTx/>
                <a:uFillTx/>
                <a:latin typeface="Arial"/>
                <a:cs typeface="Arial"/>
              </a:rPr>
              <a:t>Motive</a:t>
            </a:r>
            <a:endParaRPr kumimoji="0" sz="1800" b="0" i="0" u="none" strike="noStrike" kern="0" cap="none" spc="0" normalizeH="0" baseline="0" noProof="0">
              <a:ln>
                <a:noFill/>
              </a:ln>
              <a:solidFill>
                <a:sysClr val="windowText" lastClr="000000"/>
              </a:solidFill>
              <a:effectLst/>
              <a:uLnTx/>
              <a:uFillTx/>
              <a:latin typeface="Arial"/>
              <a:cs typeface="Arial"/>
            </a:endParaRPr>
          </a:p>
          <a:p>
            <a:pPr marL="70485" marR="0" lvl="0" indent="0" defTabSz="914400" eaLnBrk="1" fontAlgn="auto" latinLnBrk="0" hangingPunct="1">
              <a:lnSpc>
                <a:spcPct val="100000"/>
              </a:lnSpc>
              <a:spcBef>
                <a:spcPts val="215"/>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Arial"/>
                <a:cs typeface="Arial"/>
              </a:rPr>
              <a:t>Why</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are</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we</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doing</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this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project?</a:t>
            </a:r>
            <a:endParaRPr kumimoji="0" sz="1800" b="0" i="0" u="none" strike="noStrike" kern="0" cap="none" spc="0" normalizeH="0" baseline="0" noProof="0">
              <a:ln>
                <a:noFill/>
              </a:ln>
              <a:solidFill>
                <a:sysClr val="windowText" lastClr="000000"/>
              </a:solidFill>
              <a:effectLst/>
              <a:uLnTx/>
              <a:uFillTx/>
              <a:latin typeface="Arial"/>
              <a:cs typeface="Arial"/>
            </a:endParaRPr>
          </a:p>
          <a:p>
            <a:pPr marL="0" marR="0" lvl="0" indent="0" defTabSz="914400" eaLnBrk="1" fontAlgn="auto" latinLnBrk="0" hangingPunct="1">
              <a:lnSpc>
                <a:spcPct val="100000"/>
              </a:lnSpc>
              <a:spcBef>
                <a:spcPts val="10"/>
              </a:spcBef>
              <a:spcAft>
                <a:spcPts val="0"/>
              </a:spcAft>
              <a:buClrTx/>
              <a:buSzTx/>
              <a:buFontTx/>
              <a:buNone/>
              <a:tabLst/>
              <a:defRPr/>
            </a:pPr>
            <a:endParaRPr kumimoji="0" sz="19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006FC0"/>
                </a:solidFill>
                <a:effectLst/>
                <a:uLnTx/>
                <a:uFillTx/>
                <a:latin typeface="Arial"/>
                <a:cs typeface="Arial"/>
              </a:rPr>
              <a:t>Purpose</a:t>
            </a:r>
            <a:r>
              <a:rPr kumimoji="0" sz="1800" b="0" i="0" u="none" strike="noStrike" kern="0" cap="none" spc="-15" normalizeH="0" baseline="0" noProof="0" dirty="0">
                <a:ln>
                  <a:noFill/>
                </a:ln>
                <a:solidFill>
                  <a:srgbClr val="006FC0"/>
                </a:solidFill>
                <a:effectLst/>
                <a:uLnTx/>
                <a:uFillTx/>
                <a:latin typeface="Arial"/>
                <a:cs typeface="Arial"/>
              </a:rPr>
              <a:t> </a:t>
            </a:r>
            <a:r>
              <a:rPr kumimoji="0" sz="1800" b="0" i="0" u="none" strike="noStrike" kern="0" cap="none" spc="0" normalizeH="0" baseline="0" noProof="0" dirty="0">
                <a:ln>
                  <a:noFill/>
                </a:ln>
                <a:solidFill>
                  <a:srgbClr val="006FC0"/>
                </a:solidFill>
                <a:effectLst/>
                <a:uLnTx/>
                <a:uFillTx/>
                <a:latin typeface="Arial"/>
                <a:cs typeface="Arial"/>
              </a:rPr>
              <a:t>/</a:t>
            </a:r>
            <a:r>
              <a:rPr kumimoji="0" sz="1800" b="0" i="0" u="none" strike="noStrike" kern="0" cap="none" spc="-114" normalizeH="0" baseline="0" noProof="0" dirty="0">
                <a:ln>
                  <a:noFill/>
                </a:ln>
                <a:solidFill>
                  <a:srgbClr val="006FC0"/>
                </a:solidFill>
                <a:effectLst/>
                <a:uLnTx/>
                <a:uFillTx/>
                <a:latin typeface="Arial"/>
                <a:cs typeface="Arial"/>
              </a:rPr>
              <a:t> </a:t>
            </a:r>
            <a:r>
              <a:rPr kumimoji="0" sz="1800" b="0" i="0" u="none" strike="noStrike" kern="0" cap="none" spc="-25" normalizeH="0" baseline="0" noProof="0" dirty="0">
                <a:ln>
                  <a:noFill/>
                </a:ln>
                <a:solidFill>
                  <a:srgbClr val="006FC0"/>
                </a:solidFill>
                <a:effectLst/>
                <a:uLnTx/>
                <a:uFillTx/>
                <a:latin typeface="Arial"/>
                <a:cs typeface="Arial"/>
              </a:rPr>
              <a:t>Aim</a:t>
            </a:r>
            <a:endParaRPr kumimoji="0" sz="1800" b="0" i="0" u="none" strike="noStrike" kern="0" cap="none" spc="0" normalizeH="0" baseline="0" noProof="0">
              <a:ln>
                <a:noFill/>
              </a:ln>
              <a:solidFill>
                <a:sysClr val="windowText" lastClr="000000"/>
              </a:solidFill>
              <a:effectLst/>
              <a:uLnTx/>
              <a:uFillTx/>
              <a:latin typeface="Arial"/>
              <a:cs typeface="Arial"/>
            </a:endParaRPr>
          </a:p>
          <a:p>
            <a:pPr marL="70485" marR="0" lvl="0" indent="0" defTabSz="914400" eaLnBrk="1" fontAlgn="auto" latinLnBrk="0" hangingPunct="1">
              <a:lnSpc>
                <a:spcPct val="100000"/>
              </a:lnSpc>
              <a:spcBef>
                <a:spcPts val="22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Arial"/>
                <a:cs typeface="Arial"/>
              </a:rPr>
              <a:t>What</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is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project</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about?</a:t>
            </a:r>
            <a:endParaRPr kumimoji="0" sz="1800" b="0" i="0" u="none" strike="noStrike" kern="0" cap="none" spc="0" normalizeH="0" baseline="0" noProof="0">
              <a:ln>
                <a:noFill/>
              </a:ln>
              <a:solidFill>
                <a:sysClr val="windowText" lastClr="000000"/>
              </a:solidFill>
              <a:effectLst/>
              <a:uLnTx/>
              <a:uFillTx/>
              <a:latin typeface="Arial"/>
              <a:cs typeface="Arial"/>
            </a:endParaRPr>
          </a:p>
          <a:p>
            <a:pPr marL="0" marR="0" lvl="0" indent="0" defTabSz="914400" eaLnBrk="1" fontAlgn="auto" latinLnBrk="0" hangingPunct="1">
              <a:lnSpc>
                <a:spcPct val="100000"/>
              </a:lnSpc>
              <a:spcBef>
                <a:spcPts val="10"/>
              </a:spcBef>
              <a:spcAft>
                <a:spcPts val="0"/>
              </a:spcAft>
              <a:buClrTx/>
              <a:buSzTx/>
              <a:buFontTx/>
              <a:buNone/>
              <a:tabLst/>
              <a:defRPr/>
            </a:pPr>
            <a:endParaRPr kumimoji="0" sz="19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10" normalizeH="0" baseline="0" noProof="0" dirty="0">
                <a:ln>
                  <a:noFill/>
                </a:ln>
                <a:solidFill>
                  <a:srgbClr val="006FC0"/>
                </a:solidFill>
                <a:effectLst/>
                <a:uLnTx/>
                <a:uFillTx/>
                <a:latin typeface="Arial"/>
                <a:cs typeface="Arial"/>
              </a:rPr>
              <a:t>Objectives</a:t>
            </a:r>
            <a:endParaRPr kumimoji="0" sz="1800" b="0" i="0" u="none" strike="noStrike" kern="0" cap="none" spc="0" normalizeH="0" baseline="0" noProof="0">
              <a:ln>
                <a:noFill/>
              </a:ln>
              <a:solidFill>
                <a:sysClr val="windowText" lastClr="000000"/>
              </a:solidFill>
              <a:effectLst/>
              <a:uLnTx/>
              <a:uFillTx/>
              <a:latin typeface="Arial"/>
              <a:cs typeface="Arial"/>
            </a:endParaRPr>
          </a:p>
          <a:p>
            <a:pPr marL="70485" marR="0" lvl="0" indent="0" defTabSz="914400" eaLnBrk="1" fontAlgn="auto" latinLnBrk="0" hangingPunct="1">
              <a:lnSpc>
                <a:spcPct val="100000"/>
              </a:lnSpc>
              <a:spcBef>
                <a:spcPts val="219"/>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latin typeface="Arial"/>
                <a:cs typeface="Arial"/>
              </a:rPr>
              <a:t>How</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does</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this</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solution</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address</a:t>
            </a:r>
            <a:r>
              <a:rPr kumimoji="0" sz="1800" b="0" i="0" u="none" strike="noStrike" kern="0" cap="none" spc="-1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key</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business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issues?</a:t>
            </a:r>
            <a:endParaRPr kumimoji="0" sz="1800" b="0" i="0" u="none" strike="noStrike" kern="0" cap="none" spc="0" normalizeH="0" baseline="0" noProof="0">
              <a:ln>
                <a:noFill/>
              </a:ln>
              <a:solidFill>
                <a:sysClr val="windowText" lastClr="000000"/>
              </a:solidFill>
              <a:effectLst/>
              <a:uLnTx/>
              <a:uFillTx/>
              <a:latin typeface="Arial"/>
              <a:cs typeface="Arial"/>
            </a:endParaRPr>
          </a:p>
          <a:p>
            <a:pPr marL="0" marR="0" lvl="0" indent="0" defTabSz="914400" eaLnBrk="1" fontAlgn="auto" latinLnBrk="0" hangingPunct="1">
              <a:lnSpc>
                <a:spcPct val="100000"/>
              </a:lnSpc>
              <a:spcBef>
                <a:spcPts val="10"/>
              </a:spcBef>
              <a:spcAft>
                <a:spcPts val="0"/>
              </a:spcAft>
              <a:buClrTx/>
              <a:buSzTx/>
              <a:buFontTx/>
              <a:buNone/>
              <a:tabLst/>
              <a:defRPr/>
            </a:pPr>
            <a:endParaRPr kumimoji="0" sz="19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006FC0"/>
                </a:solidFill>
                <a:effectLst/>
                <a:uLnTx/>
                <a:uFillTx/>
                <a:latin typeface="Arial"/>
                <a:cs typeface="Arial"/>
              </a:rPr>
              <a:t>Time</a:t>
            </a:r>
            <a:r>
              <a:rPr kumimoji="0" sz="1800" b="0" i="0" u="none" strike="noStrike" kern="0" cap="none" spc="-50" normalizeH="0" baseline="0" noProof="0" dirty="0">
                <a:ln>
                  <a:noFill/>
                </a:ln>
                <a:solidFill>
                  <a:srgbClr val="006FC0"/>
                </a:solidFill>
                <a:effectLst/>
                <a:uLnTx/>
                <a:uFillTx/>
                <a:latin typeface="Arial"/>
                <a:cs typeface="Arial"/>
              </a:rPr>
              <a:t> </a:t>
            </a:r>
            <a:r>
              <a:rPr kumimoji="0" sz="1800" b="0" i="0" u="none" strike="noStrike" kern="0" cap="none" spc="0" normalizeH="0" baseline="0" noProof="0" dirty="0">
                <a:ln>
                  <a:noFill/>
                </a:ln>
                <a:solidFill>
                  <a:srgbClr val="006FC0"/>
                </a:solidFill>
                <a:effectLst/>
                <a:uLnTx/>
                <a:uFillTx/>
                <a:latin typeface="Arial"/>
                <a:cs typeface="Arial"/>
              </a:rPr>
              <a:t>management</a:t>
            </a:r>
            <a:r>
              <a:rPr kumimoji="0" sz="1800" b="0" i="0" u="none" strike="noStrike" kern="0" cap="none" spc="-10" normalizeH="0" baseline="0" noProof="0" dirty="0">
                <a:ln>
                  <a:noFill/>
                </a:ln>
                <a:solidFill>
                  <a:srgbClr val="006FC0"/>
                </a:solidFill>
                <a:effectLst/>
                <a:uLnTx/>
                <a:uFillTx/>
                <a:latin typeface="Arial"/>
                <a:cs typeface="Arial"/>
              </a:rPr>
              <a:t> </a:t>
            </a:r>
            <a:r>
              <a:rPr kumimoji="0" sz="1800" b="0" i="0" u="none" strike="noStrike" kern="0" cap="none" spc="0" normalizeH="0" baseline="0" noProof="0" dirty="0">
                <a:ln>
                  <a:noFill/>
                </a:ln>
                <a:solidFill>
                  <a:srgbClr val="006FC0"/>
                </a:solidFill>
                <a:effectLst/>
                <a:uLnTx/>
                <a:uFillTx/>
                <a:latin typeface="Arial"/>
                <a:cs typeface="Arial"/>
              </a:rPr>
              <a:t>&amp;</a:t>
            </a:r>
            <a:r>
              <a:rPr kumimoji="0" sz="1800" b="0" i="0" u="none" strike="noStrike" kern="0" cap="none" spc="-30" normalizeH="0" baseline="0" noProof="0" dirty="0">
                <a:ln>
                  <a:noFill/>
                </a:ln>
                <a:solidFill>
                  <a:srgbClr val="006FC0"/>
                </a:solidFill>
                <a:effectLst/>
                <a:uLnTx/>
                <a:uFillTx/>
                <a:latin typeface="Arial"/>
                <a:cs typeface="Arial"/>
              </a:rPr>
              <a:t> </a:t>
            </a:r>
            <a:r>
              <a:rPr kumimoji="0" sz="1800" b="0" i="0" u="none" strike="noStrike" kern="0" cap="none" spc="0" normalizeH="0" baseline="0" noProof="0" dirty="0">
                <a:ln>
                  <a:noFill/>
                </a:ln>
                <a:solidFill>
                  <a:srgbClr val="006FC0"/>
                </a:solidFill>
                <a:effectLst/>
                <a:uLnTx/>
                <a:uFillTx/>
                <a:latin typeface="Arial"/>
                <a:cs typeface="Arial"/>
              </a:rPr>
              <a:t>Risk</a:t>
            </a:r>
            <a:r>
              <a:rPr kumimoji="0" sz="1800" b="0" i="0" u="none" strike="noStrike" kern="0" cap="none" spc="-25" normalizeH="0" baseline="0" noProof="0" dirty="0">
                <a:ln>
                  <a:noFill/>
                </a:ln>
                <a:solidFill>
                  <a:srgbClr val="006FC0"/>
                </a:solidFill>
                <a:effectLst/>
                <a:uLnTx/>
                <a:uFillTx/>
                <a:latin typeface="Arial"/>
                <a:cs typeface="Arial"/>
              </a:rPr>
              <a:t> </a:t>
            </a:r>
            <a:r>
              <a:rPr kumimoji="0" sz="1800" b="0" i="0" u="none" strike="noStrike" kern="0" cap="none" spc="-10" normalizeH="0" baseline="0" noProof="0" dirty="0">
                <a:ln>
                  <a:noFill/>
                </a:ln>
                <a:solidFill>
                  <a:srgbClr val="006FC0"/>
                </a:solidFill>
                <a:effectLst/>
                <a:uLnTx/>
                <a:uFillTx/>
                <a:latin typeface="Arial"/>
                <a:cs typeface="Arial"/>
              </a:rPr>
              <a:t>management</a:t>
            </a:r>
            <a:endParaRPr kumimoji="0" sz="1800" b="0" i="0" u="none" strike="noStrike" kern="0" cap="none" spc="0" normalizeH="0" baseline="0" noProof="0">
              <a:ln>
                <a:noFill/>
              </a:ln>
              <a:solidFill>
                <a:sysClr val="windowText" lastClr="000000"/>
              </a:solidFill>
              <a:effectLst/>
              <a:uLnTx/>
              <a:uFillTx/>
              <a:latin typeface="Arial"/>
              <a:cs typeface="Arial"/>
            </a:endParaRPr>
          </a:p>
          <a:p>
            <a:pPr marL="70485" marR="240665" lvl="0" indent="0" defTabSz="914400" eaLnBrk="1" fontAlgn="auto" latinLnBrk="0" hangingPunct="1">
              <a:lnSpc>
                <a:spcPts val="1939"/>
              </a:lnSpc>
              <a:spcBef>
                <a:spcPts val="465"/>
              </a:spcBef>
              <a:spcAft>
                <a:spcPts val="0"/>
              </a:spcAft>
              <a:buClrTx/>
              <a:buSzTx/>
              <a:buFontTx/>
              <a:buNone/>
              <a:tabLst>
                <a:tab pos="2800985" algn="l"/>
                <a:tab pos="4919980" algn="l"/>
              </a:tabLst>
              <a:defRPr/>
            </a:pPr>
            <a:r>
              <a:rPr kumimoji="0" sz="1800" b="0" i="0" u="none" strike="noStrike" kern="0" cap="none" spc="0" normalizeH="0" baseline="0" noProof="0" dirty="0">
                <a:ln>
                  <a:noFill/>
                </a:ln>
                <a:solidFill>
                  <a:sysClr val="windowText" lastClr="000000"/>
                </a:solidFill>
                <a:effectLst/>
                <a:uLnTx/>
                <a:uFillTx/>
                <a:latin typeface="Arial"/>
                <a:cs typeface="Arial"/>
              </a:rPr>
              <a:t>How</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much</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will</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it</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cost</a:t>
            </a:r>
            <a:r>
              <a:rPr kumimoji="0" sz="1800" b="0" i="0" u="none" strike="noStrike" kern="0" cap="none" spc="-3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and</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how</a:t>
            </a:r>
            <a:r>
              <a:rPr kumimoji="0" sz="1800" b="0" i="0" u="none" strike="noStrike" kern="0" cap="none" spc="-1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long</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will</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it</a:t>
            </a:r>
            <a:r>
              <a:rPr kumimoji="0" sz="1800" b="0" i="0" u="none" strike="noStrike" kern="0" cap="none" spc="-30"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take?</a:t>
            </a:r>
            <a:r>
              <a:rPr kumimoji="0" sz="1800" b="0" i="0" u="none" strike="noStrike" kern="0" cap="none" spc="0" normalizeH="0" baseline="0" noProof="0" dirty="0">
                <a:ln>
                  <a:noFill/>
                </a:ln>
                <a:solidFill>
                  <a:sysClr val="windowText" lastClr="000000"/>
                </a:solidFill>
                <a:effectLst/>
                <a:uLnTx/>
                <a:uFillTx/>
                <a:latin typeface="Arial"/>
                <a:cs typeface="Arial"/>
              </a:rPr>
              <a:t>	Will</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we</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suffer</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productivity </a:t>
            </a:r>
            <a:r>
              <a:rPr kumimoji="0" sz="1800" b="0" i="0" u="none" strike="noStrike" kern="0" cap="none" spc="0" normalizeH="0" baseline="0" noProof="0" dirty="0">
                <a:ln>
                  <a:noFill/>
                </a:ln>
                <a:solidFill>
                  <a:sysClr val="windowText" lastClr="000000"/>
                </a:solidFill>
                <a:effectLst/>
                <a:uLnTx/>
                <a:uFillTx/>
                <a:latin typeface="Arial"/>
                <a:cs typeface="Arial"/>
              </a:rPr>
              <a:t>loss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during</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transition?</a:t>
            </a:r>
            <a:r>
              <a:rPr kumimoji="0" sz="1800" b="0" i="0" u="none" strike="noStrike" kern="0" cap="none" spc="0" normalizeH="0" baseline="0" noProof="0" dirty="0">
                <a:ln>
                  <a:noFill/>
                </a:ln>
                <a:solidFill>
                  <a:sysClr val="windowText" lastClr="000000"/>
                </a:solidFill>
                <a:effectLst/>
                <a:uLnTx/>
                <a:uFillTx/>
                <a:latin typeface="Arial"/>
                <a:cs typeface="Arial"/>
              </a:rPr>
              <a:t>	What</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are</a:t>
            </a:r>
            <a:r>
              <a:rPr kumimoji="0" sz="1800" b="0" i="0" u="none" strike="noStrike" kern="0" cap="none" spc="-1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risks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of</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doing</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project?</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What</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25" normalizeH="0" baseline="0" noProof="0" dirty="0">
                <a:ln>
                  <a:noFill/>
                </a:ln>
                <a:solidFill>
                  <a:sysClr val="windowText" lastClr="000000"/>
                </a:solidFill>
                <a:effectLst/>
                <a:uLnTx/>
                <a:uFillTx/>
                <a:latin typeface="Arial"/>
                <a:cs typeface="Arial"/>
              </a:rPr>
              <a:t>are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3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risks</a:t>
            </a:r>
            <a:r>
              <a:rPr kumimoji="0" sz="1800" b="0" i="0" u="none" strike="noStrike" kern="0" cap="none" spc="-1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of</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1" u="none" strike="noStrike" kern="0" cap="none" spc="0" normalizeH="0" baseline="0" noProof="0" dirty="0">
                <a:ln>
                  <a:noFill/>
                </a:ln>
                <a:solidFill>
                  <a:sysClr val="windowText" lastClr="000000"/>
                </a:solidFill>
                <a:effectLst/>
                <a:uLnTx/>
                <a:uFillTx/>
                <a:latin typeface="Arial"/>
                <a:cs typeface="Arial"/>
              </a:rPr>
              <a:t>not</a:t>
            </a:r>
            <a:r>
              <a:rPr kumimoji="0" sz="1800" b="0" i="1"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doing</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project?</a:t>
            </a:r>
            <a:endParaRPr kumimoji="0" sz="1800" b="0" i="0" u="none" strike="noStrike" kern="0" cap="none" spc="0" normalizeH="0" baseline="0" noProof="0">
              <a:ln>
                <a:noFill/>
              </a:ln>
              <a:solidFill>
                <a:sysClr val="windowText" lastClr="000000"/>
              </a:solidFill>
              <a:effectLst/>
              <a:uLnTx/>
              <a:uFillTx/>
              <a:latin typeface="Arial"/>
              <a:cs typeface="Arial"/>
            </a:endParaRPr>
          </a:p>
          <a:p>
            <a:pPr marL="0" marR="0" lvl="0" indent="0" defTabSz="914400" eaLnBrk="1" fontAlgn="auto" latinLnBrk="0" hangingPunct="1">
              <a:lnSpc>
                <a:spcPct val="100000"/>
              </a:lnSpc>
              <a:spcBef>
                <a:spcPts val="45"/>
              </a:spcBef>
              <a:spcAft>
                <a:spcPts val="0"/>
              </a:spcAft>
              <a:buClrTx/>
              <a:buSzTx/>
              <a:buFontTx/>
              <a:buNone/>
              <a:tabLst/>
              <a:defRPr/>
            </a:pPr>
            <a:endParaRPr kumimoji="0" sz="22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006FC0"/>
                </a:solidFill>
                <a:effectLst/>
                <a:uLnTx/>
                <a:uFillTx/>
                <a:latin typeface="Arial"/>
                <a:cs typeface="Arial"/>
              </a:rPr>
              <a:t>Evaluation</a:t>
            </a:r>
            <a:r>
              <a:rPr kumimoji="0" sz="1800" b="0" i="0" u="none" strike="noStrike" kern="0" cap="none" spc="-10" normalizeH="0" baseline="0" noProof="0" dirty="0">
                <a:ln>
                  <a:noFill/>
                </a:ln>
                <a:solidFill>
                  <a:srgbClr val="006FC0"/>
                </a:solidFill>
                <a:effectLst/>
                <a:uLnTx/>
                <a:uFillTx/>
                <a:latin typeface="Arial"/>
                <a:cs typeface="Arial"/>
              </a:rPr>
              <a:t> </a:t>
            </a:r>
            <a:r>
              <a:rPr kumimoji="0" sz="1800" b="0" i="0" u="none" strike="noStrike" kern="0" cap="none" spc="0" normalizeH="0" baseline="0" noProof="0" dirty="0">
                <a:ln>
                  <a:noFill/>
                </a:ln>
                <a:solidFill>
                  <a:srgbClr val="006FC0"/>
                </a:solidFill>
                <a:effectLst/>
                <a:uLnTx/>
                <a:uFillTx/>
                <a:latin typeface="Arial"/>
                <a:cs typeface="Arial"/>
              </a:rPr>
              <a:t>&amp;</a:t>
            </a:r>
            <a:r>
              <a:rPr kumimoji="0" sz="1800" b="0" i="0" u="none" strike="noStrike" kern="0" cap="none" spc="-30" normalizeH="0" baseline="0" noProof="0" dirty="0">
                <a:ln>
                  <a:noFill/>
                </a:ln>
                <a:solidFill>
                  <a:srgbClr val="006FC0"/>
                </a:solidFill>
                <a:effectLst/>
                <a:uLnTx/>
                <a:uFillTx/>
                <a:latin typeface="Arial"/>
                <a:cs typeface="Arial"/>
              </a:rPr>
              <a:t> </a:t>
            </a:r>
            <a:r>
              <a:rPr kumimoji="0" sz="1800" b="0" i="0" u="none" strike="noStrike" kern="0" cap="none" spc="-10" normalizeH="0" baseline="0" noProof="0" dirty="0">
                <a:ln>
                  <a:noFill/>
                </a:ln>
                <a:solidFill>
                  <a:srgbClr val="006FC0"/>
                </a:solidFill>
                <a:effectLst/>
                <a:uLnTx/>
                <a:uFillTx/>
                <a:latin typeface="Arial"/>
                <a:cs typeface="Arial"/>
              </a:rPr>
              <a:t>Rewards</a:t>
            </a:r>
            <a:endParaRPr kumimoji="0" sz="1800" b="0" i="0" u="none" strike="noStrike" kern="0" cap="none" spc="0" normalizeH="0" baseline="0" noProof="0">
              <a:ln>
                <a:noFill/>
              </a:ln>
              <a:solidFill>
                <a:sysClr val="windowText" lastClr="000000"/>
              </a:solidFill>
              <a:effectLst/>
              <a:uLnTx/>
              <a:uFillTx/>
              <a:latin typeface="Arial"/>
              <a:cs typeface="Arial"/>
            </a:endParaRPr>
          </a:p>
          <a:p>
            <a:pPr marL="70485" marR="5080" lvl="0" indent="0" defTabSz="914400" eaLnBrk="1" fontAlgn="auto" latinLnBrk="0" hangingPunct="1">
              <a:lnSpc>
                <a:spcPts val="1939"/>
              </a:lnSpc>
              <a:spcBef>
                <a:spcPts val="465"/>
              </a:spcBef>
              <a:spcAft>
                <a:spcPts val="0"/>
              </a:spcAft>
              <a:buClrTx/>
              <a:buSzTx/>
              <a:buFontTx/>
              <a:buNone/>
              <a:tabLst>
                <a:tab pos="3357879" algn="l"/>
              </a:tabLst>
              <a:defRPr/>
            </a:pPr>
            <a:r>
              <a:rPr kumimoji="0" sz="1800" b="0" i="0" u="none" strike="noStrike" kern="0" cap="none" spc="0" normalizeH="0" baseline="0" noProof="0" dirty="0">
                <a:ln>
                  <a:noFill/>
                </a:ln>
                <a:solidFill>
                  <a:sysClr val="windowText" lastClr="000000"/>
                </a:solidFill>
                <a:effectLst/>
                <a:uLnTx/>
                <a:uFillTx/>
                <a:latin typeface="Arial"/>
                <a:cs typeface="Arial"/>
              </a:rPr>
              <a:t>How</a:t>
            </a:r>
            <a:r>
              <a:rPr kumimoji="0" sz="1800" b="0" i="0" u="none" strike="noStrike" kern="0" cap="none" spc="-2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will</a:t>
            </a:r>
            <a:r>
              <a:rPr kumimoji="0" sz="1800" b="0" i="0" u="none" strike="noStrike" kern="0" cap="none" spc="1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we</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measure</a:t>
            </a:r>
            <a:r>
              <a:rPr kumimoji="0" sz="1800" b="0" i="0" u="none" strike="noStrike" kern="0" cap="none" spc="-30" normalizeH="0" baseline="0" noProof="0" dirty="0">
                <a:ln>
                  <a:noFill/>
                </a:ln>
                <a:solidFill>
                  <a:sysClr val="windowText" lastClr="000000"/>
                </a:solidFill>
                <a:effectLst/>
                <a:uLnTx/>
                <a:uFillTx/>
                <a:latin typeface="Arial"/>
                <a:cs typeface="Arial"/>
              </a:rPr>
              <a:t> </a:t>
            </a:r>
            <a:r>
              <a:rPr kumimoji="0" sz="1800" b="0" i="0" u="none" strike="noStrike" kern="0" cap="none" spc="-10" normalizeH="0" baseline="0" noProof="0" dirty="0">
                <a:ln>
                  <a:noFill/>
                </a:ln>
                <a:solidFill>
                  <a:sysClr val="windowText" lastClr="000000"/>
                </a:solidFill>
                <a:effectLst/>
                <a:uLnTx/>
                <a:uFillTx/>
                <a:latin typeface="Arial"/>
                <a:cs typeface="Arial"/>
              </a:rPr>
              <a:t>success?</a:t>
            </a:r>
            <a:r>
              <a:rPr kumimoji="0" sz="1800" b="0" i="0" u="none" strike="noStrike" kern="0" cap="none" spc="0" normalizeH="0" baseline="0" noProof="0" dirty="0">
                <a:ln>
                  <a:noFill/>
                </a:ln>
                <a:solidFill>
                  <a:sysClr val="windowText" lastClr="000000"/>
                </a:solidFill>
                <a:effectLst/>
                <a:uLnTx/>
                <a:uFillTx/>
                <a:latin typeface="Arial"/>
                <a:cs typeface="Arial"/>
              </a:rPr>
              <a:t>	What</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is</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the</a:t>
            </a:r>
            <a:r>
              <a:rPr kumimoji="0" sz="1800" b="0" i="0" u="none" strike="noStrike" kern="0" cap="none" spc="-20"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return</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on</a:t>
            </a:r>
            <a:r>
              <a:rPr kumimoji="0" sz="1800" b="0" i="0" u="none" strike="noStrike" kern="0" cap="none" spc="-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investment</a:t>
            </a:r>
            <a:r>
              <a:rPr kumimoji="0" sz="1800" b="0" i="0" u="none" strike="noStrike" kern="0" cap="none" spc="-15" normalizeH="0" baseline="0" noProof="0" dirty="0">
                <a:ln>
                  <a:noFill/>
                </a:ln>
                <a:solidFill>
                  <a:sysClr val="windowText" lastClr="000000"/>
                </a:solidFill>
                <a:effectLst/>
                <a:uLnTx/>
                <a:uFillTx/>
                <a:latin typeface="Arial"/>
                <a:cs typeface="Arial"/>
              </a:rPr>
              <a:t> </a:t>
            </a:r>
            <a:r>
              <a:rPr kumimoji="0" sz="1800" b="0" i="0" u="none" strike="noStrike" kern="0" cap="none" spc="0" normalizeH="0" baseline="0" noProof="0" dirty="0">
                <a:ln>
                  <a:noFill/>
                </a:ln>
                <a:solidFill>
                  <a:sysClr val="windowText" lastClr="000000"/>
                </a:solidFill>
                <a:effectLst/>
                <a:uLnTx/>
                <a:uFillTx/>
                <a:latin typeface="Arial"/>
                <a:cs typeface="Arial"/>
              </a:rPr>
              <a:t>and </a:t>
            </a:r>
            <a:r>
              <a:rPr kumimoji="0" sz="1800" b="0" i="0" u="none" strike="noStrike" kern="0" cap="none" spc="-10" normalizeH="0" baseline="0" noProof="0" dirty="0">
                <a:ln>
                  <a:noFill/>
                </a:ln>
                <a:solidFill>
                  <a:sysClr val="windowText" lastClr="000000"/>
                </a:solidFill>
                <a:effectLst/>
                <a:uLnTx/>
                <a:uFillTx/>
                <a:latin typeface="Arial"/>
                <a:cs typeface="Arial"/>
              </a:rPr>
              <a:t>payback period?</a:t>
            </a:r>
            <a:endParaRPr kumimoji="0" sz="1800" b="0" i="0" u="none" strike="noStrike" kern="0" cap="none" spc="0" normalizeH="0" baseline="0" noProof="0">
              <a:ln>
                <a:noFill/>
              </a:ln>
              <a:solidFill>
                <a:sysClr val="windowText" lastClr="000000"/>
              </a:solidFill>
              <a:effectLst/>
              <a:uLnTx/>
              <a:uFillTx/>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7620" rIns="0" bIns="0" rtlCol="0">
            <a:spAutoFit/>
          </a:bodyPr>
          <a:lstStyle/>
          <a:p>
            <a:pPr marL="38100" marR="0" lvl="0" indent="0" defTabSz="914400" eaLnBrk="1" fontAlgn="auto" latinLnBrk="0" hangingPunct="1">
              <a:lnSpc>
                <a:spcPct val="100000"/>
              </a:lnSpc>
              <a:spcBef>
                <a:spcPts val="60"/>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prstClr val="black"/>
                </a:solidFill>
                <a:effectLst/>
                <a:uLnTx/>
                <a:uFillTx/>
                <a:latin typeface="Cambria"/>
              </a:rPr>
              <a:pPr marL="38100" marR="0" lvl="0" indent="0" defTabSz="914400" eaLnBrk="1" fontAlgn="auto" latinLnBrk="0" hangingPunct="1">
                <a:lnSpc>
                  <a:spcPct val="100000"/>
                </a:lnSpc>
                <a:spcBef>
                  <a:spcPts val="60"/>
                </a:spcBef>
                <a:spcAft>
                  <a:spcPts val="0"/>
                </a:spcAft>
                <a:buClrTx/>
                <a:buSzTx/>
                <a:buFontTx/>
                <a:buNone/>
                <a:tabLst/>
                <a:defRPr/>
              </a:pPr>
              <a:t>44</a:t>
            </a:fld>
            <a:endParaRPr kumimoji="0" sz="800" b="0" i="0" u="none" strike="noStrike" kern="0" cap="none" spc="-25" normalizeH="0" baseline="0" noProof="0" dirty="0">
              <a:ln>
                <a:noFill/>
              </a:ln>
              <a:solidFill>
                <a:prstClr val="black"/>
              </a:solidFill>
              <a:effectLst/>
              <a:uLnTx/>
              <a:uFillTx/>
              <a:latin typeface="Cambria"/>
            </a:endParaRPr>
          </a:p>
        </p:txBody>
      </p:sp>
      <p:sp>
        <p:nvSpPr>
          <p:cNvPr id="3" name="object 3"/>
          <p:cNvSpPr txBox="1">
            <a:spLocks noGrp="1"/>
          </p:cNvSpPr>
          <p:nvPr>
            <p:ph type="title"/>
          </p:nvPr>
        </p:nvSpPr>
        <p:spPr>
          <a:xfrm>
            <a:off x="457962" y="215645"/>
            <a:ext cx="7141845" cy="876300"/>
          </a:xfrm>
          <a:prstGeom prst="rect">
            <a:avLst/>
          </a:prstGeom>
          <a:ln w="19811">
            <a:solidFill>
              <a:srgbClr val="92CDDD"/>
            </a:solidFill>
          </a:ln>
        </p:spPr>
        <p:txBody>
          <a:bodyPr vert="horz" wrap="square" lIns="0" tIns="213995" rIns="0" bIns="0" rtlCol="0">
            <a:spAutoFit/>
          </a:bodyPr>
          <a:lstStyle/>
          <a:p>
            <a:pPr marL="99695">
              <a:lnSpc>
                <a:spcPct val="100000"/>
              </a:lnSpc>
              <a:spcBef>
                <a:spcPts val="1685"/>
              </a:spcBef>
            </a:pPr>
            <a:r>
              <a:rPr sz="2800" dirty="0"/>
              <a:t>A</a:t>
            </a:r>
            <a:r>
              <a:rPr sz="2800" spc="-175" dirty="0"/>
              <a:t> </a:t>
            </a:r>
            <a:r>
              <a:rPr sz="2800" dirty="0"/>
              <a:t>good</a:t>
            </a:r>
            <a:r>
              <a:rPr sz="2800" spc="-55" dirty="0"/>
              <a:t> </a:t>
            </a:r>
            <a:r>
              <a:rPr sz="2800" dirty="0"/>
              <a:t>proposal</a:t>
            </a:r>
            <a:r>
              <a:rPr sz="2800" spc="-45" dirty="0"/>
              <a:t> </a:t>
            </a:r>
            <a:r>
              <a:rPr sz="2800" dirty="0"/>
              <a:t>should</a:t>
            </a:r>
            <a:r>
              <a:rPr sz="2800" spc="-60" dirty="0"/>
              <a:t> </a:t>
            </a:r>
            <a:r>
              <a:rPr sz="2800" dirty="0"/>
              <a:t>cover</a:t>
            </a:r>
            <a:r>
              <a:rPr sz="2800" spc="-55" dirty="0"/>
              <a:t> </a:t>
            </a:r>
            <a:r>
              <a:rPr sz="2800" spc="-50" dirty="0"/>
              <a:t>…</a:t>
            </a:r>
            <a:endParaRPr sz="2800"/>
          </a:p>
        </p:txBody>
      </p:sp>
      <p:sp>
        <p:nvSpPr>
          <p:cNvPr id="6" name="Freeform 8">
            <a:extLst>
              <a:ext uri="{FF2B5EF4-FFF2-40B4-BE49-F238E27FC236}">
                <a16:creationId xmlns:a16="http://schemas.microsoft.com/office/drawing/2014/main" id="{3AF036FD-8878-4F69-B32F-F0EF9172F8C7}"/>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70352D48-40CF-4107-8857-574F6914368A}"/>
              </a:ext>
            </a:extLst>
          </p:cNvPr>
          <p:cNvSpPr>
            <a:spLocks noGrp="1"/>
          </p:cNvSpPr>
          <p:nvPr>
            <p:ph type="title"/>
          </p:nvPr>
        </p:nvSpPr>
        <p:spPr/>
        <p:txBody>
          <a:bodyPr/>
          <a:lstStyle/>
          <a:p>
            <a:pPr eaLnBrk="1" hangingPunct="1"/>
            <a:r>
              <a:rPr lang="en-US" altLang="en-US" dirty="0"/>
              <a:t>Project Selection</a:t>
            </a:r>
          </a:p>
        </p:txBody>
      </p:sp>
      <p:sp>
        <p:nvSpPr>
          <p:cNvPr id="10243" name="Content Placeholder 2">
            <a:extLst>
              <a:ext uri="{FF2B5EF4-FFF2-40B4-BE49-F238E27FC236}">
                <a16:creationId xmlns:a16="http://schemas.microsoft.com/office/drawing/2014/main" id="{715D41E8-B5CD-49A4-B07A-38BB7AF607D5}"/>
              </a:ext>
            </a:extLst>
          </p:cNvPr>
          <p:cNvSpPr>
            <a:spLocks noGrp="1"/>
          </p:cNvSpPr>
          <p:nvPr>
            <p:ph idx="1"/>
          </p:nvPr>
        </p:nvSpPr>
        <p:spPr/>
        <p:txBody>
          <a:bodyPr/>
          <a:lstStyle/>
          <a:p>
            <a:pPr eaLnBrk="1" hangingPunct="1">
              <a:lnSpc>
                <a:spcPct val="90000"/>
              </a:lnSpc>
              <a:spcBef>
                <a:spcPct val="0"/>
              </a:spcBef>
              <a:defRPr/>
            </a:pPr>
            <a:r>
              <a:rPr lang="en-US" altLang="en-US" dirty="0"/>
              <a:t>An </a:t>
            </a:r>
            <a:r>
              <a:rPr lang="en-US" altLang="en-US" dirty="0">
                <a:solidFill>
                  <a:schemeClr val="accent3">
                    <a:lumMod val="75000"/>
                  </a:schemeClr>
                </a:solidFill>
              </a:rPr>
              <a:t>approval committee </a:t>
            </a:r>
            <a:r>
              <a:rPr lang="en-US" altLang="en-US" dirty="0"/>
              <a:t>must be </a:t>
            </a:r>
            <a:r>
              <a:rPr lang="en-US" altLang="en-US" dirty="0">
                <a:solidFill>
                  <a:schemeClr val="accent3">
                    <a:lumMod val="75000"/>
                  </a:schemeClr>
                </a:solidFill>
              </a:rPr>
              <a:t>selective</a:t>
            </a:r>
            <a:r>
              <a:rPr lang="en-US" altLang="en-US" dirty="0"/>
              <a:t> about where to </a:t>
            </a:r>
            <a:r>
              <a:rPr lang="en-US" altLang="en-US" dirty="0">
                <a:solidFill>
                  <a:schemeClr val="accent3">
                    <a:lumMod val="75000"/>
                  </a:schemeClr>
                </a:solidFill>
              </a:rPr>
              <a:t>allocate resources</a:t>
            </a:r>
            <a:r>
              <a:rPr lang="en-US" altLang="en-US" dirty="0"/>
              <a:t> as most organizations have </a:t>
            </a:r>
            <a:r>
              <a:rPr lang="en-US" altLang="en-US" dirty="0">
                <a:solidFill>
                  <a:schemeClr val="accent3">
                    <a:lumMod val="75000"/>
                  </a:schemeClr>
                </a:solidFill>
              </a:rPr>
              <a:t>limited funds</a:t>
            </a:r>
            <a:r>
              <a:rPr lang="en-US" altLang="en-US" dirty="0"/>
              <a:t>.</a:t>
            </a:r>
          </a:p>
          <a:p>
            <a:pPr eaLnBrk="1" hangingPunct="1">
              <a:lnSpc>
                <a:spcPct val="90000"/>
              </a:lnSpc>
              <a:spcBef>
                <a:spcPct val="0"/>
              </a:spcBef>
              <a:defRPr/>
            </a:pPr>
            <a:r>
              <a:rPr lang="en-US" altLang="en-US" dirty="0"/>
              <a:t>If there are several potentially high-payoff projects, and they all have the same risk, then maybe only one of the projects will be selected.</a:t>
            </a:r>
          </a:p>
          <a:p>
            <a:pPr eaLnBrk="1" hangingPunct="1">
              <a:spcBef>
                <a:spcPct val="0"/>
              </a:spcBef>
              <a:defRPr/>
            </a:pPr>
            <a:endParaRPr lang="en-US" altLang="en-US" dirty="0"/>
          </a:p>
        </p:txBody>
      </p:sp>
      <p:sp>
        <p:nvSpPr>
          <p:cNvPr id="26628" name="Slide Number Placeholder 4">
            <a:extLst>
              <a:ext uri="{FF2B5EF4-FFF2-40B4-BE49-F238E27FC236}">
                <a16:creationId xmlns:a16="http://schemas.microsoft.com/office/drawing/2014/main" id="{38DDDE09-932F-4B63-BF6E-3EA469F086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79AA733D-8DF5-4A34-9E5E-C6AFB9F6C3F3}"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sp>
        <p:nvSpPr>
          <p:cNvPr id="5" name="Freeform 8">
            <a:extLst>
              <a:ext uri="{FF2B5EF4-FFF2-40B4-BE49-F238E27FC236}">
                <a16:creationId xmlns:a16="http://schemas.microsoft.com/office/drawing/2014/main" id="{6EE2900F-2AFC-49D4-BEEA-92C9D132FA54}"/>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2D53592-F698-40CA-88AB-AF762774F683}"/>
              </a:ext>
            </a:extLst>
          </p:cNvPr>
          <p:cNvSpPr>
            <a:spLocks noGrp="1"/>
          </p:cNvSpPr>
          <p:nvPr>
            <p:ph type="title"/>
          </p:nvPr>
        </p:nvSpPr>
        <p:spPr/>
        <p:txBody>
          <a:bodyPr/>
          <a:lstStyle/>
          <a:p>
            <a:r>
              <a:rPr lang="en-US" altLang="en-US"/>
              <a:t>Ways to Classify Projects</a:t>
            </a:r>
          </a:p>
        </p:txBody>
      </p:sp>
      <p:sp>
        <p:nvSpPr>
          <p:cNvPr id="25603" name="Content Placeholder 2">
            <a:extLst>
              <a:ext uri="{FF2B5EF4-FFF2-40B4-BE49-F238E27FC236}">
                <a16:creationId xmlns:a16="http://schemas.microsoft.com/office/drawing/2014/main" id="{3E07A688-4D28-479D-B1BE-C66EF5F2A593}"/>
              </a:ext>
            </a:extLst>
          </p:cNvPr>
          <p:cNvSpPr>
            <a:spLocks noGrp="1"/>
          </p:cNvSpPr>
          <p:nvPr>
            <p:ph idx="1"/>
          </p:nvPr>
        </p:nvSpPr>
        <p:spPr/>
        <p:txBody>
          <a:bodyPr/>
          <a:lstStyle/>
          <a:p>
            <a:pPr>
              <a:spcBef>
                <a:spcPct val="0"/>
              </a:spcBef>
            </a:pPr>
            <a:endParaRPr lang="en-US" altLang="en-US"/>
          </a:p>
        </p:txBody>
      </p:sp>
      <p:sp>
        <p:nvSpPr>
          <p:cNvPr id="25604" name="Slide Number Placeholder 4">
            <a:extLst>
              <a:ext uri="{FF2B5EF4-FFF2-40B4-BE49-F238E27FC236}">
                <a16:creationId xmlns:a16="http://schemas.microsoft.com/office/drawing/2014/main" id="{8CD3FFEB-C06E-4B9E-83E7-893C0EBCA9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EC8F9E89-E59F-4E32-98D2-FE7296772F6B}"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pic>
        <p:nvPicPr>
          <p:cNvPr id="25605" name="Picture 2">
            <a:extLst>
              <a:ext uri="{FF2B5EF4-FFF2-40B4-BE49-F238E27FC236}">
                <a16:creationId xmlns:a16="http://schemas.microsoft.com/office/drawing/2014/main" id="{5FE46BC7-21A7-4EEE-9D00-4E2E7E825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75" y="1592263"/>
            <a:ext cx="9069388" cy="4732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Freeform 8">
            <a:extLst>
              <a:ext uri="{FF2B5EF4-FFF2-40B4-BE49-F238E27FC236}">
                <a16:creationId xmlns:a16="http://schemas.microsoft.com/office/drawing/2014/main" id="{17ED612F-CAB4-495C-9A34-B77E5A766CA8}"/>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extLst>
      <p:ext uri="{BB962C8B-B14F-4D97-AF65-F5344CB8AC3E}">
        <p14:creationId xmlns:p14="http://schemas.microsoft.com/office/powerpoint/2010/main" val="3239634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B269BBA2-F8FA-4E62-9B2F-E605D4990F7F}"/>
              </a:ext>
            </a:extLst>
          </p:cNvPr>
          <p:cNvSpPr>
            <a:spLocks noGrp="1"/>
          </p:cNvSpPr>
          <p:nvPr>
            <p:ph type="title"/>
          </p:nvPr>
        </p:nvSpPr>
        <p:spPr/>
        <p:txBody>
          <a:bodyPr/>
          <a:lstStyle/>
          <a:p>
            <a:pPr eaLnBrk="1" hangingPunct="1"/>
            <a:r>
              <a:rPr lang="en-US" altLang="en-US"/>
              <a:t>SUMMARY</a:t>
            </a:r>
          </a:p>
        </p:txBody>
      </p:sp>
      <p:sp>
        <p:nvSpPr>
          <p:cNvPr id="3" name="Content Placeholder 2">
            <a:extLst>
              <a:ext uri="{FF2B5EF4-FFF2-40B4-BE49-F238E27FC236}">
                <a16:creationId xmlns:a16="http://schemas.microsoft.com/office/drawing/2014/main" id="{B15B77D9-6732-412E-86C3-C6F846E2DDBA}"/>
              </a:ext>
            </a:extLst>
          </p:cNvPr>
          <p:cNvSpPr>
            <a:spLocks noGrp="1"/>
          </p:cNvSpPr>
          <p:nvPr>
            <p:ph idx="1"/>
          </p:nvPr>
        </p:nvSpPr>
        <p:spPr>
          <a:xfrm>
            <a:off x="457200" y="1600200"/>
            <a:ext cx="8458200" cy="4525963"/>
          </a:xfrm>
        </p:spPr>
        <p:txBody>
          <a:bodyPr rtlCol="0">
            <a:normAutofit fontScale="92500" lnSpcReduction="10000"/>
          </a:bodyPr>
          <a:lstStyle/>
          <a:p>
            <a:r>
              <a:rPr lang="en-US" sz="2000" b="1" dirty="0"/>
              <a:t>Project Initiation</a:t>
            </a:r>
            <a:endParaRPr lang="en-US" sz="2000" dirty="0"/>
          </a:p>
          <a:p>
            <a:pPr lvl="1"/>
            <a:r>
              <a:rPr lang="en-US" sz="1400" dirty="0"/>
              <a:t>Begins with a </a:t>
            </a:r>
            <a:r>
              <a:rPr lang="en-US" sz="1400" b="1" dirty="0"/>
              <a:t>System Request</a:t>
            </a:r>
            <a:r>
              <a:rPr lang="en-US" sz="1400" dirty="0"/>
              <a:t> (formal proposal for new or improved system).</a:t>
            </a:r>
          </a:p>
          <a:p>
            <a:pPr lvl="1"/>
            <a:r>
              <a:rPr lang="en-US" sz="1400" dirty="0"/>
              <a:t>Must align with business needs and strategic goals.</a:t>
            </a:r>
          </a:p>
          <a:p>
            <a:r>
              <a:rPr lang="en-US" sz="2000" b="1" dirty="0"/>
              <a:t>Reasons for System Request</a:t>
            </a:r>
            <a:endParaRPr lang="en-US" sz="2000" dirty="0"/>
          </a:p>
          <a:p>
            <a:pPr lvl="1"/>
            <a:r>
              <a:rPr lang="en-US" sz="1400" dirty="0"/>
              <a:t>Stronger controls, reduced cost, better performance, improved service, more support, more information.</a:t>
            </a:r>
          </a:p>
          <a:p>
            <a:r>
              <a:rPr lang="en-US" sz="2000" b="1" dirty="0"/>
              <a:t>Business Case</a:t>
            </a:r>
            <a:endParaRPr lang="en-US" sz="2000" dirty="0"/>
          </a:p>
          <a:p>
            <a:pPr lvl="1"/>
            <a:r>
              <a:rPr lang="en-US" sz="1400" dirty="0"/>
              <a:t>Justifies why the project is needed.</a:t>
            </a:r>
          </a:p>
          <a:p>
            <a:pPr lvl="1"/>
            <a:r>
              <a:rPr lang="en-US" sz="1400" dirty="0"/>
              <a:t>Considers mission, objectives, benefits, and risks.</a:t>
            </a:r>
          </a:p>
          <a:p>
            <a:r>
              <a:rPr lang="en-US" sz="2000" b="1" dirty="0"/>
              <a:t>Preliminary Investigation</a:t>
            </a:r>
            <a:endParaRPr lang="en-US" sz="2000" dirty="0"/>
          </a:p>
          <a:p>
            <a:pPr lvl="1"/>
            <a:r>
              <a:rPr lang="en-US" sz="1400" dirty="0"/>
              <a:t>Examines: problem/opportunity, scope &amp; constraints, benefits, and costs.</a:t>
            </a:r>
          </a:p>
          <a:p>
            <a:pPr lvl="1"/>
            <a:r>
              <a:rPr lang="en-US" sz="1400" dirty="0"/>
              <a:t>Involves </a:t>
            </a:r>
            <a:r>
              <a:rPr lang="en-US" sz="1400" b="1" dirty="0"/>
              <a:t>Feasibility Analysis</a:t>
            </a:r>
            <a:r>
              <a:rPr lang="en-US" sz="1400" dirty="0"/>
              <a:t>.</a:t>
            </a:r>
          </a:p>
          <a:p>
            <a:r>
              <a:rPr lang="en-US" sz="2000" b="1" dirty="0"/>
              <a:t>Types of Feasibility</a:t>
            </a:r>
            <a:endParaRPr lang="en-US" sz="2000" dirty="0"/>
          </a:p>
          <a:p>
            <a:pPr lvl="1"/>
            <a:r>
              <a:rPr lang="en-US" sz="1400" dirty="0"/>
              <a:t>Technical – </a:t>
            </a:r>
            <a:r>
              <a:rPr lang="en-US" sz="1400" i="1" dirty="0"/>
              <a:t>Can we build it?</a:t>
            </a:r>
            <a:endParaRPr lang="en-US" sz="1400" dirty="0"/>
          </a:p>
          <a:p>
            <a:pPr lvl="1"/>
            <a:r>
              <a:rPr lang="en-US" sz="1400" dirty="0"/>
              <a:t>Economic – </a:t>
            </a:r>
            <a:r>
              <a:rPr lang="en-US" sz="1400" i="1" dirty="0"/>
              <a:t>Should we build it?</a:t>
            </a:r>
            <a:endParaRPr lang="en-US" sz="1400" dirty="0"/>
          </a:p>
          <a:p>
            <a:pPr lvl="1"/>
            <a:r>
              <a:rPr lang="en-US" sz="1400" dirty="0"/>
              <a:t>Organizational – </a:t>
            </a:r>
            <a:r>
              <a:rPr lang="en-US" sz="1400" i="1" dirty="0"/>
              <a:t>Will it be accepted?</a:t>
            </a:r>
            <a:endParaRPr lang="en-US" sz="1400" dirty="0"/>
          </a:p>
          <a:p>
            <a:pPr lvl="1"/>
            <a:r>
              <a:rPr lang="en-US" sz="1400" dirty="0"/>
              <a:t>Schedule – </a:t>
            </a:r>
            <a:r>
              <a:rPr lang="en-US" sz="1400" i="1" dirty="0"/>
              <a:t>Can we finish it on time?</a:t>
            </a:r>
            <a:endParaRPr lang="en-US" sz="1400" dirty="0"/>
          </a:p>
          <a:p>
            <a:r>
              <a:rPr lang="en-US" sz="2000" b="1" dirty="0"/>
              <a:t>Risk Management</a:t>
            </a:r>
            <a:endParaRPr lang="en-US" sz="2000" dirty="0"/>
          </a:p>
          <a:p>
            <a:pPr lvl="1"/>
            <a:r>
              <a:rPr lang="en-US" sz="1400" dirty="0"/>
              <a:t>Identify risks, assess impact (qualitative &amp; quantitative), and take mitigation actions.</a:t>
            </a:r>
          </a:p>
        </p:txBody>
      </p:sp>
      <p:sp>
        <p:nvSpPr>
          <p:cNvPr id="99332" name="Slide Number Placeholder 4">
            <a:extLst>
              <a:ext uri="{FF2B5EF4-FFF2-40B4-BE49-F238E27FC236}">
                <a16:creationId xmlns:a16="http://schemas.microsoft.com/office/drawing/2014/main" id="{41779306-48AD-419C-AA7B-40E544AF57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9028AAE4-E6C1-48F6-816A-48C1138F5756}"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sp>
        <p:nvSpPr>
          <p:cNvPr id="5" name="Freeform 8">
            <a:extLst>
              <a:ext uri="{FF2B5EF4-FFF2-40B4-BE49-F238E27FC236}">
                <a16:creationId xmlns:a16="http://schemas.microsoft.com/office/drawing/2014/main" id="{BC49E943-D382-40FD-8D48-74691DD4BB29}"/>
              </a:ext>
            </a:extLst>
          </p:cNvPr>
          <p:cNvSpPr/>
          <p:nvPr/>
        </p:nvSpPr>
        <p:spPr>
          <a:xfrm>
            <a:off x="0" y="6248400"/>
            <a:ext cx="9144000" cy="609600"/>
          </a:xfrm>
          <a:custGeom>
            <a:avLst/>
            <a:gdLst/>
            <a:ahLst/>
            <a:cxnLst/>
            <a:rect l="l" t="t" r="r" b="b"/>
            <a:pathLst>
              <a:path w="4863116" h="737541">
                <a:moveTo>
                  <a:pt x="0" y="0"/>
                </a:moveTo>
                <a:lnTo>
                  <a:pt x="4863116" y="0"/>
                </a:lnTo>
                <a:lnTo>
                  <a:pt x="4863116" y="737541"/>
                </a:lnTo>
                <a:lnTo>
                  <a:pt x="0" y="737541"/>
                </a:lnTo>
                <a:lnTo>
                  <a:pt x="0" y="0"/>
                </a:lnTo>
              </a:path>
            </a:pathLst>
          </a:custGeom>
          <a:solidFill>
            <a:srgbClr val="0097B2"/>
          </a:solidFill>
        </p:spPr>
        <p:txBody>
          <a:bodyPr/>
          <a:lstStyle/>
          <a:p>
            <a:pPr defTabSz="457200" eaLnBrk="1" fontAlgn="auto" hangingPunct="1">
              <a:spcBef>
                <a:spcPts val="0"/>
              </a:spcBef>
              <a:spcAft>
                <a:spcPts val="0"/>
              </a:spcAft>
            </a:pPr>
            <a:endParaRPr lang="en-MY" sz="900">
              <a:solidFill>
                <a:prstClr val="black"/>
              </a:solidFill>
              <a:latin typeface="Calibri" panose="020F0502020204030204"/>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EE190EC47C3646B3B75441771ECE24" ma:contentTypeVersion="9" ma:contentTypeDescription="Create a new document." ma:contentTypeScope="" ma:versionID="e9169fb0fa387944638965d5ca82633a">
  <xsd:schema xmlns:xsd="http://www.w3.org/2001/XMLSchema" xmlns:xs="http://www.w3.org/2001/XMLSchema" xmlns:p="http://schemas.microsoft.com/office/2006/metadata/properties" xmlns:ns3="004b1a65-5906-45b5-aebc-40e07deae0da" targetNamespace="http://schemas.microsoft.com/office/2006/metadata/properties" ma:root="true" ma:fieldsID="bf16b2f05d4828eb5201939a49243733" ns3:_="">
    <xsd:import namespace="004b1a65-5906-45b5-aebc-40e07deae0d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4b1a65-5906-45b5-aebc-40e07deae0d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04b1a65-5906-45b5-aebc-40e07deae0da" xsi:nil="true"/>
  </documentManagement>
</p:properties>
</file>

<file path=customXml/itemProps1.xml><?xml version="1.0" encoding="utf-8"?>
<ds:datastoreItem xmlns:ds="http://schemas.openxmlformats.org/officeDocument/2006/customXml" ds:itemID="{B702D694-701D-4AB4-BB41-D07722D85B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4b1a65-5906-45b5-aebc-40e07deae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7AD56F-2670-4CFA-9623-9EC8714C2214}">
  <ds:schemaRefs>
    <ds:schemaRef ds:uri="http://schemas.microsoft.com/sharepoint/v3/contenttype/forms"/>
  </ds:schemaRefs>
</ds:datastoreItem>
</file>

<file path=customXml/itemProps3.xml><?xml version="1.0" encoding="utf-8"?>
<ds:datastoreItem xmlns:ds="http://schemas.openxmlformats.org/officeDocument/2006/customXml" ds:itemID="{C8F7456C-A4B3-42B9-9D91-F38E3CFE1D46}">
  <ds:schemaRefs>
    <ds:schemaRef ds:uri="http://purl.org/dc/terms/"/>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www.w3.org/XML/1998/namespace"/>
    <ds:schemaRef ds:uri="http://schemas.microsoft.com/office/infopath/2007/PartnerControls"/>
    <ds:schemaRef ds:uri="004b1a65-5906-45b5-aebc-40e07deae0da"/>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25736</TotalTime>
  <Words>3370</Words>
  <Application>Microsoft Office PowerPoint</Application>
  <PresentationFormat>On-screen Show (4:3)</PresentationFormat>
  <Paragraphs>471</Paragraphs>
  <Slides>48</Slides>
  <Notes>5</Notes>
  <HiddenSlides>0</HiddenSlides>
  <MMClips>0</MMClips>
  <ScaleCrop>false</ScaleCrop>
  <HeadingPairs>
    <vt:vector size="8" baseType="variant">
      <vt:variant>
        <vt:lpstr>Fonts Used</vt:lpstr>
      </vt:variant>
      <vt:variant>
        <vt:i4>15</vt:i4>
      </vt:variant>
      <vt:variant>
        <vt:lpstr>Theme</vt:lpstr>
      </vt:variant>
      <vt:variant>
        <vt:i4>4</vt:i4>
      </vt:variant>
      <vt:variant>
        <vt:lpstr>Embedded OLE Servers</vt:lpstr>
      </vt:variant>
      <vt:variant>
        <vt:i4>1</vt:i4>
      </vt:variant>
      <vt:variant>
        <vt:lpstr>Slide Titles</vt:lpstr>
      </vt:variant>
      <vt:variant>
        <vt:i4>48</vt:i4>
      </vt:variant>
    </vt:vector>
  </HeadingPairs>
  <TitlesOfParts>
    <vt:vector size="68" baseType="lpstr">
      <vt:lpstr>Arial</vt:lpstr>
      <vt:lpstr>Calibri</vt:lpstr>
      <vt:lpstr>Calibri Light</vt:lpstr>
      <vt:lpstr>Cambria</vt:lpstr>
      <vt:lpstr>DM Sans</vt:lpstr>
      <vt:lpstr>Montserrat Classic</vt:lpstr>
      <vt:lpstr>Montserrat Ultra-Bold</vt:lpstr>
      <vt:lpstr>Oswald Bold</vt:lpstr>
      <vt:lpstr>Oswald Bold Italics</vt:lpstr>
      <vt:lpstr>Paytone One</vt:lpstr>
      <vt:lpstr>Tahoma</vt:lpstr>
      <vt:lpstr>Times</vt:lpstr>
      <vt:lpstr>Times New Roman</vt:lpstr>
      <vt:lpstr>Verdana</vt:lpstr>
      <vt:lpstr>Wingdings</vt:lpstr>
      <vt:lpstr>Office Theme</vt:lpstr>
      <vt:lpstr>blank</vt:lpstr>
      <vt:lpstr>1_Office Theme</vt:lpstr>
      <vt:lpstr>2_Office Theme</vt:lpstr>
      <vt:lpstr>Bitmap Image</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The starting point for most IT projects is upon the receipt of a systems request …</vt:lpstr>
      <vt:lpstr>What is Systems Request ?</vt:lpstr>
      <vt:lpstr>Why systems request ?</vt:lpstr>
      <vt:lpstr>PowerPoint Presentation</vt:lpstr>
      <vt:lpstr>PowerPoint Presentation</vt:lpstr>
      <vt:lpstr>PowerPoint Presentation</vt:lpstr>
      <vt:lpstr>Factors that initiates a system project</vt:lpstr>
      <vt:lpstr>Internal factors for system project</vt:lpstr>
      <vt:lpstr>External factors for system project</vt:lpstr>
      <vt:lpstr>Key Features of a System Request</vt:lpstr>
      <vt:lpstr>Common Contents of a System Request</vt:lpstr>
      <vt:lpstr>What is business case ?  Why it is important ?</vt:lpstr>
      <vt:lpstr>Evaluating a systems request</vt:lpstr>
      <vt:lpstr>Preliminary Investigation</vt:lpstr>
      <vt:lpstr>What is preliminary investigation ?</vt:lpstr>
      <vt:lpstr>Steps in preliminary investigation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Stakeholder</vt:lpstr>
      <vt:lpstr>System Owners</vt:lpstr>
      <vt:lpstr>System Users</vt:lpstr>
      <vt:lpstr>PowerPoint Presentation</vt:lpstr>
      <vt:lpstr>Managing Risk</vt:lpstr>
      <vt:lpstr>Managing Risk</vt:lpstr>
      <vt:lpstr>1. Identify the risks</vt:lpstr>
      <vt:lpstr>1. Identify the risks (cont.)</vt:lpstr>
      <vt:lpstr>2. Risk assessment</vt:lpstr>
      <vt:lpstr>Analyze the risks</vt:lpstr>
      <vt:lpstr>3. Actions to reduce risk</vt:lpstr>
      <vt:lpstr>PowerPoint Presentation</vt:lpstr>
      <vt:lpstr>A good proposal should cover …</vt:lpstr>
      <vt:lpstr>Project Selection</vt:lpstr>
      <vt:lpstr>Ways to Classify Projects</vt:lpstr>
      <vt:lpstr>SUMMARY</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Lim Wen-I</cp:lastModifiedBy>
  <cp:revision>138</cp:revision>
  <dcterms:created xsi:type="dcterms:W3CDTF">2011-06-16T14:45:20Z</dcterms:created>
  <dcterms:modified xsi:type="dcterms:W3CDTF">2025-10-12T09:45:25Z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0x0101004EEE190EC47C3646B3B75441771ECE24</vt:lpwstr>
  </property>
</Properties>
</file>