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620" r:id="rId4"/>
    <p:sldId id="378" r:id="rId5"/>
    <p:sldId id="377" r:id="rId6"/>
    <p:sldId id="621" r:id="rId7"/>
    <p:sldId id="367" r:id="rId8"/>
    <p:sldId id="611" r:id="rId9"/>
    <p:sldId id="589" r:id="rId10"/>
    <p:sldId id="622" r:id="rId11"/>
    <p:sldId id="591" r:id="rId12"/>
    <p:sldId id="629" r:id="rId13"/>
    <p:sldId id="630" r:id="rId14"/>
    <p:sldId id="376" r:id="rId15"/>
    <p:sldId id="366" r:id="rId16"/>
    <p:sldId id="328" r:id="rId17"/>
    <p:sldId id="329" r:id="rId18"/>
    <p:sldId id="368" r:id="rId19"/>
    <p:sldId id="279" r:id="rId20"/>
    <p:sldId id="280" r:id="rId21"/>
    <p:sldId id="369" r:id="rId22"/>
    <p:sldId id="270" r:id="rId23"/>
    <p:sldId id="330" r:id="rId24"/>
    <p:sldId id="370" r:id="rId25"/>
    <p:sldId id="371" r:id="rId26"/>
    <p:sldId id="372" r:id="rId27"/>
    <p:sldId id="373" r:id="rId28"/>
    <p:sldId id="374" r:id="rId29"/>
    <p:sldId id="375" r:id="rId30"/>
    <p:sldId id="259" r:id="rId31"/>
    <p:sldId id="260" r:id="rId32"/>
  </p:sldIdLst>
  <p:sldSz cx="18288000" cy="10287000"/>
  <p:notesSz cx="6858000" cy="9144000"/>
  <p:embeddedFontLst>
    <p:embeddedFont>
      <p:font typeface="Arial Rounded MT Bold" panose="020F0704030504030204" pitchFamily="34" charset="0"/>
      <p:regular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alibri Light" panose="020F0302020204030204" pitchFamily="34" charset="0"/>
      <p:regular r:id="rId39"/>
      <p:italic r:id="rId40"/>
    </p:embeddedFont>
    <p:embeddedFont>
      <p:font typeface="DM Sans" panose="020B0604020202020204" charset="0"/>
      <p:regular r:id="rId41"/>
    </p:embeddedFont>
    <p:embeddedFont>
      <p:font typeface="Montserrat Classic" panose="020B0604020202020204" charset="0"/>
      <p:regular r:id="rId42"/>
    </p:embeddedFont>
    <p:embeddedFont>
      <p:font typeface="Montserrat Ultra-Bold" panose="020B0604020202020204" charset="0"/>
      <p:regular r:id="rId43"/>
    </p:embeddedFont>
    <p:embeddedFont>
      <p:font typeface="Oswald Bold" pitchFamily="2" charset="0"/>
      <p:regular r:id="rId44"/>
      <p:bold r:id="rId45"/>
    </p:embeddedFont>
    <p:embeddedFont>
      <p:font typeface="Verdana" panose="020B0604030504040204" pitchFamily="34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9335" autoAdjust="0"/>
  </p:normalViewPr>
  <p:slideViewPr>
    <p:cSldViewPr>
      <p:cViewPr varScale="1">
        <p:scale>
          <a:sx n="39" d="100"/>
          <a:sy n="39" d="100"/>
        </p:scale>
        <p:origin x="8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m Wen-I" userId="4f6c7eb3-5643-4e91-aeb7-39086a2dad27" providerId="ADAL" clId="{6033336A-D6FB-4B2D-927D-D4E1DF786007}"/>
    <pc:docChg chg="modSld">
      <pc:chgData name="Lim Wen-I" userId="4f6c7eb3-5643-4e91-aeb7-39086a2dad27" providerId="ADAL" clId="{6033336A-D6FB-4B2D-927D-D4E1DF786007}" dt="2025-09-28T12:09:39.389" v="13" actId="20577"/>
      <pc:docMkLst>
        <pc:docMk/>
      </pc:docMkLst>
      <pc:sldChg chg="modSp">
        <pc:chgData name="Lim Wen-I" userId="4f6c7eb3-5643-4e91-aeb7-39086a2dad27" providerId="ADAL" clId="{6033336A-D6FB-4B2D-927D-D4E1DF786007}" dt="2025-09-28T12:09:39.389" v="13" actId="20577"/>
        <pc:sldMkLst>
          <pc:docMk/>
          <pc:sldMk cId="0" sldId="257"/>
        </pc:sldMkLst>
        <pc:spChg chg="mod">
          <ac:chgData name="Lim Wen-I" userId="4f6c7eb3-5643-4e91-aeb7-39086a2dad27" providerId="ADAL" clId="{6033336A-D6FB-4B2D-927D-D4E1DF786007}" dt="2025-09-28T12:09:39.389" v="13" actId="20577"/>
          <ac:spMkLst>
            <pc:docMk/>
            <pc:sldMk cId="0" sldId="257"/>
            <ac:spMk id="1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7FB0B0-B649-4821-BDE4-913E63EFA1F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84359885-7CC1-44DA-B7BC-A5F4DF707828}">
      <dgm:prSet phldrT="[Text]"/>
      <dgm:spPr/>
      <dgm:t>
        <a:bodyPr/>
        <a:lstStyle/>
        <a:p>
          <a:r>
            <a:rPr lang="en-MY" dirty="0"/>
            <a:t>✔ Helps understand user needs </a:t>
          </a:r>
        </a:p>
      </dgm:t>
    </dgm:pt>
    <dgm:pt modelId="{A00F36B3-5FFE-4642-9B4C-F9F5BE750339}" type="sibTrans" cxnId="{64F2E88E-DCA8-4050-8EEC-5AC960840538}">
      <dgm:prSet/>
      <dgm:spPr/>
      <dgm:t>
        <a:bodyPr/>
        <a:lstStyle/>
        <a:p>
          <a:endParaRPr lang="en-MY"/>
        </a:p>
      </dgm:t>
    </dgm:pt>
    <dgm:pt modelId="{F082A473-A0DF-4CB2-BF1A-79197A9ADDF9}" type="parTrans" cxnId="{64F2E88E-DCA8-4050-8EEC-5AC960840538}">
      <dgm:prSet/>
      <dgm:spPr/>
      <dgm:t>
        <a:bodyPr/>
        <a:lstStyle/>
        <a:p>
          <a:endParaRPr lang="en-MY"/>
        </a:p>
      </dgm:t>
    </dgm:pt>
    <dgm:pt modelId="{7D4A4C6B-F082-4FA3-B12F-D1751C09B1BB}">
      <dgm:prSet/>
      <dgm:spPr/>
      <dgm:t>
        <a:bodyPr/>
        <a:lstStyle/>
        <a:p>
          <a:r>
            <a:rPr lang="en-MY" dirty="0"/>
            <a:t>✔ Saves time and money </a:t>
          </a:r>
        </a:p>
      </dgm:t>
    </dgm:pt>
    <dgm:pt modelId="{B6548AEF-F2F4-46FB-9F7C-00936A8DAC22}" type="sibTrans" cxnId="{87F22ABA-3A9B-4270-8D41-C7FAD1457823}">
      <dgm:prSet/>
      <dgm:spPr/>
      <dgm:t>
        <a:bodyPr/>
        <a:lstStyle/>
        <a:p>
          <a:endParaRPr lang="en-MY"/>
        </a:p>
      </dgm:t>
    </dgm:pt>
    <dgm:pt modelId="{0D8C119E-D38A-4F88-A7ED-CB9FE150D2E3}" type="parTrans" cxnId="{87F22ABA-3A9B-4270-8D41-C7FAD1457823}">
      <dgm:prSet/>
      <dgm:spPr/>
      <dgm:t>
        <a:bodyPr/>
        <a:lstStyle/>
        <a:p>
          <a:endParaRPr lang="en-MY"/>
        </a:p>
      </dgm:t>
    </dgm:pt>
    <dgm:pt modelId="{3AEAB415-9C3D-4F2E-B117-2542D9BBA4C0}">
      <dgm:prSet/>
      <dgm:spPr/>
      <dgm:t>
        <a:bodyPr/>
        <a:lstStyle/>
        <a:p>
          <a:r>
            <a:rPr lang="en-MY" dirty="0"/>
            <a:t>✔ Reduces mistakes </a:t>
          </a:r>
        </a:p>
      </dgm:t>
    </dgm:pt>
    <dgm:pt modelId="{CDD45006-8EB8-498A-BB70-580FEAE55ACD}" type="sibTrans" cxnId="{5F7DB5B3-FC5A-4F11-9898-EB29F42B02DA}">
      <dgm:prSet/>
      <dgm:spPr/>
      <dgm:t>
        <a:bodyPr/>
        <a:lstStyle/>
        <a:p>
          <a:endParaRPr lang="en-MY"/>
        </a:p>
      </dgm:t>
    </dgm:pt>
    <dgm:pt modelId="{E167048B-3C96-4952-9908-CC0E59EA191C}" type="parTrans" cxnId="{5F7DB5B3-FC5A-4F11-9898-EB29F42B02DA}">
      <dgm:prSet/>
      <dgm:spPr/>
      <dgm:t>
        <a:bodyPr/>
        <a:lstStyle/>
        <a:p>
          <a:endParaRPr lang="en-MY"/>
        </a:p>
      </dgm:t>
    </dgm:pt>
    <dgm:pt modelId="{B7AB20C0-5B90-488D-A975-2834F5EC5BAC}">
      <dgm:prSet/>
      <dgm:spPr/>
      <dgm:t>
        <a:bodyPr/>
        <a:lstStyle/>
        <a:p>
          <a:r>
            <a:rPr lang="en-MY" dirty="0"/>
            <a:t>✔ Improves quality and performance</a:t>
          </a:r>
        </a:p>
      </dgm:t>
    </dgm:pt>
    <dgm:pt modelId="{37C81B83-92CA-43C7-BF4F-F29135C7F26A}" type="sibTrans" cxnId="{F4F6D957-85C6-4679-9314-59CA77BF42EC}">
      <dgm:prSet/>
      <dgm:spPr/>
      <dgm:t>
        <a:bodyPr/>
        <a:lstStyle/>
        <a:p>
          <a:endParaRPr lang="en-MY"/>
        </a:p>
      </dgm:t>
    </dgm:pt>
    <dgm:pt modelId="{8A5D2AD6-3947-479B-9F61-2307C21723FF}" type="parTrans" cxnId="{F4F6D957-85C6-4679-9314-59CA77BF42EC}">
      <dgm:prSet/>
      <dgm:spPr/>
      <dgm:t>
        <a:bodyPr/>
        <a:lstStyle/>
        <a:p>
          <a:endParaRPr lang="en-MY"/>
        </a:p>
      </dgm:t>
    </dgm:pt>
    <dgm:pt modelId="{0A72B583-9FF2-4B54-A2EA-E37727A0B6FF}" type="pres">
      <dgm:prSet presAssocID="{3E7FB0B0-B649-4821-BDE4-913E63EFA1F7}" presName="Name0" presStyleCnt="0">
        <dgm:presLayoutVars>
          <dgm:chMax val="7"/>
          <dgm:chPref val="7"/>
          <dgm:dir/>
        </dgm:presLayoutVars>
      </dgm:prSet>
      <dgm:spPr/>
    </dgm:pt>
    <dgm:pt modelId="{74EAF68F-8B7F-4F5A-8FE5-09830223AF53}" type="pres">
      <dgm:prSet presAssocID="{3E7FB0B0-B649-4821-BDE4-913E63EFA1F7}" presName="Name1" presStyleCnt="0"/>
      <dgm:spPr/>
    </dgm:pt>
    <dgm:pt modelId="{1C9CE565-DC6E-4B35-BCC0-5D2C7241408F}" type="pres">
      <dgm:prSet presAssocID="{3E7FB0B0-B649-4821-BDE4-913E63EFA1F7}" presName="cycle" presStyleCnt="0"/>
      <dgm:spPr/>
    </dgm:pt>
    <dgm:pt modelId="{F87A437F-3C2B-4CEF-BC5D-C2C5108466AC}" type="pres">
      <dgm:prSet presAssocID="{3E7FB0B0-B649-4821-BDE4-913E63EFA1F7}" presName="srcNode" presStyleLbl="node1" presStyleIdx="0" presStyleCnt="4"/>
      <dgm:spPr/>
    </dgm:pt>
    <dgm:pt modelId="{AB8BDD0A-54A7-4716-A83D-DBD04A7C3B09}" type="pres">
      <dgm:prSet presAssocID="{3E7FB0B0-B649-4821-BDE4-913E63EFA1F7}" presName="conn" presStyleLbl="parChTrans1D2" presStyleIdx="0" presStyleCnt="1"/>
      <dgm:spPr/>
    </dgm:pt>
    <dgm:pt modelId="{267A0EC4-05A2-43CB-89C1-AC36F100ECE2}" type="pres">
      <dgm:prSet presAssocID="{3E7FB0B0-B649-4821-BDE4-913E63EFA1F7}" presName="extraNode" presStyleLbl="node1" presStyleIdx="0" presStyleCnt="4"/>
      <dgm:spPr/>
    </dgm:pt>
    <dgm:pt modelId="{E12109F7-2B10-4E44-BAE3-6C6A2DC29E86}" type="pres">
      <dgm:prSet presAssocID="{3E7FB0B0-B649-4821-BDE4-913E63EFA1F7}" presName="dstNode" presStyleLbl="node1" presStyleIdx="0" presStyleCnt="4"/>
      <dgm:spPr/>
    </dgm:pt>
    <dgm:pt modelId="{2EF2559B-0338-41BC-B9C9-A1E35400DBA7}" type="pres">
      <dgm:prSet presAssocID="{84359885-7CC1-44DA-B7BC-A5F4DF707828}" presName="text_1" presStyleLbl="node1" presStyleIdx="0" presStyleCnt="4">
        <dgm:presLayoutVars>
          <dgm:bulletEnabled val="1"/>
        </dgm:presLayoutVars>
      </dgm:prSet>
      <dgm:spPr/>
    </dgm:pt>
    <dgm:pt modelId="{08348ED7-F3B5-489A-9F71-C846F57B22AD}" type="pres">
      <dgm:prSet presAssocID="{84359885-7CC1-44DA-B7BC-A5F4DF707828}" presName="accent_1" presStyleCnt="0"/>
      <dgm:spPr/>
    </dgm:pt>
    <dgm:pt modelId="{5F95C8F9-74C8-496F-9E98-D5042B6703AF}" type="pres">
      <dgm:prSet presAssocID="{84359885-7CC1-44DA-B7BC-A5F4DF707828}" presName="accentRepeatNode" presStyleLbl="solidFgAcc1" presStyleIdx="0" presStyleCnt="4"/>
      <dgm:spPr/>
    </dgm:pt>
    <dgm:pt modelId="{33E1EFB2-B299-4E06-AC09-9364268234B6}" type="pres">
      <dgm:prSet presAssocID="{7D4A4C6B-F082-4FA3-B12F-D1751C09B1BB}" presName="text_2" presStyleLbl="node1" presStyleIdx="1" presStyleCnt="4">
        <dgm:presLayoutVars>
          <dgm:bulletEnabled val="1"/>
        </dgm:presLayoutVars>
      </dgm:prSet>
      <dgm:spPr/>
    </dgm:pt>
    <dgm:pt modelId="{72800892-ACBE-4A34-9BC3-F052D85262C3}" type="pres">
      <dgm:prSet presAssocID="{7D4A4C6B-F082-4FA3-B12F-D1751C09B1BB}" presName="accent_2" presStyleCnt="0"/>
      <dgm:spPr/>
    </dgm:pt>
    <dgm:pt modelId="{2D428F73-D382-445E-9B5A-72521F2B0FE5}" type="pres">
      <dgm:prSet presAssocID="{7D4A4C6B-F082-4FA3-B12F-D1751C09B1BB}" presName="accentRepeatNode" presStyleLbl="solidFgAcc1" presStyleIdx="1" presStyleCnt="4"/>
      <dgm:spPr/>
    </dgm:pt>
    <dgm:pt modelId="{E33751C3-CCBC-4DFF-BEAE-F6E14BCAB858}" type="pres">
      <dgm:prSet presAssocID="{3AEAB415-9C3D-4F2E-B117-2542D9BBA4C0}" presName="text_3" presStyleLbl="node1" presStyleIdx="2" presStyleCnt="4">
        <dgm:presLayoutVars>
          <dgm:bulletEnabled val="1"/>
        </dgm:presLayoutVars>
      </dgm:prSet>
      <dgm:spPr/>
    </dgm:pt>
    <dgm:pt modelId="{22530132-A4C1-45E2-A9A8-B514445C1852}" type="pres">
      <dgm:prSet presAssocID="{3AEAB415-9C3D-4F2E-B117-2542D9BBA4C0}" presName="accent_3" presStyleCnt="0"/>
      <dgm:spPr/>
    </dgm:pt>
    <dgm:pt modelId="{4F0DDD87-26DA-4428-BFDD-75E75C753ECE}" type="pres">
      <dgm:prSet presAssocID="{3AEAB415-9C3D-4F2E-B117-2542D9BBA4C0}" presName="accentRepeatNode" presStyleLbl="solidFgAcc1" presStyleIdx="2" presStyleCnt="4"/>
      <dgm:spPr/>
    </dgm:pt>
    <dgm:pt modelId="{9DE5697F-ACA7-4EF3-A432-234400D128A3}" type="pres">
      <dgm:prSet presAssocID="{B7AB20C0-5B90-488D-A975-2834F5EC5BAC}" presName="text_4" presStyleLbl="node1" presStyleIdx="3" presStyleCnt="4">
        <dgm:presLayoutVars>
          <dgm:bulletEnabled val="1"/>
        </dgm:presLayoutVars>
      </dgm:prSet>
      <dgm:spPr/>
    </dgm:pt>
    <dgm:pt modelId="{2FE59327-EFDE-4C2E-BBDD-7362C700708B}" type="pres">
      <dgm:prSet presAssocID="{B7AB20C0-5B90-488D-A975-2834F5EC5BAC}" presName="accent_4" presStyleCnt="0"/>
      <dgm:spPr/>
    </dgm:pt>
    <dgm:pt modelId="{5A1EBF4C-541C-476D-91F1-1F17FAD6E24E}" type="pres">
      <dgm:prSet presAssocID="{B7AB20C0-5B90-488D-A975-2834F5EC5BAC}" presName="accentRepeatNode" presStyleLbl="solidFgAcc1" presStyleIdx="3" presStyleCnt="4"/>
      <dgm:spPr/>
    </dgm:pt>
  </dgm:ptLst>
  <dgm:cxnLst>
    <dgm:cxn modelId="{D303912D-9D3A-4033-8011-3BBBD07EF8F3}" type="presOf" srcId="{3AEAB415-9C3D-4F2E-B117-2542D9BBA4C0}" destId="{E33751C3-CCBC-4DFF-BEAE-F6E14BCAB858}" srcOrd="0" destOrd="0" presId="urn:microsoft.com/office/officeart/2008/layout/VerticalCurvedList"/>
    <dgm:cxn modelId="{F4F6D957-85C6-4679-9314-59CA77BF42EC}" srcId="{3E7FB0B0-B649-4821-BDE4-913E63EFA1F7}" destId="{B7AB20C0-5B90-488D-A975-2834F5EC5BAC}" srcOrd="3" destOrd="0" parTransId="{8A5D2AD6-3947-479B-9F61-2307C21723FF}" sibTransId="{37C81B83-92CA-43C7-BF4F-F29135C7F26A}"/>
    <dgm:cxn modelId="{F5588E84-3EDF-40DE-870F-AFBE51178326}" type="presOf" srcId="{84359885-7CC1-44DA-B7BC-A5F4DF707828}" destId="{2EF2559B-0338-41BC-B9C9-A1E35400DBA7}" srcOrd="0" destOrd="0" presId="urn:microsoft.com/office/officeart/2008/layout/VerticalCurvedList"/>
    <dgm:cxn modelId="{64F2E88E-DCA8-4050-8EEC-5AC960840538}" srcId="{3E7FB0B0-B649-4821-BDE4-913E63EFA1F7}" destId="{84359885-7CC1-44DA-B7BC-A5F4DF707828}" srcOrd="0" destOrd="0" parTransId="{F082A473-A0DF-4CB2-BF1A-79197A9ADDF9}" sibTransId="{A00F36B3-5FFE-4642-9B4C-F9F5BE750339}"/>
    <dgm:cxn modelId="{8377C09A-2B63-48E5-A521-06EBDA92C959}" type="presOf" srcId="{A00F36B3-5FFE-4642-9B4C-F9F5BE750339}" destId="{AB8BDD0A-54A7-4716-A83D-DBD04A7C3B09}" srcOrd="0" destOrd="0" presId="urn:microsoft.com/office/officeart/2008/layout/VerticalCurvedList"/>
    <dgm:cxn modelId="{B01E55B1-8085-446C-A24C-3F8A46AAD63F}" type="presOf" srcId="{B7AB20C0-5B90-488D-A975-2834F5EC5BAC}" destId="{9DE5697F-ACA7-4EF3-A432-234400D128A3}" srcOrd="0" destOrd="0" presId="urn:microsoft.com/office/officeart/2008/layout/VerticalCurvedList"/>
    <dgm:cxn modelId="{5F7DB5B3-FC5A-4F11-9898-EB29F42B02DA}" srcId="{3E7FB0B0-B649-4821-BDE4-913E63EFA1F7}" destId="{3AEAB415-9C3D-4F2E-B117-2542D9BBA4C0}" srcOrd="2" destOrd="0" parTransId="{E167048B-3C96-4952-9908-CC0E59EA191C}" sibTransId="{CDD45006-8EB8-498A-BB70-580FEAE55ACD}"/>
    <dgm:cxn modelId="{87F22ABA-3A9B-4270-8D41-C7FAD1457823}" srcId="{3E7FB0B0-B649-4821-BDE4-913E63EFA1F7}" destId="{7D4A4C6B-F082-4FA3-B12F-D1751C09B1BB}" srcOrd="1" destOrd="0" parTransId="{0D8C119E-D38A-4F88-A7ED-CB9FE150D2E3}" sibTransId="{B6548AEF-F2F4-46FB-9F7C-00936A8DAC22}"/>
    <dgm:cxn modelId="{7DC1EEBF-AEC7-4387-9B74-1B355BD99BE9}" type="presOf" srcId="{3E7FB0B0-B649-4821-BDE4-913E63EFA1F7}" destId="{0A72B583-9FF2-4B54-A2EA-E37727A0B6FF}" srcOrd="0" destOrd="0" presId="urn:microsoft.com/office/officeart/2008/layout/VerticalCurvedList"/>
    <dgm:cxn modelId="{20381FD5-19E4-4E7A-97D7-3B8D24B6967C}" type="presOf" srcId="{7D4A4C6B-F082-4FA3-B12F-D1751C09B1BB}" destId="{33E1EFB2-B299-4E06-AC09-9364268234B6}" srcOrd="0" destOrd="0" presId="urn:microsoft.com/office/officeart/2008/layout/VerticalCurvedList"/>
    <dgm:cxn modelId="{FD8ADDB3-D6B9-49DF-96C3-5CCB7ADCCAAE}" type="presParOf" srcId="{0A72B583-9FF2-4B54-A2EA-E37727A0B6FF}" destId="{74EAF68F-8B7F-4F5A-8FE5-09830223AF53}" srcOrd="0" destOrd="0" presId="urn:microsoft.com/office/officeart/2008/layout/VerticalCurvedList"/>
    <dgm:cxn modelId="{5180A739-4CF1-462C-B5DE-6280A24616AF}" type="presParOf" srcId="{74EAF68F-8B7F-4F5A-8FE5-09830223AF53}" destId="{1C9CE565-DC6E-4B35-BCC0-5D2C7241408F}" srcOrd="0" destOrd="0" presId="urn:microsoft.com/office/officeart/2008/layout/VerticalCurvedList"/>
    <dgm:cxn modelId="{1BDB3DAF-4133-45B2-9B73-F0F2ABA31E45}" type="presParOf" srcId="{1C9CE565-DC6E-4B35-BCC0-5D2C7241408F}" destId="{F87A437F-3C2B-4CEF-BC5D-C2C5108466AC}" srcOrd="0" destOrd="0" presId="urn:microsoft.com/office/officeart/2008/layout/VerticalCurvedList"/>
    <dgm:cxn modelId="{90AAC06F-6F9A-4BB6-9F6F-0ABED8C575DF}" type="presParOf" srcId="{1C9CE565-DC6E-4B35-BCC0-5D2C7241408F}" destId="{AB8BDD0A-54A7-4716-A83D-DBD04A7C3B09}" srcOrd="1" destOrd="0" presId="urn:microsoft.com/office/officeart/2008/layout/VerticalCurvedList"/>
    <dgm:cxn modelId="{0583F067-FB5A-4FDD-A33A-637C6E2A5B12}" type="presParOf" srcId="{1C9CE565-DC6E-4B35-BCC0-5D2C7241408F}" destId="{267A0EC4-05A2-43CB-89C1-AC36F100ECE2}" srcOrd="2" destOrd="0" presId="urn:microsoft.com/office/officeart/2008/layout/VerticalCurvedList"/>
    <dgm:cxn modelId="{28F6A60B-060A-44A4-B0F0-87AF8D75DC2F}" type="presParOf" srcId="{1C9CE565-DC6E-4B35-BCC0-5D2C7241408F}" destId="{E12109F7-2B10-4E44-BAE3-6C6A2DC29E86}" srcOrd="3" destOrd="0" presId="urn:microsoft.com/office/officeart/2008/layout/VerticalCurvedList"/>
    <dgm:cxn modelId="{C2D09DA7-B3C0-4204-A685-16FE2D0022AA}" type="presParOf" srcId="{74EAF68F-8B7F-4F5A-8FE5-09830223AF53}" destId="{2EF2559B-0338-41BC-B9C9-A1E35400DBA7}" srcOrd="1" destOrd="0" presId="urn:microsoft.com/office/officeart/2008/layout/VerticalCurvedList"/>
    <dgm:cxn modelId="{752D5691-683D-467D-87B7-281213F65512}" type="presParOf" srcId="{74EAF68F-8B7F-4F5A-8FE5-09830223AF53}" destId="{08348ED7-F3B5-489A-9F71-C846F57B22AD}" srcOrd="2" destOrd="0" presId="urn:microsoft.com/office/officeart/2008/layout/VerticalCurvedList"/>
    <dgm:cxn modelId="{0CF9D613-1449-4D62-B222-EC9AD0A6513B}" type="presParOf" srcId="{08348ED7-F3B5-489A-9F71-C846F57B22AD}" destId="{5F95C8F9-74C8-496F-9E98-D5042B6703AF}" srcOrd="0" destOrd="0" presId="urn:microsoft.com/office/officeart/2008/layout/VerticalCurvedList"/>
    <dgm:cxn modelId="{802A3669-51B9-4905-90D1-33335A5A5CF6}" type="presParOf" srcId="{74EAF68F-8B7F-4F5A-8FE5-09830223AF53}" destId="{33E1EFB2-B299-4E06-AC09-9364268234B6}" srcOrd="3" destOrd="0" presId="urn:microsoft.com/office/officeart/2008/layout/VerticalCurvedList"/>
    <dgm:cxn modelId="{35206FFC-3375-48A7-A402-91406DD7D9E6}" type="presParOf" srcId="{74EAF68F-8B7F-4F5A-8FE5-09830223AF53}" destId="{72800892-ACBE-4A34-9BC3-F052D85262C3}" srcOrd="4" destOrd="0" presId="urn:microsoft.com/office/officeart/2008/layout/VerticalCurvedList"/>
    <dgm:cxn modelId="{4E73925E-A67E-4837-B035-940359812106}" type="presParOf" srcId="{72800892-ACBE-4A34-9BC3-F052D85262C3}" destId="{2D428F73-D382-445E-9B5A-72521F2B0FE5}" srcOrd="0" destOrd="0" presId="urn:microsoft.com/office/officeart/2008/layout/VerticalCurvedList"/>
    <dgm:cxn modelId="{4C454E20-69C9-45D6-A146-0D50245A7B68}" type="presParOf" srcId="{74EAF68F-8B7F-4F5A-8FE5-09830223AF53}" destId="{E33751C3-CCBC-4DFF-BEAE-F6E14BCAB858}" srcOrd="5" destOrd="0" presId="urn:microsoft.com/office/officeart/2008/layout/VerticalCurvedList"/>
    <dgm:cxn modelId="{532797DA-3C42-4AA0-B7FC-77F6F75DE0CE}" type="presParOf" srcId="{74EAF68F-8B7F-4F5A-8FE5-09830223AF53}" destId="{22530132-A4C1-45E2-A9A8-B514445C1852}" srcOrd="6" destOrd="0" presId="urn:microsoft.com/office/officeart/2008/layout/VerticalCurvedList"/>
    <dgm:cxn modelId="{B0064007-D6B2-4B6C-8468-7E0AE701120F}" type="presParOf" srcId="{22530132-A4C1-45E2-A9A8-B514445C1852}" destId="{4F0DDD87-26DA-4428-BFDD-75E75C753ECE}" srcOrd="0" destOrd="0" presId="urn:microsoft.com/office/officeart/2008/layout/VerticalCurvedList"/>
    <dgm:cxn modelId="{4409D172-AA83-474E-BDEC-F18767CBE78A}" type="presParOf" srcId="{74EAF68F-8B7F-4F5A-8FE5-09830223AF53}" destId="{9DE5697F-ACA7-4EF3-A432-234400D128A3}" srcOrd="7" destOrd="0" presId="urn:microsoft.com/office/officeart/2008/layout/VerticalCurvedList"/>
    <dgm:cxn modelId="{7B71365C-F3F6-4EC8-B36E-98C7AA710C93}" type="presParOf" srcId="{74EAF68F-8B7F-4F5A-8FE5-09830223AF53}" destId="{2FE59327-EFDE-4C2E-BBDD-7362C700708B}" srcOrd="8" destOrd="0" presId="urn:microsoft.com/office/officeart/2008/layout/VerticalCurvedList"/>
    <dgm:cxn modelId="{3E017F47-8328-41E3-895E-2F547C2EA747}" type="presParOf" srcId="{2FE59327-EFDE-4C2E-BBDD-7362C700708B}" destId="{5A1EBF4C-541C-476D-91F1-1F17FAD6E24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C41428-985A-4A4B-B168-C9CEB338A56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1590668B-CAEB-4241-A501-15F4CDB31C4C}">
      <dgm:prSet phldrT="[Text]" custT="1"/>
      <dgm:spPr/>
      <dgm:t>
        <a:bodyPr/>
        <a:lstStyle/>
        <a:p>
          <a:r>
            <a:rPr lang="en-US" alt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Technical 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3B9E747-9098-4988-BFB9-769C42228979}" type="parTrans" cxnId="{A9FF5615-2C27-4CEA-AABF-05F3D10856CA}">
      <dgm:prSet/>
      <dgm:spPr/>
      <dgm:t>
        <a:bodyPr/>
        <a:lstStyle/>
        <a:p>
          <a:endParaRPr lang="en-MY"/>
        </a:p>
      </dgm:t>
    </dgm:pt>
    <dgm:pt modelId="{4135ACAF-0767-4897-9648-332DF7D66AAC}" type="sibTrans" cxnId="{A9FF5615-2C27-4CEA-AABF-05F3D10856CA}">
      <dgm:prSet/>
      <dgm:spPr/>
      <dgm:t>
        <a:bodyPr/>
        <a:lstStyle/>
        <a:p>
          <a:endParaRPr lang="en-MY"/>
        </a:p>
      </dgm:t>
    </dgm:pt>
    <dgm:pt modelId="{242ADD40-7901-4591-9B94-1D95B2FC316C}">
      <dgm:prSet phldrT="[Text]" custT="1"/>
      <dgm:spPr/>
      <dgm:t>
        <a:bodyPr/>
        <a:lstStyle/>
        <a:p>
          <a:r>
            <a:rPr lang="en-US" alt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must understand the technical environment, technical foundation, and technical solution.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DF81572-3E45-4F5F-8B16-609E0C6D54F2}" type="parTrans" cxnId="{EF340306-1B5B-41AE-B384-4323675604DB}">
      <dgm:prSet/>
      <dgm:spPr/>
      <dgm:t>
        <a:bodyPr/>
        <a:lstStyle/>
        <a:p>
          <a:endParaRPr lang="en-MY"/>
        </a:p>
      </dgm:t>
    </dgm:pt>
    <dgm:pt modelId="{1A01ADF6-4E12-4BC3-8438-77C796E13A8F}" type="sibTrans" cxnId="{EF340306-1B5B-41AE-B384-4323675604DB}">
      <dgm:prSet/>
      <dgm:spPr/>
      <dgm:t>
        <a:bodyPr/>
        <a:lstStyle/>
        <a:p>
          <a:endParaRPr lang="en-MY"/>
        </a:p>
      </dgm:t>
    </dgm:pt>
    <dgm:pt modelId="{216F3BF7-2EE9-4894-8C63-0D9FBACFE10E}">
      <dgm:prSet phldrT="[Text]" custT="1"/>
      <dgm:spPr/>
      <dgm:t>
        <a:bodyPr/>
        <a:lstStyle/>
        <a:p>
          <a:r>
            <a:rPr lang="en-US" alt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must understand how it can be applied to business situations.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75BF3AE-0E0F-4DCC-A1FE-17829E927DE5}" type="parTrans" cxnId="{E0135387-FCA8-442E-9C1C-14EC82DB1619}">
      <dgm:prSet/>
      <dgm:spPr/>
      <dgm:t>
        <a:bodyPr/>
        <a:lstStyle/>
        <a:p>
          <a:endParaRPr lang="en-MY"/>
        </a:p>
      </dgm:t>
    </dgm:pt>
    <dgm:pt modelId="{900E9437-3DEB-41E1-8C46-9D6803EA4A4E}" type="sibTrans" cxnId="{E0135387-FCA8-442E-9C1C-14EC82DB1619}">
      <dgm:prSet/>
      <dgm:spPr/>
      <dgm:t>
        <a:bodyPr/>
        <a:lstStyle/>
        <a:p>
          <a:endParaRPr lang="en-MY"/>
        </a:p>
      </dgm:t>
    </dgm:pt>
    <dgm:pt modelId="{A4CF1DC6-CD89-49CA-BEF4-421068645EBE}">
      <dgm:prSet phldrT="[Text]" custT="1"/>
      <dgm:spPr/>
      <dgm:t>
        <a:bodyPr/>
        <a:lstStyle/>
        <a:p>
          <a:r>
            <a:rPr lang="en-US" alt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Analytical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96E038C-B4CD-45C7-A6E4-ADDBF8DEDDE5}" type="parTrans" cxnId="{E22081F8-BEE0-4963-9819-D4ADAB62706E}">
      <dgm:prSet/>
      <dgm:spPr/>
      <dgm:t>
        <a:bodyPr/>
        <a:lstStyle/>
        <a:p>
          <a:endParaRPr lang="en-MY"/>
        </a:p>
      </dgm:t>
    </dgm:pt>
    <dgm:pt modelId="{205001A2-1021-4C86-B2A1-5605264FFBBA}" type="sibTrans" cxnId="{E22081F8-BEE0-4963-9819-D4ADAB62706E}">
      <dgm:prSet/>
      <dgm:spPr/>
      <dgm:t>
        <a:bodyPr/>
        <a:lstStyle/>
        <a:p>
          <a:endParaRPr lang="en-MY"/>
        </a:p>
      </dgm:t>
    </dgm:pt>
    <dgm:pt modelId="{B1923B6A-16E1-4B0E-920C-6FABCB2FBED7}">
      <dgm:prSet phldrT="[Text]" custT="1"/>
      <dgm:spPr/>
      <dgm:t>
        <a:bodyPr/>
        <a:lstStyle/>
        <a:p>
          <a:r>
            <a:rPr lang="en-US" altLang="en-US" sz="2400" b="1" cap="none">
              <a:latin typeface="Verdana" panose="020B0604030504040204" pitchFamily="34" charset="0"/>
              <a:ea typeface="Verdana" panose="020B0604030504040204" pitchFamily="34" charset="0"/>
            </a:rPr>
            <a:t>Management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22BC1F9-EC5C-490E-9439-0411B39FB0D4}" type="parTrans" cxnId="{81D66E01-8711-43CE-9A13-73F489FB8317}">
      <dgm:prSet/>
      <dgm:spPr/>
      <dgm:t>
        <a:bodyPr/>
        <a:lstStyle/>
        <a:p>
          <a:endParaRPr lang="en-MY"/>
        </a:p>
      </dgm:t>
    </dgm:pt>
    <dgm:pt modelId="{DE3AE571-CB4F-45F6-A095-52490ED485F3}" type="sibTrans" cxnId="{81D66E01-8711-43CE-9A13-73F489FB8317}">
      <dgm:prSet/>
      <dgm:spPr/>
      <dgm:t>
        <a:bodyPr/>
        <a:lstStyle/>
        <a:p>
          <a:endParaRPr lang="en-MY"/>
        </a:p>
      </dgm:t>
    </dgm:pt>
    <dgm:pt modelId="{B78D892B-9C27-4499-99F4-D6C1C8798E7E}">
      <dgm:prSet phldrT="[Text]" custT="1"/>
      <dgm:spPr/>
      <dgm:t>
        <a:bodyPr/>
        <a:lstStyle/>
        <a:p>
          <a:r>
            <a:rPr lang="en-US" altLang="en-US" sz="2400" b="1" cap="none">
              <a:latin typeface="Verdana" panose="020B0604030504040204" pitchFamily="34" charset="0"/>
              <a:ea typeface="Verdana" panose="020B0604030504040204" pitchFamily="34" charset="0"/>
            </a:rPr>
            <a:t>need to manage people and to manage pressure and risks. 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1573255-F74E-4954-BD1C-CC17BF057F0C}" type="parTrans" cxnId="{8D3873AD-8E0A-46EF-86DC-C1B11E671B21}">
      <dgm:prSet/>
      <dgm:spPr/>
      <dgm:t>
        <a:bodyPr/>
        <a:lstStyle/>
        <a:p>
          <a:endParaRPr lang="en-MY"/>
        </a:p>
      </dgm:t>
    </dgm:pt>
    <dgm:pt modelId="{D480B55A-E195-47C5-81C2-400345AA3D3E}" type="sibTrans" cxnId="{8D3873AD-8E0A-46EF-86DC-C1B11E671B21}">
      <dgm:prSet/>
      <dgm:spPr/>
      <dgm:t>
        <a:bodyPr/>
        <a:lstStyle/>
        <a:p>
          <a:endParaRPr lang="en-MY"/>
        </a:p>
      </dgm:t>
    </dgm:pt>
    <dgm:pt modelId="{43A1C27C-ABC9-4E4E-8CEB-DB3585F5702A}">
      <dgm:prSet phldrT="[Text]" custT="1"/>
      <dgm:spPr/>
      <dgm:t>
        <a:bodyPr/>
        <a:lstStyle/>
        <a:p>
          <a:r>
            <a:rPr lang="en-US" alt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Interpersonal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2BE5DE8-75F9-4AD0-8B50-68263478AF64}" type="parTrans" cxnId="{72418587-2F88-4CCA-BD6A-BE63DC060D71}">
      <dgm:prSet/>
      <dgm:spPr/>
      <dgm:t>
        <a:bodyPr/>
        <a:lstStyle/>
        <a:p>
          <a:endParaRPr lang="en-MY"/>
        </a:p>
      </dgm:t>
    </dgm:pt>
    <dgm:pt modelId="{3222635C-D543-42E7-B254-3842725584F6}" type="sibTrans" cxnId="{72418587-2F88-4CCA-BD6A-BE63DC060D71}">
      <dgm:prSet/>
      <dgm:spPr/>
      <dgm:t>
        <a:bodyPr/>
        <a:lstStyle/>
        <a:p>
          <a:endParaRPr lang="en-MY"/>
        </a:p>
      </dgm:t>
    </dgm:pt>
    <dgm:pt modelId="{EF288719-0BEE-4423-A51D-5156F401D35D}">
      <dgm:prSet phldrT="[Text]" custT="1"/>
      <dgm:spPr/>
      <dgm:t>
        <a:bodyPr/>
        <a:lstStyle/>
        <a:p>
          <a:r>
            <a:rPr lang="en-US" altLang="en-US" sz="2400" b="1" cap="none">
              <a:latin typeface="Verdana" panose="020B0604030504040204" pitchFamily="34" charset="0"/>
              <a:ea typeface="Verdana" panose="020B0604030504040204" pitchFamily="34" charset="0"/>
            </a:rPr>
            <a:t>Ethical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36565E6-11B5-4844-8880-867D6FA026AA}" type="parTrans" cxnId="{CFC22BFF-9C23-4812-968D-8D089F6C3892}">
      <dgm:prSet/>
      <dgm:spPr/>
      <dgm:t>
        <a:bodyPr/>
        <a:lstStyle/>
        <a:p>
          <a:endParaRPr lang="en-MY"/>
        </a:p>
      </dgm:t>
    </dgm:pt>
    <dgm:pt modelId="{3E93AC66-2F13-4308-8326-852FEE452BB3}" type="sibTrans" cxnId="{CFC22BFF-9C23-4812-968D-8D089F6C3892}">
      <dgm:prSet/>
      <dgm:spPr/>
      <dgm:t>
        <a:bodyPr/>
        <a:lstStyle/>
        <a:p>
          <a:endParaRPr lang="en-MY"/>
        </a:p>
      </dgm:t>
    </dgm:pt>
    <dgm:pt modelId="{39B7D585-CCB0-4822-A8C3-95BB554D46C6}">
      <dgm:prSet phldrT="[Text]" custT="1"/>
      <dgm:spPr/>
      <dgm:t>
        <a:bodyPr/>
        <a:lstStyle/>
        <a:p>
          <a:r>
            <a:rPr lang="en-US" alt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must deal fairly, honestly, and ethically with other project members, managers, and systems users.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A64170A6-47A1-4B42-99A1-FDC4D81A17C0}" type="parTrans" cxnId="{EF45F529-D70B-4F91-A498-CF1CAA3EE980}">
      <dgm:prSet/>
      <dgm:spPr/>
      <dgm:t>
        <a:bodyPr/>
        <a:lstStyle/>
        <a:p>
          <a:endParaRPr lang="en-MY"/>
        </a:p>
      </dgm:t>
    </dgm:pt>
    <dgm:pt modelId="{0D63B6A5-0B63-4892-B1BE-8D9DB388FBC4}" type="sibTrans" cxnId="{EF45F529-D70B-4F91-A498-CF1CAA3EE980}">
      <dgm:prSet/>
      <dgm:spPr/>
      <dgm:t>
        <a:bodyPr/>
        <a:lstStyle/>
        <a:p>
          <a:endParaRPr lang="en-MY"/>
        </a:p>
      </dgm:t>
    </dgm:pt>
    <dgm:pt modelId="{75D1A5F8-02B6-497D-8594-3D631564AB16}">
      <dgm:prSet phldrT="[Text]" custT="1"/>
      <dgm:spPr/>
      <dgm:t>
        <a:bodyPr/>
        <a:lstStyle/>
        <a:p>
          <a:r>
            <a:rPr lang="en-US" sz="2400" b="1" dirty="0">
              <a:latin typeface="Verdana" panose="020B0604030504040204" pitchFamily="34" charset="0"/>
              <a:ea typeface="Verdana" panose="020B0604030504040204" pitchFamily="34" charset="0"/>
            </a:rPr>
            <a:t>Business 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3F718D6-3097-4B36-8EFB-D1231291C452}" type="parTrans" cxnId="{A9BFD6BD-4893-4DC4-B490-159210B2BE58}">
      <dgm:prSet/>
      <dgm:spPr/>
      <dgm:t>
        <a:bodyPr/>
        <a:lstStyle/>
        <a:p>
          <a:endParaRPr lang="en-MY"/>
        </a:p>
      </dgm:t>
    </dgm:pt>
    <dgm:pt modelId="{01DB5E7C-C79F-4B21-8730-682FEBA06A21}" type="sibTrans" cxnId="{A9BFD6BD-4893-4DC4-B490-159210B2BE58}">
      <dgm:prSet/>
      <dgm:spPr/>
      <dgm:t>
        <a:bodyPr/>
        <a:lstStyle/>
        <a:p>
          <a:endParaRPr lang="en-MY"/>
        </a:p>
      </dgm:t>
    </dgm:pt>
    <dgm:pt modelId="{537E2E62-B0E1-4580-856A-5A4904FA2EA6}">
      <dgm:prSet phldrT="[Text]" custT="1"/>
      <dgm:spPr/>
      <dgm:t>
        <a:bodyPr/>
        <a:lstStyle/>
        <a:p>
          <a:r>
            <a:rPr lang="en-US" alt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must be problem solvers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0F9874B-D5D8-427B-9666-388B7C2AD05D}" type="parTrans" cxnId="{EFC53BB6-3D1C-46A7-AFA6-DDEDE9A1D48D}">
      <dgm:prSet/>
      <dgm:spPr/>
      <dgm:t>
        <a:bodyPr/>
        <a:lstStyle/>
        <a:p>
          <a:endParaRPr lang="en-MY"/>
        </a:p>
      </dgm:t>
    </dgm:pt>
    <dgm:pt modelId="{E3B8A3B0-2723-49AC-9BB0-442354880A00}" type="sibTrans" cxnId="{EFC53BB6-3D1C-46A7-AFA6-DDEDE9A1D48D}">
      <dgm:prSet/>
      <dgm:spPr/>
      <dgm:t>
        <a:bodyPr/>
        <a:lstStyle/>
        <a:p>
          <a:endParaRPr lang="en-MY"/>
        </a:p>
      </dgm:t>
    </dgm:pt>
    <dgm:pt modelId="{D36FB47B-CEDA-4944-830D-FA7818319D0A}">
      <dgm:prSet phldrT="[Text]" custT="1"/>
      <dgm:spPr/>
      <dgm:t>
        <a:bodyPr/>
        <a:lstStyle/>
        <a:p>
          <a:r>
            <a:rPr lang="en-US" alt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need to communicate effectively</a:t>
          </a:r>
          <a:endParaRPr lang="en-MY" sz="24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1FE2892-199F-4390-853A-33A17F60F6EA}" type="parTrans" cxnId="{EE918D8B-2762-4E91-BD46-8AC2E363AD6A}">
      <dgm:prSet/>
      <dgm:spPr/>
      <dgm:t>
        <a:bodyPr/>
        <a:lstStyle/>
        <a:p>
          <a:endParaRPr lang="en-MY"/>
        </a:p>
      </dgm:t>
    </dgm:pt>
    <dgm:pt modelId="{7FF1259D-92E3-4A7D-A7A0-E7942071BA3E}" type="sibTrans" cxnId="{EE918D8B-2762-4E91-BD46-8AC2E363AD6A}">
      <dgm:prSet/>
      <dgm:spPr/>
      <dgm:t>
        <a:bodyPr/>
        <a:lstStyle/>
        <a:p>
          <a:endParaRPr lang="en-MY"/>
        </a:p>
      </dgm:t>
    </dgm:pt>
    <dgm:pt modelId="{6189C255-EEA0-4173-8A30-EF25A99E8A84}" type="pres">
      <dgm:prSet presAssocID="{A8C41428-985A-4A4B-B168-C9CEB338A56A}" presName="linear" presStyleCnt="0">
        <dgm:presLayoutVars>
          <dgm:dir/>
          <dgm:animLvl val="lvl"/>
          <dgm:resizeHandles val="exact"/>
        </dgm:presLayoutVars>
      </dgm:prSet>
      <dgm:spPr/>
    </dgm:pt>
    <dgm:pt modelId="{429955FC-D3E3-4E47-B1A0-048AA247DFA6}" type="pres">
      <dgm:prSet presAssocID="{1590668B-CAEB-4241-A501-15F4CDB31C4C}" presName="parentLin" presStyleCnt="0"/>
      <dgm:spPr/>
    </dgm:pt>
    <dgm:pt modelId="{CF7112C9-54CF-42FA-8E50-B79097720945}" type="pres">
      <dgm:prSet presAssocID="{1590668B-CAEB-4241-A501-15F4CDB31C4C}" presName="parentLeftMargin" presStyleLbl="node1" presStyleIdx="0" presStyleCnt="6"/>
      <dgm:spPr/>
    </dgm:pt>
    <dgm:pt modelId="{76AE620C-CF99-4F7E-9009-285A581FCE92}" type="pres">
      <dgm:prSet presAssocID="{1590668B-CAEB-4241-A501-15F4CDB31C4C}" presName="parentText" presStyleLbl="node1" presStyleIdx="0" presStyleCnt="6" custScaleX="142857">
        <dgm:presLayoutVars>
          <dgm:chMax val="0"/>
          <dgm:bulletEnabled val="1"/>
        </dgm:presLayoutVars>
      </dgm:prSet>
      <dgm:spPr/>
    </dgm:pt>
    <dgm:pt modelId="{31C738B3-8275-491E-964B-B217925AA2AF}" type="pres">
      <dgm:prSet presAssocID="{1590668B-CAEB-4241-A501-15F4CDB31C4C}" presName="negativeSpace" presStyleCnt="0"/>
      <dgm:spPr/>
    </dgm:pt>
    <dgm:pt modelId="{6BD72660-8964-4363-95AF-0ECF73B501E0}" type="pres">
      <dgm:prSet presAssocID="{1590668B-CAEB-4241-A501-15F4CDB31C4C}" presName="childText" presStyleLbl="conFgAcc1" presStyleIdx="0" presStyleCnt="6" custLinFactNeighborX="-587" custLinFactNeighborY="-2427">
        <dgm:presLayoutVars>
          <dgm:bulletEnabled val="1"/>
        </dgm:presLayoutVars>
      </dgm:prSet>
      <dgm:spPr/>
    </dgm:pt>
    <dgm:pt modelId="{771D4469-60FC-4804-8B2C-D2326BAE3BC4}" type="pres">
      <dgm:prSet presAssocID="{4135ACAF-0767-4897-9648-332DF7D66AAC}" presName="spaceBetweenRectangles" presStyleCnt="0"/>
      <dgm:spPr/>
    </dgm:pt>
    <dgm:pt modelId="{EF6F2294-18ED-40E3-A0BB-6AE1726394C2}" type="pres">
      <dgm:prSet presAssocID="{75D1A5F8-02B6-497D-8594-3D631564AB16}" presName="parentLin" presStyleCnt="0"/>
      <dgm:spPr/>
    </dgm:pt>
    <dgm:pt modelId="{11F991F9-9D24-4C82-89CD-84581C8371D0}" type="pres">
      <dgm:prSet presAssocID="{75D1A5F8-02B6-497D-8594-3D631564AB16}" presName="parentLeftMargin" presStyleLbl="node1" presStyleIdx="0" presStyleCnt="6"/>
      <dgm:spPr/>
    </dgm:pt>
    <dgm:pt modelId="{C94C700D-723E-43A5-A8EC-BF1CC0D4EDCA}" type="pres">
      <dgm:prSet presAssocID="{75D1A5F8-02B6-497D-8594-3D631564AB16}" presName="parentText" presStyleLbl="node1" presStyleIdx="1" presStyleCnt="6" custScaleX="142857">
        <dgm:presLayoutVars>
          <dgm:chMax val="0"/>
          <dgm:bulletEnabled val="1"/>
        </dgm:presLayoutVars>
      </dgm:prSet>
      <dgm:spPr/>
    </dgm:pt>
    <dgm:pt modelId="{8F5C0CA2-6D09-40F9-AAF4-CC7DE0197FC2}" type="pres">
      <dgm:prSet presAssocID="{75D1A5F8-02B6-497D-8594-3D631564AB16}" presName="negativeSpace" presStyleCnt="0"/>
      <dgm:spPr/>
    </dgm:pt>
    <dgm:pt modelId="{99460990-5C31-46BE-AC42-71795E8E09F6}" type="pres">
      <dgm:prSet presAssocID="{75D1A5F8-02B6-497D-8594-3D631564AB16}" presName="childText" presStyleLbl="conFgAcc1" presStyleIdx="1" presStyleCnt="6">
        <dgm:presLayoutVars>
          <dgm:bulletEnabled val="1"/>
        </dgm:presLayoutVars>
      </dgm:prSet>
      <dgm:spPr/>
    </dgm:pt>
    <dgm:pt modelId="{7D609446-CE7C-425E-A3F2-6042D216AC1E}" type="pres">
      <dgm:prSet presAssocID="{01DB5E7C-C79F-4B21-8730-682FEBA06A21}" presName="spaceBetweenRectangles" presStyleCnt="0"/>
      <dgm:spPr/>
    </dgm:pt>
    <dgm:pt modelId="{1A50AF9F-FA0F-445F-B975-7D87A230F3B1}" type="pres">
      <dgm:prSet presAssocID="{A4CF1DC6-CD89-49CA-BEF4-421068645EBE}" presName="parentLin" presStyleCnt="0"/>
      <dgm:spPr/>
    </dgm:pt>
    <dgm:pt modelId="{EC5842D2-7E0E-4193-B3BE-EE5E010A79FD}" type="pres">
      <dgm:prSet presAssocID="{A4CF1DC6-CD89-49CA-BEF4-421068645EBE}" presName="parentLeftMargin" presStyleLbl="node1" presStyleIdx="1" presStyleCnt="6"/>
      <dgm:spPr/>
    </dgm:pt>
    <dgm:pt modelId="{62F343ED-EB07-4818-9E8E-38AD308E23F4}" type="pres">
      <dgm:prSet presAssocID="{A4CF1DC6-CD89-49CA-BEF4-421068645EBE}" presName="parentText" presStyleLbl="node1" presStyleIdx="2" presStyleCnt="6" custScaleX="142857">
        <dgm:presLayoutVars>
          <dgm:chMax val="0"/>
          <dgm:bulletEnabled val="1"/>
        </dgm:presLayoutVars>
      </dgm:prSet>
      <dgm:spPr/>
    </dgm:pt>
    <dgm:pt modelId="{47AA3F09-6169-4022-B30E-032B5D96F803}" type="pres">
      <dgm:prSet presAssocID="{A4CF1DC6-CD89-49CA-BEF4-421068645EBE}" presName="negativeSpace" presStyleCnt="0"/>
      <dgm:spPr/>
    </dgm:pt>
    <dgm:pt modelId="{8780E1AD-53C7-4915-997F-AB9F4E9E07D1}" type="pres">
      <dgm:prSet presAssocID="{A4CF1DC6-CD89-49CA-BEF4-421068645EBE}" presName="childText" presStyleLbl="conFgAcc1" presStyleIdx="2" presStyleCnt="6">
        <dgm:presLayoutVars>
          <dgm:bulletEnabled val="1"/>
        </dgm:presLayoutVars>
      </dgm:prSet>
      <dgm:spPr/>
    </dgm:pt>
    <dgm:pt modelId="{AD29F096-AD6F-4555-9485-A9F4B20AB7E2}" type="pres">
      <dgm:prSet presAssocID="{205001A2-1021-4C86-B2A1-5605264FFBBA}" presName="spaceBetweenRectangles" presStyleCnt="0"/>
      <dgm:spPr/>
    </dgm:pt>
    <dgm:pt modelId="{787ECE7B-7596-47C8-8081-113EEDDE47C3}" type="pres">
      <dgm:prSet presAssocID="{B1923B6A-16E1-4B0E-920C-6FABCB2FBED7}" presName="parentLin" presStyleCnt="0"/>
      <dgm:spPr/>
    </dgm:pt>
    <dgm:pt modelId="{72BE46D4-AF67-46C0-BD18-DCCDAEB15623}" type="pres">
      <dgm:prSet presAssocID="{B1923B6A-16E1-4B0E-920C-6FABCB2FBED7}" presName="parentLeftMargin" presStyleLbl="node1" presStyleIdx="2" presStyleCnt="6"/>
      <dgm:spPr/>
    </dgm:pt>
    <dgm:pt modelId="{DCE8B4FB-16FE-4C3C-BDA1-A9198D45C060}" type="pres">
      <dgm:prSet presAssocID="{B1923B6A-16E1-4B0E-920C-6FABCB2FBED7}" presName="parentText" presStyleLbl="node1" presStyleIdx="3" presStyleCnt="6" custScaleX="142857">
        <dgm:presLayoutVars>
          <dgm:chMax val="0"/>
          <dgm:bulletEnabled val="1"/>
        </dgm:presLayoutVars>
      </dgm:prSet>
      <dgm:spPr/>
    </dgm:pt>
    <dgm:pt modelId="{2DE21146-8590-4D4A-9DF9-0CBAEA2A28BD}" type="pres">
      <dgm:prSet presAssocID="{B1923B6A-16E1-4B0E-920C-6FABCB2FBED7}" presName="negativeSpace" presStyleCnt="0"/>
      <dgm:spPr/>
    </dgm:pt>
    <dgm:pt modelId="{E9ABD65E-9BBB-4A06-AA9A-E3DFA0B0094C}" type="pres">
      <dgm:prSet presAssocID="{B1923B6A-16E1-4B0E-920C-6FABCB2FBED7}" presName="childText" presStyleLbl="conFgAcc1" presStyleIdx="3" presStyleCnt="6">
        <dgm:presLayoutVars>
          <dgm:bulletEnabled val="1"/>
        </dgm:presLayoutVars>
      </dgm:prSet>
      <dgm:spPr/>
    </dgm:pt>
    <dgm:pt modelId="{DDDB2D97-D6CC-4FC9-BCD2-BF86EEFA9194}" type="pres">
      <dgm:prSet presAssocID="{DE3AE571-CB4F-45F6-A095-52490ED485F3}" presName="spaceBetweenRectangles" presStyleCnt="0"/>
      <dgm:spPr/>
    </dgm:pt>
    <dgm:pt modelId="{99A813CF-8E77-474B-B7CE-C33B10432DD9}" type="pres">
      <dgm:prSet presAssocID="{43A1C27C-ABC9-4E4E-8CEB-DB3585F5702A}" presName="parentLin" presStyleCnt="0"/>
      <dgm:spPr/>
    </dgm:pt>
    <dgm:pt modelId="{FEC3F73F-A5D9-4E2A-BDC9-01B04DA93F04}" type="pres">
      <dgm:prSet presAssocID="{43A1C27C-ABC9-4E4E-8CEB-DB3585F5702A}" presName="parentLeftMargin" presStyleLbl="node1" presStyleIdx="3" presStyleCnt="6"/>
      <dgm:spPr/>
    </dgm:pt>
    <dgm:pt modelId="{5555248D-4E2E-45FA-A9AF-12AAC58B4682}" type="pres">
      <dgm:prSet presAssocID="{43A1C27C-ABC9-4E4E-8CEB-DB3585F5702A}" presName="parentText" presStyleLbl="node1" presStyleIdx="4" presStyleCnt="6" custScaleX="142857">
        <dgm:presLayoutVars>
          <dgm:chMax val="0"/>
          <dgm:bulletEnabled val="1"/>
        </dgm:presLayoutVars>
      </dgm:prSet>
      <dgm:spPr/>
    </dgm:pt>
    <dgm:pt modelId="{A4667278-5B61-465A-A61D-DA95232284D6}" type="pres">
      <dgm:prSet presAssocID="{43A1C27C-ABC9-4E4E-8CEB-DB3585F5702A}" presName="negativeSpace" presStyleCnt="0"/>
      <dgm:spPr/>
    </dgm:pt>
    <dgm:pt modelId="{C9513D9F-99B4-4DAD-9AA9-478F0A27F1B5}" type="pres">
      <dgm:prSet presAssocID="{43A1C27C-ABC9-4E4E-8CEB-DB3585F5702A}" presName="childText" presStyleLbl="conFgAcc1" presStyleIdx="4" presStyleCnt="6">
        <dgm:presLayoutVars>
          <dgm:bulletEnabled val="1"/>
        </dgm:presLayoutVars>
      </dgm:prSet>
      <dgm:spPr/>
    </dgm:pt>
    <dgm:pt modelId="{23F0382B-41D3-418D-856A-38286CCDB4FA}" type="pres">
      <dgm:prSet presAssocID="{3222635C-D543-42E7-B254-3842725584F6}" presName="spaceBetweenRectangles" presStyleCnt="0"/>
      <dgm:spPr/>
    </dgm:pt>
    <dgm:pt modelId="{E772A7E2-BEAD-4DB8-8A89-A617249AD5B1}" type="pres">
      <dgm:prSet presAssocID="{EF288719-0BEE-4423-A51D-5156F401D35D}" presName="parentLin" presStyleCnt="0"/>
      <dgm:spPr/>
    </dgm:pt>
    <dgm:pt modelId="{850625B9-BFF2-4165-A989-F4D3B9FF79C5}" type="pres">
      <dgm:prSet presAssocID="{EF288719-0BEE-4423-A51D-5156F401D35D}" presName="parentLeftMargin" presStyleLbl="node1" presStyleIdx="4" presStyleCnt="6"/>
      <dgm:spPr/>
    </dgm:pt>
    <dgm:pt modelId="{76F618A8-1ABD-449C-9587-7256AB531264}" type="pres">
      <dgm:prSet presAssocID="{EF288719-0BEE-4423-A51D-5156F401D35D}" presName="parentText" presStyleLbl="node1" presStyleIdx="5" presStyleCnt="6" custScaleX="142857">
        <dgm:presLayoutVars>
          <dgm:chMax val="0"/>
          <dgm:bulletEnabled val="1"/>
        </dgm:presLayoutVars>
      </dgm:prSet>
      <dgm:spPr/>
    </dgm:pt>
    <dgm:pt modelId="{6574BD5E-9BED-4C17-A6AE-7F7BC6B9A009}" type="pres">
      <dgm:prSet presAssocID="{EF288719-0BEE-4423-A51D-5156F401D35D}" presName="negativeSpace" presStyleCnt="0"/>
      <dgm:spPr/>
    </dgm:pt>
    <dgm:pt modelId="{97820BCE-E4F0-45EF-A827-42C33295E676}" type="pres">
      <dgm:prSet presAssocID="{EF288719-0BEE-4423-A51D-5156F401D35D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1D66E01-8711-43CE-9A13-73F489FB8317}" srcId="{A8C41428-985A-4A4B-B168-C9CEB338A56A}" destId="{B1923B6A-16E1-4B0E-920C-6FABCB2FBED7}" srcOrd="3" destOrd="0" parTransId="{C22BC1F9-EC5C-490E-9439-0411B39FB0D4}" sibTransId="{DE3AE571-CB4F-45F6-A095-52490ED485F3}"/>
    <dgm:cxn modelId="{EF340306-1B5B-41AE-B384-4323675604DB}" srcId="{1590668B-CAEB-4241-A501-15F4CDB31C4C}" destId="{242ADD40-7901-4591-9B94-1D95B2FC316C}" srcOrd="0" destOrd="0" parTransId="{DDF81572-3E45-4F5F-8B16-609E0C6D54F2}" sibTransId="{1A01ADF6-4E12-4BC3-8438-77C796E13A8F}"/>
    <dgm:cxn modelId="{C2959B14-7328-4BCB-8344-30BBA6E0BC66}" type="presOf" srcId="{D36FB47B-CEDA-4944-830D-FA7818319D0A}" destId="{C9513D9F-99B4-4DAD-9AA9-478F0A27F1B5}" srcOrd="0" destOrd="0" presId="urn:microsoft.com/office/officeart/2005/8/layout/list1"/>
    <dgm:cxn modelId="{A9FF5615-2C27-4CEA-AABF-05F3D10856CA}" srcId="{A8C41428-985A-4A4B-B168-C9CEB338A56A}" destId="{1590668B-CAEB-4241-A501-15F4CDB31C4C}" srcOrd="0" destOrd="0" parTransId="{53B9E747-9098-4988-BFB9-769C42228979}" sibTransId="{4135ACAF-0767-4897-9648-332DF7D66AAC}"/>
    <dgm:cxn modelId="{301DBE18-5F37-44A1-93B1-D09E5C9C2EE1}" type="presOf" srcId="{216F3BF7-2EE9-4894-8C63-0D9FBACFE10E}" destId="{99460990-5C31-46BE-AC42-71795E8E09F6}" srcOrd="0" destOrd="0" presId="urn:microsoft.com/office/officeart/2005/8/layout/list1"/>
    <dgm:cxn modelId="{F6AB3A22-9C5F-4459-80BA-7AD76609C40C}" type="presOf" srcId="{1590668B-CAEB-4241-A501-15F4CDB31C4C}" destId="{CF7112C9-54CF-42FA-8E50-B79097720945}" srcOrd="0" destOrd="0" presId="urn:microsoft.com/office/officeart/2005/8/layout/list1"/>
    <dgm:cxn modelId="{EF45F529-D70B-4F91-A498-CF1CAA3EE980}" srcId="{EF288719-0BEE-4423-A51D-5156F401D35D}" destId="{39B7D585-CCB0-4822-A8C3-95BB554D46C6}" srcOrd="0" destOrd="0" parTransId="{A64170A6-47A1-4B42-99A1-FDC4D81A17C0}" sibTransId="{0D63B6A5-0B63-4892-B1BE-8D9DB388FBC4}"/>
    <dgm:cxn modelId="{3E83F62F-7A16-4345-BCAD-280784CDB062}" type="presOf" srcId="{75D1A5F8-02B6-497D-8594-3D631564AB16}" destId="{11F991F9-9D24-4C82-89CD-84581C8371D0}" srcOrd="0" destOrd="0" presId="urn:microsoft.com/office/officeart/2005/8/layout/list1"/>
    <dgm:cxn modelId="{DC16FD30-9DD7-48AD-A8C4-362BC0E0D6EA}" type="presOf" srcId="{75D1A5F8-02B6-497D-8594-3D631564AB16}" destId="{C94C700D-723E-43A5-A8EC-BF1CC0D4EDCA}" srcOrd="1" destOrd="0" presId="urn:microsoft.com/office/officeart/2005/8/layout/list1"/>
    <dgm:cxn modelId="{E877D833-0F5B-466B-B745-334360E3D397}" type="presOf" srcId="{537E2E62-B0E1-4580-856A-5A4904FA2EA6}" destId="{8780E1AD-53C7-4915-997F-AB9F4E9E07D1}" srcOrd="0" destOrd="0" presId="urn:microsoft.com/office/officeart/2005/8/layout/list1"/>
    <dgm:cxn modelId="{09FA0141-4CDB-4ECB-8A40-A755B9504BC8}" type="presOf" srcId="{B78D892B-9C27-4499-99F4-D6C1C8798E7E}" destId="{E9ABD65E-9BBB-4A06-AA9A-E3DFA0B0094C}" srcOrd="0" destOrd="0" presId="urn:microsoft.com/office/officeart/2005/8/layout/list1"/>
    <dgm:cxn modelId="{4B73C44E-A792-40B1-A94D-878CD5512957}" type="presOf" srcId="{242ADD40-7901-4591-9B94-1D95B2FC316C}" destId="{6BD72660-8964-4363-95AF-0ECF73B501E0}" srcOrd="0" destOrd="0" presId="urn:microsoft.com/office/officeart/2005/8/layout/list1"/>
    <dgm:cxn modelId="{4D866A57-3F76-4F60-91EE-34A964AFEBBA}" type="presOf" srcId="{43A1C27C-ABC9-4E4E-8CEB-DB3585F5702A}" destId="{5555248D-4E2E-45FA-A9AF-12AAC58B4682}" srcOrd="1" destOrd="0" presId="urn:microsoft.com/office/officeart/2005/8/layout/list1"/>
    <dgm:cxn modelId="{E0135387-FCA8-442E-9C1C-14EC82DB1619}" srcId="{75D1A5F8-02B6-497D-8594-3D631564AB16}" destId="{216F3BF7-2EE9-4894-8C63-0D9FBACFE10E}" srcOrd="0" destOrd="0" parTransId="{675BF3AE-0E0F-4DCC-A1FE-17829E927DE5}" sibTransId="{900E9437-3DEB-41E1-8C46-9D6803EA4A4E}"/>
    <dgm:cxn modelId="{72418587-2F88-4CCA-BD6A-BE63DC060D71}" srcId="{A8C41428-985A-4A4B-B168-C9CEB338A56A}" destId="{43A1C27C-ABC9-4E4E-8CEB-DB3585F5702A}" srcOrd="4" destOrd="0" parTransId="{52BE5DE8-75F9-4AD0-8B50-68263478AF64}" sibTransId="{3222635C-D543-42E7-B254-3842725584F6}"/>
    <dgm:cxn modelId="{BDD61B89-7616-4C8C-B978-B37D1F588542}" type="presOf" srcId="{EF288719-0BEE-4423-A51D-5156F401D35D}" destId="{76F618A8-1ABD-449C-9587-7256AB531264}" srcOrd="1" destOrd="0" presId="urn:microsoft.com/office/officeart/2005/8/layout/list1"/>
    <dgm:cxn modelId="{EE918D8B-2762-4E91-BD46-8AC2E363AD6A}" srcId="{43A1C27C-ABC9-4E4E-8CEB-DB3585F5702A}" destId="{D36FB47B-CEDA-4944-830D-FA7818319D0A}" srcOrd="0" destOrd="0" parTransId="{81FE2892-199F-4390-853A-33A17F60F6EA}" sibTransId="{7FF1259D-92E3-4A7D-A7A0-E7942071BA3E}"/>
    <dgm:cxn modelId="{139E808D-A9F2-406E-B6A6-EA4015B5F403}" type="presOf" srcId="{B1923B6A-16E1-4B0E-920C-6FABCB2FBED7}" destId="{72BE46D4-AF67-46C0-BD18-DCCDAEB15623}" srcOrd="0" destOrd="0" presId="urn:microsoft.com/office/officeart/2005/8/layout/list1"/>
    <dgm:cxn modelId="{BFF199A1-05B1-4AF0-AB4D-F259D1CD5448}" type="presOf" srcId="{43A1C27C-ABC9-4E4E-8CEB-DB3585F5702A}" destId="{FEC3F73F-A5D9-4E2A-BDC9-01B04DA93F04}" srcOrd="0" destOrd="0" presId="urn:microsoft.com/office/officeart/2005/8/layout/list1"/>
    <dgm:cxn modelId="{97C976AB-6F08-4703-BA9C-C6D552154EEB}" type="presOf" srcId="{1590668B-CAEB-4241-A501-15F4CDB31C4C}" destId="{76AE620C-CF99-4F7E-9009-285A581FCE92}" srcOrd="1" destOrd="0" presId="urn:microsoft.com/office/officeart/2005/8/layout/list1"/>
    <dgm:cxn modelId="{70B9B8AC-DBE0-4EF6-A72A-9E86ABF8AFA8}" type="presOf" srcId="{B1923B6A-16E1-4B0E-920C-6FABCB2FBED7}" destId="{DCE8B4FB-16FE-4C3C-BDA1-A9198D45C060}" srcOrd="1" destOrd="0" presId="urn:microsoft.com/office/officeart/2005/8/layout/list1"/>
    <dgm:cxn modelId="{8D3873AD-8E0A-46EF-86DC-C1B11E671B21}" srcId="{B1923B6A-16E1-4B0E-920C-6FABCB2FBED7}" destId="{B78D892B-9C27-4499-99F4-D6C1C8798E7E}" srcOrd="0" destOrd="0" parTransId="{D1573255-F74E-4954-BD1C-CC17BF057F0C}" sibTransId="{D480B55A-E195-47C5-81C2-400345AA3D3E}"/>
    <dgm:cxn modelId="{F46FF9B5-6FFA-42E6-968B-7B51EE4644C3}" type="presOf" srcId="{A8C41428-985A-4A4B-B168-C9CEB338A56A}" destId="{6189C255-EEA0-4173-8A30-EF25A99E8A84}" srcOrd="0" destOrd="0" presId="urn:microsoft.com/office/officeart/2005/8/layout/list1"/>
    <dgm:cxn modelId="{EFC53BB6-3D1C-46A7-AFA6-DDEDE9A1D48D}" srcId="{A4CF1DC6-CD89-49CA-BEF4-421068645EBE}" destId="{537E2E62-B0E1-4580-856A-5A4904FA2EA6}" srcOrd="0" destOrd="0" parTransId="{30F9874B-D5D8-427B-9666-388B7C2AD05D}" sibTransId="{E3B8A3B0-2723-49AC-9BB0-442354880A00}"/>
    <dgm:cxn modelId="{A9BFD6BD-4893-4DC4-B490-159210B2BE58}" srcId="{A8C41428-985A-4A4B-B168-C9CEB338A56A}" destId="{75D1A5F8-02B6-497D-8594-3D631564AB16}" srcOrd="1" destOrd="0" parTransId="{03F718D6-3097-4B36-8EFB-D1231291C452}" sibTransId="{01DB5E7C-C79F-4B21-8730-682FEBA06A21}"/>
    <dgm:cxn modelId="{085AFBC6-2384-4E14-9356-18F61880027E}" type="presOf" srcId="{A4CF1DC6-CD89-49CA-BEF4-421068645EBE}" destId="{EC5842D2-7E0E-4193-B3BE-EE5E010A79FD}" srcOrd="0" destOrd="0" presId="urn:microsoft.com/office/officeart/2005/8/layout/list1"/>
    <dgm:cxn modelId="{0F396EDB-1298-4B13-8266-F63A18D8A89A}" type="presOf" srcId="{A4CF1DC6-CD89-49CA-BEF4-421068645EBE}" destId="{62F343ED-EB07-4818-9E8E-38AD308E23F4}" srcOrd="1" destOrd="0" presId="urn:microsoft.com/office/officeart/2005/8/layout/list1"/>
    <dgm:cxn modelId="{88694FED-17A8-4A9C-BA44-EA182FE2736D}" type="presOf" srcId="{39B7D585-CCB0-4822-A8C3-95BB554D46C6}" destId="{97820BCE-E4F0-45EF-A827-42C33295E676}" srcOrd="0" destOrd="0" presId="urn:microsoft.com/office/officeart/2005/8/layout/list1"/>
    <dgm:cxn modelId="{E22081F8-BEE0-4963-9819-D4ADAB62706E}" srcId="{A8C41428-985A-4A4B-B168-C9CEB338A56A}" destId="{A4CF1DC6-CD89-49CA-BEF4-421068645EBE}" srcOrd="2" destOrd="0" parTransId="{796E038C-B4CD-45C7-A6E4-ADDBF8DEDDE5}" sibTransId="{205001A2-1021-4C86-B2A1-5605264FFBBA}"/>
    <dgm:cxn modelId="{7A4801FC-50FF-437D-A370-62F34A4F4E06}" type="presOf" srcId="{EF288719-0BEE-4423-A51D-5156F401D35D}" destId="{850625B9-BFF2-4165-A989-F4D3B9FF79C5}" srcOrd="0" destOrd="0" presId="urn:microsoft.com/office/officeart/2005/8/layout/list1"/>
    <dgm:cxn modelId="{CFC22BFF-9C23-4812-968D-8D089F6C3892}" srcId="{A8C41428-985A-4A4B-B168-C9CEB338A56A}" destId="{EF288719-0BEE-4423-A51D-5156F401D35D}" srcOrd="5" destOrd="0" parTransId="{336565E6-11B5-4844-8880-867D6FA026AA}" sibTransId="{3E93AC66-2F13-4308-8326-852FEE452BB3}"/>
    <dgm:cxn modelId="{93365609-7AA1-44F2-8158-0C7B822DE229}" type="presParOf" srcId="{6189C255-EEA0-4173-8A30-EF25A99E8A84}" destId="{429955FC-D3E3-4E47-B1A0-048AA247DFA6}" srcOrd="0" destOrd="0" presId="urn:microsoft.com/office/officeart/2005/8/layout/list1"/>
    <dgm:cxn modelId="{62815E18-4DA5-4E07-AACA-82B4198317CF}" type="presParOf" srcId="{429955FC-D3E3-4E47-B1A0-048AA247DFA6}" destId="{CF7112C9-54CF-42FA-8E50-B79097720945}" srcOrd="0" destOrd="0" presId="urn:microsoft.com/office/officeart/2005/8/layout/list1"/>
    <dgm:cxn modelId="{009E491A-2BB9-42D0-99FD-9C166945FA2E}" type="presParOf" srcId="{429955FC-D3E3-4E47-B1A0-048AA247DFA6}" destId="{76AE620C-CF99-4F7E-9009-285A581FCE92}" srcOrd="1" destOrd="0" presId="urn:microsoft.com/office/officeart/2005/8/layout/list1"/>
    <dgm:cxn modelId="{3DA5DFE4-65A8-4780-94C8-67EE5AA2BC9C}" type="presParOf" srcId="{6189C255-EEA0-4173-8A30-EF25A99E8A84}" destId="{31C738B3-8275-491E-964B-B217925AA2AF}" srcOrd="1" destOrd="0" presId="urn:microsoft.com/office/officeart/2005/8/layout/list1"/>
    <dgm:cxn modelId="{CA66D280-8875-4119-9FB2-A5F2F2501A64}" type="presParOf" srcId="{6189C255-EEA0-4173-8A30-EF25A99E8A84}" destId="{6BD72660-8964-4363-95AF-0ECF73B501E0}" srcOrd="2" destOrd="0" presId="urn:microsoft.com/office/officeart/2005/8/layout/list1"/>
    <dgm:cxn modelId="{05570139-90BE-40F1-AC4A-157265B8C253}" type="presParOf" srcId="{6189C255-EEA0-4173-8A30-EF25A99E8A84}" destId="{771D4469-60FC-4804-8B2C-D2326BAE3BC4}" srcOrd="3" destOrd="0" presId="urn:microsoft.com/office/officeart/2005/8/layout/list1"/>
    <dgm:cxn modelId="{62350C42-AF01-43EF-B58B-3A7CEF5CB954}" type="presParOf" srcId="{6189C255-EEA0-4173-8A30-EF25A99E8A84}" destId="{EF6F2294-18ED-40E3-A0BB-6AE1726394C2}" srcOrd="4" destOrd="0" presId="urn:microsoft.com/office/officeart/2005/8/layout/list1"/>
    <dgm:cxn modelId="{BBEE8847-CDE2-4429-8C6F-9DCDCBC9ACF3}" type="presParOf" srcId="{EF6F2294-18ED-40E3-A0BB-6AE1726394C2}" destId="{11F991F9-9D24-4C82-89CD-84581C8371D0}" srcOrd="0" destOrd="0" presId="urn:microsoft.com/office/officeart/2005/8/layout/list1"/>
    <dgm:cxn modelId="{938633BF-8DBA-49A8-9AEF-D85CD4C8A7A7}" type="presParOf" srcId="{EF6F2294-18ED-40E3-A0BB-6AE1726394C2}" destId="{C94C700D-723E-43A5-A8EC-BF1CC0D4EDCA}" srcOrd="1" destOrd="0" presId="urn:microsoft.com/office/officeart/2005/8/layout/list1"/>
    <dgm:cxn modelId="{B397CA8E-E554-451D-9315-8F154AB30619}" type="presParOf" srcId="{6189C255-EEA0-4173-8A30-EF25A99E8A84}" destId="{8F5C0CA2-6D09-40F9-AAF4-CC7DE0197FC2}" srcOrd="5" destOrd="0" presId="urn:microsoft.com/office/officeart/2005/8/layout/list1"/>
    <dgm:cxn modelId="{1D5B7306-5487-4031-94C1-4AD9F0592086}" type="presParOf" srcId="{6189C255-EEA0-4173-8A30-EF25A99E8A84}" destId="{99460990-5C31-46BE-AC42-71795E8E09F6}" srcOrd="6" destOrd="0" presId="urn:microsoft.com/office/officeart/2005/8/layout/list1"/>
    <dgm:cxn modelId="{9D9AB7A9-597B-48B8-BE2A-6FA4B8578359}" type="presParOf" srcId="{6189C255-EEA0-4173-8A30-EF25A99E8A84}" destId="{7D609446-CE7C-425E-A3F2-6042D216AC1E}" srcOrd="7" destOrd="0" presId="urn:microsoft.com/office/officeart/2005/8/layout/list1"/>
    <dgm:cxn modelId="{B50617F8-7A06-432E-9910-F81785176327}" type="presParOf" srcId="{6189C255-EEA0-4173-8A30-EF25A99E8A84}" destId="{1A50AF9F-FA0F-445F-B975-7D87A230F3B1}" srcOrd="8" destOrd="0" presId="urn:microsoft.com/office/officeart/2005/8/layout/list1"/>
    <dgm:cxn modelId="{D938A12C-1B48-4C7A-8A3F-5905570512F4}" type="presParOf" srcId="{1A50AF9F-FA0F-445F-B975-7D87A230F3B1}" destId="{EC5842D2-7E0E-4193-B3BE-EE5E010A79FD}" srcOrd="0" destOrd="0" presId="urn:microsoft.com/office/officeart/2005/8/layout/list1"/>
    <dgm:cxn modelId="{3CEED227-ED64-4599-A67F-472E10EB020E}" type="presParOf" srcId="{1A50AF9F-FA0F-445F-B975-7D87A230F3B1}" destId="{62F343ED-EB07-4818-9E8E-38AD308E23F4}" srcOrd="1" destOrd="0" presId="urn:microsoft.com/office/officeart/2005/8/layout/list1"/>
    <dgm:cxn modelId="{9C2E218B-0538-4D44-948C-BE8F1F39ED12}" type="presParOf" srcId="{6189C255-EEA0-4173-8A30-EF25A99E8A84}" destId="{47AA3F09-6169-4022-B30E-032B5D96F803}" srcOrd="9" destOrd="0" presId="urn:microsoft.com/office/officeart/2005/8/layout/list1"/>
    <dgm:cxn modelId="{4717DCFD-6785-4700-8ED1-FC0767401C5E}" type="presParOf" srcId="{6189C255-EEA0-4173-8A30-EF25A99E8A84}" destId="{8780E1AD-53C7-4915-997F-AB9F4E9E07D1}" srcOrd="10" destOrd="0" presId="urn:microsoft.com/office/officeart/2005/8/layout/list1"/>
    <dgm:cxn modelId="{A1AA1179-1D92-454F-84FD-67A86FB73AE6}" type="presParOf" srcId="{6189C255-EEA0-4173-8A30-EF25A99E8A84}" destId="{AD29F096-AD6F-4555-9485-A9F4B20AB7E2}" srcOrd="11" destOrd="0" presId="urn:microsoft.com/office/officeart/2005/8/layout/list1"/>
    <dgm:cxn modelId="{4D19E7AD-8FE7-4206-9347-DE7F2D786DB1}" type="presParOf" srcId="{6189C255-EEA0-4173-8A30-EF25A99E8A84}" destId="{787ECE7B-7596-47C8-8081-113EEDDE47C3}" srcOrd="12" destOrd="0" presId="urn:microsoft.com/office/officeart/2005/8/layout/list1"/>
    <dgm:cxn modelId="{7580AF78-CF64-4245-830D-E2B9593D706B}" type="presParOf" srcId="{787ECE7B-7596-47C8-8081-113EEDDE47C3}" destId="{72BE46D4-AF67-46C0-BD18-DCCDAEB15623}" srcOrd="0" destOrd="0" presId="urn:microsoft.com/office/officeart/2005/8/layout/list1"/>
    <dgm:cxn modelId="{191E7E5F-F982-4C98-B0F0-33ABEE21C173}" type="presParOf" srcId="{787ECE7B-7596-47C8-8081-113EEDDE47C3}" destId="{DCE8B4FB-16FE-4C3C-BDA1-A9198D45C060}" srcOrd="1" destOrd="0" presId="urn:microsoft.com/office/officeart/2005/8/layout/list1"/>
    <dgm:cxn modelId="{1E87E48C-2067-4E88-B733-1A2435759B3E}" type="presParOf" srcId="{6189C255-EEA0-4173-8A30-EF25A99E8A84}" destId="{2DE21146-8590-4D4A-9DF9-0CBAEA2A28BD}" srcOrd="13" destOrd="0" presId="urn:microsoft.com/office/officeart/2005/8/layout/list1"/>
    <dgm:cxn modelId="{0AB815D4-8393-493E-9F40-9F2D1078B221}" type="presParOf" srcId="{6189C255-EEA0-4173-8A30-EF25A99E8A84}" destId="{E9ABD65E-9BBB-4A06-AA9A-E3DFA0B0094C}" srcOrd="14" destOrd="0" presId="urn:microsoft.com/office/officeart/2005/8/layout/list1"/>
    <dgm:cxn modelId="{8E543045-DBE5-4EAA-9C4E-9C2974C7F110}" type="presParOf" srcId="{6189C255-EEA0-4173-8A30-EF25A99E8A84}" destId="{DDDB2D97-D6CC-4FC9-BCD2-BF86EEFA9194}" srcOrd="15" destOrd="0" presId="urn:microsoft.com/office/officeart/2005/8/layout/list1"/>
    <dgm:cxn modelId="{0CFBA158-F8CB-4DFC-97F1-80AE7904A493}" type="presParOf" srcId="{6189C255-EEA0-4173-8A30-EF25A99E8A84}" destId="{99A813CF-8E77-474B-B7CE-C33B10432DD9}" srcOrd="16" destOrd="0" presId="urn:microsoft.com/office/officeart/2005/8/layout/list1"/>
    <dgm:cxn modelId="{D8B6F359-F703-4F47-9C64-21325D98FB2C}" type="presParOf" srcId="{99A813CF-8E77-474B-B7CE-C33B10432DD9}" destId="{FEC3F73F-A5D9-4E2A-BDC9-01B04DA93F04}" srcOrd="0" destOrd="0" presId="urn:microsoft.com/office/officeart/2005/8/layout/list1"/>
    <dgm:cxn modelId="{349EF452-911F-4C48-8077-97EE4EFC51DB}" type="presParOf" srcId="{99A813CF-8E77-474B-B7CE-C33B10432DD9}" destId="{5555248D-4E2E-45FA-A9AF-12AAC58B4682}" srcOrd="1" destOrd="0" presId="urn:microsoft.com/office/officeart/2005/8/layout/list1"/>
    <dgm:cxn modelId="{93C2A0D6-4936-4C7C-BBAA-4B9D62FEFCA6}" type="presParOf" srcId="{6189C255-EEA0-4173-8A30-EF25A99E8A84}" destId="{A4667278-5B61-465A-A61D-DA95232284D6}" srcOrd="17" destOrd="0" presId="urn:microsoft.com/office/officeart/2005/8/layout/list1"/>
    <dgm:cxn modelId="{2209775C-9125-4A91-B0D5-A185FE404AC8}" type="presParOf" srcId="{6189C255-EEA0-4173-8A30-EF25A99E8A84}" destId="{C9513D9F-99B4-4DAD-9AA9-478F0A27F1B5}" srcOrd="18" destOrd="0" presId="urn:microsoft.com/office/officeart/2005/8/layout/list1"/>
    <dgm:cxn modelId="{E9D72007-3DA3-4DE8-BC3B-3F9412CD702A}" type="presParOf" srcId="{6189C255-EEA0-4173-8A30-EF25A99E8A84}" destId="{23F0382B-41D3-418D-856A-38286CCDB4FA}" srcOrd="19" destOrd="0" presId="urn:microsoft.com/office/officeart/2005/8/layout/list1"/>
    <dgm:cxn modelId="{F54CF8DE-22C5-43A5-89BD-89B3AE0EF376}" type="presParOf" srcId="{6189C255-EEA0-4173-8A30-EF25A99E8A84}" destId="{E772A7E2-BEAD-4DB8-8A89-A617249AD5B1}" srcOrd="20" destOrd="0" presId="urn:microsoft.com/office/officeart/2005/8/layout/list1"/>
    <dgm:cxn modelId="{F887692D-4307-4277-BA64-1DD74FEAB0E0}" type="presParOf" srcId="{E772A7E2-BEAD-4DB8-8A89-A617249AD5B1}" destId="{850625B9-BFF2-4165-A989-F4D3B9FF79C5}" srcOrd="0" destOrd="0" presId="urn:microsoft.com/office/officeart/2005/8/layout/list1"/>
    <dgm:cxn modelId="{5AA61E0D-BD0E-4C1A-98C1-BBBAE82AC8C3}" type="presParOf" srcId="{E772A7E2-BEAD-4DB8-8A89-A617249AD5B1}" destId="{76F618A8-1ABD-449C-9587-7256AB531264}" srcOrd="1" destOrd="0" presId="urn:microsoft.com/office/officeart/2005/8/layout/list1"/>
    <dgm:cxn modelId="{6EF67C92-B8F4-4C5B-8608-92CF2F44FF74}" type="presParOf" srcId="{6189C255-EEA0-4173-8A30-EF25A99E8A84}" destId="{6574BD5E-9BED-4C17-A6AE-7F7BC6B9A009}" srcOrd="21" destOrd="0" presId="urn:microsoft.com/office/officeart/2005/8/layout/list1"/>
    <dgm:cxn modelId="{8FBEC189-ADB5-4A9B-978D-83857AA6618B}" type="presParOf" srcId="{6189C255-EEA0-4173-8A30-EF25A99E8A84}" destId="{97820BCE-E4F0-45EF-A827-42C33295E67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BF1AFF-DB23-46C2-924C-453B37FF3BE8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A0290814-D7D2-46A0-9E59-43225034A8E7}">
      <dgm:prSet phldrT="[Text]" custT="1"/>
      <dgm:spPr/>
      <dgm:t>
        <a:bodyPr/>
        <a:lstStyle/>
        <a:p>
          <a:r>
            <a:rPr 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Business analyst </a:t>
          </a:r>
          <a:endParaRPr lang="en-MY" sz="2400" dirty="0"/>
        </a:p>
      </dgm:t>
    </dgm:pt>
    <dgm:pt modelId="{6E8BCFD9-D625-4BAB-AF99-8AD234998222}" type="parTrans" cxnId="{B34670F3-863D-4911-8F1E-B2462CDB401E}">
      <dgm:prSet/>
      <dgm:spPr/>
      <dgm:t>
        <a:bodyPr/>
        <a:lstStyle/>
        <a:p>
          <a:endParaRPr lang="en-MY"/>
        </a:p>
      </dgm:t>
    </dgm:pt>
    <dgm:pt modelId="{C554B317-F0E5-49D0-9613-F0F24E064718}" type="sibTrans" cxnId="{B34670F3-863D-4911-8F1E-B2462CDB401E}">
      <dgm:prSet/>
      <dgm:spPr/>
      <dgm:t>
        <a:bodyPr/>
        <a:lstStyle/>
        <a:p>
          <a:endParaRPr lang="en-MY"/>
        </a:p>
      </dgm:t>
    </dgm:pt>
    <dgm:pt modelId="{C4C6D89A-9CD4-485F-B6AC-35729924A9F2}">
      <dgm:prSet phldrT="[Text]" custT="1"/>
      <dgm:spPr/>
      <dgm:t>
        <a:bodyPr anchor="ctr"/>
        <a:lstStyle/>
        <a:p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focuses on the </a:t>
          </a:r>
          <a:r>
            <a:rPr 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business issues </a:t>
          </a:r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surrounding the system.</a:t>
          </a:r>
          <a:endParaRPr lang="en-MY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AE3443EF-398A-433C-A980-20D283A53054}" type="parTrans" cxnId="{DBCD600A-4487-4CA0-B2E5-C8FA54E9184B}">
      <dgm:prSet/>
      <dgm:spPr/>
      <dgm:t>
        <a:bodyPr/>
        <a:lstStyle/>
        <a:p>
          <a:endParaRPr lang="en-MY"/>
        </a:p>
      </dgm:t>
    </dgm:pt>
    <dgm:pt modelId="{C9E12C70-8B1A-48FE-8BFF-D76FF5427BC9}" type="sibTrans" cxnId="{DBCD600A-4487-4CA0-B2E5-C8FA54E9184B}">
      <dgm:prSet/>
      <dgm:spPr/>
      <dgm:t>
        <a:bodyPr/>
        <a:lstStyle/>
        <a:p>
          <a:endParaRPr lang="en-MY"/>
        </a:p>
      </dgm:t>
    </dgm:pt>
    <dgm:pt modelId="{02B2C403-8EA4-4B3B-B1F9-44651FE6436E}">
      <dgm:prSet phldrT="[Text]" custT="1"/>
      <dgm:spPr/>
      <dgm:t>
        <a:bodyPr/>
        <a:lstStyle/>
        <a:p>
          <a:r>
            <a:rPr lang="en-US" sz="2400" b="1" cap="none">
              <a:latin typeface="Verdana" panose="020B0604030504040204" pitchFamily="34" charset="0"/>
              <a:ea typeface="Verdana" panose="020B0604030504040204" pitchFamily="34" charset="0"/>
            </a:rPr>
            <a:t>Change management analyst </a:t>
          </a:r>
          <a:endParaRPr lang="en-MY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2173837-375C-4F7C-9227-25A29A035496}" type="parTrans" cxnId="{839ADD26-EEF9-40C5-B625-4F4349D410E3}">
      <dgm:prSet/>
      <dgm:spPr/>
      <dgm:t>
        <a:bodyPr/>
        <a:lstStyle/>
        <a:p>
          <a:endParaRPr lang="en-MY"/>
        </a:p>
      </dgm:t>
    </dgm:pt>
    <dgm:pt modelId="{4B6859D3-2561-4866-84AB-F3CA68E2709A}" type="sibTrans" cxnId="{839ADD26-EEF9-40C5-B625-4F4349D410E3}">
      <dgm:prSet/>
      <dgm:spPr/>
      <dgm:t>
        <a:bodyPr/>
        <a:lstStyle/>
        <a:p>
          <a:endParaRPr lang="en-MY"/>
        </a:p>
      </dgm:t>
    </dgm:pt>
    <dgm:pt modelId="{AE86CE8B-4920-4C3F-B6C6-439CCF51517E}">
      <dgm:prSet phldrT="[Text]" custT="1"/>
      <dgm:spPr/>
      <dgm:t>
        <a:bodyPr anchor="ctr"/>
        <a:lstStyle/>
        <a:p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focuses on the </a:t>
          </a:r>
          <a:r>
            <a:rPr 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people and management </a:t>
          </a:r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issues surrounding the system installation</a:t>
          </a:r>
          <a:endParaRPr lang="en-MY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53F5106-CECC-48C8-BDF6-CC286F4B2128}" type="parTrans" cxnId="{E7A9A845-9ECB-432F-A8CA-EF7338E571BD}">
      <dgm:prSet/>
      <dgm:spPr/>
      <dgm:t>
        <a:bodyPr/>
        <a:lstStyle/>
        <a:p>
          <a:endParaRPr lang="en-MY"/>
        </a:p>
      </dgm:t>
    </dgm:pt>
    <dgm:pt modelId="{5459AF21-6438-4F9F-A76F-215570C65AFC}" type="sibTrans" cxnId="{E7A9A845-9ECB-432F-A8CA-EF7338E571BD}">
      <dgm:prSet/>
      <dgm:spPr/>
      <dgm:t>
        <a:bodyPr/>
        <a:lstStyle/>
        <a:p>
          <a:endParaRPr lang="en-MY"/>
        </a:p>
      </dgm:t>
    </dgm:pt>
    <dgm:pt modelId="{DEB4C5A6-E202-4FB6-934F-78DDF40343DD}">
      <dgm:prSet phldrT="[Text]" custT="1"/>
      <dgm:spPr/>
      <dgm:t>
        <a:bodyPr/>
        <a:lstStyle/>
        <a:p>
          <a:r>
            <a:rPr 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Systems analyst </a:t>
          </a:r>
          <a:endParaRPr lang="en-MY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899BFAF-7C96-4427-83EF-9F1DC6307C65}" type="parTrans" cxnId="{39647902-5880-4938-ADA9-5DDF52ADFBC5}">
      <dgm:prSet/>
      <dgm:spPr/>
      <dgm:t>
        <a:bodyPr/>
        <a:lstStyle/>
        <a:p>
          <a:endParaRPr lang="en-MY"/>
        </a:p>
      </dgm:t>
    </dgm:pt>
    <dgm:pt modelId="{8C4C461E-AC9E-436C-AAD9-4A3CB3363CB6}" type="sibTrans" cxnId="{39647902-5880-4938-ADA9-5DDF52ADFBC5}">
      <dgm:prSet/>
      <dgm:spPr/>
      <dgm:t>
        <a:bodyPr/>
        <a:lstStyle/>
        <a:p>
          <a:endParaRPr lang="en-MY"/>
        </a:p>
      </dgm:t>
    </dgm:pt>
    <dgm:pt modelId="{DDC09B11-99A3-4C3E-AFF8-ABF9D8A28747}">
      <dgm:prSet phldrT="[Text]" custT="1"/>
      <dgm:spPr/>
      <dgm:t>
        <a:bodyPr anchor="ctr"/>
        <a:lstStyle/>
        <a:p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focuses on the is issues surrounding </a:t>
          </a:r>
          <a:r>
            <a:rPr 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the system</a:t>
          </a:r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.</a:t>
          </a:r>
          <a:endParaRPr lang="en-MY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DD0306B-9D8D-45D7-AB56-D62A16AC5843}" type="parTrans" cxnId="{F8D12BA2-3121-4667-95CC-FA0F6410B98A}">
      <dgm:prSet/>
      <dgm:spPr/>
      <dgm:t>
        <a:bodyPr/>
        <a:lstStyle/>
        <a:p>
          <a:endParaRPr lang="en-MY"/>
        </a:p>
      </dgm:t>
    </dgm:pt>
    <dgm:pt modelId="{FA1E9F37-0EB6-44EE-B77B-8A267AC825FB}" type="sibTrans" cxnId="{F8D12BA2-3121-4667-95CC-FA0F6410B98A}">
      <dgm:prSet/>
      <dgm:spPr/>
      <dgm:t>
        <a:bodyPr/>
        <a:lstStyle/>
        <a:p>
          <a:endParaRPr lang="en-MY"/>
        </a:p>
      </dgm:t>
    </dgm:pt>
    <dgm:pt modelId="{FAE33029-DE35-47BF-B625-354A63F4EFEF}">
      <dgm:prSet phldrT="[Text]" custT="1"/>
      <dgm:spPr/>
      <dgm:t>
        <a:bodyPr/>
        <a:lstStyle/>
        <a:p>
          <a:r>
            <a:rPr lang="en-US" sz="2400" b="1" cap="none">
              <a:latin typeface="Verdana" panose="020B0604030504040204" pitchFamily="34" charset="0"/>
              <a:ea typeface="Verdana" panose="020B0604030504040204" pitchFamily="34" charset="0"/>
            </a:rPr>
            <a:t>Infrastructure analyst </a:t>
          </a:r>
          <a:endParaRPr lang="en-MY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136BDAB-728C-412A-8A80-AE0984A20620}" type="parTrans" cxnId="{E399A4A8-13EE-428E-866E-6C0C82BF2141}">
      <dgm:prSet/>
      <dgm:spPr/>
      <dgm:t>
        <a:bodyPr/>
        <a:lstStyle/>
        <a:p>
          <a:endParaRPr lang="en-MY"/>
        </a:p>
      </dgm:t>
    </dgm:pt>
    <dgm:pt modelId="{0D570C4F-D6CC-4591-ABD4-A6A234276EB7}" type="sibTrans" cxnId="{E399A4A8-13EE-428E-866E-6C0C82BF2141}">
      <dgm:prSet/>
      <dgm:spPr/>
      <dgm:t>
        <a:bodyPr/>
        <a:lstStyle/>
        <a:p>
          <a:endParaRPr lang="en-MY"/>
        </a:p>
      </dgm:t>
    </dgm:pt>
    <dgm:pt modelId="{3374C921-FCED-4447-8DAB-A1D37519B304}">
      <dgm:prSet phldrT="[Text]" custT="1"/>
      <dgm:spPr/>
      <dgm:t>
        <a:bodyPr anchor="ctr"/>
        <a:lstStyle/>
        <a:p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focuses on </a:t>
          </a:r>
          <a:r>
            <a:rPr 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technical</a:t>
          </a:r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 issues </a:t>
          </a:r>
          <a:endParaRPr lang="en-MY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676ADE0-B092-4E43-96E8-F59AF2C5EBCC}" type="parTrans" cxnId="{8200D99A-3F9B-4A3D-A2B4-A8878F6443AF}">
      <dgm:prSet/>
      <dgm:spPr/>
      <dgm:t>
        <a:bodyPr/>
        <a:lstStyle/>
        <a:p>
          <a:endParaRPr lang="en-MY"/>
        </a:p>
      </dgm:t>
    </dgm:pt>
    <dgm:pt modelId="{4D885CEC-5205-4303-BB10-C79A9CDFD61C}" type="sibTrans" cxnId="{8200D99A-3F9B-4A3D-A2B4-A8878F6443AF}">
      <dgm:prSet/>
      <dgm:spPr/>
      <dgm:t>
        <a:bodyPr/>
        <a:lstStyle/>
        <a:p>
          <a:endParaRPr lang="en-MY"/>
        </a:p>
      </dgm:t>
    </dgm:pt>
    <dgm:pt modelId="{E27A0A49-B4F1-4EA4-AD41-25FA5E09E235}">
      <dgm:prSet phldrT="[Text]" custT="1"/>
      <dgm:spPr/>
      <dgm:t>
        <a:bodyPr/>
        <a:lstStyle/>
        <a:p>
          <a:r>
            <a:rPr lang="en-US" sz="2400" b="1" cap="none">
              <a:latin typeface="Verdana" panose="020B0604030504040204" pitchFamily="34" charset="0"/>
              <a:ea typeface="Verdana" panose="020B0604030504040204" pitchFamily="34" charset="0"/>
            </a:rPr>
            <a:t>Project manager </a:t>
          </a:r>
          <a:endParaRPr lang="en-MY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9A9F8FF-B981-45C8-83C4-8BD2F97847CC}" type="parTrans" cxnId="{EEB3ECEC-C8A0-4C30-8488-7941C98B9E51}">
      <dgm:prSet/>
      <dgm:spPr/>
      <dgm:t>
        <a:bodyPr/>
        <a:lstStyle/>
        <a:p>
          <a:endParaRPr lang="en-MY"/>
        </a:p>
      </dgm:t>
    </dgm:pt>
    <dgm:pt modelId="{14E154D4-61BF-42FB-A03F-5D7199EF8016}" type="sibTrans" cxnId="{EEB3ECEC-C8A0-4C30-8488-7941C98B9E51}">
      <dgm:prSet/>
      <dgm:spPr/>
      <dgm:t>
        <a:bodyPr/>
        <a:lstStyle/>
        <a:p>
          <a:endParaRPr lang="en-MY"/>
        </a:p>
      </dgm:t>
    </dgm:pt>
    <dgm:pt modelId="{D8480F08-34A1-45D1-B7C5-1CDFF09CD5AA}">
      <dgm:prSet phldrT="[Text]" custT="1"/>
      <dgm:spPr/>
      <dgm:t>
        <a:bodyPr anchor="ctr"/>
        <a:lstStyle/>
        <a:p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ensures that the </a:t>
          </a:r>
          <a:r>
            <a:rPr lang="en-US" sz="2400" b="1" cap="none" dirty="0">
              <a:latin typeface="Verdana" panose="020B0604030504040204" pitchFamily="34" charset="0"/>
              <a:ea typeface="Verdana" panose="020B0604030504040204" pitchFamily="34" charset="0"/>
            </a:rPr>
            <a:t>project</a:t>
          </a:r>
          <a:r>
            <a:rPr lang="en-US" sz="2400" cap="none" dirty="0">
              <a:latin typeface="Verdana" panose="020B0604030504040204" pitchFamily="34" charset="0"/>
              <a:ea typeface="Verdana" panose="020B0604030504040204" pitchFamily="34" charset="0"/>
            </a:rPr>
            <a:t> is completed on time and within budget, and that the system delivers the expected value to the organization</a:t>
          </a:r>
          <a:endParaRPr lang="en-MY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33F02D3-1D0A-4BDA-86AA-462FBB94404D}" type="parTrans" cxnId="{37767963-349C-473D-B60D-18CF636FEDDA}">
      <dgm:prSet/>
      <dgm:spPr/>
      <dgm:t>
        <a:bodyPr/>
        <a:lstStyle/>
        <a:p>
          <a:endParaRPr lang="en-MY"/>
        </a:p>
      </dgm:t>
    </dgm:pt>
    <dgm:pt modelId="{986761C8-1B5A-4FE6-82B7-C02A9E172ABD}" type="sibTrans" cxnId="{37767963-349C-473D-B60D-18CF636FEDDA}">
      <dgm:prSet/>
      <dgm:spPr/>
      <dgm:t>
        <a:bodyPr/>
        <a:lstStyle/>
        <a:p>
          <a:endParaRPr lang="en-MY"/>
        </a:p>
      </dgm:t>
    </dgm:pt>
    <dgm:pt modelId="{D46098D8-F55F-4652-A50C-EC1BE4009835}" type="pres">
      <dgm:prSet presAssocID="{B9BF1AFF-DB23-46C2-924C-453B37FF3BE8}" presName="Name0" presStyleCnt="0">
        <dgm:presLayoutVars>
          <dgm:dir/>
          <dgm:animLvl val="lvl"/>
          <dgm:resizeHandles/>
        </dgm:presLayoutVars>
      </dgm:prSet>
      <dgm:spPr/>
    </dgm:pt>
    <dgm:pt modelId="{BB1D51AE-71DA-44D0-90B9-CDA71427E8C2}" type="pres">
      <dgm:prSet presAssocID="{A0290814-D7D2-46A0-9E59-43225034A8E7}" presName="linNode" presStyleCnt="0"/>
      <dgm:spPr/>
    </dgm:pt>
    <dgm:pt modelId="{A30073DA-1D91-4442-AEF3-2CC878BB2DA6}" type="pres">
      <dgm:prSet presAssocID="{A0290814-D7D2-46A0-9E59-43225034A8E7}" presName="parentShp" presStyleLbl="node1" presStyleIdx="0" presStyleCnt="5">
        <dgm:presLayoutVars>
          <dgm:bulletEnabled val="1"/>
        </dgm:presLayoutVars>
      </dgm:prSet>
      <dgm:spPr/>
    </dgm:pt>
    <dgm:pt modelId="{CAFF987E-2B3D-4E76-9091-C4A5392355FC}" type="pres">
      <dgm:prSet presAssocID="{A0290814-D7D2-46A0-9E59-43225034A8E7}" presName="childShp" presStyleLbl="bgAccFollowNode1" presStyleIdx="0" presStyleCnt="5">
        <dgm:presLayoutVars>
          <dgm:bulletEnabled val="1"/>
        </dgm:presLayoutVars>
      </dgm:prSet>
      <dgm:spPr/>
    </dgm:pt>
    <dgm:pt modelId="{A8F75A78-052D-47B0-9D0B-1F49336BE811}" type="pres">
      <dgm:prSet presAssocID="{C554B317-F0E5-49D0-9613-F0F24E064718}" presName="spacing" presStyleCnt="0"/>
      <dgm:spPr/>
    </dgm:pt>
    <dgm:pt modelId="{E9029CBB-7614-415D-8FDA-BE39E9E0E91A}" type="pres">
      <dgm:prSet presAssocID="{02B2C403-8EA4-4B3B-B1F9-44651FE6436E}" presName="linNode" presStyleCnt="0"/>
      <dgm:spPr/>
    </dgm:pt>
    <dgm:pt modelId="{0547BEB0-C910-416F-B845-000B4B136999}" type="pres">
      <dgm:prSet presAssocID="{02B2C403-8EA4-4B3B-B1F9-44651FE6436E}" presName="parentShp" presStyleLbl="node1" presStyleIdx="1" presStyleCnt="5">
        <dgm:presLayoutVars>
          <dgm:bulletEnabled val="1"/>
        </dgm:presLayoutVars>
      </dgm:prSet>
      <dgm:spPr/>
    </dgm:pt>
    <dgm:pt modelId="{20D5C77E-1091-4248-8BE3-711362352A9F}" type="pres">
      <dgm:prSet presAssocID="{02B2C403-8EA4-4B3B-B1F9-44651FE6436E}" presName="childShp" presStyleLbl="bgAccFollowNode1" presStyleIdx="1" presStyleCnt="5">
        <dgm:presLayoutVars>
          <dgm:bulletEnabled val="1"/>
        </dgm:presLayoutVars>
      </dgm:prSet>
      <dgm:spPr/>
    </dgm:pt>
    <dgm:pt modelId="{7CCC6EA3-223B-4F24-8609-4F490DDC0428}" type="pres">
      <dgm:prSet presAssocID="{4B6859D3-2561-4866-84AB-F3CA68E2709A}" presName="spacing" presStyleCnt="0"/>
      <dgm:spPr/>
    </dgm:pt>
    <dgm:pt modelId="{B049E0D9-CB98-4DF9-A976-B05A2F9CF4DA}" type="pres">
      <dgm:prSet presAssocID="{DEB4C5A6-E202-4FB6-934F-78DDF40343DD}" presName="linNode" presStyleCnt="0"/>
      <dgm:spPr/>
    </dgm:pt>
    <dgm:pt modelId="{F761A517-7913-45CF-AF84-B790EA5055A2}" type="pres">
      <dgm:prSet presAssocID="{DEB4C5A6-E202-4FB6-934F-78DDF40343DD}" presName="parentShp" presStyleLbl="node1" presStyleIdx="2" presStyleCnt="5">
        <dgm:presLayoutVars>
          <dgm:bulletEnabled val="1"/>
        </dgm:presLayoutVars>
      </dgm:prSet>
      <dgm:spPr/>
    </dgm:pt>
    <dgm:pt modelId="{16C1D90D-3D1D-4CAD-B445-77DBC0BDFEC3}" type="pres">
      <dgm:prSet presAssocID="{DEB4C5A6-E202-4FB6-934F-78DDF40343DD}" presName="childShp" presStyleLbl="bgAccFollowNode1" presStyleIdx="2" presStyleCnt="5">
        <dgm:presLayoutVars>
          <dgm:bulletEnabled val="1"/>
        </dgm:presLayoutVars>
      </dgm:prSet>
      <dgm:spPr/>
    </dgm:pt>
    <dgm:pt modelId="{D8F65659-CFBB-43A9-A8E4-87E3A55CE077}" type="pres">
      <dgm:prSet presAssocID="{8C4C461E-AC9E-436C-AAD9-4A3CB3363CB6}" presName="spacing" presStyleCnt="0"/>
      <dgm:spPr/>
    </dgm:pt>
    <dgm:pt modelId="{53B45990-823E-4DDC-8B21-89B014291AAC}" type="pres">
      <dgm:prSet presAssocID="{FAE33029-DE35-47BF-B625-354A63F4EFEF}" presName="linNode" presStyleCnt="0"/>
      <dgm:spPr/>
    </dgm:pt>
    <dgm:pt modelId="{D4998D57-3566-4E48-A653-BE23AFF6D4B9}" type="pres">
      <dgm:prSet presAssocID="{FAE33029-DE35-47BF-B625-354A63F4EFEF}" presName="parentShp" presStyleLbl="node1" presStyleIdx="3" presStyleCnt="5">
        <dgm:presLayoutVars>
          <dgm:bulletEnabled val="1"/>
        </dgm:presLayoutVars>
      </dgm:prSet>
      <dgm:spPr/>
    </dgm:pt>
    <dgm:pt modelId="{2F92891D-82FD-4BC8-964E-CB6182D0E868}" type="pres">
      <dgm:prSet presAssocID="{FAE33029-DE35-47BF-B625-354A63F4EFEF}" presName="childShp" presStyleLbl="bgAccFollowNode1" presStyleIdx="3" presStyleCnt="5">
        <dgm:presLayoutVars>
          <dgm:bulletEnabled val="1"/>
        </dgm:presLayoutVars>
      </dgm:prSet>
      <dgm:spPr/>
    </dgm:pt>
    <dgm:pt modelId="{01DD1666-45D3-46D7-B958-0CA6CE6BC8DF}" type="pres">
      <dgm:prSet presAssocID="{0D570C4F-D6CC-4591-ABD4-A6A234276EB7}" presName="spacing" presStyleCnt="0"/>
      <dgm:spPr/>
    </dgm:pt>
    <dgm:pt modelId="{46D0B15D-EE5D-475A-886F-658022908CD7}" type="pres">
      <dgm:prSet presAssocID="{E27A0A49-B4F1-4EA4-AD41-25FA5E09E235}" presName="linNode" presStyleCnt="0"/>
      <dgm:spPr/>
    </dgm:pt>
    <dgm:pt modelId="{63F9465D-F9CF-486F-872C-A603D46FC6AF}" type="pres">
      <dgm:prSet presAssocID="{E27A0A49-B4F1-4EA4-AD41-25FA5E09E235}" presName="parentShp" presStyleLbl="node1" presStyleIdx="4" presStyleCnt="5">
        <dgm:presLayoutVars>
          <dgm:bulletEnabled val="1"/>
        </dgm:presLayoutVars>
      </dgm:prSet>
      <dgm:spPr/>
    </dgm:pt>
    <dgm:pt modelId="{88DB3F25-BA72-4595-94CA-DF9024BD9226}" type="pres">
      <dgm:prSet presAssocID="{E27A0A49-B4F1-4EA4-AD41-25FA5E09E235}" presName="childShp" presStyleLbl="bgAccFollowNode1" presStyleIdx="4" presStyleCnt="5" custScaleY="166552">
        <dgm:presLayoutVars>
          <dgm:bulletEnabled val="1"/>
        </dgm:presLayoutVars>
      </dgm:prSet>
      <dgm:spPr/>
    </dgm:pt>
  </dgm:ptLst>
  <dgm:cxnLst>
    <dgm:cxn modelId="{39647902-5880-4938-ADA9-5DDF52ADFBC5}" srcId="{B9BF1AFF-DB23-46C2-924C-453B37FF3BE8}" destId="{DEB4C5A6-E202-4FB6-934F-78DDF40343DD}" srcOrd="2" destOrd="0" parTransId="{2899BFAF-7C96-4427-83EF-9F1DC6307C65}" sibTransId="{8C4C461E-AC9E-436C-AAD9-4A3CB3363CB6}"/>
    <dgm:cxn modelId="{DBCD600A-4487-4CA0-B2E5-C8FA54E9184B}" srcId="{A0290814-D7D2-46A0-9E59-43225034A8E7}" destId="{C4C6D89A-9CD4-485F-B6AC-35729924A9F2}" srcOrd="0" destOrd="0" parTransId="{AE3443EF-398A-433C-A980-20D283A53054}" sibTransId="{C9E12C70-8B1A-48FE-8BFF-D76FF5427BC9}"/>
    <dgm:cxn modelId="{E3930511-3678-4DCF-845A-441DC9853E36}" type="presOf" srcId="{B9BF1AFF-DB23-46C2-924C-453B37FF3BE8}" destId="{D46098D8-F55F-4652-A50C-EC1BE4009835}" srcOrd="0" destOrd="0" presId="urn:microsoft.com/office/officeart/2005/8/layout/vList6"/>
    <dgm:cxn modelId="{839ADD26-EEF9-40C5-B625-4F4349D410E3}" srcId="{B9BF1AFF-DB23-46C2-924C-453B37FF3BE8}" destId="{02B2C403-8EA4-4B3B-B1F9-44651FE6436E}" srcOrd="1" destOrd="0" parTransId="{42173837-375C-4F7C-9227-25A29A035496}" sibTransId="{4B6859D3-2561-4866-84AB-F3CA68E2709A}"/>
    <dgm:cxn modelId="{D0CF9C2C-1854-499C-B4F7-F4555ECDE846}" type="presOf" srcId="{AE86CE8B-4920-4C3F-B6C6-439CCF51517E}" destId="{20D5C77E-1091-4248-8BE3-711362352A9F}" srcOrd="0" destOrd="0" presId="urn:microsoft.com/office/officeart/2005/8/layout/vList6"/>
    <dgm:cxn modelId="{0430B93B-3337-4195-989F-6C25FEF262F0}" type="presOf" srcId="{A0290814-D7D2-46A0-9E59-43225034A8E7}" destId="{A30073DA-1D91-4442-AEF3-2CC878BB2DA6}" srcOrd="0" destOrd="0" presId="urn:microsoft.com/office/officeart/2005/8/layout/vList6"/>
    <dgm:cxn modelId="{37767963-349C-473D-B60D-18CF636FEDDA}" srcId="{E27A0A49-B4F1-4EA4-AD41-25FA5E09E235}" destId="{D8480F08-34A1-45D1-B7C5-1CDFF09CD5AA}" srcOrd="0" destOrd="0" parTransId="{733F02D3-1D0A-4BDA-86AA-462FBB94404D}" sibTransId="{986761C8-1B5A-4FE6-82B7-C02A9E172ABD}"/>
    <dgm:cxn modelId="{E7A9A845-9ECB-432F-A8CA-EF7338E571BD}" srcId="{02B2C403-8EA4-4B3B-B1F9-44651FE6436E}" destId="{AE86CE8B-4920-4C3F-B6C6-439CCF51517E}" srcOrd="0" destOrd="0" parTransId="{853F5106-CECC-48C8-BDF6-CC286F4B2128}" sibTransId="{5459AF21-6438-4F9F-A76F-215570C65AFC}"/>
    <dgm:cxn modelId="{48DF1B47-6412-4796-B059-515183761328}" type="presOf" srcId="{D8480F08-34A1-45D1-B7C5-1CDFF09CD5AA}" destId="{88DB3F25-BA72-4595-94CA-DF9024BD9226}" srcOrd="0" destOrd="0" presId="urn:microsoft.com/office/officeart/2005/8/layout/vList6"/>
    <dgm:cxn modelId="{A346416A-E5FC-43FB-98D3-54E99118BF29}" type="presOf" srcId="{DDC09B11-99A3-4C3E-AFF8-ABF9D8A28747}" destId="{16C1D90D-3D1D-4CAD-B445-77DBC0BDFEC3}" srcOrd="0" destOrd="0" presId="urn:microsoft.com/office/officeart/2005/8/layout/vList6"/>
    <dgm:cxn modelId="{8E50424E-8FF8-44BE-831C-A842839B5373}" type="presOf" srcId="{E27A0A49-B4F1-4EA4-AD41-25FA5E09E235}" destId="{63F9465D-F9CF-486F-872C-A603D46FC6AF}" srcOrd="0" destOrd="0" presId="urn:microsoft.com/office/officeart/2005/8/layout/vList6"/>
    <dgm:cxn modelId="{E27E7454-2074-4946-B4D8-E846FEB237D0}" type="presOf" srcId="{DEB4C5A6-E202-4FB6-934F-78DDF40343DD}" destId="{F761A517-7913-45CF-AF84-B790EA5055A2}" srcOrd="0" destOrd="0" presId="urn:microsoft.com/office/officeart/2005/8/layout/vList6"/>
    <dgm:cxn modelId="{35B33E7C-1C0E-4B86-908F-2AF5B51C77FE}" type="presOf" srcId="{FAE33029-DE35-47BF-B625-354A63F4EFEF}" destId="{D4998D57-3566-4E48-A653-BE23AFF6D4B9}" srcOrd="0" destOrd="0" presId="urn:microsoft.com/office/officeart/2005/8/layout/vList6"/>
    <dgm:cxn modelId="{99308E83-0BFC-4496-A86D-22E5803100A7}" type="presOf" srcId="{02B2C403-8EA4-4B3B-B1F9-44651FE6436E}" destId="{0547BEB0-C910-416F-B845-000B4B136999}" srcOrd="0" destOrd="0" presId="urn:microsoft.com/office/officeart/2005/8/layout/vList6"/>
    <dgm:cxn modelId="{8200D99A-3F9B-4A3D-A2B4-A8878F6443AF}" srcId="{FAE33029-DE35-47BF-B625-354A63F4EFEF}" destId="{3374C921-FCED-4447-8DAB-A1D37519B304}" srcOrd="0" destOrd="0" parTransId="{D676ADE0-B092-4E43-96E8-F59AF2C5EBCC}" sibTransId="{4D885CEC-5205-4303-BB10-C79A9CDFD61C}"/>
    <dgm:cxn modelId="{9A69F09F-F677-4636-B99D-3285CC435FB6}" type="presOf" srcId="{3374C921-FCED-4447-8DAB-A1D37519B304}" destId="{2F92891D-82FD-4BC8-964E-CB6182D0E868}" srcOrd="0" destOrd="0" presId="urn:microsoft.com/office/officeart/2005/8/layout/vList6"/>
    <dgm:cxn modelId="{F8D12BA2-3121-4667-95CC-FA0F6410B98A}" srcId="{DEB4C5A6-E202-4FB6-934F-78DDF40343DD}" destId="{DDC09B11-99A3-4C3E-AFF8-ABF9D8A28747}" srcOrd="0" destOrd="0" parTransId="{4DD0306B-9D8D-45D7-AB56-D62A16AC5843}" sibTransId="{FA1E9F37-0EB6-44EE-B77B-8A267AC825FB}"/>
    <dgm:cxn modelId="{E399A4A8-13EE-428E-866E-6C0C82BF2141}" srcId="{B9BF1AFF-DB23-46C2-924C-453B37FF3BE8}" destId="{FAE33029-DE35-47BF-B625-354A63F4EFEF}" srcOrd="3" destOrd="0" parTransId="{8136BDAB-728C-412A-8A80-AE0984A20620}" sibTransId="{0D570C4F-D6CC-4591-ABD4-A6A234276EB7}"/>
    <dgm:cxn modelId="{EEB3ECEC-C8A0-4C30-8488-7941C98B9E51}" srcId="{B9BF1AFF-DB23-46C2-924C-453B37FF3BE8}" destId="{E27A0A49-B4F1-4EA4-AD41-25FA5E09E235}" srcOrd="4" destOrd="0" parTransId="{C9A9F8FF-B981-45C8-83C4-8BD2F97847CC}" sibTransId="{14E154D4-61BF-42FB-A03F-5D7199EF8016}"/>
    <dgm:cxn modelId="{B34670F3-863D-4911-8F1E-B2462CDB401E}" srcId="{B9BF1AFF-DB23-46C2-924C-453B37FF3BE8}" destId="{A0290814-D7D2-46A0-9E59-43225034A8E7}" srcOrd="0" destOrd="0" parTransId="{6E8BCFD9-D625-4BAB-AF99-8AD234998222}" sibTransId="{C554B317-F0E5-49D0-9613-F0F24E064718}"/>
    <dgm:cxn modelId="{DE7585FF-5E9E-4A1C-A152-00F932CA8714}" type="presOf" srcId="{C4C6D89A-9CD4-485F-B6AC-35729924A9F2}" destId="{CAFF987E-2B3D-4E76-9091-C4A5392355FC}" srcOrd="0" destOrd="0" presId="urn:microsoft.com/office/officeart/2005/8/layout/vList6"/>
    <dgm:cxn modelId="{7B5751AC-6CBD-49CC-8FCA-3C2770B2A46D}" type="presParOf" srcId="{D46098D8-F55F-4652-A50C-EC1BE4009835}" destId="{BB1D51AE-71DA-44D0-90B9-CDA71427E8C2}" srcOrd="0" destOrd="0" presId="urn:microsoft.com/office/officeart/2005/8/layout/vList6"/>
    <dgm:cxn modelId="{323BB4B1-B85A-4D01-9FED-18D59CE93491}" type="presParOf" srcId="{BB1D51AE-71DA-44D0-90B9-CDA71427E8C2}" destId="{A30073DA-1D91-4442-AEF3-2CC878BB2DA6}" srcOrd="0" destOrd="0" presId="urn:microsoft.com/office/officeart/2005/8/layout/vList6"/>
    <dgm:cxn modelId="{5C0446B7-E1BF-4E64-B4EE-BDE84950EC90}" type="presParOf" srcId="{BB1D51AE-71DA-44D0-90B9-CDA71427E8C2}" destId="{CAFF987E-2B3D-4E76-9091-C4A5392355FC}" srcOrd="1" destOrd="0" presId="urn:microsoft.com/office/officeart/2005/8/layout/vList6"/>
    <dgm:cxn modelId="{FB8A46B2-3544-4D58-9BEF-A08E94DD0404}" type="presParOf" srcId="{D46098D8-F55F-4652-A50C-EC1BE4009835}" destId="{A8F75A78-052D-47B0-9D0B-1F49336BE811}" srcOrd="1" destOrd="0" presId="urn:microsoft.com/office/officeart/2005/8/layout/vList6"/>
    <dgm:cxn modelId="{B90FEF30-2F38-431F-9C4A-87BFB29428AC}" type="presParOf" srcId="{D46098D8-F55F-4652-A50C-EC1BE4009835}" destId="{E9029CBB-7614-415D-8FDA-BE39E9E0E91A}" srcOrd="2" destOrd="0" presId="urn:microsoft.com/office/officeart/2005/8/layout/vList6"/>
    <dgm:cxn modelId="{741B4866-2812-44DF-A090-93BA0B3CFD23}" type="presParOf" srcId="{E9029CBB-7614-415D-8FDA-BE39E9E0E91A}" destId="{0547BEB0-C910-416F-B845-000B4B136999}" srcOrd="0" destOrd="0" presId="urn:microsoft.com/office/officeart/2005/8/layout/vList6"/>
    <dgm:cxn modelId="{9720BDBA-17DB-468E-B96D-610F0683044C}" type="presParOf" srcId="{E9029CBB-7614-415D-8FDA-BE39E9E0E91A}" destId="{20D5C77E-1091-4248-8BE3-711362352A9F}" srcOrd="1" destOrd="0" presId="urn:microsoft.com/office/officeart/2005/8/layout/vList6"/>
    <dgm:cxn modelId="{6986403C-1A83-4F10-BAA5-82C5439743E0}" type="presParOf" srcId="{D46098D8-F55F-4652-A50C-EC1BE4009835}" destId="{7CCC6EA3-223B-4F24-8609-4F490DDC0428}" srcOrd="3" destOrd="0" presId="urn:microsoft.com/office/officeart/2005/8/layout/vList6"/>
    <dgm:cxn modelId="{3B55692E-0B65-40B3-AF88-A77C8CE488A3}" type="presParOf" srcId="{D46098D8-F55F-4652-A50C-EC1BE4009835}" destId="{B049E0D9-CB98-4DF9-A976-B05A2F9CF4DA}" srcOrd="4" destOrd="0" presId="urn:microsoft.com/office/officeart/2005/8/layout/vList6"/>
    <dgm:cxn modelId="{A53ADA87-CC0D-45FF-8A84-DE3E35CB88AD}" type="presParOf" srcId="{B049E0D9-CB98-4DF9-A976-B05A2F9CF4DA}" destId="{F761A517-7913-45CF-AF84-B790EA5055A2}" srcOrd="0" destOrd="0" presId="urn:microsoft.com/office/officeart/2005/8/layout/vList6"/>
    <dgm:cxn modelId="{18BE796C-4F09-48ED-8DCA-A27F7FE3F62F}" type="presParOf" srcId="{B049E0D9-CB98-4DF9-A976-B05A2F9CF4DA}" destId="{16C1D90D-3D1D-4CAD-B445-77DBC0BDFEC3}" srcOrd="1" destOrd="0" presId="urn:microsoft.com/office/officeart/2005/8/layout/vList6"/>
    <dgm:cxn modelId="{D72656EF-4C97-4CCE-A2BB-6E9FD5738213}" type="presParOf" srcId="{D46098D8-F55F-4652-A50C-EC1BE4009835}" destId="{D8F65659-CFBB-43A9-A8E4-87E3A55CE077}" srcOrd="5" destOrd="0" presId="urn:microsoft.com/office/officeart/2005/8/layout/vList6"/>
    <dgm:cxn modelId="{988015BB-3220-46D5-B911-D1402A940FE0}" type="presParOf" srcId="{D46098D8-F55F-4652-A50C-EC1BE4009835}" destId="{53B45990-823E-4DDC-8B21-89B014291AAC}" srcOrd="6" destOrd="0" presId="urn:microsoft.com/office/officeart/2005/8/layout/vList6"/>
    <dgm:cxn modelId="{F9BDB97E-96C5-4604-971B-C6274227FBFB}" type="presParOf" srcId="{53B45990-823E-4DDC-8B21-89B014291AAC}" destId="{D4998D57-3566-4E48-A653-BE23AFF6D4B9}" srcOrd="0" destOrd="0" presId="urn:microsoft.com/office/officeart/2005/8/layout/vList6"/>
    <dgm:cxn modelId="{280C3622-A9B2-43FA-9420-4BD6B7F97DE1}" type="presParOf" srcId="{53B45990-823E-4DDC-8B21-89B014291AAC}" destId="{2F92891D-82FD-4BC8-964E-CB6182D0E868}" srcOrd="1" destOrd="0" presId="urn:microsoft.com/office/officeart/2005/8/layout/vList6"/>
    <dgm:cxn modelId="{7584BA59-5E9F-4AB6-9B9D-F23B9139468F}" type="presParOf" srcId="{D46098D8-F55F-4652-A50C-EC1BE4009835}" destId="{01DD1666-45D3-46D7-B958-0CA6CE6BC8DF}" srcOrd="7" destOrd="0" presId="urn:microsoft.com/office/officeart/2005/8/layout/vList6"/>
    <dgm:cxn modelId="{8991E3A5-AD9B-434A-9CA0-327733393CCD}" type="presParOf" srcId="{D46098D8-F55F-4652-A50C-EC1BE4009835}" destId="{46D0B15D-EE5D-475A-886F-658022908CD7}" srcOrd="8" destOrd="0" presId="urn:microsoft.com/office/officeart/2005/8/layout/vList6"/>
    <dgm:cxn modelId="{B3E09D9C-64D8-473E-BDD2-DABAD358718B}" type="presParOf" srcId="{46D0B15D-EE5D-475A-886F-658022908CD7}" destId="{63F9465D-F9CF-486F-872C-A603D46FC6AF}" srcOrd="0" destOrd="0" presId="urn:microsoft.com/office/officeart/2005/8/layout/vList6"/>
    <dgm:cxn modelId="{41E58302-9F9A-4B09-A759-E8B7E1354837}" type="presParOf" srcId="{46D0B15D-EE5D-475A-886F-658022908CD7}" destId="{88DB3F25-BA72-4595-94CA-DF9024BD9226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FCC842-55EB-4AD4-B95B-EA3D8DAA406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712BB9CF-FCCD-4104-A13B-D72733532AF9}">
      <dgm:prSet phldrT="[Text]" custT="1"/>
      <dgm:spPr/>
      <dgm:t>
        <a:bodyPr anchor="ctr"/>
        <a:lstStyle/>
        <a:p>
          <a:r>
            <a:rPr lang="en-US" sz="3200" b="1" dirty="0">
              <a:latin typeface="Verdana" panose="020B0604030504040204" pitchFamily="34" charset="0"/>
              <a:ea typeface="Verdana" panose="020B0604030504040204" pitchFamily="34" charset="0"/>
            </a:rPr>
            <a:t>Steps in Planning Phase</a:t>
          </a:r>
          <a:endParaRPr lang="en-MY" sz="3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6B0FF62-D80A-4009-BFC6-F2D54BE982CA}" type="parTrans" cxnId="{8AE00150-2AD1-4B0D-8C7F-20C3CCD9D0AE}">
      <dgm:prSet/>
      <dgm:spPr/>
      <dgm:t>
        <a:bodyPr/>
        <a:lstStyle/>
        <a:p>
          <a:endParaRPr lang="en-MY"/>
        </a:p>
      </dgm:t>
    </dgm:pt>
    <dgm:pt modelId="{D5F19394-1F9B-4117-BABD-1D45E665BE5C}" type="sibTrans" cxnId="{8AE00150-2AD1-4B0D-8C7F-20C3CCD9D0AE}">
      <dgm:prSet/>
      <dgm:spPr/>
      <dgm:t>
        <a:bodyPr/>
        <a:lstStyle/>
        <a:p>
          <a:endParaRPr lang="en-MY"/>
        </a:p>
      </dgm:t>
    </dgm:pt>
    <dgm:pt modelId="{284D51B2-01DE-4D97-AE16-62C745CD379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pPr>
            <a:buFont typeface="Wingdings" pitchFamily="2" charset="2"/>
            <a:buNone/>
          </a:pPr>
          <a:r>
            <a:rPr lang="en-US" sz="3200" b="1" cap="none" dirty="0">
              <a:latin typeface="Verdana" panose="020B0604030504040204" pitchFamily="34" charset="0"/>
              <a:ea typeface="Verdana" panose="020B0604030504040204" pitchFamily="34" charset="0"/>
            </a:rPr>
            <a:t>1.	During </a:t>
          </a:r>
          <a:r>
            <a:rPr lang="en-US" sz="3200" b="1" cap="none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rPr>
            <a:t>project initiation</a:t>
          </a:r>
          <a:r>
            <a:rPr lang="en-US" sz="3200" b="1" cap="none" dirty="0">
              <a:latin typeface="Verdana" panose="020B0604030504040204" pitchFamily="34" charset="0"/>
              <a:ea typeface="Verdana" panose="020B0604030504040204" pitchFamily="34" charset="0"/>
            </a:rPr>
            <a:t>, the system’s 	business value to the organization is 	identified (how will it lower costs or increase revenues ?).</a:t>
          </a:r>
          <a:endParaRPr lang="en-MY" sz="3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AAEB4022-0E17-4665-AA39-9C0CAC4AB5C5}" type="parTrans" cxnId="{92F6BD66-1DD8-4E02-B020-4F74A17C94EB}">
      <dgm:prSet/>
      <dgm:spPr/>
      <dgm:t>
        <a:bodyPr/>
        <a:lstStyle/>
        <a:p>
          <a:endParaRPr lang="en-MY"/>
        </a:p>
      </dgm:t>
    </dgm:pt>
    <dgm:pt modelId="{6A4CDEA3-954C-4799-B4F7-AD6FC9110E35}" type="sibTrans" cxnId="{92F6BD66-1DD8-4E02-B020-4F74A17C94EB}">
      <dgm:prSet/>
      <dgm:spPr/>
      <dgm:t>
        <a:bodyPr/>
        <a:lstStyle/>
        <a:p>
          <a:endParaRPr lang="en-MY"/>
        </a:p>
      </dgm:t>
    </dgm:pt>
    <dgm:pt modelId="{D73A412E-921D-49C3-A164-64E26713468C}">
      <dgm:prSet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US" sz="3200" b="1" cap="none" dirty="0">
              <a:latin typeface="Verdana" panose="020B0604030504040204" pitchFamily="34" charset="0"/>
              <a:ea typeface="Verdana" panose="020B0604030504040204" pitchFamily="34" charset="0"/>
            </a:rPr>
            <a:t>2.	During </a:t>
          </a:r>
          <a:r>
            <a:rPr lang="en-US" sz="3200" b="1" cap="none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rPr>
            <a:t>project management</a:t>
          </a:r>
          <a:r>
            <a:rPr lang="en-US" sz="3200" b="1" cap="none" dirty="0">
              <a:latin typeface="Verdana" panose="020B0604030504040204" pitchFamily="34" charset="0"/>
              <a:ea typeface="Verdana" panose="020B0604030504040204" pitchFamily="34" charset="0"/>
            </a:rPr>
            <a:t>, the project manager creates a work plan, 	staffs the project, and puts 	techniques in place to help the project team control and direct the project through the entire SDLC.</a:t>
          </a:r>
        </a:p>
      </dgm:t>
    </dgm:pt>
    <dgm:pt modelId="{CA7B3882-DA0A-4B5D-AE4D-695FAB977DB1}" type="parTrans" cxnId="{B76D20F8-0B01-4A01-87C0-4CDA14BD22D0}">
      <dgm:prSet/>
      <dgm:spPr/>
      <dgm:t>
        <a:bodyPr/>
        <a:lstStyle/>
        <a:p>
          <a:endParaRPr lang="en-MY"/>
        </a:p>
      </dgm:t>
    </dgm:pt>
    <dgm:pt modelId="{D8D15328-C236-4156-BB18-D254CFBBA600}" type="sibTrans" cxnId="{B76D20F8-0B01-4A01-87C0-4CDA14BD22D0}">
      <dgm:prSet/>
      <dgm:spPr/>
      <dgm:t>
        <a:bodyPr/>
        <a:lstStyle/>
        <a:p>
          <a:endParaRPr lang="en-MY"/>
        </a:p>
      </dgm:t>
    </dgm:pt>
    <dgm:pt modelId="{E7F6BFDA-7125-4821-925E-FC4134E78E79}" type="pres">
      <dgm:prSet presAssocID="{32FCC842-55EB-4AD4-B95B-EA3D8DAA4063}" presName="vert0" presStyleCnt="0">
        <dgm:presLayoutVars>
          <dgm:dir/>
          <dgm:animOne val="branch"/>
          <dgm:animLvl val="lvl"/>
        </dgm:presLayoutVars>
      </dgm:prSet>
      <dgm:spPr/>
    </dgm:pt>
    <dgm:pt modelId="{A60F1511-C31E-4FE0-9932-73490F7ECF70}" type="pres">
      <dgm:prSet presAssocID="{712BB9CF-FCCD-4104-A13B-D72733532AF9}" presName="thickLine" presStyleLbl="alignNode1" presStyleIdx="0" presStyleCnt="1"/>
      <dgm:spPr/>
    </dgm:pt>
    <dgm:pt modelId="{F3C32E0F-A9F3-44AA-AD43-844B0FD4AEE1}" type="pres">
      <dgm:prSet presAssocID="{712BB9CF-FCCD-4104-A13B-D72733532AF9}" presName="horz1" presStyleCnt="0"/>
      <dgm:spPr/>
    </dgm:pt>
    <dgm:pt modelId="{ABC53EE2-05CD-4FCE-8A0D-8CFD40005352}" type="pres">
      <dgm:prSet presAssocID="{712BB9CF-FCCD-4104-A13B-D72733532AF9}" presName="tx1" presStyleLbl="revTx" presStyleIdx="0" presStyleCnt="3"/>
      <dgm:spPr/>
    </dgm:pt>
    <dgm:pt modelId="{A6136873-B2D1-4C91-B44F-ABA60A328205}" type="pres">
      <dgm:prSet presAssocID="{712BB9CF-FCCD-4104-A13B-D72733532AF9}" presName="vert1" presStyleCnt="0"/>
      <dgm:spPr/>
    </dgm:pt>
    <dgm:pt modelId="{F5BB3F7D-E3B7-4839-AD17-FF948E609F02}" type="pres">
      <dgm:prSet presAssocID="{284D51B2-01DE-4D97-AE16-62C745CD3791}" presName="vertSpace2a" presStyleCnt="0"/>
      <dgm:spPr/>
    </dgm:pt>
    <dgm:pt modelId="{2FF8760F-3C72-40C3-ACA3-821197BBC5C9}" type="pres">
      <dgm:prSet presAssocID="{284D51B2-01DE-4D97-AE16-62C745CD3791}" presName="horz2" presStyleCnt="0"/>
      <dgm:spPr/>
    </dgm:pt>
    <dgm:pt modelId="{75290279-5E46-4E7F-91D0-9178751FEA89}" type="pres">
      <dgm:prSet presAssocID="{284D51B2-01DE-4D97-AE16-62C745CD3791}" presName="horzSpace2" presStyleCnt="0"/>
      <dgm:spPr/>
    </dgm:pt>
    <dgm:pt modelId="{649152F2-A61E-4986-B600-03669202F75F}" type="pres">
      <dgm:prSet presAssocID="{284D51B2-01DE-4D97-AE16-62C745CD3791}" presName="tx2" presStyleLbl="revTx" presStyleIdx="1" presStyleCnt="3" custScaleY="65571"/>
      <dgm:spPr/>
    </dgm:pt>
    <dgm:pt modelId="{52CFC711-D3B5-48E9-90E8-CFA18C6A8A8E}" type="pres">
      <dgm:prSet presAssocID="{284D51B2-01DE-4D97-AE16-62C745CD3791}" presName="vert2" presStyleCnt="0"/>
      <dgm:spPr/>
    </dgm:pt>
    <dgm:pt modelId="{FE5A8B75-5226-4487-8EFE-EB398EC071F2}" type="pres">
      <dgm:prSet presAssocID="{284D51B2-01DE-4D97-AE16-62C745CD3791}" presName="thinLine2b" presStyleLbl="callout" presStyleIdx="0" presStyleCnt="2"/>
      <dgm:spPr/>
    </dgm:pt>
    <dgm:pt modelId="{C0F07C87-669C-4A2E-A1DC-088D79FA617B}" type="pres">
      <dgm:prSet presAssocID="{284D51B2-01DE-4D97-AE16-62C745CD3791}" presName="vertSpace2b" presStyleCnt="0"/>
      <dgm:spPr/>
    </dgm:pt>
    <dgm:pt modelId="{54503CD4-6BAC-47BC-8EC4-BEC01705CC0B}" type="pres">
      <dgm:prSet presAssocID="{D73A412E-921D-49C3-A164-64E26713468C}" presName="horz2" presStyleCnt="0"/>
      <dgm:spPr/>
    </dgm:pt>
    <dgm:pt modelId="{C2B73D72-DB09-4D04-8C1C-22DFFC8D1E2A}" type="pres">
      <dgm:prSet presAssocID="{D73A412E-921D-49C3-A164-64E26713468C}" presName="horzSpace2" presStyleCnt="0"/>
      <dgm:spPr/>
    </dgm:pt>
    <dgm:pt modelId="{FA4F3964-CE6E-4BC9-AB91-1F5489A67509}" type="pres">
      <dgm:prSet presAssocID="{D73A412E-921D-49C3-A164-64E26713468C}" presName="tx2" presStyleLbl="revTx" presStyleIdx="2" presStyleCnt="3"/>
      <dgm:spPr/>
    </dgm:pt>
    <dgm:pt modelId="{0B159C7A-15CA-4B8E-BC37-324BAD27DD6F}" type="pres">
      <dgm:prSet presAssocID="{D73A412E-921D-49C3-A164-64E26713468C}" presName="vert2" presStyleCnt="0"/>
      <dgm:spPr/>
    </dgm:pt>
    <dgm:pt modelId="{5260D450-E61A-4522-87E7-875527881081}" type="pres">
      <dgm:prSet presAssocID="{D73A412E-921D-49C3-A164-64E26713468C}" presName="thinLine2b" presStyleLbl="callout" presStyleIdx="1" presStyleCnt="2"/>
      <dgm:spPr/>
    </dgm:pt>
    <dgm:pt modelId="{FE9B915C-795C-449B-9556-C6C89D45E8E3}" type="pres">
      <dgm:prSet presAssocID="{D73A412E-921D-49C3-A164-64E26713468C}" presName="vertSpace2b" presStyleCnt="0"/>
      <dgm:spPr/>
    </dgm:pt>
  </dgm:ptLst>
  <dgm:cxnLst>
    <dgm:cxn modelId="{92F6BD66-1DD8-4E02-B020-4F74A17C94EB}" srcId="{712BB9CF-FCCD-4104-A13B-D72733532AF9}" destId="{284D51B2-01DE-4D97-AE16-62C745CD3791}" srcOrd="0" destOrd="0" parTransId="{AAEB4022-0E17-4665-AA39-9C0CAC4AB5C5}" sibTransId="{6A4CDEA3-954C-4799-B4F7-AD6FC9110E35}"/>
    <dgm:cxn modelId="{8AE00150-2AD1-4B0D-8C7F-20C3CCD9D0AE}" srcId="{32FCC842-55EB-4AD4-B95B-EA3D8DAA4063}" destId="{712BB9CF-FCCD-4104-A13B-D72733532AF9}" srcOrd="0" destOrd="0" parTransId="{66B0FF62-D80A-4009-BFC6-F2D54BE982CA}" sibTransId="{D5F19394-1F9B-4117-BABD-1D45E665BE5C}"/>
    <dgm:cxn modelId="{7DDCD175-A156-4BA5-A8D0-4D6500CA7839}" type="presOf" srcId="{712BB9CF-FCCD-4104-A13B-D72733532AF9}" destId="{ABC53EE2-05CD-4FCE-8A0D-8CFD40005352}" srcOrd="0" destOrd="0" presId="urn:microsoft.com/office/officeart/2008/layout/LinedList"/>
    <dgm:cxn modelId="{DD3B5C80-03EA-4EBC-B609-466EF15A439B}" type="presOf" srcId="{32FCC842-55EB-4AD4-B95B-EA3D8DAA4063}" destId="{E7F6BFDA-7125-4821-925E-FC4134E78E79}" srcOrd="0" destOrd="0" presId="urn:microsoft.com/office/officeart/2008/layout/LinedList"/>
    <dgm:cxn modelId="{1946DBEE-9D3A-4557-9094-87C957CDAA73}" type="presOf" srcId="{284D51B2-01DE-4D97-AE16-62C745CD3791}" destId="{649152F2-A61E-4986-B600-03669202F75F}" srcOrd="0" destOrd="0" presId="urn:microsoft.com/office/officeart/2008/layout/LinedList"/>
    <dgm:cxn modelId="{B76D20F8-0B01-4A01-87C0-4CDA14BD22D0}" srcId="{712BB9CF-FCCD-4104-A13B-D72733532AF9}" destId="{D73A412E-921D-49C3-A164-64E26713468C}" srcOrd="1" destOrd="0" parTransId="{CA7B3882-DA0A-4B5D-AE4D-695FAB977DB1}" sibTransId="{D8D15328-C236-4156-BB18-D254CFBBA600}"/>
    <dgm:cxn modelId="{BEDB46FB-65C1-440D-9BA2-8B332799D549}" type="presOf" srcId="{D73A412E-921D-49C3-A164-64E26713468C}" destId="{FA4F3964-CE6E-4BC9-AB91-1F5489A67509}" srcOrd="0" destOrd="0" presId="urn:microsoft.com/office/officeart/2008/layout/LinedList"/>
    <dgm:cxn modelId="{3D2F877A-8571-4C4C-9157-5178C09B3F9C}" type="presParOf" srcId="{E7F6BFDA-7125-4821-925E-FC4134E78E79}" destId="{A60F1511-C31E-4FE0-9932-73490F7ECF70}" srcOrd="0" destOrd="0" presId="urn:microsoft.com/office/officeart/2008/layout/LinedList"/>
    <dgm:cxn modelId="{573CEE04-DBAA-4CFD-B1E9-DDF3DB37EE4D}" type="presParOf" srcId="{E7F6BFDA-7125-4821-925E-FC4134E78E79}" destId="{F3C32E0F-A9F3-44AA-AD43-844B0FD4AEE1}" srcOrd="1" destOrd="0" presId="urn:microsoft.com/office/officeart/2008/layout/LinedList"/>
    <dgm:cxn modelId="{1C2920DC-D0BD-4CD2-AEE1-5CA42A54E88F}" type="presParOf" srcId="{F3C32E0F-A9F3-44AA-AD43-844B0FD4AEE1}" destId="{ABC53EE2-05CD-4FCE-8A0D-8CFD40005352}" srcOrd="0" destOrd="0" presId="urn:microsoft.com/office/officeart/2008/layout/LinedList"/>
    <dgm:cxn modelId="{A1BC3BE0-6174-43A1-BB79-2BCCE5C4AE4D}" type="presParOf" srcId="{F3C32E0F-A9F3-44AA-AD43-844B0FD4AEE1}" destId="{A6136873-B2D1-4C91-B44F-ABA60A328205}" srcOrd="1" destOrd="0" presId="urn:microsoft.com/office/officeart/2008/layout/LinedList"/>
    <dgm:cxn modelId="{C89000E5-1643-4C19-B79C-B3C04D6EC79F}" type="presParOf" srcId="{A6136873-B2D1-4C91-B44F-ABA60A328205}" destId="{F5BB3F7D-E3B7-4839-AD17-FF948E609F02}" srcOrd="0" destOrd="0" presId="urn:microsoft.com/office/officeart/2008/layout/LinedList"/>
    <dgm:cxn modelId="{CB782E7D-C26F-4411-AC21-D9B14D922856}" type="presParOf" srcId="{A6136873-B2D1-4C91-B44F-ABA60A328205}" destId="{2FF8760F-3C72-40C3-ACA3-821197BBC5C9}" srcOrd="1" destOrd="0" presId="urn:microsoft.com/office/officeart/2008/layout/LinedList"/>
    <dgm:cxn modelId="{32DE1588-7082-44A3-A194-D0601256A6BB}" type="presParOf" srcId="{2FF8760F-3C72-40C3-ACA3-821197BBC5C9}" destId="{75290279-5E46-4E7F-91D0-9178751FEA89}" srcOrd="0" destOrd="0" presId="urn:microsoft.com/office/officeart/2008/layout/LinedList"/>
    <dgm:cxn modelId="{BA0AFE7C-90DB-4833-AD29-B20F9E5C22E1}" type="presParOf" srcId="{2FF8760F-3C72-40C3-ACA3-821197BBC5C9}" destId="{649152F2-A61E-4986-B600-03669202F75F}" srcOrd="1" destOrd="0" presId="urn:microsoft.com/office/officeart/2008/layout/LinedList"/>
    <dgm:cxn modelId="{46D8F403-2CAE-43A5-AF17-800FC85BFF99}" type="presParOf" srcId="{2FF8760F-3C72-40C3-ACA3-821197BBC5C9}" destId="{52CFC711-D3B5-48E9-90E8-CFA18C6A8A8E}" srcOrd="2" destOrd="0" presId="urn:microsoft.com/office/officeart/2008/layout/LinedList"/>
    <dgm:cxn modelId="{43C9FE78-A059-42A2-AACF-43BF49B07780}" type="presParOf" srcId="{A6136873-B2D1-4C91-B44F-ABA60A328205}" destId="{FE5A8B75-5226-4487-8EFE-EB398EC071F2}" srcOrd="2" destOrd="0" presId="urn:microsoft.com/office/officeart/2008/layout/LinedList"/>
    <dgm:cxn modelId="{B54CB3E3-E96D-48F2-BE8B-CE6B24EFB520}" type="presParOf" srcId="{A6136873-B2D1-4C91-B44F-ABA60A328205}" destId="{C0F07C87-669C-4A2E-A1DC-088D79FA617B}" srcOrd="3" destOrd="0" presId="urn:microsoft.com/office/officeart/2008/layout/LinedList"/>
    <dgm:cxn modelId="{83614CF8-BFA9-4A8C-9F13-4DC4A40358D7}" type="presParOf" srcId="{A6136873-B2D1-4C91-B44F-ABA60A328205}" destId="{54503CD4-6BAC-47BC-8EC4-BEC01705CC0B}" srcOrd="4" destOrd="0" presId="urn:microsoft.com/office/officeart/2008/layout/LinedList"/>
    <dgm:cxn modelId="{4CD63437-BA6C-46E1-AEA6-066F5AA7D17D}" type="presParOf" srcId="{54503CD4-6BAC-47BC-8EC4-BEC01705CC0B}" destId="{C2B73D72-DB09-4D04-8C1C-22DFFC8D1E2A}" srcOrd="0" destOrd="0" presId="urn:microsoft.com/office/officeart/2008/layout/LinedList"/>
    <dgm:cxn modelId="{A376BCD6-B8F3-4C57-AD03-7DAD8594BABC}" type="presParOf" srcId="{54503CD4-6BAC-47BC-8EC4-BEC01705CC0B}" destId="{FA4F3964-CE6E-4BC9-AB91-1F5489A67509}" srcOrd="1" destOrd="0" presId="urn:microsoft.com/office/officeart/2008/layout/LinedList"/>
    <dgm:cxn modelId="{6AB7BC42-54FA-4214-8F95-DC8E2D1CC883}" type="presParOf" srcId="{54503CD4-6BAC-47BC-8EC4-BEC01705CC0B}" destId="{0B159C7A-15CA-4B8E-BC37-324BAD27DD6F}" srcOrd="2" destOrd="0" presId="urn:microsoft.com/office/officeart/2008/layout/LinedList"/>
    <dgm:cxn modelId="{6B360026-1B35-4928-8C99-1950A3DA7A3D}" type="presParOf" srcId="{A6136873-B2D1-4C91-B44F-ABA60A328205}" destId="{5260D450-E61A-4522-87E7-875527881081}" srcOrd="5" destOrd="0" presId="urn:microsoft.com/office/officeart/2008/layout/LinedList"/>
    <dgm:cxn modelId="{6B9BE7EC-DBE3-4B7B-9255-54B32C8A6DB5}" type="presParOf" srcId="{A6136873-B2D1-4C91-B44F-ABA60A328205}" destId="{FE9B915C-795C-449B-9556-C6C89D45E8E3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B81481-7042-4331-96CA-D97110A41DE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EB74ADD-F5D4-4244-9492-0177893AB81A}">
      <dgm:prSet phldrT="[Text]" custT="1"/>
      <dgm:spPr/>
      <dgm:t>
        <a:bodyPr/>
        <a:lstStyle/>
        <a:p>
          <a:r>
            <a:rPr lang="en-US" sz="2800" b="1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Analysis strategy</a:t>
          </a:r>
          <a:endParaRPr lang="en-MY" sz="28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A1BA24D6-B1EF-426F-8C20-208891C6F2EF}" type="parTrans" cxnId="{5CC21780-B7FD-41B3-BF19-7D6C137BA5FF}">
      <dgm:prSet/>
      <dgm:spPr/>
      <dgm:t>
        <a:bodyPr/>
        <a:lstStyle/>
        <a:p>
          <a:endParaRPr lang="en-MY" sz="2400"/>
        </a:p>
      </dgm:t>
    </dgm:pt>
    <dgm:pt modelId="{B2156B19-60D9-4413-84D4-8DAB3C658AF5}" type="sibTrans" cxnId="{5CC21780-B7FD-41B3-BF19-7D6C137BA5FF}">
      <dgm:prSet custT="1"/>
      <dgm:spPr/>
      <dgm:t>
        <a:bodyPr/>
        <a:lstStyle/>
        <a:p>
          <a:endParaRPr lang="en-MY" sz="4400"/>
        </a:p>
      </dgm:t>
    </dgm:pt>
    <dgm:pt modelId="{29607A61-5E61-44BF-BF96-0064611D5ED9}">
      <dgm:prSet phldrT="[Text]" custT="1"/>
      <dgm:spPr/>
      <dgm:t>
        <a:bodyPr/>
        <a:lstStyle/>
        <a:p>
          <a:r>
            <a:rPr lang="en-US" sz="2800" b="1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Requirements gathering</a:t>
          </a:r>
          <a:endParaRPr lang="en-MY" sz="28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3B5D7B3-39BE-4CC8-A695-DC3621924CA8}" type="parTrans" cxnId="{5BF5F2AB-645F-4AF7-8C37-9F52FF8D4E76}">
      <dgm:prSet/>
      <dgm:spPr/>
      <dgm:t>
        <a:bodyPr/>
        <a:lstStyle/>
        <a:p>
          <a:endParaRPr lang="en-MY" sz="2400"/>
        </a:p>
      </dgm:t>
    </dgm:pt>
    <dgm:pt modelId="{C7CE9FF5-CD17-45B4-B027-007655504CC0}" type="sibTrans" cxnId="{5BF5F2AB-645F-4AF7-8C37-9F52FF8D4E76}">
      <dgm:prSet custT="1"/>
      <dgm:spPr/>
      <dgm:t>
        <a:bodyPr/>
        <a:lstStyle/>
        <a:p>
          <a:endParaRPr lang="en-MY" sz="4400"/>
        </a:p>
      </dgm:t>
    </dgm:pt>
    <dgm:pt modelId="{026D4C27-DFCF-44CA-BC06-4107DA1ECBDA}">
      <dgm:prSet phldrT="[Text]" custT="1"/>
      <dgm:spPr/>
      <dgm:t>
        <a:bodyPr/>
        <a:lstStyle/>
        <a:p>
          <a:r>
            <a:rPr lang="en-US" sz="2800" b="1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System proposal</a:t>
          </a:r>
          <a:endParaRPr lang="en-MY" sz="28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9985073-87EA-46CC-855B-5464E8CF15B0}" type="parTrans" cxnId="{09247457-08D1-416A-8004-361D09912F4E}">
      <dgm:prSet/>
      <dgm:spPr/>
      <dgm:t>
        <a:bodyPr/>
        <a:lstStyle/>
        <a:p>
          <a:endParaRPr lang="en-MY" sz="2400"/>
        </a:p>
      </dgm:t>
    </dgm:pt>
    <dgm:pt modelId="{3C51E5AF-27FD-4CF8-8859-17103BAC7FDC}" type="sibTrans" cxnId="{09247457-08D1-416A-8004-361D09912F4E}">
      <dgm:prSet/>
      <dgm:spPr/>
      <dgm:t>
        <a:bodyPr/>
        <a:lstStyle/>
        <a:p>
          <a:endParaRPr lang="en-MY" sz="2400"/>
        </a:p>
      </dgm:t>
    </dgm:pt>
    <dgm:pt modelId="{EE9E1170-BC50-4EF0-A5E5-8FA02813CC83}" type="pres">
      <dgm:prSet presAssocID="{A0B81481-7042-4331-96CA-D97110A41DEB}" presName="Name0" presStyleCnt="0">
        <dgm:presLayoutVars>
          <dgm:dir/>
          <dgm:resizeHandles val="exact"/>
        </dgm:presLayoutVars>
      </dgm:prSet>
      <dgm:spPr/>
    </dgm:pt>
    <dgm:pt modelId="{A1621AD9-C05D-404B-95DC-BFB1AAE4160F}" type="pres">
      <dgm:prSet presAssocID="{0EB74ADD-F5D4-4244-9492-0177893AB81A}" presName="node" presStyleLbl="node1" presStyleIdx="0" presStyleCnt="3">
        <dgm:presLayoutVars>
          <dgm:bulletEnabled val="1"/>
        </dgm:presLayoutVars>
      </dgm:prSet>
      <dgm:spPr/>
    </dgm:pt>
    <dgm:pt modelId="{8CAEDAF9-513A-4C77-AC0C-08E0C6C6A3C7}" type="pres">
      <dgm:prSet presAssocID="{B2156B19-60D9-4413-84D4-8DAB3C658AF5}" presName="sibTrans" presStyleLbl="sibTrans2D1" presStyleIdx="0" presStyleCnt="2"/>
      <dgm:spPr/>
    </dgm:pt>
    <dgm:pt modelId="{514EC53F-08DF-4EFE-B30C-70A1210ED291}" type="pres">
      <dgm:prSet presAssocID="{B2156B19-60D9-4413-84D4-8DAB3C658AF5}" presName="connectorText" presStyleLbl="sibTrans2D1" presStyleIdx="0" presStyleCnt="2"/>
      <dgm:spPr/>
    </dgm:pt>
    <dgm:pt modelId="{79ED7B0D-543F-45A5-BCE2-2175670DB23B}" type="pres">
      <dgm:prSet presAssocID="{29607A61-5E61-44BF-BF96-0064611D5ED9}" presName="node" presStyleLbl="node1" presStyleIdx="1" presStyleCnt="3">
        <dgm:presLayoutVars>
          <dgm:bulletEnabled val="1"/>
        </dgm:presLayoutVars>
      </dgm:prSet>
      <dgm:spPr/>
    </dgm:pt>
    <dgm:pt modelId="{EF6A761E-9DA5-4B7A-B432-8A2EB1BCD346}" type="pres">
      <dgm:prSet presAssocID="{C7CE9FF5-CD17-45B4-B027-007655504CC0}" presName="sibTrans" presStyleLbl="sibTrans2D1" presStyleIdx="1" presStyleCnt="2"/>
      <dgm:spPr/>
    </dgm:pt>
    <dgm:pt modelId="{B7BE4280-709B-4A8D-A340-2FDBA242E033}" type="pres">
      <dgm:prSet presAssocID="{C7CE9FF5-CD17-45B4-B027-007655504CC0}" presName="connectorText" presStyleLbl="sibTrans2D1" presStyleIdx="1" presStyleCnt="2"/>
      <dgm:spPr/>
    </dgm:pt>
    <dgm:pt modelId="{4042C5C5-6A46-48BF-80A5-F71845B6A7B7}" type="pres">
      <dgm:prSet presAssocID="{026D4C27-DFCF-44CA-BC06-4107DA1ECBDA}" presName="node" presStyleLbl="node1" presStyleIdx="2" presStyleCnt="3">
        <dgm:presLayoutVars>
          <dgm:bulletEnabled val="1"/>
        </dgm:presLayoutVars>
      </dgm:prSet>
      <dgm:spPr/>
    </dgm:pt>
  </dgm:ptLst>
  <dgm:cxnLst>
    <dgm:cxn modelId="{356EB101-B609-4351-B13C-2D766B5389A3}" type="presOf" srcId="{B2156B19-60D9-4413-84D4-8DAB3C658AF5}" destId="{8CAEDAF9-513A-4C77-AC0C-08E0C6C6A3C7}" srcOrd="0" destOrd="0" presId="urn:microsoft.com/office/officeart/2005/8/layout/process1"/>
    <dgm:cxn modelId="{36550D62-62FA-49B7-B413-195232FAA56C}" type="presOf" srcId="{B2156B19-60D9-4413-84D4-8DAB3C658AF5}" destId="{514EC53F-08DF-4EFE-B30C-70A1210ED291}" srcOrd="1" destOrd="0" presId="urn:microsoft.com/office/officeart/2005/8/layout/process1"/>
    <dgm:cxn modelId="{5E30A662-584D-4946-8671-381FC75D267E}" type="presOf" srcId="{C7CE9FF5-CD17-45B4-B027-007655504CC0}" destId="{B7BE4280-709B-4A8D-A340-2FDBA242E033}" srcOrd="1" destOrd="0" presId="urn:microsoft.com/office/officeart/2005/8/layout/process1"/>
    <dgm:cxn modelId="{90645270-FACF-4A00-836D-116553954AD8}" type="presOf" srcId="{29607A61-5E61-44BF-BF96-0064611D5ED9}" destId="{79ED7B0D-543F-45A5-BCE2-2175670DB23B}" srcOrd="0" destOrd="0" presId="urn:microsoft.com/office/officeart/2005/8/layout/process1"/>
    <dgm:cxn modelId="{09247457-08D1-416A-8004-361D09912F4E}" srcId="{A0B81481-7042-4331-96CA-D97110A41DEB}" destId="{026D4C27-DFCF-44CA-BC06-4107DA1ECBDA}" srcOrd="2" destOrd="0" parTransId="{99985073-87EA-46CC-855B-5464E8CF15B0}" sibTransId="{3C51E5AF-27FD-4CF8-8859-17103BAC7FDC}"/>
    <dgm:cxn modelId="{5CC21780-B7FD-41B3-BF19-7D6C137BA5FF}" srcId="{A0B81481-7042-4331-96CA-D97110A41DEB}" destId="{0EB74ADD-F5D4-4244-9492-0177893AB81A}" srcOrd="0" destOrd="0" parTransId="{A1BA24D6-B1EF-426F-8C20-208891C6F2EF}" sibTransId="{B2156B19-60D9-4413-84D4-8DAB3C658AF5}"/>
    <dgm:cxn modelId="{BA1CCAA7-B0C1-48BB-833F-9C67B87941D4}" type="presOf" srcId="{0EB74ADD-F5D4-4244-9492-0177893AB81A}" destId="{A1621AD9-C05D-404B-95DC-BFB1AAE4160F}" srcOrd="0" destOrd="0" presId="urn:microsoft.com/office/officeart/2005/8/layout/process1"/>
    <dgm:cxn modelId="{5BF5F2AB-645F-4AF7-8C37-9F52FF8D4E76}" srcId="{A0B81481-7042-4331-96CA-D97110A41DEB}" destId="{29607A61-5E61-44BF-BF96-0064611D5ED9}" srcOrd="1" destOrd="0" parTransId="{63B5D7B3-39BE-4CC8-A695-DC3621924CA8}" sibTransId="{C7CE9FF5-CD17-45B4-B027-007655504CC0}"/>
    <dgm:cxn modelId="{8A82BEB2-B657-40FB-B6A5-725FF36D1CC0}" type="presOf" srcId="{026D4C27-DFCF-44CA-BC06-4107DA1ECBDA}" destId="{4042C5C5-6A46-48BF-80A5-F71845B6A7B7}" srcOrd="0" destOrd="0" presId="urn:microsoft.com/office/officeart/2005/8/layout/process1"/>
    <dgm:cxn modelId="{AA9A41D3-C03F-4AB5-BB41-BD1669FF6852}" type="presOf" srcId="{C7CE9FF5-CD17-45B4-B027-007655504CC0}" destId="{EF6A761E-9DA5-4B7A-B432-8A2EB1BCD346}" srcOrd="0" destOrd="0" presId="urn:microsoft.com/office/officeart/2005/8/layout/process1"/>
    <dgm:cxn modelId="{10A047D5-6A88-4338-95A5-378DA8AB2ABE}" type="presOf" srcId="{A0B81481-7042-4331-96CA-D97110A41DEB}" destId="{EE9E1170-BC50-4EF0-A5E5-8FA02813CC83}" srcOrd="0" destOrd="0" presId="urn:microsoft.com/office/officeart/2005/8/layout/process1"/>
    <dgm:cxn modelId="{4B7AD151-6E0F-4A26-911F-3DE3C004AFFF}" type="presParOf" srcId="{EE9E1170-BC50-4EF0-A5E5-8FA02813CC83}" destId="{A1621AD9-C05D-404B-95DC-BFB1AAE4160F}" srcOrd="0" destOrd="0" presId="urn:microsoft.com/office/officeart/2005/8/layout/process1"/>
    <dgm:cxn modelId="{EE05070F-82AE-480F-A428-DE30173AC775}" type="presParOf" srcId="{EE9E1170-BC50-4EF0-A5E5-8FA02813CC83}" destId="{8CAEDAF9-513A-4C77-AC0C-08E0C6C6A3C7}" srcOrd="1" destOrd="0" presId="urn:microsoft.com/office/officeart/2005/8/layout/process1"/>
    <dgm:cxn modelId="{D2029834-FC23-49BF-8B8E-4A1817565A4F}" type="presParOf" srcId="{8CAEDAF9-513A-4C77-AC0C-08E0C6C6A3C7}" destId="{514EC53F-08DF-4EFE-B30C-70A1210ED291}" srcOrd="0" destOrd="0" presId="urn:microsoft.com/office/officeart/2005/8/layout/process1"/>
    <dgm:cxn modelId="{5262A078-97BA-476C-A95F-F595F7B0F1A5}" type="presParOf" srcId="{EE9E1170-BC50-4EF0-A5E5-8FA02813CC83}" destId="{79ED7B0D-543F-45A5-BCE2-2175670DB23B}" srcOrd="2" destOrd="0" presId="urn:microsoft.com/office/officeart/2005/8/layout/process1"/>
    <dgm:cxn modelId="{EF816361-C4BD-4B76-ABE1-565A0BB07028}" type="presParOf" srcId="{EE9E1170-BC50-4EF0-A5E5-8FA02813CC83}" destId="{EF6A761E-9DA5-4B7A-B432-8A2EB1BCD346}" srcOrd="3" destOrd="0" presId="urn:microsoft.com/office/officeart/2005/8/layout/process1"/>
    <dgm:cxn modelId="{7E09990B-7272-4D20-9013-69F9DAD8ABDA}" type="presParOf" srcId="{EF6A761E-9DA5-4B7A-B432-8A2EB1BCD346}" destId="{B7BE4280-709B-4A8D-A340-2FDBA242E033}" srcOrd="0" destOrd="0" presId="urn:microsoft.com/office/officeart/2005/8/layout/process1"/>
    <dgm:cxn modelId="{84A712B0-D919-4A31-ABF8-45486FB920E0}" type="presParOf" srcId="{EE9E1170-BC50-4EF0-A5E5-8FA02813CC83}" destId="{4042C5C5-6A46-48BF-80A5-F71845B6A7B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9E6E33-FDAF-4607-8F7A-458FC42BC7C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1E06ABC-7384-4626-80EE-AE9D919E3BF9}">
      <dgm:prSet phldrT="[Text]"/>
      <dgm:spPr/>
      <dgm:t>
        <a:bodyPr/>
        <a:lstStyle/>
        <a:p>
          <a:pPr algn="ctr">
            <a:buFont typeface="Wingdings" pitchFamily="2" charset="2"/>
            <a:buNone/>
          </a:pPr>
          <a:r>
            <a:rPr lang="en-US" b="1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Design strategy</a:t>
          </a:r>
          <a:r>
            <a:rPr lang="en-US" b="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: this clarifies whether the system will be developed by the company or outside the company (vendor).</a:t>
          </a:r>
          <a:endParaRPr lang="en-MY" b="0" dirty="0">
            <a:solidFill>
              <a:schemeClr val="bg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8C29705-1C4E-4EB4-8605-1942382F283C}" type="parTrans" cxnId="{5385FB14-A8F3-4784-A90F-BC7E0C97A0BE}">
      <dgm:prSet/>
      <dgm:spPr/>
      <dgm:t>
        <a:bodyPr/>
        <a:lstStyle/>
        <a:p>
          <a:endParaRPr lang="en-MY"/>
        </a:p>
      </dgm:t>
    </dgm:pt>
    <dgm:pt modelId="{66A25136-EC09-401A-BD10-9D96BDACE696}" type="sibTrans" cxnId="{5385FB14-A8F3-4784-A90F-BC7E0C97A0BE}">
      <dgm:prSet/>
      <dgm:spPr/>
      <dgm:t>
        <a:bodyPr/>
        <a:lstStyle/>
        <a:p>
          <a:endParaRPr lang="en-MY"/>
        </a:p>
      </dgm:t>
    </dgm:pt>
    <dgm:pt modelId="{B4F741FF-40B8-4CC5-A6C3-415F3BBC8043}">
      <dgm:prSet/>
      <dgm:spPr/>
      <dgm:t>
        <a:bodyPr/>
        <a:lstStyle/>
        <a:p>
          <a:pPr algn="ctr"/>
          <a:r>
            <a:rPr lang="en-US" b="1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Architecture design</a:t>
          </a:r>
          <a:r>
            <a:rPr lang="en-US" b="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: this describes the hardware, software, and network infrastructure that will be used.</a:t>
          </a:r>
        </a:p>
      </dgm:t>
    </dgm:pt>
    <dgm:pt modelId="{E2B727F5-712A-4AC5-9117-DFEB7409A32C}" type="parTrans" cxnId="{695D10EA-B2F0-4539-935A-EF6986AFD1D6}">
      <dgm:prSet/>
      <dgm:spPr/>
      <dgm:t>
        <a:bodyPr/>
        <a:lstStyle/>
        <a:p>
          <a:endParaRPr lang="en-MY"/>
        </a:p>
      </dgm:t>
    </dgm:pt>
    <dgm:pt modelId="{08B41DC6-6089-4A75-8DB7-27E10B861ABD}" type="sibTrans" cxnId="{695D10EA-B2F0-4539-935A-EF6986AFD1D6}">
      <dgm:prSet/>
      <dgm:spPr/>
      <dgm:t>
        <a:bodyPr/>
        <a:lstStyle/>
        <a:p>
          <a:endParaRPr lang="en-MY"/>
        </a:p>
      </dgm:t>
    </dgm:pt>
    <dgm:pt modelId="{8B4E500A-F473-44CA-9802-1BD897836FD7}">
      <dgm:prSet/>
      <dgm:spPr/>
      <dgm:t>
        <a:bodyPr/>
        <a:lstStyle/>
        <a:p>
          <a:pPr algn="ctr"/>
          <a:r>
            <a:rPr lang="en-US" b="1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Database and file specifications</a:t>
          </a:r>
          <a:r>
            <a:rPr lang="en-US" b="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: these documents define what and where the data will be stored.</a:t>
          </a:r>
        </a:p>
      </dgm:t>
    </dgm:pt>
    <dgm:pt modelId="{8E039D31-1A9C-4561-97B3-CF183B2F66FE}" type="parTrans" cxnId="{DB9CA6D5-96C2-417D-849E-26FD2C8BB673}">
      <dgm:prSet/>
      <dgm:spPr/>
      <dgm:t>
        <a:bodyPr/>
        <a:lstStyle/>
        <a:p>
          <a:endParaRPr lang="en-MY"/>
        </a:p>
      </dgm:t>
    </dgm:pt>
    <dgm:pt modelId="{D9B114B4-0DFF-47EB-B1E7-52D1E7B56A1E}" type="sibTrans" cxnId="{DB9CA6D5-96C2-417D-849E-26FD2C8BB673}">
      <dgm:prSet/>
      <dgm:spPr/>
      <dgm:t>
        <a:bodyPr/>
        <a:lstStyle/>
        <a:p>
          <a:endParaRPr lang="en-MY"/>
        </a:p>
      </dgm:t>
    </dgm:pt>
    <dgm:pt modelId="{F1D175E0-3942-4620-AF28-5156FDE5E390}">
      <dgm:prSet/>
      <dgm:spPr/>
      <dgm:t>
        <a:bodyPr/>
        <a:lstStyle/>
        <a:p>
          <a:pPr algn="ctr"/>
          <a:r>
            <a:rPr lang="en-US" b="1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Program design</a:t>
          </a:r>
          <a:r>
            <a:rPr lang="en-US" b="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: defines what programs need to be written and what they will do.</a:t>
          </a:r>
        </a:p>
      </dgm:t>
    </dgm:pt>
    <dgm:pt modelId="{B9DE73D5-8088-4055-9358-4141071F380A}" type="parTrans" cxnId="{CACDE43B-7190-4822-A577-618EAB6F695F}">
      <dgm:prSet/>
      <dgm:spPr/>
      <dgm:t>
        <a:bodyPr/>
        <a:lstStyle/>
        <a:p>
          <a:endParaRPr lang="en-MY"/>
        </a:p>
      </dgm:t>
    </dgm:pt>
    <dgm:pt modelId="{E915B183-C424-40B1-AFF9-510DE29DF974}" type="sibTrans" cxnId="{CACDE43B-7190-4822-A577-618EAB6F695F}">
      <dgm:prSet/>
      <dgm:spPr/>
      <dgm:t>
        <a:bodyPr/>
        <a:lstStyle/>
        <a:p>
          <a:endParaRPr lang="en-MY"/>
        </a:p>
      </dgm:t>
    </dgm:pt>
    <dgm:pt modelId="{DB159738-C0E8-4DEC-A0CE-E31C0C29B4E4}" type="pres">
      <dgm:prSet presAssocID="{089E6E33-FDAF-4607-8F7A-458FC42BC7CE}" presName="outerComposite" presStyleCnt="0">
        <dgm:presLayoutVars>
          <dgm:chMax val="5"/>
          <dgm:dir/>
          <dgm:resizeHandles val="exact"/>
        </dgm:presLayoutVars>
      </dgm:prSet>
      <dgm:spPr/>
    </dgm:pt>
    <dgm:pt modelId="{B7B40001-4AC2-4568-A189-C4DF7AA36D32}" type="pres">
      <dgm:prSet presAssocID="{089E6E33-FDAF-4607-8F7A-458FC42BC7CE}" presName="dummyMaxCanvas" presStyleCnt="0">
        <dgm:presLayoutVars/>
      </dgm:prSet>
      <dgm:spPr/>
    </dgm:pt>
    <dgm:pt modelId="{99C7E7CA-53C1-4747-915B-F710081CF351}" type="pres">
      <dgm:prSet presAssocID="{089E6E33-FDAF-4607-8F7A-458FC42BC7CE}" presName="FourNodes_1" presStyleLbl="node1" presStyleIdx="0" presStyleCnt="4">
        <dgm:presLayoutVars>
          <dgm:bulletEnabled val="1"/>
        </dgm:presLayoutVars>
      </dgm:prSet>
      <dgm:spPr/>
    </dgm:pt>
    <dgm:pt modelId="{0A55CA6C-4AC6-46F5-80C5-0D2E7583EAC7}" type="pres">
      <dgm:prSet presAssocID="{089E6E33-FDAF-4607-8F7A-458FC42BC7CE}" presName="FourNodes_2" presStyleLbl="node1" presStyleIdx="1" presStyleCnt="4">
        <dgm:presLayoutVars>
          <dgm:bulletEnabled val="1"/>
        </dgm:presLayoutVars>
      </dgm:prSet>
      <dgm:spPr/>
    </dgm:pt>
    <dgm:pt modelId="{9C6B8627-F1F1-4B51-BE88-B20EAA6DC475}" type="pres">
      <dgm:prSet presAssocID="{089E6E33-FDAF-4607-8F7A-458FC42BC7CE}" presName="FourNodes_3" presStyleLbl="node1" presStyleIdx="2" presStyleCnt="4">
        <dgm:presLayoutVars>
          <dgm:bulletEnabled val="1"/>
        </dgm:presLayoutVars>
      </dgm:prSet>
      <dgm:spPr/>
    </dgm:pt>
    <dgm:pt modelId="{B0DF84A4-E2BC-43D2-8D69-F38DD842DCE8}" type="pres">
      <dgm:prSet presAssocID="{089E6E33-FDAF-4607-8F7A-458FC42BC7CE}" presName="FourNodes_4" presStyleLbl="node1" presStyleIdx="3" presStyleCnt="4">
        <dgm:presLayoutVars>
          <dgm:bulletEnabled val="1"/>
        </dgm:presLayoutVars>
      </dgm:prSet>
      <dgm:spPr/>
    </dgm:pt>
    <dgm:pt modelId="{4F27F81D-8BCF-4F53-B291-8DFD82437264}" type="pres">
      <dgm:prSet presAssocID="{089E6E33-FDAF-4607-8F7A-458FC42BC7CE}" presName="FourConn_1-2" presStyleLbl="fgAccFollowNode1" presStyleIdx="0" presStyleCnt="3">
        <dgm:presLayoutVars>
          <dgm:bulletEnabled val="1"/>
        </dgm:presLayoutVars>
      </dgm:prSet>
      <dgm:spPr/>
    </dgm:pt>
    <dgm:pt modelId="{C68DFD7D-B7B9-46D4-8CEF-6698B015756B}" type="pres">
      <dgm:prSet presAssocID="{089E6E33-FDAF-4607-8F7A-458FC42BC7CE}" presName="FourConn_2-3" presStyleLbl="fgAccFollowNode1" presStyleIdx="1" presStyleCnt="3">
        <dgm:presLayoutVars>
          <dgm:bulletEnabled val="1"/>
        </dgm:presLayoutVars>
      </dgm:prSet>
      <dgm:spPr/>
    </dgm:pt>
    <dgm:pt modelId="{445F346F-0CBE-4CF9-AEE1-929023EA7EB8}" type="pres">
      <dgm:prSet presAssocID="{089E6E33-FDAF-4607-8F7A-458FC42BC7CE}" presName="FourConn_3-4" presStyleLbl="fgAccFollowNode1" presStyleIdx="2" presStyleCnt="3">
        <dgm:presLayoutVars>
          <dgm:bulletEnabled val="1"/>
        </dgm:presLayoutVars>
      </dgm:prSet>
      <dgm:spPr/>
    </dgm:pt>
    <dgm:pt modelId="{08D93069-4422-4DBC-9665-6528BA07A6E9}" type="pres">
      <dgm:prSet presAssocID="{089E6E33-FDAF-4607-8F7A-458FC42BC7CE}" presName="FourNodes_1_text" presStyleLbl="node1" presStyleIdx="3" presStyleCnt="4">
        <dgm:presLayoutVars>
          <dgm:bulletEnabled val="1"/>
        </dgm:presLayoutVars>
      </dgm:prSet>
      <dgm:spPr/>
    </dgm:pt>
    <dgm:pt modelId="{1A18DD00-AA0E-4C66-A422-551884DA620E}" type="pres">
      <dgm:prSet presAssocID="{089E6E33-FDAF-4607-8F7A-458FC42BC7CE}" presName="FourNodes_2_text" presStyleLbl="node1" presStyleIdx="3" presStyleCnt="4">
        <dgm:presLayoutVars>
          <dgm:bulletEnabled val="1"/>
        </dgm:presLayoutVars>
      </dgm:prSet>
      <dgm:spPr/>
    </dgm:pt>
    <dgm:pt modelId="{DDA97137-02A9-44FE-AE61-27ACF85D18B9}" type="pres">
      <dgm:prSet presAssocID="{089E6E33-FDAF-4607-8F7A-458FC42BC7CE}" presName="FourNodes_3_text" presStyleLbl="node1" presStyleIdx="3" presStyleCnt="4">
        <dgm:presLayoutVars>
          <dgm:bulletEnabled val="1"/>
        </dgm:presLayoutVars>
      </dgm:prSet>
      <dgm:spPr/>
    </dgm:pt>
    <dgm:pt modelId="{F9874DCB-B58D-41C1-BACF-19BF6A67BD7E}" type="pres">
      <dgm:prSet presAssocID="{089E6E33-FDAF-4607-8F7A-458FC42BC7C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385FB14-A8F3-4784-A90F-BC7E0C97A0BE}" srcId="{089E6E33-FDAF-4607-8F7A-458FC42BC7CE}" destId="{21E06ABC-7384-4626-80EE-AE9D919E3BF9}" srcOrd="0" destOrd="0" parTransId="{88C29705-1C4E-4EB4-8605-1942382F283C}" sibTransId="{66A25136-EC09-401A-BD10-9D96BDACE696}"/>
    <dgm:cxn modelId="{9CDF8A15-0BE0-4227-8F86-E46D4ECCE0E0}" type="presOf" srcId="{08B41DC6-6089-4A75-8DB7-27E10B861ABD}" destId="{C68DFD7D-B7B9-46D4-8CEF-6698B015756B}" srcOrd="0" destOrd="0" presId="urn:microsoft.com/office/officeart/2005/8/layout/vProcess5"/>
    <dgm:cxn modelId="{2A1CE41F-310B-449F-8BCD-1560662D7516}" type="presOf" srcId="{F1D175E0-3942-4620-AF28-5156FDE5E390}" destId="{B0DF84A4-E2BC-43D2-8D69-F38DD842DCE8}" srcOrd="0" destOrd="0" presId="urn:microsoft.com/office/officeart/2005/8/layout/vProcess5"/>
    <dgm:cxn modelId="{CACDE43B-7190-4822-A577-618EAB6F695F}" srcId="{089E6E33-FDAF-4607-8F7A-458FC42BC7CE}" destId="{F1D175E0-3942-4620-AF28-5156FDE5E390}" srcOrd="3" destOrd="0" parTransId="{B9DE73D5-8088-4055-9358-4141071F380A}" sibTransId="{E915B183-C424-40B1-AFF9-510DE29DF974}"/>
    <dgm:cxn modelId="{65C8F35D-3B07-467E-B396-8000800ED8D3}" type="presOf" srcId="{089E6E33-FDAF-4607-8F7A-458FC42BC7CE}" destId="{DB159738-C0E8-4DEC-A0CE-E31C0C29B4E4}" srcOrd="0" destOrd="0" presId="urn:microsoft.com/office/officeart/2005/8/layout/vProcess5"/>
    <dgm:cxn modelId="{D5088762-63D2-48E2-BFCA-FA731B41DB06}" type="presOf" srcId="{66A25136-EC09-401A-BD10-9D96BDACE696}" destId="{4F27F81D-8BCF-4F53-B291-8DFD82437264}" srcOrd="0" destOrd="0" presId="urn:microsoft.com/office/officeart/2005/8/layout/vProcess5"/>
    <dgm:cxn modelId="{9E341A47-F4C0-4148-89A7-37219374CDA5}" type="presOf" srcId="{B4F741FF-40B8-4CC5-A6C3-415F3BBC8043}" destId="{1A18DD00-AA0E-4C66-A422-551884DA620E}" srcOrd="1" destOrd="0" presId="urn:microsoft.com/office/officeart/2005/8/layout/vProcess5"/>
    <dgm:cxn modelId="{0CB1D259-7858-4C04-B012-9284BA18B39E}" type="presOf" srcId="{F1D175E0-3942-4620-AF28-5156FDE5E390}" destId="{F9874DCB-B58D-41C1-BACF-19BF6A67BD7E}" srcOrd="1" destOrd="0" presId="urn:microsoft.com/office/officeart/2005/8/layout/vProcess5"/>
    <dgm:cxn modelId="{4D1722A5-4022-4158-9178-D4B9F54DD158}" type="presOf" srcId="{21E06ABC-7384-4626-80EE-AE9D919E3BF9}" destId="{99C7E7CA-53C1-4747-915B-F710081CF351}" srcOrd="0" destOrd="0" presId="urn:microsoft.com/office/officeart/2005/8/layout/vProcess5"/>
    <dgm:cxn modelId="{96DA3CA6-9D9C-4ABD-9364-4633A8B24F4E}" type="presOf" srcId="{8B4E500A-F473-44CA-9802-1BD897836FD7}" destId="{DDA97137-02A9-44FE-AE61-27ACF85D18B9}" srcOrd="1" destOrd="0" presId="urn:microsoft.com/office/officeart/2005/8/layout/vProcess5"/>
    <dgm:cxn modelId="{31F53FAE-B01E-4AAA-BDC8-6F7B8AA4FE00}" type="presOf" srcId="{8B4E500A-F473-44CA-9802-1BD897836FD7}" destId="{9C6B8627-F1F1-4B51-BE88-B20EAA6DC475}" srcOrd="0" destOrd="0" presId="urn:microsoft.com/office/officeart/2005/8/layout/vProcess5"/>
    <dgm:cxn modelId="{942C60BC-45A2-41AB-9901-A73215901886}" type="presOf" srcId="{B4F741FF-40B8-4CC5-A6C3-415F3BBC8043}" destId="{0A55CA6C-4AC6-46F5-80C5-0D2E7583EAC7}" srcOrd="0" destOrd="0" presId="urn:microsoft.com/office/officeart/2005/8/layout/vProcess5"/>
    <dgm:cxn modelId="{318270BC-4DF8-495C-B988-AC0B0E310482}" type="presOf" srcId="{D9B114B4-0DFF-47EB-B1E7-52D1E7B56A1E}" destId="{445F346F-0CBE-4CF9-AEE1-929023EA7EB8}" srcOrd="0" destOrd="0" presId="urn:microsoft.com/office/officeart/2005/8/layout/vProcess5"/>
    <dgm:cxn modelId="{40F280C2-277D-4D7E-89E5-486CFA4F83F9}" type="presOf" srcId="{21E06ABC-7384-4626-80EE-AE9D919E3BF9}" destId="{08D93069-4422-4DBC-9665-6528BA07A6E9}" srcOrd="1" destOrd="0" presId="urn:microsoft.com/office/officeart/2005/8/layout/vProcess5"/>
    <dgm:cxn modelId="{DB9CA6D5-96C2-417D-849E-26FD2C8BB673}" srcId="{089E6E33-FDAF-4607-8F7A-458FC42BC7CE}" destId="{8B4E500A-F473-44CA-9802-1BD897836FD7}" srcOrd="2" destOrd="0" parTransId="{8E039D31-1A9C-4561-97B3-CF183B2F66FE}" sibTransId="{D9B114B4-0DFF-47EB-B1E7-52D1E7B56A1E}"/>
    <dgm:cxn modelId="{695D10EA-B2F0-4539-935A-EF6986AFD1D6}" srcId="{089E6E33-FDAF-4607-8F7A-458FC42BC7CE}" destId="{B4F741FF-40B8-4CC5-A6C3-415F3BBC8043}" srcOrd="1" destOrd="0" parTransId="{E2B727F5-712A-4AC5-9117-DFEB7409A32C}" sibTransId="{08B41DC6-6089-4A75-8DB7-27E10B861ABD}"/>
    <dgm:cxn modelId="{012B2A7F-052C-492A-99E4-83D4E76091AD}" type="presParOf" srcId="{DB159738-C0E8-4DEC-A0CE-E31C0C29B4E4}" destId="{B7B40001-4AC2-4568-A189-C4DF7AA36D32}" srcOrd="0" destOrd="0" presId="urn:microsoft.com/office/officeart/2005/8/layout/vProcess5"/>
    <dgm:cxn modelId="{D59F2F62-D810-4D40-A088-AFF2912AFAD5}" type="presParOf" srcId="{DB159738-C0E8-4DEC-A0CE-E31C0C29B4E4}" destId="{99C7E7CA-53C1-4747-915B-F710081CF351}" srcOrd="1" destOrd="0" presId="urn:microsoft.com/office/officeart/2005/8/layout/vProcess5"/>
    <dgm:cxn modelId="{B6CFC409-2267-492B-9AEA-C75FF562F6D3}" type="presParOf" srcId="{DB159738-C0E8-4DEC-A0CE-E31C0C29B4E4}" destId="{0A55CA6C-4AC6-46F5-80C5-0D2E7583EAC7}" srcOrd="2" destOrd="0" presId="urn:microsoft.com/office/officeart/2005/8/layout/vProcess5"/>
    <dgm:cxn modelId="{964B36DE-DBAD-458F-B154-103D735819B5}" type="presParOf" srcId="{DB159738-C0E8-4DEC-A0CE-E31C0C29B4E4}" destId="{9C6B8627-F1F1-4B51-BE88-B20EAA6DC475}" srcOrd="3" destOrd="0" presId="urn:microsoft.com/office/officeart/2005/8/layout/vProcess5"/>
    <dgm:cxn modelId="{88EEB3C0-FFE4-4231-941B-AC403B814D42}" type="presParOf" srcId="{DB159738-C0E8-4DEC-A0CE-E31C0C29B4E4}" destId="{B0DF84A4-E2BC-43D2-8D69-F38DD842DCE8}" srcOrd="4" destOrd="0" presId="urn:microsoft.com/office/officeart/2005/8/layout/vProcess5"/>
    <dgm:cxn modelId="{F0ECDDA7-87FA-4A3A-9C32-E3CE311AA95B}" type="presParOf" srcId="{DB159738-C0E8-4DEC-A0CE-E31C0C29B4E4}" destId="{4F27F81D-8BCF-4F53-B291-8DFD82437264}" srcOrd="5" destOrd="0" presId="urn:microsoft.com/office/officeart/2005/8/layout/vProcess5"/>
    <dgm:cxn modelId="{A987D059-C587-4F12-823B-1C3F122713EF}" type="presParOf" srcId="{DB159738-C0E8-4DEC-A0CE-E31C0C29B4E4}" destId="{C68DFD7D-B7B9-46D4-8CEF-6698B015756B}" srcOrd="6" destOrd="0" presId="urn:microsoft.com/office/officeart/2005/8/layout/vProcess5"/>
    <dgm:cxn modelId="{E4F2F433-69C6-48DE-B5D7-1C109A318246}" type="presParOf" srcId="{DB159738-C0E8-4DEC-A0CE-E31C0C29B4E4}" destId="{445F346F-0CBE-4CF9-AEE1-929023EA7EB8}" srcOrd="7" destOrd="0" presId="urn:microsoft.com/office/officeart/2005/8/layout/vProcess5"/>
    <dgm:cxn modelId="{B1B30BD5-A7F2-4C9D-94AB-CA79DF15D9C9}" type="presParOf" srcId="{DB159738-C0E8-4DEC-A0CE-E31C0C29B4E4}" destId="{08D93069-4422-4DBC-9665-6528BA07A6E9}" srcOrd="8" destOrd="0" presId="urn:microsoft.com/office/officeart/2005/8/layout/vProcess5"/>
    <dgm:cxn modelId="{05911F9D-3B82-42DA-857E-B61D824C9526}" type="presParOf" srcId="{DB159738-C0E8-4DEC-A0CE-E31C0C29B4E4}" destId="{1A18DD00-AA0E-4C66-A422-551884DA620E}" srcOrd="9" destOrd="0" presId="urn:microsoft.com/office/officeart/2005/8/layout/vProcess5"/>
    <dgm:cxn modelId="{9BFF0FF3-EBAF-4A87-9F36-01ED4DD5E003}" type="presParOf" srcId="{DB159738-C0E8-4DEC-A0CE-E31C0C29B4E4}" destId="{DDA97137-02A9-44FE-AE61-27ACF85D18B9}" srcOrd="10" destOrd="0" presId="urn:microsoft.com/office/officeart/2005/8/layout/vProcess5"/>
    <dgm:cxn modelId="{AE33EB67-7239-4709-BEBE-5ABA3C3A5E80}" type="presParOf" srcId="{DB159738-C0E8-4DEC-A0CE-E31C0C29B4E4}" destId="{F9874DCB-B58D-41C1-BACF-19BF6A67BD7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A291507-30D1-41D9-B0C9-FA8057243C52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AEE86851-1FA3-4439-849E-B027CC7DDEB5}">
      <dgm:prSet phldrT="[Text]"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altLang="en-US" sz="3200" b="1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System construction</a:t>
          </a:r>
          <a:endParaRPr lang="en-MY" sz="32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16EFF12-703B-4A00-A5F8-79CBF4966916}" type="parTrans" cxnId="{546678E7-A063-4EF2-AA03-CF0EB713D7ED}">
      <dgm:prSet/>
      <dgm:spPr/>
      <dgm:t>
        <a:bodyPr/>
        <a:lstStyle/>
        <a:p>
          <a:endParaRPr lang="en-MY"/>
        </a:p>
      </dgm:t>
    </dgm:pt>
    <dgm:pt modelId="{98052C85-2ED8-412D-8D41-3F373589314E}" type="sibTrans" cxnId="{546678E7-A063-4EF2-AA03-CF0EB713D7ED}">
      <dgm:prSet/>
      <dgm:spPr/>
      <dgm:t>
        <a:bodyPr/>
        <a:lstStyle/>
        <a:p>
          <a:endParaRPr lang="en-MY"/>
        </a:p>
      </dgm:t>
    </dgm:pt>
    <dgm:pt modelId="{D92A5B36-3213-4C15-B882-B73F6F204FEA}">
      <dgm:prSet custT="1"/>
      <dgm:spPr/>
      <dgm:t>
        <a:bodyPr/>
        <a:lstStyle/>
        <a:p>
          <a:r>
            <a:rPr lang="en-US" altLang="en-US" sz="3200" b="1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Installation</a:t>
          </a:r>
          <a:endParaRPr lang="en-US" altLang="en-US" sz="3200" cap="none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C4362D2-41E0-41EB-B5CD-23D104CA5F13}" type="parTrans" cxnId="{A6E34706-7E41-4FFD-BA7B-2B96BD0D2BD6}">
      <dgm:prSet/>
      <dgm:spPr/>
      <dgm:t>
        <a:bodyPr/>
        <a:lstStyle/>
        <a:p>
          <a:endParaRPr lang="en-MY"/>
        </a:p>
      </dgm:t>
    </dgm:pt>
    <dgm:pt modelId="{EC71F069-D8B4-499F-87B5-48615CDDC108}" type="sibTrans" cxnId="{A6E34706-7E41-4FFD-BA7B-2B96BD0D2BD6}">
      <dgm:prSet/>
      <dgm:spPr/>
      <dgm:t>
        <a:bodyPr/>
        <a:lstStyle/>
        <a:p>
          <a:endParaRPr lang="en-MY"/>
        </a:p>
      </dgm:t>
    </dgm:pt>
    <dgm:pt modelId="{B6FDB7FC-DE6E-4C2B-9DAD-A4C1CD245A04}">
      <dgm:prSet custT="1"/>
      <dgm:spPr/>
      <dgm:t>
        <a:bodyPr/>
        <a:lstStyle/>
        <a:p>
          <a:r>
            <a:rPr lang="en-US" altLang="en-US" sz="3200" b="1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Support plan</a:t>
          </a:r>
          <a:endParaRPr lang="en-US" altLang="en-US" sz="3200" cap="none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FC742C4-5001-4A24-A51B-DA6176F2DD50}" type="parTrans" cxnId="{0DA398AF-B362-4F53-967D-30D73A011C7A}">
      <dgm:prSet/>
      <dgm:spPr/>
      <dgm:t>
        <a:bodyPr/>
        <a:lstStyle/>
        <a:p>
          <a:endParaRPr lang="en-MY"/>
        </a:p>
      </dgm:t>
    </dgm:pt>
    <dgm:pt modelId="{39448997-710F-46A9-81C8-A9CD61F03348}" type="sibTrans" cxnId="{0DA398AF-B362-4F53-967D-30D73A011C7A}">
      <dgm:prSet/>
      <dgm:spPr/>
      <dgm:t>
        <a:bodyPr/>
        <a:lstStyle/>
        <a:p>
          <a:endParaRPr lang="en-MY"/>
        </a:p>
      </dgm:t>
    </dgm:pt>
    <dgm:pt modelId="{12A84AA4-8916-4275-A784-4754048CED2E}">
      <dgm:prSet phldrT="[Text]" custT="1"/>
      <dgm:spPr/>
      <dgm:t>
        <a:bodyPr/>
        <a:lstStyle/>
        <a:p>
          <a:pPr algn="l">
            <a:buFont typeface="Wingdings" panose="05000000000000000000" pitchFamily="2" charset="2"/>
            <a:buNone/>
          </a:pPr>
          <a:r>
            <a:rPr lang="en-US" altLang="en-US" sz="28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The system is built and tested to make sure it performs  as designed.</a:t>
          </a:r>
          <a:endParaRPr lang="en-MY" sz="28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BBD8D008-B0DD-4835-8094-C6CD1CD7F459}" type="parTrans" cxnId="{68624E39-33B2-4260-A3AD-1E158822E5C5}">
      <dgm:prSet/>
      <dgm:spPr/>
      <dgm:t>
        <a:bodyPr/>
        <a:lstStyle/>
        <a:p>
          <a:endParaRPr lang="en-MY"/>
        </a:p>
      </dgm:t>
    </dgm:pt>
    <dgm:pt modelId="{6790012B-9A39-4085-8752-5F8A0315393C}" type="sibTrans" cxnId="{68624E39-33B2-4260-A3AD-1E158822E5C5}">
      <dgm:prSet/>
      <dgm:spPr/>
      <dgm:t>
        <a:bodyPr/>
        <a:lstStyle/>
        <a:p>
          <a:endParaRPr lang="en-MY"/>
        </a:p>
      </dgm:t>
    </dgm:pt>
    <dgm:pt modelId="{45DDE2DF-43F4-4B37-94EB-0477B7068B3D}">
      <dgm:prSet custT="1"/>
      <dgm:spPr/>
      <dgm:t>
        <a:bodyPr/>
        <a:lstStyle/>
        <a:p>
          <a:r>
            <a:rPr lang="en-US" altLang="en-US" sz="28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The old system is turned off and the new one is turned on.</a:t>
          </a:r>
        </a:p>
      </dgm:t>
    </dgm:pt>
    <dgm:pt modelId="{BDB7F00C-96E4-492B-AB62-E63C5C0C3153}" type="parTrans" cxnId="{0E7E61D4-7438-4C7F-8B17-4C11C775BBAF}">
      <dgm:prSet/>
      <dgm:spPr/>
      <dgm:t>
        <a:bodyPr/>
        <a:lstStyle/>
        <a:p>
          <a:endParaRPr lang="en-MY"/>
        </a:p>
      </dgm:t>
    </dgm:pt>
    <dgm:pt modelId="{24028857-67A6-4DEB-85F1-A74E92F4F685}" type="sibTrans" cxnId="{0E7E61D4-7438-4C7F-8B17-4C11C775BBAF}">
      <dgm:prSet/>
      <dgm:spPr/>
      <dgm:t>
        <a:bodyPr/>
        <a:lstStyle/>
        <a:p>
          <a:endParaRPr lang="en-MY"/>
        </a:p>
      </dgm:t>
    </dgm:pt>
    <dgm:pt modelId="{DC18D2CF-53B4-490B-882D-D5ACBCC4FFDC}">
      <dgm:prSet custT="1"/>
      <dgm:spPr/>
      <dgm:t>
        <a:bodyPr/>
        <a:lstStyle/>
        <a:p>
          <a:r>
            <a:rPr lang="en-US" altLang="en-US" sz="28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Includes a post-implementation review as well as a systematic way for identifying changes needed for the system.</a:t>
          </a:r>
        </a:p>
      </dgm:t>
    </dgm:pt>
    <dgm:pt modelId="{BD72DA28-CCE0-43EE-B417-1265D5BC89C1}" type="parTrans" cxnId="{8C7EC9AF-FDCB-457A-A632-14ABA3F3AABA}">
      <dgm:prSet/>
      <dgm:spPr/>
      <dgm:t>
        <a:bodyPr/>
        <a:lstStyle/>
        <a:p>
          <a:endParaRPr lang="en-MY"/>
        </a:p>
      </dgm:t>
    </dgm:pt>
    <dgm:pt modelId="{43DEA69D-4D4A-4B99-A244-9C9A817738FD}" type="sibTrans" cxnId="{8C7EC9AF-FDCB-457A-A632-14ABA3F3AABA}">
      <dgm:prSet/>
      <dgm:spPr/>
      <dgm:t>
        <a:bodyPr/>
        <a:lstStyle/>
        <a:p>
          <a:endParaRPr lang="en-MY"/>
        </a:p>
      </dgm:t>
    </dgm:pt>
    <dgm:pt modelId="{C02F22EB-65AE-44BC-A1AD-A129F17CA5E7}" type="pres">
      <dgm:prSet presAssocID="{5A291507-30D1-41D9-B0C9-FA8057243C52}" presName="Name0" presStyleCnt="0">
        <dgm:presLayoutVars>
          <dgm:dir/>
          <dgm:animLvl val="lvl"/>
          <dgm:resizeHandles val="exact"/>
        </dgm:presLayoutVars>
      </dgm:prSet>
      <dgm:spPr/>
    </dgm:pt>
    <dgm:pt modelId="{516C5A33-6A88-410B-AE34-F73995E9EA25}" type="pres">
      <dgm:prSet presAssocID="{5A291507-30D1-41D9-B0C9-FA8057243C52}" presName="tSp" presStyleCnt="0"/>
      <dgm:spPr/>
    </dgm:pt>
    <dgm:pt modelId="{6E57012F-5EA1-448C-8528-5EBD24409B27}" type="pres">
      <dgm:prSet presAssocID="{5A291507-30D1-41D9-B0C9-FA8057243C52}" presName="bSp" presStyleCnt="0"/>
      <dgm:spPr/>
    </dgm:pt>
    <dgm:pt modelId="{5FAC2874-181B-4BAF-96B3-C866ACAE18CD}" type="pres">
      <dgm:prSet presAssocID="{5A291507-30D1-41D9-B0C9-FA8057243C52}" presName="process" presStyleCnt="0"/>
      <dgm:spPr/>
    </dgm:pt>
    <dgm:pt modelId="{5946F4D1-4B86-4729-B083-53086C650B97}" type="pres">
      <dgm:prSet presAssocID="{AEE86851-1FA3-4439-849E-B027CC7DDEB5}" presName="composite1" presStyleCnt="0"/>
      <dgm:spPr/>
    </dgm:pt>
    <dgm:pt modelId="{78215BFF-A290-4FA7-8936-E4BF074FFAEC}" type="pres">
      <dgm:prSet presAssocID="{AEE86851-1FA3-4439-849E-B027CC7DDEB5}" presName="dummyNode1" presStyleLbl="node1" presStyleIdx="0" presStyleCnt="3"/>
      <dgm:spPr/>
    </dgm:pt>
    <dgm:pt modelId="{26CE615F-6DBA-4211-884C-65B53DF55923}" type="pres">
      <dgm:prSet presAssocID="{AEE86851-1FA3-4439-849E-B027CC7DDEB5}" presName="childNode1" presStyleLbl="bgAcc1" presStyleIdx="0" presStyleCnt="3">
        <dgm:presLayoutVars>
          <dgm:bulletEnabled val="1"/>
        </dgm:presLayoutVars>
      </dgm:prSet>
      <dgm:spPr/>
    </dgm:pt>
    <dgm:pt modelId="{22297C4F-61A2-4CD5-B601-A116CB29644D}" type="pres">
      <dgm:prSet presAssocID="{AEE86851-1FA3-4439-849E-B027CC7DDEB5}" presName="childNode1tx" presStyleLbl="bgAcc1" presStyleIdx="0" presStyleCnt="3">
        <dgm:presLayoutVars>
          <dgm:bulletEnabled val="1"/>
        </dgm:presLayoutVars>
      </dgm:prSet>
      <dgm:spPr/>
    </dgm:pt>
    <dgm:pt modelId="{273DF210-20F9-4D89-ABF8-585ADB2A4F7B}" type="pres">
      <dgm:prSet presAssocID="{AEE86851-1FA3-4439-849E-B027CC7DDEB5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9489898B-1069-4D08-B434-8200C2009336}" type="pres">
      <dgm:prSet presAssocID="{AEE86851-1FA3-4439-849E-B027CC7DDEB5}" presName="connSite1" presStyleCnt="0"/>
      <dgm:spPr/>
    </dgm:pt>
    <dgm:pt modelId="{4648607F-E8F9-4ED7-8799-E16647E59296}" type="pres">
      <dgm:prSet presAssocID="{98052C85-2ED8-412D-8D41-3F373589314E}" presName="Name9" presStyleLbl="sibTrans2D1" presStyleIdx="0" presStyleCnt="2"/>
      <dgm:spPr/>
    </dgm:pt>
    <dgm:pt modelId="{EBF13287-52AF-48C3-9F58-B7A77A3263FF}" type="pres">
      <dgm:prSet presAssocID="{D92A5B36-3213-4C15-B882-B73F6F204FEA}" presName="composite2" presStyleCnt="0"/>
      <dgm:spPr/>
    </dgm:pt>
    <dgm:pt modelId="{598BE617-670B-4729-9D8D-FCD1A70F9284}" type="pres">
      <dgm:prSet presAssocID="{D92A5B36-3213-4C15-B882-B73F6F204FEA}" presName="dummyNode2" presStyleLbl="node1" presStyleIdx="0" presStyleCnt="3"/>
      <dgm:spPr/>
    </dgm:pt>
    <dgm:pt modelId="{0A8423A7-DD5B-4E0E-99BA-3F1A894C11F7}" type="pres">
      <dgm:prSet presAssocID="{D92A5B36-3213-4C15-B882-B73F6F204FEA}" presName="childNode2" presStyleLbl="bgAcc1" presStyleIdx="1" presStyleCnt="3">
        <dgm:presLayoutVars>
          <dgm:bulletEnabled val="1"/>
        </dgm:presLayoutVars>
      </dgm:prSet>
      <dgm:spPr/>
    </dgm:pt>
    <dgm:pt modelId="{4339FA48-2B55-46A5-9717-CDA68C866E9F}" type="pres">
      <dgm:prSet presAssocID="{D92A5B36-3213-4C15-B882-B73F6F204FEA}" presName="childNode2tx" presStyleLbl="bgAcc1" presStyleIdx="1" presStyleCnt="3">
        <dgm:presLayoutVars>
          <dgm:bulletEnabled val="1"/>
        </dgm:presLayoutVars>
      </dgm:prSet>
      <dgm:spPr/>
    </dgm:pt>
    <dgm:pt modelId="{205D18B6-6CFF-470A-8F80-CD1A10549A12}" type="pres">
      <dgm:prSet presAssocID="{D92A5B36-3213-4C15-B882-B73F6F204FEA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73DF3BB5-7E87-4A27-9156-5E5E4BFC3514}" type="pres">
      <dgm:prSet presAssocID="{D92A5B36-3213-4C15-B882-B73F6F204FEA}" presName="connSite2" presStyleCnt="0"/>
      <dgm:spPr/>
    </dgm:pt>
    <dgm:pt modelId="{D35AEDC2-AE99-4D76-A454-478BCFF49EFF}" type="pres">
      <dgm:prSet presAssocID="{EC71F069-D8B4-499F-87B5-48615CDDC108}" presName="Name18" presStyleLbl="sibTrans2D1" presStyleIdx="1" presStyleCnt="2"/>
      <dgm:spPr/>
    </dgm:pt>
    <dgm:pt modelId="{CF7429F9-A3A5-4DC5-9E49-F40FCC4556B0}" type="pres">
      <dgm:prSet presAssocID="{B6FDB7FC-DE6E-4C2B-9DAD-A4C1CD245A04}" presName="composite1" presStyleCnt="0"/>
      <dgm:spPr/>
    </dgm:pt>
    <dgm:pt modelId="{3847C1C6-AD48-49D3-A033-35E9E97BAEFE}" type="pres">
      <dgm:prSet presAssocID="{B6FDB7FC-DE6E-4C2B-9DAD-A4C1CD245A04}" presName="dummyNode1" presStyleLbl="node1" presStyleIdx="1" presStyleCnt="3"/>
      <dgm:spPr/>
    </dgm:pt>
    <dgm:pt modelId="{695561CD-64AC-4756-B01F-0E923FF71AB9}" type="pres">
      <dgm:prSet presAssocID="{B6FDB7FC-DE6E-4C2B-9DAD-A4C1CD245A04}" presName="childNode1" presStyleLbl="bgAcc1" presStyleIdx="2" presStyleCnt="3">
        <dgm:presLayoutVars>
          <dgm:bulletEnabled val="1"/>
        </dgm:presLayoutVars>
      </dgm:prSet>
      <dgm:spPr/>
    </dgm:pt>
    <dgm:pt modelId="{3F707AB6-E07D-4992-BED7-D5A6A0D00FFD}" type="pres">
      <dgm:prSet presAssocID="{B6FDB7FC-DE6E-4C2B-9DAD-A4C1CD245A04}" presName="childNode1tx" presStyleLbl="bgAcc1" presStyleIdx="2" presStyleCnt="3">
        <dgm:presLayoutVars>
          <dgm:bulletEnabled val="1"/>
        </dgm:presLayoutVars>
      </dgm:prSet>
      <dgm:spPr/>
    </dgm:pt>
    <dgm:pt modelId="{8344D49F-172A-4A85-9807-0E106A7459AA}" type="pres">
      <dgm:prSet presAssocID="{B6FDB7FC-DE6E-4C2B-9DAD-A4C1CD245A04}" presName="parentNode1" presStyleLbl="node1" presStyleIdx="2" presStyleCnt="3" custLinFactNeighborX="-7826" custLinFactNeighborY="36748">
        <dgm:presLayoutVars>
          <dgm:chMax val="1"/>
          <dgm:bulletEnabled val="1"/>
        </dgm:presLayoutVars>
      </dgm:prSet>
      <dgm:spPr/>
    </dgm:pt>
    <dgm:pt modelId="{CAA0BE8D-D8A5-42F0-A803-E8BC0FE72A3F}" type="pres">
      <dgm:prSet presAssocID="{B6FDB7FC-DE6E-4C2B-9DAD-A4C1CD245A04}" presName="connSite1" presStyleCnt="0"/>
      <dgm:spPr/>
    </dgm:pt>
  </dgm:ptLst>
  <dgm:cxnLst>
    <dgm:cxn modelId="{A6E34706-7E41-4FFD-BA7B-2B96BD0D2BD6}" srcId="{5A291507-30D1-41D9-B0C9-FA8057243C52}" destId="{D92A5B36-3213-4C15-B882-B73F6F204FEA}" srcOrd="1" destOrd="0" parTransId="{8C4362D2-41E0-41EB-B5CD-23D104CA5F13}" sibTransId="{EC71F069-D8B4-499F-87B5-48615CDDC108}"/>
    <dgm:cxn modelId="{91B7431E-A000-44CB-8056-BF953C6FDA03}" type="presOf" srcId="{45DDE2DF-43F4-4B37-94EB-0477B7068B3D}" destId="{4339FA48-2B55-46A5-9717-CDA68C866E9F}" srcOrd="1" destOrd="0" presId="urn:microsoft.com/office/officeart/2005/8/layout/hProcess4"/>
    <dgm:cxn modelId="{26A3E52D-21B8-46F3-9199-95B33B4A8108}" type="presOf" srcId="{5A291507-30D1-41D9-B0C9-FA8057243C52}" destId="{C02F22EB-65AE-44BC-A1AD-A129F17CA5E7}" srcOrd="0" destOrd="0" presId="urn:microsoft.com/office/officeart/2005/8/layout/hProcess4"/>
    <dgm:cxn modelId="{35350231-6707-43F3-ADC9-16B865B512E7}" type="presOf" srcId="{DC18D2CF-53B4-490B-882D-D5ACBCC4FFDC}" destId="{695561CD-64AC-4756-B01F-0E923FF71AB9}" srcOrd="0" destOrd="0" presId="urn:microsoft.com/office/officeart/2005/8/layout/hProcess4"/>
    <dgm:cxn modelId="{68624E39-33B2-4260-A3AD-1E158822E5C5}" srcId="{AEE86851-1FA3-4439-849E-B027CC7DDEB5}" destId="{12A84AA4-8916-4275-A784-4754048CED2E}" srcOrd="0" destOrd="0" parTransId="{BBD8D008-B0DD-4835-8094-C6CD1CD7F459}" sibTransId="{6790012B-9A39-4085-8752-5F8A0315393C}"/>
    <dgm:cxn modelId="{68F27547-C687-4282-AFD6-84295C2A1E80}" type="presOf" srcId="{DC18D2CF-53B4-490B-882D-D5ACBCC4FFDC}" destId="{3F707AB6-E07D-4992-BED7-D5A6A0D00FFD}" srcOrd="1" destOrd="0" presId="urn:microsoft.com/office/officeart/2005/8/layout/hProcess4"/>
    <dgm:cxn modelId="{F56C3691-B6BD-461F-AA93-07EF5DF9FC3D}" type="presOf" srcId="{12A84AA4-8916-4275-A784-4754048CED2E}" destId="{22297C4F-61A2-4CD5-B601-A116CB29644D}" srcOrd="1" destOrd="0" presId="urn:microsoft.com/office/officeart/2005/8/layout/hProcess4"/>
    <dgm:cxn modelId="{79E96AA5-A4ED-4284-BDCC-8754162AA408}" type="presOf" srcId="{EC71F069-D8B4-499F-87B5-48615CDDC108}" destId="{D35AEDC2-AE99-4D76-A454-478BCFF49EFF}" srcOrd="0" destOrd="0" presId="urn:microsoft.com/office/officeart/2005/8/layout/hProcess4"/>
    <dgm:cxn modelId="{0DA398AF-B362-4F53-967D-30D73A011C7A}" srcId="{5A291507-30D1-41D9-B0C9-FA8057243C52}" destId="{B6FDB7FC-DE6E-4C2B-9DAD-A4C1CD245A04}" srcOrd="2" destOrd="0" parTransId="{7FC742C4-5001-4A24-A51B-DA6176F2DD50}" sibTransId="{39448997-710F-46A9-81C8-A9CD61F03348}"/>
    <dgm:cxn modelId="{8C7EC9AF-FDCB-457A-A632-14ABA3F3AABA}" srcId="{B6FDB7FC-DE6E-4C2B-9DAD-A4C1CD245A04}" destId="{DC18D2CF-53B4-490B-882D-D5ACBCC4FFDC}" srcOrd="0" destOrd="0" parTransId="{BD72DA28-CCE0-43EE-B417-1265D5BC89C1}" sibTransId="{43DEA69D-4D4A-4B99-A244-9C9A817738FD}"/>
    <dgm:cxn modelId="{0E7E61D4-7438-4C7F-8B17-4C11C775BBAF}" srcId="{D92A5B36-3213-4C15-B882-B73F6F204FEA}" destId="{45DDE2DF-43F4-4B37-94EB-0477B7068B3D}" srcOrd="0" destOrd="0" parTransId="{BDB7F00C-96E4-492B-AB62-E63C5C0C3153}" sibTransId="{24028857-67A6-4DEB-85F1-A74E92F4F685}"/>
    <dgm:cxn modelId="{BFF7F0D9-D0E3-4C5F-8839-FE54B371A70C}" type="presOf" srcId="{AEE86851-1FA3-4439-849E-B027CC7DDEB5}" destId="{273DF210-20F9-4D89-ABF8-585ADB2A4F7B}" srcOrd="0" destOrd="0" presId="urn:microsoft.com/office/officeart/2005/8/layout/hProcess4"/>
    <dgm:cxn modelId="{B2D05ADB-3EC7-4876-BDF5-9AF2A34A3051}" type="presOf" srcId="{12A84AA4-8916-4275-A784-4754048CED2E}" destId="{26CE615F-6DBA-4211-884C-65B53DF55923}" srcOrd="0" destOrd="0" presId="urn:microsoft.com/office/officeart/2005/8/layout/hProcess4"/>
    <dgm:cxn modelId="{417248DC-BB94-43D4-980E-F63139E4783C}" type="presOf" srcId="{98052C85-2ED8-412D-8D41-3F373589314E}" destId="{4648607F-E8F9-4ED7-8799-E16647E59296}" srcOrd="0" destOrd="0" presId="urn:microsoft.com/office/officeart/2005/8/layout/hProcess4"/>
    <dgm:cxn modelId="{546678E7-A063-4EF2-AA03-CF0EB713D7ED}" srcId="{5A291507-30D1-41D9-B0C9-FA8057243C52}" destId="{AEE86851-1FA3-4439-849E-B027CC7DDEB5}" srcOrd="0" destOrd="0" parTransId="{016EFF12-703B-4A00-A5F8-79CBF4966916}" sibTransId="{98052C85-2ED8-412D-8D41-3F373589314E}"/>
    <dgm:cxn modelId="{8173ABE7-F4AA-466C-A240-CD23E9E931B6}" type="presOf" srcId="{B6FDB7FC-DE6E-4C2B-9DAD-A4C1CD245A04}" destId="{8344D49F-172A-4A85-9807-0E106A7459AA}" srcOrd="0" destOrd="0" presId="urn:microsoft.com/office/officeart/2005/8/layout/hProcess4"/>
    <dgm:cxn modelId="{D12477FE-2606-4123-B709-4D18829E8242}" type="presOf" srcId="{D92A5B36-3213-4C15-B882-B73F6F204FEA}" destId="{205D18B6-6CFF-470A-8F80-CD1A10549A12}" srcOrd="0" destOrd="0" presId="urn:microsoft.com/office/officeart/2005/8/layout/hProcess4"/>
    <dgm:cxn modelId="{177314FF-FECB-48C3-AB9D-FEAB0A0C807B}" type="presOf" srcId="{45DDE2DF-43F4-4B37-94EB-0477B7068B3D}" destId="{0A8423A7-DD5B-4E0E-99BA-3F1A894C11F7}" srcOrd="0" destOrd="0" presId="urn:microsoft.com/office/officeart/2005/8/layout/hProcess4"/>
    <dgm:cxn modelId="{A323BC78-AEC8-4A0F-B254-74B014DF5C41}" type="presParOf" srcId="{C02F22EB-65AE-44BC-A1AD-A129F17CA5E7}" destId="{516C5A33-6A88-410B-AE34-F73995E9EA25}" srcOrd="0" destOrd="0" presId="urn:microsoft.com/office/officeart/2005/8/layout/hProcess4"/>
    <dgm:cxn modelId="{BCCA1CB8-4353-4D66-8F93-4DDFC92CF564}" type="presParOf" srcId="{C02F22EB-65AE-44BC-A1AD-A129F17CA5E7}" destId="{6E57012F-5EA1-448C-8528-5EBD24409B27}" srcOrd="1" destOrd="0" presId="urn:microsoft.com/office/officeart/2005/8/layout/hProcess4"/>
    <dgm:cxn modelId="{8B7CF495-CFEC-4B7E-BA21-425E4050FD93}" type="presParOf" srcId="{C02F22EB-65AE-44BC-A1AD-A129F17CA5E7}" destId="{5FAC2874-181B-4BAF-96B3-C866ACAE18CD}" srcOrd="2" destOrd="0" presId="urn:microsoft.com/office/officeart/2005/8/layout/hProcess4"/>
    <dgm:cxn modelId="{572E0EC6-0152-493C-82AF-C8C35C99E88C}" type="presParOf" srcId="{5FAC2874-181B-4BAF-96B3-C866ACAE18CD}" destId="{5946F4D1-4B86-4729-B083-53086C650B97}" srcOrd="0" destOrd="0" presId="urn:microsoft.com/office/officeart/2005/8/layout/hProcess4"/>
    <dgm:cxn modelId="{2A37A678-E75C-4859-9715-7CD96250E29F}" type="presParOf" srcId="{5946F4D1-4B86-4729-B083-53086C650B97}" destId="{78215BFF-A290-4FA7-8936-E4BF074FFAEC}" srcOrd="0" destOrd="0" presId="urn:microsoft.com/office/officeart/2005/8/layout/hProcess4"/>
    <dgm:cxn modelId="{087BD6D6-4A7F-4BE9-BAD8-16B396D17DB7}" type="presParOf" srcId="{5946F4D1-4B86-4729-B083-53086C650B97}" destId="{26CE615F-6DBA-4211-884C-65B53DF55923}" srcOrd="1" destOrd="0" presId="urn:microsoft.com/office/officeart/2005/8/layout/hProcess4"/>
    <dgm:cxn modelId="{78C356BC-B4FB-49D2-B4FC-99ED988DE501}" type="presParOf" srcId="{5946F4D1-4B86-4729-B083-53086C650B97}" destId="{22297C4F-61A2-4CD5-B601-A116CB29644D}" srcOrd="2" destOrd="0" presId="urn:microsoft.com/office/officeart/2005/8/layout/hProcess4"/>
    <dgm:cxn modelId="{3C75EB3F-1CC5-4215-A193-D7292ED350F6}" type="presParOf" srcId="{5946F4D1-4B86-4729-B083-53086C650B97}" destId="{273DF210-20F9-4D89-ABF8-585ADB2A4F7B}" srcOrd="3" destOrd="0" presId="urn:microsoft.com/office/officeart/2005/8/layout/hProcess4"/>
    <dgm:cxn modelId="{08F13E89-F9E6-4ACE-935E-8C9AAC70D35C}" type="presParOf" srcId="{5946F4D1-4B86-4729-B083-53086C650B97}" destId="{9489898B-1069-4D08-B434-8200C2009336}" srcOrd="4" destOrd="0" presId="urn:microsoft.com/office/officeart/2005/8/layout/hProcess4"/>
    <dgm:cxn modelId="{7C9DB2F4-924F-4197-9E82-8214125A3BDD}" type="presParOf" srcId="{5FAC2874-181B-4BAF-96B3-C866ACAE18CD}" destId="{4648607F-E8F9-4ED7-8799-E16647E59296}" srcOrd="1" destOrd="0" presId="urn:microsoft.com/office/officeart/2005/8/layout/hProcess4"/>
    <dgm:cxn modelId="{696BA246-764D-4AFF-8CDF-0318A563537D}" type="presParOf" srcId="{5FAC2874-181B-4BAF-96B3-C866ACAE18CD}" destId="{EBF13287-52AF-48C3-9F58-B7A77A3263FF}" srcOrd="2" destOrd="0" presId="urn:microsoft.com/office/officeart/2005/8/layout/hProcess4"/>
    <dgm:cxn modelId="{75FDBB40-74AE-4667-A757-BA9E5C3338E1}" type="presParOf" srcId="{EBF13287-52AF-48C3-9F58-B7A77A3263FF}" destId="{598BE617-670B-4729-9D8D-FCD1A70F9284}" srcOrd="0" destOrd="0" presId="urn:microsoft.com/office/officeart/2005/8/layout/hProcess4"/>
    <dgm:cxn modelId="{1A3A7A75-FB91-43C2-A3D5-99BFA57B7DB1}" type="presParOf" srcId="{EBF13287-52AF-48C3-9F58-B7A77A3263FF}" destId="{0A8423A7-DD5B-4E0E-99BA-3F1A894C11F7}" srcOrd="1" destOrd="0" presId="urn:microsoft.com/office/officeart/2005/8/layout/hProcess4"/>
    <dgm:cxn modelId="{CEFE445B-B80F-43CC-8940-40DE747EE4AD}" type="presParOf" srcId="{EBF13287-52AF-48C3-9F58-B7A77A3263FF}" destId="{4339FA48-2B55-46A5-9717-CDA68C866E9F}" srcOrd="2" destOrd="0" presId="urn:microsoft.com/office/officeart/2005/8/layout/hProcess4"/>
    <dgm:cxn modelId="{64DA4D5D-2E9D-4822-BF13-1966754DA990}" type="presParOf" srcId="{EBF13287-52AF-48C3-9F58-B7A77A3263FF}" destId="{205D18B6-6CFF-470A-8F80-CD1A10549A12}" srcOrd="3" destOrd="0" presId="urn:microsoft.com/office/officeart/2005/8/layout/hProcess4"/>
    <dgm:cxn modelId="{BDC3E06E-C83C-4321-B22F-A4E9C506E595}" type="presParOf" srcId="{EBF13287-52AF-48C3-9F58-B7A77A3263FF}" destId="{73DF3BB5-7E87-4A27-9156-5E5E4BFC3514}" srcOrd="4" destOrd="0" presId="urn:microsoft.com/office/officeart/2005/8/layout/hProcess4"/>
    <dgm:cxn modelId="{010C1124-D221-40FD-A2F2-845F9374D936}" type="presParOf" srcId="{5FAC2874-181B-4BAF-96B3-C866ACAE18CD}" destId="{D35AEDC2-AE99-4D76-A454-478BCFF49EFF}" srcOrd="3" destOrd="0" presId="urn:microsoft.com/office/officeart/2005/8/layout/hProcess4"/>
    <dgm:cxn modelId="{47CF4503-9702-4832-9F5E-9AED9CF0DDC2}" type="presParOf" srcId="{5FAC2874-181B-4BAF-96B3-C866ACAE18CD}" destId="{CF7429F9-A3A5-4DC5-9E49-F40FCC4556B0}" srcOrd="4" destOrd="0" presId="urn:microsoft.com/office/officeart/2005/8/layout/hProcess4"/>
    <dgm:cxn modelId="{33A49920-2873-4A3F-B800-885AC8960D6C}" type="presParOf" srcId="{CF7429F9-A3A5-4DC5-9E49-F40FCC4556B0}" destId="{3847C1C6-AD48-49D3-A033-35E9E97BAEFE}" srcOrd="0" destOrd="0" presId="urn:microsoft.com/office/officeart/2005/8/layout/hProcess4"/>
    <dgm:cxn modelId="{23562C34-4423-4272-905D-8D439427AE7C}" type="presParOf" srcId="{CF7429F9-A3A5-4DC5-9E49-F40FCC4556B0}" destId="{695561CD-64AC-4756-B01F-0E923FF71AB9}" srcOrd="1" destOrd="0" presId="urn:microsoft.com/office/officeart/2005/8/layout/hProcess4"/>
    <dgm:cxn modelId="{4AEACCD9-3BA2-43F0-862C-3F227FE69DCB}" type="presParOf" srcId="{CF7429F9-A3A5-4DC5-9E49-F40FCC4556B0}" destId="{3F707AB6-E07D-4992-BED7-D5A6A0D00FFD}" srcOrd="2" destOrd="0" presId="urn:microsoft.com/office/officeart/2005/8/layout/hProcess4"/>
    <dgm:cxn modelId="{EE120F39-BC79-45F1-A749-25DB9F5FCF51}" type="presParOf" srcId="{CF7429F9-A3A5-4DC5-9E49-F40FCC4556B0}" destId="{8344D49F-172A-4A85-9807-0E106A7459AA}" srcOrd="3" destOrd="0" presId="urn:microsoft.com/office/officeart/2005/8/layout/hProcess4"/>
    <dgm:cxn modelId="{C5009DEC-C272-453E-884D-C48241C74DC1}" type="presParOf" srcId="{CF7429F9-A3A5-4DC5-9E49-F40FCC4556B0}" destId="{CAA0BE8D-D8A5-42F0-A803-E8BC0FE72A3F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BDD0A-54A7-4716-A83D-DBD04A7C3B09}">
      <dsp:nvSpPr>
        <dsp:cNvPr id="0" name=""/>
        <dsp:cNvSpPr/>
      </dsp:nvSpPr>
      <dsp:spPr>
        <a:xfrm>
          <a:off x="-9192271" y="-1403415"/>
          <a:ext cx="10934832" cy="10934832"/>
        </a:xfrm>
        <a:prstGeom prst="blockArc">
          <a:avLst>
            <a:gd name="adj1" fmla="val 18900000"/>
            <a:gd name="adj2" fmla="val 2700000"/>
            <a:gd name="adj3" fmla="val 19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F2559B-0338-41BC-B9C9-A1E35400DBA7}">
      <dsp:nvSpPr>
        <dsp:cNvPr id="0" name=""/>
        <dsp:cNvSpPr/>
      </dsp:nvSpPr>
      <dsp:spPr>
        <a:xfrm>
          <a:off x="911257" y="624880"/>
          <a:ext cx="11161369" cy="1250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2514" tIns="127000" rIns="127000" bIns="1270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000" kern="1200" dirty="0"/>
            <a:t>✔ Helps understand user needs </a:t>
          </a:r>
        </a:p>
      </dsp:txBody>
      <dsp:txXfrm>
        <a:off x="911257" y="624880"/>
        <a:ext cx="11161369" cy="1250411"/>
      </dsp:txXfrm>
    </dsp:sp>
    <dsp:sp modelId="{5F95C8F9-74C8-496F-9E98-D5042B6703AF}">
      <dsp:nvSpPr>
        <dsp:cNvPr id="0" name=""/>
        <dsp:cNvSpPr/>
      </dsp:nvSpPr>
      <dsp:spPr>
        <a:xfrm>
          <a:off x="129750" y="468579"/>
          <a:ext cx="1563014" cy="1563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E1EFB2-B299-4E06-AC09-9364268234B6}">
      <dsp:nvSpPr>
        <dsp:cNvPr id="0" name=""/>
        <dsp:cNvSpPr/>
      </dsp:nvSpPr>
      <dsp:spPr>
        <a:xfrm>
          <a:off x="1628146" y="2500823"/>
          <a:ext cx="10444480" cy="1250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2514" tIns="127000" rIns="127000" bIns="1270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000" kern="1200" dirty="0"/>
            <a:t>✔ Saves time and money </a:t>
          </a:r>
        </a:p>
      </dsp:txBody>
      <dsp:txXfrm>
        <a:off x="1628146" y="2500823"/>
        <a:ext cx="10444480" cy="1250411"/>
      </dsp:txXfrm>
    </dsp:sp>
    <dsp:sp modelId="{2D428F73-D382-445E-9B5A-72521F2B0FE5}">
      <dsp:nvSpPr>
        <dsp:cNvPr id="0" name=""/>
        <dsp:cNvSpPr/>
      </dsp:nvSpPr>
      <dsp:spPr>
        <a:xfrm>
          <a:off x="846639" y="2344521"/>
          <a:ext cx="1563014" cy="1563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751C3-CCBC-4DFF-BEAE-F6E14BCAB858}">
      <dsp:nvSpPr>
        <dsp:cNvPr id="0" name=""/>
        <dsp:cNvSpPr/>
      </dsp:nvSpPr>
      <dsp:spPr>
        <a:xfrm>
          <a:off x="1628146" y="4376765"/>
          <a:ext cx="10444480" cy="1250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2514" tIns="127000" rIns="127000" bIns="1270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000" kern="1200" dirty="0"/>
            <a:t>✔ Reduces mistakes </a:t>
          </a:r>
        </a:p>
      </dsp:txBody>
      <dsp:txXfrm>
        <a:off x="1628146" y="4376765"/>
        <a:ext cx="10444480" cy="1250411"/>
      </dsp:txXfrm>
    </dsp:sp>
    <dsp:sp modelId="{4F0DDD87-26DA-4428-BFDD-75E75C753ECE}">
      <dsp:nvSpPr>
        <dsp:cNvPr id="0" name=""/>
        <dsp:cNvSpPr/>
      </dsp:nvSpPr>
      <dsp:spPr>
        <a:xfrm>
          <a:off x="846639" y="4220464"/>
          <a:ext cx="1563014" cy="1563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5697F-ACA7-4EF3-A432-234400D128A3}">
      <dsp:nvSpPr>
        <dsp:cNvPr id="0" name=""/>
        <dsp:cNvSpPr/>
      </dsp:nvSpPr>
      <dsp:spPr>
        <a:xfrm>
          <a:off x="911257" y="6252707"/>
          <a:ext cx="11161369" cy="1250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2514" tIns="127000" rIns="127000" bIns="1270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000" kern="1200" dirty="0"/>
            <a:t>✔ Improves quality and performance</a:t>
          </a:r>
        </a:p>
      </dsp:txBody>
      <dsp:txXfrm>
        <a:off x="911257" y="6252707"/>
        <a:ext cx="11161369" cy="1250411"/>
      </dsp:txXfrm>
    </dsp:sp>
    <dsp:sp modelId="{5A1EBF4C-541C-476D-91F1-1F17FAD6E24E}">
      <dsp:nvSpPr>
        <dsp:cNvPr id="0" name=""/>
        <dsp:cNvSpPr/>
      </dsp:nvSpPr>
      <dsp:spPr>
        <a:xfrm>
          <a:off x="129750" y="6096406"/>
          <a:ext cx="1563014" cy="1563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D72660-8964-4363-95AF-0ECF73B501E0}">
      <dsp:nvSpPr>
        <dsp:cNvPr id="0" name=""/>
        <dsp:cNvSpPr/>
      </dsp:nvSpPr>
      <dsp:spPr>
        <a:xfrm>
          <a:off x="0" y="311783"/>
          <a:ext cx="12192000" cy="118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33248" rIns="94623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must understand the technical environment, technical foundation, and technical solution.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0" y="311783"/>
        <a:ext cx="12192000" cy="1184400"/>
      </dsp:txXfrm>
    </dsp:sp>
    <dsp:sp modelId="{76AE620C-CF99-4F7E-9009-285A581FCE92}">
      <dsp:nvSpPr>
        <dsp:cNvPr id="0" name=""/>
        <dsp:cNvSpPr/>
      </dsp:nvSpPr>
      <dsp:spPr>
        <a:xfrm>
          <a:off x="580429" y="77719"/>
          <a:ext cx="11608582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Technical 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3486" y="100776"/>
        <a:ext cx="11562468" cy="426206"/>
      </dsp:txXfrm>
    </dsp:sp>
    <dsp:sp modelId="{99460990-5C31-46BE-AC42-71795E8E09F6}">
      <dsp:nvSpPr>
        <dsp:cNvPr id="0" name=""/>
        <dsp:cNvSpPr/>
      </dsp:nvSpPr>
      <dsp:spPr>
        <a:xfrm>
          <a:off x="0" y="1820839"/>
          <a:ext cx="12192000" cy="118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33248" rIns="94623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must understand how it can be applied to business situations.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0" y="1820839"/>
        <a:ext cx="12192000" cy="1184400"/>
      </dsp:txXfrm>
    </dsp:sp>
    <dsp:sp modelId="{C94C700D-723E-43A5-A8EC-BF1CC0D4EDCA}">
      <dsp:nvSpPr>
        <dsp:cNvPr id="0" name=""/>
        <dsp:cNvSpPr/>
      </dsp:nvSpPr>
      <dsp:spPr>
        <a:xfrm>
          <a:off x="580429" y="1584679"/>
          <a:ext cx="11608582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Verdana" panose="020B0604030504040204" pitchFamily="34" charset="0"/>
              <a:ea typeface="Verdana" panose="020B0604030504040204" pitchFamily="34" charset="0"/>
            </a:rPr>
            <a:t>Business 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3486" y="1607736"/>
        <a:ext cx="11562468" cy="426206"/>
      </dsp:txXfrm>
    </dsp:sp>
    <dsp:sp modelId="{8780E1AD-53C7-4915-997F-AB9F4E9E07D1}">
      <dsp:nvSpPr>
        <dsp:cNvPr id="0" name=""/>
        <dsp:cNvSpPr/>
      </dsp:nvSpPr>
      <dsp:spPr>
        <a:xfrm>
          <a:off x="0" y="3327799"/>
          <a:ext cx="12192000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33248" rIns="94623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must be problem solvers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0" y="3327799"/>
        <a:ext cx="12192000" cy="856800"/>
      </dsp:txXfrm>
    </dsp:sp>
    <dsp:sp modelId="{62F343ED-EB07-4818-9E8E-38AD308E23F4}">
      <dsp:nvSpPr>
        <dsp:cNvPr id="0" name=""/>
        <dsp:cNvSpPr/>
      </dsp:nvSpPr>
      <dsp:spPr>
        <a:xfrm>
          <a:off x="580429" y="3091639"/>
          <a:ext cx="11608582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Analytical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3486" y="3114696"/>
        <a:ext cx="11562468" cy="426206"/>
      </dsp:txXfrm>
    </dsp:sp>
    <dsp:sp modelId="{E9ABD65E-9BBB-4A06-AA9A-E3DFA0B0094C}">
      <dsp:nvSpPr>
        <dsp:cNvPr id="0" name=""/>
        <dsp:cNvSpPr/>
      </dsp:nvSpPr>
      <dsp:spPr>
        <a:xfrm>
          <a:off x="0" y="4507159"/>
          <a:ext cx="12192000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33248" rIns="94623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b="1" kern="1200" cap="none">
              <a:latin typeface="Verdana" panose="020B0604030504040204" pitchFamily="34" charset="0"/>
              <a:ea typeface="Verdana" panose="020B0604030504040204" pitchFamily="34" charset="0"/>
            </a:rPr>
            <a:t>need to manage people and to manage pressure and risks. 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0" y="4507159"/>
        <a:ext cx="12192000" cy="856800"/>
      </dsp:txXfrm>
    </dsp:sp>
    <dsp:sp modelId="{DCE8B4FB-16FE-4C3C-BDA1-A9198D45C060}">
      <dsp:nvSpPr>
        <dsp:cNvPr id="0" name=""/>
        <dsp:cNvSpPr/>
      </dsp:nvSpPr>
      <dsp:spPr>
        <a:xfrm>
          <a:off x="580429" y="4270999"/>
          <a:ext cx="11608582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cap="none">
              <a:latin typeface="Verdana" panose="020B0604030504040204" pitchFamily="34" charset="0"/>
              <a:ea typeface="Verdana" panose="020B0604030504040204" pitchFamily="34" charset="0"/>
            </a:rPr>
            <a:t>Management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3486" y="4294056"/>
        <a:ext cx="11562468" cy="426206"/>
      </dsp:txXfrm>
    </dsp:sp>
    <dsp:sp modelId="{C9513D9F-99B4-4DAD-9AA9-478F0A27F1B5}">
      <dsp:nvSpPr>
        <dsp:cNvPr id="0" name=""/>
        <dsp:cNvSpPr/>
      </dsp:nvSpPr>
      <dsp:spPr>
        <a:xfrm>
          <a:off x="0" y="5686520"/>
          <a:ext cx="12192000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33248" rIns="94623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need to communicate effectively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0" y="5686520"/>
        <a:ext cx="12192000" cy="856800"/>
      </dsp:txXfrm>
    </dsp:sp>
    <dsp:sp modelId="{5555248D-4E2E-45FA-A9AF-12AAC58B4682}">
      <dsp:nvSpPr>
        <dsp:cNvPr id="0" name=""/>
        <dsp:cNvSpPr/>
      </dsp:nvSpPr>
      <dsp:spPr>
        <a:xfrm>
          <a:off x="580429" y="5450360"/>
          <a:ext cx="11608582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Interpersonal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3486" y="5473417"/>
        <a:ext cx="11562468" cy="426206"/>
      </dsp:txXfrm>
    </dsp:sp>
    <dsp:sp modelId="{97820BCE-E4F0-45EF-A827-42C33295E676}">
      <dsp:nvSpPr>
        <dsp:cNvPr id="0" name=""/>
        <dsp:cNvSpPr/>
      </dsp:nvSpPr>
      <dsp:spPr>
        <a:xfrm>
          <a:off x="0" y="6865880"/>
          <a:ext cx="12192000" cy="118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33248" rIns="94623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must deal fairly, honestly, and ethically with other project members, managers, and systems users.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0" y="6865880"/>
        <a:ext cx="12192000" cy="1184400"/>
      </dsp:txXfrm>
    </dsp:sp>
    <dsp:sp modelId="{76F618A8-1ABD-449C-9587-7256AB531264}">
      <dsp:nvSpPr>
        <dsp:cNvPr id="0" name=""/>
        <dsp:cNvSpPr/>
      </dsp:nvSpPr>
      <dsp:spPr>
        <a:xfrm>
          <a:off x="580429" y="6629720"/>
          <a:ext cx="11608582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cap="none">
              <a:latin typeface="Verdana" panose="020B0604030504040204" pitchFamily="34" charset="0"/>
              <a:ea typeface="Verdana" panose="020B0604030504040204" pitchFamily="34" charset="0"/>
            </a:rPr>
            <a:t>Ethical</a:t>
          </a:r>
          <a:endParaRPr lang="en-MY" sz="24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3486" y="6652777"/>
        <a:ext cx="11562468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F987E-2B3D-4E76-9091-C4A5392355FC}">
      <dsp:nvSpPr>
        <dsp:cNvPr id="0" name=""/>
        <dsp:cNvSpPr/>
      </dsp:nvSpPr>
      <dsp:spPr>
        <a:xfrm>
          <a:off x="6002128" y="1760"/>
          <a:ext cx="9003192" cy="133945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focuses on the </a:t>
          </a:r>
          <a:r>
            <a:rPr 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business issues </a:t>
          </a: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surrounding the system.</a:t>
          </a:r>
          <a:endParaRPr lang="en-MY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02128" y="169192"/>
        <a:ext cx="8500897" cy="1004589"/>
      </dsp:txXfrm>
    </dsp:sp>
    <dsp:sp modelId="{A30073DA-1D91-4442-AEF3-2CC878BB2DA6}">
      <dsp:nvSpPr>
        <dsp:cNvPr id="0" name=""/>
        <dsp:cNvSpPr/>
      </dsp:nvSpPr>
      <dsp:spPr>
        <a:xfrm>
          <a:off x="0" y="1760"/>
          <a:ext cx="6002128" cy="13394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Business analyst </a:t>
          </a:r>
          <a:endParaRPr lang="en-MY" sz="2400" kern="1200" dirty="0"/>
        </a:p>
      </dsp:txBody>
      <dsp:txXfrm>
        <a:off x="65387" y="67147"/>
        <a:ext cx="5871354" cy="1208679"/>
      </dsp:txXfrm>
    </dsp:sp>
    <dsp:sp modelId="{20D5C77E-1091-4248-8BE3-711362352A9F}">
      <dsp:nvSpPr>
        <dsp:cNvPr id="0" name=""/>
        <dsp:cNvSpPr/>
      </dsp:nvSpPr>
      <dsp:spPr>
        <a:xfrm>
          <a:off x="6002128" y="1475158"/>
          <a:ext cx="9003192" cy="133945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focuses on the </a:t>
          </a:r>
          <a:r>
            <a:rPr 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people and management </a:t>
          </a: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issues surrounding the system installation</a:t>
          </a:r>
          <a:endParaRPr lang="en-MY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02128" y="1642590"/>
        <a:ext cx="8500897" cy="1004589"/>
      </dsp:txXfrm>
    </dsp:sp>
    <dsp:sp modelId="{0547BEB0-C910-416F-B845-000B4B136999}">
      <dsp:nvSpPr>
        <dsp:cNvPr id="0" name=""/>
        <dsp:cNvSpPr/>
      </dsp:nvSpPr>
      <dsp:spPr>
        <a:xfrm>
          <a:off x="0" y="1475158"/>
          <a:ext cx="6002128" cy="13394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>
              <a:latin typeface="Verdana" panose="020B0604030504040204" pitchFamily="34" charset="0"/>
              <a:ea typeface="Verdana" panose="020B0604030504040204" pitchFamily="34" charset="0"/>
            </a:rPr>
            <a:t>Change management analyst </a:t>
          </a:r>
          <a:endParaRPr lang="en-MY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5387" y="1540545"/>
        <a:ext cx="5871354" cy="1208679"/>
      </dsp:txXfrm>
    </dsp:sp>
    <dsp:sp modelId="{16C1D90D-3D1D-4CAD-B445-77DBC0BDFEC3}">
      <dsp:nvSpPr>
        <dsp:cNvPr id="0" name=""/>
        <dsp:cNvSpPr/>
      </dsp:nvSpPr>
      <dsp:spPr>
        <a:xfrm>
          <a:off x="6002128" y="2948557"/>
          <a:ext cx="9003192" cy="133945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focuses on the is issues surrounding </a:t>
          </a:r>
          <a:r>
            <a:rPr 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the system</a:t>
          </a: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.</a:t>
          </a:r>
          <a:endParaRPr lang="en-MY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02128" y="3115989"/>
        <a:ext cx="8500897" cy="1004589"/>
      </dsp:txXfrm>
    </dsp:sp>
    <dsp:sp modelId="{F761A517-7913-45CF-AF84-B790EA5055A2}">
      <dsp:nvSpPr>
        <dsp:cNvPr id="0" name=""/>
        <dsp:cNvSpPr/>
      </dsp:nvSpPr>
      <dsp:spPr>
        <a:xfrm>
          <a:off x="0" y="2948557"/>
          <a:ext cx="6002128" cy="13394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Systems analyst </a:t>
          </a:r>
          <a:endParaRPr lang="en-MY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5387" y="3013944"/>
        <a:ext cx="5871354" cy="1208679"/>
      </dsp:txXfrm>
    </dsp:sp>
    <dsp:sp modelId="{2F92891D-82FD-4BC8-964E-CB6182D0E868}">
      <dsp:nvSpPr>
        <dsp:cNvPr id="0" name=""/>
        <dsp:cNvSpPr/>
      </dsp:nvSpPr>
      <dsp:spPr>
        <a:xfrm>
          <a:off x="6002128" y="4421955"/>
          <a:ext cx="9003192" cy="133945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focuses on </a:t>
          </a:r>
          <a:r>
            <a:rPr 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technical</a:t>
          </a: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 issues </a:t>
          </a:r>
          <a:endParaRPr lang="en-MY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02128" y="4589387"/>
        <a:ext cx="8500897" cy="1004589"/>
      </dsp:txXfrm>
    </dsp:sp>
    <dsp:sp modelId="{D4998D57-3566-4E48-A653-BE23AFF6D4B9}">
      <dsp:nvSpPr>
        <dsp:cNvPr id="0" name=""/>
        <dsp:cNvSpPr/>
      </dsp:nvSpPr>
      <dsp:spPr>
        <a:xfrm>
          <a:off x="0" y="4421955"/>
          <a:ext cx="6002128" cy="13394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>
              <a:latin typeface="Verdana" panose="020B0604030504040204" pitchFamily="34" charset="0"/>
              <a:ea typeface="Verdana" panose="020B0604030504040204" pitchFamily="34" charset="0"/>
            </a:rPr>
            <a:t>Infrastructure analyst </a:t>
          </a:r>
          <a:endParaRPr lang="en-MY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5387" y="4487342"/>
        <a:ext cx="5871354" cy="1208679"/>
      </dsp:txXfrm>
    </dsp:sp>
    <dsp:sp modelId="{88DB3F25-BA72-4595-94CA-DF9024BD9226}">
      <dsp:nvSpPr>
        <dsp:cNvPr id="0" name=""/>
        <dsp:cNvSpPr/>
      </dsp:nvSpPr>
      <dsp:spPr>
        <a:xfrm>
          <a:off x="6003593" y="5895353"/>
          <a:ext cx="8994399" cy="223088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ensures that the </a:t>
          </a:r>
          <a:r>
            <a:rPr lang="en-US" sz="24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project</a:t>
          </a:r>
          <a:r>
            <a:rPr lang="en-US" sz="2400" kern="1200" cap="none" dirty="0">
              <a:latin typeface="Verdana" panose="020B0604030504040204" pitchFamily="34" charset="0"/>
              <a:ea typeface="Verdana" panose="020B0604030504040204" pitchFamily="34" charset="0"/>
            </a:rPr>
            <a:t> is completed on time and within budget, and that the system delivers the expected value to the organization</a:t>
          </a:r>
          <a:endParaRPr lang="en-MY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003593" y="6174214"/>
        <a:ext cx="8157817" cy="1673163"/>
      </dsp:txXfrm>
    </dsp:sp>
    <dsp:sp modelId="{63F9465D-F9CF-486F-872C-A603D46FC6AF}">
      <dsp:nvSpPr>
        <dsp:cNvPr id="0" name=""/>
        <dsp:cNvSpPr/>
      </dsp:nvSpPr>
      <dsp:spPr>
        <a:xfrm>
          <a:off x="7326" y="6341070"/>
          <a:ext cx="5996266" cy="13394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>
              <a:latin typeface="Verdana" panose="020B0604030504040204" pitchFamily="34" charset="0"/>
              <a:ea typeface="Verdana" panose="020B0604030504040204" pitchFamily="34" charset="0"/>
            </a:rPr>
            <a:t>Project manager </a:t>
          </a:r>
          <a:endParaRPr lang="en-MY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72713" y="6406457"/>
        <a:ext cx="5865492" cy="12086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0F1511-C31E-4FE0-9932-73490F7ECF70}">
      <dsp:nvSpPr>
        <dsp:cNvPr id="0" name=""/>
        <dsp:cNvSpPr/>
      </dsp:nvSpPr>
      <dsp:spPr>
        <a:xfrm>
          <a:off x="0" y="0"/>
          <a:ext cx="163141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53EE2-05CD-4FCE-8A0D-8CFD40005352}">
      <dsp:nvSpPr>
        <dsp:cNvPr id="0" name=""/>
        <dsp:cNvSpPr/>
      </dsp:nvSpPr>
      <dsp:spPr>
        <a:xfrm>
          <a:off x="0" y="0"/>
          <a:ext cx="3262834" cy="4927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Verdana" panose="020B0604030504040204" pitchFamily="34" charset="0"/>
              <a:ea typeface="Verdana" panose="020B0604030504040204" pitchFamily="34" charset="0"/>
            </a:rPr>
            <a:t>Steps in Planning Phase</a:t>
          </a:r>
          <a:endParaRPr lang="en-MY" sz="3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0" y="0"/>
        <a:ext cx="3262834" cy="4927493"/>
      </dsp:txXfrm>
    </dsp:sp>
    <dsp:sp modelId="{649152F2-A61E-4986-B600-03669202F75F}">
      <dsp:nvSpPr>
        <dsp:cNvPr id="0" name=""/>
        <dsp:cNvSpPr/>
      </dsp:nvSpPr>
      <dsp:spPr>
        <a:xfrm>
          <a:off x="3507546" y="136420"/>
          <a:ext cx="12806623" cy="1789043"/>
        </a:xfrm>
        <a:prstGeom prst="rect">
          <a:avLst/>
        </a:prstGeom>
        <a:noFill/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itchFamily="2" charset="2"/>
            <a:buNone/>
          </a:pPr>
          <a:r>
            <a:rPr lang="en-US" sz="32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1.	During </a:t>
          </a:r>
          <a:r>
            <a:rPr lang="en-US" sz="3200" b="1" kern="1200" cap="none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rPr>
            <a:t>project initiation</a:t>
          </a:r>
          <a:r>
            <a:rPr lang="en-US" sz="32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, the system’s 	business value to the organization is 	identified (how will it lower costs or increase revenues ?).</a:t>
          </a:r>
          <a:endParaRPr lang="en-MY" sz="3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507546" y="136420"/>
        <a:ext cx="12806623" cy="1789043"/>
      </dsp:txXfrm>
    </dsp:sp>
    <dsp:sp modelId="{FE5A8B75-5226-4487-8EFE-EB398EC071F2}">
      <dsp:nvSpPr>
        <dsp:cNvPr id="0" name=""/>
        <dsp:cNvSpPr/>
      </dsp:nvSpPr>
      <dsp:spPr>
        <a:xfrm>
          <a:off x="3262833" y="1925463"/>
          <a:ext cx="130513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4F3964-CE6E-4BC9-AB91-1F5489A67509}">
      <dsp:nvSpPr>
        <dsp:cNvPr id="0" name=""/>
        <dsp:cNvSpPr/>
      </dsp:nvSpPr>
      <dsp:spPr>
        <a:xfrm>
          <a:off x="3507546" y="2061884"/>
          <a:ext cx="12806623" cy="2728406"/>
        </a:xfrm>
        <a:prstGeom prst="rect">
          <a:avLst/>
        </a:prstGeom>
        <a:noFill/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2.	During </a:t>
          </a:r>
          <a:r>
            <a:rPr lang="en-US" sz="3200" b="1" kern="1200" cap="none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rPr>
            <a:t>project management</a:t>
          </a:r>
          <a:r>
            <a:rPr lang="en-US" sz="3200" b="1" kern="1200" cap="none" dirty="0">
              <a:latin typeface="Verdana" panose="020B0604030504040204" pitchFamily="34" charset="0"/>
              <a:ea typeface="Verdana" panose="020B0604030504040204" pitchFamily="34" charset="0"/>
            </a:rPr>
            <a:t>, the project manager creates a work plan, 	staffs the project, and puts 	techniques in place to help the project team control and direct the project through the entire SDLC.</a:t>
          </a:r>
        </a:p>
      </dsp:txBody>
      <dsp:txXfrm>
        <a:off x="3507546" y="2061884"/>
        <a:ext cx="12806623" cy="2728406"/>
      </dsp:txXfrm>
    </dsp:sp>
    <dsp:sp modelId="{5260D450-E61A-4522-87E7-875527881081}">
      <dsp:nvSpPr>
        <dsp:cNvPr id="0" name=""/>
        <dsp:cNvSpPr/>
      </dsp:nvSpPr>
      <dsp:spPr>
        <a:xfrm>
          <a:off x="3262833" y="4790291"/>
          <a:ext cx="130513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621AD9-C05D-404B-95DC-BFB1AAE4160F}">
      <dsp:nvSpPr>
        <dsp:cNvPr id="0" name=""/>
        <dsp:cNvSpPr/>
      </dsp:nvSpPr>
      <dsp:spPr>
        <a:xfrm>
          <a:off x="20507" y="0"/>
          <a:ext cx="3938984" cy="913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Analysis strategy</a:t>
          </a:r>
          <a:endParaRPr lang="en-MY" sz="2800" kern="12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47263" y="26756"/>
        <a:ext cx="3885472" cy="860015"/>
      </dsp:txXfrm>
    </dsp:sp>
    <dsp:sp modelId="{8CAEDAF9-513A-4C77-AC0C-08E0C6C6A3C7}">
      <dsp:nvSpPr>
        <dsp:cNvPr id="0" name=""/>
        <dsp:cNvSpPr/>
      </dsp:nvSpPr>
      <dsp:spPr>
        <a:xfrm>
          <a:off x="4353390" y="0"/>
          <a:ext cx="835064" cy="913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4400" kern="1200"/>
        </a:p>
      </dsp:txBody>
      <dsp:txXfrm>
        <a:off x="4353390" y="182705"/>
        <a:ext cx="584545" cy="548117"/>
      </dsp:txXfrm>
    </dsp:sp>
    <dsp:sp modelId="{79ED7B0D-543F-45A5-BCE2-2175670DB23B}">
      <dsp:nvSpPr>
        <dsp:cNvPr id="0" name=""/>
        <dsp:cNvSpPr/>
      </dsp:nvSpPr>
      <dsp:spPr>
        <a:xfrm>
          <a:off x="5535086" y="0"/>
          <a:ext cx="3938984" cy="913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Requirements gathering</a:t>
          </a:r>
          <a:endParaRPr lang="en-MY" sz="2800" kern="12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561842" y="26756"/>
        <a:ext cx="3885472" cy="860015"/>
      </dsp:txXfrm>
    </dsp:sp>
    <dsp:sp modelId="{EF6A761E-9DA5-4B7A-B432-8A2EB1BCD346}">
      <dsp:nvSpPr>
        <dsp:cNvPr id="0" name=""/>
        <dsp:cNvSpPr/>
      </dsp:nvSpPr>
      <dsp:spPr>
        <a:xfrm>
          <a:off x="9867969" y="0"/>
          <a:ext cx="835064" cy="913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4400" kern="1200"/>
        </a:p>
      </dsp:txBody>
      <dsp:txXfrm>
        <a:off x="9867969" y="182705"/>
        <a:ext cx="584545" cy="548117"/>
      </dsp:txXfrm>
    </dsp:sp>
    <dsp:sp modelId="{4042C5C5-6A46-48BF-80A5-F71845B6A7B7}">
      <dsp:nvSpPr>
        <dsp:cNvPr id="0" name=""/>
        <dsp:cNvSpPr/>
      </dsp:nvSpPr>
      <dsp:spPr>
        <a:xfrm>
          <a:off x="11049664" y="0"/>
          <a:ext cx="3938984" cy="913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System proposal</a:t>
          </a:r>
          <a:endParaRPr lang="en-MY" sz="2800" kern="12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1076420" y="26756"/>
        <a:ext cx="3885472" cy="8600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7E7CA-53C1-4747-915B-F710081CF351}">
      <dsp:nvSpPr>
        <dsp:cNvPr id="0" name=""/>
        <dsp:cNvSpPr/>
      </dsp:nvSpPr>
      <dsp:spPr>
        <a:xfrm>
          <a:off x="0" y="0"/>
          <a:ext cx="12909192" cy="13800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itchFamily="2" charset="2"/>
            <a:buNone/>
          </a:pPr>
          <a:r>
            <a:rPr lang="en-US" sz="2800" b="1" kern="120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Design strategy</a:t>
          </a:r>
          <a:r>
            <a:rPr lang="en-US" sz="2800" b="0" kern="120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: this clarifies whether the system will be developed by the company or outside the company (vendor).</a:t>
          </a:r>
          <a:endParaRPr lang="en-MY" sz="2800" b="0" kern="1200" dirty="0">
            <a:solidFill>
              <a:schemeClr val="bg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40422" y="40422"/>
        <a:ext cx="11303344" cy="1299249"/>
      </dsp:txXfrm>
    </dsp:sp>
    <dsp:sp modelId="{0A55CA6C-4AC6-46F5-80C5-0D2E7583EAC7}">
      <dsp:nvSpPr>
        <dsp:cNvPr id="0" name=""/>
        <dsp:cNvSpPr/>
      </dsp:nvSpPr>
      <dsp:spPr>
        <a:xfrm>
          <a:off x="1081144" y="1631020"/>
          <a:ext cx="12909192" cy="13800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Architecture design</a:t>
          </a:r>
          <a:r>
            <a:rPr lang="en-US" sz="2800" b="0" kern="120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: this describes the hardware, software, and network infrastructure that will be used.</a:t>
          </a:r>
        </a:p>
      </dsp:txBody>
      <dsp:txXfrm>
        <a:off x="1121566" y="1671442"/>
        <a:ext cx="10850142" cy="1299249"/>
      </dsp:txXfrm>
    </dsp:sp>
    <dsp:sp modelId="{9C6B8627-F1F1-4B51-BE88-B20EAA6DC475}">
      <dsp:nvSpPr>
        <dsp:cNvPr id="0" name=""/>
        <dsp:cNvSpPr/>
      </dsp:nvSpPr>
      <dsp:spPr>
        <a:xfrm>
          <a:off x="2146153" y="3262040"/>
          <a:ext cx="12909192" cy="13800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Database and file specifications</a:t>
          </a:r>
          <a:r>
            <a:rPr lang="en-US" sz="2800" b="0" kern="120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: these documents define what and where the data will be stored.</a:t>
          </a:r>
        </a:p>
      </dsp:txBody>
      <dsp:txXfrm>
        <a:off x="2186575" y="3302462"/>
        <a:ext cx="10866278" cy="1299249"/>
      </dsp:txXfrm>
    </dsp:sp>
    <dsp:sp modelId="{B0DF84A4-E2BC-43D2-8D69-F38DD842DCE8}">
      <dsp:nvSpPr>
        <dsp:cNvPr id="0" name=""/>
        <dsp:cNvSpPr/>
      </dsp:nvSpPr>
      <dsp:spPr>
        <a:xfrm>
          <a:off x="3227297" y="4893060"/>
          <a:ext cx="12909192" cy="13800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Program design</a:t>
          </a:r>
          <a:r>
            <a:rPr lang="en-US" sz="2800" b="0" kern="1200" cap="non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: defines what programs need to be written and what they will do.</a:t>
          </a:r>
        </a:p>
      </dsp:txBody>
      <dsp:txXfrm>
        <a:off x="3267719" y="4933482"/>
        <a:ext cx="10850142" cy="1299249"/>
      </dsp:txXfrm>
    </dsp:sp>
    <dsp:sp modelId="{4F27F81D-8BCF-4F53-B291-8DFD82437264}">
      <dsp:nvSpPr>
        <dsp:cNvPr id="0" name=""/>
        <dsp:cNvSpPr/>
      </dsp:nvSpPr>
      <dsp:spPr>
        <a:xfrm>
          <a:off x="12012130" y="1057026"/>
          <a:ext cx="897061" cy="89706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3600" kern="1200"/>
        </a:p>
      </dsp:txBody>
      <dsp:txXfrm>
        <a:off x="12213969" y="1057026"/>
        <a:ext cx="493383" cy="675038"/>
      </dsp:txXfrm>
    </dsp:sp>
    <dsp:sp modelId="{C68DFD7D-B7B9-46D4-8CEF-6698B015756B}">
      <dsp:nvSpPr>
        <dsp:cNvPr id="0" name=""/>
        <dsp:cNvSpPr/>
      </dsp:nvSpPr>
      <dsp:spPr>
        <a:xfrm>
          <a:off x="13093275" y="2688046"/>
          <a:ext cx="897061" cy="89706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3600" kern="1200"/>
        </a:p>
      </dsp:txBody>
      <dsp:txXfrm>
        <a:off x="13295114" y="2688046"/>
        <a:ext cx="493383" cy="675038"/>
      </dsp:txXfrm>
    </dsp:sp>
    <dsp:sp modelId="{445F346F-0CBE-4CF9-AEE1-929023EA7EB8}">
      <dsp:nvSpPr>
        <dsp:cNvPr id="0" name=""/>
        <dsp:cNvSpPr/>
      </dsp:nvSpPr>
      <dsp:spPr>
        <a:xfrm>
          <a:off x="14158284" y="4319066"/>
          <a:ext cx="897061" cy="89706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3600" kern="1200"/>
        </a:p>
      </dsp:txBody>
      <dsp:txXfrm>
        <a:off x="14360123" y="4319066"/>
        <a:ext cx="493383" cy="67503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E615F-6DBA-4211-884C-65B53DF55923}">
      <dsp:nvSpPr>
        <dsp:cNvPr id="0" name=""/>
        <dsp:cNvSpPr/>
      </dsp:nvSpPr>
      <dsp:spPr>
        <a:xfrm>
          <a:off x="340" y="1891243"/>
          <a:ext cx="3926909" cy="3238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altLang="en-US" sz="2800" kern="12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The system is built and tested to make sure it performs  as designed.</a:t>
          </a:r>
          <a:endParaRPr lang="en-MY" sz="2800" kern="12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74876" y="1965779"/>
        <a:ext cx="3777837" cy="2395761"/>
      </dsp:txXfrm>
    </dsp:sp>
    <dsp:sp modelId="{4648607F-E8F9-4ED7-8799-E16647E59296}">
      <dsp:nvSpPr>
        <dsp:cNvPr id="0" name=""/>
        <dsp:cNvSpPr/>
      </dsp:nvSpPr>
      <dsp:spPr>
        <a:xfrm>
          <a:off x="2198175" y="2630369"/>
          <a:ext cx="4378330" cy="4378330"/>
        </a:xfrm>
        <a:prstGeom prst="leftCircularArrow">
          <a:avLst>
            <a:gd name="adj1" fmla="val 3262"/>
            <a:gd name="adj2" fmla="val 402521"/>
            <a:gd name="adj3" fmla="val 2178031"/>
            <a:gd name="adj4" fmla="val 9024489"/>
            <a:gd name="adj5" fmla="val 380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DF210-20F9-4D89-ABF8-585ADB2A4F7B}">
      <dsp:nvSpPr>
        <dsp:cNvPr id="0" name=""/>
        <dsp:cNvSpPr/>
      </dsp:nvSpPr>
      <dsp:spPr>
        <a:xfrm>
          <a:off x="872987" y="4436076"/>
          <a:ext cx="3490586" cy="1388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altLang="en-US" sz="3200" b="1" kern="12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System construction</a:t>
          </a:r>
          <a:endParaRPr lang="en-MY" sz="3200" kern="1200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913643" y="4476732"/>
        <a:ext cx="3409274" cy="1306778"/>
      </dsp:txXfrm>
    </dsp:sp>
    <dsp:sp modelId="{0A8423A7-DD5B-4E0E-99BA-3F1A894C11F7}">
      <dsp:nvSpPr>
        <dsp:cNvPr id="0" name=""/>
        <dsp:cNvSpPr/>
      </dsp:nvSpPr>
      <dsp:spPr>
        <a:xfrm>
          <a:off x="5043776" y="1891243"/>
          <a:ext cx="3926909" cy="3238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800" kern="12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The old system is turned off and the new one is turned on.</a:t>
          </a:r>
        </a:p>
      </dsp:txBody>
      <dsp:txXfrm>
        <a:off x="5118312" y="2659824"/>
        <a:ext cx="3777837" cy="2395761"/>
      </dsp:txXfrm>
    </dsp:sp>
    <dsp:sp modelId="{D35AEDC2-AE99-4D76-A454-478BCFF49EFF}">
      <dsp:nvSpPr>
        <dsp:cNvPr id="0" name=""/>
        <dsp:cNvSpPr/>
      </dsp:nvSpPr>
      <dsp:spPr>
        <a:xfrm>
          <a:off x="7208886" y="-114328"/>
          <a:ext cx="4880102" cy="4880102"/>
        </a:xfrm>
        <a:prstGeom prst="circularArrow">
          <a:avLst>
            <a:gd name="adj1" fmla="val 2927"/>
            <a:gd name="adj2" fmla="val 358288"/>
            <a:gd name="adj3" fmla="val 19466201"/>
            <a:gd name="adj4" fmla="val 12575511"/>
            <a:gd name="adj5" fmla="val 341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D18B6-6CFF-470A-8F80-CD1A10549A12}">
      <dsp:nvSpPr>
        <dsp:cNvPr id="0" name=""/>
        <dsp:cNvSpPr/>
      </dsp:nvSpPr>
      <dsp:spPr>
        <a:xfrm>
          <a:off x="5916422" y="1197197"/>
          <a:ext cx="3490586" cy="1388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b="1" kern="12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Installation</a:t>
          </a:r>
          <a:endParaRPr lang="en-US" altLang="en-US" sz="3200" kern="1200" cap="none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957078" y="1237853"/>
        <a:ext cx="3409274" cy="1306778"/>
      </dsp:txXfrm>
    </dsp:sp>
    <dsp:sp modelId="{695561CD-64AC-4756-B01F-0E923FF71AB9}">
      <dsp:nvSpPr>
        <dsp:cNvPr id="0" name=""/>
        <dsp:cNvSpPr/>
      </dsp:nvSpPr>
      <dsp:spPr>
        <a:xfrm>
          <a:off x="10087211" y="1891243"/>
          <a:ext cx="3926909" cy="3238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800" kern="12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Includes a post-implementation review as well as a systematic way for identifying changes needed for the system.</a:t>
          </a:r>
        </a:p>
      </dsp:txBody>
      <dsp:txXfrm>
        <a:off x="10161747" y="1965779"/>
        <a:ext cx="3777837" cy="2395761"/>
      </dsp:txXfrm>
    </dsp:sp>
    <dsp:sp modelId="{8344D49F-172A-4A85-9807-0E106A7459AA}">
      <dsp:nvSpPr>
        <dsp:cNvPr id="0" name=""/>
        <dsp:cNvSpPr/>
      </dsp:nvSpPr>
      <dsp:spPr>
        <a:xfrm>
          <a:off x="10686684" y="4946172"/>
          <a:ext cx="3490586" cy="1388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b="1" kern="1200" cap="non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rPr>
            <a:t>Support plan</a:t>
          </a:r>
          <a:endParaRPr lang="en-US" altLang="en-US" sz="3200" kern="1200" cap="none" dirty="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727340" y="4986828"/>
        <a:ext cx="3409274" cy="13067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3CA18-15B8-405C-A876-F205C6631B8F}" type="datetimeFigureOut">
              <a:rPr lang="en-MY" smtClean="0"/>
              <a:t>24/5/2026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ACFAD-8B0B-43DF-A429-35897387BA3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47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ACFAD-8B0B-43DF-A429-35897387BA36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2357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A1A5104-EEDA-41AA-A338-F6C48E75E1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2950"/>
            <a:ext cx="6600825" cy="3713163"/>
          </a:xfrm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582163B-12E1-4189-85A8-97E609416F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05350"/>
            <a:ext cx="5435600" cy="4457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400" dirty="0">
              <a:solidFill>
                <a:srgbClr val="C04C73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EA388AF-3CA0-4D76-B895-EC78AEE1CB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2950"/>
            <a:ext cx="6600825" cy="3713163"/>
          </a:xfrm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64A4121-41BC-4C1C-8518-812739611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05350"/>
            <a:ext cx="5435600" cy="4457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Whether you are in Business IT, Soft Eng or Comp Sci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7F7864D-23AD-49B9-8F4E-F1C8D975EC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2950"/>
            <a:ext cx="6600825" cy="3713163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06C4F2C-272E-46F6-87A9-0C4C2AFCD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05350"/>
            <a:ext cx="5435600" cy="4457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A8AD4DE-82BE-40D3-BBA1-F0423891E8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2950"/>
            <a:ext cx="6600825" cy="3713163"/>
          </a:xfrm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1286B4B-FCAD-49DB-AC6F-6304647A8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05350"/>
            <a:ext cx="5435600" cy="4457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7F7864D-23AD-49B9-8F4E-F1C8D975EC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2950"/>
            <a:ext cx="6600825" cy="3713163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06C4F2C-272E-46F6-87A9-0C4C2AFCD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05350"/>
            <a:ext cx="5435600" cy="4457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055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2F4D5E6-6CEA-4A28-A964-7D7438AA46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2950"/>
            <a:ext cx="6600825" cy="3713163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EC42FDE-9976-4568-B8CF-362AFFE91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05350"/>
            <a:ext cx="5435600" cy="4457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>
                <a:latin typeface="Arial" panose="020B0604020202020204" pitchFamily="34" charset="0"/>
              </a:rPr>
              <a:t>Data</a:t>
            </a:r>
          </a:p>
          <a:p>
            <a:pPr lvl="1" eaLnBrk="1" hangingPunct="1"/>
            <a:r>
              <a:rPr lang="en-GB" altLang="en-US">
                <a:latin typeface="Arial" panose="020B0604020202020204" pitchFamily="34" charset="0"/>
              </a:rPr>
              <a:t>Raw facts that describe people, objects and events in an organisation</a:t>
            </a:r>
          </a:p>
          <a:p>
            <a:pPr lvl="2" eaLnBrk="1" hangingPunct="1"/>
            <a:r>
              <a:rPr lang="en-GB" altLang="en-US">
                <a:latin typeface="Arial" panose="020B0604020202020204" pitchFamily="34" charset="0"/>
              </a:rPr>
              <a:t>E.g., Invoice number, Date of birth, Forename, Salary, Male, number of phones sold..etc </a:t>
            </a:r>
          </a:p>
          <a:p>
            <a:pPr lvl="2" eaLnBrk="1" hangingPunct="1"/>
            <a:endParaRPr lang="en-GB" altLang="en-US">
              <a:latin typeface="Arial" panose="020B0604020202020204" pitchFamily="34" charset="0"/>
            </a:endParaRPr>
          </a:p>
          <a:p>
            <a:pPr lvl="1" eaLnBrk="1" hangingPunct="1"/>
            <a:r>
              <a:rPr lang="en-GB" altLang="en-US">
                <a:latin typeface="Arial" panose="020B0604020202020204" pitchFamily="34" charset="0"/>
              </a:rPr>
              <a:t>Little meaning in and of themselves</a:t>
            </a:r>
          </a:p>
          <a:p>
            <a:pPr lvl="2" eaLnBrk="1" hangingPunct="1"/>
            <a:r>
              <a:rPr lang="en-GB" altLang="en-US">
                <a:latin typeface="Arial" panose="020B0604020202020204" pitchFamily="34" charset="0"/>
              </a:rPr>
              <a:t>By-product of business activities</a:t>
            </a:r>
          </a:p>
          <a:p>
            <a:pPr eaLnBrk="1" hangingPunct="1"/>
            <a:endParaRPr lang="en-GB" altLang="en-US">
              <a:latin typeface="Arial" panose="020B0604020202020204" pitchFamily="34" charset="0"/>
            </a:endParaRPr>
          </a:p>
          <a:p>
            <a:pPr eaLnBrk="1" hangingPunct="1"/>
            <a:r>
              <a:rPr lang="en-GB" altLang="en-US" b="1">
                <a:latin typeface="Arial" panose="020B0604020202020204" pitchFamily="34" charset="0"/>
              </a:rPr>
              <a:t>Information</a:t>
            </a:r>
          </a:p>
          <a:p>
            <a:pPr lvl="1" eaLnBrk="1" hangingPunct="1"/>
            <a:r>
              <a:rPr lang="en-GB" altLang="en-US">
                <a:latin typeface="Arial" panose="020B0604020202020204" pitchFamily="34" charset="0"/>
              </a:rPr>
              <a:t>Data that has been refined, organised and processed in a manner suitable for human interpretation</a:t>
            </a:r>
          </a:p>
          <a:p>
            <a:pPr lvl="1" eaLnBrk="1" hangingPunct="1"/>
            <a:endParaRPr lang="en-GB" altLang="en-US">
              <a:latin typeface="Arial" panose="020B0604020202020204" pitchFamily="34" charset="0"/>
            </a:endParaRPr>
          </a:p>
          <a:p>
            <a:pPr lvl="1" eaLnBrk="1" hangingPunct="1"/>
            <a:r>
              <a:rPr lang="en-GB" altLang="en-US">
                <a:latin typeface="Arial" panose="020B0604020202020204" pitchFamily="34" charset="0"/>
              </a:rPr>
              <a:t>People provide purpose and intelligence to collections of processed data</a:t>
            </a:r>
          </a:p>
          <a:p>
            <a:pPr lvl="2" eaLnBrk="1" hangingPunct="1"/>
            <a:r>
              <a:rPr lang="en-GB" altLang="en-US">
                <a:latin typeface="Arial" panose="020B0604020202020204" pitchFamily="34" charset="0"/>
              </a:rPr>
              <a:t>For the past five years, there has been a consistent 70% reduction in the sales of student textbooks each year between October and December.  We appear to overstock books as we have a high surplus each year. We should manage stock levels to reflect this time sensitive pattern.   </a:t>
            </a:r>
          </a:p>
          <a:p>
            <a:pPr eaLnBrk="1" hangingPunct="1"/>
            <a:endParaRPr lang="en-GB" altLang="en-US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9C6C-C668-4A5D-B7D7-31733BCBC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67E31-E132-484C-A3E9-98F7D801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B5FAE-B141-41B0-9FAC-CA027D84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81353-C98A-4BB7-8D9F-13FCD6F421E8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E40F7-7A53-4579-85CC-88868504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69962-E9D0-414F-8545-D55F5591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9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2E43F-4854-4ABE-88D4-51B6A850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8C5FF-0584-4D4E-B809-813578D7B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259F9-082F-4ED2-BF44-8A9B980F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E26A-F1AF-41B1-A426-1ABC7AE89931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3B400-7BC0-42F7-8F83-35BC1F0C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A5E22-B11B-4A39-8F67-5C5B3474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48F3-9588-4F66-8AF5-66152F4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D0ECF-F079-4B97-8AD7-98A94F2C5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58E53-736B-4E76-BC6B-C752494F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6C72-BB3E-4088-97EF-6DD1BA86BB96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510DD-715D-4884-B034-310E581D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A743F-C309-47A1-BD31-14DD2576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3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2041-A000-429D-932F-EBC263B6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19FFA-B0FC-4253-8D3A-C4EA86BED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F3FEA-BFC6-4916-8FC4-44585634D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D1FF8-E0C5-468D-9EB9-79AFC3038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ACE1-529D-41BE-9089-A6B045919906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D4F85-8F4B-41C3-A431-1C3673FA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C63E2-61C3-4251-AB23-3392349AD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4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0493-729D-49C1-9CCE-934D38FA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8DAD7-C0E4-47BF-B915-FFFBA85E8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8848F-A52D-45FD-B09C-59EF460CD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2757B-9E99-4E67-9147-C2CAB20B2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5A869-E9F7-44E7-B81B-73FC7C2003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C69CF-6EA6-4FA9-9894-80A1ED91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23E9-9A28-45A4-B604-932105E7FDFF}" type="datetime1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1D47D6-B75A-48C1-8923-6CA026ED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77BED-757E-45A1-A8FA-70BE7E1C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85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FA80-1CF3-4F43-B83D-5DC4C749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3D506-E361-49C7-81B4-4058A740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EF1A-92EF-4871-8393-79D6E29CAA61}" type="datetime1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61FCD-1C02-45BC-803E-FD6880F7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7286F-E466-4F12-9D59-4700A71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6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B1D94-6737-40F1-822B-39FAE311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D537-1F9C-45FA-80CF-E97E1D276539}" type="datetime1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26EC6-FD37-4598-BABB-03968831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4C6DB-288E-49A6-8164-EA92F884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6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6E7F-3ADE-4882-A107-7CBF76F3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35193-45C0-4003-9F89-A23C7054E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2B1AE-8037-44F1-9261-29EB74A80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109C6-83CC-4797-B456-661D28DF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33D3-B045-4E0E-BF6A-BBFC5D4C8AEF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2F7CA-2565-45E8-AD87-F9C1C3605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B487C-BF2F-46DD-95BE-F4334052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6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6FE2-0694-4A18-9CED-37B4BE57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ED6A4C-455A-4095-A2CA-FE2C81ED1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746AC-83C6-4E1C-8CDC-A8CA7CB76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54AA5-ED71-4EEA-B927-5D87D78DF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AF16C-ACE5-4F75-9EDF-6FFDDD90F468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685BF-F5A7-4428-81B1-C38113B1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11F25-9891-4936-A8B5-C8D25927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5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EE27-D130-41DC-9DE3-F14AA6199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D70B8-628B-4BEB-BA98-C7CB0F5E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52E2-BD2D-4156-9625-B77550A32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96BD-8A0E-495C-A4AD-3407D17C6931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66068-27C0-441D-A68F-EC5F7271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13644-5AF2-427F-862C-AD06139E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197DD-D201-4E06-B301-066971007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2EF3A-A1EF-4989-B592-1122C89CD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35947-44D9-4D4F-B9D9-10031396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B9179-271F-4773-B282-6DA39CF15C7B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4EBE9-E564-4BD1-BBE6-75250217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475FB-4C46-4197-93AB-F390FEA9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9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DE0DA0-4DBF-4E7F-B325-D9110AA5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925FA-68DF-4387-9E8D-0532B2274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7F825-97D8-4D0D-A732-008EB8B50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130F0-71FF-408E-8C2A-088C3146AD08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B55CC-9F6A-412F-9F6E-7750ED3FD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A42A8-24DE-4C92-979C-2BF3176DB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7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jpeg"/><Relationship Id="rId11" Type="http://schemas.openxmlformats.org/officeDocument/2006/relationships/image" Target="../media/image15.png"/><Relationship Id="rId5" Type="http://schemas.openxmlformats.org/officeDocument/2006/relationships/image" Target="../media/image10.wmf"/><Relationship Id="rId10" Type="http://schemas.openxmlformats.org/officeDocument/2006/relationships/image" Target="../media/image1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diagramColors" Target="../diagrams/colors1.xml"/><Relationship Id="rId5" Type="http://schemas.openxmlformats.org/officeDocument/2006/relationships/image" Target="../media/image8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.svg"/><Relationship Id="rId9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3.svg"/><Relationship Id="rId7" Type="http://schemas.openxmlformats.org/officeDocument/2006/relationships/diagramData" Target="../diagrams/data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microsoft.com/office/2007/relationships/diagramDrawing" Target="../diagrams/drawing2.xml"/><Relationship Id="rId5" Type="http://schemas.openxmlformats.org/officeDocument/2006/relationships/image" Target="../media/image9.svg"/><Relationship Id="rId10" Type="http://schemas.openxmlformats.org/officeDocument/2006/relationships/diagramColors" Target="../diagrams/colors2.xml"/><Relationship Id="rId4" Type="http://schemas.openxmlformats.org/officeDocument/2006/relationships/image" Target="../media/image8.png"/><Relationship Id="rId9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diagramColors" Target="../diagrams/colors3.xml"/><Relationship Id="rId5" Type="http://schemas.openxmlformats.org/officeDocument/2006/relationships/image" Target="../media/image8.png"/><Relationship Id="rId10" Type="http://schemas.openxmlformats.org/officeDocument/2006/relationships/diagramQuickStyle" Target="../diagrams/quickStyle3.xml"/><Relationship Id="rId4" Type="http://schemas.openxmlformats.org/officeDocument/2006/relationships/image" Target="../media/image3.svg"/><Relationship Id="rId9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diagramColors" Target="../diagrams/colors4.xml"/><Relationship Id="rId5" Type="http://schemas.openxmlformats.org/officeDocument/2006/relationships/image" Target="../media/image8.png"/><Relationship Id="rId10" Type="http://schemas.openxmlformats.org/officeDocument/2006/relationships/diagramQuickStyle" Target="../diagrams/quickStyle4.xml"/><Relationship Id="rId4" Type="http://schemas.openxmlformats.org/officeDocument/2006/relationships/image" Target="../media/image3.svg"/><Relationship Id="rId9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diagramColors" Target="../diagrams/colors5.xml"/><Relationship Id="rId5" Type="http://schemas.openxmlformats.org/officeDocument/2006/relationships/image" Target="../media/image8.png"/><Relationship Id="rId10" Type="http://schemas.openxmlformats.org/officeDocument/2006/relationships/diagramQuickStyle" Target="../diagrams/quickStyle5.xml"/><Relationship Id="rId4" Type="http://schemas.openxmlformats.org/officeDocument/2006/relationships/image" Target="../media/image3.svg"/><Relationship Id="rId9" Type="http://schemas.openxmlformats.org/officeDocument/2006/relationships/diagramLayout" Target="../diagrams/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diagramColors" Target="../diagrams/colors6.xml"/><Relationship Id="rId5" Type="http://schemas.openxmlformats.org/officeDocument/2006/relationships/image" Target="../media/image8.png"/><Relationship Id="rId10" Type="http://schemas.openxmlformats.org/officeDocument/2006/relationships/diagramQuickStyle" Target="../diagrams/quickStyle6.xml"/><Relationship Id="rId4" Type="http://schemas.openxmlformats.org/officeDocument/2006/relationships/image" Target="../media/image3.svg"/><Relationship Id="rId9" Type="http://schemas.openxmlformats.org/officeDocument/2006/relationships/diagramLayout" Target="../diagrams/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diagramColors" Target="../diagrams/colors7.xml"/><Relationship Id="rId5" Type="http://schemas.openxmlformats.org/officeDocument/2006/relationships/image" Target="../media/image8.png"/><Relationship Id="rId10" Type="http://schemas.openxmlformats.org/officeDocument/2006/relationships/diagramQuickStyle" Target="../diagrams/quickStyle7.xml"/><Relationship Id="rId4" Type="http://schemas.openxmlformats.org/officeDocument/2006/relationships/image" Target="../media/image3.svg"/><Relationship Id="rId9" Type="http://schemas.openxmlformats.org/officeDocument/2006/relationships/diagramLayout" Target="../diagrams/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1.sv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29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29.svg"/><Relationship Id="rId5" Type="http://schemas.openxmlformats.org/officeDocument/2006/relationships/image" Target="../media/image26.png"/><Relationship Id="rId10" Type="http://schemas.openxmlformats.org/officeDocument/2006/relationships/image" Target="../media/image28.png"/><Relationship Id="rId4" Type="http://schemas.openxmlformats.org/officeDocument/2006/relationships/image" Target="../media/image3.sv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7659121">
            <a:off x="15033923" y="6155788"/>
            <a:ext cx="7629295" cy="7828567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-3258071" y="-4629150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3586278" y="40902"/>
            <a:ext cx="4701724" cy="2222633"/>
          </a:xfrm>
          <a:custGeom>
            <a:avLst/>
            <a:gdLst/>
            <a:ahLst/>
            <a:cxnLst/>
            <a:rect l="l" t="t" r="r" b="b"/>
            <a:pathLst>
              <a:path w="4701724" h="2222633">
                <a:moveTo>
                  <a:pt x="0" y="0"/>
                </a:moveTo>
                <a:lnTo>
                  <a:pt x="4701724" y="0"/>
                </a:lnTo>
                <a:lnTo>
                  <a:pt x="4701724" y="2222633"/>
                </a:lnTo>
                <a:lnTo>
                  <a:pt x="0" y="2222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TextBox 6"/>
          <p:cNvSpPr txBox="1"/>
          <p:nvPr/>
        </p:nvSpPr>
        <p:spPr>
          <a:xfrm>
            <a:off x="4419602" y="4008389"/>
            <a:ext cx="10003303" cy="1552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</a:rPr>
              <a:t>Topic 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84925" y="584435"/>
            <a:ext cx="546190" cy="2014383"/>
            <a:chOff x="0" y="0"/>
            <a:chExt cx="55859" cy="13546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lnTo>
                    <a:pt x="0" y="0"/>
                  </a:lnTo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50714" y="1141805"/>
            <a:ext cx="5659975" cy="2014383"/>
          </a:xfrm>
          <a:custGeom>
            <a:avLst/>
            <a:gdLst/>
            <a:ahLst/>
            <a:cxnLst/>
            <a:rect l="l" t="t" r="r" b="b"/>
            <a:pathLst>
              <a:path w="5659975" h="2014382">
                <a:moveTo>
                  <a:pt x="0" y="0"/>
                </a:moveTo>
                <a:lnTo>
                  <a:pt x="5659975" y="0"/>
                </a:lnTo>
                <a:lnTo>
                  <a:pt x="5659975" y="2014382"/>
                </a:lnTo>
                <a:lnTo>
                  <a:pt x="0" y="2014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TextBox 11"/>
          <p:cNvSpPr txBox="1"/>
          <p:nvPr/>
        </p:nvSpPr>
        <p:spPr>
          <a:xfrm>
            <a:off x="2880054" y="5693835"/>
            <a:ext cx="14286806" cy="2587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6600" dirty="0">
                <a:solidFill>
                  <a:srgbClr val="1211CA"/>
                </a:solidFill>
                <a:latin typeface="Montserrat Ultra-Bold"/>
              </a:rPr>
              <a:t>Introduction to Systems Analysis and Design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-2298236" y="6023283"/>
            <a:ext cx="6921266" cy="437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US" sz="2500" dirty="0">
                <a:solidFill>
                  <a:srgbClr val="101010"/>
                </a:solidFill>
                <a:latin typeface="Montserrat Classic"/>
              </a:rPr>
              <a:t>SYSTEMS ANALYSIS AND DESIGN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296488-9D51-4111-BEBE-A0838A54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87466" y="100274"/>
            <a:ext cx="22475620" cy="12666450"/>
            <a:chOff x="-671520" y="4420750"/>
            <a:chExt cx="29967493" cy="16888601"/>
          </a:xfrm>
        </p:grpSpPr>
        <p:sp>
          <p:nvSpPr>
            <p:cNvPr id="3" name="Freeform 3"/>
            <p:cNvSpPr/>
            <p:nvPr/>
          </p:nvSpPr>
          <p:spPr>
            <a:xfrm>
              <a:off x="-671520" y="10522160"/>
              <a:ext cx="6950195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Freeform 5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511768" y="17001671"/>
              <a:ext cx="24383999" cy="4307680"/>
              <a:chOff x="0" y="-38100"/>
              <a:chExt cx="4816592" cy="8509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16592" cy="159704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4999719" y="3049572"/>
            <a:ext cx="1400485" cy="3452910"/>
            <a:chOff x="0" y="0"/>
            <a:chExt cx="368852" cy="17101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8852" cy="1710137"/>
            </a:xfrm>
            <a:custGeom>
              <a:avLst/>
              <a:gdLst/>
              <a:ahLst/>
              <a:cxnLst/>
              <a:rect l="l" t="t" r="r" b="b"/>
              <a:pathLst>
                <a:path w="368852" h="1710137">
                  <a:moveTo>
                    <a:pt x="0" y="0"/>
                  </a:moveTo>
                  <a:lnTo>
                    <a:pt x="368852" y="0"/>
                  </a:lnTo>
                  <a:lnTo>
                    <a:pt x="368852" y="1710137"/>
                  </a:lnTo>
                  <a:lnTo>
                    <a:pt x="0" y="1710137"/>
                  </a:ln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MY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980992" y="1036996"/>
            <a:ext cx="7416941" cy="16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9981" b="1" spc="979">
                <a:solidFill>
                  <a:srgbClr val="231F20"/>
                </a:solidFill>
              </a:rPr>
              <a:t>CONTENT</a:t>
            </a:r>
            <a:endParaRPr lang="en-US" sz="9981" b="1" spc="979" dirty="0">
              <a:solidFill>
                <a:srgbClr val="231F20"/>
              </a:solidFill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07433" y="3333137"/>
            <a:ext cx="5790503" cy="41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and 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7432" y="4127355"/>
            <a:ext cx="6076629" cy="41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07433" y="5047445"/>
            <a:ext cx="5790503" cy="41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role of a systems analyst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07432" y="5841663"/>
            <a:ext cx="10385168" cy="429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231F20"/>
                </a:solidFill>
                <a:latin typeface="DM Sans"/>
              </a:rPr>
              <a:t>Overview of the Systems Development Life Cycle (SDLC)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31353" y="3225188"/>
            <a:ext cx="9372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7"/>
              </a:lnSpc>
            </a:pPr>
            <a:r>
              <a:rPr lang="en-US" sz="4271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31353" y="4022306"/>
            <a:ext cx="9372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7"/>
              </a:lnSpc>
            </a:pPr>
            <a:r>
              <a:rPr lang="en-US" sz="4271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31353" y="4903464"/>
            <a:ext cx="9372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7"/>
              </a:lnSpc>
            </a:pPr>
            <a:r>
              <a:rPr lang="en-US" sz="4271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31353" y="5700582"/>
            <a:ext cx="9372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7"/>
              </a:lnSpc>
            </a:pPr>
            <a:r>
              <a:rPr lang="en-US" sz="4271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FE70D104-70F0-420F-B317-DDB674C85BAE}"/>
              </a:ext>
            </a:extLst>
          </p:cNvPr>
          <p:cNvSpPr/>
          <p:nvPr/>
        </p:nvSpPr>
        <p:spPr>
          <a:xfrm rot="2016048">
            <a:off x="11366022" y="48704"/>
            <a:ext cx="12759147" cy="3189787"/>
          </a:xfrm>
          <a:custGeom>
            <a:avLst/>
            <a:gdLst/>
            <a:ahLst/>
            <a:cxnLst/>
            <a:rect l="l" t="t" r="r" b="b"/>
            <a:pathLst>
              <a:path w="17012196" h="4253049">
                <a:moveTo>
                  <a:pt x="0" y="0"/>
                </a:moveTo>
                <a:lnTo>
                  <a:pt x="17012196" y="0"/>
                </a:lnTo>
                <a:lnTo>
                  <a:pt x="17012196" y="4253049"/>
                </a:lnTo>
                <a:lnTo>
                  <a:pt x="0" y="4253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7BC00795-66E4-4133-B6C0-866E86DCBC4A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9D66CC8-AF1A-474A-85AE-CCD239799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C1F95B5-262D-4CED-83B7-B71179FF12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62263" y="202407"/>
            <a:ext cx="12458700" cy="1228725"/>
          </a:xfrm>
        </p:spPr>
        <p:txBody>
          <a:bodyPr/>
          <a:lstStyle/>
          <a:p>
            <a:pPr eaLnBrk="1" hangingPunct="1"/>
            <a:r>
              <a:rPr lang="en-GB" altLang="en-US" sz="4800" b="1" dirty="0">
                <a:latin typeface="Arial Rounded MT Bold" panose="020F0704030504030204" pitchFamily="34" charset="0"/>
              </a:rPr>
              <a:t>What’s the SAD about?</a:t>
            </a:r>
          </a:p>
        </p:txBody>
      </p:sp>
      <p:graphicFrame>
        <p:nvGraphicFramePr>
          <p:cNvPr id="710659" name="Object 3">
            <a:hlinkClick r:id="" action="ppaction://ole?verb=0"/>
            <a:extLst>
              <a:ext uri="{FF2B5EF4-FFF2-40B4-BE49-F238E27FC236}">
                <a16:creationId xmlns:a16="http://schemas.microsoft.com/office/drawing/2014/main" id="{52B9D472-CB03-49BB-8B49-9CFB799E253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730163" y="2190751"/>
          <a:ext cx="1457325" cy="210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Microsoft ClipArt Gallery" r:id="rId4" imgW="3429000" imgH="4953000" progId="MS_ClipArt_Gallery">
                  <p:embed/>
                </p:oleObj>
              </mc:Choice>
              <mc:Fallback>
                <p:oleObj name="Microsoft ClipArt Gallery" r:id="rId4" imgW="3429000" imgH="4953000" progId="MS_ClipArt_Gallery">
                  <p:embed/>
                  <p:pic>
                    <p:nvPicPr>
                      <p:cNvPr id="710659" name="Object 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52B9D472-CB03-49BB-8B49-9CFB799E25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0163" y="2190751"/>
                        <a:ext cx="1457325" cy="2102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0660" name="Rectangle 4">
            <a:extLst>
              <a:ext uri="{FF2B5EF4-FFF2-40B4-BE49-F238E27FC236}">
                <a16:creationId xmlns:a16="http://schemas.microsoft.com/office/drawing/2014/main" id="{F1AF4B1D-FE0A-438C-87EB-828F0F530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850" y="8197497"/>
            <a:ext cx="12458700" cy="1060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US" altLang="en-US" sz="3000" dirty="0">
                <a:solidFill>
                  <a:srgbClr val="C04C73"/>
                </a:solidFill>
              </a:rPr>
              <a:t>SAD is about getting people, processes and technology together to sort out the bit in the middle!</a:t>
            </a:r>
            <a:endParaRPr lang="en-US" altLang="en-US" sz="3000" dirty="0"/>
          </a:p>
        </p:txBody>
      </p:sp>
      <p:sp>
        <p:nvSpPr>
          <p:cNvPr id="710661" name="Freeform 5">
            <a:extLst>
              <a:ext uri="{FF2B5EF4-FFF2-40B4-BE49-F238E27FC236}">
                <a16:creationId xmlns:a16="http://schemas.microsoft.com/office/drawing/2014/main" id="{50BF64B5-EA7D-4A34-B175-576395254E48}"/>
              </a:ext>
            </a:extLst>
          </p:cNvPr>
          <p:cNvSpPr>
            <a:spLocks/>
          </p:cNvSpPr>
          <p:nvPr/>
        </p:nvSpPr>
        <p:spPr bwMode="auto">
          <a:xfrm>
            <a:off x="6465095" y="2133600"/>
            <a:ext cx="6605588" cy="5715000"/>
          </a:xfrm>
          <a:custGeom>
            <a:avLst/>
            <a:gdLst>
              <a:gd name="T0" fmla="*/ 2147483646 w 3580"/>
              <a:gd name="T1" fmla="*/ 2147483646 h 2144"/>
              <a:gd name="T2" fmla="*/ 2147483646 w 3580"/>
              <a:gd name="T3" fmla="*/ 2147483646 h 2144"/>
              <a:gd name="T4" fmla="*/ 2147483646 w 3580"/>
              <a:gd name="T5" fmla="*/ 2147483646 h 2144"/>
              <a:gd name="T6" fmla="*/ 2147483646 w 3580"/>
              <a:gd name="T7" fmla="*/ 2147483646 h 2144"/>
              <a:gd name="T8" fmla="*/ 2147483646 w 3580"/>
              <a:gd name="T9" fmla="*/ 2147483646 h 2144"/>
              <a:gd name="T10" fmla="*/ 2147483646 w 3580"/>
              <a:gd name="T11" fmla="*/ 2147483646 h 2144"/>
              <a:gd name="T12" fmla="*/ 2147483646 w 3580"/>
              <a:gd name="T13" fmla="*/ 2147483646 h 2144"/>
              <a:gd name="T14" fmla="*/ 2147483646 w 3580"/>
              <a:gd name="T15" fmla="*/ 2147483646 h 2144"/>
              <a:gd name="T16" fmla="*/ 2147483646 w 3580"/>
              <a:gd name="T17" fmla="*/ 2147483646 h 2144"/>
              <a:gd name="T18" fmla="*/ 2147483646 w 3580"/>
              <a:gd name="T19" fmla="*/ 2147483646 h 2144"/>
              <a:gd name="T20" fmla="*/ 2147483646 w 3580"/>
              <a:gd name="T21" fmla="*/ 2147483646 h 2144"/>
              <a:gd name="T22" fmla="*/ 2147483646 w 3580"/>
              <a:gd name="T23" fmla="*/ 2147483646 h 2144"/>
              <a:gd name="T24" fmla="*/ 2147483646 w 3580"/>
              <a:gd name="T25" fmla="*/ 2147483646 h 2144"/>
              <a:gd name="T26" fmla="*/ 2147483646 w 3580"/>
              <a:gd name="T27" fmla="*/ 2147483646 h 2144"/>
              <a:gd name="T28" fmla="*/ 2147483646 w 3580"/>
              <a:gd name="T29" fmla="*/ 2147483646 h 2144"/>
              <a:gd name="T30" fmla="*/ 2147483646 w 3580"/>
              <a:gd name="T31" fmla="*/ 2147483646 h 2144"/>
              <a:gd name="T32" fmla="*/ 2147483646 w 3580"/>
              <a:gd name="T33" fmla="*/ 2147483646 h 2144"/>
              <a:gd name="T34" fmla="*/ 2147483646 w 3580"/>
              <a:gd name="T35" fmla="*/ 2147483646 h 2144"/>
              <a:gd name="T36" fmla="*/ 2147483646 w 3580"/>
              <a:gd name="T37" fmla="*/ 2147483646 h 2144"/>
              <a:gd name="T38" fmla="*/ 2147483646 w 3580"/>
              <a:gd name="T39" fmla="*/ 2147483646 h 2144"/>
              <a:gd name="T40" fmla="*/ 2147483646 w 3580"/>
              <a:gd name="T41" fmla="*/ 2147483646 h 2144"/>
              <a:gd name="T42" fmla="*/ 2147483646 w 3580"/>
              <a:gd name="T43" fmla="*/ 2147483646 h 2144"/>
              <a:gd name="T44" fmla="*/ 2147483646 w 3580"/>
              <a:gd name="T45" fmla="*/ 2147483646 h 2144"/>
              <a:gd name="T46" fmla="*/ 2147483646 w 3580"/>
              <a:gd name="T47" fmla="*/ 2147483646 h 2144"/>
              <a:gd name="T48" fmla="*/ 2147483646 w 3580"/>
              <a:gd name="T49" fmla="*/ 2147483646 h 2144"/>
              <a:gd name="T50" fmla="*/ 2147483646 w 3580"/>
              <a:gd name="T51" fmla="*/ 2147483646 h 2144"/>
              <a:gd name="T52" fmla="*/ 2147483646 w 3580"/>
              <a:gd name="T53" fmla="*/ 2147483646 h 2144"/>
              <a:gd name="T54" fmla="*/ 2147483646 w 3580"/>
              <a:gd name="T55" fmla="*/ 2147483646 h 2144"/>
              <a:gd name="T56" fmla="*/ 2147483646 w 3580"/>
              <a:gd name="T57" fmla="*/ 2147483646 h 2144"/>
              <a:gd name="T58" fmla="*/ 2147483646 w 3580"/>
              <a:gd name="T59" fmla="*/ 2147483646 h 2144"/>
              <a:gd name="T60" fmla="*/ 2147483646 w 3580"/>
              <a:gd name="T61" fmla="*/ 2147483646 h 2144"/>
              <a:gd name="T62" fmla="*/ 0 w 3580"/>
              <a:gd name="T63" fmla="*/ 2147483646 h 2144"/>
              <a:gd name="T64" fmla="*/ 2147483646 w 3580"/>
              <a:gd name="T65" fmla="*/ 2147483646 h 2144"/>
              <a:gd name="T66" fmla="*/ 2147483646 w 3580"/>
              <a:gd name="T67" fmla="*/ 2147483646 h 2144"/>
              <a:gd name="T68" fmla="*/ 2147483646 w 3580"/>
              <a:gd name="T69" fmla="*/ 2147483646 h 2144"/>
              <a:gd name="T70" fmla="*/ 2147483646 w 3580"/>
              <a:gd name="T71" fmla="*/ 2147483646 h 21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3580"/>
              <a:gd name="T109" fmla="*/ 0 h 2144"/>
              <a:gd name="T110" fmla="*/ 3580 w 3580"/>
              <a:gd name="T111" fmla="*/ 2144 h 2144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3580" h="2144">
                <a:moveTo>
                  <a:pt x="272" y="1072"/>
                </a:moveTo>
                <a:cubicBezTo>
                  <a:pt x="267" y="1053"/>
                  <a:pt x="266" y="1033"/>
                  <a:pt x="256" y="1016"/>
                </a:cubicBezTo>
                <a:cubicBezTo>
                  <a:pt x="244" y="997"/>
                  <a:pt x="224" y="984"/>
                  <a:pt x="208" y="968"/>
                </a:cubicBezTo>
                <a:cubicBezTo>
                  <a:pt x="199" y="959"/>
                  <a:pt x="194" y="945"/>
                  <a:pt x="184" y="936"/>
                </a:cubicBezTo>
                <a:cubicBezTo>
                  <a:pt x="136" y="893"/>
                  <a:pt x="109" y="882"/>
                  <a:pt x="72" y="832"/>
                </a:cubicBezTo>
                <a:cubicBezTo>
                  <a:pt x="63" y="794"/>
                  <a:pt x="45" y="766"/>
                  <a:pt x="32" y="728"/>
                </a:cubicBezTo>
                <a:cubicBezTo>
                  <a:pt x="29" y="720"/>
                  <a:pt x="24" y="704"/>
                  <a:pt x="24" y="704"/>
                </a:cubicBezTo>
                <a:cubicBezTo>
                  <a:pt x="34" y="618"/>
                  <a:pt x="49" y="574"/>
                  <a:pt x="96" y="504"/>
                </a:cubicBezTo>
                <a:cubicBezTo>
                  <a:pt x="136" y="444"/>
                  <a:pt x="40" y="528"/>
                  <a:pt x="136" y="432"/>
                </a:cubicBezTo>
                <a:cubicBezTo>
                  <a:pt x="161" y="407"/>
                  <a:pt x="183" y="389"/>
                  <a:pt x="216" y="376"/>
                </a:cubicBezTo>
                <a:cubicBezTo>
                  <a:pt x="232" y="370"/>
                  <a:pt x="264" y="360"/>
                  <a:pt x="264" y="360"/>
                </a:cubicBezTo>
                <a:cubicBezTo>
                  <a:pt x="296" y="328"/>
                  <a:pt x="326" y="326"/>
                  <a:pt x="368" y="312"/>
                </a:cubicBezTo>
                <a:cubicBezTo>
                  <a:pt x="437" y="315"/>
                  <a:pt x="507" y="322"/>
                  <a:pt x="576" y="320"/>
                </a:cubicBezTo>
                <a:cubicBezTo>
                  <a:pt x="593" y="319"/>
                  <a:pt x="608" y="309"/>
                  <a:pt x="624" y="304"/>
                </a:cubicBezTo>
                <a:cubicBezTo>
                  <a:pt x="632" y="301"/>
                  <a:pt x="648" y="296"/>
                  <a:pt x="648" y="296"/>
                </a:cubicBezTo>
                <a:cubicBezTo>
                  <a:pt x="679" y="250"/>
                  <a:pt x="658" y="280"/>
                  <a:pt x="712" y="208"/>
                </a:cubicBezTo>
                <a:cubicBezTo>
                  <a:pt x="746" y="162"/>
                  <a:pt x="713" y="206"/>
                  <a:pt x="736" y="160"/>
                </a:cubicBezTo>
                <a:cubicBezTo>
                  <a:pt x="760" y="113"/>
                  <a:pt x="807" y="84"/>
                  <a:pt x="856" y="72"/>
                </a:cubicBezTo>
                <a:cubicBezTo>
                  <a:pt x="908" y="33"/>
                  <a:pt x="969" y="16"/>
                  <a:pt x="1032" y="0"/>
                </a:cubicBezTo>
                <a:cubicBezTo>
                  <a:pt x="1101" y="3"/>
                  <a:pt x="1171" y="4"/>
                  <a:pt x="1240" y="8"/>
                </a:cubicBezTo>
                <a:cubicBezTo>
                  <a:pt x="1250" y="9"/>
                  <a:pt x="1300" y="20"/>
                  <a:pt x="1312" y="24"/>
                </a:cubicBezTo>
                <a:cubicBezTo>
                  <a:pt x="1328" y="29"/>
                  <a:pt x="1360" y="40"/>
                  <a:pt x="1360" y="40"/>
                </a:cubicBezTo>
                <a:cubicBezTo>
                  <a:pt x="1401" y="70"/>
                  <a:pt x="1422" y="108"/>
                  <a:pt x="1472" y="120"/>
                </a:cubicBezTo>
                <a:cubicBezTo>
                  <a:pt x="1517" y="150"/>
                  <a:pt x="1567" y="136"/>
                  <a:pt x="1616" y="120"/>
                </a:cubicBezTo>
                <a:cubicBezTo>
                  <a:pt x="1658" y="88"/>
                  <a:pt x="1694" y="80"/>
                  <a:pt x="1744" y="72"/>
                </a:cubicBezTo>
                <a:cubicBezTo>
                  <a:pt x="1787" y="75"/>
                  <a:pt x="1829" y="76"/>
                  <a:pt x="1872" y="80"/>
                </a:cubicBezTo>
                <a:cubicBezTo>
                  <a:pt x="1880" y="81"/>
                  <a:pt x="1888" y="86"/>
                  <a:pt x="1896" y="88"/>
                </a:cubicBezTo>
                <a:cubicBezTo>
                  <a:pt x="1922" y="94"/>
                  <a:pt x="1976" y="104"/>
                  <a:pt x="1976" y="104"/>
                </a:cubicBezTo>
                <a:cubicBezTo>
                  <a:pt x="2025" y="136"/>
                  <a:pt x="2034" y="152"/>
                  <a:pt x="2096" y="168"/>
                </a:cubicBezTo>
                <a:cubicBezTo>
                  <a:pt x="2227" y="163"/>
                  <a:pt x="2358" y="163"/>
                  <a:pt x="2488" y="144"/>
                </a:cubicBezTo>
                <a:cubicBezTo>
                  <a:pt x="2500" y="146"/>
                  <a:pt x="2555" y="148"/>
                  <a:pt x="2576" y="160"/>
                </a:cubicBezTo>
                <a:cubicBezTo>
                  <a:pt x="2623" y="187"/>
                  <a:pt x="2661" y="225"/>
                  <a:pt x="2704" y="256"/>
                </a:cubicBezTo>
                <a:cubicBezTo>
                  <a:pt x="2714" y="263"/>
                  <a:pt x="2727" y="264"/>
                  <a:pt x="2736" y="272"/>
                </a:cubicBezTo>
                <a:cubicBezTo>
                  <a:pt x="2785" y="312"/>
                  <a:pt x="2822" y="357"/>
                  <a:pt x="2856" y="408"/>
                </a:cubicBezTo>
                <a:cubicBezTo>
                  <a:pt x="2889" y="458"/>
                  <a:pt x="2859" y="421"/>
                  <a:pt x="2880" y="464"/>
                </a:cubicBezTo>
                <a:cubicBezTo>
                  <a:pt x="2913" y="530"/>
                  <a:pt x="2951" y="594"/>
                  <a:pt x="2992" y="656"/>
                </a:cubicBezTo>
                <a:cubicBezTo>
                  <a:pt x="3015" y="690"/>
                  <a:pt x="2999" y="683"/>
                  <a:pt x="3024" y="712"/>
                </a:cubicBezTo>
                <a:cubicBezTo>
                  <a:pt x="3119" y="823"/>
                  <a:pt x="3222" y="925"/>
                  <a:pt x="3304" y="1048"/>
                </a:cubicBezTo>
                <a:cubicBezTo>
                  <a:pt x="3310" y="1057"/>
                  <a:pt x="3322" y="1062"/>
                  <a:pt x="3328" y="1072"/>
                </a:cubicBezTo>
                <a:cubicBezTo>
                  <a:pt x="3384" y="1160"/>
                  <a:pt x="3419" y="1268"/>
                  <a:pt x="3528" y="1304"/>
                </a:cubicBezTo>
                <a:cubicBezTo>
                  <a:pt x="3536" y="1314"/>
                  <a:pt x="3575" y="1365"/>
                  <a:pt x="3576" y="1376"/>
                </a:cubicBezTo>
                <a:cubicBezTo>
                  <a:pt x="3580" y="1432"/>
                  <a:pt x="3577" y="1489"/>
                  <a:pt x="3568" y="1544"/>
                </a:cubicBezTo>
                <a:cubicBezTo>
                  <a:pt x="3566" y="1559"/>
                  <a:pt x="3551" y="1570"/>
                  <a:pt x="3544" y="1584"/>
                </a:cubicBezTo>
                <a:cubicBezTo>
                  <a:pt x="3528" y="1616"/>
                  <a:pt x="3515" y="1660"/>
                  <a:pt x="3480" y="1680"/>
                </a:cubicBezTo>
                <a:cubicBezTo>
                  <a:pt x="3367" y="1743"/>
                  <a:pt x="3059" y="1719"/>
                  <a:pt x="3008" y="1720"/>
                </a:cubicBezTo>
                <a:cubicBezTo>
                  <a:pt x="3000" y="1723"/>
                  <a:pt x="2992" y="1726"/>
                  <a:pt x="2984" y="1728"/>
                </a:cubicBezTo>
                <a:cubicBezTo>
                  <a:pt x="2968" y="1732"/>
                  <a:pt x="2952" y="1731"/>
                  <a:pt x="2936" y="1736"/>
                </a:cubicBezTo>
                <a:cubicBezTo>
                  <a:pt x="2906" y="1745"/>
                  <a:pt x="2880" y="1760"/>
                  <a:pt x="2848" y="1768"/>
                </a:cubicBezTo>
                <a:cubicBezTo>
                  <a:pt x="2815" y="1793"/>
                  <a:pt x="2776" y="1807"/>
                  <a:pt x="2744" y="1832"/>
                </a:cubicBezTo>
                <a:cubicBezTo>
                  <a:pt x="2732" y="1841"/>
                  <a:pt x="2725" y="1856"/>
                  <a:pt x="2712" y="1864"/>
                </a:cubicBezTo>
                <a:cubicBezTo>
                  <a:pt x="2680" y="1886"/>
                  <a:pt x="2621" y="1913"/>
                  <a:pt x="2584" y="1928"/>
                </a:cubicBezTo>
                <a:cubicBezTo>
                  <a:pt x="2532" y="1980"/>
                  <a:pt x="2463" y="1988"/>
                  <a:pt x="2408" y="2032"/>
                </a:cubicBezTo>
                <a:cubicBezTo>
                  <a:pt x="2368" y="2064"/>
                  <a:pt x="2354" y="2078"/>
                  <a:pt x="2304" y="2088"/>
                </a:cubicBezTo>
                <a:cubicBezTo>
                  <a:pt x="2257" y="2119"/>
                  <a:pt x="2206" y="2130"/>
                  <a:pt x="2152" y="2144"/>
                </a:cubicBezTo>
                <a:cubicBezTo>
                  <a:pt x="2037" y="2139"/>
                  <a:pt x="1922" y="2137"/>
                  <a:pt x="1808" y="2128"/>
                </a:cubicBezTo>
                <a:cubicBezTo>
                  <a:pt x="1696" y="2119"/>
                  <a:pt x="1588" y="2035"/>
                  <a:pt x="1480" y="2008"/>
                </a:cubicBezTo>
                <a:cubicBezTo>
                  <a:pt x="1411" y="1962"/>
                  <a:pt x="1355" y="1960"/>
                  <a:pt x="1272" y="1952"/>
                </a:cubicBezTo>
                <a:cubicBezTo>
                  <a:pt x="1189" y="1957"/>
                  <a:pt x="1107" y="1961"/>
                  <a:pt x="1024" y="1968"/>
                </a:cubicBezTo>
                <a:cubicBezTo>
                  <a:pt x="990" y="1971"/>
                  <a:pt x="967" y="2004"/>
                  <a:pt x="936" y="2016"/>
                </a:cubicBezTo>
                <a:cubicBezTo>
                  <a:pt x="873" y="2040"/>
                  <a:pt x="787" y="2049"/>
                  <a:pt x="720" y="2056"/>
                </a:cubicBezTo>
                <a:cubicBezTo>
                  <a:pt x="563" y="2047"/>
                  <a:pt x="405" y="2043"/>
                  <a:pt x="248" y="2032"/>
                </a:cubicBezTo>
                <a:cubicBezTo>
                  <a:pt x="158" y="2014"/>
                  <a:pt x="100" y="1959"/>
                  <a:pt x="56" y="1880"/>
                </a:cubicBezTo>
                <a:cubicBezTo>
                  <a:pt x="30" y="1833"/>
                  <a:pt x="33" y="1834"/>
                  <a:pt x="16" y="1784"/>
                </a:cubicBezTo>
                <a:cubicBezTo>
                  <a:pt x="11" y="1768"/>
                  <a:pt x="0" y="1736"/>
                  <a:pt x="0" y="1736"/>
                </a:cubicBezTo>
                <a:cubicBezTo>
                  <a:pt x="3" y="1685"/>
                  <a:pt x="1" y="1634"/>
                  <a:pt x="8" y="1584"/>
                </a:cubicBezTo>
                <a:cubicBezTo>
                  <a:pt x="9" y="1574"/>
                  <a:pt x="19" y="1568"/>
                  <a:pt x="24" y="1560"/>
                </a:cubicBezTo>
                <a:cubicBezTo>
                  <a:pt x="35" y="1539"/>
                  <a:pt x="45" y="1517"/>
                  <a:pt x="56" y="1496"/>
                </a:cubicBezTo>
                <a:cubicBezTo>
                  <a:pt x="65" y="1479"/>
                  <a:pt x="82" y="1466"/>
                  <a:pt x="88" y="1448"/>
                </a:cubicBezTo>
                <a:cubicBezTo>
                  <a:pt x="102" y="1407"/>
                  <a:pt x="139" y="1376"/>
                  <a:pt x="152" y="1336"/>
                </a:cubicBezTo>
                <a:cubicBezTo>
                  <a:pt x="167" y="1291"/>
                  <a:pt x="189" y="1258"/>
                  <a:pt x="208" y="1216"/>
                </a:cubicBezTo>
                <a:cubicBezTo>
                  <a:pt x="220" y="1188"/>
                  <a:pt x="218" y="1155"/>
                  <a:pt x="232" y="1128"/>
                </a:cubicBezTo>
                <a:cubicBezTo>
                  <a:pt x="242" y="1107"/>
                  <a:pt x="262" y="1093"/>
                  <a:pt x="272" y="1072"/>
                </a:cubicBezTo>
                <a:close/>
              </a:path>
            </a:pathLst>
          </a:custGeom>
          <a:noFill/>
          <a:ln w="317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MY" sz="2700"/>
          </a:p>
        </p:txBody>
      </p:sp>
      <p:sp>
        <p:nvSpPr>
          <p:cNvPr id="710662" name="AutoShape 6">
            <a:extLst>
              <a:ext uri="{FF2B5EF4-FFF2-40B4-BE49-F238E27FC236}">
                <a16:creationId xmlns:a16="http://schemas.microsoft.com/office/drawing/2014/main" id="{3D2E7CC9-46FB-4776-BB88-AFEFBEF34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4363" y="4841082"/>
            <a:ext cx="1438275" cy="647700"/>
          </a:xfrm>
          <a:prstGeom prst="rightArrow">
            <a:avLst>
              <a:gd name="adj1" fmla="val 50000"/>
              <a:gd name="adj2" fmla="val 55515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/>
          </a:p>
        </p:txBody>
      </p:sp>
      <p:sp>
        <p:nvSpPr>
          <p:cNvPr id="710663" name="AutoShape 7">
            <a:extLst>
              <a:ext uri="{FF2B5EF4-FFF2-40B4-BE49-F238E27FC236}">
                <a16:creationId xmlns:a16="http://schemas.microsoft.com/office/drawing/2014/main" id="{7E5AE080-B9D9-4D02-8745-F47663425067}"/>
              </a:ext>
            </a:extLst>
          </p:cNvPr>
          <p:cNvSpPr>
            <a:spLocks noChangeArrowheads="1"/>
          </p:cNvSpPr>
          <p:nvPr/>
        </p:nvSpPr>
        <p:spPr bwMode="auto">
          <a:xfrm rot="19551506">
            <a:off x="11377613" y="3328988"/>
            <a:ext cx="1431132" cy="647700"/>
          </a:xfrm>
          <a:prstGeom prst="rightArrow">
            <a:avLst>
              <a:gd name="adj1" fmla="val 50000"/>
              <a:gd name="adj2" fmla="val 55239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/>
          </a:p>
        </p:txBody>
      </p:sp>
      <p:sp>
        <p:nvSpPr>
          <p:cNvPr id="710664" name="Rectangle 8">
            <a:extLst>
              <a:ext uri="{FF2B5EF4-FFF2-40B4-BE49-F238E27FC236}">
                <a16:creationId xmlns:a16="http://schemas.microsoft.com/office/drawing/2014/main" id="{465A8799-62AC-4775-AA72-B292D5BB7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1431133"/>
            <a:ext cx="2602707" cy="64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GB" altLang="en-US" sz="3600" b="1" dirty="0">
                <a:solidFill>
                  <a:schemeClr val="accent2"/>
                </a:solidFill>
              </a:rPr>
              <a:t>Input</a:t>
            </a:r>
          </a:p>
        </p:txBody>
      </p:sp>
      <p:sp>
        <p:nvSpPr>
          <p:cNvPr id="710665" name="Rectangle 9">
            <a:extLst>
              <a:ext uri="{FF2B5EF4-FFF2-40B4-BE49-F238E27FC236}">
                <a16:creationId xmlns:a16="http://schemas.microsoft.com/office/drawing/2014/main" id="{C36BB7B7-4AA0-4ADC-B071-C292F0F3D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958" y="1431133"/>
            <a:ext cx="4212431" cy="64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GB" altLang="en-US" sz="3600" b="1">
                <a:solidFill>
                  <a:schemeClr val="accent2"/>
                </a:solidFill>
              </a:rPr>
              <a:t>Process</a:t>
            </a:r>
          </a:p>
        </p:txBody>
      </p:sp>
      <p:sp>
        <p:nvSpPr>
          <p:cNvPr id="710666" name="Rectangle 10">
            <a:extLst>
              <a:ext uri="{FF2B5EF4-FFF2-40B4-BE49-F238E27FC236}">
                <a16:creationId xmlns:a16="http://schemas.microsoft.com/office/drawing/2014/main" id="{1D37129C-4837-4225-B8DD-63CA3D3F5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0113" y="1431133"/>
            <a:ext cx="2583657" cy="64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GB" altLang="en-US" sz="3600" b="1">
                <a:solidFill>
                  <a:schemeClr val="accent2"/>
                </a:solidFill>
              </a:rPr>
              <a:t>Output</a:t>
            </a:r>
          </a:p>
        </p:txBody>
      </p:sp>
      <p:sp>
        <p:nvSpPr>
          <p:cNvPr id="710667" name="Rectangle 11">
            <a:extLst>
              <a:ext uri="{FF2B5EF4-FFF2-40B4-BE49-F238E27FC236}">
                <a16:creationId xmlns:a16="http://schemas.microsoft.com/office/drawing/2014/main" id="{8C9908CF-DBA7-46A2-AC8A-3969752C5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2988470"/>
            <a:ext cx="5534025" cy="41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GB" altLang="en-US" sz="2100" b="1" dirty="0">
                <a:solidFill>
                  <a:srgbClr val="C04C73"/>
                </a:solidFill>
              </a:rPr>
              <a:t>Systems Development Process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F404B2D5-7412-4CA8-ADAA-8D57FDCFA9F8}"/>
              </a:ext>
            </a:extLst>
          </p:cNvPr>
          <p:cNvGrpSpPr>
            <a:grpSpLocks/>
          </p:cNvGrpSpPr>
          <p:nvPr/>
        </p:nvGrpSpPr>
        <p:grpSpPr bwMode="auto">
          <a:xfrm>
            <a:off x="5010150" y="3409950"/>
            <a:ext cx="2076450" cy="3409950"/>
            <a:chOff x="1144" y="1432"/>
            <a:chExt cx="872" cy="1432"/>
          </a:xfrm>
        </p:grpSpPr>
        <p:sp>
          <p:nvSpPr>
            <p:cNvPr id="14372" name="AutoShape 13">
              <a:extLst>
                <a:ext uri="{FF2B5EF4-FFF2-40B4-BE49-F238E27FC236}">
                  <a16:creationId xmlns:a16="http://schemas.microsoft.com/office/drawing/2014/main" id="{A9B862B9-7053-4E9F-8AB8-EE0969062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6" y="2040"/>
              <a:ext cx="760" cy="272"/>
            </a:xfrm>
            <a:prstGeom prst="rightArrow">
              <a:avLst>
                <a:gd name="adj1" fmla="val 50000"/>
                <a:gd name="adj2" fmla="val 69853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14373" name="AutoShape 14">
              <a:extLst>
                <a:ext uri="{FF2B5EF4-FFF2-40B4-BE49-F238E27FC236}">
                  <a16:creationId xmlns:a16="http://schemas.microsoft.com/office/drawing/2014/main" id="{0131496C-A115-4816-9A75-CCD4A21F9B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21965">
              <a:off x="1208" y="1432"/>
              <a:ext cx="760" cy="272"/>
            </a:xfrm>
            <a:prstGeom prst="rightArrow">
              <a:avLst>
                <a:gd name="adj1" fmla="val 50000"/>
                <a:gd name="adj2" fmla="val 69853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14374" name="AutoShape 15">
              <a:extLst>
                <a:ext uri="{FF2B5EF4-FFF2-40B4-BE49-F238E27FC236}">
                  <a16:creationId xmlns:a16="http://schemas.microsoft.com/office/drawing/2014/main" id="{85B7B475-261B-4C9E-9B67-82DF9802D9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52644">
              <a:off x="1144" y="2592"/>
              <a:ext cx="760" cy="272"/>
            </a:xfrm>
            <a:prstGeom prst="rightArrow">
              <a:avLst>
                <a:gd name="adj1" fmla="val 50000"/>
                <a:gd name="adj2" fmla="val 69853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rgbClr val="004D75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 sz="1500"/>
            </a:p>
          </p:txBody>
        </p:sp>
      </p:grpSp>
      <p:sp>
        <p:nvSpPr>
          <p:cNvPr id="710672" name="AutoShape 16">
            <a:extLst>
              <a:ext uri="{FF2B5EF4-FFF2-40B4-BE49-F238E27FC236}">
                <a16:creationId xmlns:a16="http://schemas.microsoft.com/office/drawing/2014/main" id="{F387701A-A5C6-483A-B677-6B5739F8E1BE}"/>
              </a:ext>
            </a:extLst>
          </p:cNvPr>
          <p:cNvSpPr>
            <a:spLocks noChangeArrowheads="1"/>
          </p:cNvSpPr>
          <p:nvPr/>
        </p:nvSpPr>
        <p:spPr bwMode="auto">
          <a:xfrm rot="1139868">
            <a:off x="11715750" y="6362700"/>
            <a:ext cx="1809750" cy="647700"/>
          </a:xfrm>
          <a:prstGeom prst="rightArrow">
            <a:avLst>
              <a:gd name="adj1" fmla="val 50000"/>
              <a:gd name="adj2" fmla="val 69853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/>
          </a:p>
        </p:txBody>
      </p:sp>
      <p:pic>
        <p:nvPicPr>
          <p:cNvPr id="710673" name="Picture 17" descr="MPj04317350000[1]">
            <a:extLst>
              <a:ext uri="{FF2B5EF4-FFF2-40B4-BE49-F238E27FC236}">
                <a16:creationId xmlns:a16="http://schemas.microsoft.com/office/drawing/2014/main" id="{DB5025EA-9D56-4F63-86A5-11925CD94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0" y="4400550"/>
            <a:ext cx="1600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0674" name="Rectangle 18">
            <a:extLst>
              <a:ext uri="{FF2B5EF4-FFF2-40B4-BE49-F238E27FC236}">
                <a16:creationId xmlns:a16="http://schemas.microsoft.com/office/drawing/2014/main" id="{63990F3C-A85C-49AB-A83F-D997DE584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5" y="3636170"/>
            <a:ext cx="1724025" cy="41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GB" altLang="en-US" sz="2100" b="1" dirty="0">
                <a:solidFill>
                  <a:schemeClr val="hlink"/>
                </a:solidFill>
              </a:rPr>
              <a:t>Planning</a:t>
            </a:r>
          </a:p>
        </p:txBody>
      </p:sp>
      <p:sp>
        <p:nvSpPr>
          <p:cNvPr id="710675" name="Rectangle 19">
            <a:extLst>
              <a:ext uri="{FF2B5EF4-FFF2-40B4-BE49-F238E27FC236}">
                <a16:creationId xmlns:a16="http://schemas.microsoft.com/office/drawing/2014/main" id="{EE6BE730-2E62-4967-8A65-FD1139C31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8425" y="4798220"/>
            <a:ext cx="1724025" cy="41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GB" altLang="en-US" sz="2100" b="1">
                <a:solidFill>
                  <a:schemeClr val="hlink"/>
                </a:solidFill>
              </a:rPr>
              <a:t>Analysis</a:t>
            </a:r>
          </a:p>
        </p:txBody>
      </p:sp>
      <p:sp>
        <p:nvSpPr>
          <p:cNvPr id="710676" name="Rectangle 20">
            <a:extLst>
              <a:ext uri="{FF2B5EF4-FFF2-40B4-BE49-F238E27FC236}">
                <a16:creationId xmlns:a16="http://schemas.microsoft.com/office/drawing/2014/main" id="{A6005250-D4A7-4E2E-AF31-1F900F10E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9175" y="6303170"/>
            <a:ext cx="1533525" cy="41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GB" altLang="en-US" sz="2100" b="1">
                <a:solidFill>
                  <a:schemeClr val="hlink"/>
                </a:solidFill>
              </a:rPr>
              <a:t>Design</a:t>
            </a:r>
          </a:p>
        </p:txBody>
      </p:sp>
      <p:sp>
        <p:nvSpPr>
          <p:cNvPr id="710677" name="Rectangle 21">
            <a:extLst>
              <a:ext uri="{FF2B5EF4-FFF2-40B4-BE49-F238E27FC236}">
                <a16:creationId xmlns:a16="http://schemas.microsoft.com/office/drawing/2014/main" id="{E845E616-0A25-47C6-B39B-E2DFB95FD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877" y="4919206"/>
            <a:ext cx="2780286" cy="41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GB" altLang="en-US" sz="2100" b="1" dirty="0">
                <a:solidFill>
                  <a:schemeClr val="hlink"/>
                </a:solidFill>
              </a:rPr>
              <a:t>Implementation</a:t>
            </a:r>
          </a:p>
        </p:txBody>
      </p:sp>
      <p:sp>
        <p:nvSpPr>
          <p:cNvPr id="710678" name="Freeform 22">
            <a:extLst>
              <a:ext uri="{FF2B5EF4-FFF2-40B4-BE49-F238E27FC236}">
                <a16:creationId xmlns:a16="http://schemas.microsoft.com/office/drawing/2014/main" id="{CAEDB170-9C4C-4F71-B9C9-FD788CF547C4}"/>
              </a:ext>
            </a:extLst>
          </p:cNvPr>
          <p:cNvSpPr>
            <a:spLocks/>
          </p:cNvSpPr>
          <p:nvPr/>
        </p:nvSpPr>
        <p:spPr bwMode="auto">
          <a:xfrm>
            <a:off x="10229850" y="3981450"/>
            <a:ext cx="800100" cy="819150"/>
          </a:xfrm>
          <a:custGeom>
            <a:avLst/>
            <a:gdLst>
              <a:gd name="T0" fmla="*/ 0 w 336"/>
              <a:gd name="T1" fmla="*/ 0 h 344"/>
              <a:gd name="T2" fmla="*/ 2147483646 w 336"/>
              <a:gd name="T3" fmla="*/ 2147483646 h 344"/>
              <a:gd name="T4" fmla="*/ 2147483646 w 336"/>
              <a:gd name="T5" fmla="*/ 2147483646 h 344"/>
              <a:gd name="T6" fmla="*/ 0 60000 65536"/>
              <a:gd name="T7" fmla="*/ 0 60000 65536"/>
              <a:gd name="T8" fmla="*/ 0 60000 65536"/>
              <a:gd name="T9" fmla="*/ 0 w 336"/>
              <a:gd name="T10" fmla="*/ 0 h 344"/>
              <a:gd name="T11" fmla="*/ 336 w 336"/>
              <a:gd name="T12" fmla="*/ 344 h 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344">
                <a:moveTo>
                  <a:pt x="0" y="0"/>
                </a:moveTo>
                <a:cubicBezTo>
                  <a:pt x="84" y="23"/>
                  <a:pt x="168" y="47"/>
                  <a:pt x="224" y="104"/>
                </a:cubicBezTo>
                <a:cubicBezTo>
                  <a:pt x="280" y="161"/>
                  <a:pt x="317" y="304"/>
                  <a:pt x="336" y="34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 sz="2700"/>
          </a:p>
        </p:txBody>
      </p:sp>
      <p:sp>
        <p:nvSpPr>
          <p:cNvPr id="710679" name="Freeform 23">
            <a:extLst>
              <a:ext uri="{FF2B5EF4-FFF2-40B4-BE49-F238E27FC236}">
                <a16:creationId xmlns:a16="http://schemas.microsoft.com/office/drawing/2014/main" id="{F003039C-5BCE-4EC0-BCC1-D936FB0937BE}"/>
              </a:ext>
            </a:extLst>
          </p:cNvPr>
          <p:cNvSpPr>
            <a:spLocks/>
          </p:cNvSpPr>
          <p:nvPr/>
        </p:nvSpPr>
        <p:spPr bwMode="auto">
          <a:xfrm>
            <a:off x="10248900" y="5429250"/>
            <a:ext cx="866775" cy="1085850"/>
          </a:xfrm>
          <a:custGeom>
            <a:avLst/>
            <a:gdLst>
              <a:gd name="T0" fmla="*/ 2147483646 w 372"/>
              <a:gd name="T1" fmla="*/ 0 h 488"/>
              <a:gd name="T2" fmla="*/ 2147483646 w 372"/>
              <a:gd name="T3" fmla="*/ 2147483646 h 488"/>
              <a:gd name="T4" fmla="*/ 0 w 372"/>
              <a:gd name="T5" fmla="*/ 2147483646 h 488"/>
              <a:gd name="T6" fmla="*/ 0 60000 65536"/>
              <a:gd name="T7" fmla="*/ 0 60000 65536"/>
              <a:gd name="T8" fmla="*/ 0 60000 65536"/>
              <a:gd name="T9" fmla="*/ 0 w 372"/>
              <a:gd name="T10" fmla="*/ 0 h 488"/>
              <a:gd name="T11" fmla="*/ 372 w 372"/>
              <a:gd name="T12" fmla="*/ 488 h 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" h="488">
                <a:moveTo>
                  <a:pt x="360" y="0"/>
                </a:moveTo>
                <a:cubicBezTo>
                  <a:pt x="366" y="99"/>
                  <a:pt x="372" y="199"/>
                  <a:pt x="312" y="280"/>
                </a:cubicBezTo>
                <a:cubicBezTo>
                  <a:pt x="252" y="361"/>
                  <a:pt x="52" y="453"/>
                  <a:pt x="0" y="4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 sz="2700"/>
          </a:p>
        </p:txBody>
      </p:sp>
      <p:sp>
        <p:nvSpPr>
          <p:cNvPr id="710680" name="Freeform 24">
            <a:extLst>
              <a:ext uri="{FF2B5EF4-FFF2-40B4-BE49-F238E27FC236}">
                <a16:creationId xmlns:a16="http://schemas.microsoft.com/office/drawing/2014/main" id="{56861143-F01A-434B-8E23-3E4F066D6E0A}"/>
              </a:ext>
            </a:extLst>
          </p:cNvPr>
          <p:cNvSpPr>
            <a:spLocks/>
          </p:cNvSpPr>
          <p:nvPr/>
        </p:nvSpPr>
        <p:spPr bwMode="auto">
          <a:xfrm>
            <a:off x="7562850" y="5924550"/>
            <a:ext cx="895350" cy="666750"/>
          </a:xfrm>
          <a:custGeom>
            <a:avLst/>
            <a:gdLst>
              <a:gd name="T0" fmla="*/ 2147483646 w 432"/>
              <a:gd name="T1" fmla="*/ 2147483646 h 232"/>
              <a:gd name="T2" fmla="*/ 2147483646 w 432"/>
              <a:gd name="T3" fmla="*/ 2147483646 h 232"/>
              <a:gd name="T4" fmla="*/ 0 w 432"/>
              <a:gd name="T5" fmla="*/ 0 h 232"/>
              <a:gd name="T6" fmla="*/ 0 60000 65536"/>
              <a:gd name="T7" fmla="*/ 0 60000 65536"/>
              <a:gd name="T8" fmla="*/ 0 60000 65536"/>
              <a:gd name="T9" fmla="*/ 0 w 432"/>
              <a:gd name="T10" fmla="*/ 0 h 232"/>
              <a:gd name="T11" fmla="*/ 432 w 432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232">
                <a:moveTo>
                  <a:pt x="432" y="232"/>
                </a:moveTo>
                <a:cubicBezTo>
                  <a:pt x="312" y="223"/>
                  <a:pt x="192" y="215"/>
                  <a:pt x="120" y="176"/>
                </a:cubicBezTo>
                <a:cubicBezTo>
                  <a:pt x="48" y="137"/>
                  <a:pt x="20" y="29"/>
                  <a:pt x="0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 sz="2700"/>
          </a:p>
        </p:txBody>
      </p:sp>
      <p:sp>
        <p:nvSpPr>
          <p:cNvPr id="710681" name="Freeform 25">
            <a:extLst>
              <a:ext uri="{FF2B5EF4-FFF2-40B4-BE49-F238E27FC236}">
                <a16:creationId xmlns:a16="http://schemas.microsoft.com/office/drawing/2014/main" id="{2724619B-3922-4AE3-9601-C805ABEA4053}"/>
              </a:ext>
            </a:extLst>
          </p:cNvPr>
          <p:cNvSpPr>
            <a:spLocks/>
          </p:cNvSpPr>
          <p:nvPr/>
        </p:nvSpPr>
        <p:spPr bwMode="auto">
          <a:xfrm>
            <a:off x="7343775" y="3867150"/>
            <a:ext cx="1057275" cy="800100"/>
          </a:xfrm>
          <a:custGeom>
            <a:avLst/>
            <a:gdLst>
              <a:gd name="T0" fmla="*/ 2147483646 w 444"/>
              <a:gd name="T1" fmla="*/ 2147483646 h 336"/>
              <a:gd name="T2" fmla="*/ 2147483646 w 444"/>
              <a:gd name="T3" fmla="*/ 2147483646 h 336"/>
              <a:gd name="T4" fmla="*/ 2147483646 w 444"/>
              <a:gd name="T5" fmla="*/ 0 h 336"/>
              <a:gd name="T6" fmla="*/ 0 60000 65536"/>
              <a:gd name="T7" fmla="*/ 0 60000 65536"/>
              <a:gd name="T8" fmla="*/ 0 60000 65536"/>
              <a:gd name="T9" fmla="*/ 0 w 444"/>
              <a:gd name="T10" fmla="*/ 0 h 336"/>
              <a:gd name="T11" fmla="*/ 444 w 44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4" h="336">
                <a:moveTo>
                  <a:pt x="36" y="336"/>
                </a:moveTo>
                <a:cubicBezTo>
                  <a:pt x="18" y="232"/>
                  <a:pt x="0" y="128"/>
                  <a:pt x="68" y="72"/>
                </a:cubicBezTo>
                <a:cubicBezTo>
                  <a:pt x="136" y="16"/>
                  <a:pt x="381" y="12"/>
                  <a:pt x="444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 sz="2700"/>
          </a:p>
        </p:txBody>
      </p:sp>
      <p:grpSp>
        <p:nvGrpSpPr>
          <p:cNvPr id="3" name="Group 26">
            <a:extLst>
              <a:ext uri="{FF2B5EF4-FFF2-40B4-BE49-F238E27FC236}">
                <a16:creationId xmlns:a16="http://schemas.microsoft.com/office/drawing/2014/main" id="{347C7BF6-8E7C-4F40-9E49-50759C950408}"/>
              </a:ext>
            </a:extLst>
          </p:cNvPr>
          <p:cNvGrpSpPr>
            <a:grpSpLocks/>
          </p:cNvGrpSpPr>
          <p:nvPr/>
        </p:nvGrpSpPr>
        <p:grpSpPr bwMode="auto">
          <a:xfrm>
            <a:off x="2662238" y="4529138"/>
            <a:ext cx="2338388" cy="1438275"/>
            <a:chOff x="202" y="1911"/>
            <a:chExt cx="982" cy="604"/>
          </a:xfrm>
        </p:grpSpPr>
        <p:pic>
          <p:nvPicPr>
            <p:cNvPr id="14370" name="Picture 27" descr="MPj04392750000[1]">
              <a:extLst>
                <a:ext uri="{FF2B5EF4-FFF2-40B4-BE49-F238E27FC236}">
                  <a16:creationId xmlns:a16="http://schemas.microsoft.com/office/drawing/2014/main" id="{C99E6121-01B0-48A5-AE16-707913329F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" y="1911"/>
              <a:ext cx="760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4371" name="Object 28">
              <a:hlinkClick r:id="" action="ppaction://ole?verb=0"/>
              <a:extLst>
                <a:ext uri="{FF2B5EF4-FFF2-40B4-BE49-F238E27FC236}">
                  <a16:creationId xmlns:a16="http://schemas.microsoft.com/office/drawing/2014/main" id="{9CD665F8-0F07-46BC-9588-819AFD535F5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2" y="2224"/>
            <a:ext cx="29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Microsoft ClipArt Gallery" r:id="rId8" imgW="3429000" imgH="4953000" progId="MS_ClipArt_Gallery">
                    <p:embed/>
                  </p:oleObj>
                </mc:Choice>
                <mc:Fallback>
                  <p:oleObj name="Microsoft ClipArt Gallery" r:id="rId8" imgW="3429000" imgH="4953000" progId="MS_ClipArt_Gallery">
                    <p:embed/>
                    <p:pic>
                      <p:nvPicPr>
                        <p:cNvPr id="14371" name="Object 28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9CD665F8-0F07-46BC-9588-819AFD535F5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" y="2224"/>
                          <a:ext cx="29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10686" name="Picture 30" descr="MCj04127620000[1]">
            <a:extLst>
              <a:ext uri="{FF2B5EF4-FFF2-40B4-BE49-F238E27FC236}">
                <a16:creationId xmlns:a16="http://schemas.microsoft.com/office/drawing/2014/main" id="{C15B56F1-9530-44F3-A437-9F904154E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420" y="7060408"/>
            <a:ext cx="2138363" cy="745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0687" name="Picture 31" descr="MCj04127620000[1]">
            <a:extLst>
              <a:ext uri="{FF2B5EF4-FFF2-40B4-BE49-F238E27FC236}">
                <a16:creationId xmlns:a16="http://schemas.microsoft.com/office/drawing/2014/main" id="{EF02D250-61FE-4BAA-8988-2E305729B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870" y="6393658"/>
            <a:ext cx="2138363" cy="745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0688" name="Picture 32" descr="MCj02997290000[1]">
            <a:extLst>
              <a:ext uri="{FF2B5EF4-FFF2-40B4-BE49-F238E27FC236}">
                <a16:creationId xmlns:a16="http://schemas.microsoft.com/office/drawing/2014/main" id="{2783F13C-9F7E-4AA1-9BDC-411729AD6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3101" y="4386263"/>
            <a:ext cx="1731170" cy="2002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64" name="TextBox 3">
            <a:extLst>
              <a:ext uri="{FF2B5EF4-FFF2-40B4-BE49-F238E27FC236}">
                <a16:creationId xmlns:a16="http://schemas.microsoft.com/office/drawing/2014/main" id="{91D3E4C1-2B4F-4B3C-8AB4-2BFB8DF73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926" y="3852863"/>
            <a:ext cx="13596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1" dirty="0"/>
              <a:t>Ideas</a:t>
            </a:r>
          </a:p>
        </p:txBody>
      </p:sp>
      <p:sp>
        <p:nvSpPr>
          <p:cNvPr id="14365" name="TextBox 33">
            <a:extLst>
              <a:ext uri="{FF2B5EF4-FFF2-40B4-BE49-F238E27FC236}">
                <a16:creationId xmlns:a16="http://schemas.microsoft.com/office/drawing/2014/main" id="{8A5BC14A-420C-4B97-95AA-D5376ADE0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8013" y="5888833"/>
            <a:ext cx="21717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1" dirty="0"/>
              <a:t>Business case</a:t>
            </a:r>
          </a:p>
        </p:txBody>
      </p:sp>
      <p:sp>
        <p:nvSpPr>
          <p:cNvPr id="14366" name="TextBox 34">
            <a:extLst>
              <a:ext uri="{FF2B5EF4-FFF2-40B4-BE49-F238E27FC236}">
                <a16:creationId xmlns:a16="http://schemas.microsoft.com/office/drawing/2014/main" id="{583554BB-FADF-43B9-BBD4-38605D804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9445" y="7217570"/>
            <a:ext cx="13573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1"/>
              <a:t>Cash</a:t>
            </a:r>
          </a:p>
        </p:txBody>
      </p:sp>
      <p:sp>
        <p:nvSpPr>
          <p:cNvPr id="14367" name="TextBox 35">
            <a:extLst>
              <a:ext uri="{FF2B5EF4-FFF2-40B4-BE49-F238E27FC236}">
                <a16:creationId xmlns:a16="http://schemas.microsoft.com/office/drawing/2014/main" id="{074EAB47-E974-4225-BFA3-A54C9C85F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7957" y="3076576"/>
            <a:ext cx="1845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1" dirty="0"/>
              <a:t>Products</a:t>
            </a:r>
          </a:p>
        </p:txBody>
      </p:sp>
      <p:sp>
        <p:nvSpPr>
          <p:cNvPr id="14368" name="TextBox 36">
            <a:extLst>
              <a:ext uri="{FF2B5EF4-FFF2-40B4-BE49-F238E27FC236}">
                <a16:creationId xmlns:a16="http://schemas.microsoft.com/office/drawing/2014/main" id="{3A2DBA59-652F-426A-9443-1D565778F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13558" y="6407945"/>
            <a:ext cx="30218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1"/>
              <a:t>Profit (product </a:t>
            </a:r>
            <a:br>
              <a:rPr lang="en-US" altLang="en-US" sz="1800" b="1"/>
            </a:br>
            <a:r>
              <a:rPr lang="en-US" altLang="en-US" sz="1800" b="1"/>
              <a:t>or efficiency)</a:t>
            </a:r>
          </a:p>
        </p:txBody>
      </p:sp>
      <p:sp>
        <p:nvSpPr>
          <p:cNvPr id="14369" name="TextBox 37">
            <a:extLst>
              <a:ext uri="{FF2B5EF4-FFF2-40B4-BE49-F238E27FC236}">
                <a16:creationId xmlns:a16="http://schemas.microsoft.com/office/drawing/2014/main" id="{FA85BBE2-3B74-4E66-B873-69D2D247A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6557" y="4040983"/>
            <a:ext cx="1845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1" dirty="0"/>
              <a:t>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C7CDC-286D-4B79-875E-B53E9DC28B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6503" y="2377451"/>
            <a:ext cx="1638384" cy="133991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33936F85-8D45-4DB6-8D01-D22C8E3831CB}"/>
              </a:ext>
            </a:extLst>
          </p:cNvPr>
          <p:cNvSpPr/>
          <p:nvPr/>
        </p:nvSpPr>
        <p:spPr>
          <a:xfrm>
            <a:off x="5576972" y="1678931"/>
            <a:ext cx="1209506" cy="2528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638B8663-F0A1-4E16-8081-C3B28E6DFE02}"/>
              </a:ext>
            </a:extLst>
          </p:cNvPr>
          <p:cNvSpPr/>
          <p:nvPr/>
        </p:nvSpPr>
        <p:spPr>
          <a:xfrm>
            <a:off x="10272883" y="1688764"/>
            <a:ext cx="1209506" cy="2528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6" name="Freeform 8">
            <a:extLst>
              <a:ext uri="{FF2B5EF4-FFF2-40B4-BE49-F238E27FC236}">
                <a16:creationId xmlns:a16="http://schemas.microsoft.com/office/drawing/2014/main" id="{9597F0B1-329E-4B77-AAC6-E5408D57E607}"/>
              </a:ext>
            </a:extLst>
          </p:cNvPr>
          <p:cNvSpPr/>
          <p:nvPr/>
        </p:nvSpPr>
        <p:spPr>
          <a:xfrm>
            <a:off x="0" y="9680625"/>
            <a:ext cx="18287999" cy="606376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3F5274-EFC9-4AE8-A192-CE420FA9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20"/>
                            </p:stCondLst>
                            <p:childTnLst>
                              <p:par>
                                <p:cTn id="2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10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10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106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1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71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9" dur="80"/>
                                        <p:tgtEl>
                                          <p:spTgt spid="7106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0" dur="80"/>
                                        <p:tgtEl>
                                          <p:spTgt spid="7106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80"/>
                                        <p:tgtEl>
                                          <p:spTgt spid="7106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10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10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7106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7106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7106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1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2" dur="80"/>
                                        <p:tgtEl>
                                          <p:spTgt spid="7106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3" dur="80"/>
                                        <p:tgtEl>
                                          <p:spTgt spid="7106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80"/>
                                        <p:tgtEl>
                                          <p:spTgt spid="7106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60"/>
                            </p:stCondLst>
                            <p:childTnLst>
                              <p:par>
                                <p:cTn id="10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71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360"/>
                            </p:stCondLst>
                            <p:childTnLst>
                              <p:par>
                                <p:cTn id="11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640"/>
                            </p:stCondLst>
                            <p:childTnLst>
                              <p:par>
                                <p:cTn id="1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71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140"/>
                            </p:stCondLst>
                            <p:childTnLst>
                              <p:par>
                                <p:cTn id="12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2" dur="80"/>
                                        <p:tgtEl>
                                          <p:spTgt spid="7106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3" dur="80"/>
                                        <p:tgtEl>
                                          <p:spTgt spid="7106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80"/>
                                        <p:tgtEl>
                                          <p:spTgt spid="7106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740"/>
                            </p:stCondLst>
                            <p:childTnLst>
                              <p:par>
                                <p:cTn id="1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71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71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1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71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71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10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10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7106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71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4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4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7" dur="80"/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8" dur="80"/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80"/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60" grpId="0"/>
      <p:bldP spid="710662" grpId="0" animBg="1"/>
      <p:bldP spid="710663" grpId="0" animBg="1"/>
      <p:bldP spid="710664" grpId="0"/>
      <p:bldP spid="710665" grpId="0"/>
      <p:bldP spid="710666" grpId="0"/>
      <p:bldP spid="710667" grpId="0"/>
      <p:bldP spid="710672" grpId="0" animBg="1"/>
      <p:bldP spid="710674" grpId="0"/>
      <p:bldP spid="710675" grpId="0"/>
      <p:bldP spid="710676" grpId="0"/>
      <p:bldP spid="710677" grpId="0"/>
      <p:bldP spid="14364" grpId="0"/>
      <p:bldP spid="14365" grpId="0"/>
      <p:bldP spid="14366" grpId="0"/>
      <p:bldP spid="14367" grpId="0"/>
      <p:bldP spid="14368" grpId="0"/>
      <p:bldP spid="14369" grpId="0"/>
      <p:bldP spid="9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175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667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32" b="0" i="0" u="none" strike="noStrike" kern="1200" cap="none" spc="189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Oswald Bold"/>
                  <a:ea typeface="+mn-ea"/>
                  <a:cs typeface="+mn-cs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384000" cy="4307680"/>
              <a:chOff x="0" y="-38100"/>
              <a:chExt cx="4816592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10246"/>
                <a:ext cx="4816592" cy="727295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MY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483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EE78A5DF-F61F-4CA7-BA94-AF3C66B7898B}"/>
              </a:ext>
            </a:extLst>
          </p:cNvPr>
          <p:cNvSpPr txBox="1">
            <a:spLocks/>
          </p:cNvSpPr>
          <p:nvPr/>
        </p:nvSpPr>
        <p:spPr>
          <a:xfrm>
            <a:off x="1447800" y="1490814"/>
            <a:ext cx="13563599" cy="7699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6000" b="1" dirty="0">
                <a:solidFill>
                  <a:prstClr val="black"/>
                </a:solidFill>
                <a:latin typeface="Calibri" panose="020F0502020204030204"/>
              </a:rPr>
              <a:t>Systems Analysis and Design (SAD)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F846632-2EFF-4ED1-98E5-5B5A94F63FBB}"/>
              </a:ext>
            </a:extLst>
          </p:cNvPr>
          <p:cNvSpPr txBox="1">
            <a:spLocks/>
          </p:cNvSpPr>
          <p:nvPr/>
        </p:nvSpPr>
        <p:spPr>
          <a:xfrm>
            <a:off x="1447800" y="2381141"/>
            <a:ext cx="15163800" cy="669977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Systems Analysis and Design (SAD)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a structured approach to developing information systems that meet business needs. </a:t>
            </a:r>
          </a:p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involves two main activities: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analysis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which focuses on understanding problems, requirements, and the existing system; and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which translates those requirements into a blueprint for building the new system. </a:t>
            </a:r>
          </a:p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SAD helps bridge the gap between users and developers by using models, diagrams, and methodologies to ensure the final system is effective, efficient, and user-friendly. </a:t>
            </a:r>
          </a:p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is a core skill for IT students, as it teaches students how to transform business requirements into practical technology solutions.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A637A-6DFB-4B0E-8A2E-70E6404D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07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383999" cy="4307680"/>
              <a:chOff x="0" y="-38100"/>
              <a:chExt cx="4816592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16592" cy="167732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3" name="object 2">
            <a:extLst>
              <a:ext uri="{FF2B5EF4-FFF2-40B4-BE49-F238E27FC236}">
                <a16:creationId xmlns:a16="http://schemas.microsoft.com/office/drawing/2014/main" id="{54720FD0-8C88-4DE7-AF61-32FB8A82CD6E}"/>
              </a:ext>
            </a:extLst>
          </p:cNvPr>
          <p:cNvSpPr txBox="1">
            <a:spLocks/>
          </p:cNvSpPr>
          <p:nvPr/>
        </p:nvSpPr>
        <p:spPr>
          <a:xfrm>
            <a:off x="111999" y="432642"/>
            <a:ext cx="14921960" cy="1596463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050" marR="7620">
              <a:lnSpc>
                <a:spcPts val="10530"/>
              </a:lnSpc>
              <a:spcBef>
                <a:spcPts val="1485"/>
              </a:spcBef>
              <a:tabLst>
                <a:tab pos="4086225" algn="l"/>
              </a:tabLst>
            </a:pPr>
            <a:r>
              <a:rPr lang="en-US" sz="9800" b="1" dirty="0">
                <a:latin typeface="+mn-lt"/>
                <a:cs typeface="Arial"/>
              </a:rPr>
              <a:t>Why is SAD important?</a:t>
            </a:r>
            <a:endParaRPr lang="en-MY" sz="9800" b="1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0799C77-C7AF-475A-8173-9FB177DF7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809346"/>
              </p:ext>
            </p:extLst>
          </p:nvPr>
        </p:nvGraphicFramePr>
        <p:xfrm>
          <a:off x="2190898" y="1739058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A91A0-9EB9-4784-9425-257A808D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98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24082B3-991F-4340-9F30-D50A02272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1406205"/>
            <a:ext cx="12458700" cy="112395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5400" b="1" dirty="0">
                <a:latin typeface="Arial Rounded MT Bold" panose="020F0704030504030204" pitchFamily="34" charset="0"/>
              </a:rPr>
              <a:t>SAD Is Good for Your Career!</a:t>
            </a:r>
          </a:p>
        </p:txBody>
      </p:sp>
      <p:sp>
        <p:nvSpPr>
          <p:cNvPr id="712708" name="Rectangle 4">
            <a:extLst>
              <a:ext uri="{FF2B5EF4-FFF2-40B4-BE49-F238E27FC236}">
                <a16:creationId xmlns:a16="http://schemas.microsoft.com/office/drawing/2014/main" id="{F28F9893-C0F4-4A94-9C58-1BE60F02E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3695700"/>
            <a:ext cx="12725400" cy="2076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US" altLang="en-US" sz="3000" dirty="0"/>
              <a:t>This module will equip </a:t>
            </a:r>
            <a:r>
              <a:rPr lang="en-US" altLang="en-US" sz="3000" b="1" dirty="0"/>
              <a:t>YOU </a:t>
            </a:r>
            <a:r>
              <a:rPr lang="en-US" altLang="en-US" sz="3000" dirty="0"/>
              <a:t>with the knowledge and skills required to become a </a:t>
            </a:r>
            <a:r>
              <a:rPr lang="en-US" altLang="en-US" sz="3000" b="1" dirty="0"/>
              <a:t>Systems Analyst</a:t>
            </a:r>
            <a:r>
              <a:rPr lang="en-US" altLang="en-US" sz="3000" dirty="0"/>
              <a:t> and </a:t>
            </a:r>
            <a:r>
              <a:rPr lang="en-US" altLang="en-US" sz="3000" b="1" dirty="0"/>
              <a:t>significantly help you to contribute to the systems development </a:t>
            </a:r>
            <a:r>
              <a:rPr lang="en-GB" altLang="en-US" sz="3000" b="1" dirty="0"/>
              <a:t>process</a:t>
            </a:r>
            <a:r>
              <a:rPr lang="en-GB" altLang="en-US" sz="3000" dirty="0"/>
              <a:t> organisations use </a:t>
            </a:r>
            <a:r>
              <a:rPr lang="en-GB" altLang="en-US" sz="3000" b="1" dirty="0"/>
              <a:t>to develop products and/or services</a:t>
            </a:r>
            <a:r>
              <a:rPr lang="en-GB" altLang="en-US" sz="3000" dirty="0"/>
              <a:t>:</a:t>
            </a:r>
            <a:endParaRPr lang="en-US" altLang="en-US" sz="3000" dirty="0"/>
          </a:p>
        </p:txBody>
      </p:sp>
      <p:sp>
        <p:nvSpPr>
          <p:cNvPr id="712709" name="Rectangle 5">
            <a:extLst>
              <a:ext uri="{FF2B5EF4-FFF2-40B4-BE49-F238E27FC236}">
                <a16:creationId xmlns:a16="http://schemas.microsoft.com/office/drawing/2014/main" id="{0093F734-AB33-4722-BD18-1C9A97BFC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057899"/>
            <a:ext cx="12458700" cy="1291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US" altLang="en-US" sz="3000">
                <a:solidFill>
                  <a:srgbClr val="C04C73"/>
                </a:solidFill>
              </a:rPr>
              <a:t>……to sell to others</a:t>
            </a:r>
          </a:p>
          <a:p>
            <a:pPr algn="r"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en-GB" altLang="en-US" sz="3000">
                <a:solidFill>
                  <a:srgbClr val="C04C73"/>
                </a:solidFill>
              </a:rPr>
              <a:t>….. to improve their own business</a:t>
            </a:r>
            <a:endParaRPr lang="en-US" altLang="en-US" sz="3000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0DC47809-2546-4DA9-9484-3763C77BA0D9}"/>
              </a:ext>
            </a:extLst>
          </p:cNvPr>
          <p:cNvSpPr/>
          <p:nvPr/>
        </p:nvSpPr>
        <p:spPr>
          <a:xfrm>
            <a:off x="0" y="9680625"/>
            <a:ext cx="18287999" cy="606376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D552297C-8516-47E5-BABF-EFFE4F374D4E}"/>
              </a:ext>
            </a:extLst>
          </p:cNvPr>
          <p:cNvSpPr/>
          <p:nvPr/>
        </p:nvSpPr>
        <p:spPr>
          <a:xfrm>
            <a:off x="15979710" y="100275"/>
            <a:ext cx="1973454" cy="2216341"/>
          </a:xfrm>
          <a:custGeom>
            <a:avLst/>
            <a:gdLst/>
            <a:ahLst/>
            <a:cxnLst/>
            <a:rect l="l" t="t" r="r" b="b"/>
            <a:pathLst>
              <a:path w="2631272" h="2955121">
                <a:moveTo>
                  <a:pt x="0" y="0"/>
                </a:moveTo>
                <a:lnTo>
                  <a:pt x="2631272" y="0"/>
                </a:lnTo>
                <a:lnTo>
                  <a:pt x="2631272" y="2955121"/>
                </a:lnTo>
                <a:lnTo>
                  <a:pt x="0" y="2955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F147B252-E20A-4DBB-9026-55111A10A091}"/>
              </a:ext>
            </a:extLst>
          </p:cNvPr>
          <p:cNvSpPr/>
          <p:nvPr/>
        </p:nvSpPr>
        <p:spPr>
          <a:xfrm rot="2016048">
            <a:off x="11366022" y="48704"/>
            <a:ext cx="12759147" cy="3189787"/>
          </a:xfrm>
          <a:custGeom>
            <a:avLst/>
            <a:gdLst/>
            <a:ahLst/>
            <a:cxnLst/>
            <a:rect l="l" t="t" r="r" b="b"/>
            <a:pathLst>
              <a:path w="17012196" h="4253049">
                <a:moveTo>
                  <a:pt x="0" y="0"/>
                </a:moveTo>
                <a:lnTo>
                  <a:pt x="17012196" y="0"/>
                </a:lnTo>
                <a:lnTo>
                  <a:pt x="17012196" y="4253049"/>
                </a:lnTo>
                <a:lnTo>
                  <a:pt x="0" y="4253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B66C26D5-D8A7-4F1B-A54E-7B8EF64888EB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9E3B813E-069E-4D19-982F-7870BDBE3F72}"/>
              </a:ext>
            </a:extLst>
          </p:cNvPr>
          <p:cNvSpPr txBox="1"/>
          <p:nvPr/>
        </p:nvSpPr>
        <p:spPr>
          <a:xfrm>
            <a:off x="12684061" y="1943152"/>
            <a:ext cx="8904093" cy="31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66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32" b="0" i="0" u="none" strike="noStrike" kern="1200" cap="none" spc="189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Oswald Bold"/>
                <a:ea typeface="+mn-ea"/>
                <a:cs typeface="+mn-cs"/>
              </a:rPr>
              <a:t>SEGI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231E8-9973-44DF-B854-851CA78B0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712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712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712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08" grpId="0"/>
      <p:bldP spid="7127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-838200" y="48704"/>
            <a:ext cx="24963369" cy="12718021"/>
            <a:chOff x="-605832" y="4351989"/>
            <a:chExt cx="33284491" cy="16957362"/>
          </a:xfrm>
        </p:grpSpPr>
        <p:sp>
          <p:nvSpPr>
            <p:cNvPr id="24" name="Freeform 24"/>
            <p:cNvSpPr/>
            <p:nvPr/>
          </p:nvSpPr>
          <p:spPr>
            <a:xfrm>
              <a:off x="-605832" y="10535451"/>
              <a:ext cx="6950194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 dirty="0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383999" cy="4307680"/>
              <a:chOff x="0" y="-38100"/>
              <a:chExt cx="4816592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16592" cy="174970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3" name="object 2">
            <a:extLst>
              <a:ext uri="{FF2B5EF4-FFF2-40B4-BE49-F238E27FC236}">
                <a16:creationId xmlns:a16="http://schemas.microsoft.com/office/drawing/2014/main" id="{54720FD0-8C88-4DE7-AF61-32FB8A82CD6E}"/>
              </a:ext>
            </a:extLst>
          </p:cNvPr>
          <p:cNvSpPr txBox="1">
            <a:spLocks/>
          </p:cNvSpPr>
          <p:nvPr/>
        </p:nvSpPr>
        <p:spPr>
          <a:xfrm>
            <a:off x="1057750" y="3242772"/>
            <a:ext cx="14921960" cy="1596463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050" marR="7620">
              <a:lnSpc>
                <a:spcPts val="10530"/>
              </a:lnSpc>
              <a:spcBef>
                <a:spcPts val="1485"/>
              </a:spcBef>
              <a:tabLst>
                <a:tab pos="4086225" algn="l"/>
              </a:tabLst>
            </a:pPr>
            <a:r>
              <a:rPr lang="en-US" sz="11700" b="1" dirty="0">
                <a:latin typeface="+mn-lt"/>
                <a:cs typeface="Arial"/>
              </a:rPr>
              <a:t>WHAT IS A </a:t>
            </a:r>
            <a:r>
              <a:rPr lang="en-US" sz="11700" b="1" dirty="0">
                <a:solidFill>
                  <a:srgbClr val="FF0000"/>
                </a:solidFill>
                <a:latin typeface="+mn-lt"/>
                <a:cs typeface="Arial"/>
              </a:rPr>
              <a:t>SYSTEM?</a:t>
            </a:r>
            <a:endParaRPr lang="en-MY" sz="11700" b="1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B06F9-B043-4D2D-8B98-455F887F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6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6DFEA33-46AE-4590-BAD1-1B5BABA5C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285750"/>
            <a:ext cx="124587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b="1" dirty="0">
                <a:latin typeface="Arial Rounded MT Bold" panose="020F0704030504030204" pitchFamily="34" charset="0"/>
              </a:rPr>
              <a:t>Computer-based Systems</a:t>
            </a:r>
          </a:p>
        </p:txBody>
      </p:sp>
      <p:sp>
        <p:nvSpPr>
          <p:cNvPr id="692227" name="Rectangle 3">
            <a:extLst>
              <a:ext uri="{FF2B5EF4-FFF2-40B4-BE49-F238E27FC236}">
                <a16:creationId xmlns:a16="http://schemas.microsoft.com/office/drawing/2014/main" id="{4E8EB308-AA47-4466-A392-7E905BE5E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638300"/>
            <a:ext cx="14554200" cy="7548564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400" b="1" dirty="0"/>
              <a:t>System</a:t>
            </a:r>
          </a:p>
          <a:p>
            <a:pPr lvl="1" eaLnBrk="1" hangingPunct="1"/>
            <a:r>
              <a:rPr lang="en-US" altLang="en-US" dirty="0"/>
              <a:t>an interrelated set of components/functions working together to achieve a common purpose</a:t>
            </a:r>
          </a:p>
          <a:p>
            <a:pPr lvl="1" eaLnBrk="1" hangingPunct="1"/>
            <a:endParaRPr lang="en-US" altLang="en-US" sz="3200" dirty="0"/>
          </a:p>
          <a:p>
            <a:pPr eaLnBrk="1" hangingPunct="1"/>
            <a:r>
              <a:rPr lang="en-GB" altLang="en-US" sz="4400" b="1" dirty="0"/>
              <a:t>Computer-based System</a:t>
            </a:r>
          </a:p>
          <a:p>
            <a:pPr lvl="1" eaLnBrk="1" hangingPunct="1"/>
            <a:r>
              <a:rPr lang="en-GB" altLang="en-US" dirty="0"/>
              <a:t>Uses computer hardware and software technology to perform, support or integrate system functions</a:t>
            </a:r>
          </a:p>
          <a:p>
            <a:pPr lvl="1" eaLnBrk="1" hangingPunct="1"/>
            <a:r>
              <a:rPr lang="en-GB" altLang="en-US" dirty="0"/>
              <a:t>Categorised according to importance of time</a:t>
            </a:r>
          </a:p>
          <a:p>
            <a:pPr lvl="2" eaLnBrk="1" hangingPunct="1"/>
            <a:r>
              <a:rPr lang="en-GB" altLang="en-US" sz="3200" dirty="0"/>
              <a:t>Batch</a:t>
            </a:r>
          </a:p>
          <a:p>
            <a:pPr lvl="2" eaLnBrk="1" hangingPunct="1"/>
            <a:r>
              <a:rPr lang="en-GB" altLang="en-US" sz="3200" dirty="0"/>
              <a:t>Interactive online</a:t>
            </a:r>
          </a:p>
          <a:p>
            <a:pPr lvl="2" eaLnBrk="1" hangingPunct="1"/>
            <a:r>
              <a:rPr lang="en-GB" altLang="en-US" sz="3200" dirty="0"/>
              <a:t>Real-time</a:t>
            </a:r>
          </a:p>
          <a:p>
            <a:pPr lvl="1" eaLnBrk="1" hangingPunct="1"/>
            <a:endParaRPr lang="en-GB" altLang="en-US" dirty="0"/>
          </a:p>
          <a:p>
            <a:pPr eaLnBrk="1" hangingPunct="1"/>
            <a:r>
              <a:rPr lang="en-GB" altLang="en-US" sz="3600" dirty="0">
                <a:solidFill>
                  <a:srgbClr val="C04C73"/>
                </a:solidFill>
              </a:rPr>
              <a:t>Developed to solve an organisational problem or meet a market demand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20FBDD7C-D91E-4670-93B0-F148FA1EAB60}"/>
              </a:ext>
            </a:extLst>
          </p:cNvPr>
          <p:cNvSpPr/>
          <p:nvPr/>
        </p:nvSpPr>
        <p:spPr>
          <a:xfrm>
            <a:off x="0" y="9680625"/>
            <a:ext cx="18287999" cy="606376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FBCA707-DA33-4AC5-81B2-992A0D359A02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25">
            <a:extLst>
              <a:ext uri="{FF2B5EF4-FFF2-40B4-BE49-F238E27FC236}">
                <a16:creationId xmlns:a16="http://schemas.microsoft.com/office/drawing/2014/main" id="{E75B9CC2-57EF-4DD7-BB5B-57D471B5226C}"/>
              </a:ext>
            </a:extLst>
          </p:cNvPr>
          <p:cNvSpPr/>
          <p:nvPr/>
        </p:nvSpPr>
        <p:spPr>
          <a:xfrm rot="2016048">
            <a:off x="11366022" y="48704"/>
            <a:ext cx="12759147" cy="3189787"/>
          </a:xfrm>
          <a:custGeom>
            <a:avLst/>
            <a:gdLst/>
            <a:ahLst/>
            <a:cxnLst/>
            <a:rect l="l" t="t" r="r" b="b"/>
            <a:pathLst>
              <a:path w="17012196" h="4253049">
                <a:moveTo>
                  <a:pt x="0" y="0"/>
                </a:moveTo>
                <a:lnTo>
                  <a:pt x="17012196" y="0"/>
                </a:lnTo>
                <a:lnTo>
                  <a:pt x="17012196" y="4253049"/>
                </a:lnTo>
                <a:lnTo>
                  <a:pt x="0" y="4253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5DE544D5-CE0F-4F2E-BFEF-506732FD5147}"/>
              </a:ext>
            </a:extLst>
          </p:cNvPr>
          <p:cNvSpPr/>
          <p:nvPr/>
        </p:nvSpPr>
        <p:spPr>
          <a:xfrm>
            <a:off x="15979710" y="100275"/>
            <a:ext cx="1973454" cy="2216341"/>
          </a:xfrm>
          <a:custGeom>
            <a:avLst/>
            <a:gdLst/>
            <a:ahLst/>
            <a:cxnLst/>
            <a:rect l="l" t="t" r="r" b="b"/>
            <a:pathLst>
              <a:path w="2631272" h="2955121">
                <a:moveTo>
                  <a:pt x="0" y="0"/>
                </a:moveTo>
                <a:lnTo>
                  <a:pt x="2631272" y="0"/>
                </a:lnTo>
                <a:lnTo>
                  <a:pt x="2631272" y="2955121"/>
                </a:lnTo>
                <a:lnTo>
                  <a:pt x="0" y="29551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02BBF14B-B1BB-4D56-9870-9241DC6EF6D0}"/>
              </a:ext>
            </a:extLst>
          </p:cNvPr>
          <p:cNvSpPr txBox="1"/>
          <p:nvPr/>
        </p:nvSpPr>
        <p:spPr>
          <a:xfrm>
            <a:off x="12684061" y="1943152"/>
            <a:ext cx="8904093" cy="31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sz="1932" spc="189" dirty="0">
                <a:solidFill>
                  <a:srgbClr val="231F20"/>
                </a:solidFill>
                <a:latin typeface="Oswald Bold"/>
              </a:rPr>
              <a:t>SEGI UNIVERSITY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E173E6-A3F6-4DA7-BD8F-05864DFF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8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69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69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69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40"/>
                            </p:stCondLst>
                            <p:childTnLst>
                              <p:par>
                                <p:cTn id="2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69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69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69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240"/>
                            </p:stCondLst>
                            <p:childTnLst>
                              <p:par>
                                <p:cTn id="3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69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69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69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3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69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69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69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040"/>
                            </p:stCondLst>
                            <p:childTnLst>
                              <p:par>
                                <p:cTn id="4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4" dur="80"/>
                                        <p:tgtEl>
                                          <p:spTgt spid="69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5" dur="80"/>
                                        <p:tgtEl>
                                          <p:spTgt spid="69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80"/>
                                        <p:tgtEl>
                                          <p:spTgt spid="69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760"/>
                            </p:stCondLst>
                            <p:childTnLst>
                              <p:par>
                                <p:cTn id="48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69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69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69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69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69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69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30CA53C-469C-4210-BBC1-3F77E6633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0" y="133350"/>
            <a:ext cx="12992100" cy="104775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GB" altLang="en-US" b="1" dirty="0">
                <a:latin typeface="Arial Rounded MT Bold" panose="020F0704030504030204" pitchFamily="34" charset="0"/>
              </a:rPr>
              <a:t>Information Systems</a:t>
            </a:r>
          </a:p>
        </p:txBody>
      </p:sp>
      <p:sp>
        <p:nvSpPr>
          <p:cNvPr id="647173" name="Rectangle 5">
            <a:extLst>
              <a:ext uri="{FF2B5EF4-FFF2-40B4-BE49-F238E27FC236}">
                <a16:creationId xmlns:a16="http://schemas.microsoft.com/office/drawing/2014/main" id="{6830CC43-F155-4477-AD22-D37E66E71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9438" y="5748338"/>
            <a:ext cx="124015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1143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/>
            <a:r>
              <a:rPr lang="en-GB" altLang="en-US" sz="3600" b="1" dirty="0">
                <a:solidFill>
                  <a:srgbClr val="002060"/>
                </a:solidFill>
              </a:rPr>
              <a:t>Information Systems </a:t>
            </a:r>
            <a:r>
              <a:rPr lang="en-GB" altLang="en-US" sz="3600" dirty="0">
                <a:solidFill>
                  <a:srgbClr val="002060"/>
                </a:solidFill>
              </a:rPr>
              <a:t>is ‘</a:t>
            </a:r>
            <a:r>
              <a:rPr lang="en-US" altLang="en-US" sz="3600" dirty="0">
                <a:solidFill>
                  <a:srgbClr val="002060"/>
                </a:solidFill>
              </a:rPr>
              <a:t>an arrangement of </a:t>
            </a:r>
            <a:r>
              <a:rPr lang="en-US" altLang="en-US" sz="3600" u="sng" dirty="0">
                <a:solidFill>
                  <a:srgbClr val="002060"/>
                </a:solidFill>
              </a:rPr>
              <a:t>people</a:t>
            </a:r>
            <a:r>
              <a:rPr lang="en-US" altLang="en-US" sz="3600" dirty="0">
                <a:solidFill>
                  <a:srgbClr val="002060"/>
                </a:solidFill>
              </a:rPr>
              <a:t>, </a:t>
            </a:r>
            <a:r>
              <a:rPr lang="en-US" altLang="en-US" sz="3600" u="sng" dirty="0">
                <a:solidFill>
                  <a:srgbClr val="002060"/>
                </a:solidFill>
              </a:rPr>
              <a:t>data</a:t>
            </a:r>
            <a:r>
              <a:rPr lang="en-US" altLang="en-US" sz="3600" dirty="0">
                <a:solidFill>
                  <a:srgbClr val="002060"/>
                </a:solidFill>
              </a:rPr>
              <a:t>, </a:t>
            </a:r>
            <a:r>
              <a:rPr lang="en-US" altLang="en-US" sz="3600" u="sng" dirty="0">
                <a:solidFill>
                  <a:srgbClr val="002060"/>
                </a:solidFill>
              </a:rPr>
              <a:t>processes</a:t>
            </a:r>
            <a:r>
              <a:rPr lang="en-US" altLang="en-US" sz="3600" dirty="0">
                <a:solidFill>
                  <a:srgbClr val="002060"/>
                </a:solidFill>
              </a:rPr>
              <a:t>, </a:t>
            </a:r>
            <a:r>
              <a:rPr lang="en-US" altLang="en-US" sz="3600" u="sng" dirty="0">
                <a:solidFill>
                  <a:srgbClr val="002060"/>
                </a:solidFill>
              </a:rPr>
              <a:t>interfaces</a:t>
            </a:r>
            <a:r>
              <a:rPr lang="en-US" altLang="en-US" sz="3600" dirty="0">
                <a:solidFill>
                  <a:srgbClr val="002060"/>
                </a:solidFill>
              </a:rPr>
              <a:t>, and </a:t>
            </a:r>
            <a:r>
              <a:rPr lang="en-US" altLang="en-US" sz="3600" u="sng" dirty="0">
                <a:solidFill>
                  <a:srgbClr val="002060"/>
                </a:solidFill>
              </a:rPr>
              <a:t>information technology </a:t>
            </a:r>
            <a:r>
              <a:rPr lang="en-US" altLang="en-US" sz="3600" dirty="0">
                <a:solidFill>
                  <a:srgbClr val="002060"/>
                </a:solidFill>
              </a:rPr>
              <a:t>that interact to support and improve day-to-day business operations, as well as support the problem solving and decision making needs of management and users.</a:t>
            </a:r>
            <a:r>
              <a:rPr lang="en-GB" altLang="en-US" sz="3600" dirty="0">
                <a:solidFill>
                  <a:srgbClr val="002060"/>
                </a:solidFill>
              </a:rPr>
              <a:t>’</a:t>
            </a:r>
          </a:p>
          <a:p>
            <a:pPr lvl="1"/>
            <a:endParaRPr lang="en-GB" altLang="en-US" sz="3600" b="1" dirty="0">
              <a:solidFill>
                <a:srgbClr val="002060"/>
              </a:solidFill>
            </a:endParaRPr>
          </a:p>
        </p:txBody>
      </p:sp>
      <p:pic>
        <p:nvPicPr>
          <p:cNvPr id="5" name="Picture 14" descr="networkarchitecture_diagram">
            <a:extLst>
              <a:ext uri="{FF2B5EF4-FFF2-40B4-BE49-F238E27FC236}">
                <a16:creationId xmlns:a16="http://schemas.microsoft.com/office/drawing/2014/main" id="{D678BC52-AF8A-4B96-845C-D6BEAB56A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1" y="1602583"/>
            <a:ext cx="12663488" cy="393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8">
            <a:extLst>
              <a:ext uri="{FF2B5EF4-FFF2-40B4-BE49-F238E27FC236}">
                <a16:creationId xmlns:a16="http://schemas.microsoft.com/office/drawing/2014/main" id="{1BEB92C8-57AF-47AF-B59E-D2EFBFA62E62}"/>
              </a:ext>
            </a:extLst>
          </p:cNvPr>
          <p:cNvSpPr/>
          <p:nvPr/>
        </p:nvSpPr>
        <p:spPr>
          <a:xfrm>
            <a:off x="0" y="9680625"/>
            <a:ext cx="18287999" cy="606376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28225F-2698-4E45-8D66-5BBC67310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471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471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471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6DFEA33-46AE-4590-BAD1-1B5BABA5C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876300"/>
            <a:ext cx="12458700" cy="990600"/>
          </a:xfrm>
        </p:spPr>
        <p:txBody>
          <a:bodyPr>
            <a:normAutofit fontScale="90000"/>
          </a:bodyPr>
          <a:lstStyle/>
          <a:p>
            <a:r>
              <a:rPr lang="en-GB" altLang="en-US" b="1" dirty="0">
                <a:latin typeface="Arial Rounded MT Bold" panose="020F0704030504030204" pitchFamily="34" charset="0"/>
                <a:cs typeface="Arial" charset="0"/>
              </a:rPr>
              <a:t>Business</a:t>
            </a:r>
            <a:r>
              <a:rPr lang="en-GB" altLang="en-US" b="1" dirty="0">
                <a:latin typeface="Arial Rounded MT Bold" panose="020F0704030504030204" pitchFamily="34" charset="0"/>
              </a:rPr>
              <a:t> </a:t>
            </a:r>
            <a:r>
              <a:rPr lang="en-GB" altLang="en-US" b="1" dirty="0">
                <a:latin typeface="Arial Rounded MT Bold" panose="020F0704030504030204" pitchFamily="34" charset="0"/>
                <a:cs typeface="Arial" charset="0"/>
              </a:rPr>
              <a:t>Information System</a:t>
            </a:r>
            <a:endParaRPr lang="en-GB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692227" name="Rectangle 3">
            <a:extLst>
              <a:ext uri="{FF2B5EF4-FFF2-40B4-BE49-F238E27FC236}">
                <a16:creationId xmlns:a16="http://schemas.microsoft.com/office/drawing/2014/main" id="{4E8EB308-AA47-4466-A392-7E905BE5E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2316616"/>
            <a:ext cx="14554200" cy="6870248"/>
          </a:xfrm>
        </p:spPr>
        <p:txBody>
          <a:bodyPr>
            <a:noAutofit/>
          </a:bodyPr>
          <a:lstStyle/>
          <a:p>
            <a:r>
              <a:rPr lang="en-GB" altLang="en-US" sz="4400" dirty="0"/>
              <a:t>Computer-based systems that perform basic business functions </a:t>
            </a:r>
          </a:p>
          <a:p>
            <a:r>
              <a:rPr lang="en-GB" altLang="en-US" sz="4400" dirty="0"/>
              <a:t>Underlying purpose here is to enhance business performance and increase revenue</a:t>
            </a:r>
          </a:p>
          <a:p>
            <a:r>
              <a:rPr lang="en-GB" altLang="en-US" sz="4400" dirty="0"/>
              <a:t>The creation and manipulation of Business Information is key. </a:t>
            </a:r>
          </a:p>
          <a:p>
            <a:r>
              <a:rPr lang="en-GB" altLang="en-US" sz="4400" dirty="0"/>
              <a:t>Software developed to perform a business process in a specific way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20FBDD7C-D91E-4670-93B0-F148FA1EAB60}"/>
              </a:ext>
            </a:extLst>
          </p:cNvPr>
          <p:cNvSpPr/>
          <p:nvPr/>
        </p:nvSpPr>
        <p:spPr>
          <a:xfrm>
            <a:off x="0" y="9680625"/>
            <a:ext cx="18287999" cy="606376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FBCA707-DA33-4AC5-81B2-992A0D359A02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25">
            <a:extLst>
              <a:ext uri="{FF2B5EF4-FFF2-40B4-BE49-F238E27FC236}">
                <a16:creationId xmlns:a16="http://schemas.microsoft.com/office/drawing/2014/main" id="{E75B9CC2-57EF-4DD7-BB5B-57D471B5226C}"/>
              </a:ext>
            </a:extLst>
          </p:cNvPr>
          <p:cNvSpPr/>
          <p:nvPr/>
        </p:nvSpPr>
        <p:spPr>
          <a:xfrm rot="2016048">
            <a:off x="11366022" y="48704"/>
            <a:ext cx="12759147" cy="3189787"/>
          </a:xfrm>
          <a:custGeom>
            <a:avLst/>
            <a:gdLst/>
            <a:ahLst/>
            <a:cxnLst/>
            <a:rect l="l" t="t" r="r" b="b"/>
            <a:pathLst>
              <a:path w="17012196" h="4253049">
                <a:moveTo>
                  <a:pt x="0" y="0"/>
                </a:moveTo>
                <a:lnTo>
                  <a:pt x="17012196" y="0"/>
                </a:lnTo>
                <a:lnTo>
                  <a:pt x="17012196" y="4253049"/>
                </a:lnTo>
                <a:lnTo>
                  <a:pt x="0" y="4253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5DE544D5-CE0F-4F2E-BFEF-506732FD5147}"/>
              </a:ext>
            </a:extLst>
          </p:cNvPr>
          <p:cNvSpPr/>
          <p:nvPr/>
        </p:nvSpPr>
        <p:spPr>
          <a:xfrm>
            <a:off x="15979710" y="100275"/>
            <a:ext cx="1973454" cy="2216341"/>
          </a:xfrm>
          <a:custGeom>
            <a:avLst/>
            <a:gdLst/>
            <a:ahLst/>
            <a:cxnLst/>
            <a:rect l="l" t="t" r="r" b="b"/>
            <a:pathLst>
              <a:path w="2631272" h="2955121">
                <a:moveTo>
                  <a:pt x="0" y="0"/>
                </a:moveTo>
                <a:lnTo>
                  <a:pt x="2631272" y="0"/>
                </a:lnTo>
                <a:lnTo>
                  <a:pt x="2631272" y="2955121"/>
                </a:lnTo>
                <a:lnTo>
                  <a:pt x="0" y="29551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02BBF14B-B1BB-4D56-9870-9241DC6EF6D0}"/>
              </a:ext>
            </a:extLst>
          </p:cNvPr>
          <p:cNvSpPr txBox="1"/>
          <p:nvPr/>
        </p:nvSpPr>
        <p:spPr>
          <a:xfrm>
            <a:off x="12684061" y="1943152"/>
            <a:ext cx="8904093" cy="31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sz="1932" spc="189" dirty="0">
                <a:solidFill>
                  <a:srgbClr val="231F20"/>
                </a:solidFill>
                <a:latin typeface="Oswald Bold"/>
              </a:rPr>
              <a:t>SEGI UNIVERSITY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7A1AC-E9A3-432E-87B0-B478CA2D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8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69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69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69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EBE44A1-4C7D-4FD9-8CC2-59F2D772B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581102"/>
            <a:ext cx="13363575" cy="1331120"/>
          </a:xfrm>
        </p:spPr>
        <p:txBody>
          <a:bodyPr>
            <a:noAutofit/>
          </a:bodyPr>
          <a:lstStyle/>
          <a:p>
            <a:pPr eaLnBrk="1" hangingPunct="1"/>
            <a:r>
              <a:rPr lang="en-GB" altLang="en-US" sz="4800" b="1" dirty="0">
                <a:latin typeface="Arial Rounded MT Bold" panose="020F0704030504030204" pitchFamily="34" charset="0"/>
              </a:rPr>
              <a:t>Key Properties of Computer-based Systems</a:t>
            </a:r>
          </a:p>
        </p:txBody>
      </p:sp>
      <p:sp>
        <p:nvSpPr>
          <p:cNvPr id="651267" name="Rectangle 3">
            <a:extLst>
              <a:ext uri="{FF2B5EF4-FFF2-40B4-BE49-F238E27FC236}">
                <a16:creationId xmlns:a16="http://schemas.microsoft.com/office/drawing/2014/main" id="{29AF7F32-F96E-4EF4-B727-A4DF60188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2476499"/>
            <a:ext cx="14173200" cy="7239001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en-US" sz="4800" b="1" dirty="0">
                <a:solidFill>
                  <a:srgbClr val="0070C0"/>
                </a:solidFill>
              </a:rPr>
              <a:t>Data</a:t>
            </a:r>
          </a:p>
          <a:p>
            <a:pPr lvl="1" eaLnBrk="1" hangingPunct="1">
              <a:defRPr/>
            </a:pPr>
            <a:r>
              <a:rPr lang="en-GB" altLang="en-US" dirty="0"/>
              <a:t>Raw facts that describe people, objects and events in an organisation</a:t>
            </a:r>
          </a:p>
          <a:p>
            <a:pPr lvl="1" eaLnBrk="1" hangingPunct="1">
              <a:defRPr/>
            </a:pPr>
            <a:r>
              <a:rPr lang="en-GB" altLang="en-US" dirty="0"/>
              <a:t>Little meaning</a:t>
            </a:r>
          </a:p>
          <a:p>
            <a:pPr lvl="1" eaLnBrk="1" hangingPunct="1">
              <a:defRPr/>
            </a:pPr>
            <a:r>
              <a:rPr lang="en-GB" altLang="en-US" dirty="0"/>
              <a:t>Used to create information</a:t>
            </a:r>
          </a:p>
          <a:p>
            <a:pPr lvl="1" eaLnBrk="1" hangingPunct="1">
              <a:defRPr/>
            </a:pPr>
            <a:endParaRPr lang="en-GB" altLang="en-US" dirty="0"/>
          </a:p>
          <a:p>
            <a:pPr eaLnBrk="1" hangingPunct="1">
              <a:defRPr/>
            </a:pPr>
            <a:r>
              <a:rPr lang="en-GB" altLang="en-US" sz="4800" b="1" dirty="0">
                <a:solidFill>
                  <a:srgbClr val="0070C0"/>
                </a:solidFill>
              </a:rPr>
              <a:t>Information</a:t>
            </a:r>
          </a:p>
          <a:p>
            <a:pPr lvl="1" eaLnBrk="1" hangingPunct="1">
              <a:defRPr/>
            </a:pPr>
            <a:r>
              <a:rPr lang="en-GB" altLang="en-US" dirty="0"/>
              <a:t>Data that has been refined, organised and processed in a manner suitable for human interpretation</a:t>
            </a:r>
          </a:p>
          <a:p>
            <a:pPr marL="285750" lvl="1" indent="0">
              <a:buNone/>
              <a:defRPr/>
            </a:pPr>
            <a:endParaRPr lang="en-GB" altLang="en-US" dirty="0"/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2A5B6E64-143C-483B-9F3E-7870E6D5C704}"/>
              </a:ext>
            </a:extLst>
          </p:cNvPr>
          <p:cNvSpPr/>
          <p:nvPr/>
        </p:nvSpPr>
        <p:spPr>
          <a:xfrm>
            <a:off x="0" y="9680625"/>
            <a:ext cx="18287999" cy="606376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  <p:sp>
        <p:nvSpPr>
          <p:cNvPr id="5" name="Freeform 25">
            <a:extLst>
              <a:ext uri="{FF2B5EF4-FFF2-40B4-BE49-F238E27FC236}">
                <a16:creationId xmlns:a16="http://schemas.microsoft.com/office/drawing/2014/main" id="{E72DF3E6-F2C6-4456-8D8B-100C148E33B1}"/>
              </a:ext>
            </a:extLst>
          </p:cNvPr>
          <p:cNvSpPr/>
          <p:nvPr/>
        </p:nvSpPr>
        <p:spPr>
          <a:xfrm rot="2016048">
            <a:off x="11366022" y="48704"/>
            <a:ext cx="12759147" cy="3189787"/>
          </a:xfrm>
          <a:custGeom>
            <a:avLst/>
            <a:gdLst/>
            <a:ahLst/>
            <a:cxnLst/>
            <a:rect l="l" t="t" r="r" b="b"/>
            <a:pathLst>
              <a:path w="17012196" h="4253049">
                <a:moveTo>
                  <a:pt x="0" y="0"/>
                </a:moveTo>
                <a:lnTo>
                  <a:pt x="17012196" y="0"/>
                </a:lnTo>
                <a:lnTo>
                  <a:pt x="17012196" y="4253049"/>
                </a:lnTo>
                <a:lnTo>
                  <a:pt x="0" y="425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26">
            <a:extLst>
              <a:ext uri="{FF2B5EF4-FFF2-40B4-BE49-F238E27FC236}">
                <a16:creationId xmlns:a16="http://schemas.microsoft.com/office/drawing/2014/main" id="{40B8A75F-889C-4DF6-B7EA-C560F00C95E3}"/>
              </a:ext>
            </a:extLst>
          </p:cNvPr>
          <p:cNvSpPr/>
          <p:nvPr/>
        </p:nvSpPr>
        <p:spPr>
          <a:xfrm>
            <a:off x="15979710" y="100275"/>
            <a:ext cx="1973454" cy="2216341"/>
          </a:xfrm>
          <a:custGeom>
            <a:avLst/>
            <a:gdLst/>
            <a:ahLst/>
            <a:cxnLst/>
            <a:rect l="l" t="t" r="r" b="b"/>
            <a:pathLst>
              <a:path w="2631272" h="2955121">
                <a:moveTo>
                  <a:pt x="0" y="0"/>
                </a:moveTo>
                <a:lnTo>
                  <a:pt x="2631272" y="0"/>
                </a:lnTo>
                <a:lnTo>
                  <a:pt x="2631272" y="2955121"/>
                </a:lnTo>
                <a:lnTo>
                  <a:pt x="0" y="29551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0404C345-44A2-4C80-B9A2-647A7642F6E7}"/>
              </a:ext>
            </a:extLst>
          </p:cNvPr>
          <p:cNvSpPr txBox="1"/>
          <p:nvPr/>
        </p:nvSpPr>
        <p:spPr>
          <a:xfrm>
            <a:off x="12684061" y="1943152"/>
            <a:ext cx="8904093" cy="31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sz="1932" spc="189" dirty="0">
                <a:solidFill>
                  <a:srgbClr val="231F20"/>
                </a:solidFill>
                <a:latin typeface="Oswald Bold"/>
              </a:rPr>
              <a:t>SEGI UNIVERSITY</a:t>
            </a:r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DA8F82B4-0A88-4324-BDB8-CE0E9F081CB4}"/>
              </a:ext>
            </a:extLst>
          </p:cNvPr>
          <p:cNvSpPr/>
          <p:nvPr/>
        </p:nvSpPr>
        <p:spPr>
          <a:xfrm rot="2016048">
            <a:off x="11518422" y="201104"/>
            <a:ext cx="12759147" cy="3189787"/>
          </a:xfrm>
          <a:custGeom>
            <a:avLst/>
            <a:gdLst/>
            <a:ahLst/>
            <a:cxnLst/>
            <a:rect l="l" t="t" r="r" b="b"/>
            <a:pathLst>
              <a:path w="17012196" h="4253049">
                <a:moveTo>
                  <a:pt x="0" y="0"/>
                </a:moveTo>
                <a:lnTo>
                  <a:pt x="17012196" y="0"/>
                </a:lnTo>
                <a:lnTo>
                  <a:pt x="17012196" y="4253049"/>
                </a:lnTo>
                <a:lnTo>
                  <a:pt x="0" y="425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1FFD826-FA64-4607-B51D-51659CF912D9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02F475-C488-46F7-9BAB-6F12BDBC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5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5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5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65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65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65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65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65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65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65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65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65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65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65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65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80"/>
                                        <p:tgtEl>
                                          <p:spTgt spid="65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80"/>
                                        <p:tgtEl>
                                          <p:spTgt spid="65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80"/>
                                        <p:tgtEl>
                                          <p:spTgt spid="65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6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2EA12B6A-38E2-4282-B2D5-2F34202BC4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7300" y="2764029"/>
            <a:ext cx="16040100" cy="7006242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4400" b="1" dirty="0">
                <a:solidFill>
                  <a:srgbClr val="0070C0"/>
                </a:solidFill>
              </a:rPr>
              <a:t>Processes</a:t>
            </a:r>
          </a:p>
          <a:p>
            <a:pPr lvl="1" eaLnBrk="1" hangingPunct="1"/>
            <a:r>
              <a:rPr lang="en-GB" altLang="en-US" sz="3200" dirty="0"/>
              <a:t>Activities that help to perform system functions</a:t>
            </a:r>
          </a:p>
          <a:p>
            <a:pPr lvl="1" eaLnBrk="1" hangingPunct="1"/>
            <a:endParaRPr lang="en-GB" altLang="en-US" sz="3200" dirty="0"/>
          </a:p>
          <a:p>
            <a:pPr eaLnBrk="1" hangingPunct="1"/>
            <a:r>
              <a:rPr lang="en-GB" altLang="en-US" sz="4400" b="1" dirty="0">
                <a:solidFill>
                  <a:srgbClr val="0070C0"/>
                </a:solidFill>
              </a:rPr>
              <a:t>Interfaces</a:t>
            </a:r>
          </a:p>
          <a:p>
            <a:pPr lvl="1" eaLnBrk="1" hangingPunct="1"/>
            <a:r>
              <a:rPr lang="en-GB" altLang="en-US" sz="3200" dirty="0"/>
              <a:t>How the system interfaces with its users and/or other computer systems</a:t>
            </a:r>
          </a:p>
          <a:p>
            <a:pPr lvl="1" eaLnBrk="1" hangingPunct="1"/>
            <a:endParaRPr lang="en-GB" altLang="en-US" sz="3200" dirty="0"/>
          </a:p>
          <a:p>
            <a:pPr eaLnBrk="1" hangingPunct="1"/>
            <a:r>
              <a:rPr lang="en-GB" altLang="en-US" sz="4400" b="1" dirty="0">
                <a:solidFill>
                  <a:srgbClr val="0070C0"/>
                </a:solidFill>
              </a:rPr>
              <a:t>Communications (Networks)</a:t>
            </a:r>
          </a:p>
          <a:p>
            <a:pPr lvl="1" eaLnBrk="1" hangingPunct="1"/>
            <a:r>
              <a:rPr lang="en-GB" altLang="en-US" sz="3200" dirty="0"/>
              <a:t>A computer system’s data, processes and interfaces are layered onto  networks to enable it to function across different geographical locations</a:t>
            </a:r>
          </a:p>
          <a:p>
            <a:pPr lvl="2" eaLnBrk="1" hangingPunct="1"/>
            <a:r>
              <a:rPr lang="en-GB" altLang="en-US" sz="3200" dirty="0"/>
              <a:t> i.e. telecommunication technologies, internet technologies, intranetworking</a:t>
            </a:r>
          </a:p>
          <a:p>
            <a:endParaRPr lang="en-US" altLang="en-US" sz="4800" dirty="0"/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6E273C7-E68A-4D90-A9C8-537A511CB0EA}"/>
              </a:ext>
            </a:extLst>
          </p:cNvPr>
          <p:cNvSpPr/>
          <p:nvPr/>
        </p:nvSpPr>
        <p:spPr>
          <a:xfrm>
            <a:off x="0" y="9680625"/>
            <a:ext cx="18287999" cy="606376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  <p:sp>
        <p:nvSpPr>
          <p:cNvPr id="5" name="Freeform 25">
            <a:extLst>
              <a:ext uri="{FF2B5EF4-FFF2-40B4-BE49-F238E27FC236}">
                <a16:creationId xmlns:a16="http://schemas.microsoft.com/office/drawing/2014/main" id="{CD63C85B-CDB5-4F06-B4B7-38B9635231E5}"/>
              </a:ext>
            </a:extLst>
          </p:cNvPr>
          <p:cNvSpPr/>
          <p:nvPr/>
        </p:nvSpPr>
        <p:spPr>
          <a:xfrm rot="2016048">
            <a:off x="11366022" y="48704"/>
            <a:ext cx="12759147" cy="3189787"/>
          </a:xfrm>
          <a:custGeom>
            <a:avLst/>
            <a:gdLst/>
            <a:ahLst/>
            <a:cxnLst/>
            <a:rect l="l" t="t" r="r" b="b"/>
            <a:pathLst>
              <a:path w="17012196" h="4253049">
                <a:moveTo>
                  <a:pt x="0" y="0"/>
                </a:moveTo>
                <a:lnTo>
                  <a:pt x="17012196" y="0"/>
                </a:lnTo>
                <a:lnTo>
                  <a:pt x="17012196" y="4253049"/>
                </a:lnTo>
                <a:lnTo>
                  <a:pt x="0" y="4253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26">
            <a:extLst>
              <a:ext uri="{FF2B5EF4-FFF2-40B4-BE49-F238E27FC236}">
                <a16:creationId xmlns:a16="http://schemas.microsoft.com/office/drawing/2014/main" id="{F9299B87-B70C-4D55-B6FC-D1491624CCF5}"/>
              </a:ext>
            </a:extLst>
          </p:cNvPr>
          <p:cNvSpPr/>
          <p:nvPr/>
        </p:nvSpPr>
        <p:spPr>
          <a:xfrm>
            <a:off x="15979710" y="100275"/>
            <a:ext cx="1973454" cy="2216341"/>
          </a:xfrm>
          <a:custGeom>
            <a:avLst/>
            <a:gdLst/>
            <a:ahLst/>
            <a:cxnLst/>
            <a:rect l="l" t="t" r="r" b="b"/>
            <a:pathLst>
              <a:path w="2631272" h="2955121">
                <a:moveTo>
                  <a:pt x="0" y="0"/>
                </a:moveTo>
                <a:lnTo>
                  <a:pt x="2631272" y="0"/>
                </a:lnTo>
                <a:lnTo>
                  <a:pt x="2631272" y="2955121"/>
                </a:lnTo>
                <a:lnTo>
                  <a:pt x="0" y="2955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B8A5FC65-A2B5-43C5-BC6B-082C450C4FE4}"/>
              </a:ext>
            </a:extLst>
          </p:cNvPr>
          <p:cNvSpPr txBox="1"/>
          <p:nvPr/>
        </p:nvSpPr>
        <p:spPr>
          <a:xfrm>
            <a:off x="12684061" y="1943152"/>
            <a:ext cx="8904093" cy="31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sz="1932" spc="189" dirty="0">
                <a:solidFill>
                  <a:srgbClr val="231F20"/>
                </a:solidFill>
                <a:latin typeface="Oswald Bold"/>
              </a:rPr>
              <a:t>SEGI UNIVERSITY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F068BB8F-9022-46C8-BF68-0648CBCD3877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A59C6B-73CA-428E-BD86-71ED58B4D3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9237" y="5129210"/>
            <a:ext cx="9526" cy="285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1CFDF600-665A-44AE-AE30-108BA7DAF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581101"/>
            <a:ext cx="13363575" cy="1666197"/>
          </a:xfrm>
        </p:spPr>
        <p:txBody>
          <a:bodyPr>
            <a:noAutofit/>
          </a:bodyPr>
          <a:lstStyle/>
          <a:p>
            <a:pPr eaLnBrk="1" hangingPunct="1"/>
            <a:r>
              <a:rPr lang="en-GB" altLang="en-US" sz="4800" b="1" dirty="0">
                <a:latin typeface="Arial Rounded MT Bold" panose="020F0704030504030204" pitchFamily="34" charset="0"/>
              </a:rPr>
              <a:t>Key Properties of Computer-based Systems</a:t>
            </a:r>
            <a:br>
              <a:rPr lang="en-GB" altLang="en-US" sz="4800" b="1" dirty="0">
                <a:latin typeface="Arial Rounded MT Bold" panose="020F0704030504030204" pitchFamily="34" charset="0"/>
              </a:rPr>
            </a:br>
            <a:r>
              <a:rPr lang="en-GB" altLang="en-US" sz="4800" b="1" dirty="0">
                <a:latin typeface="Arial Rounded MT Bold" panose="020F0704030504030204" pitchFamily="34" charset="0"/>
              </a:rPr>
              <a:t>(Cont.)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E0A3FA4-2DD6-4001-8EAB-BA6D8C34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96E273C7-E68A-4D90-A9C8-537A511CB0EA}"/>
              </a:ext>
            </a:extLst>
          </p:cNvPr>
          <p:cNvSpPr/>
          <p:nvPr/>
        </p:nvSpPr>
        <p:spPr>
          <a:xfrm>
            <a:off x="0" y="9680625"/>
            <a:ext cx="18287999" cy="606376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  <p:sp>
        <p:nvSpPr>
          <p:cNvPr id="5" name="Freeform 25">
            <a:extLst>
              <a:ext uri="{FF2B5EF4-FFF2-40B4-BE49-F238E27FC236}">
                <a16:creationId xmlns:a16="http://schemas.microsoft.com/office/drawing/2014/main" id="{CD63C85B-CDB5-4F06-B4B7-38B9635231E5}"/>
              </a:ext>
            </a:extLst>
          </p:cNvPr>
          <p:cNvSpPr/>
          <p:nvPr/>
        </p:nvSpPr>
        <p:spPr>
          <a:xfrm rot="2016048">
            <a:off x="11366022" y="48704"/>
            <a:ext cx="12759147" cy="3189787"/>
          </a:xfrm>
          <a:custGeom>
            <a:avLst/>
            <a:gdLst/>
            <a:ahLst/>
            <a:cxnLst/>
            <a:rect l="l" t="t" r="r" b="b"/>
            <a:pathLst>
              <a:path w="17012196" h="4253049">
                <a:moveTo>
                  <a:pt x="0" y="0"/>
                </a:moveTo>
                <a:lnTo>
                  <a:pt x="17012196" y="0"/>
                </a:lnTo>
                <a:lnTo>
                  <a:pt x="17012196" y="4253049"/>
                </a:lnTo>
                <a:lnTo>
                  <a:pt x="0" y="4253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26">
            <a:extLst>
              <a:ext uri="{FF2B5EF4-FFF2-40B4-BE49-F238E27FC236}">
                <a16:creationId xmlns:a16="http://schemas.microsoft.com/office/drawing/2014/main" id="{F9299B87-B70C-4D55-B6FC-D1491624CCF5}"/>
              </a:ext>
            </a:extLst>
          </p:cNvPr>
          <p:cNvSpPr/>
          <p:nvPr/>
        </p:nvSpPr>
        <p:spPr>
          <a:xfrm>
            <a:off x="15979710" y="100275"/>
            <a:ext cx="1973454" cy="2216341"/>
          </a:xfrm>
          <a:custGeom>
            <a:avLst/>
            <a:gdLst/>
            <a:ahLst/>
            <a:cxnLst/>
            <a:rect l="l" t="t" r="r" b="b"/>
            <a:pathLst>
              <a:path w="2631272" h="2955121">
                <a:moveTo>
                  <a:pt x="0" y="0"/>
                </a:moveTo>
                <a:lnTo>
                  <a:pt x="2631272" y="0"/>
                </a:lnTo>
                <a:lnTo>
                  <a:pt x="2631272" y="2955121"/>
                </a:lnTo>
                <a:lnTo>
                  <a:pt x="0" y="2955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B8A5FC65-A2B5-43C5-BC6B-082C450C4FE4}"/>
              </a:ext>
            </a:extLst>
          </p:cNvPr>
          <p:cNvSpPr txBox="1"/>
          <p:nvPr/>
        </p:nvSpPr>
        <p:spPr>
          <a:xfrm>
            <a:off x="12684061" y="1943152"/>
            <a:ext cx="8904093" cy="31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sz="1932" spc="189" dirty="0">
                <a:solidFill>
                  <a:srgbClr val="231F20"/>
                </a:solidFill>
                <a:latin typeface="Oswald Bold"/>
              </a:rPr>
              <a:t>SEGI UNIVERSITY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F068BB8F-9022-46C8-BF68-0648CBCD3877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A59C6B-73CA-428E-BD86-71ED58B4D3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9237" y="5129210"/>
            <a:ext cx="9526" cy="285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1CFDF600-665A-44AE-AE30-108BA7DAF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581101"/>
            <a:ext cx="13363575" cy="1666197"/>
          </a:xfrm>
        </p:spPr>
        <p:txBody>
          <a:bodyPr>
            <a:noAutofit/>
          </a:bodyPr>
          <a:lstStyle/>
          <a:p>
            <a:pPr eaLnBrk="1" hangingPunct="1"/>
            <a:r>
              <a:rPr lang="en-GB" altLang="en-US" sz="4800" b="1" dirty="0">
                <a:latin typeface="Arial Rounded MT Bold" panose="020F0704030504030204" pitchFamily="34" charset="0"/>
              </a:rPr>
              <a:t>Types of Systems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E0A3FA4-2DD6-4001-8EAB-BA6D8C34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0E0FC-614F-4DB9-B70E-11724A279D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3972" y="2695651"/>
            <a:ext cx="14635738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Processing System (TPS)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day-to-day business operations.</a:t>
            </a:r>
          </a:p>
          <a:p>
            <a:pPr marL="6858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Point-of-Sale (POS) system in retail.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 Information System (MIS)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Summarizes and reports routine operations for managers.</a:t>
            </a:r>
          </a:p>
          <a:p>
            <a:pPr marL="6858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Monthly sales reports, inventory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Support System (DSS)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managers make semi-structured decisions using data analysis.</a:t>
            </a:r>
          </a:p>
          <a:p>
            <a:pPr marL="6858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Forecasting sales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Executive Information System (EIS)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top executives with dashboards and summaries for strategic decisions.</a:t>
            </a:r>
          </a:p>
          <a:p>
            <a:pPr marL="6858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Corporate performance dashboards.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57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383999" cy="4307680"/>
              <a:chOff x="0" y="-38100"/>
              <a:chExt cx="4816592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16592" cy="171969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3" name="object 2">
            <a:extLst>
              <a:ext uri="{FF2B5EF4-FFF2-40B4-BE49-F238E27FC236}">
                <a16:creationId xmlns:a16="http://schemas.microsoft.com/office/drawing/2014/main" id="{54720FD0-8C88-4DE7-AF61-32FB8A82CD6E}"/>
              </a:ext>
            </a:extLst>
          </p:cNvPr>
          <p:cNvSpPr txBox="1">
            <a:spLocks/>
          </p:cNvSpPr>
          <p:nvPr/>
        </p:nvSpPr>
        <p:spPr>
          <a:xfrm>
            <a:off x="653703" y="371292"/>
            <a:ext cx="14921960" cy="1674305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050" marR="7620">
              <a:lnSpc>
                <a:spcPts val="10530"/>
              </a:lnSpc>
              <a:spcBef>
                <a:spcPts val="1485"/>
              </a:spcBef>
              <a:tabLst>
                <a:tab pos="4086225" algn="l"/>
              </a:tabLst>
            </a:pPr>
            <a:r>
              <a:rPr lang="en-US" sz="14000" b="1" dirty="0">
                <a:solidFill>
                  <a:srgbClr val="FF0000"/>
                </a:solidFill>
                <a:latin typeface="+mn-lt"/>
                <a:cs typeface="Arial"/>
              </a:rPr>
              <a:t>Quiz</a:t>
            </a:r>
            <a:endParaRPr lang="en-MY" sz="14000" b="1" dirty="0">
              <a:latin typeface="+mn-lt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B2305-9C3F-4B35-8D45-1ACB803BAA9F}"/>
              </a:ext>
            </a:extLst>
          </p:cNvPr>
          <p:cNvSpPr/>
          <p:nvPr/>
        </p:nvSpPr>
        <p:spPr>
          <a:xfrm>
            <a:off x="2514601" y="2293150"/>
            <a:ext cx="1225032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What does a system mean?</a:t>
            </a:r>
          </a:p>
          <a:p>
            <a:pPr marL="800100" lvl="1" indent="-342900">
              <a:buAutoNum type="alphaLcParenR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A single app</a:t>
            </a:r>
          </a:p>
          <a:p>
            <a:pPr marL="800100" lvl="1" indent="-342900">
              <a:buAutoNum type="alphaLcParenR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A set of components working together</a:t>
            </a:r>
          </a:p>
          <a:p>
            <a:pPr marL="800100" lvl="1" indent="-342900">
              <a:buAutoNum type="alphaLcParenR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A type of software</a:t>
            </a:r>
          </a:p>
          <a:p>
            <a:pPr lvl="1"/>
            <a:endParaRPr lang="en-U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Systems Analysis is about:</a:t>
            </a:r>
          </a:p>
          <a:p>
            <a:pPr marL="800100" lvl="1" indent="-342900">
              <a:buAutoNum type="alphaLcParenR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Buying a system</a:t>
            </a:r>
          </a:p>
          <a:p>
            <a:pPr marL="800100" lvl="1" indent="-342900">
              <a:buAutoNum type="alphaLcParenR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Understanding how a system works </a:t>
            </a:r>
          </a:p>
          <a:p>
            <a:pPr marL="800100" lvl="1" indent="-342900">
              <a:buAutoNum type="alphaLcParenR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Making games</a:t>
            </a:r>
          </a:p>
          <a:p>
            <a:pPr lvl="1"/>
            <a:endParaRPr lang="en-U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Why is design important in systems?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To improve the look of system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To make sure it don’t fails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To plan how the system works properly </a:t>
            </a:r>
            <a:endParaRPr lang="en-MY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651B7-74AF-414B-B83B-5F433A40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255646" y="-25977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159703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A21F6A04-E153-4D38-88E0-A8EE2E83F486}"/>
              </a:ext>
            </a:extLst>
          </p:cNvPr>
          <p:cNvSpPr txBox="1">
            <a:spLocks/>
          </p:cNvSpPr>
          <p:nvPr/>
        </p:nvSpPr>
        <p:spPr>
          <a:xfrm>
            <a:off x="956300" y="663228"/>
            <a:ext cx="13597900" cy="1863972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MY" sz="6000" b="1" spc="-143" dirty="0">
                <a:latin typeface="Verdana" panose="020B0604030504040204" pitchFamily="34" charset="0"/>
                <a:ea typeface="Verdana" panose="020B0604030504040204" pitchFamily="34" charset="0"/>
              </a:rPr>
              <a:t>SYSTEM DEVELOPMENT LIFE CYCLE (SDLC)</a:t>
            </a:r>
            <a:endParaRPr lang="en-MY" sz="6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2E6A8D-8E45-4A74-B4CE-2F38D223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300" y="2979613"/>
            <a:ext cx="15251174" cy="160020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altLang="en-U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systems development life cycle (SDLC) </a:t>
            </a:r>
            <a:r>
              <a:rPr lang="en-US" alt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the process of determining how an information system (IS) can support </a:t>
            </a:r>
            <a:r>
              <a:rPr lang="en-US" altLang="en-U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needs</a:t>
            </a:r>
            <a:r>
              <a:rPr lang="en-US" alt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altLang="en-U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designing</a:t>
            </a:r>
            <a:r>
              <a:rPr lang="en-US" alt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system, </a:t>
            </a:r>
            <a:r>
              <a:rPr lang="en-US" altLang="en-U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building</a:t>
            </a:r>
            <a:r>
              <a:rPr lang="en-US" alt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it, and </a:t>
            </a:r>
            <a:r>
              <a:rPr lang="en-US" altLang="en-U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delivering it to users</a:t>
            </a:r>
            <a:r>
              <a:rPr lang="en-US" alt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2A26D458-E07D-4226-8AB0-1CC61D096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100" y="6155882"/>
            <a:ext cx="11146059" cy="417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BC35F-6C55-4952-A2E9-A9ABF02F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48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pPr algn="ctr"/>
            <a:endParaRPr lang="en-MY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E1EBAC16-EE76-4904-85C1-8E97D6AAEB55}"/>
              </a:ext>
            </a:extLst>
          </p:cNvPr>
          <p:cNvSpPr txBox="1">
            <a:spLocks/>
          </p:cNvSpPr>
          <p:nvPr/>
        </p:nvSpPr>
        <p:spPr>
          <a:xfrm>
            <a:off x="1185964" y="1110956"/>
            <a:ext cx="12606235" cy="918149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Key person in the SDLC</a:t>
            </a:r>
            <a:endParaRPr lang="en-MY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52B0967-FBA8-4AB3-A814-C121B9615C09}"/>
              </a:ext>
            </a:extLst>
          </p:cNvPr>
          <p:cNvSpPr txBox="1">
            <a:spLocks/>
          </p:cNvSpPr>
          <p:nvPr/>
        </p:nvSpPr>
        <p:spPr>
          <a:xfrm>
            <a:off x="492896" y="3216161"/>
            <a:ext cx="10805198" cy="28003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b="1" u="sng" dirty="0">
                <a:latin typeface="Verdana" panose="020B0604030504040204" pitchFamily="34" charset="0"/>
                <a:ea typeface="Verdana" panose="020B0604030504040204" pitchFamily="34" charset="0"/>
              </a:rPr>
              <a:t>Systems analyst</a:t>
            </a:r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who </a:t>
            </a:r>
            <a:r>
              <a:rPr lang="en-U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analyzes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the business situation, identifies the opportunities for </a:t>
            </a:r>
            <a:r>
              <a:rPr lang="en-U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improvements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, and </a:t>
            </a:r>
            <a:r>
              <a:rPr lang="en-U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designs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the system to implement the improvements. </a:t>
            </a:r>
            <a:endParaRPr lang="en-US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endParaRPr lang="en-MY" sz="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9" name="Content Placeholder 7">
            <a:extLst>
              <a:ext uri="{FF2B5EF4-FFF2-40B4-BE49-F238E27FC236}">
                <a16:creationId xmlns:a16="http://schemas.microsoft.com/office/drawing/2014/main" id="{5F47535C-B734-4EB0-AD9E-74D049DC4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061" y="3440875"/>
            <a:ext cx="4180120" cy="41820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FED55-9E9C-4F2B-BC28-F7B72DF5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07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3" name="object 2">
            <a:extLst>
              <a:ext uri="{FF2B5EF4-FFF2-40B4-BE49-F238E27FC236}">
                <a16:creationId xmlns:a16="http://schemas.microsoft.com/office/drawing/2014/main" id="{B35F4429-E2C2-45F5-A677-9406D540E159}"/>
              </a:ext>
            </a:extLst>
          </p:cNvPr>
          <p:cNvSpPr txBox="1">
            <a:spLocks/>
          </p:cNvSpPr>
          <p:nvPr/>
        </p:nvSpPr>
        <p:spPr>
          <a:xfrm>
            <a:off x="1143000" y="666564"/>
            <a:ext cx="12059802" cy="103489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9050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"/>
              </a:spcBef>
            </a:pPr>
            <a:r>
              <a:rPr lang="en-US" altLang="en-US" sz="6600" b="1" dirty="0">
                <a:latin typeface="Verdana" panose="020B0604030504040204" pitchFamily="34" charset="0"/>
                <a:ea typeface="Verdana" panose="020B0604030504040204" pitchFamily="34" charset="0"/>
              </a:rPr>
              <a:t>SYSTEMS ANALYST</a:t>
            </a:r>
            <a:endParaRPr lang="en-MY" sz="6600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0027D07B-E3B3-480E-ACC9-55800CE01F90}"/>
              </a:ext>
            </a:extLst>
          </p:cNvPr>
          <p:cNvSpPr txBox="1"/>
          <p:nvPr/>
        </p:nvSpPr>
        <p:spPr>
          <a:xfrm>
            <a:off x="1143000" y="2080440"/>
            <a:ext cx="14660064" cy="7221208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The systems analyst plays a </a:t>
            </a:r>
            <a:r>
              <a:rPr lang="en-US" altLang="en-US" sz="36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role </a:t>
            </a:r>
            <a:r>
              <a:rPr lang="en-US" alt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in IS development projects. 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altLang="en-US" sz="3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The systems analyst </a:t>
            </a:r>
            <a:r>
              <a:rPr lang="en-US" altLang="en-US" sz="36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works closely with all project team </a:t>
            </a:r>
            <a:r>
              <a:rPr lang="en-US" alt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members so that the team develops the right system in an effective way.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altLang="en-US" sz="3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Systems analysts </a:t>
            </a:r>
            <a:r>
              <a:rPr lang="en-US" altLang="en-US" sz="36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must understand</a:t>
            </a:r>
            <a:r>
              <a:rPr lang="en-US" alt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 how to apply technology in order to solve problems.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altLang="en-US" sz="3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Systems analysts may serve as </a:t>
            </a:r>
            <a:r>
              <a:rPr lang="en-US" altLang="en-US" sz="36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change agents </a:t>
            </a:r>
            <a:r>
              <a:rPr lang="en-US" alt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who identify organizational improvement needed and design systems to implement those changes.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DA82C-CE5E-41DA-9DA2-CF170805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03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159703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3" name="object 2">
            <a:extLst>
              <a:ext uri="{FF2B5EF4-FFF2-40B4-BE49-F238E27FC236}">
                <a16:creationId xmlns:a16="http://schemas.microsoft.com/office/drawing/2014/main" id="{B35F4429-E2C2-45F5-A677-9406D540E159}"/>
              </a:ext>
            </a:extLst>
          </p:cNvPr>
          <p:cNvSpPr txBox="1">
            <a:spLocks/>
          </p:cNvSpPr>
          <p:nvPr/>
        </p:nvSpPr>
        <p:spPr>
          <a:xfrm>
            <a:off x="1143000" y="666564"/>
            <a:ext cx="12059802" cy="1034899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9050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"/>
              </a:spcBef>
            </a:pPr>
            <a:r>
              <a:rPr lang="en-US" altLang="en-US" sz="6600" b="1" dirty="0">
                <a:latin typeface="Verdana" panose="020B0604030504040204" pitchFamily="34" charset="0"/>
                <a:ea typeface="Verdana" panose="020B0604030504040204" pitchFamily="34" charset="0"/>
              </a:rPr>
              <a:t>SYSTEMS ANALYST</a:t>
            </a:r>
            <a:endParaRPr lang="en-MY" sz="6600" dirty="0"/>
          </a:p>
        </p:txBody>
      </p:sp>
      <p:pic>
        <p:nvPicPr>
          <p:cNvPr id="14" name="Picture 4" descr="https://eternalsunshineoftheismind.files.wordpress.com/2013/02/sandd.jpg">
            <a:extLst>
              <a:ext uri="{FF2B5EF4-FFF2-40B4-BE49-F238E27FC236}">
                <a16:creationId xmlns:a16="http://schemas.microsoft.com/office/drawing/2014/main" id="{EEF8CA48-87D4-46DF-B68B-41188174C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361" y="1669165"/>
            <a:ext cx="14272464" cy="8653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6FA8E-93CB-449F-90A2-6BA1FEDE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65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3" name="object 2">
            <a:extLst>
              <a:ext uri="{FF2B5EF4-FFF2-40B4-BE49-F238E27FC236}">
                <a16:creationId xmlns:a16="http://schemas.microsoft.com/office/drawing/2014/main" id="{EC378660-007A-448B-9CDA-1442706C63B0}"/>
              </a:ext>
            </a:extLst>
          </p:cNvPr>
          <p:cNvSpPr txBox="1">
            <a:spLocks/>
          </p:cNvSpPr>
          <p:nvPr/>
        </p:nvSpPr>
        <p:spPr>
          <a:xfrm>
            <a:off x="619754" y="388810"/>
            <a:ext cx="13006262" cy="940642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6000" b="1" dirty="0">
                <a:latin typeface="Verdana" panose="020B0604030504040204" pitchFamily="34" charset="0"/>
                <a:ea typeface="Verdana" panose="020B0604030504040204" pitchFamily="34" charset="0"/>
              </a:rPr>
              <a:t>Systems Analyst Skills</a:t>
            </a:r>
            <a:endParaRPr lang="en-MY" sz="60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CC27B23-02AB-4CFE-BA85-42B628612D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0489533"/>
              </p:ext>
            </p:extLst>
          </p:nvPr>
        </p:nvGraphicFramePr>
        <p:xfrm>
          <a:off x="1876431" y="177019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B57C3C-804C-4C42-87F6-B6E3148A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93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3" name="object 2">
            <a:extLst>
              <a:ext uri="{FF2B5EF4-FFF2-40B4-BE49-F238E27FC236}">
                <a16:creationId xmlns:a16="http://schemas.microsoft.com/office/drawing/2014/main" id="{F3F46DC6-8F36-49B0-92AD-F619AAE29CA1}"/>
              </a:ext>
            </a:extLst>
          </p:cNvPr>
          <p:cNvSpPr txBox="1"/>
          <p:nvPr/>
        </p:nvSpPr>
        <p:spPr>
          <a:xfrm>
            <a:off x="600913" y="388238"/>
            <a:ext cx="9914687" cy="941604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8098" rIns="0" bIns="0" rtlCol="0">
            <a:spAutoFit/>
          </a:bodyPr>
          <a:lstStyle/>
          <a:p>
            <a:pPr marL="19050" defTabSz="1371600">
              <a:spcBef>
                <a:spcPts val="143"/>
              </a:spcBef>
            </a:pPr>
            <a:r>
              <a:rPr lang="en-US" altLang="en-US" sz="6000" b="1" dirty="0">
                <a:latin typeface="Verdana" panose="020B0604030504040204" pitchFamily="34" charset="0"/>
                <a:ea typeface="Verdana" panose="020B0604030504040204" pitchFamily="34" charset="0"/>
              </a:rPr>
              <a:t>Systems Analyst Roles</a:t>
            </a:r>
            <a:endParaRPr sz="6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03B61E3-ED0A-4717-9617-3BD922C182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3216493"/>
              </p:ext>
            </p:extLst>
          </p:nvPr>
        </p:nvGraphicFramePr>
        <p:xfrm>
          <a:off x="797744" y="1627871"/>
          <a:ext cx="1500532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B0C96-5639-4AA0-8846-D9BA8DF4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15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pPr algn="ctr"/>
            <a:endParaRPr lang="en-MY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4" name="object 3">
            <a:extLst>
              <a:ext uri="{FF2B5EF4-FFF2-40B4-BE49-F238E27FC236}">
                <a16:creationId xmlns:a16="http://schemas.microsoft.com/office/drawing/2014/main" id="{7B65E131-0BB2-4EC2-BF7B-D8995DCD0A2F}"/>
              </a:ext>
            </a:extLst>
          </p:cNvPr>
          <p:cNvSpPr txBox="1"/>
          <p:nvPr/>
        </p:nvSpPr>
        <p:spPr>
          <a:xfrm>
            <a:off x="532638" y="466533"/>
            <a:ext cx="12907136" cy="1678345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6193" rIns="0" bIns="0" rtlCol="0">
            <a:spAutoFit/>
          </a:bodyPr>
          <a:lstStyle/>
          <a:p>
            <a:pPr marL="953" algn="ctr" defTabSz="1371600">
              <a:spcBef>
                <a:spcPts val="127"/>
              </a:spcBef>
            </a:pPr>
            <a:r>
              <a:rPr lang="en-US" sz="5400" b="1" dirty="0">
                <a:latin typeface="Verdana" panose="020B0604030504040204" pitchFamily="34" charset="0"/>
                <a:ea typeface="Verdana" panose="020B0604030504040204" pitchFamily="34" charset="0"/>
              </a:rPr>
              <a:t>SYSTEMS DEVELOPMENT LIFE CYCLE (SDLC)</a:t>
            </a:r>
            <a:endParaRPr sz="5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15" name="Content Placeholder 2">
            <a:extLst>
              <a:ext uri="{FF2B5EF4-FFF2-40B4-BE49-F238E27FC236}">
                <a16:creationId xmlns:a16="http://schemas.microsoft.com/office/drawing/2014/main" id="{C0183D03-0BF3-4084-9D3F-834D8EF6F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13" y="3282368"/>
            <a:ext cx="14678787" cy="510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51892-F927-4EDE-A478-F69A3D69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59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8105C-4178-4D6F-B583-CCBCF5946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2447926"/>
            <a:ext cx="13487400" cy="7086600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dirty="0"/>
              <a:t>The </a:t>
            </a:r>
            <a:r>
              <a:rPr lang="en-US" b="1" dirty="0"/>
              <a:t>SDLC</a:t>
            </a:r>
            <a:r>
              <a:rPr lang="en-US" dirty="0"/>
              <a:t> is composed of four fundamental phases: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en-US" sz="4950" b="1" u="sng" dirty="0"/>
              <a:t>P</a:t>
            </a:r>
            <a:r>
              <a:rPr lang="en-US" sz="4950" dirty="0"/>
              <a:t>lanning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en-US" sz="4950" b="1" u="sng" dirty="0"/>
              <a:t>A</a:t>
            </a:r>
            <a:r>
              <a:rPr lang="en-US" sz="4950" dirty="0"/>
              <a:t>nalysis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en-US" sz="4950" b="1" u="sng" dirty="0"/>
              <a:t>D</a:t>
            </a:r>
            <a:r>
              <a:rPr lang="en-US" sz="4950" dirty="0"/>
              <a:t>esign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en-US" sz="4950" b="1" u="sng" dirty="0"/>
              <a:t>I</a:t>
            </a:r>
            <a:r>
              <a:rPr lang="en-US" sz="4950" dirty="0"/>
              <a:t>mplementation</a:t>
            </a:r>
          </a:p>
          <a:p>
            <a:pPr>
              <a:lnSpc>
                <a:spcPct val="120000"/>
              </a:lnSpc>
              <a:defRPr/>
            </a:pPr>
            <a:r>
              <a:rPr lang="en-US" dirty="0"/>
              <a:t>Each of the phases is composed of steps, which rely on techniques that produce </a:t>
            </a:r>
            <a:r>
              <a:rPr lang="en-US" i="1" dirty="0">
                <a:solidFill>
                  <a:srgbClr val="0000FF"/>
                </a:solidFill>
              </a:rPr>
              <a:t>deliverables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(specific documents that explain various elements of the system).</a:t>
            </a:r>
          </a:p>
        </p:txBody>
      </p:sp>
      <p:sp>
        <p:nvSpPr>
          <p:cNvPr id="31748" name="Slide Number Placeholder 4">
            <a:extLst>
              <a:ext uri="{FF2B5EF4-FFF2-40B4-BE49-F238E27FC236}">
                <a16:creationId xmlns:a16="http://schemas.microsoft.com/office/drawing/2014/main" id="{A283C9FD-5752-4494-A959-3CC4C673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114425" indent="-428625">
              <a:spcBef>
                <a:spcPct val="20000"/>
              </a:spcBef>
              <a:buFont typeface="Arial" panose="020B0604020202020204" pitchFamily="34" charset="0"/>
              <a:buChar char="–"/>
              <a:defRPr sz="4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7145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24003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3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086100" indent="-342900">
              <a:spcBef>
                <a:spcPct val="20000"/>
              </a:spcBef>
              <a:buFont typeface="Arial" panose="020B0604020202020204" pitchFamily="34" charset="0"/>
              <a:buChar char="»"/>
              <a:defRPr sz="3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771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3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44577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3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51435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3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58293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3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898989"/>
                </a:solidFill>
              </a:rPr>
              <a:t>1-</a:t>
            </a:r>
            <a:fld id="{A3605B56-7912-4C65-BD86-75CB38A7A79C}" type="slidenum">
              <a:rPr lang="en-US" altLang="en-US" sz="18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800">
              <a:solidFill>
                <a:srgbClr val="898989"/>
              </a:solidFill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81F093D-67B8-408A-BE95-B802368316CE}"/>
              </a:ext>
            </a:extLst>
          </p:cNvPr>
          <p:cNvSpPr txBox="1"/>
          <p:nvPr/>
        </p:nvSpPr>
        <p:spPr>
          <a:xfrm>
            <a:off x="532638" y="466533"/>
            <a:ext cx="12907136" cy="1678345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6193" rIns="0" bIns="0" rtlCol="0">
            <a:spAutoFit/>
          </a:bodyPr>
          <a:lstStyle/>
          <a:p>
            <a:pPr marL="953" algn="ctr" defTabSz="1371600">
              <a:spcBef>
                <a:spcPts val="127"/>
              </a:spcBef>
            </a:pPr>
            <a:r>
              <a:rPr lang="en-US" sz="5400" b="1" dirty="0">
                <a:latin typeface="Verdana" panose="020B0604030504040204" pitchFamily="34" charset="0"/>
                <a:ea typeface="Verdana" panose="020B0604030504040204" pitchFamily="34" charset="0"/>
              </a:rPr>
              <a:t>SYSTEMS DEVELOPMENT LIFE CYCLE (SDLC)</a:t>
            </a:r>
            <a:endParaRPr sz="5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7E6978C1-4FE1-48EF-A783-12E64DD0293C}"/>
              </a:ext>
            </a:extLst>
          </p:cNvPr>
          <p:cNvSpPr/>
          <p:nvPr/>
        </p:nvSpPr>
        <p:spPr>
          <a:xfrm>
            <a:off x="0" y="9680626"/>
            <a:ext cx="18464646" cy="606374"/>
          </a:xfrm>
          <a:custGeom>
            <a:avLst/>
            <a:gdLst/>
            <a:ahLst/>
            <a:cxnLst/>
            <a:rect l="l" t="t" r="r" b="b"/>
            <a:pathLst>
              <a:path w="4863116" h="737541">
                <a:moveTo>
                  <a:pt x="0" y="0"/>
                </a:moveTo>
                <a:lnTo>
                  <a:pt x="4863116" y="0"/>
                </a:lnTo>
                <a:lnTo>
                  <a:pt x="4863116" y="737541"/>
                </a:lnTo>
                <a:lnTo>
                  <a:pt x="0" y="737541"/>
                </a:lnTo>
                <a:lnTo>
                  <a:pt x="0" y="0"/>
                </a:lnTo>
              </a:path>
            </a:pathLst>
          </a:custGeom>
          <a:solidFill>
            <a:srgbClr val="0097B2"/>
          </a:solidFill>
        </p:spPr>
        <p:txBody>
          <a:bodyPr/>
          <a:lstStyle/>
          <a:p>
            <a:endParaRPr lang="en-MY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F1FE639D-A873-4976-A2DA-B14DEC6456DA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Freeform 25">
            <a:extLst>
              <a:ext uri="{FF2B5EF4-FFF2-40B4-BE49-F238E27FC236}">
                <a16:creationId xmlns:a16="http://schemas.microsoft.com/office/drawing/2014/main" id="{4DDEF51B-93F4-4B4B-AAF0-A4819D892488}"/>
              </a:ext>
            </a:extLst>
          </p:cNvPr>
          <p:cNvSpPr/>
          <p:nvPr/>
        </p:nvSpPr>
        <p:spPr>
          <a:xfrm rot="2016048">
            <a:off x="11366022" y="48704"/>
            <a:ext cx="12759147" cy="3189787"/>
          </a:xfrm>
          <a:custGeom>
            <a:avLst/>
            <a:gdLst/>
            <a:ahLst/>
            <a:cxnLst/>
            <a:rect l="l" t="t" r="r" b="b"/>
            <a:pathLst>
              <a:path w="17012196" h="4253049">
                <a:moveTo>
                  <a:pt x="0" y="0"/>
                </a:moveTo>
                <a:lnTo>
                  <a:pt x="17012196" y="0"/>
                </a:lnTo>
                <a:lnTo>
                  <a:pt x="17012196" y="4253049"/>
                </a:lnTo>
                <a:lnTo>
                  <a:pt x="0" y="4253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Freeform 26">
            <a:extLst>
              <a:ext uri="{FF2B5EF4-FFF2-40B4-BE49-F238E27FC236}">
                <a16:creationId xmlns:a16="http://schemas.microsoft.com/office/drawing/2014/main" id="{74CE256D-BE96-4111-9E12-8524CAFE8971}"/>
              </a:ext>
            </a:extLst>
          </p:cNvPr>
          <p:cNvSpPr/>
          <p:nvPr/>
        </p:nvSpPr>
        <p:spPr>
          <a:xfrm>
            <a:off x="15979710" y="100275"/>
            <a:ext cx="1973454" cy="2216341"/>
          </a:xfrm>
          <a:custGeom>
            <a:avLst/>
            <a:gdLst/>
            <a:ahLst/>
            <a:cxnLst/>
            <a:rect l="l" t="t" r="r" b="b"/>
            <a:pathLst>
              <a:path w="2631272" h="2955121">
                <a:moveTo>
                  <a:pt x="0" y="0"/>
                </a:moveTo>
                <a:lnTo>
                  <a:pt x="2631272" y="0"/>
                </a:lnTo>
                <a:lnTo>
                  <a:pt x="2631272" y="2955121"/>
                </a:lnTo>
                <a:lnTo>
                  <a:pt x="0" y="29551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57F1AAD0-D6AE-402F-B7D1-E067A3778776}"/>
              </a:ext>
            </a:extLst>
          </p:cNvPr>
          <p:cNvSpPr txBox="1"/>
          <p:nvPr/>
        </p:nvSpPr>
        <p:spPr>
          <a:xfrm>
            <a:off x="12684061" y="1943152"/>
            <a:ext cx="8904093" cy="31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sz="1932" spc="189">
                <a:solidFill>
                  <a:srgbClr val="231F20"/>
                </a:solidFill>
                <a:latin typeface="Oswald Bold"/>
              </a:rPr>
              <a:t>SEGI UNIVERSITY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 dirty="0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B8DF4BCC-28EB-456F-A4B2-265C61E3CA52}"/>
              </a:ext>
            </a:extLst>
          </p:cNvPr>
          <p:cNvSpPr txBox="1">
            <a:spLocks/>
          </p:cNvSpPr>
          <p:nvPr/>
        </p:nvSpPr>
        <p:spPr>
          <a:xfrm>
            <a:off x="551310" y="488655"/>
            <a:ext cx="5628323" cy="940642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6000" b="1" dirty="0">
                <a:latin typeface="Verdana" panose="020B0604030504040204" pitchFamily="34" charset="0"/>
                <a:ea typeface="Verdana" panose="020B0604030504040204" pitchFamily="34" charset="0"/>
              </a:rPr>
              <a:t>Planning</a:t>
            </a:r>
            <a:endParaRPr lang="en-MY" sz="6000" dirty="0"/>
          </a:p>
        </p:txBody>
      </p:sp>
      <p:sp>
        <p:nvSpPr>
          <p:cNvPr id="16" name="Double Wave 15">
            <a:extLst>
              <a:ext uri="{FF2B5EF4-FFF2-40B4-BE49-F238E27FC236}">
                <a16:creationId xmlns:a16="http://schemas.microsoft.com/office/drawing/2014/main" id="{DBB9B13E-B883-40AE-8747-89F15C0EF244}"/>
              </a:ext>
            </a:extLst>
          </p:cNvPr>
          <p:cNvSpPr/>
          <p:nvPr/>
        </p:nvSpPr>
        <p:spPr>
          <a:xfrm>
            <a:off x="551310" y="2047011"/>
            <a:ext cx="15025120" cy="2216341"/>
          </a:xfrm>
          <a:prstGeom prst="doubleWave">
            <a:avLst>
              <a:gd name="adj1" fmla="val 6250"/>
              <a:gd name="adj2" fmla="val 12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This phase is the fundamental process of understanding </a:t>
            </a:r>
            <a:r>
              <a:rPr lang="en-US" altLang="en-US" sz="3200" b="1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why</a:t>
            </a: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 an information system should be built, and determining </a:t>
            </a:r>
            <a:r>
              <a:rPr lang="en-US" altLang="en-US" sz="3200" b="1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</a:t>
            </a: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 the project team will go about building it.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98B6B9F4-5278-419B-96E9-217EB1AE3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260271"/>
              </p:ext>
            </p:extLst>
          </p:nvPr>
        </p:nvGraphicFramePr>
        <p:xfrm>
          <a:off x="602230" y="4608472"/>
          <a:ext cx="16314170" cy="4927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721D6-8B15-4AAC-8965-1F5ED948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30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 dirty="0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B8DF4BCC-28EB-456F-A4B2-265C61E3CA52}"/>
              </a:ext>
            </a:extLst>
          </p:cNvPr>
          <p:cNvSpPr txBox="1">
            <a:spLocks/>
          </p:cNvSpPr>
          <p:nvPr/>
        </p:nvSpPr>
        <p:spPr>
          <a:xfrm>
            <a:off x="551310" y="488655"/>
            <a:ext cx="5628323" cy="940642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6000" b="1" dirty="0">
                <a:latin typeface="Verdana" panose="020B0604030504040204" pitchFamily="34" charset="0"/>
                <a:ea typeface="Verdana" panose="020B0604030504040204" pitchFamily="34" charset="0"/>
              </a:rPr>
              <a:t>Analysis</a:t>
            </a:r>
            <a:endParaRPr lang="en-MY" sz="6000" dirty="0"/>
          </a:p>
        </p:txBody>
      </p:sp>
      <p:sp>
        <p:nvSpPr>
          <p:cNvPr id="15" name="Double Wave 14">
            <a:extLst>
              <a:ext uri="{FF2B5EF4-FFF2-40B4-BE49-F238E27FC236}">
                <a16:creationId xmlns:a16="http://schemas.microsoft.com/office/drawing/2014/main" id="{99622C3C-F306-41BE-9B66-E752989717A4}"/>
              </a:ext>
            </a:extLst>
          </p:cNvPr>
          <p:cNvSpPr/>
          <p:nvPr/>
        </p:nvSpPr>
        <p:spPr>
          <a:xfrm>
            <a:off x="551310" y="2387625"/>
            <a:ext cx="15831690" cy="5956223"/>
          </a:xfrm>
          <a:prstGeom prst="doubleWave">
            <a:avLst>
              <a:gd name="adj1" fmla="val 6250"/>
              <a:gd name="adj2" fmla="val 207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The analysis phase answers the questions of </a:t>
            </a:r>
            <a:r>
              <a:rPr lang="en-US" altLang="en-US" sz="3200" b="1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who</a:t>
            </a: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 will use the system, </a:t>
            </a:r>
            <a:r>
              <a:rPr lang="en-US" altLang="en-US" sz="3200" b="1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en-US" altLang="en-US" sz="3200" b="1" i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the system will do, and </a:t>
            </a:r>
            <a:r>
              <a:rPr lang="en-US" altLang="en-US" sz="3200" b="1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en-US" altLang="en-US" sz="3200" b="1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when</a:t>
            </a:r>
            <a:r>
              <a:rPr lang="en-US" altLang="en-US" sz="3200" b="1" i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it will be used.</a:t>
            </a:r>
          </a:p>
          <a:p>
            <a:pPr algn="just">
              <a:lnSpc>
                <a:spcPct val="110000"/>
              </a:lnSpc>
              <a:defRPr/>
            </a:pPr>
            <a:endParaRPr lang="en-US" altLang="en-US" sz="3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During this phase the project team investigates any current system(s), identifies improvement opportunities, and develops a concept for the new system.</a:t>
            </a:r>
          </a:p>
          <a:p>
            <a:pPr algn="ctr">
              <a:defRPr/>
            </a:pPr>
            <a:endParaRPr lang="en-MY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A81B0-2B9F-4221-8B04-4192B06F8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46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 dirty="0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B8DF4BCC-28EB-456F-A4B2-265C61E3CA52}"/>
              </a:ext>
            </a:extLst>
          </p:cNvPr>
          <p:cNvSpPr txBox="1">
            <a:spLocks/>
          </p:cNvSpPr>
          <p:nvPr/>
        </p:nvSpPr>
        <p:spPr>
          <a:xfrm>
            <a:off x="765363" y="433563"/>
            <a:ext cx="5886951" cy="1863972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6000" b="1" dirty="0">
                <a:latin typeface="Verdana" panose="020B0604030504040204" pitchFamily="34" charset="0"/>
                <a:ea typeface="Verdana" panose="020B0604030504040204" pitchFamily="34" charset="0"/>
              </a:rPr>
              <a:t>Analysis Phase</a:t>
            </a:r>
            <a:endParaRPr lang="en-MY" sz="600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8708226-5797-4A0F-867F-9DE1991771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5215033"/>
              </p:ext>
            </p:extLst>
          </p:nvPr>
        </p:nvGraphicFramePr>
        <p:xfrm>
          <a:off x="667856" y="3586751"/>
          <a:ext cx="15009157" cy="913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BDB952B4-148B-45D3-8826-84A1200C88D1}"/>
              </a:ext>
            </a:extLst>
          </p:cNvPr>
          <p:cNvSpPr/>
          <p:nvPr/>
        </p:nvSpPr>
        <p:spPr>
          <a:xfrm>
            <a:off x="678969" y="5110751"/>
            <a:ext cx="3881679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 typeface="Wingdings" pitchFamily="2" charset="2"/>
              <a:buNone/>
              <a:defRPr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his is developed to guide the projects team’s efforts. This includes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study of the current system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its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problems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and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predicting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ways to design a new system.</a:t>
            </a:r>
            <a:endParaRPr lang="en-MY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9A62EA-3F74-48D7-B108-1A33F7FD77E7}"/>
              </a:ext>
            </a:extLst>
          </p:cNvPr>
          <p:cNvSpPr/>
          <p:nvPr/>
        </p:nvSpPr>
        <p:spPr>
          <a:xfrm>
            <a:off x="6321762" y="5148851"/>
            <a:ext cx="3881679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 typeface="Wingdings" pitchFamily="2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analysis of this information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leads to the development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a concept for a new system. This concept is used to build a set of analysis models.</a:t>
            </a:r>
            <a:endParaRPr lang="en-MY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DDD4D6-80B8-4124-AE6F-5E6EB0E9EF41}"/>
              </a:ext>
            </a:extLst>
          </p:cNvPr>
          <p:cNvSpPr/>
          <p:nvPr/>
        </p:nvSpPr>
        <p:spPr>
          <a:xfrm>
            <a:off x="12357702" y="5056309"/>
            <a:ext cx="3752289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 typeface="Wingdings" pitchFamily="2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proposal is presented to the project sponsor and other key individuals who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decide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whether the project should continue to move forward.</a:t>
            </a:r>
            <a:endParaRPr lang="en-MY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C9C5860-DE10-4988-A054-FBC1EAB8B92D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491770" y="4499563"/>
            <a:ext cx="1128039" cy="611188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A3C84979-D21B-4FDE-AEB8-228338BE4FBA}"/>
              </a:ext>
            </a:extLst>
          </p:cNvPr>
          <p:cNvCxnSpPr>
            <a:cxnSpLocks/>
          </p:cNvCxnSpPr>
          <p:nvPr/>
        </p:nvCxnSpPr>
        <p:spPr>
          <a:xfrm>
            <a:off x="7866363" y="4499564"/>
            <a:ext cx="645437" cy="611187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39B30A42-8B72-4E2C-BD07-C4F6A64B1A1C}"/>
              </a:ext>
            </a:extLst>
          </p:cNvPr>
          <p:cNvCxnSpPr>
            <a:cxnSpLocks/>
          </p:cNvCxnSpPr>
          <p:nvPr/>
        </p:nvCxnSpPr>
        <p:spPr>
          <a:xfrm>
            <a:off x="13802581" y="4572026"/>
            <a:ext cx="733142" cy="479425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A1E1DB4-C346-4420-94AF-DE55CAF34C83}"/>
              </a:ext>
            </a:extLst>
          </p:cNvPr>
          <p:cNvSpPr txBox="1"/>
          <p:nvPr/>
        </p:nvSpPr>
        <p:spPr>
          <a:xfrm>
            <a:off x="667856" y="2769140"/>
            <a:ext cx="429528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Steps in Analysis Phase</a:t>
            </a:r>
            <a:endParaRPr lang="en-MY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883FA-A555-4D49-BEB1-BD6CD0F0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59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 dirty="0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B8DF4BCC-28EB-456F-A4B2-265C61E3CA52}"/>
              </a:ext>
            </a:extLst>
          </p:cNvPr>
          <p:cNvSpPr txBox="1">
            <a:spLocks/>
          </p:cNvSpPr>
          <p:nvPr/>
        </p:nvSpPr>
        <p:spPr>
          <a:xfrm>
            <a:off x="551310" y="488655"/>
            <a:ext cx="5628323" cy="940642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6000" b="1" dirty="0">
                <a:latin typeface="Verdana" panose="020B0604030504040204" pitchFamily="34" charset="0"/>
                <a:ea typeface="Verdana" panose="020B0604030504040204" pitchFamily="34" charset="0"/>
              </a:rPr>
              <a:t>Design</a:t>
            </a:r>
            <a:endParaRPr lang="en-MY" sz="6000" dirty="0"/>
          </a:p>
        </p:txBody>
      </p:sp>
      <p:sp>
        <p:nvSpPr>
          <p:cNvPr id="14" name="Double Wave 13">
            <a:extLst>
              <a:ext uri="{FF2B5EF4-FFF2-40B4-BE49-F238E27FC236}">
                <a16:creationId xmlns:a16="http://schemas.microsoft.com/office/drawing/2014/main" id="{D1D1D2E6-5575-4705-920E-0C8A869289AC}"/>
              </a:ext>
            </a:extLst>
          </p:cNvPr>
          <p:cNvSpPr/>
          <p:nvPr/>
        </p:nvSpPr>
        <p:spPr>
          <a:xfrm>
            <a:off x="574675" y="2496918"/>
            <a:ext cx="14665325" cy="4732165"/>
          </a:xfrm>
          <a:prstGeom prst="doubleWave">
            <a:avLst>
              <a:gd name="adj1" fmla="val 6250"/>
              <a:gd name="adj2" fmla="val 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The design phase decides </a:t>
            </a:r>
            <a:r>
              <a:rPr lang="en-US" altLang="en-US" sz="3200" b="1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</a:t>
            </a: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 the system will operate, in terms of the </a:t>
            </a:r>
            <a:r>
              <a:rPr lang="en-US" alt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hardware, software, and network infrastructure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en-US" sz="3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The user interface, forms, and reports that will be used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en-US" sz="3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 The specific programs, databases, and files that will be needed.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14A96-125D-4930-B902-5E3C6116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87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 dirty="0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B8DF4BCC-28EB-456F-A4B2-265C61E3CA52}"/>
              </a:ext>
            </a:extLst>
          </p:cNvPr>
          <p:cNvSpPr txBox="1">
            <a:spLocks/>
          </p:cNvSpPr>
          <p:nvPr/>
        </p:nvSpPr>
        <p:spPr>
          <a:xfrm>
            <a:off x="551310" y="488655"/>
            <a:ext cx="5628323" cy="1863972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6000" b="1" dirty="0">
                <a:latin typeface="Verdana" panose="020B0604030504040204" pitchFamily="34" charset="0"/>
                <a:ea typeface="Verdana" panose="020B0604030504040204" pitchFamily="34" charset="0"/>
              </a:rPr>
              <a:t>Design Phase</a:t>
            </a:r>
            <a:endParaRPr lang="en-MY" sz="6000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1EC9E45-D685-43DE-83E9-7E9A6EE585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0037843"/>
              </p:ext>
            </p:extLst>
          </p:nvPr>
        </p:nvGraphicFramePr>
        <p:xfrm>
          <a:off x="551310" y="2807761"/>
          <a:ext cx="16136490" cy="6273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76EAE-341E-40CE-9CAA-4772B0B07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80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 dirty="0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B8DF4BCC-28EB-456F-A4B2-265C61E3CA52}"/>
              </a:ext>
            </a:extLst>
          </p:cNvPr>
          <p:cNvSpPr txBox="1">
            <a:spLocks/>
          </p:cNvSpPr>
          <p:nvPr/>
        </p:nvSpPr>
        <p:spPr>
          <a:xfrm>
            <a:off x="551310" y="488655"/>
            <a:ext cx="7144890" cy="940642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6000" b="1" dirty="0">
                <a:latin typeface="Verdana" panose="020B0604030504040204" pitchFamily="34" charset="0"/>
                <a:ea typeface="Verdana" panose="020B0604030504040204" pitchFamily="34" charset="0"/>
              </a:rPr>
              <a:t>Implementation</a:t>
            </a:r>
            <a:endParaRPr lang="en-MY" sz="6000" dirty="0"/>
          </a:p>
        </p:txBody>
      </p:sp>
      <p:sp>
        <p:nvSpPr>
          <p:cNvPr id="14" name="Double Wave 13">
            <a:extLst>
              <a:ext uri="{FF2B5EF4-FFF2-40B4-BE49-F238E27FC236}">
                <a16:creationId xmlns:a16="http://schemas.microsoft.com/office/drawing/2014/main" id="{D1D1D2E6-5575-4705-920E-0C8A869289AC}"/>
              </a:ext>
            </a:extLst>
          </p:cNvPr>
          <p:cNvSpPr/>
          <p:nvPr/>
        </p:nvSpPr>
        <p:spPr>
          <a:xfrm>
            <a:off x="574675" y="2496918"/>
            <a:ext cx="15803488" cy="4732165"/>
          </a:xfrm>
          <a:prstGeom prst="doubleWave">
            <a:avLst>
              <a:gd name="adj1" fmla="val 6250"/>
              <a:gd name="adj2" fmla="val 1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During the implementation phase, the system is either </a:t>
            </a:r>
            <a:r>
              <a:rPr lang="en-US" alt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developed or purchased </a:t>
            </a: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(in the case of packaged software) and installed.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en-US" sz="3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This phase is usually the </a:t>
            </a:r>
            <a:r>
              <a:rPr lang="en-US" alt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longest and most expensive </a:t>
            </a:r>
            <a:r>
              <a:rPr lang="en-US" alt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part of the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E9861-040B-482B-980B-D0C06D93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83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48704"/>
            <a:ext cx="24125169" cy="1271802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 dirty="0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11768" y="17001671"/>
              <a:ext cx="24619527" cy="4307680"/>
              <a:chOff x="0" y="-38100"/>
              <a:chExt cx="4863116" cy="850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B8DF4BCC-28EB-456F-A4B2-265C61E3CA52}"/>
              </a:ext>
            </a:extLst>
          </p:cNvPr>
          <p:cNvSpPr txBox="1">
            <a:spLocks/>
          </p:cNvSpPr>
          <p:nvPr/>
        </p:nvSpPr>
        <p:spPr>
          <a:xfrm>
            <a:off x="551310" y="488655"/>
            <a:ext cx="10998033" cy="940642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17145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"/>
              </a:spcBef>
            </a:pPr>
            <a:r>
              <a:rPr lang="en-US" altLang="en-US" sz="6000" b="1" dirty="0">
                <a:latin typeface="Verdana" panose="020B0604030504040204" pitchFamily="34" charset="0"/>
                <a:ea typeface="Verdana" panose="020B0604030504040204" pitchFamily="34" charset="0"/>
              </a:rPr>
              <a:t>Implementation phase</a:t>
            </a:r>
            <a:endParaRPr lang="en-MY" sz="6000" dirty="0"/>
          </a:p>
        </p:txBody>
      </p:sp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FEEF3AEA-748B-4726-B479-9DB9BBC257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9752931"/>
              </p:ext>
            </p:extLst>
          </p:nvPr>
        </p:nvGraphicFramePr>
        <p:xfrm>
          <a:off x="2694214" y="2514599"/>
          <a:ext cx="14450785" cy="7021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AD0D5-E900-4389-BE55-4FB7A436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68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-10580377">
            <a:off x="9407140" y="-9309963"/>
            <a:ext cx="24036383" cy="24664199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 flipH="1">
            <a:off x="-4254153" y="7476061"/>
            <a:ext cx="11881594" cy="3564478"/>
          </a:xfrm>
          <a:custGeom>
            <a:avLst/>
            <a:gdLst/>
            <a:ahLst/>
            <a:cxnLst/>
            <a:rect l="l" t="t" r="r" b="b"/>
            <a:pathLst>
              <a:path w="11881594" h="3564478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2" y="4389963"/>
            <a:ext cx="5250788" cy="5897039"/>
          </a:xfrm>
          <a:custGeom>
            <a:avLst/>
            <a:gdLst/>
            <a:ahLst/>
            <a:cxnLst/>
            <a:rect l="l" t="t" r="r" b="b"/>
            <a:pathLst>
              <a:path w="5250788" h="5897039">
                <a:moveTo>
                  <a:pt x="0" y="0"/>
                </a:moveTo>
                <a:lnTo>
                  <a:pt x="5250788" y="0"/>
                </a:lnTo>
                <a:lnTo>
                  <a:pt x="5250788" y="5897039"/>
                </a:lnTo>
                <a:lnTo>
                  <a:pt x="0" y="58970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3000"/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5496875" y="3079375"/>
            <a:ext cx="6718623" cy="4114800"/>
          </a:xfrm>
          <a:custGeom>
            <a:avLst/>
            <a:gdLst/>
            <a:ahLst/>
            <a:cxnLst/>
            <a:rect l="l" t="t" r="r" b="b"/>
            <a:pathLst>
              <a:path w="6718623" h="4114800">
                <a:moveTo>
                  <a:pt x="0" y="0"/>
                </a:moveTo>
                <a:lnTo>
                  <a:pt x="6718622" y="0"/>
                </a:lnTo>
                <a:lnTo>
                  <a:pt x="67186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>
            <a:off x="4059829" y="2739431"/>
            <a:ext cx="2263211" cy="2741775"/>
          </a:xfrm>
          <a:custGeom>
            <a:avLst/>
            <a:gdLst/>
            <a:ahLst/>
            <a:cxnLst/>
            <a:rect l="l" t="t" r="r" b="b"/>
            <a:pathLst>
              <a:path w="2263211" h="2741775">
                <a:moveTo>
                  <a:pt x="0" y="0"/>
                </a:moveTo>
                <a:lnTo>
                  <a:pt x="2263211" y="0"/>
                </a:lnTo>
                <a:lnTo>
                  <a:pt x="2263211" y="2741776"/>
                </a:lnTo>
                <a:lnTo>
                  <a:pt x="0" y="2741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10986725" y="5481207"/>
            <a:ext cx="1864579" cy="2589695"/>
          </a:xfrm>
          <a:custGeom>
            <a:avLst/>
            <a:gdLst/>
            <a:ahLst/>
            <a:cxnLst/>
            <a:rect l="l" t="t" r="r" b="b"/>
            <a:pathLst>
              <a:path w="1864579" h="2589694">
                <a:moveTo>
                  <a:pt x="0" y="0"/>
                </a:moveTo>
                <a:lnTo>
                  <a:pt x="1864580" y="0"/>
                </a:lnTo>
                <a:lnTo>
                  <a:pt x="1864580" y="2589693"/>
                </a:lnTo>
                <a:lnTo>
                  <a:pt x="0" y="25896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6729777" y="4234145"/>
            <a:ext cx="4256947" cy="189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9"/>
              </a:lnSpc>
            </a:pPr>
            <a:r>
              <a:rPr lang="en-US" sz="7302" b="1" dirty="0">
                <a:solidFill>
                  <a:srgbClr val="000000"/>
                </a:solidFill>
              </a:rPr>
              <a:t>Question Time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5B93CA-E969-46DA-8ABC-4B7B2438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-10580377">
            <a:off x="9407140" y="-9309963"/>
            <a:ext cx="24036383" cy="24664199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 flipH="1">
            <a:off x="-4254153" y="7476061"/>
            <a:ext cx="11881594" cy="3564478"/>
          </a:xfrm>
          <a:custGeom>
            <a:avLst/>
            <a:gdLst/>
            <a:ahLst/>
            <a:cxnLst/>
            <a:rect l="l" t="t" r="r" b="b"/>
            <a:pathLst>
              <a:path w="11881594" h="3564478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>
            <a:off x="-383826" y="48703"/>
            <a:ext cx="24508995" cy="12432272"/>
            <a:chOff x="0" y="4351989"/>
            <a:chExt cx="32678659" cy="16576363"/>
          </a:xfrm>
        </p:grpSpPr>
        <p:sp>
          <p:nvSpPr>
            <p:cNvPr id="6" name="Freeform 6"/>
            <p:cNvSpPr/>
            <p:nvPr/>
          </p:nvSpPr>
          <p:spPr>
            <a:xfrm>
              <a:off x="0" y="9917825"/>
              <a:ext cx="6950195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Freeform 7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9999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Freeform 8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23849" y="6877920"/>
              <a:ext cx="11872124" cy="42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7"/>
                </a:lnSpc>
                <a:spcBef>
                  <a:spcPct val="0"/>
                </a:spcBef>
              </a:pPr>
              <a:r>
                <a:rPr lang="en-US" sz="1932" spc="189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511768" y="17194552"/>
              <a:ext cx="24619527" cy="3733800"/>
              <a:chOff x="0" y="0"/>
              <a:chExt cx="4863116" cy="73754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863116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83"/>
                  </a:lnSpc>
                </a:pPr>
                <a:endParaRPr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537810" y="1370543"/>
            <a:ext cx="13406790" cy="1290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70"/>
              </a:lnSpc>
              <a:spcBef>
                <a:spcPct val="0"/>
              </a:spcBef>
            </a:pPr>
            <a:r>
              <a:rPr lang="en-US" sz="7732" b="1" spc="757" dirty="0">
                <a:solidFill>
                  <a:srgbClr val="1211CA"/>
                </a:solidFill>
              </a:rPr>
              <a:t>WHAT WE COVER NEXT...</a:t>
            </a:r>
          </a:p>
        </p:txBody>
      </p:sp>
      <p:sp>
        <p:nvSpPr>
          <p:cNvPr id="14" name="Freeform 14"/>
          <p:cNvSpPr/>
          <p:nvPr/>
        </p:nvSpPr>
        <p:spPr>
          <a:xfrm>
            <a:off x="3548576" y="3197359"/>
            <a:ext cx="8561928" cy="5243727"/>
          </a:xfrm>
          <a:custGeom>
            <a:avLst/>
            <a:gdLst/>
            <a:ahLst/>
            <a:cxnLst/>
            <a:rect l="l" t="t" r="r" b="b"/>
            <a:pathLst>
              <a:path w="8561928" h="5243727">
                <a:moveTo>
                  <a:pt x="0" y="0"/>
                </a:moveTo>
                <a:lnTo>
                  <a:pt x="8561928" y="0"/>
                </a:lnTo>
                <a:lnTo>
                  <a:pt x="8561928" y="5243727"/>
                </a:lnTo>
                <a:lnTo>
                  <a:pt x="0" y="5243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5" name="TextBox 15"/>
          <p:cNvSpPr txBox="1"/>
          <p:nvPr/>
        </p:nvSpPr>
        <p:spPr>
          <a:xfrm>
            <a:off x="4355087" y="4284198"/>
            <a:ext cx="6685803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9"/>
              </a:lnSpc>
            </a:pPr>
            <a:r>
              <a:rPr lang="en-US" sz="7000" b="1" dirty="0">
                <a:solidFill>
                  <a:srgbClr val="000000"/>
                </a:solidFill>
              </a:rPr>
              <a:t>02 Project Initiation and Planning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D2EEA3C-55E8-48F5-ACC0-A8723DFF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2213</TotalTime>
  <Words>1739</Words>
  <Application>Microsoft Office PowerPoint</Application>
  <PresentationFormat>Custom</PresentationFormat>
  <Paragraphs>270</Paragraphs>
  <Slides>31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Calibri</vt:lpstr>
      <vt:lpstr>Arial Rounded MT Bold</vt:lpstr>
      <vt:lpstr>Montserrat Ultra-Bold</vt:lpstr>
      <vt:lpstr>Times New Roman</vt:lpstr>
      <vt:lpstr>Arial</vt:lpstr>
      <vt:lpstr>Montserrat Classic</vt:lpstr>
      <vt:lpstr>Calibri Light</vt:lpstr>
      <vt:lpstr>Verdana</vt:lpstr>
      <vt:lpstr>Oswald Bold</vt:lpstr>
      <vt:lpstr>DM Sans</vt:lpstr>
      <vt:lpstr>Wingdings</vt:lpstr>
      <vt:lpstr>Office Theme</vt:lpstr>
      <vt:lpstr>Microsoft ClipArt Gallery</vt:lpstr>
      <vt:lpstr>PowerPoint Presentation</vt:lpstr>
      <vt:lpstr>PowerPoint Presentation</vt:lpstr>
      <vt:lpstr>What’s the SAD about?</vt:lpstr>
      <vt:lpstr>PowerPoint Presentation</vt:lpstr>
      <vt:lpstr>PowerPoint Presentation</vt:lpstr>
      <vt:lpstr>SAD Is Good for Your Career!</vt:lpstr>
      <vt:lpstr>PowerPoint Presentation</vt:lpstr>
      <vt:lpstr>Computer-based Systems</vt:lpstr>
      <vt:lpstr>Information Systems</vt:lpstr>
      <vt:lpstr>Business Information System</vt:lpstr>
      <vt:lpstr>Key Properties of Computer-based Systems</vt:lpstr>
      <vt:lpstr>Key Properties of Computer-based Systems (Cont.)</vt:lpstr>
      <vt:lpstr>Types of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dc:creator>Dr Nurshazwani Binti Muhamad Mahfuz . - nurshazwanimahfuz@segi.edu.my</dc:creator>
  <cp:lastModifiedBy>Nurul Azlia Binti Mat Saat</cp:lastModifiedBy>
  <cp:revision>61</cp:revision>
  <dcterms:created xsi:type="dcterms:W3CDTF">2006-08-16T00:00:00Z</dcterms:created>
  <dcterms:modified xsi:type="dcterms:W3CDTF">2026-05-24T06:53:27Z</dcterms:modified>
  <dc:identifier>DAFsrMPx_0k</dc:identifier>
</cp:coreProperties>
</file>