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 id="2147483702" r:id="rId5"/>
    <p:sldMasterId id="2147483810" r:id="rId6"/>
  </p:sldMasterIdLst>
  <p:notesMasterIdLst>
    <p:notesMasterId r:id="rId62"/>
  </p:notesMasterIdLst>
  <p:sldIdLst>
    <p:sldId id="256" r:id="rId7"/>
    <p:sldId id="428" r:id="rId8"/>
    <p:sldId id="411" r:id="rId9"/>
    <p:sldId id="412" r:id="rId10"/>
    <p:sldId id="413" r:id="rId11"/>
    <p:sldId id="422" r:id="rId12"/>
    <p:sldId id="398" r:id="rId13"/>
    <p:sldId id="399" r:id="rId14"/>
    <p:sldId id="400" r:id="rId15"/>
    <p:sldId id="405" r:id="rId16"/>
    <p:sldId id="406" r:id="rId17"/>
    <p:sldId id="407" r:id="rId18"/>
    <p:sldId id="408" r:id="rId19"/>
    <p:sldId id="312" r:id="rId20"/>
    <p:sldId id="313" r:id="rId21"/>
    <p:sldId id="257" r:id="rId22"/>
    <p:sldId id="270" r:id="rId23"/>
    <p:sldId id="272" r:id="rId24"/>
    <p:sldId id="271" r:id="rId25"/>
    <p:sldId id="321" r:id="rId26"/>
    <p:sldId id="258" r:id="rId27"/>
    <p:sldId id="285" r:id="rId28"/>
    <p:sldId id="431" r:id="rId29"/>
    <p:sldId id="429" r:id="rId30"/>
    <p:sldId id="276" r:id="rId31"/>
    <p:sldId id="433" r:id="rId32"/>
    <p:sldId id="434" r:id="rId33"/>
    <p:sldId id="432" r:id="rId34"/>
    <p:sldId id="259" r:id="rId35"/>
    <p:sldId id="318" r:id="rId36"/>
    <p:sldId id="320" r:id="rId37"/>
    <p:sldId id="273" r:id="rId38"/>
    <p:sldId id="296" r:id="rId39"/>
    <p:sldId id="274" r:id="rId40"/>
    <p:sldId id="260" r:id="rId41"/>
    <p:sldId id="262" r:id="rId42"/>
    <p:sldId id="430" r:id="rId43"/>
    <p:sldId id="261" r:id="rId44"/>
    <p:sldId id="297" r:id="rId45"/>
    <p:sldId id="277" r:id="rId46"/>
    <p:sldId id="279" r:id="rId47"/>
    <p:sldId id="316" r:id="rId48"/>
    <p:sldId id="295" r:id="rId49"/>
    <p:sldId id="280" r:id="rId50"/>
    <p:sldId id="420" r:id="rId51"/>
    <p:sldId id="278" r:id="rId52"/>
    <p:sldId id="298" r:id="rId53"/>
    <p:sldId id="281" r:id="rId54"/>
    <p:sldId id="282" r:id="rId55"/>
    <p:sldId id="283" r:id="rId56"/>
    <p:sldId id="299" r:id="rId57"/>
    <p:sldId id="424" r:id="rId58"/>
    <p:sldId id="425" r:id="rId59"/>
    <p:sldId id="323" r:id="rId60"/>
    <p:sldId id="294" r:id="rId6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252" autoAdjust="0"/>
  </p:normalViewPr>
  <p:slideViewPr>
    <p:cSldViewPr>
      <p:cViewPr varScale="1">
        <p:scale>
          <a:sx n="68" d="100"/>
          <a:sy n="68" d="100"/>
        </p:scale>
        <p:origin x="1240" y="68"/>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167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4f6c7eb3-5643-4e91-aeb7-39086a2dad27" providerId="ADAL" clId="{455F0D73-5E89-4FDE-97F3-660B785937E3}"/>
    <pc:docChg chg="undo custSel addSld delSld modSld sldOrd delMainMaster">
      <pc:chgData name="Lim Wen-I" userId="4f6c7eb3-5643-4e91-aeb7-39086a2dad27" providerId="ADAL" clId="{455F0D73-5E89-4FDE-97F3-660B785937E3}" dt="2025-09-28T11:27:29.732" v="1000" actId="2696"/>
      <pc:docMkLst>
        <pc:docMk/>
      </pc:docMkLst>
      <pc:sldChg chg="modSp">
        <pc:chgData name="Lim Wen-I" userId="4f6c7eb3-5643-4e91-aeb7-39086a2dad27" providerId="ADAL" clId="{455F0D73-5E89-4FDE-97F3-660B785937E3}" dt="2025-09-27T17:01:53.653" v="17" actId="20577"/>
        <pc:sldMkLst>
          <pc:docMk/>
          <pc:sldMk cId="0" sldId="256"/>
        </pc:sldMkLst>
        <pc:spChg chg="mod">
          <ac:chgData name="Lim Wen-I" userId="4f6c7eb3-5643-4e91-aeb7-39086a2dad27" providerId="ADAL" clId="{455F0D73-5E89-4FDE-97F3-660B785937E3}" dt="2025-09-27T17:01:18.319" v="14" actId="1076"/>
          <ac:spMkLst>
            <pc:docMk/>
            <pc:sldMk cId="0" sldId="256"/>
            <ac:spMk id="4" creationId="{00000000-0000-0000-0000-000000000000}"/>
          </ac:spMkLst>
        </pc:spChg>
        <pc:spChg chg="mod">
          <ac:chgData name="Lim Wen-I" userId="4f6c7eb3-5643-4e91-aeb7-39086a2dad27" providerId="ADAL" clId="{455F0D73-5E89-4FDE-97F3-660B785937E3}" dt="2025-09-27T17:01:53.653" v="17" actId="20577"/>
          <ac:spMkLst>
            <pc:docMk/>
            <pc:sldMk cId="0" sldId="256"/>
            <ac:spMk id="11" creationId="{00000000-0000-0000-0000-000000000000}"/>
          </ac:spMkLst>
        </pc:spChg>
      </pc:sldChg>
      <pc:sldChg chg="addSp">
        <pc:chgData name="Lim Wen-I" userId="4f6c7eb3-5643-4e91-aeb7-39086a2dad27" providerId="ADAL" clId="{455F0D73-5E89-4FDE-97F3-660B785937E3}" dt="2025-09-27T18:33:08.499" v="529"/>
        <pc:sldMkLst>
          <pc:docMk/>
          <pc:sldMk cId="0" sldId="277"/>
        </pc:sldMkLst>
        <pc:spChg chg="add">
          <ac:chgData name="Lim Wen-I" userId="4f6c7eb3-5643-4e91-aeb7-39086a2dad27" providerId="ADAL" clId="{455F0D73-5E89-4FDE-97F3-660B785937E3}" dt="2025-09-27T18:33:08.499" v="529"/>
          <ac:spMkLst>
            <pc:docMk/>
            <pc:sldMk cId="0" sldId="277"/>
            <ac:spMk id="5" creationId="{3E74822C-1611-4FFE-A2D7-E69B2227F188}"/>
          </ac:spMkLst>
        </pc:spChg>
      </pc:sldChg>
      <pc:sldChg chg="addSp ord">
        <pc:chgData name="Lim Wen-I" userId="4f6c7eb3-5643-4e91-aeb7-39086a2dad27" providerId="ADAL" clId="{455F0D73-5E89-4FDE-97F3-660B785937E3}" dt="2025-09-28T03:19:35.800" v="544"/>
        <pc:sldMkLst>
          <pc:docMk/>
          <pc:sldMk cId="0" sldId="279"/>
        </pc:sldMkLst>
        <pc:spChg chg="add">
          <ac:chgData name="Lim Wen-I" userId="4f6c7eb3-5643-4e91-aeb7-39086a2dad27" providerId="ADAL" clId="{455F0D73-5E89-4FDE-97F3-660B785937E3}" dt="2025-09-27T18:33:10.801" v="530"/>
          <ac:spMkLst>
            <pc:docMk/>
            <pc:sldMk cId="0" sldId="279"/>
            <ac:spMk id="5" creationId="{A9E7BF52-9A00-4065-8A47-DFF86C11613B}"/>
          </ac:spMkLst>
        </pc:spChg>
      </pc:sldChg>
      <pc:sldChg chg="addSp">
        <pc:chgData name="Lim Wen-I" userId="4f6c7eb3-5643-4e91-aeb7-39086a2dad27" providerId="ADAL" clId="{455F0D73-5E89-4FDE-97F3-660B785937E3}" dt="2025-09-27T18:33:23.707" v="531"/>
        <pc:sldMkLst>
          <pc:docMk/>
          <pc:sldMk cId="0" sldId="281"/>
        </pc:sldMkLst>
        <pc:spChg chg="add">
          <ac:chgData name="Lim Wen-I" userId="4f6c7eb3-5643-4e91-aeb7-39086a2dad27" providerId="ADAL" clId="{455F0D73-5E89-4FDE-97F3-660B785937E3}" dt="2025-09-27T18:33:23.707" v="531"/>
          <ac:spMkLst>
            <pc:docMk/>
            <pc:sldMk cId="0" sldId="281"/>
            <ac:spMk id="5" creationId="{5A05C57B-E915-4657-B5BF-FFAC4AC498D2}"/>
          </ac:spMkLst>
        </pc:spChg>
      </pc:sldChg>
      <pc:sldChg chg="addSp">
        <pc:chgData name="Lim Wen-I" userId="4f6c7eb3-5643-4e91-aeb7-39086a2dad27" providerId="ADAL" clId="{455F0D73-5E89-4FDE-97F3-660B785937E3}" dt="2025-09-27T18:33:28.931" v="532"/>
        <pc:sldMkLst>
          <pc:docMk/>
          <pc:sldMk cId="0" sldId="283"/>
        </pc:sldMkLst>
        <pc:spChg chg="add">
          <ac:chgData name="Lim Wen-I" userId="4f6c7eb3-5643-4e91-aeb7-39086a2dad27" providerId="ADAL" clId="{455F0D73-5E89-4FDE-97F3-660B785937E3}" dt="2025-09-27T18:33:28.931" v="532"/>
          <ac:spMkLst>
            <pc:docMk/>
            <pc:sldMk cId="0" sldId="283"/>
            <ac:spMk id="5" creationId="{2DA5E91B-4EC8-4000-95F6-404DA8023560}"/>
          </ac:spMkLst>
        </pc:spChg>
      </pc:sldChg>
      <pc:sldChg chg="addSp">
        <pc:chgData name="Lim Wen-I" userId="4f6c7eb3-5643-4e91-aeb7-39086a2dad27" providerId="ADAL" clId="{455F0D73-5E89-4FDE-97F3-660B785937E3}" dt="2025-09-27T18:30:57.439" v="516"/>
        <pc:sldMkLst>
          <pc:docMk/>
          <pc:sldMk cId="0" sldId="294"/>
        </pc:sldMkLst>
        <pc:spChg chg="add">
          <ac:chgData name="Lim Wen-I" userId="4f6c7eb3-5643-4e91-aeb7-39086a2dad27" providerId="ADAL" clId="{455F0D73-5E89-4FDE-97F3-660B785937E3}" dt="2025-09-27T18:30:57.439" v="516"/>
          <ac:spMkLst>
            <pc:docMk/>
            <pc:sldMk cId="0" sldId="294"/>
            <ac:spMk id="5" creationId="{BC49E943-D382-40FD-8D48-74691DD4BB29}"/>
          </ac:spMkLst>
        </pc:spChg>
      </pc:sldChg>
      <pc:sldChg chg="addSp ord">
        <pc:chgData name="Lim Wen-I" userId="4f6c7eb3-5643-4e91-aeb7-39086a2dad27" providerId="ADAL" clId="{455F0D73-5E89-4FDE-97F3-660B785937E3}" dt="2025-09-27T18:18:42.809" v="502"/>
        <pc:sldMkLst>
          <pc:docMk/>
          <pc:sldMk cId="0" sldId="295"/>
        </pc:sldMkLst>
        <pc:spChg chg="add">
          <ac:chgData name="Lim Wen-I" userId="4f6c7eb3-5643-4e91-aeb7-39086a2dad27" providerId="ADAL" clId="{455F0D73-5E89-4FDE-97F3-660B785937E3}" dt="2025-09-27T17:57:09.739" v="423"/>
          <ac:spMkLst>
            <pc:docMk/>
            <pc:sldMk cId="0" sldId="295"/>
            <ac:spMk id="5" creationId="{812266AB-45A1-4202-8891-0A0D2A29DDDE}"/>
          </ac:spMkLst>
        </pc:spChg>
      </pc:sldChg>
      <pc:sldChg chg="addSp">
        <pc:chgData name="Lim Wen-I" userId="4f6c7eb3-5643-4e91-aeb7-39086a2dad27" providerId="ADAL" clId="{455F0D73-5E89-4FDE-97F3-660B785937E3}" dt="2025-09-27T18:33:06.497" v="528"/>
        <pc:sldMkLst>
          <pc:docMk/>
          <pc:sldMk cId="0" sldId="297"/>
        </pc:sldMkLst>
        <pc:spChg chg="add">
          <ac:chgData name="Lim Wen-I" userId="4f6c7eb3-5643-4e91-aeb7-39086a2dad27" providerId="ADAL" clId="{455F0D73-5E89-4FDE-97F3-660B785937E3}" dt="2025-09-27T18:33:06.497" v="528"/>
          <ac:spMkLst>
            <pc:docMk/>
            <pc:sldMk cId="0" sldId="297"/>
            <ac:spMk id="5" creationId="{5F69BD73-969A-4C05-A46C-F67534E0AF41}"/>
          </ac:spMkLst>
        </pc:spChg>
      </pc:sldChg>
      <pc:sldChg chg="addSp">
        <pc:chgData name="Lim Wen-I" userId="4f6c7eb3-5643-4e91-aeb7-39086a2dad27" providerId="ADAL" clId="{455F0D73-5E89-4FDE-97F3-660B785937E3}" dt="2025-09-27T18:33:33.652" v="533"/>
        <pc:sldMkLst>
          <pc:docMk/>
          <pc:sldMk cId="0" sldId="299"/>
        </pc:sldMkLst>
        <pc:spChg chg="add">
          <ac:chgData name="Lim Wen-I" userId="4f6c7eb3-5643-4e91-aeb7-39086a2dad27" providerId="ADAL" clId="{455F0D73-5E89-4FDE-97F3-660B785937E3}" dt="2025-09-27T18:33:33.652" v="533"/>
          <ac:spMkLst>
            <pc:docMk/>
            <pc:sldMk cId="0" sldId="299"/>
            <ac:spMk id="5" creationId="{FC53CF03-851C-49F8-ABD5-2293D4D61949}"/>
          </ac:spMkLst>
        </pc:spChg>
      </pc:sldChg>
      <pc:sldChg chg="addSp">
        <pc:chgData name="Lim Wen-I" userId="4f6c7eb3-5643-4e91-aeb7-39086a2dad27" providerId="ADAL" clId="{455F0D73-5E89-4FDE-97F3-660B785937E3}" dt="2025-09-27T17:57:13.813" v="424"/>
        <pc:sldMkLst>
          <pc:docMk/>
          <pc:sldMk cId="0" sldId="312"/>
        </pc:sldMkLst>
        <pc:spChg chg="add">
          <ac:chgData name="Lim Wen-I" userId="4f6c7eb3-5643-4e91-aeb7-39086a2dad27" providerId="ADAL" clId="{455F0D73-5E89-4FDE-97F3-660B785937E3}" dt="2025-09-27T17:57:13.813" v="424"/>
          <ac:spMkLst>
            <pc:docMk/>
            <pc:sldMk cId="0" sldId="312"/>
            <ac:spMk id="4" creationId="{0D24200B-20BD-4187-8BB9-3AB9833EDF5D}"/>
          </ac:spMkLst>
        </pc:spChg>
      </pc:sldChg>
      <pc:sldChg chg="addSp ord">
        <pc:chgData name="Lim Wen-I" userId="4f6c7eb3-5643-4e91-aeb7-39086a2dad27" providerId="ADAL" clId="{455F0D73-5E89-4FDE-97F3-660B785937E3}" dt="2025-09-27T18:18:42.809" v="502"/>
        <pc:sldMkLst>
          <pc:docMk/>
          <pc:sldMk cId="0" sldId="316"/>
        </pc:sldMkLst>
        <pc:spChg chg="add">
          <ac:chgData name="Lim Wen-I" userId="4f6c7eb3-5643-4e91-aeb7-39086a2dad27" providerId="ADAL" clId="{455F0D73-5E89-4FDE-97F3-660B785937E3}" dt="2025-09-27T17:57:06.682" v="422"/>
          <ac:spMkLst>
            <pc:docMk/>
            <pc:sldMk cId="0" sldId="316"/>
            <ac:spMk id="5" creationId="{0DC272C3-CAC4-48D2-94DF-60E9CBC45A58}"/>
          </ac:spMkLst>
        </pc:spChg>
      </pc:sldChg>
      <pc:sldChg chg="addSp">
        <pc:chgData name="Lim Wen-I" userId="4f6c7eb3-5643-4e91-aeb7-39086a2dad27" providerId="ADAL" clId="{455F0D73-5E89-4FDE-97F3-660B785937E3}" dt="2025-09-27T18:31:46.893" v="520"/>
        <pc:sldMkLst>
          <pc:docMk/>
          <pc:sldMk cId="0" sldId="323"/>
        </pc:sldMkLst>
        <pc:spChg chg="add">
          <ac:chgData name="Lim Wen-I" userId="4f6c7eb3-5643-4e91-aeb7-39086a2dad27" providerId="ADAL" clId="{455F0D73-5E89-4FDE-97F3-660B785937E3}" dt="2025-09-27T18:31:46.893" v="520"/>
          <ac:spMkLst>
            <pc:docMk/>
            <pc:sldMk cId="0" sldId="323"/>
            <ac:spMk id="6" creationId="{506A95DC-BC20-401A-9329-24ABF8031720}"/>
          </ac:spMkLst>
        </pc:spChg>
      </pc:sldChg>
      <pc:sldChg chg="addSp delSp modSp add">
        <pc:chgData name="Lim Wen-I" userId="4f6c7eb3-5643-4e91-aeb7-39086a2dad27" providerId="ADAL" clId="{455F0D73-5E89-4FDE-97F3-660B785937E3}" dt="2025-09-27T17:30:16.484" v="303"/>
        <pc:sldMkLst>
          <pc:docMk/>
          <pc:sldMk cId="3411780662" sldId="407"/>
        </pc:sldMkLst>
        <pc:spChg chg="mod">
          <ac:chgData name="Lim Wen-I" userId="4f6c7eb3-5643-4e91-aeb7-39086a2dad27" providerId="ADAL" clId="{455F0D73-5E89-4FDE-97F3-660B785937E3}" dt="2025-09-27T17:28:04.814" v="294" actId="207"/>
          <ac:spMkLst>
            <pc:docMk/>
            <pc:sldMk cId="3411780662" sldId="407"/>
            <ac:spMk id="2" creationId="{00000000-0000-0000-0000-000000000000}"/>
          </ac:spMkLst>
        </pc:spChg>
        <pc:spChg chg="del">
          <ac:chgData name="Lim Wen-I" userId="4f6c7eb3-5643-4e91-aeb7-39086a2dad27" providerId="ADAL" clId="{455F0D73-5E89-4FDE-97F3-660B785937E3}" dt="2025-09-27T17:24:36" v="270" actId="478"/>
          <ac:spMkLst>
            <pc:docMk/>
            <pc:sldMk cId="3411780662" sldId="407"/>
            <ac:spMk id="3" creationId="{00000000-0000-0000-0000-000000000000}"/>
          </ac:spMkLst>
        </pc:spChg>
        <pc:spChg chg="del">
          <ac:chgData name="Lim Wen-I" userId="4f6c7eb3-5643-4e91-aeb7-39086a2dad27" providerId="ADAL" clId="{455F0D73-5E89-4FDE-97F3-660B785937E3}" dt="2025-09-27T17:24:38.379" v="271" actId="478"/>
          <ac:spMkLst>
            <pc:docMk/>
            <pc:sldMk cId="3411780662" sldId="407"/>
            <ac:spMk id="4" creationId="{00000000-0000-0000-0000-000000000000}"/>
          </ac:spMkLst>
        </pc:spChg>
        <pc:spChg chg="add">
          <ac:chgData name="Lim Wen-I" userId="4f6c7eb3-5643-4e91-aeb7-39086a2dad27" providerId="ADAL" clId="{455F0D73-5E89-4FDE-97F3-660B785937E3}" dt="2025-09-27T17:30:16.484" v="303"/>
          <ac:spMkLst>
            <pc:docMk/>
            <pc:sldMk cId="3411780662" sldId="407"/>
            <ac:spMk id="5" creationId="{0CFCF705-557F-4E3D-9BDC-6DF61C0CC071}"/>
          </ac:spMkLst>
        </pc:spChg>
      </pc:sldChg>
      <pc:sldChg chg="addSp delSp modSp add">
        <pc:chgData name="Lim Wen-I" userId="4f6c7eb3-5643-4e91-aeb7-39086a2dad27" providerId="ADAL" clId="{455F0D73-5E89-4FDE-97F3-660B785937E3}" dt="2025-09-28T03:37:36.938" v="559" actId="255"/>
        <pc:sldMkLst>
          <pc:docMk/>
          <pc:sldMk cId="2207798938" sldId="408"/>
        </pc:sldMkLst>
        <pc:spChg chg="mod">
          <ac:chgData name="Lim Wen-I" userId="4f6c7eb3-5643-4e91-aeb7-39086a2dad27" providerId="ADAL" clId="{455F0D73-5E89-4FDE-97F3-660B785937E3}" dt="2025-09-28T03:37:36.938" v="559" actId="255"/>
          <ac:spMkLst>
            <pc:docMk/>
            <pc:sldMk cId="2207798938" sldId="408"/>
            <ac:spMk id="2" creationId="{00000000-0000-0000-0000-000000000000}"/>
          </ac:spMkLst>
        </pc:spChg>
        <pc:spChg chg="del mod">
          <ac:chgData name="Lim Wen-I" userId="4f6c7eb3-5643-4e91-aeb7-39086a2dad27" providerId="ADAL" clId="{455F0D73-5E89-4FDE-97F3-660B785937E3}" dt="2025-09-27T17:24:54.815" v="273" actId="478"/>
          <ac:spMkLst>
            <pc:docMk/>
            <pc:sldMk cId="2207798938" sldId="408"/>
            <ac:spMk id="5" creationId="{00000000-0000-0000-0000-000000000000}"/>
          </ac:spMkLst>
        </pc:spChg>
        <pc:spChg chg="add">
          <ac:chgData name="Lim Wen-I" userId="4f6c7eb3-5643-4e91-aeb7-39086a2dad27" providerId="ADAL" clId="{455F0D73-5E89-4FDE-97F3-660B785937E3}" dt="2025-09-27T17:25:19.956" v="278"/>
          <ac:spMkLst>
            <pc:docMk/>
            <pc:sldMk cId="2207798938" sldId="408"/>
            <ac:spMk id="8" creationId="{742D22A3-84CC-4A19-B743-6D52A944B46B}"/>
          </ac:spMkLst>
        </pc:spChg>
        <pc:picChg chg="del">
          <ac:chgData name="Lim Wen-I" userId="4f6c7eb3-5643-4e91-aeb7-39086a2dad27" providerId="ADAL" clId="{455F0D73-5E89-4FDE-97F3-660B785937E3}" dt="2025-09-27T17:24:57.568" v="274" actId="478"/>
          <ac:picMkLst>
            <pc:docMk/>
            <pc:sldMk cId="2207798938" sldId="408"/>
            <ac:picMk id="4" creationId="{00000000-0000-0000-0000-000000000000}"/>
          </ac:picMkLst>
        </pc:picChg>
      </pc:sldChg>
      <pc:sldChg chg="addSp modSp add">
        <pc:chgData name="Lim Wen-I" userId="4f6c7eb3-5643-4e91-aeb7-39086a2dad27" providerId="ADAL" clId="{455F0D73-5E89-4FDE-97F3-660B785937E3}" dt="2025-09-27T17:26:44.263" v="289" actId="1076"/>
        <pc:sldMkLst>
          <pc:docMk/>
          <pc:sldMk cId="875380830" sldId="411"/>
        </pc:sldMkLst>
        <pc:spChg chg="mod">
          <ac:chgData name="Lim Wen-I" userId="4f6c7eb3-5643-4e91-aeb7-39086a2dad27" providerId="ADAL" clId="{455F0D73-5E89-4FDE-97F3-660B785937E3}" dt="2025-09-27T17:26:19.928" v="286" actId="1035"/>
          <ac:spMkLst>
            <pc:docMk/>
            <pc:sldMk cId="875380830" sldId="411"/>
            <ac:spMk id="2" creationId="{00000000-0000-0000-0000-000000000000}"/>
          </ac:spMkLst>
        </pc:spChg>
        <pc:spChg chg="mod">
          <ac:chgData name="Lim Wen-I" userId="4f6c7eb3-5643-4e91-aeb7-39086a2dad27" providerId="ADAL" clId="{455F0D73-5E89-4FDE-97F3-660B785937E3}" dt="2025-09-27T17:26:44.263" v="289" actId="1076"/>
          <ac:spMkLst>
            <pc:docMk/>
            <pc:sldMk cId="875380830" sldId="411"/>
            <ac:spMk id="3" creationId="{00000000-0000-0000-0000-000000000000}"/>
          </ac:spMkLst>
        </pc:spChg>
        <pc:spChg chg="mod">
          <ac:chgData name="Lim Wen-I" userId="4f6c7eb3-5643-4e91-aeb7-39086a2dad27" providerId="ADAL" clId="{455F0D73-5E89-4FDE-97F3-660B785937E3}" dt="2025-09-27T17:26:37.646" v="288" actId="1076"/>
          <ac:spMkLst>
            <pc:docMk/>
            <pc:sldMk cId="875380830" sldId="411"/>
            <ac:spMk id="4"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9"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14"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19"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24"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29"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34"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35"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36"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37"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38"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43"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48"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53"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58"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63"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68"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69"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70"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71"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72" creationId="{00000000-0000-0000-0000-000000000000}"/>
          </ac:spMkLst>
        </pc:spChg>
        <pc:spChg chg="mod">
          <ac:chgData name="Lim Wen-I" userId="4f6c7eb3-5643-4e91-aeb7-39086a2dad27" providerId="ADAL" clId="{455F0D73-5E89-4FDE-97F3-660B785937E3}" dt="2025-09-27T17:26:19.928" v="286" actId="1035"/>
          <ac:spMkLst>
            <pc:docMk/>
            <pc:sldMk cId="875380830" sldId="411"/>
            <ac:spMk id="73" creationId="{00000000-0000-0000-0000-000000000000}"/>
          </ac:spMkLst>
        </pc:spChg>
        <pc:spChg chg="add mod">
          <ac:chgData name="Lim Wen-I" userId="4f6c7eb3-5643-4e91-aeb7-39086a2dad27" providerId="ADAL" clId="{455F0D73-5E89-4FDE-97F3-660B785937E3}" dt="2025-09-27T17:26:30.773" v="287" actId="1076"/>
          <ac:spMkLst>
            <pc:docMk/>
            <pc:sldMk cId="875380830" sldId="411"/>
            <ac:spMk id="75" creationId="{0D86CC61-398C-43A2-A232-A503D8D34B34}"/>
          </ac:spMkLst>
        </pc:spChg>
        <pc:grpChg chg="mod">
          <ac:chgData name="Lim Wen-I" userId="4f6c7eb3-5643-4e91-aeb7-39086a2dad27" providerId="ADAL" clId="{455F0D73-5E89-4FDE-97F3-660B785937E3}" dt="2025-09-27T17:26:19.928" v="286" actId="1035"/>
          <ac:grpSpMkLst>
            <pc:docMk/>
            <pc:sldMk cId="875380830" sldId="411"/>
            <ac:grpSpMk id="5"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10"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15"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20"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25"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30"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39"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44"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49"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54"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59" creationId="{00000000-0000-0000-0000-000000000000}"/>
          </ac:grpSpMkLst>
        </pc:grpChg>
        <pc:grpChg chg="mod">
          <ac:chgData name="Lim Wen-I" userId="4f6c7eb3-5643-4e91-aeb7-39086a2dad27" providerId="ADAL" clId="{455F0D73-5E89-4FDE-97F3-660B785937E3}" dt="2025-09-27T17:26:19.928" v="286" actId="1035"/>
          <ac:grpSpMkLst>
            <pc:docMk/>
            <pc:sldMk cId="875380830" sldId="411"/>
            <ac:grpSpMk id="64" creationId="{00000000-0000-0000-0000-000000000000}"/>
          </ac:grpSpMkLst>
        </pc:grpChg>
      </pc:sldChg>
      <pc:sldChg chg="addSp modSp add">
        <pc:chgData name="Lim Wen-I" userId="4f6c7eb3-5643-4e91-aeb7-39086a2dad27" providerId="ADAL" clId="{455F0D73-5E89-4FDE-97F3-660B785937E3}" dt="2025-09-27T17:42:01.983" v="349" actId="20577"/>
        <pc:sldMkLst>
          <pc:docMk/>
          <pc:sldMk cId="4069248696" sldId="412"/>
        </pc:sldMkLst>
        <pc:spChg chg="mod">
          <ac:chgData name="Lim Wen-I" userId="4f6c7eb3-5643-4e91-aeb7-39086a2dad27" providerId="ADAL" clId="{455F0D73-5E89-4FDE-97F3-660B785937E3}" dt="2025-09-27T17:42:01.983" v="349" actId="20577"/>
          <ac:spMkLst>
            <pc:docMk/>
            <pc:sldMk cId="4069248696" sldId="412"/>
            <ac:spMk id="3" creationId="{00000000-0000-0000-0000-000000000000}"/>
          </ac:spMkLst>
        </pc:spChg>
        <pc:spChg chg="add">
          <ac:chgData name="Lim Wen-I" userId="4f6c7eb3-5643-4e91-aeb7-39086a2dad27" providerId="ADAL" clId="{455F0D73-5E89-4FDE-97F3-660B785937E3}" dt="2025-09-27T17:26:49.015" v="290"/>
          <ac:spMkLst>
            <pc:docMk/>
            <pc:sldMk cId="4069248696" sldId="412"/>
            <ac:spMk id="6" creationId="{37E23840-DCC0-42C4-9F82-C6C0A2D4748F}"/>
          </ac:spMkLst>
        </pc:spChg>
      </pc:sldChg>
      <pc:sldChg chg="addSp modSp add">
        <pc:chgData name="Lim Wen-I" userId="4f6c7eb3-5643-4e91-aeb7-39086a2dad27" providerId="ADAL" clId="{455F0D73-5E89-4FDE-97F3-660B785937E3}" dt="2025-09-27T17:42:14.430" v="351"/>
        <pc:sldMkLst>
          <pc:docMk/>
          <pc:sldMk cId="234015640" sldId="413"/>
        </pc:sldMkLst>
        <pc:spChg chg="mod">
          <ac:chgData name="Lim Wen-I" userId="4f6c7eb3-5643-4e91-aeb7-39086a2dad27" providerId="ADAL" clId="{455F0D73-5E89-4FDE-97F3-660B785937E3}" dt="2025-09-27T17:42:14.430" v="351"/>
          <ac:spMkLst>
            <pc:docMk/>
            <pc:sldMk cId="234015640" sldId="413"/>
            <ac:spMk id="3" creationId="{00000000-0000-0000-0000-000000000000}"/>
          </ac:spMkLst>
        </pc:spChg>
        <pc:spChg chg="add">
          <ac:chgData name="Lim Wen-I" userId="4f6c7eb3-5643-4e91-aeb7-39086a2dad27" providerId="ADAL" clId="{455F0D73-5E89-4FDE-97F3-660B785937E3}" dt="2025-09-27T17:26:52.113" v="291"/>
          <ac:spMkLst>
            <pc:docMk/>
            <pc:sldMk cId="234015640" sldId="413"/>
            <ac:spMk id="6" creationId="{399AC00E-DE8D-4BBB-99A8-0955159BF90E}"/>
          </ac:spMkLst>
        </pc:spChg>
      </pc:sldChg>
      <pc:sldChg chg="addSp add">
        <pc:chgData name="Lim Wen-I" userId="4f6c7eb3-5643-4e91-aeb7-39086a2dad27" providerId="ADAL" clId="{455F0D73-5E89-4FDE-97F3-660B785937E3}" dt="2025-09-28T11:20:55.988" v="967"/>
        <pc:sldMkLst>
          <pc:docMk/>
          <pc:sldMk cId="3896774651" sldId="425"/>
        </pc:sldMkLst>
        <pc:spChg chg="add">
          <ac:chgData name="Lim Wen-I" userId="4f6c7eb3-5643-4e91-aeb7-39086a2dad27" providerId="ADAL" clId="{455F0D73-5E89-4FDE-97F3-660B785937E3}" dt="2025-09-28T11:20:55.988" v="967"/>
          <ac:spMkLst>
            <pc:docMk/>
            <pc:sldMk cId="3896774651" sldId="425"/>
            <ac:spMk id="6" creationId="{6D472B16-73F2-4CCF-B075-153CE60019FD}"/>
          </ac:spMkLst>
        </pc:spChg>
      </pc:sldChg>
      <pc:sldMasterChg chg="delSldLayout">
        <pc:chgData name="Lim Wen-I" userId="4f6c7eb3-5643-4e91-aeb7-39086a2dad27" providerId="ADAL" clId="{455F0D73-5E89-4FDE-97F3-660B785937E3}" dt="2025-09-27T18:13:53.749" v="492" actId="2696"/>
        <pc:sldMasterMkLst>
          <pc:docMk/>
          <pc:sldMasterMk cId="0" sldId="2147483648"/>
        </pc:sldMasterMkLst>
      </pc:sldMasterChg>
    </pc:docChg>
  </pc:docChgLst>
  <pc:docChgLst>
    <pc:chgData name="Lim Wen-I" userId="4f6c7eb3-5643-4e91-aeb7-39086a2dad27" providerId="ADAL" clId="{E50827FD-1CB2-4CFA-B37A-10B67E828850}"/>
    <pc:docChg chg="undo redo custSel addSld delSld modSld sldOrd delMainMaster">
      <pc:chgData name="Lim Wen-I" userId="4f6c7eb3-5643-4e91-aeb7-39086a2dad27" providerId="ADAL" clId="{E50827FD-1CB2-4CFA-B37A-10B67E828850}" dt="2025-10-12T09:32:51.625" v="1922" actId="113"/>
      <pc:docMkLst>
        <pc:docMk/>
      </pc:docMkLst>
      <pc:sldChg chg="addSp modSp">
        <pc:chgData name="Lim Wen-I" userId="4f6c7eb3-5643-4e91-aeb7-39086a2dad27" providerId="ADAL" clId="{E50827FD-1CB2-4CFA-B37A-10B67E828850}" dt="2025-10-12T09:32:51.625" v="1922" actId="113"/>
        <pc:sldMkLst>
          <pc:docMk/>
          <pc:sldMk cId="0" sldId="256"/>
        </pc:sldMkLst>
        <pc:spChg chg="mod">
          <ac:chgData name="Lim Wen-I" userId="4f6c7eb3-5643-4e91-aeb7-39086a2dad27" providerId="ADAL" clId="{E50827FD-1CB2-4CFA-B37A-10B67E828850}" dt="2025-10-12T09:32:51.625" v="1922" actId="113"/>
          <ac:spMkLst>
            <pc:docMk/>
            <pc:sldMk cId="0" sldId="256"/>
            <ac:spMk id="6" creationId="{00000000-0000-0000-0000-000000000000}"/>
          </ac:spMkLst>
        </pc:spChg>
        <pc:spChg chg="mod">
          <ac:chgData name="Lim Wen-I" userId="4f6c7eb3-5643-4e91-aeb7-39086a2dad27" providerId="ADAL" clId="{E50827FD-1CB2-4CFA-B37A-10B67E828850}" dt="2025-09-28T14:15:02.737" v="21" actId="20577"/>
          <ac:spMkLst>
            <pc:docMk/>
            <pc:sldMk cId="0" sldId="256"/>
            <ac:spMk id="11" creationId="{00000000-0000-0000-0000-000000000000}"/>
          </ac:spMkLst>
        </pc:spChg>
        <pc:spChg chg="add">
          <ac:chgData name="Lim Wen-I" userId="4f6c7eb3-5643-4e91-aeb7-39086a2dad27" providerId="ADAL" clId="{E50827FD-1CB2-4CFA-B37A-10B67E828850}" dt="2025-09-28T15:35:09.694" v="509"/>
          <ac:spMkLst>
            <pc:docMk/>
            <pc:sldMk cId="0" sldId="256"/>
            <ac:spMk id="14" creationId="{42A63C7E-687F-4D7A-AA17-5ABDE4C805BE}"/>
          </ac:spMkLst>
        </pc:spChg>
      </pc:sldChg>
      <pc:sldChg chg="addSp modSp add">
        <pc:chgData name="Lim Wen-I" userId="4f6c7eb3-5643-4e91-aeb7-39086a2dad27" providerId="ADAL" clId="{E50827FD-1CB2-4CFA-B37A-10B67E828850}" dt="2025-10-05T15:56:37.069" v="1661" actId="207"/>
        <pc:sldMkLst>
          <pc:docMk/>
          <pc:sldMk cId="0" sldId="257"/>
        </pc:sldMkLst>
        <pc:spChg chg="mod">
          <ac:chgData name="Lim Wen-I" userId="4f6c7eb3-5643-4e91-aeb7-39086a2dad27" providerId="ADAL" clId="{E50827FD-1CB2-4CFA-B37A-10B67E828850}" dt="2025-10-05T15:56:37.069" v="1661" actId="207"/>
          <ac:spMkLst>
            <pc:docMk/>
            <pc:sldMk cId="0" sldId="257"/>
            <ac:spMk id="2" creationId="{00000000-0000-0000-0000-000000000000}"/>
          </ac:spMkLst>
        </pc:spChg>
        <pc:spChg chg="mod">
          <ac:chgData name="Lim Wen-I" userId="4f6c7eb3-5643-4e91-aeb7-39086a2dad27" providerId="ADAL" clId="{E50827FD-1CB2-4CFA-B37A-10B67E828850}" dt="2025-10-05T15:23:25.987" v="1555" actId="20577"/>
          <ac:spMkLst>
            <pc:docMk/>
            <pc:sldMk cId="0" sldId="257"/>
            <ac:spMk id="3" creationId="{00000000-0000-0000-0000-000000000000}"/>
          </ac:spMkLst>
        </pc:spChg>
        <pc:spChg chg="add">
          <ac:chgData name="Lim Wen-I" userId="4f6c7eb3-5643-4e91-aeb7-39086a2dad27" providerId="ADAL" clId="{E50827FD-1CB2-4CFA-B37A-10B67E828850}" dt="2025-10-05T10:20:25.755" v="803"/>
          <ac:spMkLst>
            <pc:docMk/>
            <pc:sldMk cId="0" sldId="257"/>
            <ac:spMk id="4" creationId="{F7FD42B7-FB0A-41F9-A3AB-E754CC72A416}"/>
          </ac:spMkLst>
        </pc:spChg>
      </pc:sldChg>
      <pc:sldChg chg="addSp modSp add">
        <pc:chgData name="Lim Wen-I" userId="4f6c7eb3-5643-4e91-aeb7-39086a2dad27" providerId="ADAL" clId="{E50827FD-1CB2-4CFA-B37A-10B67E828850}" dt="2025-10-05T16:03:08.224" v="1673" actId="207"/>
        <pc:sldMkLst>
          <pc:docMk/>
          <pc:sldMk cId="0" sldId="258"/>
        </pc:sldMkLst>
        <pc:spChg chg="mod">
          <ac:chgData name="Lim Wen-I" userId="4f6c7eb3-5643-4e91-aeb7-39086a2dad27" providerId="ADAL" clId="{E50827FD-1CB2-4CFA-B37A-10B67E828850}" dt="2025-10-05T15:56:15.074" v="1660" actId="207"/>
          <ac:spMkLst>
            <pc:docMk/>
            <pc:sldMk cId="0" sldId="258"/>
            <ac:spMk id="2" creationId="{00000000-0000-0000-0000-000000000000}"/>
          </ac:spMkLst>
        </pc:spChg>
        <pc:spChg chg="mod">
          <ac:chgData name="Lim Wen-I" userId="4f6c7eb3-5643-4e91-aeb7-39086a2dad27" providerId="ADAL" clId="{E50827FD-1CB2-4CFA-B37A-10B67E828850}" dt="2025-10-05T16:03:08.224" v="1673" actId="207"/>
          <ac:spMkLst>
            <pc:docMk/>
            <pc:sldMk cId="0" sldId="258"/>
            <ac:spMk id="3" creationId="{00000000-0000-0000-0000-000000000000}"/>
          </ac:spMkLst>
        </pc:spChg>
        <pc:spChg chg="add">
          <ac:chgData name="Lim Wen-I" userId="4f6c7eb3-5643-4e91-aeb7-39086a2dad27" providerId="ADAL" clId="{E50827FD-1CB2-4CFA-B37A-10B67E828850}" dt="2025-10-05T10:21:27.750" v="814"/>
          <ac:spMkLst>
            <pc:docMk/>
            <pc:sldMk cId="0" sldId="258"/>
            <ac:spMk id="4" creationId="{65521667-C11B-48F5-A1E3-15FDF0BBA959}"/>
          </ac:spMkLst>
        </pc:spChg>
      </pc:sldChg>
      <pc:sldChg chg="addSp modSp add">
        <pc:chgData name="Lim Wen-I" userId="4f6c7eb3-5643-4e91-aeb7-39086a2dad27" providerId="ADAL" clId="{E50827FD-1CB2-4CFA-B37A-10B67E828850}" dt="2025-10-05T14:47:03.740" v="1306" actId="20577"/>
        <pc:sldMkLst>
          <pc:docMk/>
          <pc:sldMk cId="0" sldId="259"/>
        </pc:sldMkLst>
        <pc:spChg chg="mod">
          <ac:chgData name="Lim Wen-I" userId="4f6c7eb3-5643-4e91-aeb7-39086a2dad27" providerId="ADAL" clId="{E50827FD-1CB2-4CFA-B37A-10B67E828850}" dt="2025-10-05T14:47:03.740" v="1306" actId="20577"/>
          <ac:spMkLst>
            <pc:docMk/>
            <pc:sldMk cId="0" sldId="259"/>
            <ac:spMk id="2" creationId="{00000000-0000-0000-0000-000000000000}"/>
          </ac:spMkLst>
        </pc:spChg>
        <pc:spChg chg="mod">
          <ac:chgData name="Lim Wen-I" userId="4f6c7eb3-5643-4e91-aeb7-39086a2dad27" providerId="ADAL" clId="{E50827FD-1CB2-4CFA-B37A-10B67E828850}" dt="2025-10-05T14:46:52.712" v="1298" actId="5793"/>
          <ac:spMkLst>
            <pc:docMk/>
            <pc:sldMk cId="0" sldId="259"/>
            <ac:spMk id="3" creationId="{00000000-0000-0000-0000-000000000000}"/>
          </ac:spMkLst>
        </pc:spChg>
        <pc:spChg chg="add">
          <ac:chgData name="Lim Wen-I" userId="4f6c7eb3-5643-4e91-aeb7-39086a2dad27" providerId="ADAL" clId="{E50827FD-1CB2-4CFA-B37A-10B67E828850}" dt="2025-10-05T10:24:52.844" v="914"/>
          <ac:spMkLst>
            <pc:docMk/>
            <pc:sldMk cId="0" sldId="259"/>
            <ac:spMk id="4" creationId="{80BED405-32AC-4433-8B52-CD7DE5D02E2C}"/>
          </ac:spMkLst>
        </pc:spChg>
      </pc:sldChg>
      <pc:sldChg chg="addSp modSp add">
        <pc:chgData name="Lim Wen-I" userId="4f6c7eb3-5643-4e91-aeb7-39086a2dad27" providerId="ADAL" clId="{E50827FD-1CB2-4CFA-B37A-10B67E828850}" dt="2025-10-05T14:48:33.738" v="1366" actId="20577"/>
        <pc:sldMkLst>
          <pc:docMk/>
          <pc:sldMk cId="0" sldId="260"/>
        </pc:sldMkLst>
        <pc:spChg chg="mod">
          <ac:chgData name="Lim Wen-I" userId="4f6c7eb3-5643-4e91-aeb7-39086a2dad27" providerId="ADAL" clId="{E50827FD-1CB2-4CFA-B37A-10B67E828850}" dt="2025-10-05T14:48:33.738" v="1366" actId="20577"/>
          <ac:spMkLst>
            <pc:docMk/>
            <pc:sldMk cId="0" sldId="260"/>
            <ac:spMk id="3" creationId="{00000000-0000-0000-0000-000000000000}"/>
          </ac:spMkLst>
        </pc:spChg>
        <pc:spChg chg="add">
          <ac:chgData name="Lim Wen-I" userId="4f6c7eb3-5643-4e91-aeb7-39086a2dad27" providerId="ADAL" clId="{E50827FD-1CB2-4CFA-B37A-10B67E828850}" dt="2025-10-05T10:25:59.140" v="925"/>
          <ac:spMkLst>
            <pc:docMk/>
            <pc:sldMk cId="0" sldId="260"/>
            <ac:spMk id="4" creationId="{838284D8-F76A-4B89-AE56-91E15D89E3FB}"/>
          </ac:spMkLst>
        </pc:spChg>
      </pc:sldChg>
      <pc:sldChg chg="addSp modSp add">
        <pc:chgData name="Lim Wen-I" userId="4f6c7eb3-5643-4e91-aeb7-39086a2dad27" providerId="ADAL" clId="{E50827FD-1CB2-4CFA-B37A-10B67E828850}" dt="2025-10-05T14:56:08.889" v="1404" actId="6549"/>
        <pc:sldMkLst>
          <pc:docMk/>
          <pc:sldMk cId="0" sldId="261"/>
        </pc:sldMkLst>
        <pc:spChg chg="mod">
          <ac:chgData name="Lim Wen-I" userId="4f6c7eb3-5643-4e91-aeb7-39086a2dad27" providerId="ADAL" clId="{E50827FD-1CB2-4CFA-B37A-10B67E828850}" dt="2025-10-05T10:25:55.878" v="924" actId="20577"/>
          <ac:spMkLst>
            <pc:docMk/>
            <pc:sldMk cId="0" sldId="261"/>
            <ac:spMk id="2" creationId="{00000000-0000-0000-0000-000000000000}"/>
          </ac:spMkLst>
        </pc:spChg>
        <pc:spChg chg="mod">
          <ac:chgData name="Lim Wen-I" userId="4f6c7eb3-5643-4e91-aeb7-39086a2dad27" providerId="ADAL" clId="{E50827FD-1CB2-4CFA-B37A-10B67E828850}" dt="2025-10-05T14:56:08.889" v="1404" actId="6549"/>
          <ac:spMkLst>
            <pc:docMk/>
            <pc:sldMk cId="0" sldId="261"/>
            <ac:spMk id="3" creationId="{00000000-0000-0000-0000-000000000000}"/>
          </ac:spMkLst>
        </pc:spChg>
        <pc:spChg chg="add">
          <ac:chgData name="Lim Wen-I" userId="4f6c7eb3-5643-4e91-aeb7-39086a2dad27" providerId="ADAL" clId="{E50827FD-1CB2-4CFA-B37A-10B67E828850}" dt="2025-10-05T10:26:02.373" v="926"/>
          <ac:spMkLst>
            <pc:docMk/>
            <pc:sldMk cId="0" sldId="261"/>
            <ac:spMk id="4" creationId="{F8F32E6A-BE95-4EC0-881E-9BE8F3B2A041}"/>
          </ac:spMkLst>
        </pc:spChg>
      </pc:sldChg>
      <pc:sldChg chg="modSp add">
        <pc:chgData name="Lim Wen-I" userId="4f6c7eb3-5643-4e91-aeb7-39086a2dad27" providerId="ADAL" clId="{E50827FD-1CB2-4CFA-B37A-10B67E828850}" dt="2025-10-05T17:39:52.395" v="1909"/>
        <pc:sldMkLst>
          <pc:docMk/>
          <pc:sldMk cId="3939254028" sldId="262"/>
        </pc:sldMkLst>
        <pc:graphicFrameChg chg="mod modGraphic">
          <ac:chgData name="Lim Wen-I" userId="4f6c7eb3-5643-4e91-aeb7-39086a2dad27" providerId="ADAL" clId="{E50827FD-1CB2-4CFA-B37A-10B67E828850}" dt="2025-10-05T17:39:52.395" v="1909"/>
          <ac:graphicFrameMkLst>
            <pc:docMk/>
            <pc:sldMk cId="3939254028" sldId="262"/>
            <ac:graphicFrameMk id="4" creationId="{8D4EC2AB-E540-426E-8FAB-4D3A0E6A6E32}"/>
          </ac:graphicFrameMkLst>
        </pc:graphicFrameChg>
      </pc:sldChg>
      <pc:sldChg chg="del">
        <pc:chgData name="Lim Wen-I" userId="4f6c7eb3-5643-4e91-aeb7-39086a2dad27" providerId="ADAL" clId="{E50827FD-1CB2-4CFA-B37A-10B67E828850}" dt="2025-10-05T10:27:58.139" v="937" actId="2696"/>
        <pc:sldMkLst>
          <pc:docMk/>
          <pc:sldMk cId="2096596685" sldId="270"/>
        </pc:sldMkLst>
      </pc:sldChg>
      <pc:sldChg chg="add ord">
        <pc:chgData name="Lim Wen-I" userId="4f6c7eb3-5643-4e91-aeb7-39086a2dad27" providerId="ADAL" clId="{E50827FD-1CB2-4CFA-B37A-10B67E828850}" dt="2025-10-05T14:57:44.815" v="1409"/>
        <pc:sldMkLst>
          <pc:docMk/>
          <pc:sldMk cId="2096596685" sldId="270"/>
        </pc:sldMkLst>
      </pc:sldChg>
      <pc:sldChg chg="add del">
        <pc:chgData name="Lim Wen-I" userId="4f6c7eb3-5643-4e91-aeb7-39086a2dad27" providerId="ADAL" clId="{E50827FD-1CB2-4CFA-B37A-10B67E828850}" dt="2025-10-05T15:17:17.893" v="1420"/>
        <pc:sldMkLst>
          <pc:docMk/>
          <pc:sldMk cId="0" sldId="271"/>
        </pc:sldMkLst>
      </pc:sldChg>
      <pc:sldChg chg="del">
        <pc:chgData name="Lim Wen-I" userId="4f6c7eb3-5643-4e91-aeb7-39086a2dad27" providerId="ADAL" clId="{E50827FD-1CB2-4CFA-B37A-10B67E828850}" dt="2025-10-05T10:27:58.144" v="939" actId="2696"/>
        <pc:sldMkLst>
          <pc:docMk/>
          <pc:sldMk cId="892871044" sldId="272"/>
        </pc:sldMkLst>
      </pc:sldChg>
      <pc:sldChg chg="add">
        <pc:chgData name="Lim Wen-I" userId="4f6c7eb3-5643-4e91-aeb7-39086a2dad27" providerId="ADAL" clId="{E50827FD-1CB2-4CFA-B37A-10B67E828850}" dt="2025-10-05T10:28:10.783" v="941"/>
        <pc:sldMkLst>
          <pc:docMk/>
          <pc:sldMk cId="892871044" sldId="272"/>
        </pc:sldMkLst>
      </pc:sldChg>
      <pc:sldChg chg="del">
        <pc:chgData name="Lim Wen-I" userId="4f6c7eb3-5643-4e91-aeb7-39086a2dad27" providerId="ADAL" clId="{E50827FD-1CB2-4CFA-B37A-10B67E828850}" dt="2025-10-05T16:00:23.217" v="1664" actId="2696"/>
        <pc:sldMkLst>
          <pc:docMk/>
          <pc:sldMk cId="2470825035" sldId="273"/>
        </pc:sldMkLst>
      </pc:sldChg>
      <pc:sldChg chg="add">
        <pc:chgData name="Lim Wen-I" userId="4f6c7eb3-5643-4e91-aeb7-39086a2dad27" providerId="ADAL" clId="{E50827FD-1CB2-4CFA-B37A-10B67E828850}" dt="2025-10-05T16:00:36.640" v="1667"/>
        <pc:sldMkLst>
          <pc:docMk/>
          <pc:sldMk cId="2470825035" sldId="273"/>
        </pc:sldMkLst>
      </pc:sldChg>
      <pc:sldChg chg="del">
        <pc:chgData name="Lim Wen-I" userId="4f6c7eb3-5643-4e91-aeb7-39086a2dad27" providerId="ADAL" clId="{E50827FD-1CB2-4CFA-B37A-10B67E828850}" dt="2025-10-05T16:00:23.207" v="1662" actId="2696"/>
        <pc:sldMkLst>
          <pc:docMk/>
          <pc:sldMk cId="1978310574" sldId="274"/>
        </pc:sldMkLst>
      </pc:sldChg>
      <pc:sldChg chg="add">
        <pc:chgData name="Lim Wen-I" userId="4f6c7eb3-5643-4e91-aeb7-39086a2dad27" providerId="ADAL" clId="{E50827FD-1CB2-4CFA-B37A-10B67E828850}" dt="2025-10-05T16:00:36.640" v="1667"/>
        <pc:sldMkLst>
          <pc:docMk/>
          <pc:sldMk cId="1978310574" sldId="274"/>
        </pc:sldMkLst>
      </pc:sldChg>
      <pc:sldChg chg="addSp delSp modSp add delAnim modNotes modNotesTx">
        <pc:chgData name="Lim Wen-I" userId="4f6c7eb3-5643-4e91-aeb7-39086a2dad27" providerId="ADAL" clId="{E50827FD-1CB2-4CFA-B37A-10B67E828850}" dt="2025-10-05T17:36:49.801" v="1890" actId="404"/>
        <pc:sldMkLst>
          <pc:docMk/>
          <pc:sldMk cId="4010148848" sldId="276"/>
        </pc:sldMkLst>
        <pc:spChg chg="del mod">
          <ac:chgData name="Lim Wen-I" userId="4f6c7eb3-5643-4e91-aeb7-39086a2dad27" providerId="ADAL" clId="{E50827FD-1CB2-4CFA-B37A-10B67E828850}" dt="2025-10-05T16:36:57.234" v="1702" actId="478"/>
          <ac:spMkLst>
            <pc:docMk/>
            <pc:sldMk cId="4010148848" sldId="276"/>
            <ac:spMk id="2" creationId="{FA28E84E-CAA3-40B7-81F0-18907B907258}"/>
          </ac:spMkLst>
        </pc:spChg>
        <pc:spChg chg="del">
          <ac:chgData name="Lim Wen-I" userId="4f6c7eb3-5643-4e91-aeb7-39086a2dad27" providerId="ADAL" clId="{E50827FD-1CB2-4CFA-B37A-10B67E828850}" dt="2025-10-05T16:37:35.425" v="1711" actId="478"/>
          <ac:spMkLst>
            <pc:docMk/>
            <pc:sldMk cId="4010148848" sldId="276"/>
            <ac:spMk id="3" creationId="{077C0D92-0997-45F3-B9F5-94D8178BAEE4}"/>
          </ac:spMkLst>
        </pc:spChg>
        <pc:spChg chg="add mod">
          <ac:chgData name="Lim Wen-I" userId="4f6c7eb3-5643-4e91-aeb7-39086a2dad27" providerId="ADAL" clId="{E50827FD-1CB2-4CFA-B37A-10B67E828850}" dt="2025-10-05T17:36:49.801" v="1890" actId="404"/>
          <ac:spMkLst>
            <pc:docMk/>
            <pc:sldMk cId="4010148848" sldId="276"/>
            <ac:spMk id="5" creationId="{7C64DF95-A95D-4144-A310-F2DC2EEFE7F6}"/>
          </ac:spMkLst>
        </pc:spChg>
        <pc:spChg chg="mod">
          <ac:chgData name="Lim Wen-I" userId="4f6c7eb3-5643-4e91-aeb7-39086a2dad27" providerId="ADAL" clId="{E50827FD-1CB2-4CFA-B37A-10B67E828850}" dt="2025-10-05T16:37:52.809" v="1721"/>
          <ac:spMkLst>
            <pc:docMk/>
            <pc:sldMk cId="4010148848" sldId="276"/>
            <ac:spMk id="54274" creationId="{DC331CFA-4FBC-491C-AD3F-7A9F35784FBE}"/>
          </ac:spMkLst>
        </pc:spChg>
        <pc:picChg chg="add del">
          <ac:chgData name="Lim Wen-I" userId="4f6c7eb3-5643-4e91-aeb7-39086a2dad27" providerId="ADAL" clId="{E50827FD-1CB2-4CFA-B37A-10B67E828850}" dt="2025-10-05T16:39:55.431" v="1735" actId="478"/>
          <ac:picMkLst>
            <pc:docMk/>
            <pc:sldMk cId="4010148848" sldId="276"/>
            <ac:picMk id="6" creationId="{7C537EE7-12C7-4859-82A8-3FBCC5841BBE}"/>
          </ac:picMkLst>
        </pc:picChg>
        <pc:picChg chg="del">
          <ac:chgData name="Lim Wen-I" userId="4f6c7eb3-5643-4e91-aeb7-39086a2dad27" providerId="ADAL" clId="{E50827FD-1CB2-4CFA-B37A-10B67E828850}" dt="2025-10-05T16:36:39.009" v="1693" actId="478"/>
          <ac:picMkLst>
            <pc:docMk/>
            <pc:sldMk cId="4010148848" sldId="276"/>
            <ac:picMk id="54276" creationId="{3CAAA7D5-5C21-4DAB-8B1D-B076CE27DB48}"/>
          </ac:picMkLst>
        </pc:picChg>
      </pc:sldChg>
      <pc:sldChg chg="addSp modSp del">
        <pc:chgData name="Lim Wen-I" userId="4f6c7eb3-5643-4e91-aeb7-39086a2dad27" providerId="ADAL" clId="{E50827FD-1CB2-4CFA-B37A-10B67E828850}" dt="2025-10-05T16:02:13.592" v="1668" actId="2696"/>
        <pc:sldMkLst>
          <pc:docMk/>
          <pc:sldMk cId="4010148848" sldId="276"/>
        </pc:sldMkLst>
        <pc:spChg chg="mod">
          <ac:chgData name="Lim Wen-I" userId="4f6c7eb3-5643-4e91-aeb7-39086a2dad27" providerId="ADAL" clId="{E50827FD-1CB2-4CFA-B37A-10B67E828850}" dt="2025-10-05T10:16:09.138" v="767" actId="1035"/>
          <ac:spMkLst>
            <pc:docMk/>
            <pc:sldMk cId="4010148848" sldId="276"/>
            <ac:spMk id="2" creationId="{FA28E84E-CAA3-40B7-81F0-18907B907258}"/>
          </ac:spMkLst>
        </pc:spChg>
        <pc:spChg chg="add mod">
          <ac:chgData name="Lim Wen-I" userId="4f6c7eb3-5643-4e91-aeb7-39086a2dad27" providerId="ADAL" clId="{E50827FD-1CB2-4CFA-B37A-10B67E828850}" dt="2025-10-05T10:15:49.828" v="755" actId="14100"/>
          <ac:spMkLst>
            <pc:docMk/>
            <pc:sldMk cId="4010148848" sldId="276"/>
            <ac:spMk id="3" creationId="{077C0D92-0997-45F3-B9F5-94D8178BAEE4}"/>
          </ac:spMkLst>
        </pc:spChg>
        <pc:spChg chg="add">
          <ac:chgData name="Lim Wen-I" userId="4f6c7eb3-5643-4e91-aeb7-39086a2dad27" providerId="ADAL" clId="{E50827FD-1CB2-4CFA-B37A-10B67E828850}" dt="2025-10-05T10:16:04.725" v="760"/>
          <ac:spMkLst>
            <pc:docMk/>
            <pc:sldMk cId="4010148848" sldId="276"/>
            <ac:spMk id="7" creationId="{57087D70-E94A-43DF-8D7B-767E5C6AEDEA}"/>
          </ac:spMkLst>
        </pc:spChg>
        <pc:picChg chg="mod">
          <ac:chgData name="Lim Wen-I" userId="4f6c7eb3-5643-4e91-aeb7-39086a2dad27" providerId="ADAL" clId="{E50827FD-1CB2-4CFA-B37A-10B67E828850}" dt="2025-10-05T10:16:20.162" v="778" actId="1035"/>
          <ac:picMkLst>
            <pc:docMk/>
            <pc:sldMk cId="4010148848" sldId="276"/>
            <ac:picMk id="54276" creationId="{3CAAA7D5-5C21-4DAB-8B1D-B076CE27DB48}"/>
          </ac:picMkLst>
        </pc:picChg>
      </pc:sldChg>
      <pc:sldChg chg="add ord">
        <pc:chgData name="Lim Wen-I" userId="4f6c7eb3-5643-4e91-aeb7-39086a2dad27" providerId="ADAL" clId="{E50827FD-1CB2-4CFA-B37A-10B67E828850}" dt="2025-09-28T15:18:58.565" v="391"/>
        <pc:sldMkLst>
          <pc:docMk/>
          <pc:sldMk cId="3532166141" sldId="278"/>
        </pc:sldMkLst>
      </pc:sldChg>
      <pc:sldChg chg="addSp delSp modSp add del ord">
        <pc:chgData name="Lim Wen-I" userId="4f6c7eb3-5643-4e91-aeb7-39086a2dad27" providerId="ADAL" clId="{E50827FD-1CB2-4CFA-B37A-10B67E828850}" dt="2025-10-05T16:02:13.597" v="1669" actId="2696"/>
        <pc:sldMkLst>
          <pc:docMk/>
          <pc:sldMk cId="201055926" sldId="285"/>
        </pc:sldMkLst>
        <pc:spChg chg="mod">
          <ac:chgData name="Lim Wen-I" userId="4f6c7eb3-5643-4e91-aeb7-39086a2dad27" providerId="ADAL" clId="{E50827FD-1CB2-4CFA-B37A-10B67E828850}" dt="2025-10-05T10:13:11.350" v="743" actId="403"/>
          <ac:spMkLst>
            <pc:docMk/>
            <pc:sldMk cId="201055926" sldId="285"/>
            <ac:spMk id="2" creationId="{00000000-0000-0000-0000-000000000000}"/>
          </ac:spMkLst>
        </pc:spChg>
        <pc:spChg chg="mod">
          <ac:chgData name="Lim Wen-I" userId="4f6c7eb3-5643-4e91-aeb7-39086a2dad27" providerId="ADAL" clId="{E50827FD-1CB2-4CFA-B37A-10B67E828850}" dt="2025-09-28T15:34:45.923" v="505" actId="14100"/>
          <ac:spMkLst>
            <pc:docMk/>
            <pc:sldMk cId="201055926" sldId="285"/>
            <ac:spMk id="3" creationId="{00000000-0000-0000-0000-000000000000}"/>
          </ac:spMkLst>
        </pc:spChg>
        <pc:spChg chg="del mod">
          <ac:chgData name="Lim Wen-I" userId="4f6c7eb3-5643-4e91-aeb7-39086a2dad27" providerId="ADAL" clId="{E50827FD-1CB2-4CFA-B37A-10B67E828850}" dt="2025-09-28T15:33:46.483" v="495" actId="478"/>
          <ac:spMkLst>
            <pc:docMk/>
            <pc:sldMk cId="201055926" sldId="285"/>
            <ac:spMk id="4" creationId="{00000000-0000-0000-0000-000000000000}"/>
          </ac:spMkLst>
        </pc:spChg>
        <pc:spChg chg="add">
          <ac:chgData name="Lim Wen-I" userId="4f6c7eb3-5643-4e91-aeb7-39086a2dad27" providerId="ADAL" clId="{E50827FD-1CB2-4CFA-B37A-10B67E828850}" dt="2025-09-28T15:35:19.049" v="510"/>
          <ac:spMkLst>
            <pc:docMk/>
            <pc:sldMk cId="201055926" sldId="285"/>
            <ac:spMk id="8" creationId="{6D45CCAB-D535-4714-9255-0229B248647A}"/>
          </ac:spMkLst>
        </pc:spChg>
        <pc:graphicFrameChg chg="add del modGraphic">
          <ac:chgData name="Lim Wen-I" userId="4f6c7eb3-5643-4e91-aeb7-39086a2dad27" providerId="ADAL" clId="{E50827FD-1CB2-4CFA-B37A-10B67E828850}" dt="2025-09-28T15:34:59.902" v="508" actId="478"/>
          <ac:graphicFrameMkLst>
            <pc:docMk/>
            <pc:sldMk cId="201055926" sldId="285"/>
            <ac:graphicFrameMk id="7" creationId="{6A11BC97-CE45-47DE-9011-DCE3B3395DF1}"/>
          </ac:graphicFrameMkLst>
        </pc:graphicFrameChg>
      </pc:sldChg>
      <pc:sldChg chg="modSp add">
        <pc:chgData name="Lim Wen-I" userId="4f6c7eb3-5643-4e91-aeb7-39086a2dad27" providerId="ADAL" clId="{E50827FD-1CB2-4CFA-B37A-10B67E828850}" dt="2025-10-05T16:04:56.389" v="1676" actId="20577"/>
        <pc:sldMkLst>
          <pc:docMk/>
          <pc:sldMk cId="201055926" sldId="285"/>
        </pc:sldMkLst>
        <pc:spChg chg="mod">
          <ac:chgData name="Lim Wen-I" userId="4f6c7eb3-5643-4e91-aeb7-39086a2dad27" providerId="ADAL" clId="{E50827FD-1CB2-4CFA-B37A-10B67E828850}" dt="2025-10-05T16:04:56.389" v="1676" actId="20577"/>
          <ac:spMkLst>
            <pc:docMk/>
            <pc:sldMk cId="201055926" sldId="285"/>
            <ac:spMk id="3" creationId="{00000000-0000-0000-0000-000000000000}"/>
          </ac:spMkLst>
        </pc:spChg>
      </pc:sldChg>
      <pc:sldChg chg="modSp">
        <pc:chgData name="Lim Wen-I" userId="4f6c7eb3-5643-4e91-aeb7-39086a2dad27" providerId="ADAL" clId="{E50827FD-1CB2-4CFA-B37A-10B67E828850}" dt="2025-09-28T16:03:26.938" v="616" actId="20577"/>
        <pc:sldMkLst>
          <pc:docMk/>
          <pc:sldMk cId="0" sldId="294"/>
        </pc:sldMkLst>
        <pc:spChg chg="mod">
          <ac:chgData name="Lim Wen-I" userId="4f6c7eb3-5643-4e91-aeb7-39086a2dad27" providerId="ADAL" clId="{E50827FD-1CB2-4CFA-B37A-10B67E828850}" dt="2025-09-28T16:03:26.938" v="616" actId="20577"/>
          <ac:spMkLst>
            <pc:docMk/>
            <pc:sldMk cId="0" sldId="294"/>
            <ac:spMk id="3" creationId="{B15B77D9-6732-412E-86C3-C6F846E2DDBA}"/>
          </ac:spMkLst>
        </pc:spChg>
      </pc:sldChg>
      <pc:sldChg chg="add">
        <pc:chgData name="Lim Wen-I" userId="4f6c7eb3-5643-4e91-aeb7-39086a2dad27" providerId="ADAL" clId="{E50827FD-1CB2-4CFA-B37A-10B67E828850}" dt="2025-10-05T16:00:36.640" v="1667"/>
        <pc:sldMkLst>
          <pc:docMk/>
          <pc:sldMk cId="3504621884" sldId="296"/>
        </pc:sldMkLst>
      </pc:sldChg>
      <pc:sldChg chg="del ord">
        <pc:chgData name="Lim Wen-I" userId="4f6c7eb3-5643-4e91-aeb7-39086a2dad27" providerId="ADAL" clId="{E50827FD-1CB2-4CFA-B37A-10B67E828850}" dt="2025-10-05T16:00:23.210" v="1663" actId="2696"/>
        <pc:sldMkLst>
          <pc:docMk/>
          <pc:sldMk cId="3504621884" sldId="296"/>
        </pc:sldMkLst>
      </pc:sldChg>
      <pc:sldChg chg="add ord">
        <pc:chgData name="Lim Wen-I" userId="4f6c7eb3-5643-4e91-aeb7-39086a2dad27" providerId="ADAL" clId="{E50827FD-1CB2-4CFA-B37A-10B67E828850}" dt="2025-09-28T15:19:36.007" v="394"/>
        <pc:sldMkLst>
          <pc:docMk/>
          <pc:sldMk cId="2177122017" sldId="298"/>
        </pc:sldMkLst>
      </pc:sldChg>
      <pc:sldChg chg="ord">
        <pc:chgData name="Lim Wen-I" userId="4f6c7eb3-5643-4e91-aeb7-39086a2dad27" providerId="ADAL" clId="{E50827FD-1CB2-4CFA-B37A-10B67E828850}" dt="2025-09-28T15:45:51.999" v="533"/>
        <pc:sldMkLst>
          <pc:docMk/>
          <pc:sldMk cId="0" sldId="299"/>
        </pc:sldMkLst>
      </pc:sldChg>
      <pc:sldChg chg="ord">
        <pc:chgData name="Lim Wen-I" userId="4f6c7eb3-5643-4e91-aeb7-39086a2dad27" providerId="ADAL" clId="{E50827FD-1CB2-4CFA-B37A-10B67E828850}" dt="2025-09-28T14:21:43.849" v="38"/>
        <pc:sldMkLst>
          <pc:docMk/>
          <pc:sldMk cId="0" sldId="312"/>
        </pc:sldMkLst>
      </pc:sldChg>
      <pc:sldChg chg="add">
        <pc:chgData name="Lim Wen-I" userId="4f6c7eb3-5643-4e91-aeb7-39086a2dad27" providerId="ADAL" clId="{E50827FD-1CB2-4CFA-B37A-10B67E828850}" dt="2025-10-05T14:22:37.151" v="1076"/>
        <pc:sldMkLst>
          <pc:docMk/>
          <pc:sldMk cId="1142571198" sldId="313"/>
        </pc:sldMkLst>
      </pc:sldChg>
      <pc:sldChg chg="del">
        <pc:chgData name="Lim Wen-I" userId="4f6c7eb3-5643-4e91-aeb7-39086a2dad27" providerId="ADAL" clId="{E50827FD-1CB2-4CFA-B37A-10B67E828850}" dt="2025-10-05T14:22:27.350" v="1075" actId="2696"/>
        <pc:sldMkLst>
          <pc:docMk/>
          <pc:sldMk cId="1142571198" sldId="313"/>
        </pc:sldMkLst>
      </pc:sldChg>
      <pc:sldChg chg="modSp">
        <pc:chgData name="Lim Wen-I" userId="4f6c7eb3-5643-4e91-aeb7-39086a2dad27" providerId="ADAL" clId="{E50827FD-1CB2-4CFA-B37A-10B67E828850}" dt="2025-09-28T15:19:04.748" v="392" actId="1076"/>
        <pc:sldMkLst>
          <pc:docMk/>
          <pc:sldMk cId="0" sldId="316"/>
        </pc:sldMkLst>
        <pc:spChg chg="mod">
          <ac:chgData name="Lim Wen-I" userId="4f6c7eb3-5643-4e91-aeb7-39086a2dad27" providerId="ADAL" clId="{E50827FD-1CB2-4CFA-B37A-10B67E828850}" dt="2025-09-28T15:19:04.748" v="392" actId="1076"/>
          <ac:spMkLst>
            <pc:docMk/>
            <pc:sldMk cId="0" sldId="316"/>
            <ac:spMk id="5" creationId="{0DC272C3-CAC4-48D2-94DF-60E9CBC45A58}"/>
          </ac:spMkLst>
        </pc:spChg>
      </pc:sldChg>
      <pc:sldChg chg="del">
        <pc:chgData name="Lim Wen-I" userId="4f6c7eb3-5643-4e91-aeb7-39086a2dad27" providerId="ADAL" clId="{E50827FD-1CB2-4CFA-B37A-10B67E828850}" dt="2025-10-05T16:00:23.223" v="1666" actId="2696"/>
        <pc:sldMkLst>
          <pc:docMk/>
          <pc:sldMk cId="901511136" sldId="318"/>
        </pc:sldMkLst>
      </pc:sldChg>
      <pc:sldChg chg="add">
        <pc:chgData name="Lim Wen-I" userId="4f6c7eb3-5643-4e91-aeb7-39086a2dad27" providerId="ADAL" clId="{E50827FD-1CB2-4CFA-B37A-10B67E828850}" dt="2025-10-05T16:00:36.640" v="1667"/>
        <pc:sldMkLst>
          <pc:docMk/>
          <pc:sldMk cId="901511136" sldId="318"/>
        </pc:sldMkLst>
      </pc:sldChg>
      <pc:sldChg chg="del">
        <pc:chgData name="Lim Wen-I" userId="4f6c7eb3-5643-4e91-aeb7-39086a2dad27" providerId="ADAL" clId="{E50827FD-1CB2-4CFA-B37A-10B67E828850}" dt="2025-10-05T16:00:23.220" v="1665" actId="2696"/>
        <pc:sldMkLst>
          <pc:docMk/>
          <pc:sldMk cId="2563255384" sldId="320"/>
        </pc:sldMkLst>
      </pc:sldChg>
      <pc:sldChg chg="add">
        <pc:chgData name="Lim Wen-I" userId="4f6c7eb3-5643-4e91-aeb7-39086a2dad27" providerId="ADAL" clId="{E50827FD-1CB2-4CFA-B37A-10B67E828850}" dt="2025-10-05T16:00:36.640" v="1667"/>
        <pc:sldMkLst>
          <pc:docMk/>
          <pc:sldMk cId="2563255384" sldId="320"/>
        </pc:sldMkLst>
      </pc:sldChg>
      <pc:sldChg chg="del">
        <pc:chgData name="Lim Wen-I" userId="4f6c7eb3-5643-4e91-aeb7-39086a2dad27" providerId="ADAL" clId="{E50827FD-1CB2-4CFA-B37A-10B67E828850}" dt="2025-10-05T14:56:53.168" v="1405" actId="2696"/>
        <pc:sldMkLst>
          <pc:docMk/>
          <pc:sldMk cId="881953392" sldId="321"/>
        </pc:sldMkLst>
      </pc:sldChg>
      <pc:sldChg chg="modSp add">
        <pc:chgData name="Lim Wen-I" userId="4f6c7eb3-5643-4e91-aeb7-39086a2dad27" providerId="ADAL" clId="{E50827FD-1CB2-4CFA-B37A-10B67E828850}" dt="2025-10-05T15:41:11.665" v="1634" actId="20577"/>
        <pc:sldMkLst>
          <pc:docMk/>
          <pc:sldMk cId="881953392" sldId="321"/>
        </pc:sldMkLst>
        <pc:spChg chg="mod">
          <ac:chgData name="Lim Wen-I" userId="4f6c7eb3-5643-4e91-aeb7-39086a2dad27" providerId="ADAL" clId="{E50827FD-1CB2-4CFA-B37A-10B67E828850}" dt="2025-10-05T15:41:11.665" v="1634" actId="20577"/>
          <ac:spMkLst>
            <pc:docMk/>
            <pc:sldMk cId="881953392" sldId="321"/>
            <ac:spMk id="56323" creationId="{69EDF8D2-C463-4B63-8E0D-C174A29CE091}"/>
          </ac:spMkLst>
        </pc:spChg>
      </pc:sldChg>
      <pc:sldChg chg="modSp">
        <pc:chgData name="Lim Wen-I" userId="4f6c7eb3-5643-4e91-aeb7-39086a2dad27" providerId="ADAL" clId="{E50827FD-1CB2-4CFA-B37A-10B67E828850}" dt="2025-10-05T09:49:13.053" v="689" actId="20577"/>
        <pc:sldMkLst>
          <pc:docMk/>
          <pc:sldMk cId="0" sldId="323"/>
        </pc:sldMkLst>
        <pc:spChg chg="mod">
          <ac:chgData name="Lim Wen-I" userId="4f6c7eb3-5643-4e91-aeb7-39086a2dad27" providerId="ADAL" clId="{E50827FD-1CB2-4CFA-B37A-10B67E828850}" dt="2025-10-05T09:49:13.053" v="689" actId="20577"/>
          <ac:spMkLst>
            <pc:docMk/>
            <pc:sldMk cId="0" sldId="323"/>
            <ac:spMk id="72707" creationId="{A3BF3E43-B765-44FF-B313-6CF0FD81A95A}"/>
          </ac:spMkLst>
        </pc:spChg>
      </pc:sldChg>
      <pc:sldChg chg="modSp add ord">
        <pc:chgData name="Lim Wen-I" userId="4f6c7eb3-5643-4e91-aeb7-39086a2dad27" providerId="ADAL" clId="{E50827FD-1CB2-4CFA-B37A-10B67E828850}" dt="2025-09-28T16:04:41.996" v="629" actId="1037"/>
        <pc:sldMkLst>
          <pc:docMk/>
          <pc:sldMk cId="687342863" sldId="398"/>
        </pc:sldMkLst>
        <pc:spChg chg="mod">
          <ac:chgData name="Lim Wen-I" userId="4f6c7eb3-5643-4e91-aeb7-39086a2dad27" providerId="ADAL" clId="{E50827FD-1CB2-4CFA-B37A-10B67E828850}" dt="2025-09-28T16:04:41.996" v="629" actId="1037"/>
          <ac:spMkLst>
            <pc:docMk/>
            <pc:sldMk cId="687342863" sldId="398"/>
            <ac:spMk id="14" creationId="{A21F6A04-E153-4D38-88E0-A8EE2E83F486}"/>
          </ac:spMkLst>
        </pc:spChg>
      </pc:sldChg>
      <pc:sldChg chg="modSp add">
        <pc:chgData name="Lim Wen-I" userId="4f6c7eb3-5643-4e91-aeb7-39086a2dad27" providerId="ADAL" clId="{E50827FD-1CB2-4CFA-B37A-10B67E828850}" dt="2025-10-06T00:58:15.108" v="1921" actId="108"/>
        <pc:sldMkLst>
          <pc:docMk/>
          <pc:sldMk cId="2389564385" sldId="399"/>
        </pc:sldMkLst>
        <pc:spChg chg="mod">
          <ac:chgData name="Lim Wen-I" userId="4f6c7eb3-5643-4e91-aeb7-39086a2dad27" providerId="ADAL" clId="{E50827FD-1CB2-4CFA-B37A-10B67E828850}" dt="2025-09-28T16:05:00.524" v="645" actId="20577"/>
          <ac:spMkLst>
            <pc:docMk/>
            <pc:sldMk cId="2389564385" sldId="399"/>
            <ac:spMk id="14" creationId="{A21F6A04-E153-4D38-88E0-A8EE2E83F486}"/>
          </ac:spMkLst>
        </pc:spChg>
        <pc:spChg chg="mod">
          <ac:chgData name="Lim Wen-I" userId="4f6c7eb3-5643-4e91-aeb7-39086a2dad27" providerId="ADAL" clId="{E50827FD-1CB2-4CFA-B37A-10B67E828850}" dt="2025-10-06T00:58:15.108" v="1921" actId="108"/>
          <ac:spMkLst>
            <pc:docMk/>
            <pc:sldMk cId="2389564385" sldId="399"/>
            <ac:spMk id="16" creationId="{2A2E6A8D-8E45-4A74-B4CE-2F38D223A5D5}"/>
          </ac:spMkLst>
        </pc:spChg>
      </pc:sldChg>
      <pc:sldChg chg="modSp add">
        <pc:chgData name="Lim Wen-I" userId="4f6c7eb3-5643-4e91-aeb7-39086a2dad27" providerId="ADAL" clId="{E50827FD-1CB2-4CFA-B37A-10B67E828850}" dt="2025-09-28T16:05:26.852" v="657" actId="1037"/>
        <pc:sldMkLst>
          <pc:docMk/>
          <pc:sldMk cId="3755309994" sldId="400"/>
        </pc:sldMkLst>
        <pc:spChg chg="mod">
          <ac:chgData name="Lim Wen-I" userId="4f6c7eb3-5643-4e91-aeb7-39086a2dad27" providerId="ADAL" clId="{E50827FD-1CB2-4CFA-B37A-10B67E828850}" dt="2025-09-28T16:05:26.852" v="657" actId="1037"/>
          <ac:spMkLst>
            <pc:docMk/>
            <pc:sldMk cId="3755309994" sldId="400"/>
            <ac:spMk id="14" creationId="{A21F6A04-E153-4D38-88E0-A8EE2E83F486}"/>
          </ac:spMkLst>
        </pc:spChg>
      </pc:sldChg>
      <pc:sldChg chg="modSp add">
        <pc:chgData name="Lim Wen-I" userId="4f6c7eb3-5643-4e91-aeb7-39086a2dad27" providerId="ADAL" clId="{E50827FD-1CB2-4CFA-B37A-10B67E828850}" dt="2025-09-28T15:25:29.503" v="414" actId="1035"/>
        <pc:sldMkLst>
          <pc:docMk/>
          <pc:sldMk cId="2766875412" sldId="405"/>
        </pc:sldMkLst>
        <pc:spChg chg="mod">
          <ac:chgData name="Lim Wen-I" userId="4f6c7eb3-5643-4e91-aeb7-39086a2dad27" providerId="ADAL" clId="{E50827FD-1CB2-4CFA-B37A-10B67E828850}" dt="2025-09-28T15:25:29.503" v="414" actId="1035"/>
          <ac:spMkLst>
            <pc:docMk/>
            <pc:sldMk cId="2766875412" sldId="405"/>
            <ac:spMk id="14" creationId="{A21F6A04-E153-4D38-88E0-A8EE2E83F486}"/>
          </ac:spMkLst>
        </pc:spChg>
        <pc:graphicFrameChg chg="mod">
          <ac:chgData name="Lim Wen-I" userId="4f6c7eb3-5643-4e91-aeb7-39086a2dad27" providerId="ADAL" clId="{E50827FD-1CB2-4CFA-B37A-10B67E828850}" dt="2025-09-28T15:25:25.813" v="411" actId="1035"/>
          <ac:graphicFrameMkLst>
            <pc:docMk/>
            <pc:sldMk cId="2766875412" sldId="405"/>
            <ac:graphicFrameMk id="15" creationId="{E35741E3-6E17-4541-A213-3132653D1B83}"/>
          </ac:graphicFrameMkLst>
        </pc:graphicFrameChg>
      </pc:sldChg>
      <pc:sldChg chg="addSp delSp add">
        <pc:chgData name="Lim Wen-I" userId="4f6c7eb3-5643-4e91-aeb7-39086a2dad27" providerId="ADAL" clId="{E50827FD-1CB2-4CFA-B37A-10B67E828850}" dt="2025-09-28T14:31:42.270" v="159"/>
        <pc:sldMkLst>
          <pc:docMk/>
          <pc:sldMk cId="4046735214" sldId="406"/>
        </pc:sldMkLst>
        <pc:spChg chg="del">
          <ac:chgData name="Lim Wen-I" userId="4f6c7eb3-5643-4e91-aeb7-39086a2dad27" providerId="ADAL" clId="{E50827FD-1CB2-4CFA-B37A-10B67E828850}" dt="2025-09-28T14:31:12.562" v="151" actId="478"/>
          <ac:spMkLst>
            <pc:docMk/>
            <pc:sldMk cId="4046735214" sldId="406"/>
            <ac:spMk id="2" creationId="{00000000-0000-0000-0000-000000000000}"/>
          </ac:spMkLst>
        </pc:spChg>
        <pc:spChg chg="del">
          <ac:chgData name="Lim Wen-I" userId="4f6c7eb3-5643-4e91-aeb7-39086a2dad27" providerId="ADAL" clId="{E50827FD-1CB2-4CFA-B37A-10B67E828850}" dt="2025-09-28T14:31:10.009" v="150" actId="478"/>
          <ac:spMkLst>
            <pc:docMk/>
            <pc:sldMk cId="4046735214" sldId="406"/>
            <ac:spMk id="3" creationId="{00000000-0000-0000-0000-000000000000}"/>
          </ac:spMkLst>
        </pc:spChg>
        <pc:spChg chg="add">
          <ac:chgData name="Lim Wen-I" userId="4f6c7eb3-5643-4e91-aeb7-39086a2dad27" providerId="ADAL" clId="{E50827FD-1CB2-4CFA-B37A-10B67E828850}" dt="2025-09-28T14:31:42.270" v="159"/>
          <ac:spMkLst>
            <pc:docMk/>
            <pc:sldMk cId="4046735214" sldId="406"/>
            <ac:spMk id="13" creationId="{BBBC8501-ED8E-44CD-9B8E-F8B5F38C4332}"/>
          </ac:spMkLst>
        </pc:spChg>
        <pc:grpChg chg="del">
          <ac:chgData name="Lim Wen-I" userId="4f6c7eb3-5643-4e91-aeb7-39086a2dad27" providerId="ADAL" clId="{E50827FD-1CB2-4CFA-B37A-10B67E828850}" dt="2025-09-28T14:31:08.675" v="149" actId="478"/>
          <ac:grpSpMkLst>
            <pc:docMk/>
            <pc:sldMk cId="4046735214" sldId="406"/>
            <ac:grpSpMk id="23" creationId="{00000000-0000-0000-0000-000000000000}"/>
          </ac:grpSpMkLst>
        </pc:grpChg>
      </pc:sldChg>
      <pc:sldChg chg="addSp delSp modSp add">
        <pc:chgData name="Lim Wen-I" userId="4f6c7eb3-5643-4e91-aeb7-39086a2dad27" providerId="ADAL" clId="{E50827FD-1CB2-4CFA-B37A-10B67E828850}" dt="2025-09-28T14:32:06.278" v="164"/>
        <pc:sldMkLst>
          <pc:docMk/>
          <pc:sldMk cId="3411780662" sldId="407"/>
        </pc:sldMkLst>
        <pc:spChg chg="del">
          <ac:chgData name="Lim Wen-I" userId="4f6c7eb3-5643-4e91-aeb7-39086a2dad27" providerId="ADAL" clId="{E50827FD-1CB2-4CFA-B37A-10B67E828850}" dt="2025-09-28T14:31:55.316" v="163" actId="478"/>
          <ac:spMkLst>
            <pc:docMk/>
            <pc:sldMk cId="3411780662" sldId="407"/>
            <ac:spMk id="2" creationId="{00000000-0000-0000-0000-000000000000}"/>
          </ac:spMkLst>
        </pc:spChg>
        <pc:spChg chg="del">
          <ac:chgData name="Lim Wen-I" userId="4f6c7eb3-5643-4e91-aeb7-39086a2dad27" providerId="ADAL" clId="{E50827FD-1CB2-4CFA-B37A-10B67E828850}" dt="2025-09-28T14:31:50.135" v="160" actId="478"/>
          <ac:spMkLst>
            <pc:docMk/>
            <pc:sldMk cId="3411780662" sldId="407"/>
            <ac:spMk id="3" creationId="{00000000-0000-0000-0000-000000000000}"/>
          </ac:spMkLst>
        </pc:spChg>
        <pc:spChg chg="add">
          <ac:chgData name="Lim Wen-I" userId="4f6c7eb3-5643-4e91-aeb7-39086a2dad27" providerId="ADAL" clId="{E50827FD-1CB2-4CFA-B37A-10B67E828850}" dt="2025-09-28T14:32:06.278" v="164"/>
          <ac:spMkLst>
            <pc:docMk/>
            <pc:sldMk cId="3411780662" sldId="407"/>
            <ac:spMk id="13" creationId="{B69208D2-A643-4A81-816D-6387F9986039}"/>
          </ac:spMkLst>
        </pc:spChg>
        <pc:grpChg chg="del mod">
          <ac:chgData name="Lim Wen-I" userId="4f6c7eb3-5643-4e91-aeb7-39086a2dad27" providerId="ADAL" clId="{E50827FD-1CB2-4CFA-B37A-10B67E828850}" dt="2025-09-28T14:31:52.148" v="162" actId="478"/>
          <ac:grpSpMkLst>
            <pc:docMk/>
            <pc:sldMk cId="3411780662" sldId="407"/>
            <ac:grpSpMk id="23" creationId="{00000000-0000-0000-0000-000000000000}"/>
          </ac:grpSpMkLst>
        </pc:grpChg>
      </pc:sldChg>
      <pc:sldChg chg="modSp del">
        <pc:chgData name="Lim Wen-I" userId="4f6c7eb3-5643-4e91-aeb7-39086a2dad27" providerId="ADAL" clId="{E50827FD-1CB2-4CFA-B37A-10B67E828850}" dt="2025-10-05T14:14:29.667" v="956" actId="1035"/>
        <pc:sldMkLst>
          <pc:docMk/>
          <pc:sldMk cId="2207798938" sldId="408"/>
        </pc:sldMkLst>
        <pc:spChg chg="del">
          <ac:chgData name="Lim Wen-I" userId="4f6c7eb3-5643-4e91-aeb7-39086a2dad27" providerId="ADAL" clId="{E50827FD-1CB2-4CFA-B37A-10B67E828850}" dt="2025-09-28T14:32:13.123" v="167" actId="478"/>
          <ac:spMkLst>
            <pc:docMk/>
            <pc:sldMk cId="2207798938" sldId="408"/>
            <ac:spMk id="2" creationId="{00000000-0000-0000-0000-000000000000}"/>
          </ac:spMkLst>
        </pc:spChg>
        <pc:spChg chg="del">
          <ac:chgData name="Lim Wen-I" userId="4f6c7eb3-5643-4e91-aeb7-39086a2dad27" providerId="ADAL" clId="{E50827FD-1CB2-4CFA-B37A-10B67E828850}" dt="2025-09-28T14:32:10.948" v="166" actId="478"/>
          <ac:spMkLst>
            <pc:docMk/>
            <pc:sldMk cId="2207798938" sldId="408"/>
            <ac:spMk id="3" creationId="{00000000-0000-0000-0000-000000000000}"/>
          </ac:spMkLst>
        </pc:spChg>
        <pc:spChg chg="add mod">
          <ac:chgData name="Lim Wen-I" userId="4f6c7eb3-5643-4e91-aeb7-39086a2dad27" providerId="ADAL" clId="{E50827FD-1CB2-4CFA-B37A-10B67E828850}" dt="2025-09-28T14:40:24.074" v="277" actId="1076"/>
          <ac:spMkLst>
            <pc:docMk/>
            <pc:sldMk cId="2207798938" sldId="408"/>
            <ac:spMk id="13" creationId="{0ECAC405-D79C-4FC2-88AF-2B8E1218E6F9}"/>
          </ac:spMkLst>
        </pc:spChg>
        <pc:spChg chg="mod">
          <ac:chgData name="Lim Wen-I" userId="4f6c7eb3-5643-4e91-aeb7-39086a2dad27" providerId="ADAL" clId="{E50827FD-1CB2-4CFA-B37A-10B67E828850}" dt="2025-10-05T14:14:29.667" v="956" actId="1035"/>
          <ac:spMkLst>
            <pc:docMk/>
            <pc:sldMk cId="2207798938" sldId="408"/>
            <ac:spMk id="14" creationId="{A21F6A04-E153-4D38-88E0-A8EE2E83F486}"/>
          </ac:spMkLst>
        </pc:spChg>
        <pc:grpChg chg="del">
          <ac:chgData name="Lim Wen-I" userId="4f6c7eb3-5643-4e91-aeb7-39086a2dad27" providerId="ADAL" clId="{E50827FD-1CB2-4CFA-B37A-10B67E828850}" dt="2025-09-28T14:32:09.597" v="165" actId="478"/>
          <ac:grpSpMkLst>
            <pc:docMk/>
            <pc:sldMk cId="2207798938" sldId="408"/>
            <ac:grpSpMk id="23" creationId="{00000000-0000-0000-0000-000000000000}"/>
          </ac:grpSpMkLst>
        </pc:grpChg>
      </pc:sldChg>
      <pc:sldChg chg="del ord">
        <pc:chgData name="Lim Wen-I" userId="4f6c7eb3-5643-4e91-aeb7-39086a2dad27" providerId="ADAL" clId="{E50827FD-1CB2-4CFA-B37A-10B67E828850}" dt="2025-10-03T07:12:58.006" v="672"/>
        <pc:sldMkLst>
          <pc:docMk/>
          <pc:sldMk cId="875380830" sldId="411"/>
        </pc:sldMkLst>
        <pc:spChg chg="del">
          <ac:chgData name="Lim Wen-I" userId="4f6c7eb3-5643-4e91-aeb7-39086a2dad27" providerId="ADAL" clId="{E50827FD-1CB2-4CFA-B37A-10B67E828850}" dt="2025-09-28T14:34:20.395" v="171" actId="478"/>
          <ac:spMkLst>
            <pc:docMk/>
            <pc:sldMk cId="875380830" sldId="411"/>
            <ac:spMk id="2" creationId="{00000000-0000-0000-0000-000000000000}"/>
          </ac:spMkLst>
        </pc:spChg>
        <pc:spChg chg="del">
          <ac:chgData name="Lim Wen-I" userId="4f6c7eb3-5643-4e91-aeb7-39086a2dad27" providerId="ADAL" clId="{E50827FD-1CB2-4CFA-B37A-10B67E828850}" dt="2025-09-28T14:34:18.600" v="170" actId="478"/>
          <ac:spMkLst>
            <pc:docMk/>
            <pc:sldMk cId="875380830" sldId="411"/>
            <ac:spMk id="3" creationId="{00000000-0000-0000-0000-000000000000}"/>
          </ac:spMkLst>
        </pc:spChg>
        <pc:spChg chg="mod">
          <ac:chgData name="Lim Wen-I" userId="4f6c7eb3-5643-4e91-aeb7-39086a2dad27" providerId="ADAL" clId="{E50827FD-1CB2-4CFA-B37A-10B67E828850}" dt="2025-09-28T14:36:11.614" v="207" actId="1076"/>
          <ac:spMkLst>
            <pc:docMk/>
            <pc:sldMk cId="875380830" sldId="411"/>
            <ac:spMk id="14" creationId="{A21F6A04-E153-4D38-88E0-A8EE2E83F486}"/>
          </ac:spMkLst>
        </pc:spChg>
        <pc:spChg chg="add">
          <ac:chgData name="Lim Wen-I" userId="4f6c7eb3-5643-4e91-aeb7-39086a2dad27" providerId="ADAL" clId="{E50827FD-1CB2-4CFA-B37A-10B67E828850}" dt="2025-09-28T14:40:27.301" v="278"/>
          <ac:spMkLst>
            <pc:docMk/>
            <pc:sldMk cId="875380830" sldId="411"/>
            <ac:spMk id="15" creationId="{26BBD510-7249-4AA6-B572-1E7B3159A8E9}"/>
          </ac:spMkLst>
        </pc:spChg>
        <pc:spChg chg="mod">
          <ac:chgData name="Lim Wen-I" userId="4f6c7eb3-5643-4e91-aeb7-39086a2dad27" providerId="ADAL" clId="{E50827FD-1CB2-4CFA-B37A-10B67E828850}" dt="2025-09-28T14:40:39.035" v="284" actId="1035"/>
          <ac:spMkLst>
            <pc:docMk/>
            <pc:sldMk cId="875380830" sldId="411"/>
            <ac:spMk id="16" creationId="{2A2E6A8D-8E45-4A74-B4CE-2F38D223A5D5}"/>
          </ac:spMkLst>
        </pc:spChg>
        <pc:grpChg chg="del mod">
          <ac:chgData name="Lim Wen-I" userId="4f6c7eb3-5643-4e91-aeb7-39086a2dad27" providerId="ADAL" clId="{E50827FD-1CB2-4CFA-B37A-10B67E828850}" dt="2025-09-28T14:34:23.553" v="173" actId="478"/>
          <ac:grpSpMkLst>
            <pc:docMk/>
            <pc:sldMk cId="875380830" sldId="411"/>
            <ac:grpSpMk id="23" creationId="{00000000-0000-0000-0000-000000000000}"/>
          </ac:grpSpMkLst>
        </pc:grpChg>
      </pc:sldChg>
      <pc:sldChg chg="addSp delSp modSp add ord">
        <pc:chgData name="Lim Wen-I" userId="4f6c7eb3-5643-4e91-aeb7-39086a2dad27" providerId="ADAL" clId="{E50827FD-1CB2-4CFA-B37A-10B67E828850}" dt="2025-10-03T07:12:58.006" v="672"/>
        <pc:sldMkLst>
          <pc:docMk/>
          <pc:sldMk cId="4069248696" sldId="412"/>
        </pc:sldMkLst>
        <pc:spChg chg="del">
          <ac:chgData name="Lim Wen-I" userId="4f6c7eb3-5643-4e91-aeb7-39086a2dad27" providerId="ADAL" clId="{E50827FD-1CB2-4CFA-B37A-10B67E828850}" dt="2025-09-28T14:35:52.075" v="204" actId="478"/>
          <ac:spMkLst>
            <pc:docMk/>
            <pc:sldMk cId="4069248696" sldId="412"/>
            <ac:spMk id="2" creationId="{00000000-0000-0000-0000-000000000000}"/>
          </ac:spMkLst>
        </pc:spChg>
        <pc:spChg chg="del">
          <ac:chgData name="Lim Wen-I" userId="4f6c7eb3-5643-4e91-aeb7-39086a2dad27" providerId="ADAL" clId="{E50827FD-1CB2-4CFA-B37A-10B67E828850}" dt="2025-09-28T14:35:50.539" v="203" actId="478"/>
          <ac:spMkLst>
            <pc:docMk/>
            <pc:sldMk cId="4069248696" sldId="412"/>
            <ac:spMk id="3" creationId="{00000000-0000-0000-0000-000000000000}"/>
          </ac:spMkLst>
        </pc:spChg>
        <pc:spChg chg="del mod">
          <ac:chgData name="Lim Wen-I" userId="4f6c7eb3-5643-4e91-aeb7-39086a2dad27" providerId="ADAL" clId="{E50827FD-1CB2-4CFA-B37A-10B67E828850}" dt="2025-09-28T14:36:23.003" v="210" actId="478"/>
          <ac:spMkLst>
            <pc:docMk/>
            <pc:sldMk cId="4069248696" sldId="412"/>
            <ac:spMk id="14" creationId="{A21F6A04-E153-4D38-88E0-A8EE2E83F486}"/>
          </ac:spMkLst>
        </pc:spChg>
        <pc:spChg chg="add mod">
          <ac:chgData name="Lim Wen-I" userId="4f6c7eb3-5643-4e91-aeb7-39086a2dad27" providerId="ADAL" clId="{E50827FD-1CB2-4CFA-B37A-10B67E828850}" dt="2025-09-28T14:37:40.875" v="233" actId="5793"/>
          <ac:spMkLst>
            <pc:docMk/>
            <pc:sldMk cId="4069248696" sldId="412"/>
            <ac:spMk id="15" creationId="{5A9C925F-3D69-4E07-8807-B98B2A6AABE9}"/>
          </ac:spMkLst>
        </pc:spChg>
        <pc:spChg chg="mod">
          <ac:chgData name="Lim Wen-I" userId="4f6c7eb3-5643-4e91-aeb7-39086a2dad27" providerId="ADAL" clId="{E50827FD-1CB2-4CFA-B37A-10B67E828850}" dt="2025-09-28T14:39:20.047" v="262" actId="1035"/>
          <ac:spMkLst>
            <pc:docMk/>
            <pc:sldMk cId="4069248696" sldId="412"/>
            <ac:spMk id="16" creationId="{2A2E6A8D-8E45-4A74-B4CE-2F38D223A5D5}"/>
          </ac:spMkLst>
        </pc:spChg>
        <pc:spChg chg="add del">
          <ac:chgData name="Lim Wen-I" userId="4f6c7eb3-5643-4e91-aeb7-39086a2dad27" providerId="ADAL" clId="{E50827FD-1CB2-4CFA-B37A-10B67E828850}" dt="2025-09-28T14:36:56.858" v="214"/>
          <ac:spMkLst>
            <pc:docMk/>
            <pc:sldMk cId="4069248696" sldId="412"/>
            <ac:spMk id="17" creationId="{9DBB0DC7-1C37-40F1-98F3-8B4FD54140D4}"/>
          </ac:spMkLst>
        </pc:spChg>
        <pc:spChg chg="add">
          <ac:chgData name="Lim Wen-I" userId="4f6c7eb3-5643-4e91-aeb7-39086a2dad27" providerId="ADAL" clId="{E50827FD-1CB2-4CFA-B37A-10B67E828850}" dt="2025-09-28T14:40:30.239" v="279"/>
          <ac:spMkLst>
            <pc:docMk/>
            <pc:sldMk cId="4069248696" sldId="412"/>
            <ac:spMk id="18" creationId="{482FA8DE-7494-457F-BBBB-2BA454E1F60E}"/>
          </ac:spMkLst>
        </pc:spChg>
        <pc:grpChg chg="del">
          <ac:chgData name="Lim Wen-I" userId="4f6c7eb3-5643-4e91-aeb7-39086a2dad27" providerId="ADAL" clId="{E50827FD-1CB2-4CFA-B37A-10B67E828850}" dt="2025-09-28T14:35:48.796" v="202" actId="478"/>
          <ac:grpSpMkLst>
            <pc:docMk/>
            <pc:sldMk cId="4069248696" sldId="412"/>
            <ac:grpSpMk id="23" creationId="{00000000-0000-0000-0000-000000000000}"/>
          </ac:grpSpMkLst>
        </pc:grpChg>
      </pc:sldChg>
      <pc:sldChg chg="addSp delSp modSp add ord">
        <pc:chgData name="Lim Wen-I" userId="4f6c7eb3-5643-4e91-aeb7-39086a2dad27" providerId="ADAL" clId="{E50827FD-1CB2-4CFA-B37A-10B67E828850}" dt="2025-10-03T07:12:58.006" v="672"/>
        <pc:sldMkLst>
          <pc:docMk/>
          <pc:sldMk cId="234015640" sldId="413"/>
        </pc:sldMkLst>
        <pc:spChg chg="del">
          <ac:chgData name="Lim Wen-I" userId="4f6c7eb3-5643-4e91-aeb7-39086a2dad27" providerId="ADAL" clId="{E50827FD-1CB2-4CFA-B37A-10B67E828850}" dt="2025-09-28T14:37:29.849" v="222" actId="478"/>
          <ac:spMkLst>
            <pc:docMk/>
            <pc:sldMk cId="234015640" sldId="413"/>
            <ac:spMk id="2" creationId="{00000000-0000-0000-0000-000000000000}"/>
          </ac:spMkLst>
        </pc:spChg>
        <pc:spChg chg="del">
          <ac:chgData name="Lim Wen-I" userId="4f6c7eb3-5643-4e91-aeb7-39086a2dad27" providerId="ADAL" clId="{E50827FD-1CB2-4CFA-B37A-10B67E828850}" dt="2025-09-28T14:37:27.077" v="221" actId="478"/>
          <ac:spMkLst>
            <pc:docMk/>
            <pc:sldMk cId="234015640" sldId="413"/>
            <ac:spMk id="3" creationId="{00000000-0000-0000-0000-000000000000}"/>
          </ac:spMkLst>
        </pc:spChg>
        <pc:spChg chg="del">
          <ac:chgData name="Lim Wen-I" userId="4f6c7eb3-5643-4e91-aeb7-39086a2dad27" providerId="ADAL" clId="{E50827FD-1CB2-4CFA-B37A-10B67E828850}" dt="2025-09-28T14:37:32.416" v="223" actId="478"/>
          <ac:spMkLst>
            <pc:docMk/>
            <pc:sldMk cId="234015640" sldId="413"/>
            <ac:spMk id="14" creationId="{A21F6A04-E153-4D38-88E0-A8EE2E83F486}"/>
          </ac:spMkLst>
        </pc:spChg>
        <pc:spChg chg="add mod">
          <ac:chgData name="Lim Wen-I" userId="4f6c7eb3-5643-4e91-aeb7-39086a2dad27" providerId="ADAL" clId="{E50827FD-1CB2-4CFA-B37A-10B67E828850}" dt="2025-09-28T14:37:47.106" v="242" actId="5793"/>
          <ac:spMkLst>
            <pc:docMk/>
            <pc:sldMk cId="234015640" sldId="413"/>
            <ac:spMk id="15" creationId="{9B0BEC22-CC88-47AE-BF92-D13810A0E0D1}"/>
          </ac:spMkLst>
        </pc:spChg>
        <pc:spChg chg="mod">
          <ac:chgData name="Lim Wen-I" userId="4f6c7eb3-5643-4e91-aeb7-39086a2dad27" providerId="ADAL" clId="{E50827FD-1CB2-4CFA-B37A-10B67E828850}" dt="2025-09-28T15:04:15.943" v="361" actId="20577"/>
          <ac:spMkLst>
            <pc:docMk/>
            <pc:sldMk cId="234015640" sldId="413"/>
            <ac:spMk id="16" creationId="{2A2E6A8D-8E45-4A74-B4CE-2F38D223A5D5}"/>
          </ac:spMkLst>
        </pc:spChg>
        <pc:spChg chg="add">
          <ac:chgData name="Lim Wen-I" userId="4f6c7eb3-5643-4e91-aeb7-39086a2dad27" providerId="ADAL" clId="{E50827FD-1CB2-4CFA-B37A-10B67E828850}" dt="2025-09-28T14:40:31.806" v="280"/>
          <ac:spMkLst>
            <pc:docMk/>
            <pc:sldMk cId="234015640" sldId="413"/>
            <ac:spMk id="17" creationId="{92B1BF7E-0973-4701-85BB-A57A55ACC441}"/>
          </ac:spMkLst>
        </pc:spChg>
        <pc:grpChg chg="del">
          <ac:chgData name="Lim Wen-I" userId="4f6c7eb3-5643-4e91-aeb7-39086a2dad27" providerId="ADAL" clId="{E50827FD-1CB2-4CFA-B37A-10B67E828850}" dt="2025-09-28T14:37:25.766" v="220" actId="478"/>
          <ac:grpSpMkLst>
            <pc:docMk/>
            <pc:sldMk cId="234015640" sldId="413"/>
            <ac:grpSpMk id="23" creationId="{00000000-0000-0000-0000-000000000000}"/>
          </ac:grpSpMkLst>
        </pc:grpChg>
      </pc:sldChg>
      <pc:sldChg chg="addSp delSp modSp add ord">
        <pc:chgData name="Lim Wen-I" userId="4f6c7eb3-5643-4e91-aeb7-39086a2dad27" providerId="ADAL" clId="{E50827FD-1CB2-4CFA-B37A-10B67E828850}" dt="2025-09-28T15:20:06.772" v="397"/>
        <pc:sldMkLst>
          <pc:docMk/>
          <pc:sldMk cId="4238139188" sldId="420"/>
        </pc:sldMkLst>
        <pc:spChg chg="del">
          <ac:chgData name="Lim Wen-I" userId="4f6c7eb3-5643-4e91-aeb7-39086a2dad27" providerId="ADAL" clId="{E50827FD-1CB2-4CFA-B37A-10B67E828850}" dt="2025-09-28T15:16:56.656" v="369" actId="478"/>
          <ac:spMkLst>
            <pc:docMk/>
            <pc:sldMk cId="4238139188" sldId="420"/>
            <ac:spMk id="2" creationId="{00000000-0000-0000-0000-000000000000}"/>
          </ac:spMkLst>
        </pc:spChg>
        <pc:spChg chg="del">
          <ac:chgData name="Lim Wen-I" userId="4f6c7eb3-5643-4e91-aeb7-39086a2dad27" providerId="ADAL" clId="{E50827FD-1CB2-4CFA-B37A-10B67E828850}" dt="2025-09-28T15:16:53.950" v="368" actId="478"/>
          <ac:spMkLst>
            <pc:docMk/>
            <pc:sldMk cId="4238139188" sldId="420"/>
            <ac:spMk id="3" creationId="{00000000-0000-0000-0000-000000000000}"/>
          </ac:spMkLst>
        </pc:spChg>
        <pc:spChg chg="mod">
          <ac:chgData name="Lim Wen-I" userId="4f6c7eb3-5643-4e91-aeb7-39086a2dad27" providerId="ADAL" clId="{E50827FD-1CB2-4CFA-B37A-10B67E828850}" dt="2025-09-28T15:17:24.819" v="385" actId="1038"/>
          <ac:spMkLst>
            <pc:docMk/>
            <pc:sldMk cId="4238139188" sldId="420"/>
            <ac:spMk id="14" creationId="{A21F6A04-E153-4D38-88E0-A8EE2E83F486}"/>
          </ac:spMkLst>
        </pc:spChg>
        <pc:spChg chg="add">
          <ac:chgData name="Lim Wen-I" userId="4f6c7eb3-5643-4e91-aeb7-39086a2dad27" providerId="ADAL" clId="{E50827FD-1CB2-4CFA-B37A-10B67E828850}" dt="2025-09-28T15:19:20.573" v="393"/>
          <ac:spMkLst>
            <pc:docMk/>
            <pc:sldMk cId="4238139188" sldId="420"/>
            <ac:spMk id="15" creationId="{E8E37ABE-F337-4851-9574-8E751BB2F137}"/>
          </ac:spMkLst>
        </pc:spChg>
        <pc:grpChg chg="del">
          <ac:chgData name="Lim Wen-I" userId="4f6c7eb3-5643-4e91-aeb7-39086a2dad27" providerId="ADAL" clId="{E50827FD-1CB2-4CFA-B37A-10B67E828850}" dt="2025-09-28T15:16:52.720" v="367" actId="478"/>
          <ac:grpSpMkLst>
            <pc:docMk/>
            <pc:sldMk cId="4238139188" sldId="420"/>
            <ac:grpSpMk id="23" creationId="{00000000-0000-0000-0000-000000000000}"/>
          </ac:grpSpMkLst>
        </pc:grpChg>
      </pc:sldChg>
      <pc:sldChg chg="add ord">
        <pc:chgData name="Lim Wen-I" userId="4f6c7eb3-5643-4e91-aeb7-39086a2dad27" providerId="ADAL" clId="{E50827FD-1CB2-4CFA-B37A-10B67E828850}" dt="2025-10-05T10:07:38.251" v="733"/>
        <pc:sldMkLst>
          <pc:docMk/>
          <pc:sldMk cId="1241411223" sldId="422"/>
        </pc:sldMkLst>
      </pc:sldChg>
      <pc:sldChg chg="addSp delSp modSp add ord">
        <pc:chgData name="Lim Wen-I" userId="4f6c7eb3-5643-4e91-aeb7-39086a2dad27" providerId="ADAL" clId="{E50827FD-1CB2-4CFA-B37A-10B67E828850}" dt="2025-10-05T09:52:38.335" v="731" actId="207"/>
        <pc:sldMkLst>
          <pc:docMk/>
          <pc:sldMk cId="1609883632" sldId="424"/>
        </pc:sldMkLst>
        <pc:spChg chg="del">
          <ac:chgData name="Lim Wen-I" userId="4f6c7eb3-5643-4e91-aeb7-39086a2dad27" providerId="ADAL" clId="{E50827FD-1CB2-4CFA-B37A-10B67E828850}" dt="2025-09-28T15:45:00.482" v="523" actId="478"/>
          <ac:spMkLst>
            <pc:docMk/>
            <pc:sldMk cId="1609883632" sldId="424"/>
            <ac:spMk id="2" creationId="{00000000-0000-0000-0000-000000000000}"/>
          </ac:spMkLst>
        </pc:spChg>
        <pc:spChg chg="del">
          <ac:chgData name="Lim Wen-I" userId="4f6c7eb3-5643-4e91-aeb7-39086a2dad27" providerId="ADAL" clId="{E50827FD-1CB2-4CFA-B37A-10B67E828850}" dt="2025-09-28T15:44:57.224" v="522" actId="478"/>
          <ac:spMkLst>
            <pc:docMk/>
            <pc:sldMk cId="1609883632" sldId="424"/>
            <ac:spMk id="3" creationId="{00000000-0000-0000-0000-000000000000}"/>
          </ac:spMkLst>
        </pc:spChg>
        <pc:spChg chg="mod">
          <ac:chgData name="Lim Wen-I" userId="4f6c7eb3-5643-4e91-aeb7-39086a2dad27" providerId="ADAL" clId="{E50827FD-1CB2-4CFA-B37A-10B67E828850}" dt="2025-10-05T09:52:38.335" v="731" actId="207"/>
          <ac:spMkLst>
            <pc:docMk/>
            <pc:sldMk cId="1609883632" sldId="424"/>
            <ac:spMk id="4" creationId="{64D886A7-6CDC-43A4-A2BB-C0074B54F599}"/>
          </ac:spMkLst>
        </pc:spChg>
        <pc:spChg chg="mod">
          <ac:chgData name="Lim Wen-I" userId="4f6c7eb3-5643-4e91-aeb7-39086a2dad27" providerId="ADAL" clId="{E50827FD-1CB2-4CFA-B37A-10B67E828850}" dt="2025-10-05T09:50:13.097" v="697" actId="1035"/>
          <ac:spMkLst>
            <pc:docMk/>
            <pc:sldMk cId="1609883632" sldId="424"/>
            <ac:spMk id="14" creationId="{A21F6A04-E153-4D38-88E0-A8EE2E83F486}"/>
          </ac:spMkLst>
        </pc:spChg>
        <pc:spChg chg="add">
          <ac:chgData name="Lim Wen-I" userId="4f6c7eb3-5643-4e91-aeb7-39086a2dad27" providerId="ADAL" clId="{E50827FD-1CB2-4CFA-B37A-10B67E828850}" dt="2025-09-28T15:46:39.543" v="536"/>
          <ac:spMkLst>
            <pc:docMk/>
            <pc:sldMk cId="1609883632" sldId="424"/>
            <ac:spMk id="15" creationId="{D77D055E-A0B1-43D4-941F-1A2996D8F9F7}"/>
          </ac:spMkLst>
        </pc:spChg>
        <pc:grpChg chg="del mod">
          <ac:chgData name="Lim Wen-I" userId="4f6c7eb3-5643-4e91-aeb7-39086a2dad27" providerId="ADAL" clId="{E50827FD-1CB2-4CFA-B37A-10B67E828850}" dt="2025-09-28T15:44:56.124" v="521" actId="478"/>
          <ac:grpSpMkLst>
            <pc:docMk/>
            <pc:sldMk cId="1609883632" sldId="424"/>
            <ac:grpSpMk id="23" creationId="{00000000-0000-0000-0000-000000000000}"/>
          </ac:grpSpMkLst>
        </pc:grpChg>
      </pc:sldChg>
      <pc:sldChg chg="delSp modSp add">
        <pc:chgData name="Lim Wen-I" userId="4f6c7eb3-5643-4e91-aeb7-39086a2dad27" providerId="ADAL" clId="{E50827FD-1CB2-4CFA-B37A-10B67E828850}" dt="2025-09-28T15:47:12.966" v="561" actId="1036"/>
        <pc:sldMkLst>
          <pc:docMk/>
          <pc:sldMk cId="3896774651" sldId="425"/>
        </pc:sldMkLst>
        <pc:spChg chg="del">
          <ac:chgData name="Lim Wen-I" userId="4f6c7eb3-5643-4e91-aeb7-39086a2dad27" providerId="ADAL" clId="{E50827FD-1CB2-4CFA-B37A-10B67E828850}" dt="2025-09-28T15:45:43.923" v="532" actId="478"/>
          <ac:spMkLst>
            <pc:docMk/>
            <pc:sldMk cId="3896774651" sldId="425"/>
            <ac:spMk id="2" creationId="{00000000-0000-0000-0000-000000000000}"/>
          </ac:spMkLst>
        </pc:spChg>
        <pc:spChg chg="del">
          <ac:chgData name="Lim Wen-I" userId="4f6c7eb3-5643-4e91-aeb7-39086a2dad27" providerId="ADAL" clId="{E50827FD-1CB2-4CFA-B37A-10B67E828850}" dt="2025-09-28T15:45:42.304" v="531" actId="478"/>
          <ac:spMkLst>
            <pc:docMk/>
            <pc:sldMk cId="3896774651" sldId="425"/>
            <ac:spMk id="3" creationId="{00000000-0000-0000-0000-000000000000}"/>
          </ac:spMkLst>
        </pc:spChg>
        <pc:spChg chg="mod">
          <ac:chgData name="Lim Wen-I" userId="4f6c7eb3-5643-4e91-aeb7-39086a2dad27" providerId="ADAL" clId="{E50827FD-1CB2-4CFA-B37A-10B67E828850}" dt="2025-09-28T15:47:03.367" v="555" actId="1035"/>
          <ac:spMkLst>
            <pc:docMk/>
            <pc:sldMk cId="3896774651" sldId="425"/>
            <ac:spMk id="14" creationId="{A21F6A04-E153-4D38-88E0-A8EE2E83F486}"/>
          </ac:spMkLst>
        </pc:spChg>
        <pc:grpChg chg="del">
          <ac:chgData name="Lim Wen-I" userId="4f6c7eb3-5643-4e91-aeb7-39086a2dad27" providerId="ADAL" clId="{E50827FD-1CB2-4CFA-B37A-10B67E828850}" dt="2025-09-28T15:45:41.279" v="530" actId="478"/>
          <ac:grpSpMkLst>
            <pc:docMk/>
            <pc:sldMk cId="3896774651" sldId="425"/>
            <ac:grpSpMk id="23" creationId="{00000000-0000-0000-0000-000000000000}"/>
          </ac:grpSpMkLst>
        </pc:grpChg>
        <pc:picChg chg="mod">
          <ac:chgData name="Lim Wen-I" userId="4f6c7eb3-5643-4e91-aeb7-39086a2dad27" providerId="ADAL" clId="{E50827FD-1CB2-4CFA-B37A-10B67E828850}" dt="2025-09-28T15:47:12.966" v="561" actId="1036"/>
          <ac:picMkLst>
            <pc:docMk/>
            <pc:sldMk cId="3896774651" sldId="425"/>
            <ac:picMk id="15" creationId="{A1150F63-DA3C-4B05-9D3D-70EE5A6533A5}"/>
          </ac:picMkLst>
        </pc:picChg>
      </pc:sldChg>
      <pc:sldChg chg="addSp delSp modSp add setBg">
        <pc:chgData name="Lim Wen-I" userId="4f6c7eb3-5643-4e91-aeb7-39086a2dad27" providerId="ADAL" clId="{E50827FD-1CB2-4CFA-B37A-10B67E828850}" dt="2025-09-28T14:23:56.034" v="147" actId="20577"/>
        <pc:sldMkLst>
          <pc:docMk/>
          <pc:sldMk cId="0" sldId="428"/>
        </pc:sldMkLst>
        <pc:spChg chg="mod">
          <ac:chgData name="Lim Wen-I" userId="4f6c7eb3-5643-4e91-aeb7-39086a2dad27" providerId="ADAL" clId="{E50827FD-1CB2-4CFA-B37A-10B67E828850}" dt="2025-09-28T14:16:05.625" v="24" actId="14100"/>
          <ac:spMkLst>
            <pc:docMk/>
            <pc:sldMk cId="0" sldId="428"/>
            <ac:spMk id="14" creationId="{00000000-0000-0000-0000-000000000000}"/>
          </ac:spMkLst>
        </pc:spChg>
        <pc:spChg chg="mod">
          <ac:chgData name="Lim Wen-I" userId="4f6c7eb3-5643-4e91-aeb7-39086a2dad27" providerId="ADAL" clId="{E50827FD-1CB2-4CFA-B37A-10B67E828850}" dt="2025-09-28T14:17:26.167" v="32" actId="1076"/>
          <ac:spMkLst>
            <pc:docMk/>
            <pc:sldMk cId="0" sldId="428"/>
            <ac:spMk id="15" creationId="{00000000-0000-0000-0000-000000000000}"/>
          </ac:spMkLst>
        </pc:spChg>
        <pc:spChg chg="mod">
          <ac:chgData name="Lim Wen-I" userId="4f6c7eb3-5643-4e91-aeb7-39086a2dad27" providerId="ADAL" clId="{E50827FD-1CB2-4CFA-B37A-10B67E828850}" dt="2025-09-28T14:17:15.242" v="30" actId="1076"/>
          <ac:spMkLst>
            <pc:docMk/>
            <pc:sldMk cId="0" sldId="428"/>
            <ac:spMk id="16" creationId="{00000000-0000-0000-0000-000000000000}"/>
          </ac:spMkLst>
        </pc:spChg>
        <pc:spChg chg="mod">
          <ac:chgData name="Lim Wen-I" userId="4f6c7eb3-5643-4e91-aeb7-39086a2dad27" providerId="ADAL" clId="{E50827FD-1CB2-4CFA-B37A-10B67E828850}" dt="2025-09-28T14:17:31.821" v="33" actId="1076"/>
          <ac:spMkLst>
            <pc:docMk/>
            <pc:sldMk cId="0" sldId="428"/>
            <ac:spMk id="20" creationId="{00000000-0000-0000-0000-000000000000}"/>
          </ac:spMkLst>
        </pc:spChg>
        <pc:spChg chg="add mod">
          <ac:chgData name="Lim Wen-I" userId="4f6c7eb3-5643-4e91-aeb7-39086a2dad27" providerId="ADAL" clId="{E50827FD-1CB2-4CFA-B37A-10B67E828850}" dt="2025-09-28T14:23:56.034" v="147" actId="20577"/>
          <ac:spMkLst>
            <pc:docMk/>
            <pc:sldMk cId="0" sldId="428"/>
            <ac:spMk id="23" creationId="{743768C1-71C4-4AE0-93F1-D82F5CD233CA}"/>
          </ac:spMkLst>
        </pc:spChg>
        <pc:spChg chg="del mod">
          <ac:chgData name="Lim Wen-I" userId="4f6c7eb3-5643-4e91-aeb7-39086a2dad27" providerId="ADAL" clId="{E50827FD-1CB2-4CFA-B37A-10B67E828850}" dt="2025-09-28T14:17:36.956" v="35"/>
          <ac:spMkLst>
            <pc:docMk/>
            <pc:sldMk cId="0" sldId="428"/>
            <ac:spMk id="33" creationId="{BE5CC137-C43B-46A0-8671-FB3F21DCFB14}"/>
          </ac:spMkLst>
        </pc:spChg>
        <pc:grpChg chg="mod">
          <ac:chgData name="Lim Wen-I" userId="4f6c7eb3-5643-4e91-aeb7-39086a2dad27" providerId="ADAL" clId="{E50827FD-1CB2-4CFA-B37A-10B67E828850}" dt="2025-09-28T14:17:16.784" v="31" actId="1076"/>
          <ac:grpSpMkLst>
            <pc:docMk/>
            <pc:sldMk cId="0" sldId="428"/>
            <ac:grpSpMk id="10" creationId="{00000000-0000-0000-0000-000000000000}"/>
          </ac:grpSpMkLst>
        </pc:grpChg>
      </pc:sldChg>
      <pc:sldChg chg="addSp delSp modSp add del modTransition">
        <pc:chgData name="Lim Wen-I" userId="4f6c7eb3-5643-4e91-aeb7-39086a2dad27" providerId="ADAL" clId="{E50827FD-1CB2-4CFA-B37A-10B67E828850}" dt="2025-10-05T10:19:43.120" v="802" actId="2696"/>
        <pc:sldMkLst>
          <pc:docMk/>
          <pc:sldMk cId="1192475646" sldId="429"/>
        </pc:sldMkLst>
        <pc:spChg chg="mod">
          <ac:chgData name="Lim Wen-I" userId="4f6c7eb3-5643-4e91-aeb7-39086a2dad27" providerId="ADAL" clId="{E50827FD-1CB2-4CFA-B37A-10B67E828850}" dt="2025-09-28T16:01:00.226" v="575" actId="1036"/>
          <ac:spMkLst>
            <pc:docMk/>
            <pc:sldMk cId="1192475646" sldId="429"/>
            <ac:spMk id="2" creationId="{00000000-0000-0000-0000-000000000000}"/>
          </ac:spMkLst>
        </pc:spChg>
        <pc:spChg chg="mod">
          <ac:chgData name="Lim Wen-I" userId="4f6c7eb3-5643-4e91-aeb7-39086a2dad27" providerId="ADAL" clId="{E50827FD-1CB2-4CFA-B37A-10B67E828850}" dt="2025-09-28T15:27:54.545" v="424" actId="255"/>
          <ac:spMkLst>
            <pc:docMk/>
            <pc:sldMk cId="1192475646" sldId="429"/>
            <ac:spMk id="3" creationId="{00000000-0000-0000-0000-000000000000}"/>
          </ac:spMkLst>
        </pc:spChg>
        <pc:spChg chg="mod">
          <ac:chgData name="Lim Wen-I" userId="4f6c7eb3-5643-4e91-aeb7-39086a2dad27" providerId="ADAL" clId="{E50827FD-1CB2-4CFA-B37A-10B67E828850}" dt="2025-09-28T16:01:25.870" v="576" actId="113"/>
          <ac:spMkLst>
            <pc:docMk/>
            <pc:sldMk cId="1192475646" sldId="429"/>
            <ac:spMk id="4" creationId="{00000000-0000-0000-0000-000000000000}"/>
          </ac:spMkLst>
        </pc:spChg>
        <pc:spChg chg="mod">
          <ac:chgData name="Lim Wen-I" userId="4f6c7eb3-5643-4e91-aeb7-39086a2dad27" providerId="ADAL" clId="{E50827FD-1CB2-4CFA-B37A-10B67E828850}" dt="2025-09-28T15:28:53.524" v="444" actId="1035"/>
          <ac:spMkLst>
            <pc:docMk/>
            <pc:sldMk cId="1192475646" sldId="429"/>
            <ac:spMk id="5" creationId="{00000000-0000-0000-0000-000000000000}"/>
          </ac:spMkLst>
        </pc:spChg>
        <pc:spChg chg="mod">
          <ac:chgData name="Lim Wen-I" userId="4f6c7eb3-5643-4e91-aeb7-39086a2dad27" providerId="ADAL" clId="{E50827FD-1CB2-4CFA-B37A-10B67E828850}" dt="2025-09-28T15:29:24.805" v="447" actId="404"/>
          <ac:spMkLst>
            <pc:docMk/>
            <pc:sldMk cId="1192475646" sldId="429"/>
            <ac:spMk id="6" creationId="{00000000-0000-0000-0000-000000000000}"/>
          </ac:spMkLst>
        </pc:spChg>
        <pc:spChg chg="del">
          <ac:chgData name="Lim Wen-I" userId="4f6c7eb3-5643-4e91-aeb7-39086a2dad27" providerId="ADAL" clId="{E50827FD-1CB2-4CFA-B37A-10B67E828850}" dt="2025-09-28T15:26:54.067" v="416" actId="478"/>
          <ac:spMkLst>
            <pc:docMk/>
            <pc:sldMk cId="1192475646" sldId="429"/>
            <ac:spMk id="7" creationId="{00000000-0000-0000-0000-000000000000}"/>
          </ac:spMkLst>
        </pc:spChg>
        <pc:spChg chg="del">
          <ac:chgData name="Lim Wen-I" userId="4f6c7eb3-5643-4e91-aeb7-39086a2dad27" providerId="ADAL" clId="{E50827FD-1CB2-4CFA-B37A-10B67E828850}" dt="2025-09-28T15:26:49.834" v="415" actId="478"/>
          <ac:spMkLst>
            <pc:docMk/>
            <pc:sldMk cId="1192475646" sldId="429"/>
            <ac:spMk id="8" creationId="{00000000-0000-0000-0000-000000000000}"/>
          </ac:spMkLst>
        </pc:spChg>
        <pc:spChg chg="add">
          <ac:chgData name="Lim Wen-I" userId="4f6c7eb3-5643-4e91-aeb7-39086a2dad27" providerId="ADAL" clId="{E50827FD-1CB2-4CFA-B37A-10B67E828850}" dt="2025-09-28T15:29:11.667" v="446"/>
          <ac:spMkLst>
            <pc:docMk/>
            <pc:sldMk cId="1192475646" sldId="429"/>
            <ac:spMk id="9" creationId="{422F04A9-75B8-4084-AA6D-39C07162E8D3}"/>
          </ac:spMkLst>
        </pc:spChg>
      </pc:sldChg>
      <pc:sldChg chg="modSp add ord">
        <pc:chgData name="Lim Wen-I" userId="4f6c7eb3-5643-4e91-aeb7-39086a2dad27" providerId="ADAL" clId="{E50827FD-1CB2-4CFA-B37A-10B67E828850}" dt="2025-10-05T17:23:17.836" v="1812" actId="403"/>
        <pc:sldMkLst>
          <pc:docMk/>
          <pc:sldMk cId="1192475646" sldId="429"/>
        </pc:sldMkLst>
        <pc:spChg chg="mod">
          <ac:chgData name="Lim Wen-I" userId="4f6c7eb3-5643-4e91-aeb7-39086a2dad27" providerId="ADAL" clId="{E50827FD-1CB2-4CFA-B37A-10B67E828850}" dt="2025-10-05T14:37:26.398" v="1163" actId="6549"/>
          <ac:spMkLst>
            <pc:docMk/>
            <pc:sldMk cId="1192475646" sldId="429"/>
            <ac:spMk id="2" creationId="{00000000-0000-0000-0000-000000000000}"/>
          </ac:spMkLst>
        </pc:spChg>
        <pc:spChg chg="mod">
          <ac:chgData name="Lim Wen-I" userId="4f6c7eb3-5643-4e91-aeb7-39086a2dad27" providerId="ADAL" clId="{E50827FD-1CB2-4CFA-B37A-10B67E828850}" dt="2025-10-05T17:23:17.836" v="1812" actId="403"/>
          <ac:spMkLst>
            <pc:docMk/>
            <pc:sldMk cId="1192475646" sldId="429"/>
            <ac:spMk id="3" creationId="{00000000-0000-0000-0000-000000000000}"/>
          </ac:spMkLst>
        </pc:spChg>
      </pc:sldChg>
      <pc:sldChg chg="modSp add">
        <pc:chgData name="Lim Wen-I" userId="4f6c7eb3-5643-4e91-aeb7-39086a2dad27" providerId="ADAL" clId="{E50827FD-1CB2-4CFA-B37A-10B67E828850}" dt="2025-10-05T14:55:10.573" v="1402"/>
        <pc:sldMkLst>
          <pc:docMk/>
          <pc:sldMk cId="3678048338" sldId="430"/>
        </pc:sldMkLst>
        <pc:graphicFrameChg chg="mod modGraphic">
          <ac:chgData name="Lim Wen-I" userId="4f6c7eb3-5643-4e91-aeb7-39086a2dad27" providerId="ADAL" clId="{E50827FD-1CB2-4CFA-B37A-10B67E828850}" dt="2025-10-05T14:55:10.573" v="1402"/>
          <ac:graphicFrameMkLst>
            <pc:docMk/>
            <pc:sldMk cId="3678048338" sldId="430"/>
            <ac:graphicFrameMk id="4" creationId="{8D4EC2AB-E540-426E-8FAB-4D3A0E6A6E32}"/>
          </ac:graphicFrameMkLst>
        </pc:graphicFrameChg>
      </pc:sldChg>
      <pc:sldChg chg="addSp delSp modSp add ord">
        <pc:chgData name="Lim Wen-I" userId="4f6c7eb3-5643-4e91-aeb7-39086a2dad27" providerId="ADAL" clId="{E50827FD-1CB2-4CFA-B37A-10B67E828850}" dt="2025-10-05T16:04:31.808" v="1674"/>
        <pc:sldMkLst>
          <pc:docMk/>
          <pc:sldMk cId="1060304922" sldId="431"/>
        </pc:sldMkLst>
        <pc:spChg chg="del mod">
          <ac:chgData name="Lim Wen-I" userId="4f6c7eb3-5643-4e91-aeb7-39086a2dad27" providerId="ADAL" clId="{E50827FD-1CB2-4CFA-B37A-10B67E828850}" dt="2025-10-05T15:54:34.231" v="1638"/>
          <ac:spMkLst>
            <pc:docMk/>
            <pc:sldMk cId="1060304922" sldId="431"/>
            <ac:spMk id="3" creationId="{00000000-0000-0000-0000-000000000000}"/>
          </ac:spMkLst>
        </pc:spChg>
        <pc:picChg chg="add mod">
          <ac:chgData name="Lim Wen-I" userId="4f6c7eb3-5643-4e91-aeb7-39086a2dad27" providerId="ADAL" clId="{E50827FD-1CB2-4CFA-B37A-10B67E828850}" dt="2025-10-05T15:54:48.220" v="1641" actId="14100"/>
          <ac:picMkLst>
            <pc:docMk/>
            <pc:sldMk cId="1060304922" sldId="431"/>
            <ac:picMk id="5" creationId="{B897E4A3-F764-4571-B9D1-0ED2A9489976}"/>
          </ac:picMkLst>
        </pc:picChg>
      </pc:sldChg>
      <pc:sldChg chg="addSp delSp modSp add delAnim modNotes modNotesTx">
        <pc:chgData name="Lim Wen-I" userId="4f6c7eb3-5643-4e91-aeb7-39086a2dad27" providerId="ADAL" clId="{E50827FD-1CB2-4CFA-B37A-10B67E828850}" dt="2025-10-05T17:10:55.234" v="1790" actId="27636"/>
        <pc:sldMkLst>
          <pc:docMk/>
          <pc:sldMk cId="1251113627" sldId="432"/>
        </pc:sldMkLst>
        <pc:spChg chg="del">
          <ac:chgData name="Lim Wen-I" userId="4f6c7eb3-5643-4e91-aeb7-39086a2dad27" providerId="ADAL" clId="{E50827FD-1CB2-4CFA-B37A-10B67E828850}" dt="2025-10-05T16:53:07.665" v="1761" actId="478"/>
          <ac:spMkLst>
            <pc:docMk/>
            <pc:sldMk cId="1251113627" sldId="432"/>
            <ac:spMk id="2" creationId="{FA28E84E-CAA3-40B7-81F0-18907B907258}"/>
          </ac:spMkLst>
        </pc:spChg>
        <pc:spChg chg="del">
          <ac:chgData name="Lim Wen-I" userId="4f6c7eb3-5643-4e91-aeb7-39086a2dad27" providerId="ADAL" clId="{E50827FD-1CB2-4CFA-B37A-10B67E828850}" dt="2025-10-05T17:06:56.768" v="1773" actId="478"/>
          <ac:spMkLst>
            <pc:docMk/>
            <pc:sldMk cId="1251113627" sldId="432"/>
            <ac:spMk id="3" creationId="{077C0D92-0997-45F3-B9F5-94D8178BAEE4}"/>
          </ac:spMkLst>
        </pc:spChg>
        <pc:spChg chg="add mod">
          <ac:chgData name="Lim Wen-I" userId="4f6c7eb3-5643-4e91-aeb7-39086a2dad27" providerId="ADAL" clId="{E50827FD-1CB2-4CFA-B37A-10B67E828850}" dt="2025-10-05T17:09:49.187" v="1786" actId="403"/>
          <ac:spMkLst>
            <pc:docMk/>
            <pc:sldMk cId="1251113627" sldId="432"/>
            <ac:spMk id="5" creationId="{D80E19B2-1D68-43BD-8EAC-CA2F62766402}"/>
          </ac:spMkLst>
        </pc:spChg>
        <pc:spChg chg="mod">
          <ac:chgData name="Lim Wen-I" userId="4f6c7eb3-5643-4e91-aeb7-39086a2dad27" providerId="ADAL" clId="{E50827FD-1CB2-4CFA-B37A-10B67E828850}" dt="2025-10-05T16:53:52.098" v="1771" actId="20577"/>
          <ac:spMkLst>
            <pc:docMk/>
            <pc:sldMk cId="1251113627" sldId="432"/>
            <ac:spMk id="54274" creationId="{DC331CFA-4FBC-491C-AD3F-7A9F35784FBE}"/>
          </ac:spMkLst>
        </pc:spChg>
        <pc:picChg chg="del">
          <ac:chgData name="Lim Wen-I" userId="4f6c7eb3-5643-4e91-aeb7-39086a2dad27" providerId="ADAL" clId="{E50827FD-1CB2-4CFA-B37A-10B67E828850}" dt="2025-10-05T16:53:04.189" v="1760" actId="478"/>
          <ac:picMkLst>
            <pc:docMk/>
            <pc:sldMk cId="1251113627" sldId="432"/>
            <ac:picMk id="54276" creationId="{3CAAA7D5-5C21-4DAB-8B1D-B076CE27DB48}"/>
          </ac:picMkLst>
        </pc:picChg>
      </pc:sldChg>
      <pc:sldChg chg="addSp delSp modSp add">
        <pc:chgData name="Lim Wen-I" userId="4f6c7eb3-5643-4e91-aeb7-39086a2dad27" providerId="ADAL" clId="{E50827FD-1CB2-4CFA-B37A-10B67E828850}" dt="2025-10-05T16:40:42.175" v="1744" actId="14100"/>
        <pc:sldMkLst>
          <pc:docMk/>
          <pc:sldMk cId="560948029" sldId="433"/>
        </pc:sldMkLst>
        <pc:spChg chg="add del mod">
          <ac:chgData name="Lim Wen-I" userId="4f6c7eb3-5643-4e91-aeb7-39086a2dad27" providerId="ADAL" clId="{E50827FD-1CB2-4CFA-B37A-10B67E828850}" dt="2025-10-05T16:40:30.188" v="1742" actId="478"/>
          <ac:spMkLst>
            <pc:docMk/>
            <pc:sldMk cId="560948029" sldId="433"/>
            <ac:spMk id="3" creationId="{EA8643CB-AA9E-40F3-8B4E-1F0DA82D0F63}"/>
          </ac:spMkLst>
        </pc:spChg>
        <pc:spChg chg="del mod">
          <ac:chgData name="Lim Wen-I" userId="4f6c7eb3-5643-4e91-aeb7-39086a2dad27" providerId="ADAL" clId="{E50827FD-1CB2-4CFA-B37A-10B67E828850}" dt="2025-10-05T16:40:10.926" v="1738" actId="478"/>
          <ac:spMkLst>
            <pc:docMk/>
            <pc:sldMk cId="560948029" sldId="433"/>
            <ac:spMk id="5" creationId="{7C64DF95-A95D-4144-A310-F2DC2EEFE7F6}"/>
          </ac:spMkLst>
        </pc:spChg>
        <pc:spChg chg="add del mod">
          <ac:chgData name="Lim Wen-I" userId="4f6c7eb3-5643-4e91-aeb7-39086a2dad27" providerId="ADAL" clId="{E50827FD-1CB2-4CFA-B37A-10B67E828850}" dt="2025-10-05T16:40:17.740" v="1740" actId="478"/>
          <ac:spMkLst>
            <pc:docMk/>
            <pc:sldMk cId="560948029" sldId="433"/>
            <ac:spMk id="8" creationId="{006FA91B-9180-4388-ACDD-B0352AA70A18}"/>
          </ac:spMkLst>
        </pc:spChg>
        <pc:spChg chg="del">
          <ac:chgData name="Lim Wen-I" userId="4f6c7eb3-5643-4e91-aeb7-39086a2dad27" providerId="ADAL" clId="{E50827FD-1CB2-4CFA-B37A-10B67E828850}" dt="2025-10-05T16:40:15.766" v="1739" actId="478"/>
          <ac:spMkLst>
            <pc:docMk/>
            <pc:sldMk cId="560948029" sldId="433"/>
            <ac:spMk id="54274" creationId="{DC331CFA-4FBC-491C-AD3F-7A9F35784FBE}"/>
          </ac:spMkLst>
        </pc:spChg>
        <pc:picChg chg="mod">
          <ac:chgData name="Lim Wen-I" userId="4f6c7eb3-5643-4e91-aeb7-39086a2dad27" providerId="ADAL" clId="{E50827FD-1CB2-4CFA-B37A-10B67E828850}" dt="2025-10-05T16:40:42.175" v="1744" actId="14100"/>
          <ac:picMkLst>
            <pc:docMk/>
            <pc:sldMk cId="560948029" sldId="433"/>
            <ac:picMk id="6" creationId="{7C537EE7-12C7-4859-82A8-3FBCC5841BBE}"/>
          </ac:picMkLst>
        </pc:picChg>
      </pc:sldChg>
      <pc:sldChg chg="modSp add ord modNotes">
        <pc:chgData name="Lim Wen-I" userId="4f6c7eb3-5643-4e91-aeb7-39086a2dad27" providerId="ADAL" clId="{E50827FD-1CB2-4CFA-B37A-10B67E828850}" dt="2025-10-05T17:24:36.722" v="1826" actId="6549"/>
        <pc:sldMkLst>
          <pc:docMk/>
          <pc:sldMk cId="184387705" sldId="434"/>
        </pc:sldMkLst>
        <pc:spChg chg="mod">
          <ac:chgData name="Lim Wen-I" userId="4f6c7eb3-5643-4e91-aeb7-39086a2dad27" providerId="ADAL" clId="{E50827FD-1CB2-4CFA-B37A-10B67E828850}" dt="2025-10-05T17:24:36.722" v="1826" actId="6549"/>
          <ac:spMkLst>
            <pc:docMk/>
            <pc:sldMk cId="184387705" sldId="434"/>
            <ac:spMk id="5" creationId="{D80E19B2-1D68-43BD-8EAC-CA2F62766402}"/>
          </ac:spMkLst>
        </pc:spChg>
        <pc:spChg chg="mod">
          <ac:chgData name="Lim Wen-I" userId="4f6c7eb3-5643-4e91-aeb7-39086a2dad27" providerId="ADAL" clId="{E50827FD-1CB2-4CFA-B37A-10B67E828850}" dt="2025-10-05T17:24:18.622" v="1821" actId="20577"/>
          <ac:spMkLst>
            <pc:docMk/>
            <pc:sldMk cId="184387705" sldId="434"/>
            <ac:spMk id="54274" creationId="{DC331CFA-4FBC-491C-AD3F-7A9F35784FBE}"/>
          </ac:spMkLst>
        </pc:spChg>
      </pc:sldChg>
      <pc:sldMasterChg chg="delSldLayout">
        <pc:chgData name="Lim Wen-I" userId="4f6c7eb3-5643-4e91-aeb7-39086a2dad27" providerId="ADAL" clId="{E50827FD-1CB2-4CFA-B37A-10B67E828850}" dt="2025-09-28T14:23:04.315" v="94" actId="2696"/>
        <pc:sldMasterMkLst>
          <pc:docMk/>
          <pc:sldMasterMk cId="0" sldId="2147483648"/>
        </pc:sldMasterMkLst>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1D486B-884F-41E7-AAFC-858B99CB39B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9134E4A1-0BD9-4F60-A015-E8ACE71C1A40}"/>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3608D0A7-62CE-45B5-8515-BC2870EE0970}" type="datetimeFigureOut">
              <a:rPr lang="en-US"/>
              <a:pPr>
                <a:defRPr/>
              </a:pPr>
              <a:t>10/12/2025</a:t>
            </a:fld>
            <a:endParaRPr lang="en-US"/>
          </a:p>
        </p:txBody>
      </p:sp>
      <p:sp>
        <p:nvSpPr>
          <p:cNvPr id="4" name="Slide Image Placeholder 3">
            <a:extLst>
              <a:ext uri="{FF2B5EF4-FFF2-40B4-BE49-F238E27FC236}">
                <a16:creationId xmlns:a16="http://schemas.microsoft.com/office/drawing/2014/main" id="{DCEBFBB6-063A-4A80-A985-B6995FEB855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C24ED2E-2788-4AE6-8639-8D1C4B8A8B0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8C2FF69-8212-409F-85F4-8C30CDE78B6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BB9F1288-9582-4CA6-91D1-296E96C12C6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C18EB3CF-4868-4DE9-B557-2DD513A8F07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51617D-CD52-4716-8662-2816FAA9F852}"/>
              </a:ext>
            </a:extLst>
          </p:cNvPr>
          <p:cNvSpPr>
            <a:spLocks noGrp="1" noRot="1" noChangeAspect="1" noChangeArrowheads="1" noTextEdit="1"/>
          </p:cNvSpPr>
          <p:nvPr>
            <p:ph type="sldImg"/>
          </p:nvPr>
        </p:nvSpPr>
        <p:spPr bwMode="auto">
          <a:xfrm>
            <a:off x="1144588"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a:extLst>
              <a:ext uri="{FF2B5EF4-FFF2-40B4-BE49-F238E27FC236}">
                <a16:creationId xmlns:a16="http://schemas.microsoft.com/office/drawing/2014/main" id="{47EE0F34-A89A-4051-841F-12813EF0F096}"/>
              </a:ext>
            </a:extLst>
          </p:cNvPr>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4EA193C-7645-4922-9F6D-2290B96C9701}"/>
              </a:ext>
            </a:extLst>
          </p:cNvPr>
          <p:cNvSpPr>
            <a:spLocks noGrp="1" noRot="1" noChangeAspect="1" noChangeArrowheads="1" noTextEdit="1"/>
          </p:cNvSpPr>
          <p:nvPr>
            <p:ph type="sldImg"/>
          </p:nvPr>
        </p:nvSpPr>
        <p:spPr bwMode="auto">
          <a:xfrm>
            <a:off x="1144588"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56754179-3117-4BCF-9BBD-7E6ADA8B3097}"/>
              </a:ext>
            </a:extLst>
          </p:cNvPr>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644645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791431F6-92E5-41D7-AF4A-9C4DDFC853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63F8F4DF-AF3F-44D3-A53C-039F3ABE63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Once the work produced in one phase is approved, the phase ends and the next phase begins. As the project progresses from phase to phase, it moves forward in the same manner as a waterfall. While it is possible to go backward through the phases (e.g., from design back to analysis), it is quite difﬁcult. </a:t>
            </a:r>
          </a:p>
          <a:p>
            <a:endParaRPr lang="en-US" altLang="en-US"/>
          </a:p>
          <a:p>
            <a:r>
              <a:rPr lang="en-US" altLang="en-US"/>
              <a:t>Waterfall development methodologies have the advantages of identifying requirements long before programming begins and limiting changes to the requirements as the project proceeds. The key disadvantages are that the design must be completely speciﬁed before programming begins, a long time elapses between the completion of the system proposal in the analysis phase and the delivery of system, and testing is treated almost as an afterthought in the implementation phase. In addition, the deliverables are often a poor communication mechanism, so important requirements may be overlooked in the volumes of documentation. If the project team misses an important requirement, expensive post-implementation programming may be needed. Users may forget the original purpose of the system, since so much time has elapsed between the original idea and actual implementation. Also, in today’s dynamic business environment, a system that met the existing environmental conditions during the analysis phase may need considerable rework to match the environment when it is implemented. This rework requires going back to the initial phase and making needed changes through each of the subsequent phases in turn.</a:t>
            </a:r>
          </a:p>
          <a:p>
            <a:endParaRPr lang="en-US" altLang="en-US"/>
          </a:p>
        </p:txBody>
      </p:sp>
      <p:sp>
        <p:nvSpPr>
          <p:cNvPr id="38916" name="Slide Number Placeholder 3">
            <a:extLst>
              <a:ext uri="{FF2B5EF4-FFF2-40B4-BE49-F238E27FC236}">
                <a16:creationId xmlns:a16="http://schemas.microsoft.com/office/drawing/2014/main" id="{110AD7D3-6FE5-4E64-99C8-03967589CB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EF9333-3C80-4CE4-ABC9-D1824003CC90}"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1442100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4277C44C-C183-4A10-B104-1CC09C63C9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DBE65475-1C57-4C65-8D02-A13D3A3AC3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the development process proceeds down the left-hand slope of the V, deﬁning requirements and designing system components. At the base of the V, the code is written. On the upward-sloping right side of the model, testing of components, integration testing, and, ﬁnally, acceptance testing are performed. A key concept of this model is that as requirements are speciﬁed and components designed, testing for those elements is also deﬁned. In this manner, each level of testing is clearly linked to a part of the analysis or design phase, helping to ensure high quality and relevant testing and maximize test effectiveness.</a:t>
            </a:r>
          </a:p>
          <a:p>
            <a:endParaRPr lang="en-US" altLang="en-US"/>
          </a:p>
          <a:p>
            <a:r>
              <a:rPr lang="en-US" altLang="en-US"/>
              <a:t>The V-model is simple and straightforward and improves the overall quality of systems through its emphasis on early development of test plans. Testing focus and expertise is involved in the project earlier rather than later; plus, the testers gain knowledge of the project early. It still suffers from the rigidity of the waterfall development process, however, and is not always appropriate for the dynamic nature of the business environment.</a:t>
            </a:r>
          </a:p>
          <a:p>
            <a:endParaRPr lang="en-US" altLang="en-US"/>
          </a:p>
          <a:p>
            <a:endParaRPr lang="en-US" altLang="en-US"/>
          </a:p>
        </p:txBody>
      </p:sp>
      <p:sp>
        <p:nvSpPr>
          <p:cNvPr id="44036" name="Slide Number Placeholder 3">
            <a:extLst>
              <a:ext uri="{FF2B5EF4-FFF2-40B4-BE49-F238E27FC236}">
                <a16:creationId xmlns:a16="http://schemas.microsoft.com/office/drawing/2014/main" id="{CDAFEFBF-69F4-47C2-8B71-D24A87EB96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6D08D2-730F-42C4-85B0-EEACA16C7350}"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266224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8214522A-06DE-4D5A-8392-3088F87FA0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0F4111F8-1BCD-4264-8C71-67B315C895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instead of doing the design and implementation in sequence, a general design for the whole system is performed. Then the project is divided into a series of subprojects that can be designed and implemented in parallel. Once all subprojects are complete, there is a ﬁnal integration of the separate pieces, and the system is delivered. Parallel development reduces the time required to deliver a system, so changes in the business environment are less likely to produce the need for rework. The approach still suffers from problems caused by voluminous deliverables. It also adds a new problem: If the subprojects are not completely independent, design decisions in one subproject may affect another, and at the project end, integrating the subprojects may be quite challenging. </a:t>
            </a:r>
          </a:p>
        </p:txBody>
      </p:sp>
      <p:sp>
        <p:nvSpPr>
          <p:cNvPr id="41988" name="Slide Number Placeholder 3">
            <a:extLst>
              <a:ext uri="{FF2B5EF4-FFF2-40B4-BE49-F238E27FC236}">
                <a16:creationId xmlns:a16="http://schemas.microsoft.com/office/drawing/2014/main" id="{A6194180-7F92-4D21-AF83-DCC9592C63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7399A99-B5FC-4E14-BE3E-B69BF2029EEB}" type="slidenum">
              <a:rPr lang="en-US" altLang="en-US">
                <a:latin typeface="Calibri" panose="020F0502020204030204" pitchFamily="34" charset="0"/>
              </a:rPr>
              <a:pPr/>
              <a:t>18</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1EB26CA-B966-4022-84FC-15F7AF9BD4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1DDA4D31-C724-4AC7-8A7A-8281A8832B02}"/>
              </a:ext>
            </a:extLst>
          </p:cNvPr>
          <p:cNvSpPr>
            <a:spLocks noGrp="1"/>
          </p:cNvSpPr>
          <p:nvPr>
            <p:ph type="body" idx="1"/>
          </p:nvPr>
        </p:nvSpPr>
        <p:spPr/>
        <p:txBody>
          <a:bodyPr>
            <a:normAutofit/>
          </a:bodyPr>
          <a:lstStyle/>
          <a:p>
            <a:pPr>
              <a:defRPr/>
            </a:pPr>
            <a:endParaRPr lang="en-US" dirty="0"/>
          </a:p>
        </p:txBody>
      </p:sp>
      <p:sp>
        <p:nvSpPr>
          <p:cNvPr id="55300" name="Slide Number Placeholder 3">
            <a:extLst>
              <a:ext uri="{FF2B5EF4-FFF2-40B4-BE49-F238E27FC236}">
                <a16:creationId xmlns:a16="http://schemas.microsoft.com/office/drawing/2014/main" id="{471D2262-6899-4532-8F72-0F2A5232F7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CED7C3-5B3B-4325-B687-9089D17C2DB6}"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1562554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1EB26CA-B966-4022-84FC-15F7AF9BD4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1DDA4D31-C724-4AC7-8A7A-8281A8832B02}"/>
              </a:ext>
            </a:extLst>
          </p:cNvPr>
          <p:cNvSpPr>
            <a:spLocks noGrp="1"/>
          </p:cNvSpPr>
          <p:nvPr>
            <p:ph type="body" idx="1"/>
          </p:nvPr>
        </p:nvSpPr>
        <p:spPr/>
        <p:txBody>
          <a:bodyPr>
            <a:normAutofit/>
          </a:bodyPr>
          <a:lstStyle/>
          <a:p>
            <a:pPr>
              <a:defRPr/>
            </a:pPr>
            <a:endParaRPr lang="en-US" dirty="0"/>
          </a:p>
        </p:txBody>
      </p:sp>
      <p:sp>
        <p:nvSpPr>
          <p:cNvPr id="55300" name="Slide Number Placeholder 3">
            <a:extLst>
              <a:ext uri="{FF2B5EF4-FFF2-40B4-BE49-F238E27FC236}">
                <a16:creationId xmlns:a16="http://schemas.microsoft.com/office/drawing/2014/main" id="{471D2262-6899-4532-8F72-0F2A5232F7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CED7C3-5B3B-4325-B687-9089D17C2DB6}" type="slidenum">
              <a:rPr lang="en-US" altLang="en-US">
                <a:latin typeface="Calibri" panose="020F0502020204030204" pitchFamily="34" charset="0"/>
              </a:rPr>
              <a:pPr/>
              <a:t>25</a:t>
            </a:fld>
            <a:endParaRPr lang="en-US" altLang="en-US">
              <a:latin typeface="Calibri" panose="020F0502020204030204" pitchFamily="34" charset="0"/>
            </a:endParaRPr>
          </a:p>
        </p:txBody>
      </p:sp>
    </p:spTree>
    <p:extLst>
      <p:ext uri="{BB962C8B-B14F-4D97-AF65-F5344CB8AC3E}">
        <p14:creationId xmlns:p14="http://schemas.microsoft.com/office/powerpoint/2010/main" val="2726013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1EB26CA-B966-4022-84FC-15F7AF9BD4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1DDA4D31-C724-4AC7-8A7A-8281A8832B02}"/>
              </a:ext>
            </a:extLst>
          </p:cNvPr>
          <p:cNvSpPr>
            <a:spLocks noGrp="1"/>
          </p:cNvSpPr>
          <p:nvPr>
            <p:ph type="body" idx="1"/>
          </p:nvPr>
        </p:nvSpPr>
        <p:spPr/>
        <p:txBody>
          <a:bodyPr>
            <a:normAutofit/>
          </a:bodyPr>
          <a:lstStyle/>
          <a:p>
            <a:pPr>
              <a:defRPr/>
            </a:pPr>
            <a:endParaRPr lang="en-US" dirty="0"/>
          </a:p>
        </p:txBody>
      </p:sp>
      <p:sp>
        <p:nvSpPr>
          <p:cNvPr id="55300" name="Slide Number Placeholder 3">
            <a:extLst>
              <a:ext uri="{FF2B5EF4-FFF2-40B4-BE49-F238E27FC236}">
                <a16:creationId xmlns:a16="http://schemas.microsoft.com/office/drawing/2014/main" id="{471D2262-6899-4532-8F72-0F2A5232F7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CED7C3-5B3B-4325-B687-9089D17C2DB6}" type="slidenum">
              <a:rPr lang="en-US" altLang="en-US">
                <a:latin typeface="Calibri" panose="020F0502020204030204" pitchFamily="34" charset="0"/>
              </a:rPr>
              <a:pPr/>
              <a:t>26</a:t>
            </a:fld>
            <a:endParaRPr lang="en-US" altLang="en-US">
              <a:latin typeface="Calibri" panose="020F0502020204030204" pitchFamily="34" charset="0"/>
            </a:endParaRPr>
          </a:p>
        </p:txBody>
      </p:sp>
    </p:spTree>
    <p:extLst>
      <p:ext uri="{BB962C8B-B14F-4D97-AF65-F5344CB8AC3E}">
        <p14:creationId xmlns:p14="http://schemas.microsoft.com/office/powerpoint/2010/main" val="842220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1EB26CA-B966-4022-84FC-15F7AF9BD4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1DDA4D31-C724-4AC7-8A7A-8281A8832B02}"/>
              </a:ext>
            </a:extLst>
          </p:cNvPr>
          <p:cNvSpPr>
            <a:spLocks noGrp="1"/>
          </p:cNvSpPr>
          <p:nvPr>
            <p:ph type="body" idx="1"/>
          </p:nvPr>
        </p:nvSpPr>
        <p:spPr/>
        <p:txBody>
          <a:bodyPr>
            <a:normAutofit/>
          </a:bodyPr>
          <a:lstStyle/>
          <a:p>
            <a:pPr>
              <a:defRPr/>
            </a:pPr>
            <a:endParaRPr lang="en-US" dirty="0"/>
          </a:p>
        </p:txBody>
      </p:sp>
      <p:sp>
        <p:nvSpPr>
          <p:cNvPr id="55300" name="Slide Number Placeholder 3">
            <a:extLst>
              <a:ext uri="{FF2B5EF4-FFF2-40B4-BE49-F238E27FC236}">
                <a16:creationId xmlns:a16="http://schemas.microsoft.com/office/drawing/2014/main" id="{471D2262-6899-4532-8F72-0F2A5232F7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CED7C3-5B3B-4325-B687-9089D17C2DB6}" type="slidenum">
              <a:rPr lang="en-US" altLang="en-US">
                <a:latin typeface="Calibri" panose="020F0502020204030204" pitchFamily="34" charset="0"/>
              </a:rPr>
              <a:pPr/>
              <a:t>27</a:t>
            </a:fld>
            <a:endParaRPr lang="en-US" altLang="en-US">
              <a:latin typeface="Calibri" panose="020F0502020204030204" pitchFamily="34" charset="0"/>
            </a:endParaRPr>
          </a:p>
        </p:txBody>
      </p:sp>
    </p:spTree>
    <p:extLst>
      <p:ext uri="{BB962C8B-B14F-4D97-AF65-F5344CB8AC3E}">
        <p14:creationId xmlns:p14="http://schemas.microsoft.com/office/powerpoint/2010/main" val="659779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57CB7205-03FA-4E9C-A089-19B6F1C1C6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a:extLst>
              <a:ext uri="{FF2B5EF4-FFF2-40B4-BE49-F238E27FC236}">
                <a16:creationId xmlns:a16="http://schemas.microsoft.com/office/drawing/2014/main" id="{BC0B7E34-4DB9-431A-94DE-8FDA93E5D0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Iterative development breaks the overall project into a series of versions that are developed sequentially. The most important and fundamental requirements are bundled into the ﬁrst version of the system. This version is developed quickly by a mini-waterfall process, and once implemented, the users can provide valuable feedback to be incorporated into the next version of the system. (See Figure 2-5.) Iterative development gets a preliminary version of the system to the users quickly so that business value is provided. Since users are working with the system, important additional requirements may be identiﬁed and incorporated into subsequent versions. The chief disadvantage of iterative development is that users begin to work with a system that is intentionally incomplete. Users must accept that only the most critical requirements of the system will be available in the early versions and must be patient with the repeated introduction of new system versions</a:t>
            </a:r>
          </a:p>
        </p:txBody>
      </p:sp>
      <p:sp>
        <p:nvSpPr>
          <p:cNvPr id="48132" name="Slide Number Placeholder 3">
            <a:extLst>
              <a:ext uri="{FF2B5EF4-FFF2-40B4-BE49-F238E27FC236}">
                <a16:creationId xmlns:a16="http://schemas.microsoft.com/office/drawing/2014/main" id="{317F9B6F-01F2-4EB3-8101-FE27AA61FE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1F6F85B-03B0-47E3-8F14-BB4E6FFCE23D}" type="slidenum">
              <a:rPr lang="en-US" altLang="en-US">
                <a:latin typeface="Calibri" panose="020F0502020204030204" pitchFamily="34" charset="0"/>
              </a:rPr>
              <a:pPr/>
              <a:t>31</a:t>
            </a:fld>
            <a:endParaRPr lang="en-US" altLang="en-US">
              <a:latin typeface="Calibri" panose="020F0502020204030204" pitchFamily="34" charset="0"/>
            </a:endParaRPr>
          </a:p>
        </p:txBody>
      </p:sp>
    </p:spTree>
    <p:extLst>
      <p:ext uri="{BB962C8B-B14F-4D97-AF65-F5344CB8AC3E}">
        <p14:creationId xmlns:p14="http://schemas.microsoft.com/office/powerpoint/2010/main" val="1875961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E68E1220-BF41-40C6-B83F-CDC393437C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0F2D9A09-B019-4B13-A0A9-F88D9A142EDD}"/>
              </a:ext>
            </a:extLst>
          </p:cNvPr>
          <p:cNvSpPr>
            <a:spLocks noGrp="1"/>
          </p:cNvSpPr>
          <p:nvPr>
            <p:ph type="body" idx="1"/>
          </p:nvPr>
        </p:nvSpPr>
        <p:spPr/>
        <p:txBody>
          <a:bodyPr>
            <a:normAutofit fontScale="92500" lnSpcReduction="10000"/>
          </a:bodyPr>
          <a:lstStyle/>
          <a:p>
            <a:pPr>
              <a:defRPr/>
            </a:pPr>
            <a:r>
              <a:rPr lang="en-US" dirty="0"/>
              <a:t>Throwaway prototyping6 includes the development of prototypes, but uses the prototypes primarily to explore design alternatives rather than as the actual new system (as in system prototyping). As shown in Figure 2-7, throwaway prototyping has a fairly thorough analysis phase that is used to gather requirements and to develop ideas for the system concept. Many of the features suggested by the users may not be well understood, however, and there may be challenging technical issues to be solved. Each of these issues is examined by analyzing, designing, and building a design prototype. A design prototype is not intended to be a working system. It contains only enough detail to enable users to understand the issues under consideration. For example, suppose that users are not completely clear on how an order entry system should work. The analyst team might build a series of HTML pages to be viewed on a Web browser to help the users visualize such a system. In this case, a series of mock-up screens appear to be a system, but they really do nothing. Or, suppose that the project team needs to develop a sophisticated graphics program in Java. The team could write a portion of the program with artiﬁcial data to ensure that they could create a full-blown program successfully. A system that is developed by this type of methodology probably requires several design prototypes during the analysis and design phases. Each of the prototypes is used to minimize the risk associated with the system by conﬁrming that important issues are understood before the real system is built. Once the issues are resolved, the project moves into design and implementation. At this point, the design prototypes are thrown away, which is an important difference between this approach and system prototyping, in which the prototypes evolve into the ﬁnal system. Throwaway prototyping balances the beneﬁts of well-thought-out analysis and design phases with the advantages of using prototypes to reﬁne key issues before a system is built. It may take longer to deliver the ﬁnal system compared with system prototyping (because the prototypes do not become the ﬁnal system), but the approach usually produces more stable and reliable systems.</a:t>
            </a:r>
          </a:p>
        </p:txBody>
      </p:sp>
      <p:sp>
        <p:nvSpPr>
          <p:cNvPr id="52228" name="Slide Number Placeholder 3">
            <a:extLst>
              <a:ext uri="{FF2B5EF4-FFF2-40B4-BE49-F238E27FC236}">
                <a16:creationId xmlns:a16="http://schemas.microsoft.com/office/drawing/2014/main" id="{516C556C-16C4-48F2-85B9-BA88C83A6A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5FC629C-9EDF-4230-9634-F4BC34B67744}" type="slidenum">
              <a:rPr lang="en-US" altLang="en-US">
                <a:latin typeface="Calibri" panose="020F0502020204030204" pitchFamily="34" charset="0"/>
              </a:rPr>
              <a:pPr/>
              <a:t>32</a:t>
            </a:fld>
            <a:endParaRPr lang="en-US" altLang="en-US">
              <a:latin typeface="Calibri" panose="020F0502020204030204" pitchFamily="34" charset="0"/>
            </a:endParaRPr>
          </a:p>
        </p:txBody>
      </p:sp>
    </p:spTree>
    <p:extLst>
      <p:ext uri="{BB962C8B-B14F-4D97-AF65-F5344CB8AC3E}">
        <p14:creationId xmlns:p14="http://schemas.microsoft.com/office/powerpoint/2010/main" val="4213389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E2461524-28E2-4A21-B03D-41EF6CE8B6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65B1D5E6-13D1-4136-93EC-36F6A067D0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System prototyping performs the analysis, design, and implementation phases concurrently in order to quickly develop a simpliﬁed version of the proposed system and give it to the users for evaluation and feedback. (See Figure 2-6). The system prototype is a “quick and dirty” version of the system and provides minimal features. Following reaction and comments from the users, the developers reanalyze, redesign, and reimplement a second prototype that corrects deﬁciencies and adds more features. This cycle continues until the analysts, users, and sponsor agree that the prototype provides enough functionality to be installed and used in the organization. System prototyping very quickly provides a system for users to evaluate and reassures users that progress is being made. The approach is very useful when users have difﬁculty expressing requirements for the system. A disadvantage, however, is the lack of careful, methodical analysis prior to making design and implementation decisions. System prototypes may have some fundamental design limitations that are a direct result of an inadequate understanding of the system’s true requirements early in the project.</a:t>
            </a:r>
          </a:p>
          <a:p>
            <a:endParaRPr lang="en-US" altLang="en-US"/>
          </a:p>
        </p:txBody>
      </p:sp>
      <p:sp>
        <p:nvSpPr>
          <p:cNvPr id="50180" name="Slide Number Placeholder 3">
            <a:extLst>
              <a:ext uri="{FF2B5EF4-FFF2-40B4-BE49-F238E27FC236}">
                <a16:creationId xmlns:a16="http://schemas.microsoft.com/office/drawing/2014/main" id="{D3611F5E-A849-42F1-9259-85E683107B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D8225F-6D6A-4E26-8294-38817753E6ED}" type="slidenum">
              <a:rPr lang="en-US" altLang="en-US">
                <a:latin typeface="Calibri" panose="020F0502020204030204" pitchFamily="34" charset="0"/>
              </a:rPr>
              <a:pPr/>
              <a:t>33</a:t>
            </a:fld>
            <a:endParaRPr lang="en-US" altLang="en-US">
              <a:latin typeface="Calibri" panose="020F0502020204030204" pitchFamily="34" charset="0"/>
            </a:endParaRPr>
          </a:p>
        </p:txBody>
      </p:sp>
    </p:spTree>
    <p:extLst>
      <p:ext uri="{BB962C8B-B14F-4D97-AF65-F5344CB8AC3E}">
        <p14:creationId xmlns:p14="http://schemas.microsoft.com/office/powerpoint/2010/main" val="2471802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3429000"/>
          </a:xfrm>
        </p:spPr>
        <p:txBody>
          <a:bodyPr/>
          <a:lstStyle>
            <a:lvl1pPr>
              <a:defRPr sz="3200" b="1"/>
            </a:lvl1pPr>
          </a:lstStyle>
          <a:p>
            <a:r>
              <a:rPr lang="en-US"/>
              <a:t>Click to edit Master title style</a:t>
            </a:r>
            <a:endParaRPr lang="en-US" dirty="0"/>
          </a:p>
        </p:txBody>
      </p:sp>
      <p:sp>
        <p:nvSpPr>
          <p:cNvPr id="3" name="Subtitle 2"/>
          <p:cNvSpPr>
            <a:spLocks noGrp="1"/>
          </p:cNvSpPr>
          <p:nvPr>
            <p:ph type="subTitle" idx="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B8C561A-244A-4757-A7C7-288652C94EC2}"/>
              </a:ext>
            </a:extLst>
          </p:cNvPr>
          <p:cNvSpPr>
            <a:spLocks noGrp="1"/>
          </p:cNvSpPr>
          <p:nvPr>
            <p:ph type="dt" sz="half" idx="10"/>
          </p:nvPr>
        </p:nvSpPr>
        <p:spPr>
          <a:xfrm>
            <a:off x="457200" y="6356350"/>
            <a:ext cx="152400" cy="365125"/>
          </a:xfrm>
        </p:spPr>
        <p:txBody>
          <a:bodyPr/>
          <a:lstStyle>
            <a:lvl1pPr>
              <a:defRPr/>
            </a:lvl1pPr>
          </a:lstStyle>
          <a:p>
            <a:pPr>
              <a:defRPr/>
            </a:pPr>
            <a:r>
              <a:rPr lang="en-US" altLang="en-US"/>
              <a:t> </a:t>
            </a:r>
          </a:p>
        </p:txBody>
      </p:sp>
      <p:sp>
        <p:nvSpPr>
          <p:cNvPr id="5" name="Footer Placeholder 4">
            <a:extLst>
              <a:ext uri="{FF2B5EF4-FFF2-40B4-BE49-F238E27FC236}">
                <a16:creationId xmlns:a16="http://schemas.microsoft.com/office/drawing/2014/main" id="{482096F1-9EC6-4837-BDC5-DD8FD76CC76C}"/>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23B92481-7970-484B-8C5B-1E1BEEFF3E3B}"/>
              </a:ext>
            </a:extLst>
          </p:cNvPr>
          <p:cNvSpPr>
            <a:spLocks noGrp="1"/>
          </p:cNvSpPr>
          <p:nvPr>
            <p:ph type="sldNum" sz="quarter" idx="12"/>
          </p:nvPr>
        </p:nvSpPr>
        <p:spPr/>
        <p:txBody>
          <a:bodyPr/>
          <a:lstStyle>
            <a:lvl1pPr>
              <a:defRPr/>
            </a:lvl1pPr>
          </a:lstStyle>
          <a:p>
            <a:pPr>
              <a:defRPr/>
            </a:pPr>
            <a:r>
              <a:rPr lang="en-US" altLang="en-US"/>
              <a:t>2-</a:t>
            </a:r>
            <a:fld id="{F070C176-91F0-409B-B0AF-C32039F369B2}" type="slidenum">
              <a:rPr lang="en-US" altLang="en-US" smtClean="0"/>
              <a:pPr>
                <a:defRPr/>
              </a:pPr>
              <a:t>‹#›</a:t>
            </a:fld>
            <a:endParaRPr lang="en-US" altLang="en-US"/>
          </a:p>
        </p:txBody>
      </p:sp>
    </p:spTree>
    <p:extLst>
      <p:ext uri="{BB962C8B-B14F-4D97-AF65-F5344CB8AC3E}">
        <p14:creationId xmlns:p14="http://schemas.microsoft.com/office/powerpoint/2010/main" val="181981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36C3DE3-4CE8-4A4C-8BD9-67C5B3EEB64B}"/>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6B006639-FBD5-42DC-9544-3B6958862C49}"/>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4">
            <a:extLst>
              <a:ext uri="{FF2B5EF4-FFF2-40B4-BE49-F238E27FC236}">
                <a16:creationId xmlns:a16="http://schemas.microsoft.com/office/drawing/2014/main" id="{9D02B363-F53A-4464-8281-F17ED3B384FB}"/>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5">
            <a:extLst>
              <a:ext uri="{FF2B5EF4-FFF2-40B4-BE49-F238E27FC236}">
                <a16:creationId xmlns:a16="http://schemas.microsoft.com/office/drawing/2014/main" id="{CFD038CB-8F20-4B1F-BF23-059798C148BE}"/>
              </a:ext>
            </a:extLst>
          </p:cNvPr>
          <p:cNvSpPr>
            <a:spLocks noGrp="1"/>
          </p:cNvSpPr>
          <p:nvPr>
            <p:ph type="sldNum" sz="quarter" idx="12"/>
          </p:nvPr>
        </p:nvSpPr>
        <p:spPr/>
        <p:txBody>
          <a:bodyPr/>
          <a:lstStyle>
            <a:lvl1pPr>
              <a:defRPr/>
            </a:lvl1pPr>
          </a:lstStyle>
          <a:p>
            <a:pPr>
              <a:defRPr/>
            </a:pPr>
            <a:r>
              <a:rPr lang="en-US" altLang="en-US"/>
              <a:t>2-</a:t>
            </a:r>
            <a:fld id="{0BA45F18-64D2-4D67-BCAE-EEFD680EBA4E}" type="slidenum">
              <a:rPr lang="en-US" altLang="en-US" smtClean="0"/>
              <a:pPr>
                <a:defRPr/>
              </a:pPr>
              <a:t>‹#›</a:t>
            </a:fld>
            <a:endParaRPr lang="en-US" altLang="en-US"/>
          </a:p>
        </p:txBody>
      </p:sp>
    </p:spTree>
    <p:extLst>
      <p:ext uri="{BB962C8B-B14F-4D97-AF65-F5344CB8AC3E}">
        <p14:creationId xmlns:p14="http://schemas.microsoft.com/office/powerpoint/2010/main" val="919602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4A4371-277F-4566-944E-FE715AD1E492}"/>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5">
            <a:extLst>
              <a:ext uri="{FF2B5EF4-FFF2-40B4-BE49-F238E27FC236}">
                <a16:creationId xmlns:a16="http://schemas.microsoft.com/office/drawing/2014/main" id="{F4C53A06-862E-4138-AAB8-736AD778090C}"/>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2DCA89C0-95C9-472C-A1BF-6B38AE9519CE}"/>
              </a:ext>
            </a:extLst>
          </p:cNvPr>
          <p:cNvSpPr>
            <a:spLocks noGrp="1"/>
          </p:cNvSpPr>
          <p:nvPr>
            <p:ph type="sldNum" sz="quarter" idx="12"/>
          </p:nvPr>
        </p:nvSpPr>
        <p:spPr/>
        <p:txBody>
          <a:bodyPr/>
          <a:lstStyle>
            <a:lvl1pPr>
              <a:defRPr smtClean="0"/>
            </a:lvl1pPr>
          </a:lstStyle>
          <a:p>
            <a:pPr>
              <a:defRPr/>
            </a:pPr>
            <a:fld id="{009DA82E-4FB8-4D75-842A-029EC4AA1A34}" type="slidenum">
              <a:rPr lang="en-US" altLang="en-US"/>
              <a:pPr>
                <a:defRPr/>
              </a:pPr>
              <a:t>‹#›</a:t>
            </a:fld>
            <a:endParaRPr lang="en-US" altLang="en-US"/>
          </a:p>
        </p:txBody>
      </p:sp>
    </p:spTree>
    <p:extLst>
      <p:ext uri="{BB962C8B-B14F-4D97-AF65-F5344CB8AC3E}">
        <p14:creationId xmlns:p14="http://schemas.microsoft.com/office/powerpoint/2010/main" val="2108247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B1D94-6737-40F1-822B-39FAE3116810}"/>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3" name="Footer Placeholder 2">
            <a:extLst>
              <a:ext uri="{FF2B5EF4-FFF2-40B4-BE49-F238E27FC236}">
                <a16:creationId xmlns:a16="http://schemas.microsoft.com/office/drawing/2014/main" id="{B3F26EC6-FD37-4598-BABB-0396883167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4C6DB-288E-49A6-8164-EA92F8847B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865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Systems Analysis 64">
            <a:extLst>
              <a:ext uri="{FF2B5EF4-FFF2-40B4-BE49-F238E27FC236}">
                <a16:creationId xmlns:a16="http://schemas.microsoft.com/office/drawing/2014/main" id="{66AAABA2-3D12-4993-8BCB-D8C936CCB6D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2563" y="1130300"/>
            <a:ext cx="8796337"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nav_logo_medium">
            <a:extLst>
              <a:ext uri="{FF2B5EF4-FFF2-40B4-BE49-F238E27FC236}">
                <a16:creationId xmlns:a16="http://schemas.microsoft.com/office/drawing/2014/main" id="{ADCDF75A-82E0-4F87-B42E-FC37B1FBB59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57963" y="130175"/>
            <a:ext cx="237013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ED3A4489-0322-4F1B-A19A-6FEB43FA4EE2}"/>
              </a:ext>
            </a:extLst>
          </p:cNvPr>
          <p:cNvSpPr>
            <a:spLocks noChangeArrowheads="1"/>
          </p:cNvSpPr>
          <p:nvPr userDrawn="1"/>
        </p:nvSpPr>
        <p:spPr bwMode="auto">
          <a:xfrm>
            <a:off x="152400" y="3073400"/>
            <a:ext cx="8839200" cy="3635375"/>
          </a:xfrm>
          <a:prstGeom prst="rect">
            <a:avLst/>
          </a:prstGeom>
          <a:solidFill>
            <a:schemeClr val="accent1">
              <a:lumMod val="50000"/>
            </a:schemeClr>
          </a:solidFill>
          <a:ln w="9525">
            <a:noFill/>
            <a:miter lim="800000"/>
            <a:headEnd/>
            <a:tailEnd/>
          </a:ln>
          <a:effectLst/>
        </p:spPr>
        <p:txBody>
          <a:bodyPr wrap="none" anchor="ctr"/>
          <a:lstStyle/>
          <a:p>
            <a:pPr algn="ctr">
              <a:defRPr/>
            </a:pPr>
            <a:endParaRPr lang="en-US" sz="2400">
              <a:solidFill>
                <a:srgbClr val="000000"/>
              </a:solidFill>
              <a:latin typeface="Times" pitchFamily="48" charset="0"/>
              <a:cs typeface="Arial" charset="0"/>
            </a:endParaRPr>
          </a:p>
        </p:txBody>
      </p:sp>
      <p:sp>
        <p:nvSpPr>
          <p:cNvPr id="349187" name="Rectangle 3"/>
          <p:cNvSpPr>
            <a:spLocks noGrp="1" noChangeArrowheads="1"/>
          </p:cNvSpPr>
          <p:nvPr>
            <p:ph type="ctrTitle"/>
          </p:nvPr>
        </p:nvSpPr>
        <p:spPr>
          <a:xfrm>
            <a:off x="685800" y="4000500"/>
            <a:ext cx="7772400" cy="990600"/>
          </a:xfrm>
        </p:spPr>
        <p:txBody>
          <a:bodyPr/>
          <a:lstStyle>
            <a:lvl1pPr>
              <a:defRPr sz="2400">
                <a:solidFill>
                  <a:schemeClr val="bg1"/>
                </a:solidFill>
              </a:defRPr>
            </a:lvl1pPr>
          </a:lstStyle>
          <a:p>
            <a:pPr lvl="0"/>
            <a:r>
              <a:rPr lang="en-GB" noProof="0"/>
              <a:t>Click to edit Master title style</a:t>
            </a:r>
          </a:p>
        </p:txBody>
      </p:sp>
      <p:sp>
        <p:nvSpPr>
          <p:cNvPr id="349188" name="Rectangle 4"/>
          <p:cNvSpPr>
            <a:spLocks noGrp="1" noChangeArrowheads="1"/>
          </p:cNvSpPr>
          <p:nvPr>
            <p:ph type="subTitle" idx="1"/>
          </p:nvPr>
        </p:nvSpPr>
        <p:spPr>
          <a:xfrm>
            <a:off x="685800" y="4991100"/>
            <a:ext cx="7772400" cy="762000"/>
          </a:xfrm>
        </p:spPr>
        <p:txBody>
          <a:bodyPr/>
          <a:lstStyle>
            <a:lvl1pPr marL="0" indent="0">
              <a:buFontTx/>
              <a:buNone/>
              <a:defRPr>
                <a:solidFill>
                  <a:schemeClr val="bg1"/>
                </a:solidFill>
              </a:defRPr>
            </a:lvl1pPr>
          </a:lstStyle>
          <a:p>
            <a:pPr lvl="0"/>
            <a:r>
              <a:rPr lang="en-GB" noProof="0"/>
              <a:t>Click to edit Master subtitle style</a:t>
            </a:r>
          </a:p>
        </p:txBody>
      </p:sp>
    </p:spTree>
    <p:extLst>
      <p:ext uri="{BB962C8B-B14F-4D97-AF65-F5344CB8AC3E}">
        <p14:creationId xmlns:p14="http://schemas.microsoft.com/office/powerpoint/2010/main" val="3028255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65B06944-40C8-4382-B4F6-F99A97091BC9}"/>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1212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a:extLst>
              <a:ext uri="{FF2B5EF4-FFF2-40B4-BE49-F238E27FC236}">
                <a16:creationId xmlns:a16="http://schemas.microsoft.com/office/drawing/2014/main" id="{A358515A-676C-4FC1-A990-3D4D8575D556}"/>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46145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10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a:extLst>
              <a:ext uri="{FF2B5EF4-FFF2-40B4-BE49-F238E27FC236}">
                <a16:creationId xmlns:a16="http://schemas.microsoft.com/office/drawing/2014/main" id="{F99465DA-9DAF-4460-B943-54267C4CA297}"/>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89484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0">
            <a:extLst>
              <a:ext uri="{FF2B5EF4-FFF2-40B4-BE49-F238E27FC236}">
                <a16:creationId xmlns:a16="http://schemas.microsoft.com/office/drawing/2014/main" id="{C3F7C4F0-784A-487F-AAC2-63F186430BFC}"/>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474334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0">
            <a:extLst>
              <a:ext uri="{FF2B5EF4-FFF2-40B4-BE49-F238E27FC236}">
                <a16:creationId xmlns:a16="http://schemas.microsoft.com/office/drawing/2014/main" id="{755C76CA-40B8-4FBB-9A53-5B6F34F0325B}"/>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2000528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8778F0E8-6BCC-4B72-A88D-E4674CED6BA5}"/>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32074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705B5DEF-683A-4B04-8E22-096688C44A03}"/>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023521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BA8EF04E-EEBB-4CAC-85AB-F3775697C8C9}"/>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625429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291B984C-0003-476A-B493-4C0591B5BC3E}"/>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911941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24685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1000" y="381000"/>
            <a:ext cx="6076950" cy="2468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6029DCA4-E0F7-40C1-8123-05980F2ED34F}"/>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950744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9C6C-C668-4A5D-B7D7-31733BCBC52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F6067E31-E132-484C-A3E9-98F7D80113C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4D7B5FAE-B141-41B0-9FAC-CA027D840A54}"/>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470E40F7-7A53-4579-85CC-888685046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69962-E9D0-414F-8545-D55F5591746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1446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2E43F-4854-4ABE-88D4-51B6A8501E6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788C5FF-0584-4D4E-B809-813578D7B53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436259F9-082F-4ED2-BF44-8A9B980F0F8C}"/>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9323B400-7BC0-42F7-8F83-35BC1F0C7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A5E22-B11B-4A39-8F67-5C5B3474639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1078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F48F3-9588-4F66-8AF5-66152F4744C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1AFD0ECF-F079-4B97-8AD7-98A94F2C5C4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0C58E53-736B-4E76-BC6B-C752494FB29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FED510DD-715D-4884-B034-310E581D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A743F-C309-47A1-BD31-14DD2576F11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2140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12041-A000-429D-932F-EBC263B6E03B}"/>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4B19FFA-B0FC-4253-8D3A-C4EA86BED552}"/>
              </a:ext>
            </a:extLst>
          </p:cNvPr>
          <p:cNvSpPr>
            <a:spLocks noGrp="1"/>
          </p:cNvSpPr>
          <p:nvPr>
            <p:ph sz="half" idx="1"/>
          </p:nvPr>
        </p:nvSpPr>
        <p:spPr>
          <a:xfrm>
            <a:off x="628650" y="1825626"/>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8BF3FEA-BFC6-4916-8FC4-44585634D3A9}"/>
              </a:ext>
            </a:extLst>
          </p:cNvPr>
          <p:cNvSpPr>
            <a:spLocks noGrp="1"/>
          </p:cNvSpPr>
          <p:nvPr>
            <p:ph sz="half" idx="2"/>
          </p:nvPr>
        </p:nvSpPr>
        <p:spPr>
          <a:xfrm>
            <a:off x="4629150" y="1825626"/>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55CD1FF8-E0C5-468D-9EB9-79AFC3038729}"/>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CA7D4F85-8F4B-41C3-A431-1C3673FA3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C63E2-61C3-4251-AB23-3392349AD02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6727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0493-729D-49C1-9CCE-934D38FA5029}"/>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10A8DAD7-C0E4-47BF-B915-FFFBA85E8318}"/>
              </a:ext>
            </a:extLst>
          </p:cNvPr>
          <p:cNvSpPr>
            <a:spLocks noGrp="1"/>
          </p:cNvSpPr>
          <p:nvPr>
            <p:ph type="body" idx="1"/>
          </p:nvPr>
        </p:nvSpPr>
        <p:spPr>
          <a:xfrm>
            <a:off x="629842" y="1681163"/>
            <a:ext cx="386834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D578848F-A52D-45FD-B09C-59EF460CDA9A}"/>
              </a:ext>
            </a:extLst>
          </p:cNvPr>
          <p:cNvSpPr>
            <a:spLocks noGrp="1"/>
          </p:cNvSpPr>
          <p:nvPr>
            <p:ph sz="half" idx="2"/>
          </p:nvPr>
        </p:nvSpPr>
        <p:spPr>
          <a:xfrm>
            <a:off x="629842" y="2505075"/>
            <a:ext cx="386834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C4B2757B-9E99-4E67-9147-C2CAB20B20F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B345A869-E9F7-44E7-B81B-73FC7C2003C6}"/>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2EAC69CF-6EA6-4FA9-9894-80A1ED91210E}"/>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8" name="Footer Placeholder 7">
            <a:extLst>
              <a:ext uri="{FF2B5EF4-FFF2-40B4-BE49-F238E27FC236}">
                <a16:creationId xmlns:a16="http://schemas.microsoft.com/office/drawing/2014/main" id="{491D47D6-B75A-48C1-8923-6CA026EDA7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477BED-757E-45A1-A8FA-70BE7E1C97E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3982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7FA80-1CF3-4F43-B83D-5DC4C749465F}"/>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30C3D506-E361-49C7-81B4-4058A740EB0E}"/>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4" name="Footer Placeholder 3">
            <a:extLst>
              <a:ext uri="{FF2B5EF4-FFF2-40B4-BE49-F238E27FC236}">
                <a16:creationId xmlns:a16="http://schemas.microsoft.com/office/drawing/2014/main" id="{5B261FCD-1C02-45BC-803E-FD6880F7C4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7286F-E466-4F12-9D59-4700A71296B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86100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B1D94-6737-40F1-822B-39FAE3116810}"/>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3" name="Footer Placeholder 2">
            <a:extLst>
              <a:ext uri="{FF2B5EF4-FFF2-40B4-BE49-F238E27FC236}">
                <a16:creationId xmlns:a16="http://schemas.microsoft.com/office/drawing/2014/main" id="{B3F26EC6-FD37-4598-BABB-0396883167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4C6DB-288E-49A6-8164-EA92F8847B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3747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6E7F-3ADE-4882-A107-7CBF76F3FC70}"/>
              </a:ext>
            </a:extLst>
          </p:cNvPr>
          <p:cNvSpPr>
            <a:spLocks noGrp="1"/>
          </p:cNvSpPr>
          <p:nvPr>
            <p:ph type="title"/>
          </p:nvPr>
        </p:nvSpPr>
        <p:spPr>
          <a:xfrm>
            <a:off x="629842"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5FB35193-45C0-4003-9F89-A23C7054E9B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F1A2B1AE-8037-44F1-9261-29EB74A80F92}"/>
              </a:ext>
            </a:extLst>
          </p:cNvPr>
          <p:cNvSpPr>
            <a:spLocks noGrp="1"/>
          </p:cNvSpPr>
          <p:nvPr>
            <p:ph type="body" sz="half" idx="2"/>
          </p:nvPr>
        </p:nvSpPr>
        <p:spPr>
          <a:xfrm>
            <a:off x="629842"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E65109C6-83CC-4797-B456-661D28DF1B7C}"/>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0012F7CA-2565-45E8-AD87-F9C1C36050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8B487C-BF2F-46DD-95BE-F43340523F6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404017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6FE2-0694-4A18-9CED-37B4BE57FA3C}"/>
              </a:ext>
            </a:extLst>
          </p:cNvPr>
          <p:cNvSpPr>
            <a:spLocks noGrp="1"/>
          </p:cNvSpPr>
          <p:nvPr>
            <p:ph type="title"/>
          </p:nvPr>
        </p:nvSpPr>
        <p:spPr>
          <a:xfrm>
            <a:off x="629842"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18ED6A4C-455A-4095-A2CA-FE2C81ED14A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1B5746AC-83C6-4E1C-8CDC-A8CA7CB76188}"/>
              </a:ext>
            </a:extLst>
          </p:cNvPr>
          <p:cNvSpPr>
            <a:spLocks noGrp="1"/>
          </p:cNvSpPr>
          <p:nvPr>
            <p:ph type="body" sz="half" idx="2"/>
          </p:nvPr>
        </p:nvSpPr>
        <p:spPr>
          <a:xfrm>
            <a:off x="629842"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9054AA5-ED71-4EEA-B927-5D87D78DF75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525685BF-F5A7-4428-81B1-C38113B1B5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B11F25-9891-4936-A8B5-C8D259278BF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21815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EE27-D130-41DC-9DE3-F14AA6199E9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F6D70B8-628B-4BEB-BA98-C7CB0F5E49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18552E2-BD2D-4156-9625-B77550A32F5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74C66068-27C0-441D-A68F-EC5F7271B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13644-5AF2-427F-862C-AD06139EE0A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5103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197DD-D201-4E06-B301-06697100792B}"/>
              </a:ext>
            </a:extLst>
          </p:cNvPr>
          <p:cNvSpPr>
            <a:spLocks noGrp="1"/>
          </p:cNvSpPr>
          <p:nvPr>
            <p:ph type="title" orient="vert"/>
          </p:nvPr>
        </p:nvSpPr>
        <p:spPr>
          <a:xfrm>
            <a:off x="6543675" y="365126"/>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D92EF3A-A1EF-4989-B592-1122C89CD108}"/>
              </a:ext>
            </a:extLst>
          </p:cNvPr>
          <p:cNvSpPr>
            <a:spLocks noGrp="1"/>
          </p:cNvSpPr>
          <p:nvPr>
            <p:ph type="body" orient="vert" idx="1"/>
          </p:nvPr>
        </p:nvSpPr>
        <p:spPr>
          <a:xfrm>
            <a:off x="628650" y="365126"/>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8835947-44D9-4D4F-B9D9-1003139649AB}"/>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E844EBE9-E564-4BD1-BBE6-75250217E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6475FB-4C46-4197-93AB-F390FEA9C97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846177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B8BEB75-C91A-4AC2-98C2-78D19BAC660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7AA9706-394E-4D19-9183-BB042BB5BE7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017E4DC-B885-4761-8B00-24EF44590AC3}"/>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cs typeface="Arial" panose="020B0604020202020204" pitchFamily="34" charset="0"/>
              </a:defRPr>
            </a:lvl1pPr>
          </a:lstStyle>
          <a:p>
            <a:pPr>
              <a:defRPr/>
            </a:pPr>
            <a:r>
              <a:rPr lang="en-US" altLang="en-US"/>
              <a:t> </a:t>
            </a:r>
          </a:p>
        </p:txBody>
      </p:sp>
      <p:sp>
        <p:nvSpPr>
          <p:cNvPr id="5" name="Footer Placeholder 4">
            <a:extLst>
              <a:ext uri="{FF2B5EF4-FFF2-40B4-BE49-F238E27FC236}">
                <a16:creationId xmlns:a16="http://schemas.microsoft.com/office/drawing/2014/main" id="{50255428-02B3-4635-AE41-380546460D4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8776CE19-1D9C-444B-A492-8D915218257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a:t>2-</a:t>
            </a:r>
            <a:fld id="{5540EB1B-CE82-4275-906A-05A99A1797C6}"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822" r:id="rId4"/>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69386F0-71BB-471D-89C5-EBFCCFF51D40}"/>
              </a:ext>
            </a:extLst>
          </p:cNvPr>
          <p:cNvSpPr>
            <a:spLocks noGrp="1" noChangeArrowheads="1"/>
          </p:cNvSpPr>
          <p:nvPr>
            <p:ph type="title"/>
          </p:nvPr>
        </p:nvSpPr>
        <p:spPr bwMode="auto">
          <a:xfrm>
            <a:off x="381000" y="381000"/>
            <a:ext cx="8305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p>
        </p:txBody>
      </p:sp>
      <p:sp>
        <p:nvSpPr>
          <p:cNvPr id="2051" name="Rectangle 3">
            <a:extLst>
              <a:ext uri="{FF2B5EF4-FFF2-40B4-BE49-F238E27FC236}">
                <a16:creationId xmlns:a16="http://schemas.microsoft.com/office/drawing/2014/main" id="{CE556341-F641-4416-92E7-8FD8CB375B89}"/>
              </a:ext>
            </a:extLst>
          </p:cNvPr>
          <p:cNvSpPr>
            <a:spLocks noGrp="1" noChangeArrowheads="1"/>
          </p:cNvSpPr>
          <p:nvPr>
            <p:ph type="body" idx="1"/>
          </p:nvPr>
        </p:nvSpPr>
        <p:spPr bwMode="auto">
          <a:xfrm>
            <a:off x="381000" y="1447800"/>
            <a:ext cx="83058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052" name="Line 5">
            <a:extLst>
              <a:ext uri="{FF2B5EF4-FFF2-40B4-BE49-F238E27FC236}">
                <a16:creationId xmlns:a16="http://schemas.microsoft.com/office/drawing/2014/main" id="{9566E7BC-17C9-4EAC-A8C2-B0D36A6A2A26}"/>
              </a:ext>
            </a:extLst>
          </p:cNvPr>
          <p:cNvSpPr>
            <a:spLocks noChangeShapeType="1"/>
          </p:cNvSpPr>
          <p:nvPr/>
        </p:nvSpPr>
        <p:spPr bwMode="auto">
          <a:xfrm flipH="1">
            <a:off x="457200" y="6019800"/>
            <a:ext cx="8229600" cy="0"/>
          </a:xfrm>
          <a:prstGeom prst="line">
            <a:avLst/>
          </a:prstGeom>
          <a:noFill/>
          <a:ln w="15875">
            <a:solidFill>
              <a:srgbClr val="B2C9D5"/>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sp>
        <p:nvSpPr>
          <p:cNvPr id="1029" name="Text Box 6">
            <a:extLst>
              <a:ext uri="{FF2B5EF4-FFF2-40B4-BE49-F238E27FC236}">
                <a16:creationId xmlns:a16="http://schemas.microsoft.com/office/drawing/2014/main" id="{B5E234DC-706A-4A62-8E0E-F14880B333C3}"/>
              </a:ext>
            </a:extLst>
          </p:cNvPr>
          <p:cNvSpPr txBox="1">
            <a:spLocks noChangeArrowheads="1"/>
          </p:cNvSpPr>
          <p:nvPr/>
        </p:nvSpPr>
        <p:spPr bwMode="auto">
          <a:xfrm>
            <a:off x="395288" y="6165850"/>
            <a:ext cx="1008062" cy="457200"/>
          </a:xfrm>
          <a:prstGeom prst="rect">
            <a:avLst/>
          </a:prstGeom>
          <a:noFill/>
          <a:ln>
            <a:noFill/>
          </a:ln>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spcBef>
                <a:spcPct val="50000"/>
              </a:spcBef>
              <a:defRPr/>
            </a:pPr>
            <a:endParaRPr lang="en-US" altLang="ms-MY" sz="2400">
              <a:solidFill>
                <a:srgbClr val="000000"/>
              </a:solidFill>
              <a:latin typeface="Times" panose="02020603050405020304" pitchFamily="18" charset="0"/>
            </a:endParaRPr>
          </a:p>
        </p:txBody>
      </p:sp>
      <p:sp>
        <p:nvSpPr>
          <p:cNvPr id="348170" name="Rectangle 10">
            <a:extLst>
              <a:ext uri="{FF2B5EF4-FFF2-40B4-BE49-F238E27FC236}">
                <a16:creationId xmlns:a16="http://schemas.microsoft.com/office/drawing/2014/main" id="{43E23DD5-032A-4047-90DA-3049E788A649}"/>
              </a:ext>
            </a:extLst>
          </p:cNvPr>
          <p:cNvSpPr>
            <a:spLocks noGrp="1" noChangeArrowheads="1"/>
          </p:cNvSpPr>
          <p:nvPr>
            <p:ph type="ftr" sz="quarter" idx="3"/>
          </p:nvPr>
        </p:nvSpPr>
        <p:spPr bwMode="auto">
          <a:xfrm>
            <a:off x="482600" y="6126163"/>
            <a:ext cx="525621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solidFill>
                  <a:srgbClr val="004D75"/>
                </a:solidFill>
                <a:latin typeface="Verdana" pitchFamily="34" charset="0"/>
                <a:cs typeface="Arial" charset="0"/>
              </a:defRPr>
            </a:lvl1pPr>
          </a:lstStyle>
          <a:p>
            <a:pPr>
              <a:defRPr/>
            </a:pPr>
            <a:r>
              <a:rPr lang="en-US"/>
              <a:t>© Copyright 2011 John Wiley &amp; Sons, Inc.</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hf hdr="0" ftr="0" dt="0"/>
  <p:txStyles>
    <p:titleStyle>
      <a:lvl1pPr algn="l" rtl="0" eaLnBrk="0" fontAlgn="base" hangingPunct="0">
        <a:spcBef>
          <a:spcPct val="0"/>
        </a:spcBef>
        <a:spcAft>
          <a:spcPct val="0"/>
        </a:spcAft>
        <a:defRPr sz="2800">
          <a:solidFill>
            <a:srgbClr val="004D75"/>
          </a:solidFill>
          <a:latin typeface="+mj-lt"/>
          <a:ea typeface="+mj-ea"/>
          <a:cs typeface="+mj-cs"/>
        </a:defRPr>
      </a:lvl1pPr>
      <a:lvl2pPr algn="l" rtl="0" eaLnBrk="0" fontAlgn="base" hangingPunct="0">
        <a:spcBef>
          <a:spcPct val="0"/>
        </a:spcBef>
        <a:spcAft>
          <a:spcPct val="0"/>
        </a:spcAft>
        <a:defRPr sz="2800">
          <a:solidFill>
            <a:srgbClr val="004D75"/>
          </a:solidFill>
          <a:latin typeface="Verdana" pitchFamily="34" charset="0"/>
        </a:defRPr>
      </a:lvl2pPr>
      <a:lvl3pPr algn="l" rtl="0" eaLnBrk="0" fontAlgn="base" hangingPunct="0">
        <a:spcBef>
          <a:spcPct val="0"/>
        </a:spcBef>
        <a:spcAft>
          <a:spcPct val="0"/>
        </a:spcAft>
        <a:defRPr sz="2800">
          <a:solidFill>
            <a:srgbClr val="004D75"/>
          </a:solidFill>
          <a:latin typeface="Verdana" pitchFamily="34" charset="0"/>
        </a:defRPr>
      </a:lvl3pPr>
      <a:lvl4pPr algn="l" rtl="0" eaLnBrk="0" fontAlgn="base" hangingPunct="0">
        <a:spcBef>
          <a:spcPct val="0"/>
        </a:spcBef>
        <a:spcAft>
          <a:spcPct val="0"/>
        </a:spcAft>
        <a:defRPr sz="2800">
          <a:solidFill>
            <a:srgbClr val="004D75"/>
          </a:solidFill>
          <a:latin typeface="Verdana" pitchFamily="34" charset="0"/>
        </a:defRPr>
      </a:lvl4pPr>
      <a:lvl5pPr algn="l" rtl="0" eaLnBrk="0" fontAlgn="base" hangingPunct="0">
        <a:spcBef>
          <a:spcPct val="0"/>
        </a:spcBef>
        <a:spcAft>
          <a:spcPct val="0"/>
        </a:spcAft>
        <a:defRPr sz="2800">
          <a:solidFill>
            <a:srgbClr val="004D75"/>
          </a:solidFill>
          <a:latin typeface="Verdana" pitchFamily="34" charset="0"/>
        </a:defRPr>
      </a:lvl5pPr>
      <a:lvl6pPr marL="457200" algn="l" rtl="0" fontAlgn="base">
        <a:spcBef>
          <a:spcPct val="0"/>
        </a:spcBef>
        <a:spcAft>
          <a:spcPct val="0"/>
        </a:spcAft>
        <a:defRPr sz="2800">
          <a:solidFill>
            <a:srgbClr val="004D75"/>
          </a:solidFill>
          <a:latin typeface="Verdana" pitchFamily="34" charset="0"/>
        </a:defRPr>
      </a:lvl6pPr>
      <a:lvl7pPr marL="914400" algn="l" rtl="0" fontAlgn="base">
        <a:spcBef>
          <a:spcPct val="0"/>
        </a:spcBef>
        <a:spcAft>
          <a:spcPct val="0"/>
        </a:spcAft>
        <a:defRPr sz="2800">
          <a:solidFill>
            <a:srgbClr val="004D75"/>
          </a:solidFill>
          <a:latin typeface="Verdana" pitchFamily="34" charset="0"/>
        </a:defRPr>
      </a:lvl7pPr>
      <a:lvl8pPr marL="1371600" algn="l" rtl="0" fontAlgn="base">
        <a:spcBef>
          <a:spcPct val="0"/>
        </a:spcBef>
        <a:spcAft>
          <a:spcPct val="0"/>
        </a:spcAft>
        <a:defRPr sz="2800">
          <a:solidFill>
            <a:srgbClr val="004D75"/>
          </a:solidFill>
          <a:latin typeface="Verdana" pitchFamily="34" charset="0"/>
        </a:defRPr>
      </a:lvl8pPr>
      <a:lvl9pPr marL="1828800" algn="l" rtl="0" fontAlgn="base">
        <a:spcBef>
          <a:spcPct val="0"/>
        </a:spcBef>
        <a:spcAft>
          <a:spcPct val="0"/>
        </a:spcAft>
        <a:defRPr sz="2800">
          <a:solidFill>
            <a:srgbClr val="004D75"/>
          </a:solidFill>
          <a:latin typeface="Verdana" pitchFamily="34" charset="0"/>
        </a:defRPr>
      </a:lvl9pPr>
    </p:titleStyle>
    <p:body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fontAlgn="base">
        <a:lnSpc>
          <a:spcPct val="90000"/>
        </a:lnSpc>
        <a:spcBef>
          <a:spcPct val="20000"/>
        </a:spcBef>
        <a:spcAft>
          <a:spcPct val="20000"/>
        </a:spcAft>
        <a:buChar char="»"/>
        <a:defRPr sz="1200">
          <a:solidFill>
            <a:srgbClr val="004D75"/>
          </a:solidFill>
          <a:latin typeface="+mn-lt"/>
        </a:defRPr>
      </a:lvl6pPr>
      <a:lvl7pPr marL="2149475" indent="-182563" algn="l" rtl="0" fontAlgn="base">
        <a:lnSpc>
          <a:spcPct val="90000"/>
        </a:lnSpc>
        <a:spcBef>
          <a:spcPct val="20000"/>
        </a:spcBef>
        <a:spcAft>
          <a:spcPct val="20000"/>
        </a:spcAft>
        <a:buChar char="»"/>
        <a:defRPr sz="1200">
          <a:solidFill>
            <a:srgbClr val="004D75"/>
          </a:solidFill>
          <a:latin typeface="+mn-lt"/>
        </a:defRPr>
      </a:lvl7pPr>
      <a:lvl8pPr marL="2606675" indent="-182563" algn="l" rtl="0" fontAlgn="base">
        <a:lnSpc>
          <a:spcPct val="90000"/>
        </a:lnSpc>
        <a:spcBef>
          <a:spcPct val="20000"/>
        </a:spcBef>
        <a:spcAft>
          <a:spcPct val="20000"/>
        </a:spcAft>
        <a:buChar char="»"/>
        <a:defRPr sz="1200">
          <a:solidFill>
            <a:srgbClr val="004D75"/>
          </a:solidFill>
          <a:latin typeface="+mn-lt"/>
        </a:defRPr>
      </a:lvl8pPr>
      <a:lvl9pPr marL="3063875" indent="-182563" algn="l" rtl="0" fontAlgn="base">
        <a:lnSpc>
          <a:spcPct val="90000"/>
        </a:lnSpc>
        <a:spcBef>
          <a:spcPct val="20000"/>
        </a:spcBef>
        <a:spcAft>
          <a:spcPct val="20000"/>
        </a:spcAft>
        <a:buChar char="»"/>
        <a:defRPr sz="1200">
          <a:solidFill>
            <a:srgbClr val="004D75"/>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DE0DA0-4DBF-4E7F-B325-D9110AA541F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1F925FA-68DF-4387-9E8D-0532B22745F2}"/>
              </a:ext>
            </a:extLst>
          </p:cNvPr>
          <p:cNvSpPr>
            <a:spLocks noGrp="1"/>
          </p:cNvSpPr>
          <p:nvPr>
            <p:ph type="body" idx="1"/>
          </p:nvPr>
        </p:nvSpPr>
        <p:spPr>
          <a:xfrm>
            <a:off x="628650" y="1825626"/>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417F825-97D8-4D0D-A732-008EB8B50AB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8F2B55CC-9F6A-412F-9F6E-7750ED3FD3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9A42A8-24DE-4C92-979C-2BF3176DB28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655165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2.xml"/><Relationship Id="rId1" Type="http://schemas.openxmlformats.org/officeDocument/2006/relationships/vmlDrawing" Target="../drawings/vmlDrawing1.v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5RocT_OdQcA"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ogle.com/search?sca_esv=7a66df8ff250a684&amp;rlz=1C1ONGR_enMY1168MY1168&amp;sxsrf=AE3TifM3Hx34R2J5PhlvCfX7UtNbcdgP_g:1759682079793&amp;udm=7&amp;fbs=AIIjpHxU7SXXniUZfeShr2fp4giZ1Y6MJ25_tmWITc7uy4KIeoJTKjrFjVxydQWqI2NcOha3O1YqG67F0QIhAOFN_ob1yXos5K_Qo9Tq-0cVPzex8akBC0YDCZ6Kdb3tXvKc6RFFaJZ5G23Reu3aSyxvn2qD41n-47oj-b-f0NcRPP5lz0IcnVzj2DIj_DMpoDz5XbfZAMcEl5-58jjbkgCC_7e4L5AEDQ&amp;q=what+is+the+difference+between+scrum+and+extreme+programming+and+kanban%3F&amp;sa=X&amp;ved=2ahUKEwjvoqLKvo2QAxVg3TgGHbggBrYQtKgLegQIFhAB&amp;biw=1280&amp;bih=551&amp;dpr=1.5#fpstate=ive&amp;vld=cid:e233d9fc,vid:YigZfEJxWzA,st:0"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theserverside.com/video/Scrum-methodology-explaine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4.jpeg"/></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76200"/>
            <a:ext cx="9144000" cy="67056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n-MY" dirty="0"/>
          </a:p>
        </p:txBody>
      </p:sp>
      <p:sp>
        <p:nvSpPr>
          <p:cNvPr id="3" name="Freeform 3"/>
          <p:cNvSpPr/>
          <p:nvPr/>
        </p:nvSpPr>
        <p:spPr>
          <a:xfrm rot="7659121">
            <a:off x="7516962" y="3935144"/>
            <a:ext cx="3814648" cy="3914284"/>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Freeform 4"/>
          <p:cNvSpPr/>
          <p:nvPr/>
        </p:nvSpPr>
        <p:spPr>
          <a:xfrm>
            <a:off x="-3015240" y="-2238375"/>
            <a:ext cx="4511317" cy="462915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txBody>
          <a:bodyPr/>
          <a:lstStyle/>
          <a:p>
            <a:endParaRPr lang="en-MY"/>
          </a:p>
        </p:txBody>
      </p:sp>
      <p:sp>
        <p:nvSpPr>
          <p:cNvPr id="5" name="Freeform 5"/>
          <p:cNvSpPr/>
          <p:nvPr/>
        </p:nvSpPr>
        <p:spPr>
          <a:xfrm>
            <a:off x="6793139" y="877701"/>
            <a:ext cx="2350862" cy="1111317"/>
          </a:xfrm>
          <a:custGeom>
            <a:avLst/>
            <a:gdLst/>
            <a:ahLst/>
            <a:cxnLst/>
            <a:rect l="l" t="t" r="r" b="b"/>
            <a:pathLst>
              <a:path w="4701724" h="2222633">
                <a:moveTo>
                  <a:pt x="0" y="0"/>
                </a:moveTo>
                <a:lnTo>
                  <a:pt x="4701724" y="0"/>
                </a:lnTo>
                <a:lnTo>
                  <a:pt x="4701724" y="2222633"/>
                </a:lnTo>
                <a:lnTo>
                  <a:pt x="0" y="2222633"/>
                </a:lnTo>
                <a:lnTo>
                  <a:pt x="0" y="0"/>
                </a:lnTo>
                <a:close/>
              </a:path>
            </a:pathLst>
          </a:custGeom>
          <a:blipFill>
            <a:blip r:embed="rId5">
              <a:alphaModFix amt="49000"/>
              <a:extLst>
                <a:ext uri="{96DAC541-7B7A-43D3-8B79-37D633B846F1}">
                  <asvg:svgBlip xmlns:asvg="http://schemas.microsoft.com/office/drawing/2016/SVG/main" r:embed="rId6"/>
                </a:ext>
              </a:extLst>
            </a:blip>
            <a:stretch>
              <a:fillRect/>
            </a:stretch>
          </a:blipFill>
        </p:spPr>
        <p:txBody>
          <a:bodyPr/>
          <a:lstStyle/>
          <a:p>
            <a:endParaRPr lang="en-MY"/>
          </a:p>
        </p:txBody>
      </p:sp>
      <p:sp>
        <p:nvSpPr>
          <p:cNvPr id="6" name="TextBox 6"/>
          <p:cNvSpPr txBox="1"/>
          <p:nvPr/>
        </p:nvSpPr>
        <p:spPr>
          <a:xfrm>
            <a:off x="2209801" y="2861445"/>
            <a:ext cx="5001652" cy="771301"/>
          </a:xfrm>
          <a:prstGeom prst="rect">
            <a:avLst/>
          </a:prstGeom>
        </p:spPr>
        <p:txBody>
          <a:bodyPr lIns="0" tIns="0" rIns="0" bIns="0" rtlCol="0" anchor="t">
            <a:spAutoFit/>
          </a:bodyPr>
          <a:lstStyle/>
          <a:p>
            <a:pPr algn="ctr">
              <a:lnSpc>
                <a:spcPts val="6440"/>
              </a:lnSpc>
            </a:pPr>
            <a:r>
              <a:rPr lang="en-US" sz="4600" b="1" dirty="0">
                <a:solidFill>
                  <a:srgbClr val="000000"/>
                </a:solidFill>
                <a:latin typeface="Paytone One"/>
              </a:rPr>
              <a:t>Topic 3</a:t>
            </a:r>
          </a:p>
        </p:txBody>
      </p:sp>
      <p:grpSp>
        <p:nvGrpSpPr>
          <p:cNvPr id="7" name="Group 7"/>
          <p:cNvGrpSpPr/>
          <p:nvPr/>
        </p:nvGrpSpPr>
        <p:grpSpPr>
          <a:xfrm>
            <a:off x="542463" y="1149468"/>
            <a:ext cx="273095" cy="1007192"/>
            <a:chOff x="0" y="0"/>
            <a:chExt cx="55859" cy="1354667"/>
          </a:xfrm>
        </p:grpSpPr>
        <p:sp>
          <p:nvSpPr>
            <p:cNvPr id="8" name="Freeform 8"/>
            <p:cNvSpPr/>
            <p:nvPr/>
          </p:nvSpPr>
          <p:spPr>
            <a:xfrm>
              <a:off x="0" y="0"/>
              <a:ext cx="55859" cy="1354667"/>
            </a:xfrm>
            <a:custGeom>
              <a:avLst/>
              <a:gdLst/>
              <a:ahLst/>
              <a:cxnLst/>
              <a:rect l="l" t="t" r="r" b="b"/>
              <a:pathLst>
                <a:path w="55859" h="1354667">
                  <a:moveTo>
                    <a:pt x="0" y="0"/>
                  </a:moveTo>
                  <a:lnTo>
                    <a:pt x="55859" y="0"/>
                  </a:lnTo>
                  <a:lnTo>
                    <a:pt x="55859" y="1354667"/>
                  </a:lnTo>
                  <a:lnTo>
                    <a:pt x="0" y="1354667"/>
                  </a:lnTo>
                  <a:lnTo>
                    <a:pt x="0" y="0"/>
                  </a:lnTo>
                </a:path>
              </a:pathLst>
            </a:custGeom>
            <a:solidFill>
              <a:srgbClr val="F9B314"/>
            </a:solidFill>
          </p:spPr>
          <p:txBody>
            <a:bodyPr/>
            <a:lstStyle/>
            <a:p>
              <a:endParaRPr lang="en-MY"/>
            </a:p>
          </p:txBody>
        </p:sp>
        <p:sp>
          <p:nvSpPr>
            <p:cNvPr id="9" name="TextBox 9"/>
            <p:cNvSpPr txBox="1"/>
            <p:nvPr/>
          </p:nvSpPr>
          <p:spPr>
            <a:xfrm>
              <a:off x="0" y="-38100"/>
              <a:ext cx="812800" cy="850900"/>
            </a:xfrm>
            <a:prstGeom prst="rect">
              <a:avLst/>
            </a:prstGeom>
          </p:spPr>
          <p:txBody>
            <a:bodyPr lIns="25400" tIns="25400" rIns="25400" bIns="25400" rtlCol="0" anchor="ctr"/>
            <a:lstStyle/>
            <a:p>
              <a:pPr algn="ctr">
                <a:lnSpc>
                  <a:spcPts val="1330"/>
                </a:lnSpc>
              </a:pPr>
              <a:endParaRPr/>
            </a:p>
          </p:txBody>
        </p:sp>
      </p:grpSp>
      <p:sp>
        <p:nvSpPr>
          <p:cNvPr id="10" name="Freeform 10"/>
          <p:cNvSpPr/>
          <p:nvPr/>
        </p:nvSpPr>
        <p:spPr>
          <a:xfrm>
            <a:off x="825357" y="1428153"/>
            <a:ext cx="2829988" cy="1007192"/>
          </a:xfrm>
          <a:custGeom>
            <a:avLst/>
            <a:gdLst/>
            <a:ahLst/>
            <a:cxnLst/>
            <a:rect l="l" t="t" r="r" b="b"/>
            <a:pathLst>
              <a:path w="5659975" h="2014382">
                <a:moveTo>
                  <a:pt x="0" y="0"/>
                </a:moveTo>
                <a:lnTo>
                  <a:pt x="5659975" y="0"/>
                </a:lnTo>
                <a:lnTo>
                  <a:pt x="5659975" y="2014382"/>
                </a:lnTo>
                <a:lnTo>
                  <a:pt x="0" y="2014382"/>
                </a:lnTo>
                <a:lnTo>
                  <a:pt x="0" y="0"/>
                </a:lnTo>
                <a:close/>
              </a:path>
            </a:pathLst>
          </a:custGeom>
          <a:blipFill>
            <a:blip r:embed="rId7"/>
            <a:stretch>
              <a:fillRect/>
            </a:stretch>
          </a:blipFill>
        </p:spPr>
        <p:txBody>
          <a:bodyPr/>
          <a:lstStyle/>
          <a:p>
            <a:endParaRPr lang="en-MY"/>
          </a:p>
        </p:txBody>
      </p:sp>
      <p:sp>
        <p:nvSpPr>
          <p:cNvPr id="11" name="TextBox 11"/>
          <p:cNvSpPr txBox="1"/>
          <p:nvPr/>
        </p:nvSpPr>
        <p:spPr>
          <a:xfrm>
            <a:off x="1440027" y="3704168"/>
            <a:ext cx="7143403" cy="1285801"/>
          </a:xfrm>
          <a:prstGeom prst="rect">
            <a:avLst/>
          </a:prstGeom>
        </p:spPr>
        <p:txBody>
          <a:bodyPr wrap="square" lIns="0" tIns="0" rIns="0" bIns="0" rtlCol="0" anchor="t">
            <a:spAutoFit/>
          </a:bodyPr>
          <a:lstStyle/>
          <a:p>
            <a:pPr algn="ctr">
              <a:lnSpc>
                <a:spcPts val="5280"/>
              </a:lnSpc>
            </a:pPr>
            <a:r>
              <a:rPr lang="en-US" sz="3300" b="1" dirty="0">
                <a:solidFill>
                  <a:srgbClr val="1211CA"/>
                </a:solidFill>
                <a:latin typeface="Montserrat Ultra-Bold"/>
              </a:rPr>
              <a:t>PROJECT MANAGEMENT AND SCHEDULING</a:t>
            </a:r>
          </a:p>
        </p:txBody>
      </p:sp>
      <p:sp>
        <p:nvSpPr>
          <p:cNvPr id="12" name="TextBox 12"/>
          <p:cNvSpPr txBox="1"/>
          <p:nvPr/>
        </p:nvSpPr>
        <p:spPr>
          <a:xfrm rot="-5400000">
            <a:off x="-1149118" y="3863794"/>
            <a:ext cx="3460633" cy="228845"/>
          </a:xfrm>
          <a:prstGeom prst="rect">
            <a:avLst/>
          </a:prstGeom>
        </p:spPr>
        <p:txBody>
          <a:bodyPr wrap="square" lIns="0" tIns="0" rIns="0" bIns="0" rtlCol="0" anchor="t">
            <a:spAutoFit/>
          </a:bodyPr>
          <a:lstStyle/>
          <a:p>
            <a:pPr>
              <a:lnSpc>
                <a:spcPts val="1960"/>
              </a:lnSpc>
            </a:pPr>
            <a:r>
              <a:rPr lang="en-US" sz="1250" dirty="0">
                <a:solidFill>
                  <a:srgbClr val="101010"/>
                </a:solidFill>
                <a:latin typeface="Montserrat Classic"/>
              </a:rPr>
              <a:t>SYSTEMS ANALYSIS AND DESIGN</a:t>
            </a:r>
          </a:p>
        </p:txBody>
      </p:sp>
      <p:sp>
        <p:nvSpPr>
          <p:cNvPr id="13" name="Freeform 3">
            <a:extLst>
              <a:ext uri="{FF2B5EF4-FFF2-40B4-BE49-F238E27FC236}">
                <a16:creationId xmlns:a16="http://schemas.microsoft.com/office/drawing/2014/main" id="{74869B65-C0E6-49B4-AA37-3461DCE03F3A}"/>
              </a:ext>
            </a:extLst>
          </p:cNvPr>
          <p:cNvSpPr/>
          <p:nvPr/>
        </p:nvSpPr>
        <p:spPr>
          <a:xfrm rot="7659121">
            <a:off x="7600470" y="3920326"/>
            <a:ext cx="3814648" cy="3914284"/>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dirty="0"/>
          </a:p>
        </p:txBody>
      </p:sp>
      <p:sp>
        <p:nvSpPr>
          <p:cNvPr id="14" name="Freeform 8">
            <a:extLst>
              <a:ext uri="{FF2B5EF4-FFF2-40B4-BE49-F238E27FC236}">
                <a16:creationId xmlns:a16="http://schemas.microsoft.com/office/drawing/2014/main" id="{42A63C7E-687F-4D7A-AA17-5ABDE4C805B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1913" y="881602"/>
            <a:ext cx="12254498" cy="6359011"/>
            <a:chOff x="0" y="4351989"/>
            <a:chExt cx="32678659" cy="16957362"/>
          </a:xfrm>
        </p:grpSpPr>
        <p:sp>
          <p:nvSpPr>
            <p:cNvPr id="3" name="Freeform 3"/>
            <p:cNvSpPr/>
            <p:nvPr/>
          </p:nvSpPr>
          <p:spPr>
            <a:xfrm>
              <a:off x="0" y="9917825"/>
              <a:ext cx="6950195" cy="7805604"/>
            </a:xfrm>
            <a:custGeom>
              <a:avLst/>
              <a:gdLst/>
              <a:ahLst/>
              <a:cxnLst/>
              <a:rect l="l" t="t" r="r" b="b"/>
              <a:pathLst>
                <a:path w="6950195" h="7805604">
                  <a:moveTo>
                    <a:pt x="0" y="0"/>
                  </a:moveTo>
                  <a:lnTo>
                    <a:pt x="6950195" y="0"/>
                  </a:lnTo>
                  <a:lnTo>
                    <a:pt x="6950195" y="7805604"/>
                  </a:lnTo>
                  <a:lnTo>
                    <a:pt x="0" y="7805604"/>
                  </a:lnTo>
                  <a:lnTo>
                    <a:pt x="0" y="0"/>
                  </a:lnTo>
                  <a:close/>
                </a:path>
              </a:pathLst>
            </a:custGeom>
            <a:blipFill>
              <a:blip r:embed="rId2">
                <a:alphaModFix amt="15000"/>
              </a:blip>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4" name="Freeform 4"/>
            <p:cNvSpPr/>
            <p:nvPr/>
          </p:nvSpPr>
          <p:spPr>
            <a:xfrm rot="2016048">
              <a:off x="15666463" y="4351989"/>
              <a:ext cx="17012196" cy="4253049"/>
            </a:xfrm>
            <a:custGeom>
              <a:avLst/>
              <a:gdLst/>
              <a:ahLst/>
              <a:cxnLst/>
              <a:rect l="l" t="t" r="r" b="b"/>
              <a:pathLst>
                <a:path w="17012196" h="4253049">
                  <a:moveTo>
                    <a:pt x="0" y="0"/>
                  </a:moveTo>
                  <a:lnTo>
                    <a:pt x="17012196" y="0"/>
                  </a:lnTo>
                  <a:lnTo>
                    <a:pt x="17012196" y="4253049"/>
                  </a:lnTo>
                  <a:lnTo>
                    <a:pt x="0" y="4253049"/>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5" name="Freeform 5"/>
            <p:cNvSpPr/>
            <p:nvPr/>
          </p:nvSpPr>
          <p:spPr>
            <a:xfrm>
              <a:off x="21818047" y="4420750"/>
              <a:ext cx="2631272" cy="2955121"/>
            </a:xfrm>
            <a:custGeom>
              <a:avLst/>
              <a:gdLst/>
              <a:ahLst/>
              <a:cxnLst/>
              <a:rect l="l" t="t" r="r" b="b"/>
              <a:pathLst>
                <a:path w="2631272" h="2955121">
                  <a:moveTo>
                    <a:pt x="0" y="0"/>
                  </a:moveTo>
                  <a:lnTo>
                    <a:pt x="2631272" y="0"/>
                  </a:lnTo>
                  <a:lnTo>
                    <a:pt x="2631272" y="2955121"/>
                  </a:lnTo>
                  <a:lnTo>
                    <a:pt x="0" y="2955121"/>
                  </a:lnTo>
                  <a:lnTo>
                    <a:pt x="0" y="0"/>
                  </a:lnTo>
                  <a:close/>
                </a:path>
              </a:pathLst>
            </a:custGeom>
            <a:blipFill>
              <a:blip r:embed="rId2"/>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6" name="TextBox 6"/>
            <p:cNvSpPr txBox="1"/>
            <p:nvPr/>
          </p:nvSpPr>
          <p:spPr>
            <a:xfrm>
              <a:off x="17423849" y="6877920"/>
              <a:ext cx="11872124" cy="408659"/>
            </a:xfrm>
            <a:prstGeom prst="rect">
              <a:avLst/>
            </a:prstGeom>
          </p:spPr>
          <p:txBody>
            <a:bodyPr lIns="0" tIns="0" rIns="0" bIns="0" rtlCol="0" anchor="t">
              <a:spAutoFit/>
            </a:bodyPr>
            <a:lstStyle/>
            <a:p>
              <a:pPr algn="ctr" defTabSz="457200" eaLnBrk="1" fontAlgn="auto" hangingPunct="1">
                <a:lnSpc>
                  <a:spcPts val="1334"/>
                </a:lnSpc>
                <a:spcAft>
                  <a:spcPts val="0"/>
                </a:spcAft>
              </a:pPr>
              <a:r>
                <a:rPr lang="en-US" sz="966" spc="95">
                  <a:solidFill>
                    <a:srgbClr val="231F20"/>
                  </a:solidFill>
                  <a:latin typeface="Oswald Bold"/>
                  <a:cs typeface="+mn-cs"/>
                </a:rPr>
                <a:t>SEGI UNIVERSITY</a:t>
              </a:r>
            </a:p>
          </p:txBody>
        </p:sp>
        <p:grpSp>
          <p:nvGrpSpPr>
            <p:cNvPr id="7" name="Group 7"/>
            <p:cNvGrpSpPr/>
            <p:nvPr/>
          </p:nvGrpSpPr>
          <p:grpSpPr>
            <a:xfrm>
              <a:off x="511768" y="17001671"/>
              <a:ext cx="24383999" cy="4307680"/>
              <a:chOff x="0" y="-38100"/>
              <a:chExt cx="4816592" cy="850900"/>
            </a:xfrm>
          </p:grpSpPr>
          <p:sp>
            <p:nvSpPr>
              <p:cNvPr id="8" name="Freeform 8"/>
              <p:cNvSpPr/>
              <p:nvPr/>
            </p:nvSpPr>
            <p:spPr>
              <a:xfrm>
                <a:off x="0" y="0"/>
                <a:ext cx="4816592" cy="737541"/>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9" name="TextBox 9"/>
              <p:cNvSpPr txBox="1"/>
              <p:nvPr/>
            </p:nvSpPr>
            <p:spPr>
              <a:xfrm>
                <a:off x="0" y="-38100"/>
                <a:ext cx="812800" cy="850900"/>
              </a:xfrm>
              <a:prstGeom prst="rect">
                <a:avLst/>
              </a:prstGeom>
            </p:spPr>
            <p:txBody>
              <a:bodyPr lIns="25400" tIns="25400" rIns="25400" bIns="25400" rtlCol="0" anchor="ctr"/>
              <a:lstStyle/>
              <a:p>
                <a:pPr algn="ctr" defTabSz="457200" eaLnBrk="1" fontAlgn="auto" hangingPunct="1">
                  <a:lnSpc>
                    <a:spcPts val="1742"/>
                  </a:lnSpc>
                  <a:spcBef>
                    <a:spcPts val="0"/>
                  </a:spcBef>
                  <a:spcAft>
                    <a:spcPts val="0"/>
                  </a:spcAft>
                </a:pPr>
                <a:endParaRPr sz="900">
                  <a:solidFill>
                    <a:prstClr val="black"/>
                  </a:solidFill>
                  <a:latin typeface="Calibri" panose="020F0502020204030204"/>
                  <a:cs typeface="+mn-cs"/>
                </a:endParaRPr>
              </a:p>
            </p:txBody>
          </p:sp>
        </p:grpSp>
      </p:grpSp>
      <p:grpSp>
        <p:nvGrpSpPr>
          <p:cNvPr id="10" name="Group 10"/>
          <p:cNvGrpSpPr/>
          <p:nvPr/>
        </p:nvGrpSpPr>
        <p:grpSpPr>
          <a:xfrm>
            <a:off x="2504744" y="1828826"/>
            <a:ext cx="1543051" cy="3281883"/>
            <a:chOff x="0" y="-19050"/>
            <a:chExt cx="812800" cy="1729187"/>
          </a:xfrm>
        </p:grpSpPr>
        <p:sp>
          <p:nvSpPr>
            <p:cNvPr id="11" name="Freeform 11"/>
            <p:cNvSpPr/>
            <p:nvPr/>
          </p:nvSpPr>
          <p:spPr>
            <a:xfrm>
              <a:off x="0" y="0"/>
              <a:ext cx="368852" cy="1710137"/>
            </a:xfrm>
            <a:custGeom>
              <a:avLst/>
              <a:gdLst/>
              <a:ahLst/>
              <a:cxnLst/>
              <a:rect l="l" t="t" r="r" b="b"/>
              <a:pathLst>
                <a:path w="368852" h="1710137">
                  <a:moveTo>
                    <a:pt x="0" y="0"/>
                  </a:moveTo>
                  <a:lnTo>
                    <a:pt x="368852" y="0"/>
                  </a:lnTo>
                  <a:lnTo>
                    <a:pt x="368852" y="1710137"/>
                  </a:lnTo>
                  <a:lnTo>
                    <a:pt x="0" y="1710137"/>
                  </a:lnTo>
                  <a:lnTo>
                    <a:pt x="0" y="0"/>
                  </a:lnTo>
                </a:path>
              </a:pathLst>
            </a:custGeom>
            <a:solidFill>
              <a:srgbClr val="CCCCCC"/>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12" name="TextBox 12"/>
            <p:cNvSpPr txBox="1"/>
            <p:nvPr/>
          </p:nvSpPr>
          <p:spPr>
            <a:xfrm>
              <a:off x="0" y="-19050"/>
              <a:ext cx="812800" cy="831850"/>
            </a:xfrm>
            <a:prstGeom prst="rect">
              <a:avLst/>
            </a:prstGeom>
          </p:spPr>
          <p:txBody>
            <a:bodyPr lIns="25400" tIns="25400" rIns="25400" bIns="25400" rtlCol="0" anchor="ctr"/>
            <a:lstStyle/>
            <a:p>
              <a:pPr algn="ctr" defTabSz="457200" eaLnBrk="1" fontAlgn="auto" hangingPunct="1">
                <a:lnSpc>
                  <a:spcPts val="1430"/>
                </a:lnSpc>
                <a:spcBef>
                  <a:spcPts val="0"/>
                </a:spcBef>
                <a:spcAft>
                  <a:spcPts val="0"/>
                </a:spcAft>
              </a:pPr>
              <a:endParaRPr sz="900">
                <a:solidFill>
                  <a:prstClr val="black"/>
                </a:solidFill>
                <a:latin typeface="Calibri" panose="020F0502020204030204"/>
                <a:cs typeface="+mn-cs"/>
              </a:endParaRPr>
            </a:p>
          </p:txBody>
        </p:sp>
      </p:grpSp>
      <p:sp>
        <p:nvSpPr>
          <p:cNvPr id="13" name="TextBox 13"/>
          <p:cNvSpPr txBox="1"/>
          <p:nvPr/>
        </p:nvSpPr>
        <p:spPr>
          <a:xfrm>
            <a:off x="1111248" y="711158"/>
            <a:ext cx="6328943" cy="615553"/>
          </a:xfrm>
          <a:prstGeom prst="rect">
            <a:avLst/>
          </a:prstGeom>
        </p:spPr>
        <p:txBody>
          <a:bodyPr wrap="square" lIns="0" tIns="0" rIns="0" bIns="0" rtlCol="0" anchor="t">
            <a:spAutoFit/>
          </a:bodyPr>
          <a:lstStyle/>
          <a:p>
            <a:pPr algn="ctr" defTabSz="457200" eaLnBrk="1" fontAlgn="auto" hangingPunct="1">
              <a:spcBef>
                <a:spcPts val="0"/>
              </a:spcBef>
              <a:spcAft>
                <a:spcPts val="0"/>
              </a:spcAft>
            </a:pPr>
            <a:r>
              <a:rPr lang="en-US" sz="4000" b="1" spc="489" dirty="0">
                <a:solidFill>
                  <a:srgbClr val="231F20"/>
                </a:solidFill>
                <a:latin typeface="Oswald Bold"/>
                <a:cs typeface="+mn-cs"/>
              </a:rPr>
              <a:t>CONTENT</a:t>
            </a:r>
          </a:p>
        </p:txBody>
      </p:sp>
      <p:sp>
        <p:nvSpPr>
          <p:cNvPr id="14" name="TextBox 14"/>
          <p:cNvSpPr txBox="1"/>
          <p:nvPr/>
        </p:nvSpPr>
        <p:spPr>
          <a:xfrm>
            <a:off x="3315919" y="2017532"/>
            <a:ext cx="4124271" cy="462755"/>
          </a:xfrm>
          <a:prstGeom prst="rect">
            <a:avLst/>
          </a:prstGeom>
        </p:spPr>
        <p:txBody>
          <a:bodyPr wrap="square" lIns="0" tIns="0" rIns="0" bIns="0" rtlCol="0" anchor="t">
            <a:spAutoFit/>
          </a:bodyPr>
          <a:lstStyle/>
          <a:p>
            <a:pPr defTabSz="457200" eaLnBrk="1" fontAlgn="auto" hangingPunct="1">
              <a:lnSpc>
                <a:spcPts val="1742"/>
              </a:lnSpc>
              <a:spcAft>
                <a:spcPts val="0"/>
              </a:spcAft>
            </a:pPr>
            <a:r>
              <a:rPr lang="en-US" sz="2400" spc="124" dirty="0">
                <a:solidFill>
                  <a:srgbClr val="231F20"/>
                </a:solidFill>
                <a:latin typeface="DM Sans"/>
              </a:rPr>
              <a:t>Understand project management fundamentals</a:t>
            </a:r>
          </a:p>
        </p:txBody>
      </p:sp>
      <p:sp>
        <p:nvSpPr>
          <p:cNvPr id="15" name="TextBox 15"/>
          <p:cNvSpPr txBox="1"/>
          <p:nvPr/>
        </p:nvSpPr>
        <p:spPr>
          <a:xfrm>
            <a:off x="3268860" y="3928843"/>
            <a:ext cx="3897184" cy="244747"/>
          </a:xfrm>
          <a:prstGeom prst="rect">
            <a:avLst/>
          </a:prstGeom>
        </p:spPr>
        <p:txBody>
          <a:bodyPr wrap="square" lIns="0" tIns="0" rIns="0" bIns="0" rtlCol="0" anchor="t">
            <a:spAutoFit/>
          </a:bodyPr>
          <a:lstStyle/>
          <a:p>
            <a:pPr defTabSz="457200" eaLnBrk="1" fontAlgn="auto" hangingPunct="1">
              <a:lnSpc>
                <a:spcPts val="1742"/>
              </a:lnSpc>
              <a:spcBef>
                <a:spcPts val="0"/>
              </a:spcBef>
              <a:spcAft>
                <a:spcPts val="0"/>
              </a:spcAft>
            </a:pPr>
            <a:r>
              <a:rPr lang="en-US" sz="2400" spc="124" dirty="0">
                <a:solidFill>
                  <a:srgbClr val="231F20"/>
                </a:solidFill>
                <a:latin typeface="DM Sans"/>
              </a:rPr>
              <a:t>Develop project schedules</a:t>
            </a:r>
          </a:p>
        </p:txBody>
      </p:sp>
      <p:sp>
        <p:nvSpPr>
          <p:cNvPr id="16" name="TextBox 16"/>
          <p:cNvSpPr txBox="1"/>
          <p:nvPr/>
        </p:nvSpPr>
        <p:spPr>
          <a:xfrm>
            <a:off x="3301752" y="4622796"/>
            <a:ext cx="2895252" cy="462755"/>
          </a:xfrm>
          <a:prstGeom prst="rect">
            <a:avLst/>
          </a:prstGeom>
        </p:spPr>
        <p:txBody>
          <a:bodyPr lIns="0" tIns="0" rIns="0" bIns="0" rtlCol="0" anchor="t">
            <a:spAutoFit/>
          </a:bodyPr>
          <a:lstStyle/>
          <a:p>
            <a:pPr defTabSz="457200" eaLnBrk="1" fontAlgn="auto" hangingPunct="1">
              <a:lnSpc>
                <a:spcPts val="1742"/>
              </a:lnSpc>
              <a:spcBef>
                <a:spcPts val="0"/>
              </a:spcBef>
              <a:spcAft>
                <a:spcPts val="0"/>
              </a:spcAft>
            </a:pPr>
            <a:r>
              <a:rPr lang="en-US" sz="2400" spc="124" dirty="0">
                <a:solidFill>
                  <a:srgbClr val="231F20"/>
                </a:solidFill>
                <a:latin typeface="DM Sans"/>
              </a:rPr>
              <a:t>Allocate project resources</a:t>
            </a:r>
          </a:p>
        </p:txBody>
      </p:sp>
      <p:sp>
        <p:nvSpPr>
          <p:cNvPr id="18" name="TextBox 18"/>
          <p:cNvSpPr txBox="1"/>
          <p:nvPr/>
        </p:nvSpPr>
        <p:spPr>
          <a:xfrm>
            <a:off x="2641077" y="2075970"/>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01</a:t>
            </a:r>
          </a:p>
        </p:txBody>
      </p:sp>
      <p:sp>
        <p:nvSpPr>
          <p:cNvPr id="19" name="TextBox 19"/>
          <p:cNvSpPr txBox="1"/>
          <p:nvPr/>
        </p:nvSpPr>
        <p:spPr>
          <a:xfrm>
            <a:off x="2641077" y="3036047"/>
            <a:ext cx="468610" cy="333425"/>
          </a:xfrm>
          <a:prstGeom prst="rect">
            <a:avLst/>
          </a:prstGeom>
        </p:spPr>
        <p:txBody>
          <a:bodyPr wrap="square"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02</a:t>
            </a:r>
          </a:p>
        </p:txBody>
      </p:sp>
      <p:sp>
        <p:nvSpPr>
          <p:cNvPr id="20" name="TextBox 20"/>
          <p:cNvSpPr txBox="1"/>
          <p:nvPr/>
        </p:nvSpPr>
        <p:spPr>
          <a:xfrm>
            <a:off x="2620560" y="3827763"/>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03</a:t>
            </a:r>
          </a:p>
        </p:txBody>
      </p:sp>
      <p:sp>
        <p:nvSpPr>
          <p:cNvPr id="21" name="TextBox 21"/>
          <p:cNvSpPr txBox="1"/>
          <p:nvPr/>
        </p:nvSpPr>
        <p:spPr>
          <a:xfrm>
            <a:off x="2601509" y="4569602"/>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04</a:t>
            </a:r>
          </a:p>
        </p:txBody>
      </p:sp>
      <p:sp>
        <p:nvSpPr>
          <p:cNvPr id="28" name="Freeform 3">
            <a:extLst>
              <a:ext uri="{FF2B5EF4-FFF2-40B4-BE49-F238E27FC236}">
                <a16:creationId xmlns:a16="http://schemas.microsoft.com/office/drawing/2014/main" id="{2CFA7221-EEB2-47BD-A385-2B43D2A5F15A}"/>
              </a:ext>
            </a:extLst>
          </p:cNvPr>
          <p:cNvSpPr/>
          <p:nvPr/>
        </p:nvSpPr>
        <p:spPr>
          <a:xfrm rot="887923">
            <a:off x="7184855" y="-3417084"/>
            <a:ext cx="5151621" cy="6718702"/>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MY"/>
          </a:p>
        </p:txBody>
      </p:sp>
      <p:sp>
        <p:nvSpPr>
          <p:cNvPr id="23" name="TextBox 15">
            <a:extLst>
              <a:ext uri="{FF2B5EF4-FFF2-40B4-BE49-F238E27FC236}">
                <a16:creationId xmlns:a16="http://schemas.microsoft.com/office/drawing/2014/main" id="{743768C1-71C4-4AE0-93F1-D82F5CD233CA}"/>
              </a:ext>
            </a:extLst>
          </p:cNvPr>
          <p:cNvSpPr txBox="1"/>
          <p:nvPr/>
        </p:nvSpPr>
        <p:spPr>
          <a:xfrm>
            <a:off x="3308821" y="2971800"/>
            <a:ext cx="3897184" cy="462755"/>
          </a:xfrm>
          <a:prstGeom prst="rect">
            <a:avLst/>
          </a:prstGeom>
        </p:spPr>
        <p:txBody>
          <a:bodyPr wrap="square" lIns="0" tIns="0" rIns="0" bIns="0" rtlCol="0" anchor="t">
            <a:spAutoFit/>
          </a:bodyPr>
          <a:lstStyle/>
          <a:p>
            <a:pPr defTabSz="457200" eaLnBrk="1" fontAlgn="auto" hangingPunct="1">
              <a:lnSpc>
                <a:spcPts val="1742"/>
              </a:lnSpc>
              <a:spcBef>
                <a:spcPts val="0"/>
              </a:spcBef>
              <a:spcAft>
                <a:spcPts val="0"/>
              </a:spcAft>
            </a:pPr>
            <a:r>
              <a:rPr lang="en-US" sz="2400" spc="124" dirty="0">
                <a:solidFill>
                  <a:srgbClr val="231F20"/>
                </a:solidFill>
                <a:latin typeface="DM Sans"/>
              </a:rPr>
              <a:t>System Development Methodologies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143000" y="414068"/>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Management Body of Knowledge (PMBOK)</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752600"/>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Developed by The Project Management Institute (PMI)</a:t>
            </a:r>
          </a:p>
          <a:p>
            <a:pPr marL="234950" indent="-234950" defTabSz="457200">
              <a:lnSpc>
                <a:spcPct val="100000"/>
              </a:lnSpc>
              <a:buClr>
                <a:srgbClr val="CC0000"/>
              </a:buClr>
              <a:buFont typeface="Wingdings" panose="05000000000000000000" pitchFamily="2" charset="2"/>
              <a:buChar char="o"/>
            </a:pPr>
            <a:r>
              <a:rPr lang="en-GB" altLang="en-US" sz="1800" b="1" kern="0" dirty="0">
                <a:solidFill>
                  <a:srgbClr val="00B0F0"/>
                </a:solidFill>
                <a:latin typeface="Verdana"/>
              </a:rPr>
              <a:t>9 knowledge areas</a:t>
            </a:r>
            <a:r>
              <a:rPr lang="en-GB" altLang="en-US" sz="1800" kern="0" dirty="0">
                <a:solidFill>
                  <a:srgbClr val="000000"/>
                </a:solidFill>
                <a:latin typeface="Verdana"/>
              </a:rPr>
              <a:t>: foundation information for every project manager</a:t>
            </a:r>
          </a:p>
          <a:p>
            <a:pPr marL="234950" indent="-234950" defTabSz="457200">
              <a:lnSpc>
                <a:spcPct val="100000"/>
              </a:lnSpc>
              <a:buClr>
                <a:srgbClr val="CC0000"/>
              </a:buClr>
              <a:buFont typeface="Wingdings" panose="05000000000000000000" pitchFamily="2" charset="2"/>
              <a:buChar char="o"/>
            </a:pPr>
            <a:r>
              <a:rPr lang="en-GB" altLang="en-US" sz="1800" b="1" kern="0" dirty="0">
                <a:solidFill>
                  <a:srgbClr val="000000"/>
                </a:solidFill>
                <a:latin typeface="Verdana"/>
              </a:rPr>
              <a:t>Scope management</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control functions included in system</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control scope of work done by team</a:t>
            </a:r>
          </a:p>
          <a:p>
            <a:pPr marL="234950" indent="-234950" defTabSz="457200">
              <a:lnSpc>
                <a:spcPct val="100000"/>
              </a:lnSpc>
              <a:buClr>
                <a:srgbClr val="CC0000"/>
              </a:buClr>
              <a:buFont typeface="Wingdings" panose="05000000000000000000" pitchFamily="2" charset="2"/>
              <a:buChar char="o"/>
            </a:pPr>
            <a:r>
              <a:rPr lang="en-GB" altLang="en-US" sz="1800" b="1" kern="0" dirty="0">
                <a:solidFill>
                  <a:srgbClr val="000000"/>
                </a:solidFill>
                <a:latin typeface="Verdana"/>
              </a:rPr>
              <a:t>Time management</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Build detailed schedule of all project tasks</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Monitor progress of project against milestones</a:t>
            </a:r>
          </a:p>
          <a:p>
            <a:pPr marL="234950" indent="-234950" defTabSz="457200">
              <a:lnSpc>
                <a:spcPct val="100000"/>
              </a:lnSpc>
              <a:buClr>
                <a:srgbClr val="CC0000"/>
              </a:buClr>
              <a:buFont typeface="Wingdings" panose="05000000000000000000" pitchFamily="2" charset="2"/>
              <a:buChar char="o"/>
            </a:pPr>
            <a:r>
              <a:rPr lang="en-GB" altLang="en-US" sz="1800" b="1" kern="0" dirty="0">
                <a:solidFill>
                  <a:srgbClr val="000000"/>
                </a:solidFill>
                <a:latin typeface="Verdana"/>
              </a:rPr>
              <a:t>Cost management</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Calculate initial cost/benefit analysis </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a:rPr>
              <a:t>Monitor expenses</a:t>
            </a:r>
            <a:endParaRPr lang="en-US" altLang="en-US" sz="1800" kern="0" dirty="0">
              <a:solidFill>
                <a:srgbClr val="000000"/>
              </a:solidFill>
              <a:latin typeface="Verdana"/>
            </a:endParaRPr>
          </a:p>
        </p:txBody>
      </p:sp>
      <p:sp>
        <p:nvSpPr>
          <p:cNvPr id="15" name="Freeform 8">
            <a:extLst>
              <a:ext uri="{FF2B5EF4-FFF2-40B4-BE49-F238E27FC236}">
                <a16:creationId xmlns:a16="http://schemas.microsoft.com/office/drawing/2014/main" id="{26BBD510-7249-4AA6-B572-1E7B3159A8E9}"/>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87538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905000"/>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spcBef>
                <a:spcPct val="20000"/>
              </a:spcBef>
              <a:buClr>
                <a:srgbClr val="CC0000"/>
              </a:buClr>
              <a:buFont typeface="Wingdings" panose="05000000000000000000" pitchFamily="2" charset="2"/>
              <a:buChar char="o"/>
            </a:pPr>
            <a:r>
              <a:rPr lang="en-GB" altLang="en-US" sz="2000" b="1" kern="0" dirty="0">
                <a:solidFill>
                  <a:srgbClr val="000000"/>
                </a:solidFill>
                <a:latin typeface="Verdana"/>
              </a:rPr>
              <a:t>Quality management</a:t>
            </a:r>
          </a:p>
          <a:p>
            <a:pPr marL="454025" lvl="1" indent="-218282" defTabSz="457200">
              <a:lnSpc>
                <a:spcPct val="93000"/>
              </a:lnSpc>
              <a:spcBef>
                <a:spcPct val="20000"/>
              </a:spcBef>
              <a:buClr>
                <a:srgbClr val="CC0000"/>
              </a:buClr>
              <a:buBlip>
                <a:blip r:embed="rId2"/>
              </a:buBlip>
            </a:pPr>
            <a:r>
              <a:rPr lang="en-GB" altLang="en-US" sz="2000" kern="0" dirty="0">
                <a:solidFill>
                  <a:srgbClr val="000000"/>
                </a:solidFill>
                <a:latin typeface="Verdana"/>
              </a:rPr>
              <a:t>Establish quality plan and control activities for each project phase</a:t>
            </a:r>
          </a:p>
          <a:p>
            <a:pPr marL="235743" lvl="1" indent="0" defTabSz="457200">
              <a:lnSpc>
                <a:spcPct val="93000"/>
              </a:lnSpc>
              <a:spcBef>
                <a:spcPct val="20000"/>
              </a:spcBef>
              <a:buClr>
                <a:srgbClr val="CC0000"/>
              </a:buClr>
              <a:buNone/>
            </a:pPr>
            <a:endParaRPr lang="en-GB" altLang="en-US" sz="2000" kern="0" dirty="0">
              <a:solidFill>
                <a:srgbClr val="000000"/>
              </a:solidFill>
              <a:latin typeface="Verdana"/>
            </a:endParaRPr>
          </a:p>
          <a:p>
            <a:pPr marL="234950" indent="-234950" defTabSz="457200">
              <a:spcBef>
                <a:spcPct val="20000"/>
              </a:spcBef>
              <a:buClr>
                <a:srgbClr val="CC0000"/>
              </a:buClr>
              <a:buFont typeface="Wingdings" panose="05000000000000000000" pitchFamily="2" charset="2"/>
              <a:buChar char="o"/>
            </a:pPr>
            <a:r>
              <a:rPr lang="en-GB" altLang="en-US" sz="2000" b="1" kern="0" dirty="0">
                <a:solidFill>
                  <a:srgbClr val="000000"/>
                </a:solidFill>
                <a:latin typeface="Verdana"/>
              </a:rPr>
              <a:t>Human resource management</a:t>
            </a:r>
          </a:p>
          <a:p>
            <a:pPr marL="454025" lvl="1" indent="-218282" defTabSz="457200">
              <a:lnSpc>
                <a:spcPct val="93000"/>
              </a:lnSpc>
              <a:spcBef>
                <a:spcPct val="20000"/>
              </a:spcBef>
              <a:buClr>
                <a:srgbClr val="CC0000"/>
              </a:buClr>
              <a:buBlip>
                <a:blip r:embed="rId2"/>
              </a:buBlip>
            </a:pPr>
            <a:r>
              <a:rPr lang="en-GB" altLang="en-US" sz="2000" kern="0" dirty="0">
                <a:solidFill>
                  <a:srgbClr val="000000"/>
                </a:solidFill>
                <a:latin typeface="Verdana"/>
              </a:rPr>
              <a:t>Recruit and hire project team members</a:t>
            </a:r>
          </a:p>
          <a:p>
            <a:pPr marL="454025" lvl="1" indent="-218282" defTabSz="457200">
              <a:lnSpc>
                <a:spcPct val="93000"/>
              </a:lnSpc>
              <a:spcBef>
                <a:spcPct val="20000"/>
              </a:spcBef>
              <a:buClr>
                <a:srgbClr val="CC0000"/>
              </a:buClr>
              <a:buBlip>
                <a:blip r:embed="rId2"/>
              </a:buBlip>
            </a:pPr>
            <a:r>
              <a:rPr lang="en-GB" altLang="en-US" sz="2000" kern="0" dirty="0">
                <a:solidFill>
                  <a:srgbClr val="000000"/>
                </a:solidFill>
                <a:latin typeface="Verdana"/>
              </a:rPr>
              <a:t>Train, motivate, team build</a:t>
            </a:r>
          </a:p>
          <a:p>
            <a:pPr marL="235743" lvl="1" indent="0" defTabSz="457200">
              <a:lnSpc>
                <a:spcPct val="93000"/>
              </a:lnSpc>
              <a:spcBef>
                <a:spcPct val="20000"/>
              </a:spcBef>
              <a:buClr>
                <a:srgbClr val="CC0000"/>
              </a:buClr>
              <a:buNone/>
            </a:pPr>
            <a:endParaRPr lang="en-GB" altLang="en-US" sz="2000" kern="0" dirty="0">
              <a:solidFill>
                <a:srgbClr val="000000"/>
              </a:solidFill>
              <a:latin typeface="Verdana"/>
            </a:endParaRPr>
          </a:p>
          <a:p>
            <a:pPr marL="234950" indent="-234950" defTabSz="457200">
              <a:spcBef>
                <a:spcPct val="20000"/>
              </a:spcBef>
              <a:buClr>
                <a:srgbClr val="CC0000"/>
              </a:buClr>
              <a:buFont typeface="Wingdings" panose="05000000000000000000" pitchFamily="2" charset="2"/>
              <a:buChar char="o"/>
            </a:pPr>
            <a:r>
              <a:rPr lang="en-GB" altLang="en-US" sz="2000" b="1" kern="0" dirty="0">
                <a:solidFill>
                  <a:srgbClr val="000000"/>
                </a:solidFill>
                <a:latin typeface="Verdana"/>
              </a:rPr>
              <a:t>Communications management</a:t>
            </a:r>
          </a:p>
          <a:p>
            <a:pPr marL="454025" lvl="1" indent="-218282" defTabSz="457200">
              <a:lnSpc>
                <a:spcPct val="93000"/>
              </a:lnSpc>
              <a:spcBef>
                <a:spcPct val="20000"/>
              </a:spcBef>
              <a:buClr>
                <a:srgbClr val="CC0000"/>
              </a:buClr>
              <a:buBlip>
                <a:blip r:embed="rId2"/>
              </a:buBlip>
            </a:pPr>
            <a:r>
              <a:rPr lang="en-GB" altLang="en-US" sz="2000" kern="0" dirty="0">
                <a:solidFill>
                  <a:srgbClr val="000000"/>
                </a:solidFill>
                <a:latin typeface="Verdana"/>
              </a:rPr>
              <a:t>Identify stakeholders and their communications </a:t>
            </a:r>
          </a:p>
          <a:p>
            <a:pPr marL="454025" lvl="1" indent="-218282" defTabSz="457200">
              <a:lnSpc>
                <a:spcPct val="93000"/>
              </a:lnSpc>
              <a:spcBef>
                <a:spcPct val="20000"/>
              </a:spcBef>
              <a:buClr>
                <a:srgbClr val="CC0000"/>
              </a:buClr>
              <a:buBlip>
                <a:blip r:embed="rId2"/>
              </a:buBlip>
            </a:pPr>
            <a:r>
              <a:rPr lang="en-GB" altLang="en-US" sz="2000" kern="0" dirty="0">
                <a:solidFill>
                  <a:srgbClr val="000000"/>
                </a:solidFill>
                <a:latin typeface="Verdana"/>
              </a:rPr>
              <a:t>Establish team communications</a:t>
            </a:r>
            <a:endParaRPr lang="en-US" altLang="en-US" sz="2000" kern="0" dirty="0">
              <a:solidFill>
                <a:srgbClr val="000000"/>
              </a:solidFill>
              <a:latin typeface="Verdana"/>
            </a:endParaRPr>
          </a:p>
        </p:txBody>
      </p:sp>
      <p:sp>
        <p:nvSpPr>
          <p:cNvPr id="15" name="object 2">
            <a:extLst>
              <a:ext uri="{FF2B5EF4-FFF2-40B4-BE49-F238E27FC236}">
                <a16:creationId xmlns:a16="http://schemas.microsoft.com/office/drawing/2014/main" id="{5A9C925F-3D69-4E07-8807-B98B2A6AABE9}"/>
              </a:ext>
            </a:extLst>
          </p:cNvPr>
          <p:cNvSpPr txBox="1">
            <a:spLocks/>
          </p:cNvSpPr>
          <p:nvPr/>
        </p:nvSpPr>
        <p:spPr>
          <a:xfrm>
            <a:off x="1143000" y="414068"/>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Management Body of Knowledge (PMBOK) – cont.</a:t>
            </a:r>
            <a:endParaRPr lang="en-MY" sz="2700" b="1" dirty="0">
              <a:latin typeface="Verdana" panose="020B0604030504040204" pitchFamily="34" charset="0"/>
              <a:ea typeface="Verdana" panose="020B0604030504040204" pitchFamily="34" charset="0"/>
            </a:endParaRPr>
          </a:p>
        </p:txBody>
      </p:sp>
      <p:sp>
        <p:nvSpPr>
          <p:cNvPr id="18" name="Freeform 8">
            <a:extLst>
              <a:ext uri="{FF2B5EF4-FFF2-40B4-BE49-F238E27FC236}">
                <a16:creationId xmlns:a16="http://schemas.microsoft.com/office/drawing/2014/main" id="{482FA8DE-7494-457F-BBBB-2BA454E1F60E}"/>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4069248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600200"/>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spcBef>
                <a:spcPts val="1225"/>
              </a:spcBef>
              <a:buClr>
                <a:srgbClr val="CC0000"/>
              </a:buClr>
              <a:buFont typeface="Wingdings" panose="05000000000000000000" pitchFamily="2" charset="2"/>
              <a:buChar char="o"/>
            </a:pPr>
            <a:r>
              <a:rPr lang="en-GB" altLang="en-US" sz="1800" b="1" kern="0" dirty="0">
                <a:solidFill>
                  <a:srgbClr val="000000"/>
                </a:solidFill>
                <a:latin typeface="Verdana" panose="020B0604030504040204" pitchFamily="34" charset="0"/>
                <a:ea typeface="Verdana" panose="020B0604030504040204" pitchFamily="34" charset="0"/>
              </a:rPr>
              <a:t>Risk management</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panose="020B0604030504040204" pitchFamily="34" charset="0"/>
                <a:ea typeface="Verdana" panose="020B0604030504040204" pitchFamily="34" charset="0"/>
              </a:rPr>
              <a:t>Identify and review risks for failure</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panose="020B0604030504040204" pitchFamily="34" charset="0"/>
                <a:ea typeface="Verdana" panose="020B0604030504040204" pitchFamily="34" charset="0"/>
              </a:rPr>
              <a:t>Develop plans to reduce these risks</a:t>
            </a:r>
          </a:p>
          <a:p>
            <a:pPr marL="235743" lvl="1" indent="0" defTabSz="457200">
              <a:lnSpc>
                <a:spcPct val="93000"/>
              </a:lnSpc>
              <a:spcBef>
                <a:spcPct val="20000"/>
              </a:spcBef>
              <a:buClr>
                <a:srgbClr val="CC0000"/>
              </a:buClr>
              <a:buNone/>
            </a:pPr>
            <a:endParaRPr lang="en-GB" altLang="en-US" sz="1800" kern="0" dirty="0">
              <a:solidFill>
                <a:srgbClr val="000000"/>
              </a:solidFill>
              <a:latin typeface="Verdana" panose="020B0604030504040204" pitchFamily="34" charset="0"/>
              <a:ea typeface="Verdana" panose="020B0604030504040204" pitchFamily="34" charset="0"/>
            </a:endParaRPr>
          </a:p>
          <a:p>
            <a:pPr marL="234950" indent="-234950" defTabSz="457200">
              <a:spcBef>
                <a:spcPts val="1225"/>
              </a:spcBef>
              <a:buClr>
                <a:srgbClr val="CC0000"/>
              </a:buClr>
              <a:buFont typeface="Wingdings" panose="05000000000000000000" pitchFamily="2" charset="2"/>
              <a:buChar char="o"/>
            </a:pPr>
            <a:r>
              <a:rPr lang="en-GB" altLang="en-US" sz="1800" b="1" kern="0" dirty="0">
                <a:solidFill>
                  <a:srgbClr val="000000"/>
                </a:solidFill>
                <a:latin typeface="Verdana" panose="020B0604030504040204" pitchFamily="34" charset="0"/>
                <a:ea typeface="Verdana" panose="020B0604030504040204" pitchFamily="34" charset="0"/>
              </a:rPr>
              <a:t>Procurement management</a:t>
            </a: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panose="020B0604030504040204" pitchFamily="34" charset="0"/>
                <a:ea typeface="Verdana" panose="020B0604030504040204" pitchFamily="34" charset="0"/>
              </a:rPr>
              <a:t>Develop requests for proposals (RFPs)</a:t>
            </a:r>
            <a:r>
              <a:rPr lang="ar-SA" altLang="en-US" sz="1800" kern="0" dirty="0">
                <a:solidFill>
                  <a:srgbClr val="000000"/>
                </a:solidFill>
                <a:latin typeface="Verdana" panose="020B0604030504040204" pitchFamily="34" charset="0"/>
                <a:ea typeface="Verdana" panose="020B0604030504040204" pitchFamily="34" charset="0"/>
              </a:rPr>
              <a:t>‏</a:t>
            </a:r>
            <a:endParaRPr lang="en-GB" altLang="en-US" sz="1800" kern="0" dirty="0">
              <a:solidFill>
                <a:srgbClr val="000000"/>
              </a:solidFill>
              <a:latin typeface="Verdana" panose="020B0604030504040204" pitchFamily="34" charset="0"/>
              <a:ea typeface="Verdana" panose="020B0604030504040204" pitchFamily="34" charset="0"/>
            </a:endParaRPr>
          </a:p>
          <a:p>
            <a:pPr marL="454025" lvl="1" indent="-218282" defTabSz="457200">
              <a:lnSpc>
                <a:spcPct val="93000"/>
              </a:lnSpc>
              <a:spcBef>
                <a:spcPct val="20000"/>
              </a:spcBef>
              <a:buClr>
                <a:srgbClr val="CC0000"/>
              </a:buClr>
              <a:buBlip>
                <a:blip r:embed="rId2"/>
              </a:buBlip>
            </a:pPr>
            <a:r>
              <a:rPr lang="en-GB" altLang="en-US" sz="1800" kern="0" dirty="0">
                <a:solidFill>
                  <a:srgbClr val="000000"/>
                </a:solidFill>
                <a:latin typeface="Verdana" panose="020B0604030504040204" pitchFamily="34" charset="0"/>
                <a:ea typeface="Verdana" panose="020B0604030504040204" pitchFamily="34" charset="0"/>
              </a:rPr>
              <a:t>Evaluate bids, write contracts, monitor performance</a:t>
            </a:r>
          </a:p>
          <a:p>
            <a:pPr marL="235743" lvl="1" indent="0" defTabSz="457200">
              <a:lnSpc>
                <a:spcPct val="93000"/>
              </a:lnSpc>
              <a:spcBef>
                <a:spcPct val="20000"/>
              </a:spcBef>
              <a:buClr>
                <a:srgbClr val="CC0000"/>
              </a:buClr>
              <a:buNone/>
            </a:pPr>
            <a:endParaRPr lang="en-GB" altLang="en-US" sz="1800" kern="0" dirty="0">
              <a:solidFill>
                <a:srgbClr val="000000"/>
              </a:solidFill>
              <a:latin typeface="Verdana" panose="020B0604030504040204" pitchFamily="34" charset="0"/>
              <a:ea typeface="Verdana" panose="020B0604030504040204" pitchFamily="34" charset="0"/>
            </a:endParaRPr>
          </a:p>
          <a:p>
            <a:pPr marL="234950" indent="-234950" defTabSz="457200">
              <a:spcBef>
                <a:spcPts val="1225"/>
              </a:spcBef>
              <a:buClr>
                <a:srgbClr val="CC0000"/>
              </a:buClr>
              <a:buFont typeface="Wingdings" panose="05000000000000000000" pitchFamily="2" charset="2"/>
              <a:buChar char="o"/>
            </a:pPr>
            <a:r>
              <a:rPr lang="en-GB" altLang="en-US" sz="1800" b="1" kern="0" dirty="0">
                <a:solidFill>
                  <a:srgbClr val="000000"/>
                </a:solidFill>
                <a:latin typeface="Verdana" panose="020B0604030504040204" pitchFamily="34" charset="0"/>
                <a:ea typeface="Verdana" panose="020B0604030504040204" pitchFamily="34" charset="0"/>
              </a:rPr>
              <a:t>Integration management</a:t>
            </a:r>
          </a:p>
          <a:p>
            <a:pPr marL="454025" lvl="1" indent="-218282" defTabSz="457200">
              <a:lnSpc>
                <a:spcPct val="93000"/>
              </a:lnSpc>
              <a:spcBef>
                <a:spcPct val="20000"/>
              </a:spcBef>
              <a:buClr>
                <a:srgbClr val="CC0000"/>
              </a:buClr>
              <a:buBlip>
                <a:blip r:embed="rId2"/>
              </a:buBlip>
            </a:pPr>
            <a:r>
              <a:rPr lang="en-US" sz="1800" kern="0" dirty="0">
                <a:solidFill>
                  <a:srgbClr val="000000"/>
                </a:solidFill>
                <a:latin typeface="Verdana" panose="020B0604030504040204" pitchFamily="34" charset="0"/>
                <a:ea typeface="Verdana" panose="020B0604030504040204" pitchFamily="34" charset="0"/>
              </a:rPr>
              <a:t>Coordinating all aspects of a project to ensure that its many elements work together effectively. </a:t>
            </a:r>
          </a:p>
          <a:p>
            <a:pPr marL="454025" lvl="1" indent="-218282" defTabSz="457200">
              <a:lnSpc>
                <a:spcPct val="93000"/>
              </a:lnSpc>
              <a:spcBef>
                <a:spcPct val="20000"/>
              </a:spcBef>
              <a:buClr>
                <a:srgbClr val="CC0000"/>
              </a:buClr>
              <a:buBlip>
                <a:blip r:embed="rId2"/>
              </a:buBlip>
            </a:pPr>
            <a:r>
              <a:rPr lang="en-US" sz="1800" kern="0" dirty="0">
                <a:solidFill>
                  <a:srgbClr val="000000"/>
                </a:solidFill>
                <a:latin typeface="Verdana" panose="020B0604030504040204" pitchFamily="34" charset="0"/>
                <a:ea typeface="Verdana" panose="020B0604030504040204" pitchFamily="34" charset="0"/>
              </a:rPr>
              <a:t>Focuses on making trade-offs, balancing competing objectives, and ensuring that the project delivers value that aligns with the organization’s goals.</a:t>
            </a:r>
            <a:r>
              <a:rPr lang="ar-SA" altLang="en-US" sz="1800" kern="0" dirty="0">
                <a:solidFill>
                  <a:srgbClr val="000000"/>
                </a:solidFill>
                <a:latin typeface="Verdana" panose="020B0604030504040204" pitchFamily="34" charset="0"/>
                <a:ea typeface="Verdana" panose="020B0604030504040204" pitchFamily="34" charset="0"/>
              </a:rPr>
              <a:t>‏</a:t>
            </a:r>
            <a:endParaRPr lang="en-GB" altLang="en-US" sz="1800" kern="0" dirty="0">
              <a:solidFill>
                <a:srgbClr val="000000"/>
              </a:solidFill>
              <a:latin typeface="Verdana" panose="020B0604030504040204" pitchFamily="34" charset="0"/>
              <a:ea typeface="Verdana" panose="020B0604030504040204" pitchFamily="34" charset="0"/>
            </a:endParaRPr>
          </a:p>
        </p:txBody>
      </p:sp>
      <p:sp>
        <p:nvSpPr>
          <p:cNvPr id="15" name="object 2">
            <a:extLst>
              <a:ext uri="{FF2B5EF4-FFF2-40B4-BE49-F238E27FC236}">
                <a16:creationId xmlns:a16="http://schemas.microsoft.com/office/drawing/2014/main" id="{9B0BEC22-CC88-47AE-BF92-D13810A0E0D1}"/>
              </a:ext>
            </a:extLst>
          </p:cNvPr>
          <p:cNvSpPr txBox="1">
            <a:spLocks/>
          </p:cNvSpPr>
          <p:nvPr/>
        </p:nvSpPr>
        <p:spPr>
          <a:xfrm>
            <a:off x="1143000" y="414068"/>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Management Body of Knowledge (PMBOK) – cont.</a:t>
            </a:r>
            <a:endParaRPr lang="en-MY" sz="2700" b="1" dirty="0">
              <a:latin typeface="Verdana" panose="020B0604030504040204" pitchFamily="34" charset="0"/>
              <a:ea typeface="Verdana" panose="020B0604030504040204" pitchFamily="34" charset="0"/>
            </a:endParaRPr>
          </a:p>
        </p:txBody>
      </p:sp>
      <p:sp>
        <p:nvSpPr>
          <p:cNvPr id="17" name="Freeform 8">
            <a:extLst>
              <a:ext uri="{FF2B5EF4-FFF2-40B4-BE49-F238E27FC236}">
                <a16:creationId xmlns:a16="http://schemas.microsoft.com/office/drawing/2014/main" id="{92B1BF7E-0973-4701-85BB-A57A55ACC441}"/>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3401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447800"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Reasons for Project Failure</a:t>
            </a:r>
            <a:endParaRPr lang="en-MY" sz="2700" b="1" dirty="0">
              <a:latin typeface="Verdana" panose="020B0604030504040204" pitchFamily="34" charset="0"/>
              <a:ea typeface="Verdana" panose="020B0604030504040204" pitchFamily="34" charset="0"/>
            </a:endParaRPr>
          </a:p>
        </p:txBody>
      </p:sp>
      <p:sp>
        <p:nvSpPr>
          <p:cNvPr id="4" name="Freeform 8">
            <a:extLst>
              <a:ext uri="{FF2B5EF4-FFF2-40B4-BE49-F238E27FC236}">
                <a16:creationId xmlns:a16="http://schemas.microsoft.com/office/drawing/2014/main" id="{E44764D7-7836-4FB4-984A-87AF2F47F0B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graphicFrame>
        <p:nvGraphicFramePr>
          <p:cNvPr id="2" name="Table 1">
            <a:extLst>
              <a:ext uri="{FF2B5EF4-FFF2-40B4-BE49-F238E27FC236}">
                <a16:creationId xmlns:a16="http://schemas.microsoft.com/office/drawing/2014/main" id="{557B23D0-E980-4645-90A9-013AFFCC0EB9}"/>
              </a:ext>
            </a:extLst>
          </p:cNvPr>
          <p:cNvGraphicFramePr>
            <a:graphicFrameLocks noGrp="1"/>
          </p:cNvGraphicFramePr>
          <p:nvPr>
            <p:extLst/>
          </p:nvPr>
        </p:nvGraphicFramePr>
        <p:xfrm>
          <a:off x="838200" y="1600200"/>
          <a:ext cx="7239000" cy="4358640"/>
        </p:xfrm>
        <a:graphic>
          <a:graphicData uri="http://schemas.openxmlformats.org/drawingml/2006/table">
            <a:tbl>
              <a:tblPr/>
              <a:tblGrid>
                <a:gridCol w="1541639">
                  <a:extLst>
                    <a:ext uri="{9D8B030D-6E8A-4147-A177-3AD203B41FA5}">
                      <a16:colId xmlns:a16="http://schemas.microsoft.com/office/drawing/2014/main" val="509512697"/>
                    </a:ext>
                  </a:extLst>
                </a:gridCol>
                <a:gridCol w="5697361">
                  <a:extLst>
                    <a:ext uri="{9D8B030D-6E8A-4147-A177-3AD203B41FA5}">
                      <a16:colId xmlns:a16="http://schemas.microsoft.com/office/drawing/2014/main" val="1043369566"/>
                    </a:ext>
                  </a:extLst>
                </a:gridCol>
              </a:tblGrid>
              <a:tr h="388606">
                <a:tc>
                  <a:txBody>
                    <a:bodyPr/>
                    <a:lstStyle/>
                    <a:p>
                      <a:r>
                        <a:rPr lang="en-MY" sz="2000" b="1"/>
                        <a:t>Category</a:t>
                      </a:r>
                      <a:endParaRPr lang="en-MY" sz="2000"/>
                    </a:p>
                  </a:txBody>
                  <a:tcPr anchor="ctr">
                    <a:lnL>
                      <a:noFill/>
                    </a:lnL>
                    <a:lnR>
                      <a:noFill/>
                    </a:lnR>
                    <a:lnT>
                      <a:noFill/>
                    </a:lnT>
                    <a:lnB>
                      <a:noFill/>
                    </a:lnB>
                  </a:tcPr>
                </a:tc>
                <a:tc>
                  <a:txBody>
                    <a:bodyPr/>
                    <a:lstStyle/>
                    <a:p>
                      <a:r>
                        <a:rPr lang="en-MY" sz="2000" b="1"/>
                        <a:t>Reason</a:t>
                      </a:r>
                      <a:endParaRPr lang="en-MY" sz="2000"/>
                    </a:p>
                  </a:txBody>
                  <a:tcPr anchor="ctr">
                    <a:lnL>
                      <a:noFill/>
                    </a:lnL>
                    <a:lnR>
                      <a:noFill/>
                    </a:lnR>
                    <a:lnT>
                      <a:noFill/>
                    </a:lnT>
                    <a:lnB>
                      <a:noFill/>
                    </a:lnB>
                  </a:tcPr>
                </a:tc>
                <a:extLst>
                  <a:ext uri="{0D108BD9-81ED-4DB2-BD59-A6C34878D82A}">
                    <a16:rowId xmlns:a16="http://schemas.microsoft.com/office/drawing/2014/main" val="3250395245"/>
                  </a:ext>
                </a:extLst>
              </a:tr>
              <a:tr h="388606">
                <a:tc>
                  <a:txBody>
                    <a:bodyPr/>
                    <a:lstStyle/>
                    <a:p>
                      <a:r>
                        <a:rPr lang="en-MY" sz="2000" b="1"/>
                        <a:t>People</a:t>
                      </a:r>
                      <a:endParaRPr lang="en-MY" sz="2000"/>
                    </a:p>
                  </a:txBody>
                  <a:tcPr anchor="ctr">
                    <a:lnL>
                      <a:noFill/>
                    </a:lnL>
                    <a:lnR>
                      <a:noFill/>
                    </a:lnR>
                    <a:lnT>
                      <a:noFill/>
                    </a:lnT>
                    <a:lnB>
                      <a:noFill/>
                    </a:lnB>
                  </a:tcPr>
                </a:tc>
                <a:tc>
                  <a:txBody>
                    <a:bodyPr/>
                    <a:lstStyle/>
                    <a:p>
                      <a:r>
                        <a:rPr lang="en-MY" sz="2000"/>
                        <a:t>Lack of user involvement</a:t>
                      </a:r>
                    </a:p>
                  </a:txBody>
                  <a:tcPr anchor="ctr">
                    <a:lnL>
                      <a:noFill/>
                    </a:lnL>
                    <a:lnR>
                      <a:noFill/>
                    </a:lnR>
                    <a:lnT>
                      <a:noFill/>
                    </a:lnT>
                    <a:lnB>
                      <a:noFill/>
                    </a:lnB>
                  </a:tcPr>
                </a:tc>
                <a:extLst>
                  <a:ext uri="{0D108BD9-81ED-4DB2-BD59-A6C34878D82A}">
                    <a16:rowId xmlns:a16="http://schemas.microsoft.com/office/drawing/2014/main" val="2730179896"/>
                  </a:ext>
                </a:extLst>
              </a:tr>
              <a:tr h="388606">
                <a:tc>
                  <a:txBody>
                    <a:bodyPr/>
                    <a:lstStyle/>
                    <a:p>
                      <a:endParaRPr lang="en-MY" sz="2000"/>
                    </a:p>
                  </a:txBody>
                  <a:tcPr anchor="ctr">
                    <a:lnL>
                      <a:noFill/>
                    </a:lnL>
                    <a:lnR>
                      <a:noFill/>
                    </a:lnR>
                    <a:lnT>
                      <a:noFill/>
                    </a:lnT>
                    <a:lnB>
                      <a:noFill/>
                    </a:lnB>
                  </a:tcPr>
                </a:tc>
                <a:tc>
                  <a:txBody>
                    <a:bodyPr/>
                    <a:lstStyle/>
                    <a:p>
                      <a:r>
                        <a:rPr lang="en-MY" sz="2000"/>
                        <a:t>Weak executive support</a:t>
                      </a:r>
                    </a:p>
                  </a:txBody>
                  <a:tcPr anchor="ctr">
                    <a:lnL>
                      <a:noFill/>
                    </a:lnL>
                    <a:lnR>
                      <a:noFill/>
                    </a:lnR>
                    <a:lnT>
                      <a:noFill/>
                    </a:lnT>
                    <a:lnB>
                      <a:noFill/>
                    </a:lnB>
                  </a:tcPr>
                </a:tc>
                <a:extLst>
                  <a:ext uri="{0D108BD9-81ED-4DB2-BD59-A6C34878D82A}">
                    <a16:rowId xmlns:a16="http://schemas.microsoft.com/office/drawing/2014/main" val="1398427344"/>
                  </a:ext>
                </a:extLst>
              </a:tr>
              <a:tr h="388606">
                <a:tc>
                  <a:txBody>
                    <a:bodyPr/>
                    <a:lstStyle/>
                    <a:p>
                      <a:endParaRPr lang="en-MY" sz="2000"/>
                    </a:p>
                  </a:txBody>
                  <a:tcPr anchor="ctr">
                    <a:lnL>
                      <a:noFill/>
                    </a:lnL>
                    <a:lnR>
                      <a:noFill/>
                    </a:lnR>
                    <a:lnT>
                      <a:noFill/>
                    </a:lnT>
                    <a:lnB>
                      <a:noFill/>
                    </a:lnB>
                  </a:tcPr>
                </a:tc>
                <a:tc>
                  <a:txBody>
                    <a:bodyPr/>
                    <a:lstStyle/>
                    <a:p>
                      <a:r>
                        <a:rPr lang="en-MY" sz="2000"/>
                        <a:t>Poor communication among stakeholders</a:t>
                      </a:r>
                    </a:p>
                  </a:txBody>
                  <a:tcPr anchor="ctr">
                    <a:lnL>
                      <a:noFill/>
                    </a:lnL>
                    <a:lnR>
                      <a:noFill/>
                    </a:lnR>
                    <a:lnT>
                      <a:noFill/>
                    </a:lnT>
                    <a:lnB>
                      <a:noFill/>
                    </a:lnB>
                  </a:tcPr>
                </a:tc>
                <a:extLst>
                  <a:ext uri="{0D108BD9-81ED-4DB2-BD59-A6C34878D82A}">
                    <a16:rowId xmlns:a16="http://schemas.microsoft.com/office/drawing/2014/main" val="3538181364"/>
                  </a:ext>
                </a:extLst>
              </a:tr>
              <a:tr h="388606">
                <a:tc>
                  <a:txBody>
                    <a:bodyPr/>
                    <a:lstStyle/>
                    <a:p>
                      <a:r>
                        <a:rPr lang="en-MY" sz="2000" b="1"/>
                        <a:t>Process</a:t>
                      </a:r>
                      <a:endParaRPr lang="en-MY" sz="2000"/>
                    </a:p>
                  </a:txBody>
                  <a:tcPr anchor="ctr">
                    <a:lnL>
                      <a:noFill/>
                    </a:lnL>
                    <a:lnR>
                      <a:noFill/>
                    </a:lnR>
                    <a:lnT>
                      <a:noFill/>
                    </a:lnT>
                    <a:lnB>
                      <a:noFill/>
                    </a:lnB>
                  </a:tcPr>
                </a:tc>
                <a:tc>
                  <a:txBody>
                    <a:bodyPr/>
                    <a:lstStyle/>
                    <a:p>
                      <a:r>
                        <a:rPr lang="en-MY" sz="2000"/>
                        <a:t>Poor requirements gathering &amp; analysis</a:t>
                      </a:r>
                    </a:p>
                  </a:txBody>
                  <a:tcPr anchor="ctr">
                    <a:lnL>
                      <a:noFill/>
                    </a:lnL>
                    <a:lnR>
                      <a:noFill/>
                    </a:lnR>
                    <a:lnT>
                      <a:noFill/>
                    </a:lnT>
                    <a:lnB>
                      <a:noFill/>
                    </a:lnB>
                  </a:tcPr>
                </a:tc>
                <a:extLst>
                  <a:ext uri="{0D108BD9-81ED-4DB2-BD59-A6C34878D82A}">
                    <a16:rowId xmlns:a16="http://schemas.microsoft.com/office/drawing/2014/main" val="3688094042"/>
                  </a:ext>
                </a:extLst>
              </a:tr>
              <a:tr h="388606">
                <a:tc>
                  <a:txBody>
                    <a:bodyPr/>
                    <a:lstStyle/>
                    <a:p>
                      <a:endParaRPr lang="en-MY" sz="2000"/>
                    </a:p>
                  </a:txBody>
                  <a:tcPr anchor="ctr">
                    <a:lnL>
                      <a:noFill/>
                    </a:lnL>
                    <a:lnR>
                      <a:noFill/>
                    </a:lnR>
                    <a:lnT>
                      <a:noFill/>
                    </a:lnT>
                    <a:lnB>
                      <a:noFill/>
                    </a:lnB>
                  </a:tcPr>
                </a:tc>
                <a:tc>
                  <a:txBody>
                    <a:bodyPr/>
                    <a:lstStyle/>
                    <a:p>
                      <a:r>
                        <a:rPr lang="en-MY" sz="2000" dirty="0"/>
                        <a:t>Inadequate project management</a:t>
                      </a:r>
                    </a:p>
                  </a:txBody>
                  <a:tcPr anchor="ctr">
                    <a:lnL>
                      <a:noFill/>
                    </a:lnL>
                    <a:lnR>
                      <a:noFill/>
                    </a:lnR>
                    <a:lnT>
                      <a:noFill/>
                    </a:lnT>
                    <a:lnB>
                      <a:noFill/>
                    </a:lnB>
                  </a:tcPr>
                </a:tc>
                <a:extLst>
                  <a:ext uri="{0D108BD9-81ED-4DB2-BD59-A6C34878D82A}">
                    <a16:rowId xmlns:a16="http://schemas.microsoft.com/office/drawing/2014/main" val="819651836"/>
                  </a:ext>
                </a:extLst>
              </a:tr>
              <a:tr h="388606">
                <a:tc>
                  <a:txBody>
                    <a:bodyPr/>
                    <a:lstStyle/>
                    <a:p>
                      <a:endParaRPr lang="en-MY" sz="2000"/>
                    </a:p>
                  </a:txBody>
                  <a:tcPr anchor="ctr">
                    <a:lnL>
                      <a:noFill/>
                    </a:lnL>
                    <a:lnR>
                      <a:noFill/>
                    </a:lnR>
                    <a:lnT>
                      <a:noFill/>
                    </a:lnT>
                    <a:lnB>
                      <a:noFill/>
                    </a:lnB>
                  </a:tcPr>
                </a:tc>
                <a:tc>
                  <a:txBody>
                    <a:bodyPr/>
                    <a:lstStyle/>
                    <a:p>
                      <a:r>
                        <a:rPr lang="en-MY" sz="2000"/>
                        <a:t>Scope creep (uncontrolled changes)</a:t>
                      </a:r>
                    </a:p>
                  </a:txBody>
                  <a:tcPr anchor="ctr">
                    <a:lnL>
                      <a:noFill/>
                    </a:lnL>
                    <a:lnR>
                      <a:noFill/>
                    </a:lnR>
                    <a:lnT>
                      <a:noFill/>
                    </a:lnT>
                    <a:lnB>
                      <a:noFill/>
                    </a:lnB>
                  </a:tcPr>
                </a:tc>
                <a:extLst>
                  <a:ext uri="{0D108BD9-81ED-4DB2-BD59-A6C34878D82A}">
                    <a16:rowId xmlns:a16="http://schemas.microsoft.com/office/drawing/2014/main" val="3393269103"/>
                  </a:ext>
                </a:extLst>
              </a:tr>
              <a:tr h="388606">
                <a:tc>
                  <a:txBody>
                    <a:bodyPr/>
                    <a:lstStyle/>
                    <a:p>
                      <a:r>
                        <a:rPr lang="en-MY" sz="2000" b="1"/>
                        <a:t>Resources</a:t>
                      </a:r>
                      <a:endParaRPr lang="en-MY" sz="2000"/>
                    </a:p>
                  </a:txBody>
                  <a:tcPr anchor="ctr">
                    <a:lnL>
                      <a:noFill/>
                    </a:lnL>
                    <a:lnR>
                      <a:noFill/>
                    </a:lnR>
                    <a:lnT>
                      <a:noFill/>
                    </a:lnT>
                    <a:lnB>
                      <a:noFill/>
                    </a:lnB>
                  </a:tcPr>
                </a:tc>
                <a:tc>
                  <a:txBody>
                    <a:bodyPr/>
                    <a:lstStyle/>
                    <a:p>
                      <a:r>
                        <a:rPr lang="en-US" sz="2000" dirty="0"/>
                        <a:t>Insufficient budget, staff, or technology</a:t>
                      </a:r>
                    </a:p>
                  </a:txBody>
                  <a:tcPr anchor="ctr">
                    <a:lnL>
                      <a:noFill/>
                    </a:lnL>
                    <a:lnR>
                      <a:noFill/>
                    </a:lnR>
                    <a:lnT>
                      <a:noFill/>
                    </a:lnT>
                    <a:lnB>
                      <a:noFill/>
                    </a:lnB>
                  </a:tcPr>
                </a:tc>
                <a:extLst>
                  <a:ext uri="{0D108BD9-81ED-4DB2-BD59-A6C34878D82A}">
                    <a16:rowId xmlns:a16="http://schemas.microsoft.com/office/drawing/2014/main" val="1134700695"/>
                  </a:ext>
                </a:extLst>
              </a:tr>
              <a:tr h="388606">
                <a:tc>
                  <a:txBody>
                    <a:bodyPr/>
                    <a:lstStyle/>
                    <a:p>
                      <a:endParaRPr lang="en-MY" sz="2000"/>
                    </a:p>
                  </a:txBody>
                  <a:tcPr anchor="ctr">
                    <a:lnL>
                      <a:noFill/>
                    </a:lnL>
                    <a:lnR>
                      <a:noFill/>
                    </a:lnR>
                    <a:lnT>
                      <a:noFill/>
                    </a:lnT>
                    <a:lnB>
                      <a:noFill/>
                    </a:lnB>
                  </a:tcPr>
                </a:tc>
                <a:tc>
                  <a:txBody>
                    <a:bodyPr/>
                    <a:lstStyle/>
                    <a:p>
                      <a:r>
                        <a:rPr lang="en-MY" sz="2000"/>
                        <a:t>Unrealistic timeframes &amp; schedules</a:t>
                      </a:r>
                    </a:p>
                  </a:txBody>
                  <a:tcPr anchor="ctr">
                    <a:lnL>
                      <a:noFill/>
                    </a:lnL>
                    <a:lnR>
                      <a:noFill/>
                    </a:lnR>
                    <a:lnT>
                      <a:noFill/>
                    </a:lnT>
                    <a:lnB>
                      <a:noFill/>
                    </a:lnB>
                  </a:tcPr>
                </a:tc>
                <a:extLst>
                  <a:ext uri="{0D108BD9-81ED-4DB2-BD59-A6C34878D82A}">
                    <a16:rowId xmlns:a16="http://schemas.microsoft.com/office/drawing/2014/main" val="3206588294"/>
                  </a:ext>
                </a:extLst>
              </a:tr>
              <a:tr h="388606">
                <a:tc>
                  <a:txBody>
                    <a:bodyPr/>
                    <a:lstStyle/>
                    <a:p>
                      <a:r>
                        <a:rPr lang="en-MY" sz="2000" b="1"/>
                        <a:t>Technology</a:t>
                      </a:r>
                      <a:endParaRPr lang="en-MY" sz="2000"/>
                    </a:p>
                  </a:txBody>
                  <a:tcPr anchor="ctr">
                    <a:lnL>
                      <a:noFill/>
                    </a:lnL>
                    <a:lnR>
                      <a:noFill/>
                    </a:lnR>
                    <a:lnT>
                      <a:noFill/>
                    </a:lnT>
                    <a:lnB>
                      <a:noFill/>
                    </a:lnB>
                  </a:tcPr>
                </a:tc>
                <a:tc>
                  <a:txBody>
                    <a:bodyPr/>
                    <a:lstStyle/>
                    <a:p>
                      <a:r>
                        <a:rPr lang="en-MY" sz="2000"/>
                        <a:t>Technical challenges &amp; complexity</a:t>
                      </a:r>
                    </a:p>
                  </a:txBody>
                  <a:tcPr anchor="ctr">
                    <a:lnL>
                      <a:noFill/>
                    </a:lnL>
                    <a:lnR>
                      <a:noFill/>
                    </a:lnR>
                    <a:lnT>
                      <a:noFill/>
                    </a:lnT>
                    <a:lnB>
                      <a:noFill/>
                    </a:lnB>
                  </a:tcPr>
                </a:tc>
                <a:extLst>
                  <a:ext uri="{0D108BD9-81ED-4DB2-BD59-A6C34878D82A}">
                    <a16:rowId xmlns:a16="http://schemas.microsoft.com/office/drawing/2014/main" val="4068662995"/>
                  </a:ext>
                </a:extLst>
              </a:tr>
              <a:tr h="388606">
                <a:tc>
                  <a:txBody>
                    <a:bodyPr/>
                    <a:lstStyle/>
                    <a:p>
                      <a:endParaRPr lang="en-MY" sz="2000"/>
                    </a:p>
                  </a:txBody>
                  <a:tcPr anchor="ctr">
                    <a:lnL>
                      <a:noFill/>
                    </a:lnL>
                    <a:lnR>
                      <a:noFill/>
                    </a:lnR>
                    <a:lnT>
                      <a:noFill/>
                    </a:lnT>
                    <a:lnB>
                      <a:noFill/>
                    </a:lnB>
                  </a:tcPr>
                </a:tc>
                <a:tc>
                  <a:txBody>
                    <a:bodyPr/>
                    <a:lstStyle/>
                    <a:p>
                      <a:r>
                        <a:rPr lang="en-MY" sz="2000" dirty="0"/>
                        <a:t>Inadequate testing &amp; quality assurance</a:t>
                      </a:r>
                    </a:p>
                  </a:txBody>
                  <a:tcPr anchor="ctr">
                    <a:lnL>
                      <a:noFill/>
                    </a:lnL>
                    <a:lnR>
                      <a:noFill/>
                    </a:lnR>
                    <a:lnT>
                      <a:noFill/>
                    </a:lnT>
                    <a:lnB>
                      <a:noFill/>
                    </a:lnB>
                  </a:tcPr>
                </a:tc>
                <a:extLst>
                  <a:ext uri="{0D108BD9-81ED-4DB2-BD59-A6C34878D82A}">
                    <a16:rowId xmlns:a16="http://schemas.microsoft.com/office/drawing/2014/main" val="3558743288"/>
                  </a:ext>
                </a:extLst>
              </a:tr>
            </a:tbl>
          </a:graphicData>
        </a:graphic>
      </p:graphicFrame>
    </p:spTree>
    <p:extLst>
      <p:ext uri="{BB962C8B-B14F-4D97-AF65-F5344CB8AC3E}">
        <p14:creationId xmlns:p14="http://schemas.microsoft.com/office/powerpoint/2010/main" val="1241411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914400"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ROLE OF PROJECT MANAGER</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927496"/>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spcBef>
                <a:spcPts val="1050"/>
              </a:spcBef>
              <a:buClr>
                <a:srgbClr val="CC0000"/>
              </a:buClr>
              <a:buFont typeface="Wingdings" panose="05000000000000000000" pitchFamily="2" charset="2"/>
              <a:buChar char="o"/>
            </a:pPr>
            <a:r>
              <a:rPr lang="en-GB" altLang="en-US" sz="2000" b="1" kern="0" dirty="0">
                <a:solidFill>
                  <a:srgbClr val="FF0066"/>
                </a:solidFill>
                <a:latin typeface="Verdana"/>
              </a:rPr>
              <a:t>Project management</a:t>
            </a:r>
            <a:r>
              <a:rPr lang="en-GB" altLang="en-US" sz="2000" kern="0" dirty="0">
                <a:solidFill>
                  <a:srgbClr val="000000"/>
                </a:solidFill>
                <a:latin typeface="Verdana"/>
              </a:rPr>
              <a:t> </a:t>
            </a:r>
            <a:r>
              <a:rPr lang="en-GB" altLang="en-US" sz="2000" kern="0" dirty="0">
                <a:solidFill>
                  <a:srgbClr val="000000"/>
                </a:solidFill>
                <a:latin typeface="Verdana"/>
                <a:cs typeface="Arial" panose="020B0604020202020204" pitchFamily="34" charset="0"/>
              </a:rPr>
              <a:t>– </a:t>
            </a:r>
            <a:r>
              <a:rPr lang="en-GB" altLang="en-US" sz="2000" kern="0" dirty="0">
                <a:solidFill>
                  <a:srgbClr val="000000"/>
                </a:solidFill>
                <a:latin typeface="Verdana"/>
              </a:rPr>
              <a:t>organizing and directing people to achieve a planned result within budget and on schedule</a:t>
            </a:r>
          </a:p>
          <a:p>
            <a:pPr marL="234950" indent="-234950" defTabSz="457200">
              <a:lnSpc>
                <a:spcPct val="100000"/>
              </a:lnSpc>
              <a:spcBef>
                <a:spcPts val="1050"/>
              </a:spcBef>
              <a:buClr>
                <a:srgbClr val="CC0000"/>
              </a:buClr>
              <a:buFont typeface="Wingdings" panose="05000000000000000000" pitchFamily="2" charset="2"/>
              <a:buChar char="o"/>
            </a:pPr>
            <a:r>
              <a:rPr lang="en-US" altLang="en-US" sz="2000" b="1" kern="0" dirty="0">
                <a:solidFill>
                  <a:srgbClr val="0000FF"/>
                </a:solidFill>
                <a:latin typeface="Verdana"/>
                <a:cs typeface="Times New Roman" panose="02020603050405020304" pitchFamily="18" charset="0"/>
              </a:rPr>
              <a:t>Project manager</a:t>
            </a:r>
            <a:r>
              <a:rPr lang="en-US" altLang="en-US" sz="2000" kern="0" dirty="0">
                <a:solidFill>
                  <a:srgbClr val="000000"/>
                </a:solidFill>
                <a:latin typeface="Verdana"/>
                <a:cs typeface="Times New Roman" panose="02020603050405020304" pitchFamily="18" charset="0"/>
              </a:rPr>
              <a:t> – a person has primary responsibility for the functioning of the team </a:t>
            </a:r>
          </a:p>
          <a:p>
            <a:pPr marL="234950" indent="-234950" defTabSz="457200">
              <a:lnSpc>
                <a:spcPct val="100000"/>
              </a:lnSpc>
              <a:spcBef>
                <a:spcPts val="1050"/>
              </a:spcBef>
              <a:buClr>
                <a:srgbClr val="CC0000"/>
              </a:buClr>
              <a:buFont typeface="Wingdings" panose="05000000000000000000" pitchFamily="2" charset="2"/>
              <a:buChar char="o"/>
            </a:pPr>
            <a:r>
              <a:rPr lang="en-GB" altLang="en-US" sz="2000" kern="0" dirty="0">
                <a:solidFill>
                  <a:srgbClr val="000000"/>
                </a:solidFill>
                <a:latin typeface="Verdana"/>
              </a:rPr>
              <a:t>Success or failure of project depends on skills of the project manager</a:t>
            </a:r>
          </a:p>
          <a:p>
            <a:pPr marL="454025" lvl="1" indent="-218282" defTabSz="457200">
              <a:lnSpc>
                <a:spcPct val="100000"/>
              </a:lnSpc>
              <a:spcBef>
                <a:spcPts val="975"/>
              </a:spcBef>
              <a:buClr>
                <a:srgbClr val="CC0000"/>
              </a:buClr>
              <a:buBlip>
                <a:blip r:embed="rId2"/>
              </a:buBlip>
            </a:pPr>
            <a:r>
              <a:rPr lang="en-GB" altLang="en-US" sz="2000" kern="0" dirty="0">
                <a:solidFill>
                  <a:srgbClr val="000000"/>
                </a:solidFill>
                <a:latin typeface="Verdana"/>
              </a:rPr>
              <a:t>Beginning of project </a:t>
            </a:r>
            <a:r>
              <a:rPr lang="en-GB" altLang="en-US" sz="2000" kern="0" dirty="0">
                <a:solidFill>
                  <a:srgbClr val="000000"/>
                </a:solidFill>
                <a:latin typeface="Verdana"/>
                <a:cs typeface="Arial" panose="020B0604020202020204" pitchFamily="34" charset="0"/>
              </a:rPr>
              <a:t>–</a:t>
            </a:r>
            <a:r>
              <a:rPr lang="en-GB" altLang="en-US" sz="2000" kern="0" dirty="0">
                <a:solidFill>
                  <a:srgbClr val="000000"/>
                </a:solidFill>
                <a:latin typeface="Verdana"/>
              </a:rPr>
              <a:t> plan and organize</a:t>
            </a:r>
          </a:p>
          <a:p>
            <a:pPr marL="454025" lvl="1" indent="-218282" defTabSz="457200">
              <a:lnSpc>
                <a:spcPct val="100000"/>
              </a:lnSpc>
              <a:spcBef>
                <a:spcPts val="975"/>
              </a:spcBef>
              <a:buClr>
                <a:srgbClr val="CC0000"/>
              </a:buClr>
              <a:buBlip>
                <a:blip r:embed="rId2"/>
              </a:buBlip>
            </a:pPr>
            <a:r>
              <a:rPr lang="en-GB" altLang="en-US" sz="2000" kern="0" dirty="0">
                <a:solidFill>
                  <a:srgbClr val="000000"/>
                </a:solidFill>
                <a:latin typeface="Verdana"/>
              </a:rPr>
              <a:t>During project </a:t>
            </a:r>
            <a:r>
              <a:rPr lang="en-GB" altLang="en-US" sz="2000" kern="0" dirty="0">
                <a:solidFill>
                  <a:srgbClr val="000000"/>
                </a:solidFill>
                <a:latin typeface="Verdana"/>
                <a:cs typeface="Arial" panose="020B0604020202020204" pitchFamily="34" charset="0"/>
              </a:rPr>
              <a:t>– </a:t>
            </a:r>
            <a:r>
              <a:rPr lang="en-GB" altLang="en-US" sz="2000" kern="0" dirty="0">
                <a:solidFill>
                  <a:srgbClr val="000000"/>
                </a:solidFill>
                <a:latin typeface="Verdana"/>
              </a:rPr>
              <a:t>monitor and control</a:t>
            </a:r>
          </a:p>
          <a:p>
            <a:pPr marL="234950" indent="-234950" defTabSz="457200">
              <a:lnSpc>
                <a:spcPct val="100000"/>
              </a:lnSpc>
              <a:spcBef>
                <a:spcPts val="1050"/>
              </a:spcBef>
              <a:buClr>
                <a:srgbClr val="CC0000"/>
              </a:buClr>
              <a:buFont typeface="Wingdings" panose="05000000000000000000" pitchFamily="2" charset="2"/>
              <a:buChar char="o"/>
            </a:pPr>
            <a:r>
              <a:rPr lang="en-GB" altLang="en-US" sz="2000" kern="0" dirty="0">
                <a:solidFill>
                  <a:srgbClr val="000000"/>
                </a:solidFill>
                <a:latin typeface="Verdana"/>
              </a:rPr>
              <a:t>Responsibilities are both </a:t>
            </a:r>
            <a:r>
              <a:rPr lang="en-GB" altLang="en-US" sz="2000" b="1" kern="0" dirty="0">
                <a:solidFill>
                  <a:srgbClr val="FF9900"/>
                </a:solidFill>
                <a:latin typeface="Verdana"/>
              </a:rPr>
              <a:t>internal</a:t>
            </a:r>
            <a:r>
              <a:rPr lang="en-GB" altLang="en-US" sz="2000" kern="0" dirty="0">
                <a:solidFill>
                  <a:srgbClr val="000000"/>
                </a:solidFill>
                <a:latin typeface="Verdana"/>
              </a:rPr>
              <a:t> and </a:t>
            </a:r>
            <a:r>
              <a:rPr lang="en-GB" altLang="en-US" sz="2000" b="1" kern="0" dirty="0">
                <a:solidFill>
                  <a:srgbClr val="D60093"/>
                </a:solidFill>
                <a:latin typeface="Verdana"/>
              </a:rPr>
              <a:t>external</a:t>
            </a:r>
          </a:p>
          <a:p>
            <a:pPr marL="234950" indent="-234950" defTabSz="457200">
              <a:lnSpc>
                <a:spcPct val="80000"/>
              </a:lnSpc>
              <a:spcBef>
                <a:spcPct val="20000"/>
              </a:spcBef>
              <a:buClr>
                <a:srgbClr val="CC0000"/>
              </a:buClr>
              <a:buNone/>
            </a:pPr>
            <a:endParaRPr lang="en-US" altLang="en-US" sz="2000" kern="0" dirty="0">
              <a:solidFill>
                <a:srgbClr val="000000"/>
              </a:solidFill>
              <a:latin typeface="Verdana"/>
            </a:endParaRPr>
          </a:p>
        </p:txBody>
      </p:sp>
      <p:sp>
        <p:nvSpPr>
          <p:cNvPr id="13" name="Freeform 8">
            <a:extLst>
              <a:ext uri="{FF2B5EF4-FFF2-40B4-BE49-F238E27FC236}">
                <a16:creationId xmlns:a16="http://schemas.microsoft.com/office/drawing/2014/main" id="{455C06FB-C036-4B57-86F4-933B7B8CD37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687342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3"/>
          <p:cNvGrpSpPr/>
          <p:nvPr/>
        </p:nvGrpSpPr>
        <p:grpSpPr>
          <a:xfrm>
            <a:off x="39513" y="914400"/>
            <a:ext cx="12062585" cy="6359011"/>
            <a:chOff x="511768" y="4351989"/>
            <a:chExt cx="32166891" cy="16957362"/>
          </a:xfrm>
        </p:grpSpPr>
        <p:sp>
          <p:nvSpPr>
            <p:cNvPr id="25" name="Freeform 25"/>
            <p:cNvSpPr/>
            <p:nvPr/>
          </p:nvSpPr>
          <p:spPr>
            <a:xfrm rot="2016048">
              <a:off x="15666463" y="4351989"/>
              <a:ext cx="17012196" cy="4253049"/>
            </a:xfrm>
            <a:custGeom>
              <a:avLst/>
              <a:gdLst/>
              <a:ahLst/>
              <a:cxnLst/>
              <a:rect l="l" t="t" r="r" b="b"/>
              <a:pathLst>
                <a:path w="17012196" h="4253049">
                  <a:moveTo>
                    <a:pt x="0" y="0"/>
                  </a:moveTo>
                  <a:lnTo>
                    <a:pt x="17012196" y="0"/>
                  </a:lnTo>
                  <a:lnTo>
                    <a:pt x="17012196" y="4253049"/>
                  </a:lnTo>
                  <a:lnTo>
                    <a:pt x="0" y="4253049"/>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0" name="TextBox 30"/>
            <p:cNvSpPr txBox="1"/>
            <p:nvPr/>
          </p:nvSpPr>
          <p:spPr>
            <a:xfrm>
              <a:off x="511768" y="17001671"/>
              <a:ext cx="4114800" cy="4307680"/>
            </a:xfrm>
            <a:prstGeom prst="rect">
              <a:avLst/>
            </a:prstGeom>
          </p:spPr>
          <p:txBody>
            <a:bodyPr lIns="25400" tIns="25400" rIns="25400" bIns="25400" rtlCol="0" anchor="ctr"/>
            <a:lstStyle/>
            <a:p>
              <a:pPr algn="ctr">
                <a:lnSpc>
                  <a:spcPts val="1742"/>
                </a:lnSpc>
              </a:pPr>
              <a:endParaRPr/>
            </a:p>
          </p:txBody>
        </p:sp>
      </p:grpSp>
      <p:sp>
        <p:nvSpPr>
          <p:cNvPr id="14" name="object 2">
            <a:extLst>
              <a:ext uri="{FF2B5EF4-FFF2-40B4-BE49-F238E27FC236}">
                <a16:creationId xmlns:a16="http://schemas.microsoft.com/office/drawing/2014/main" id="{A21F6A04-E153-4D38-88E0-A8EE2E83F486}"/>
              </a:ext>
            </a:extLst>
          </p:cNvPr>
          <p:cNvSpPr txBox="1">
            <a:spLocks/>
          </p:cNvSpPr>
          <p:nvPr/>
        </p:nvSpPr>
        <p:spPr>
          <a:xfrm>
            <a:off x="914400" y="717231"/>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PM Internal Responsibilities</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524000"/>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spcBef>
                <a:spcPts val="900"/>
              </a:spcBef>
              <a:buClr>
                <a:srgbClr val="CC0000"/>
              </a:buClr>
              <a:buFont typeface="Wingdings" panose="05000000000000000000" pitchFamily="2" charset="2"/>
              <a:buChar char="o"/>
            </a:pPr>
            <a:r>
              <a:rPr lang="en-GB" altLang="en-US" sz="1800" kern="0" dirty="0">
                <a:solidFill>
                  <a:srgbClr val="000000"/>
                </a:solidFill>
                <a:latin typeface="Verdana"/>
              </a:rPr>
              <a:t>Identify project tasks and build a </a:t>
            </a:r>
            <a:r>
              <a:rPr lang="en-GB" altLang="en-US" sz="1600" b="1" kern="0" dirty="0">
                <a:solidFill>
                  <a:srgbClr val="0000FF"/>
                </a:solidFill>
                <a:latin typeface="Verdana"/>
              </a:rPr>
              <a:t>Work Breakdown Structure (WBS)</a:t>
            </a:r>
          </a:p>
          <a:p>
            <a:pPr marL="234950" indent="-234950" defTabSz="457200">
              <a:lnSpc>
                <a:spcPct val="100000"/>
              </a:lnSpc>
              <a:spcBef>
                <a:spcPts val="900"/>
              </a:spcBef>
              <a:buClr>
                <a:srgbClr val="CC0000"/>
              </a:buClr>
              <a:buFont typeface="Wingdings" panose="05000000000000000000" pitchFamily="2" charset="2"/>
              <a:buChar char="o"/>
            </a:pPr>
            <a:r>
              <a:rPr lang="en-US" altLang="en-US" sz="1600" kern="0" dirty="0">
                <a:solidFill>
                  <a:srgbClr val="000000"/>
                </a:solidFill>
                <a:latin typeface="Verdana"/>
              </a:rPr>
              <a:t>Define the </a:t>
            </a:r>
            <a:r>
              <a:rPr lang="en-US" altLang="en-US" sz="1600" b="1" kern="0" dirty="0">
                <a:solidFill>
                  <a:srgbClr val="0000FF"/>
                </a:solidFill>
                <a:latin typeface="Verdana"/>
              </a:rPr>
              <a:t>milestones</a:t>
            </a:r>
            <a:r>
              <a:rPr lang="en-US" altLang="en-US" sz="1600" kern="0" dirty="0">
                <a:solidFill>
                  <a:srgbClr val="000000"/>
                </a:solidFill>
                <a:latin typeface="Verdana"/>
              </a:rPr>
              <a:t> (i.e., key events in a project which can be identified by a specific pieces of documentation or a specific status review meeting) and </a:t>
            </a:r>
            <a:r>
              <a:rPr lang="en-US" altLang="en-US" sz="1600" b="1" kern="0" dirty="0">
                <a:solidFill>
                  <a:srgbClr val="0000FF"/>
                </a:solidFill>
                <a:latin typeface="Verdana"/>
              </a:rPr>
              <a:t>deliverables</a:t>
            </a:r>
            <a:r>
              <a:rPr lang="en-US" altLang="en-US" sz="1600" kern="0" dirty="0">
                <a:solidFill>
                  <a:srgbClr val="000000"/>
                </a:solidFill>
                <a:latin typeface="Verdana"/>
              </a:rPr>
              <a:t> to monitor progress.</a:t>
            </a:r>
            <a:endParaRPr lang="en-GB" altLang="en-US" sz="1800" kern="0" dirty="0">
              <a:solidFill>
                <a:srgbClr val="000000"/>
              </a:solidFill>
              <a:latin typeface="Verdana"/>
            </a:endParaRP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Develop the project schedule</a:t>
            </a: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Assign team members to tasks</a:t>
            </a: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Coordinate activities of team members</a:t>
            </a: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Assess project risks</a:t>
            </a: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Monitor and control project deliverables and milestones</a:t>
            </a:r>
          </a:p>
          <a:p>
            <a:pPr marL="234950" indent="-234950" defTabSz="457200">
              <a:lnSpc>
                <a:spcPct val="100000"/>
              </a:lnSpc>
              <a:buClr>
                <a:srgbClr val="CC0000"/>
              </a:buClr>
              <a:buFont typeface="Wingdings" panose="05000000000000000000" pitchFamily="2" charset="2"/>
              <a:buChar char="o"/>
            </a:pPr>
            <a:r>
              <a:rPr lang="en-GB" altLang="en-US" sz="1800" kern="0" dirty="0">
                <a:solidFill>
                  <a:srgbClr val="000000"/>
                </a:solidFill>
                <a:latin typeface="Verdana"/>
              </a:rPr>
              <a:t>Verify the quality of project deliverables</a:t>
            </a:r>
            <a:endParaRPr lang="en-US" altLang="en-US" sz="1800" kern="0" dirty="0">
              <a:solidFill>
                <a:srgbClr val="000000"/>
              </a:solidFill>
              <a:latin typeface="Verdana"/>
            </a:endParaRPr>
          </a:p>
        </p:txBody>
      </p:sp>
      <p:sp>
        <p:nvSpPr>
          <p:cNvPr id="15" name="Freeform 8">
            <a:extLst>
              <a:ext uri="{FF2B5EF4-FFF2-40B4-BE49-F238E27FC236}">
                <a16:creationId xmlns:a16="http://schemas.microsoft.com/office/drawing/2014/main" id="{2CB420D6-45AF-48CB-904D-351A8F4FB03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38956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30"/>
          <p:cNvSpPr txBox="1"/>
          <p:nvPr/>
        </p:nvSpPr>
        <p:spPr>
          <a:xfrm>
            <a:off x="0" y="5625233"/>
            <a:ext cx="1543050" cy="1615380"/>
          </a:xfrm>
          <a:prstGeom prst="rect">
            <a:avLst/>
          </a:prstGeom>
        </p:spPr>
        <p:txBody>
          <a:bodyPr lIns="25400" tIns="25400" rIns="25400" bIns="25400" rtlCol="0" anchor="ctr"/>
          <a:lstStyle/>
          <a:p>
            <a:pPr algn="ctr">
              <a:lnSpc>
                <a:spcPts val="1742"/>
              </a:lnSpc>
            </a:pPr>
            <a:endParaRPr/>
          </a:p>
        </p:txBody>
      </p:sp>
      <p:sp>
        <p:nvSpPr>
          <p:cNvPr id="14" name="object 2">
            <a:extLst>
              <a:ext uri="{FF2B5EF4-FFF2-40B4-BE49-F238E27FC236}">
                <a16:creationId xmlns:a16="http://schemas.microsoft.com/office/drawing/2014/main" id="{A21F6A04-E153-4D38-88E0-A8EE2E83F486}"/>
              </a:ext>
            </a:extLst>
          </p:cNvPr>
          <p:cNvSpPr txBox="1">
            <a:spLocks/>
          </p:cNvSpPr>
          <p:nvPr/>
        </p:nvSpPr>
        <p:spPr>
          <a:xfrm>
            <a:off x="838200" y="710049"/>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PM External Responsibilities</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780208"/>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spcBef>
                <a:spcPct val="20000"/>
              </a:spcBef>
              <a:buClr>
                <a:srgbClr val="CC0000"/>
              </a:buClr>
              <a:buFont typeface="Wingdings" panose="05000000000000000000" pitchFamily="2" charset="2"/>
              <a:buChar char="o"/>
            </a:pPr>
            <a:r>
              <a:rPr lang="en-GB" altLang="en-US" sz="2400" kern="0" dirty="0">
                <a:solidFill>
                  <a:srgbClr val="000000"/>
                </a:solidFill>
                <a:latin typeface="Verdana"/>
              </a:rPr>
              <a:t>Report the project’s status and progress</a:t>
            </a:r>
          </a:p>
          <a:p>
            <a:pPr marL="234950" indent="-234950" defTabSz="457200">
              <a:lnSpc>
                <a:spcPct val="100000"/>
              </a:lnSpc>
              <a:spcBef>
                <a:spcPct val="20000"/>
              </a:spcBef>
              <a:buClr>
                <a:srgbClr val="CC0000"/>
              </a:buClr>
              <a:buFont typeface="Wingdings" panose="05000000000000000000" pitchFamily="2" charset="2"/>
              <a:buChar char="o"/>
            </a:pPr>
            <a:r>
              <a:rPr lang="en-GB" altLang="en-US" sz="2400" kern="0" dirty="0">
                <a:solidFill>
                  <a:srgbClr val="000000"/>
                </a:solidFill>
                <a:latin typeface="Verdana"/>
              </a:rPr>
              <a:t>Establish good working relationships with those who identify the needed system requirements</a:t>
            </a:r>
          </a:p>
          <a:p>
            <a:pPr marL="454025" lvl="1" indent="-218282" defTabSz="457200">
              <a:lnSpc>
                <a:spcPct val="100000"/>
              </a:lnSpc>
              <a:spcBef>
                <a:spcPct val="20000"/>
              </a:spcBef>
              <a:buClr>
                <a:srgbClr val="CC0000"/>
              </a:buClr>
              <a:buBlip>
                <a:blip r:embed="rId2"/>
              </a:buBlip>
            </a:pPr>
            <a:r>
              <a:rPr lang="en-GB" altLang="en-US" sz="2400" kern="0" dirty="0">
                <a:solidFill>
                  <a:srgbClr val="000000"/>
                </a:solidFill>
                <a:latin typeface="Verdana"/>
              </a:rPr>
              <a:t>People who will use the system</a:t>
            </a:r>
          </a:p>
          <a:p>
            <a:pPr marL="234950" indent="-234950" defTabSz="457200">
              <a:lnSpc>
                <a:spcPct val="100000"/>
              </a:lnSpc>
              <a:spcBef>
                <a:spcPct val="20000"/>
              </a:spcBef>
              <a:buClr>
                <a:srgbClr val="CC0000"/>
              </a:buClr>
              <a:buFont typeface="Wingdings" panose="05000000000000000000" pitchFamily="2" charset="2"/>
              <a:buChar char="o"/>
            </a:pPr>
            <a:r>
              <a:rPr lang="en-GB" altLang="en-US" sz="2400" kern="0" dirty="0">
                <a:solidFill>
                  <a:srgbClr val="000000"/>
                </a:solidFill>
                <a:latin typeface="Verdana"/>
              </a:rPr>
              <a:t>Work directly with the client (project’s sponsor) and other stakeholders</a:t>
            </a:r>
          </a:p>
          <a:p>
            <a:pPr marL="234950" indent="-234950" defTabSz="457200">
              <a:lnSpc>
                <a:spcPct val="100000"/>
              </a:lnSpc>
              <a:spcBef>
                <a:spcPct val="20000"/>
              </a:spcBef>
              <a:buClr>
                <a:srgbClr val="CC0000"/>
              </a:buClr>
              <a:buFont typeface="Wingdings" panose="05000000000000000000" pitchFamily="2" charset="2"/>
              <a:buChar char="o"/>
            </a:pPr>
            <a:r>
              <a:rPr lang="en-GB" altLang="en-US" sz="2400" kern="0" dirty="0">
                <a:solidFill>
                  <a:srgbClr val="000000"/>
                </a:solidFill>
                <a:latin typeface="Verdana"/>
              </a:rPr>
              <a:t>Identify resource needs and obtain resources</a:t>
            </a:r>
          </a:p>
          <a:p>
            <a:pPr marL="234950" indent="-234950" defTabSz="457200">
              <a:spcBef>
                <a:spcPct val="20000"/>
              </a:spcBef>
              <a:buClr>
                <a:srgbClr val="CC0000"/>
              </a:buClr>
              <a:buNone/>
            </a:pPr>
            <a:endParaRPr lang="en-US" altLang="en-US" sz="2400" kern="0" dirty="0">
              <a:solidFill>
                <a:srgbClr val="000000"/>
              </a:solidFill>
              <a:latin typeface="Verdana"/>
            </a:endParaRPr>
          </a:p>
        </p:txBody>
      </p:sp>
      <p:sp>
        <p:nvSpPr>
          <p:cNvPr id="13" name="Freeform 8">
            <a:extLst>
              <a:ext uri="{FF2B5EF4-FFF2-40B4-BE49-F238E27FC236}">
                <a16:creationId xmlns:a16="http://schemas.microsoft.com/office/drawing/2014/main" id="{A82757B0-A398-4292-AB0C-0340B9F3946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755309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066800" y="5334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Management Tasks in SDLC</a:t>
            </a:r>
            <a:endParaRPr lang="en-MY" sz="2700" b="1" dirty="0">
              <a:latin typeface="Verdana" panose="020B0604030504040204" pitchFamily="34" charset="0"/>
              <a:ea typeface="Verdana" panose="020B0604030504040204" pitchFamily="34" charset="0"/>
            </a:endParaRPr>
          </a:p>
        </p:txBody>
      </p:sp>
      <p:graphicFrame>
        <p:nvGraphicFramePr>
          <p:cNvPr id="15" name="Object 5">
            <a:extLst>
              <a:ext uri="{FF2B5EF4-FFF2-40B4-BE49-F238E27FC236}">
                <a16:creationId xmlns:a16="http://schemas.microsoft.com/office/drawing/2014/main" id="{E35741E3-6E17-4541-A213-3132653D1B83}"/>
              </a:ext>
            </a:extLst>
          </p:cNvPr>
          <p:cNvGraphicFramePr>
            <a:graphicFrameLocks noChangeAspect="1"/>
          </p:cNvGraphicFramePr>
          <p:nvPr>
            <p:extLst>
              <p:ext uri="{D42A27DB-BD31-4B8C-83A1-F6EECF244321}">
                <p14:modId xmlns:p14="http://schemas.microsoft.com/office/powerpoint/2010/main" val="438042545"/>
              </p:ext>
            </p:extLst>
          </p:nvPr>
        </p:nvGraphicFramePr>
        <p:xfrm>
          <a:off x="493294" y="1371600"/>
          <a:ext cx="8073189" cy="4901255"/>
        </p:xfrm>
        <a:graphic>
          <a:graphicData uri="http://schemas.openxmlformats.org/presentationml/2006/ole">
            <mc:AlternateContent xmlns:mc="http://schemas.openxmlformats.org/markup-compatibility/2006">
              <mc:Choice xmlns:v="urn:schemas-microsoft-com:vml" Requires="v">
                <p:oleObj spid="_x0000_s1026" name="Bitmap Image" r:id="rId3" imgW="6087325" imgH="2809524" progId="Paint.Picture">
                  <p:embed/>
                </p:oleObj>
              </mc:Choice>
              <mc:Fallback>
                <p:oleObj name="Bitmap Image" r:id="rId3" imgW="6087325" imgH="2809524" progId="Paint.Picture">
                  <p:embed/>
                  <p:pic>
                    <p:nvPicPr>
                      <p:cNvPr id="15" name="Object 5">
                        <a:extLst>
                          <a:ext uri="{FF2B5EF4-FFF2-40B4-BE49-F238E27FC236}">
                            <a16:creationId xmlns:a16="http://schemas.microsoft.com/office/drawing/2014/main" id="{E35741E3-6E17-4541-A213-3132653D1B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94" y="1371600"/>
                        <a:ext cx="8073189" cy="490125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66875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1148123"/>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Execution Management</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992665"/>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altLang="en-US" sz="2000" dirty="0">
                <a:latin typeface="Verdana" panose="020B0604030504040204" pitchFamily="34" charset="0"/>
                <a:ea typeface="Verdana" panose="020B0604030504040204" pitchFamily="34" charset="0"/>
              </a:rPr>
              <a:t>Following the project schedule</a:t>
            </a:r>
          </a:p>
          <a:p>
            <a:r>
              <a:rPr lang="en-US" altLang="en-US" sz="2000" dirty="0">
                <a:latin typeface="Verdana" panose="020B0604030504040204" pitchFamily="34" charset="0"/>
                <a:ea typeface="Verdana" panose="020B0604030504040204" pitchFamily="34" charset="0"/>
              </a:rPr>
              <a:t>Assigning and coordinating the work of project team</a:t>
            </a:r>
          </a:p>
          <a:p>
            <a:r>
              <a:rPr lang="en-US" altLang="en-US" sz="2000" dirty="0">
                <a:latin typeface="Verdana" panose="020B0604030504040204" pitchFamily="34" charset="0"/>
                <a:ea typeface="Verdana" panose="020B0604030504040204" pitchFamily="34" charset="0"/>
              </a:rPr>
              <a:t>Communicating with all project stakeholders</a:t>
            </a:r>
          </a:p>
        </p:txBody>
      </p:sp>
      <p:sp>
        <p:nvSpPr>
          <p:cNvPr id="13" name="Freeform 8">
            <a:extLst>
              <a:ext uri="{FF2B5EF4-FFF2-40B4-BE49-F238E27FC236}">
                <a16:creationId xmlns:a16="http://schemas.microsoft.com/office/drawing/2014/main" id="{BBBC8501-ED8E-44CD-9B8E-F8B5F38C433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4046735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1148123"/>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Control</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992665"/>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Determining progress and taking corrective actions when necessary </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Assessing whether requests for scope changes are necessary</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Maintaining an outstanding issues list</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Resolving problems</a:t>
            </a:r>
          </a:p>
        </p:txBody>
      </p:sp>
      <p:sp>
        <p:nvSpPr>
          <p:cNvPr id="13" name="Freeform 8">
            <a:extLst>
              <a:ext uri="{FF2B5EF4-FFF2-40B4-BE49-F238E27FC236}">
                <a16:creationId xmlns:a16="http://schemas.microsoft.com/office/drawing/2014/main" id="{B69208D2-A643-4A81-816D-6387F998603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41178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1143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Project Closeout</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419100" y="1992665"/>
            <a:ext cx="800093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To smooth project shutdown</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Releasing team members for other assignments</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Finalizing the budget</a:t>
            </a:r>
          </a:p>
          <a:p>
            <a:pPr marL="234950" indent="-234950" defTabSz="457200">
              <a:lnSpc>
                <a:spcPct val="10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Reviewing or auditing the results of the projects</a:t>
            </a:r>
          </a:p>
        </p:txBody>
      </p:sp>
      <p:sp>
        <p:nvSpPr>
          <p:cNvPr id="13" name="Freeform 8">
            <a:extLst>
              <a:ext uri="{FF2B5EF4-FFF2-40B4-BE49-F238E27FC236}">
                <a16:creationId xmlns:a16="http://schemas.microsoft.com/office/drawing/2014/main" id="{0ECAC405-D79C-4FC2-88AF-2B8E1218E6F9}"/>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207798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FA27CF6-1842-416B-A374-96D7836D4D04}"/>
              </a:ext>
            </a:extLst>
          </p:cNvPr>
          <p:cNvSpPr>
            <a:spLocks noGrp="1"/>
          </p:cNvSpPr>
          <p:nvPr>
            <p:ph type="title"/>
          </p:nvPr>
        </p:nvSpPr>
        <p:spPr>
          <a:xfrm>
            <a:off x="381000" y="381000"/>
            <a:ext cx="8305800" cy="711200"/>
          </a:xfrm>
        </p:spPr>
        <p:txBody>
          <a:bodyPr/>
          <a:lstStyle/>
          <a:p>
            <a:pPr eaLnBrk="1" hangingPunct="1"/>
            <a:r>
              <a:rPr lang="en-GB" altLang="en-US"/>
              <a:t>What’s A Systems Development Methodology?</a:t>
            </a:r>
          </a:p>
        </p:txBody>
      </p:sp>
      <p:sp>
        <p:nvSpPr>
          <p:cNvPr id="8195" name="Rectangle 3">
            <a:extLst>
              <a:ext uri="{FF2B5EF4-FFF2-40B4-BE49-F238E27FC236}">
                <a16:creationId xmlns:a16="http://schemas.microsoft.com/office/drawing/2014/main" id="{700AC8E2-5672-4758-B1C5-10DA76BE161E}"/>
              </a:ext>
            </a:extLst>
          </p:cNvPr>
          <p:cNvSpPr>
            <a:spLocks noGrp="1" noChangeArrowheads="1"/>
          </p:cNvSpPr>
          <p:nvPr>
            <p:ph type="body" idx="1"/>
          </p:nvPr>
        </p:nvSpPr>
        <p:spPr>
          <a:xfrm>
            <a:off x="381000" y="1857375"/>
            <a:ext cx="8305800" cy="3476625"/>
          </a:xfrm>
        </p:spPr>
        <p:txBody>
          <a:bodyPr/>
          <a:lstStyle/>
          <a:p>
            <a:pPr eaLnBrk="1" hangingPunct="1">
              <a:defRPr/>
            </a:pPr>
            <a:r>
              <a:rPr lang="en-US" sz="3200" dirty="0">
                <a:latin typeface="Arial" charset="0"/>
              </a:rPr>
              <a:t> A </a:t>
            </a:r>
            <a:r>
              <a:rPr lang="en-US" sz="3200" dirty="0">
                <a:solidFill>
                  <a:schemeClr val="accent3">
                    <a:lumMod val="75000"/>
                  </a:schemeClr>
                </a:solidFill>
                <a:latin typeface="Arial" charset="0"/>
              </a:rPr>
              <a:t>methodology</a:t>
            </a:r>
            <a:r>
              <a:rPr lang="en-US" sz="3200" dirty="0">
                <a:latin typeface="Arial" charset="0"/>
              </a:rPr>
              <a:t> is a </a:t>
            </a:r>
            <a:r>
              <a:rPr lang="en-US" sz="3200" dirty="0">
                <a:solidFill>
                  <a:schemeClr val="accent3">
                    <a:lumMod val="75000"/>
                  </a:schemeClr>
                </a:solidFill>
                <a:latin typeface="Arial" charset="0"/>
              </a:rPr>
              <a:t>formalized approach </a:t>
            </a:r>
            <a:r>
              <a:rPr lang="en-US" sz="3200" dirty="0">
                <a:latin typeface="Arial" charset="0"/>
              </a:rPr>
              <a:t>to </a:t>
            </a:r>
            <a:r>
              <a:rPr lang="en-US" sz="3200" dirty="0">
                <a:solidFill>
                  <a:schemeClr val="accent3">
                    <a:lumMod val="75000"/>
                  </a:schemeClr>
                </a:solidFill>
                <a:latin typeface="Arial" charset="0"/>
              </a:rPr>
              <a:t>implementing the SDLC (</a:t>
            </a:r>
            <a:r>
              <a:rPr lang="en-US" altLang="en-US" sz="3200" dirty="0"/>
              <a:t>i.e., it is a list of steps and deliverables). </a:t>
            </a:r>
            <a:r>
              <a:rPr lang="en-US" sz="3200" dirty="0">
                <a:latin typeface="Arial" charset="0"/>
              </a:rPr>
              <a:t>.</a:t>
            </a:r>
          </a:p>
          <a:p>
            <a:pPr eaLnBrk="1" hangingPunct="1">
              <a:defRPr/>
            </a:pPr>
            <a:endParaRPr lang="en-US" sz="3200" dirty="0">
              <a:latin typeface="Arial" charset="0"/>
            </a:endParaRPr>
          </a:p>
          <a:p>
            <a:pPr eaLnBrk="1" hangingPunct="1">
              <a:defRPr/>
            </a:pPr>
            <a:r>
              <a:rPr lang="en-US" altLang="en-US" sz="3200" dirty="0"/>
              <a:t>There are many different systems development methodologies, and they vary in terms of the progression that is followed through the phases of the SDLC. </a:t>
            </a:r>
            <a:endParaRPr lang="en-GB" altLang="en-US" sz="3200" dirty="0"/>
          </a:p>
          <a:p>
            <a:pPr marL="0" indent="0" eaLnBrk="1" hangingPunct="1">
              <a:defRPr/>
            </a:pPr>
            <a:endParaRPr lang="en-GB" altLang="en-US" sz="2800" b="1" dirty="0"/>
          </a:p>
        </p:txBody>
      </p:sp>
      <p:sp>
        <p:nvSpPr>
          <p:cNvPr id="4" name="Freeform 8">
            <a:extLst>
              <a:ext uri="{FF2B5EF4-FFF2-40B4-BE49-F238E27FC236}">
                <a16:creationId xmlns:a16="http://schemas.microsoft.com/office/drawing/2014/main" id="{0D24200B-20BD-4187-8BB9-3AB9833EDF5D}"/>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37E8350-FE24-43DB-9668-877A73F96EEA}"/>
              </a:ext>
            </a:extLst>
          </p:cNvPr>
          <p:cNvSpPr>
            <a:spLocks noGrp="1"/>
          </p:cNvSpPr>
          <p:nvPr>
            <p:ph type="title"/>
          </p:nvPr>
        </p:nvSpPr>
        <p:spPr>
          <a:xfrm>
            <a:off x="381000" y="381000"/>
            <a:ext cx="8305800" cy="730250"/>
          </a:xfrm>
        </p:spPr>
        <p:txBody>
          <a:bodyPr/>
          <a:lstStyle/>
          <a:p>
            <a:pPr eaLnBrk="1" hangingPunct="1"/>
            <a:r>
              <a:rPr lang="en-GB" altLang="en-US"/>
              <a:t>Why Use A Methodology?</a:t>
            </a:r>
          </a:p>
        </p:txBody>
      </p:sp>
      <p:sp>
        <p:nvSpPr>
          <p:cNvPr id="35843" name="Rectangle 3">
            <a:extLst>
              <a:ext uri="{FF2B5EF4-FFF2-40B4-BE49-F238E27FC236}">
                <a16:creationId xmlns:a16="http://schemas.microsoft.com/office/drawing/2014/main" id="{75FD7874-7144-486F-83FC-C560FB497A76}"/>
              </a:ext>
            </a:extLst>
          </p:cNvPr>
          <p:cNvSpPr>
            <a:spLocks noGrp="1"/>
          </p:cNvSpPr>
          <p:nvPr>
            <p:ph type="body" idx="1"/>
          </p:nvPr>
        </p:nvSpPr>
        <p:spPr>
          <a:xfrm>
            <a:off x="381000" y="1600200"/>
            <a:ext cx="8305800" cy="4857750"/>
          </a:xfrm>
        </p:spPr>
        <p:txBody>
          <a:bodyPr/>
          <a:lstStyle/>
          <a:p>
            <a:pPr eaLnBrk="1" hangingPunct="1">
              <a:spcBef>
                <a:spcPct val="0"/>
              </a:spcBef>
            </a:pPr>
            <a:r>
              <a:rPr lang="en-GB" altLang="en-US" sz="2600" dirty="0"/>
              <a:t>Ensures that a consistent reproducible approach is applied to all projects</a:t>
            </a:r>
          </a:p>
          <a:p>
            <a:pPr eaLnBrk="1" hangingPunct="1">
              <a:spcBef>
                <a:spcPct val="0"/>
              </a:spcBef>
            </a:pPr>
            <a:endParaRPr lang="en-GB" altLang="en-US" sz="2600" dirty="0"/>
          </a:p>
          <a:p>
            <a:pPr eaLnBrk="1" hangingPunct="1">
              <a:spcBef>
                <a:spcPct val="0"/>
              </a:spcBef>
            </a:pPr>
            <a:r>
              <a:rPr lang="en-GB" altLang="en-US" sz="2600" dirty="0"/>
              <a:t>Reduces the risks associated with shortcuts and mistakes</a:t>
            </a:r>
          </a:p>
          <a:p>
            <a:pPr eaLnBrk="1" hangingPunct="1">
              <a:spcBef>
                <a:spcPct val="0"/>
              </a:spcBef>
            </a:pPr>
            <a:endParaRPr lang="en-GB" altLang="en-US" sz="2600" dirty="0"/>
          </a:p>
          <a:p>
            <a:pPr eaLnBrk="1" hangingPunct="1">
              <a:spcBef>
                <a:spcPct val="0"/>
              </a:spcBef>
            </a:pPr>
            <a:r>
              <a:rPr lang="en-GB" altLang="en-US" sz="2600" dirty="0"/>
              <a:t>Produces complete and consistent documentation from one project to the next</a:t>
            </a:r>
          </a:p>
          <a:p>
            <a:pPr eaLnBrk="1" hangingPunct="1">
              <a:spcBef>
                <a:spcPct val="0"/>
              </a:spcBef>
            </a:pPr>
            <a:endParaRPr lang="en-GB" altLang="en-US" sz="2600" dirty="0"/>
          </a:p>
          <a:p>
            <a:pPr eaLnBrk="1" hangingPunct="1">
              <a:spcBef>
                <a:spcPct val="0"/>
              </a:spcBef>
            </a:pPr>
            <a:r>
              <a:rPr lang="en-GB" altLang="en-US" sz="2600" dirty="0"/>
              <a:t>As development teams and staff change over time, the result of prior work can be easily retrieved, understood and modified as required</a:t>
            </a:r>
          </a:p>
          <a:p>
            <a:pPr eaLnBrk="1" hangingPunct="1">
              <a:spcBef>
                <a:spcPct val="0"/>
              </a:spcBef>
            </a:pPr>
            <a:endParaRPr lang="en-GB" altLang="en-US" sz="2600" dirty="0"/>
          </a:p>
        </p:txBody>
      </p:sp>
      <p:sp>
        <p:nvSpPr>
          <p:cNvPr id="4" name="Freeform 8">
            <a:extLst>
              <a:ext uri="{FF2B5EF4-FFF2-40B4-BE49-F238E27FC236}">
                <a16:creationId xmlns:a16="http://schemas.microsoft.com/office/drawing/2014/main" id="{1A16D960-8323-43B5-A48D-2E3E9F74491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142571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Traditional Methods</a:t>
            </a:r>
            <a:r>
              <a:rPr lang="en-US" dirty="0"/>
              <a:t>: </a:t>
            </a:r>
            <a:br>
              <a:rPr lang="en-US" dirty="0"/>
            </a:br>
            <a:r>
              <a:rPr lang="en-MY" dirty="0">
                <a:solidFill>
                  <a:srgbClr val="00B0F0"/>
                </a:solidFill>
              </a:rPr>
              <a:t>Waterfall Model </a:t>
            </a:r>
            <a:endParaRPr dirty="0">
              <a:solidFill>
                <a:srgbClr val="00B0F0"/>
              </a:solidFill>
            </a:endParaRPr>
          </a:p>
        </p:txBody>
      </p:sp>
      <p:sp>
        <p:nvSpPr>
          <p:cNvPr id="3" name="Content Placeholder 2"/>
          <p:cNvSpPr>
            <a:spLocks noGrp="1"/>
          </p:cNvSpPr>
          <p:nvPr>
            <p:ph idx="1"/>
          </p:nvPr>
        </p:nvSpPr>
        <p:spPr/>
        <p:txBody>
          <a:bodyPr/>
          <a:lstStyle/>
          <a:p>
            <a:pPr>
              <a:defRPr sz="1800">
                <a:solidFill>
                  <a:srgbClr val="003366"/>
                </a:solidFill>
              </a:defRPr>
            </a:pPr>
            <a:r>
              <a:rPr sz="2800" dirty="0">
                <a:solidFill>
                  <a:srgbClr val="0066FF"/>
                </a:solidFill>
              </a:rPr>
              <a:t>Waterfall</a:t>
            </a:r>
            <a:r>
              <a:rPr lang="en-US" sz="2800" dirty="0">
                <a:solidFill>
                  <a:srgbClr val="0066FF"/>
                </a:solidFill>
              </a:rPr>
              <a:t> Model</a:t>
            </a:r>
            <a:r>
              <a:rPr sz="2800" dirty="0"/>
              <a:t> –</a:t>
            </a:r>
            <a:r>
              <a:rPr lang="en-US" sz="2800" dirty="0"/>
              <a:t> </a:t>
            </a:r>
            <a:r>
              <a:rPr lang="en-US" sz="2800" dirty="0">
                <a:solidFill>
                  <a:srgbClr val="003366"/>
                </a:solidFill>
              </a:rPr>
              <a:t>Follows a linear and sequential approach. Each phase of the project must be completed before the next begins, with little to no overlap between stages. </a:t>
            </a:r>
            <a:endParaRPr lang="en-US" sz="2800" dirty="0"/>
          </a:p>
          <a:p>
            <a:pPr lvl="1" eaLnBrk="1" hangingPunct="1"/>
            <a:r>
              <a:rPr lang="en-US" altLang="en-US" dirty="0"/>
              <a:t>Two important variants of waterfall development:</a:t>
            </a:r>
          </a:p>
          <a:p>
            <a:pPr lvl="2">
              <a:defRPr sz="1800">
                <a:solidFill>
                  <a:srgbClr val="003366"/>
                </a:solidFill>
              </a:defRPr>
            </a:pPr>
            <a:r>
              <a:rPr sz="2800" dirty="0">
                <a:solidFill>
                  <a:srgbClr val="0066FF"/>
                </a:solidFill>
              </a:rPr>
              <a:t>V-Model</a:t>
            </a:r>
            <a:r>
              <a:rPr sz="2800" dirty="0"/>
              <a:t> – </a:t>
            </a:r>
            <a:r>
              <a:rPr lang="en-US" sz="2800" dirty="0"/>
              <a:t>Extension of Waterfall that</a:t>
            </a:r>
            <a:r>
              <a:rPr sz="2800" dirty="0"/>
              <a:t> focus on testing</a:t>
            </a:r>
            <a:r>
              <a:rPr lang="en-US" sz="2800" dirty="0"/>
              <a:t>, </a:t>
            </a:r>
            <a:r>
              <a:rPr sz="2800" dirty="0"/>
              <a:t>validation</a:t>
            </a:r>
            <a:r>
              <a:rPr lang="en-US" sz="2800" dirty="0"/>
              <a:t> &amp; verification</a:t>
            </a:r>
            <a:r>
              <a:rPr sz="2800" dirty="0"/>
              <a:t>.</a:t>
            </a:r>
            <a:endParaRPr lang="en-US" sz="2800" dirty="0"/>
          </a:p>
          <a:p>
            <a:pPr lvl="2">
              <a:defRPr sz="1800">
                <a:solidFill>
                  <a:srgbClr val="003366"/>
                </a:solidFill>
              </a:defRPr>
            </a:pPr>
            <a:r>
              <a:rPr lang="en-GB" altLang="en-US" sz="2800" dirty="0">
                <a:solidFill>
                  <a:srgbClr val="0066FF"/>
                </a:solidFill>
              </a:rPr>
              <a:t>Parallel Development </a:t>
            </a:r>
            <a:r>
              <a:rPr lang="en-GB" altLang="en-US" sz="2800" dirty="0"/>
              <a:t>- </a:t>
            </a:r>
            <a:r>
              <a:rPr lang="en-US" altLang="en-US" sz="2800" dirty="0"/>
              <a:t>Evolved to address the lengthy time frame of waterfall development</a:t>
            </a:r>
            <a:endParaRPr sz="2800" dirty="0"/>
          </a:p>
        </p:txBody>
      </p:sp>
      <p:sp>
        <p:nvSpPr>
          <p:cNvPr id="4" name="Freeform 8">
            <a:extLst>
              <a:ext uri="{FF2B5EF4-FFF2-40B4-BE49-F238E27FC236}">
                <a16:creationId xmlns:a16="http://schemas.microsoft.com/office/drawing/2014/main" id="{F7FD42B7-FB0A-41F9-A3AB-E754CC72A416}"/>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8AF66AD-5510-42D8-9429-8FB7CBAC73C2}"/>
              </a:ext>
            </a:extLst>
          </p:cNvPr>
          <p:cNvSpPr>
            <a:spLocks noGrp="1"/>
          </p:cNvSpPr>
          <p:nvPr>
            <p:ph type="title"/>
          </p:nvPr>
        </p:nvSpPr>
        <p:spPr/>
        <p:txBody>
          <a:bodyPr/>
          <a:lstStyle/>
          <a:p>
            <a:pPr eaLnBrk="1" hangingPunct="1"/>
            <a:r>
              <a:rPr lang="en-US" altLang="en-US"/>
              <a:t>Waterfall Model</a:t>
            </a:r>
          </a:p>
        </p:txBody>
      </p:sp>
      <p:pic>
        <p:nvPicPr>
          <p:cNvPr id="37892" name="Content Placeholder 5" descr="ftp://pmcfadden2:jws&amp;zi$@ftp.wiley.com/pmcfadden2/Dennis.SAD.4e/JPEGS/jpge_300_dpi/Ch02/fig_02_02.jpg">
            <a:extLst>
              <a:ext uri="{FF2B5EF4-FFF2-40B4-BE49-F238E27FC236}">
                <a16:creationId xmlns:a16="http://schemas.microsoft.com/office/drawing/2014/main" id="{7C71DE3B-F3A1-453D-8B5D-BD2C2C84DF9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828800"/>
            <a:ext cx="7315200" cy="4191000"/>
          </a:xfrm>
        </p:spPr>
      </p:pic>
      <p:sp>
        <p:nvSpPr>
          <p:cNvPr id="5" name="Freeform 8">
            <a:extLst>
              <a:ext uri="{FF2B5EF4-FFF2-40B4-BE49-F238E27FC236}">
                <a16:creationId xmlns:a16="http://schemas.microsoft.com/office/drawing/2014/main" id="{82FCDD84-D78C-44CB-938E-F165A51FC48D}"/>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096596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CFD4FE5-8291-4F4D-8642-262355E09ABB}"/>
              </a:ext>
            </a:extLst>
          </p:cNvPr>
          <p:cNvSpPr>
            <a:spLocks noGrp="1"/>
          </p:cNvSpPr>
          <p:nvPr>
            <p:ph type="title"/>
          </p:nvPr>
        </p:nvSpPr>
        <p:spPr/>
        <p:txBody>
          <a:bodyPr/>
          <a:lstStyle/>
          <a:p>
            <a:pPr eaLnBrk="1" hangingPunct="1"/>
            <a:r>
              <a:rPr lang="en-US" altLang="en-US"/>
              <a:t>V-model</a:t>
            </a:r>
          </a:p>
        </p:txBody>
      </p:sp>
      <p:sp>
        <p:nvSpPr>
          <p:cNvPr id="43011" name="Slide Number Placeholder 4">
            <a:extLst>
              <a:ext uri="{FF2B5EF4-FFF2-40B4-BE49-F238E27FC236}">
                <a16:creationId xmlns:a16="http://schemas.microsoft.com/office/drawing/2014/main" id="{ABDF3948-6FD1-4ED4-9FB3-4903FB35CD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37561D4E-902E-43AC-8300-2E488BE97DC8}"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pic>
        <p:nvPicPr>
          <p:cNvPr id="43012" name="Content Placeholder 5" descr="ftp://pmcfadden2:jws&amp;zi$@ftp.wiley.com/pmcfadden2/Dennis.SAD.4e/JPEGS/jpge_300_dpi/Ch02/fig_02_04.jpg">
            <a:extLst>
              <a:ext uri="{FF2B5EF4-FFF2-40B4-BE49-F238E27FC236}">
                <a16:creationId xmlns:a16="http://schemas.microsoft.com/office/drawing/2014/main" id="{A918DA0E-8E36-4911-8A54-38EF9BB53D6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524000"/>
            <a:ext cx="8610600" cy="5149850"/>
          </a:xfrm>
        </p:spPr>
      </p:pic>
    </p:spTree>
    <p:extLst>
      <p:ext uri="{BB962C8B-B14F-4D97-AF65-F5344CB8AC3E}">
        <p14:creationId xmlns:p14="http://schemas.microsoft.com/office/powerpoint/2010/main" val="892871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8FB056B4-1D3A-4D03-8F5E-9F8B4EEB0130}"/>
              </a:ext>
            </a:extLst>
          </p:cNvPr>
          <p:cNvSpPr>
            <a:spLocks noGrp="1"/>
          </p:cNvSpPr>
          <p:nvPr>
            <p:ph type="title"/>
          </p:nvPr>
        </p:nvSpPr>
        <p:spPr/>
        <p:txBody>
          <a:bodyPr/>
          <a:lstStyle/>
          <a:p>
            <a:pPr eaLnBrk="1" hangingPunct="1"/>
            <a:r>
              <a:rPr lang="en-US" altLang="en-US"/>
              <a:t>Parallel Development</a:t>
            </a:r>
          </a:p>
        </p:txBody>
      </p:sp>
      <p:sp>
        <p:nvSpPr>
          <p:cNvPr id="40963" name="Slide Number Placeholder 4">
            <a:extLst>
              <a:ext uri="{FF2B5EF4-FFF2-40B4-BE49-F238E27FC236}">
                <a16:creationId xmlns:a16="http://schemas.microsoft.com/office/drawing/2014/main" id="{047D9251-DAA4-4ED7-8DDD-04CC63138C0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D12942E1-2393-4B08-895C-D7A2852DB83F}" type="slidenum">
              <a:rPr lang="en-US" altLang="en-US" sz="1200">
                <a:solidFill>
                  <a:srgbClr val="898989"/>
                </a:solidFill>
              </a:rPr>
              <a:pPr>
                <a:spcBef>
                  <a:spcPct val="0"/>
                </a:spcBef>
                <a:buFontTx/>
                <a:buNone/>
              </a:pPr>
              <a:t>18</a:t>
            </a:fld>
            <a:endParaRPr lang="en-US" altLang="en-US" sz="1200">
              <a:solidFill>
                <a:srgbClr val="898989"/>
              </a:solidFill>
            </a:endParaRPr>
          </a:p>
        </p:txBody>
      </p:sp>
      <p:pic>
        <p:nvPicPr>
          <p:cNvPr id="40964" name="Content Placeholder 5" descr="ftp://pmcfadden2:jws&amp;zi$@ftp.wiley.com/pmcfadden2/Dennis.SAD.4e/JPEGS/jpge_300_dpi/Ch02/fig_02_03.jpg">
            <a:extLst>
              <a:ext uri="{FF2B5EF4-FFF2-40B4-BE49-F238E27FC236}">
                <a16:creationId xmlns:a16="http://schemas.microsoft.com/office/drawing/2014/main" id="{50348D7E-98E6-4EC9-90E0-0D139419277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1600200"/>
            <a:ext cx="8839200" cy="50292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ADC06F76-EE94-486F-B30B-4B725145EFFC}"/>
              </a:ext>
            </a:extLst>
          </p:cNvPr>
          <p:cNvSpPr>
            <a:spLocks noGrp="1"/>
          </p:cNvSpPr>
          <p:nvPr>
            <p:ph type="title"/>
          </p:nvPr>
        </p:nvSpPr>
        <p:spPr>
          <a:xfrm>
            <a:off x="457200" y="152400"/>
            <a:ext cx="8229600" cy="1143000"/>
          </a:xfrm>
        </p:spPr>
        <p:txBody>
          <a:bodyPr/>
          <a:lstStyle/>
          <a:p>
            <a:r>
              <a:rPr lang="en-US" altLang="en-US"/>
              <a:t>Agile versus Waterfall-Based Methodologies </a:t>
            </a:r>
          </a:p>
        </p:txBody>
      </p:sp>
      <p:sp>
        <p:nvSpPr>
          <p:cNvPr id="56323" name="Content Placeholder 2">
            <a:extLst>
              <a:ext uri="{FF2B5EF4-FFF2-40B4-BE49-F238E27FC236}">
                <a16:creationId xmlns:a16="http://schemas.microsoft.com/office/drawing/2014/main" id="{69EDF8D2-C463-4B63-8E0D-C174A29CE091}"/>
              </a:ext>
            </a:extLst>
          </p:cNvPr>
          <p:cNvSpPr>
            <a:spLocks noGrp="1"/>
          </p:cNvSpPr>
          <p:nvPr>
            <p:ph idx="1"/>
          </p:nvPr>
        </p:nvSpPr>
        <p:spPr/>
        <p:txBody>
          <a:bodyPr/>
          <a:lstStyle/>
          <a:p>
            <a:pPr>
              <a:spcBef>
                <a:spcPct val="0"/>
              </a:spcBef>
            </a:pPr>
            <a:r>
              <a:rPr lang="en-US" altLang="en-US" sz="2800" dirty="0"/>
              <a:t>Agile development practices were created in part because of dissatisfaction with the sequential, inflexible structure of waterfall-based approaches.</a:t>
            </a:r>
          </a:p>
          <a:p>
            <a:pPr>
              <a:spcBef>
                <a:spcPct val="0"/>
              </a:spcBef>
            </a:pPr>
            <a:endParaRPr lang="en-US" altLang="en-US" sz="2800" dirty="0"/>
          </a:p>
          <a:p>
            <a:pPr>
              <a:spcBef>
                <a:spcPct val="0"/>
              </a:spcBef>
            </a:pPr>
            <a:r>
              <a:rPr lang="en-US" altLang="en-US" sz="2800" dirty="0">
                <a:hlinkClick r:id="rId2"/>
              </a:rPr>
              <a:t>https://www.youtube.com/watch?v=5RocT_OdQcA</a:t>
            </a:r>
            <a:endParaRPr lang="en-US" altLang="en-US" sz="2800" dirty="0"/>
          </a:p>
          <a:p>
            <a:pPr>
              <a:spcBef>
                <a:spcPct val="0"/>
              </a:spcBef>
            </a:pPr>
            <a:endParaRPr lang="en-US" altLang="en-US" sz="2800" dirty="0"/>
          </a:p>
        </p:txBody>
      </p:sp>
      <p:sp>
        <p:nvSpPr>
          <p:cNvPr id="4" name="Footer Placeholder 3">
            <a:extLst>
              <a:ext uri="{FF2B5EF4-FFF2-40B4-BE49-F238E27FC236}">
                <a16:creationId xmlns:a16="http://schemas.microsoft.com/office/drawing/2014/main" id="{4836E5BA-DFDF-45F1-B86D-5F7EE94282E3}"/>
              </a:ext>
            </a:extLst>
          </p:cNvPr>
          <p:cNvSpPr>
            <a:spLocks noGrp="1"/>
          </p:cNvSpPr>
          <p:nvPr>
            <p:ph type="ftr" sz="quarter" idx="11"/>
          </p:nvPr>
        </p:nvSpPr>
        <p:spPr/>
        <p:txBody>
          <a:bodyPr/>
          <a:lstStyle/>
          <a:p>
            <a:pPr>
              <a:defRPr/>
            </a:pPr>
            <a:r>
              <a:rPr lang="en-US"/>
              <a:t>© Copyright 2011 John Wiley &amp; Sons, Inc.</a:t>
            </a:r>
          </a:p>
        </p:txBody>
      </p:sp>
      <p:sp>
        <p:nvSpPr>
          <p:cNvPr id="56325" name="Slide Number Placeholder 4">
            <a:extLst>
              <a:ext uri="{FF2B5EF4-FFF2-40B4-BE49-F238E27FC236}">
                <a16:creationId xmlns:a16="http://schemas.microsoft.com/office/drawing/2014/main" id="{8AB69249-D070-47E6-A567-1909813ED7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02E1B6A6-4DEA-4E62-A3AC-BF573286519E}"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sp>
        <p:nvSpPr>
          <p:cNvPr id="6" name="Freeform 8">
            <a:extLst>
              <a:ext uri="{FF2B5EF4-FFF2-40B4-BE49-F238E27FC236}">
                <a16:creationId xmlns:a16="http://schemas.microsoft.com/office/drawing/2014/main" id="{70C60AD5-E3A9-4C55-84C4-2D45DF62FA83}"/>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88195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Methods:</a:t>
            </a:r>
            <a:br>
              <a:rPr lang="en-US" dirty="0"/>
            </a:br>
            <a:r>
              <a:rPr dirty="0">
                <a:solidFill>
                  <a:srgbClr val="00B0F0"/>
                </a:solidFill>
              </a:rPr>
              <a:t>Agile Method</a:t>
            </a:r>
            <a:r>
              <a:rPr lang="en-US" dirty="0">
                <a:solidFill>
                  <a:srgbClr val="00B0F0"/>
                </a:solidFill>
              </a:rPr>
              <a:t>ology</a:t>
            </a:r>
            <a:endParaRPr dirty="0">
              <a:solidFill>
                <a:srgbClr val="00B0F0"/>
              </a:solidFill>
            </a:endParaRPr>
          </a:p>
        </p:txBody>
      </p:sp>
      <p:sp>
        <p:nvSpPr>
          <p:cNvPr id="3" name="Content Placeholder 2"/>
          <p:cNvSpPr>
            <a:spLocks noGrp="1"/>
          </p:cNvSpPr>
          <p:nvPr>
            <p:ph idx="1"/>
          </p:nvPr>
        </p:nvSpPr>
        <p:spPr/>
        <p:txBody>
          <a:bodyPr/>
          <a:lstStyle/>
          <a:p>
            <a:pPr>
              <a:defRPr sz="1800">
                <a:solidFill>
                  <a:srgbClr val="003366"/>
                </a:solidFill>
              </a:defRPr>
            </a:pPr>
            <a:r>
              <a:rPr lang="en-US" sz="2800" dirty="0"/>
              <a:t>Agile is an iterative, flexible approach to software development that emphasizes collaboration, customer feedback, and rapid delivery.</a:t>
            </a:r>
          </a:p>
          <a:p>
            <a:pPr>
              <a:defRPr sz="1800">
                <a:solidFill>
                  <a:srgbClr val="003366"/>
                </a:solidFill>
              </a:defRPr>
            </a:pPr>
            <a:r>
              <a:rPr lang="en-US" sz="2800" dirty="0"/>
              <a:t>It breaks work into small, manageable units called </a:t>
            </a:r>
            <a:r>
              <a:rPr lang="en-US" sz="2800" dirty="0">
                <a:solidFill>
                  <a:srgbClr val="00B0F0"/>
                </a:solidFill>
              </a:rPr>
              <a:t>iterations</a:t>
            </a:r>
            <a:r>
              <a:rPr lang="en-US" sz="2800" dirty="0"/>
              <a:t> or </a:t>
            </a:r>
            <a:r>
              <a:rPr lang="en-US" sz="2800" dirty="0">
                <a:solidFill>
                  <a:srgbClr val="00B0F0"/>
                </a:solidFill>
              </a:rPr>
              <a:t>sprints</a:t>
            </a:r>
            <a:r>
              <a:rPr lang="en-US" sz="2800" dirty="0"/>
              <a:t>. </a:t>
            </a:r>
          </a:p>
          <a:p>
            <a:pPr>
              <a:defRPr sz="1800">
                <a:solidFill>
                  <a:srgbClr val="003366"/>
                </a:solidFill>
              </a:defRPr>
            </a:pPr>
            <a:r>
              <a:rPr lang="en-US" sz="2800" dirty="0"/>
              <a:t>Instead of following a rigid plan, Agile teams adapt continuously based on feedback and changing requirements.</a:t>
            </a:r>
          </a:p>
          <a:p>
            <a:pPr>
              <a:defRPr sz="1800">
                <a:solidFill>
                  <a:srgbClr val="003366"/>
                </a:solidFill>
              </a:defRPr>
            </a:pPr>
            <a:endParaRPr sz="2800" dirty="0"/>
          </a:p>
        </p:txBody>
      </p:sp>
      <p:sp>
        <p:nvSpPr>
          <p:cNvPr id="4" name="Freeform 8">
            <a:extLst>
              <a:ext uri="{FF2B5EF4-FFF2-40B4-BE49-F238E27FC236}">
                <a16:creationId xmlns:a16="http://schemas.microsoft.com/office/drawing/2014/main" id="{65521667-C11B-48F5-A1E3-15FDF0BBA95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0195" y="82408"/>
            <a:ext cx="5297805" cy="777616"/>
          </a:xfrm>
          <a:prstGeom prst="rect">
            <a:avLst/>
          </a:prstGeom>
          <a:ln w="19811">
            <a:solidFill>
              <a:srgbClr val="548ED4"/>
            </a:solidFill>
          </a:ln>
        </p:spPr>
        <p:txBody>
          <a:bodyPr vert="horz" wrap="square" lIns="0" tIns="160496" rIns="0" bIns="0" numCol="1" rtlCol="0" anchor="ctr" anchorCtr="0" compatLnSpc="1">
            <a:prstTxWarp prst="textNoShape">
              <a:avLst/>
            </a:prstTxWarp>
            <a:spAutoFit/>
          </a:bodyPr>
          <a:lstStyle/>
          <a:p>
            <a:pPr marL="74771">
              <a:spcBef>
                <a:spcPts val="1264"/>
              </a:spcBef>
            </a:pPr>
            <a:r>
              <a:rPr sz="4000" dirty="0">
                <a:solidFill>
                  <a:srgbClr val="1F487C"/>
                </a:solidFill>
              </a:rPr>
              <a:t>Agile</a:t>
            </a:r>
            <a:r>
              <a:rPr sz="4000" spc="-56" dirty="0">
                <a:solidFill>
                  <a:srgbClr val="1F487C"/>
                </a:solidFill>
              </a:rPr>
              <a:t> </a:t>
            </a:r>
            <a:r>
              <a:rPr sz="4000" spc="-8" dirty="0">
                <a:solidFill>
                  <a:srgbClr val="1F487C"/>
                </a:solidFill>
              </a:rPr>
              <a:t>Methods</a:t>
            </a:r>
            <a:endParaRPr sz="4000" dirty="0"/>
          </a:p>
        </p:txBody>
      </p:sp>
      <p:sp>
        <p:nvSpPr>
          <p:cNvPr id="5" name="object 5"/>
          <p:cNvSpPr txBox="1">
            <a:spLocks noGrp="1"/>
          </p:cNvSpPr>
          <p:nvPr>
            <p:ph type="sldNum" sz="quarter" idx="7"/>
          </p:nvPr>
        </p:nvSpPr>
        <p:spPr>
          <a:xfrm>
            <a:off x="10730483" y="5704032"/>
            <a:ext cx="201929" cy="559769"/>
          </a:xfrm>
          <a:prstGeom prst="rect">
            <a:avLst/>
          </a:prstGeom>
        </p:spPr>
        <p:txBody>
          <a:bodyPr vert="horz" wrap="square" lIns="0" tIns="5715" rIns="0" bIns="0" rtlCol="0">
            <a:spAutoFit/>
          </a:bodyPr>
          <a:lstStyle/>
          <a:p>
            <a:pPr marL="28575">
              <a:spcBef>
                <a:spcPts val="45"/>
              </a:spcBef>
            </a:pPr>
            <a:r>
              <a:rPr kern="0" spc="-19" dirty="0">
                <a:solidFill>
                  <a:prstClr val="black"/>
                </a:solidFill>
              </a:rPr>
              <a:t>31</a:t>
            </a:r>
          </a:p>
        </p:txBody>
      </p:sp>
      <p:sp>
        <p:nvSpPr>
          <p:cNvPr id="3" name="object 3"/>
          <p:cNvSpPr txBox="1"/>
          <p:nvPr/>
        </p:nvSpPr>
        <p:spPr>
          <a:xfrm>
            <a:off x="838200" y="1778795"/>
            <a:ext cx="8001000" cy="3689087"/>
          </a:xfrm>
          <a:prstGeom prst="rect">
            <a:avLst/>
          </a:prstGeom>
        </p:spPr>
        <p:txBody>
          <a:bodyPr vert="horz" wrap="square" lIns="0" tIns="9525" rIns="0" bIns="0" rtlCol="0">
            <a:spAutoFit/>
          </a:bodyPr>
          <a:lstStyle/>
          <a:p>
            <a:pPr marL="9525" marR="967740">
              <a:spcBef>
                <a:spcPts val="75"/>
              </a:spcBef>
            </a:pPr>
            <a:r>
              <a:rPr kern="0" dirty="0">
                <a:solidFill>
                  <a:sysClr val="windowText" lastClr="000000"/>
                </a:solidFill>
                <a:latin typeface="Arial"/>
                <a:cs typeface="Arial"/>
              </a:rPr>
              <a:t>Attempt</a:t>
            </a:r>
            <a:r>
              <a:rPr kern="0" spc="-26" dirty="0">
                <a:solidFill>
                  <a:sysClr val="windowText" lastClr="000000"/>
                </a:solidFill>
                <a:latin typeface="Arial"/>
                <a:cs typeface="Arial"/>
              </a:rPr>
              <a:t> </a:t>
            </a:r>
            <a:r>
              <a:rPr kern="0" dirty="0">
                <a:solidFill>
                  <a:sysClr val="windowText" lastClr="000000"/>
                </a:solidFill>
                <a:latin typeface="Arial"/>
                <a:cs typeface="Arial"/>
              </a:rPr>
              <a:t>to</a:t>
            </a:r>
            <a:r>
              <a:rPr kern="0" spc="-19" dirty="0">
                <a:solidFill>
                  <a:sysClr val="windowText" lastClr="000000"/>
                </a:solidFill>
                <a:latin typeface="Arial"/>
                <a:cs typeface="Arial"/>
              </a:rPr>
              <a:t> </a:t>
            </a:r>
            <a:r>
              <a:rPr kern="0" dirty="0">
                <a:solidFill>
                  <a:sysClr val="windowText" lastClr="000000"/>
                </a:solidFill>
                <a:latin typeface="Arial"/>
                <a:cs typeface="Arial"/>
              </a:rPr>
              <a:t>develop</a:t>
            </a:r>
            <a:r>
              <a:rPr kern="0" spc="-8" dirty="0">
                <a:solidFill>
                  <a:sysClr val="windowText" lastClr="000000"/>
                </a:solidFill>
                <a:latin typeface="Arial"/>
                <a:cs typeface="Arial"/>
              </a:rPr>
              <a:t> </a:t>
            </a:r>
            <a:r>
              <a:rPr kern="0" dirty="0">
                <a:solidFill>
                  <a:sysClr val="windowText" lastClr="000000"/>
                </a:solidFill>
                <a:latin typeface="Arial"/>
                <a:cs typeface="Arial"/>
              </a:rPr>
              <a:t>a</a:t>
            </a:r>
            <a:r>
              <a:rPr kern="0" spc="-19" dirty="0">
                <a:solidFill>
                  <a:sysClr val="windowText" lastClr="000000"/>
                </a:solidFill>
                <a:latin typeface="Arial"/>
                <a:cs typeface="Arial"/>
              </a:rPr>
              <a:t> </a:t>
            </a:r>
            <a:r>
              <a:rPr kern="0" dirty="0">
                <a:solidFill>
                  <a:sysClr val="windowText" lastClr="000000"/>
                </a:solidFill>
                <a:latin typeface="Arial"/>
                <a:cs typeface="Arial"/>
              </a:rPr>
              <a:t>system</a:t>
            </a:r>
            <a:r>
              <a:rPr kern="0" spc="-4" dirty="0">
                <a:solidFill>
                  <a:sysClr val="windowText" lastClr="000000"/>
                </a:solidFill>
                <a:latin typeface="Arial"/>
                <a:cs typeface="Arial"/>
              </a:rPr>
              <a:t> </a:t>
            </a:r>
            <a:r>
              <a:rPr kern="0" spc="-8" dirty="0">
                <a:solidFill>
                  <a:srgbClr val="FF0000"/>
                </a:solidFill>
                <a:latin typeface="Arial"/>
                <a:cs typeface="Arial"/>
              </a:rPr>
              <a:t>incrementally</a:t>
            </a:r>
            <a:r>
              <a:rPr kern="0" spc="-8" dirty="0">
                <a:solidFill>
                  <a:sysClr val="windowText" lastClr="000000"/>
                </a:solidFill>
                <a:latin typeface="Arial"/>
                <a:cs typeface="Arial"/>
              </a:rPr>
              <a:t>,</a:t>
            </a:r>
            <a:r>
              <a:rPr kern="0" spc="19" dirty="0">
                <a:solidFill>
                  <a:sysClr val="windowText" lastClr="000000"/>
                </a:solidFill>
                <a:latin typeface="Arial"/>
                <a:cs typeface="Arial"/>
              </a:rPr>
              <a:t> </a:t>
            </a:r>
            <a:r>
              <a:rPr kern="0" dirty="0">
                <a:solidFill>
                  <a:sysClr val="windowText" lastClr="000000"/>
                </a:solidFill>
                <a:latin typeface="Arial"/>
                <a:cs typeface="Arial"/>
              </a:rPr>
              <a:t>by</a:t>
            </a:r>
            <a:r>
              <a:rPr kern="0" spc="-19" dirty="0">
                <a:solidFill>
                  <a:sysClr val="windowText" lastClr="000000"/>
                </a:solidFill>
                <a:latin typeface="Arial"/>
                <a:cs typeface="Arial"/>
              </a:rPr>
              <a:t> </a:t>
            </a:r>
            <a:r>
              <a:rPr kern="0" dirty="0">
                <a:solidFill>
                  <a:sysClr val="windowText" lastClr="000000"/>
                </a:solidFill>
                <a:latin typeface="Arial"/>
                <a:cs typeface="Arial"/>
              </a:rPr>
              <a:t>building</a:t>
            </a:r>
            <a:r>
              <a:rPr kern="0" spc="-8" dirty="0">
                <a:solidFill>
                  <a:sysClr val="windowText" lastClr="000000"/>
                </a:solidFill>
                <a:latin typeface="Arial"/>
                <a:cs typeface="Arial"/>
              </a:rPr>
              <a:t> </a:t>
            </a:r>
            <a:r>
              <a:rPr kern="0" dirty="0">
                <a:solidFill>
                  <a:sysClr val="windowText" lastClr="000000"/>
                </a:solidFill>
                <a:latin typeface="Arial"/>
                <a:cs typeface="Arial"/>
              </a:rPr>
              <a:t>a</a:t>
            </a:r>
            <a:r>
              <a:rPr kern="0" spc="-19" dirty="0">
                <a:solidFill>
                  <a:sysClr val="windowText" lastClr="000000"/>
                </a:solidFill>
                <a:latin typeface="Arial"/>
                <a:cs typeface="Arial"/>
              </a:rPr>
              <a:t> </a:t>
            </a:r>
            <a:r>
              <a:rPr kern="0" dirty="0">
                <a:solidFill>
                  <a:sysClr val="windowText" lastClr="000000"/>
                </a:solidFill>
                <a:latin typeface="Arial"/>
                <a:cs typeface="Arial"/>
              </a:rPr>
              <a:t>series</a:t>
            </a:r>
            <a:r>
              <a:rPr kern="0" spc="-8" dirty="0">
                <a:solidFill>
                  <a:sysClr val="windowText" lastClr="000000"/>
                </a:solidFill>
                <a:latin typeface="Arial"/>
                <a:cs typeface="Arial"/>
              </a:rPr>
              <a:t> </a:t>
            </a:r>
            <a:r>
              <a:rPr kern="0" spc="-19" dirty="0">
                <a:solidFill>
                  <a:sysClr val="windowText" lastClr="000000"/>
                </a:solidFill>
                <a:latin typeface="Arial"/>
                <a:cs typeface="Arial"/>
              </a:rPr>
              <a:t>of </a:t>
            </a:r>
            <a:r>
              <a:rPr kern="0" dirty="0">
                <a:solidFill>
                  <a:sysClr val="windowText" lastClr="000000"/>
                </a:solidFill>
                <a:latin typeface="Arial"/>
                <a:cs typeface="Arial"/>
              </a:rPr>
              <a:t>prototypes and</a:t>
            </a:r>
            <a:r>
              <a:rPr kern="0" spc="-23" dirty="0">
                <a:solidFill>
                  <a:sysClr val="windowText" lastClr="000000"/>
                </a:solidFill>
                <a:latin typeface="Arial"/>
                <a:cs typeface="Arial"/>
              </a:rPr>
              <a:t> </a:t>
            </a:r>
            <a:r>
              <a:rPr kern="0" dirty="0">
                <a:solidFill>
                  <a:sysClr val="windowText" lastClr="000000"/>
                </a:solidFill>
                <a:latin typeface="Arial"/>
                <a:cs typeface="Arial"/>
              </a:rPr>
              <a:t>constantly</a:t>
            </a:r>
            <a:r>
              <a:rPr kern="0" spc="-15" dirty="0">
                <a:solidFill>
                  <a:sysClr val="windowText" lastClr="000000"/>
                </a:solidFill>
                <a:latin typeface="Arial"/>
                <a:cs typeface="Arial"/>
              </a:rPr>
              <a:t> </a:t>
            </a:r>
            <a:r>
              <a:rPr kern="0" dirty="0">
                <a:solidFill>
                  <a:sysClr val="windowText" lastClr="000000"/>
                </a:solidFill>
                <a:latin typeface="Arial"/>
                <a:cs typeface="Arial"/>
              </a:rPr>
              <a:t>adjusting</a:t>
            </a:r>
            <a:r>
              <a:rPr kern="0" spc="-8" dirty="0">
                <a:solidFill>
                  <a:sysClr val="windowText" lastClr="000000"/>
                </a:solidFill>
                <a:latin typeface="Arial"/>
                <a:cs typeface="Arial"/>
              </a:rPr>
              <a:t> </a:t>
            </a:r>
            <a:r>
              <a:rPr kern="0" dirty="0">
                <a:solidFill>
                  <a:sysClr val="windowText" lastClr="000000"/>
                </a:solidFill>
                <a:latin typeface="Arial"/>
                <a:cs typeface="Arial"/>
              </a:rPr>
              <a:t>them</a:t>
            </a:r>
            <a:r>
              <a:rPr kern="0" spc="-19" dirty="0">
                <a:solidFill>
                  <a:sysClr val="windowText" lastClr="000000"/>
                </a:solidFill>
                <a:latin typeface="Arial"/>
                <a:cs typeface="Arial"/>
              </a:rPr>
              <a:t> </a:t>
            </a:r>
            <a:r>
              <a:rPr kern="0" dirty="0">
                <a:solidFill>
                  <a:sysClr val="windowText" lastClr="000000"/>
                </a:solidFill>
                <a:latin typeface="Arial"/>
                <a:cs typeface="Arial"/>
              </a:rPr>
              <a:t>to</a:t>
            </a:r>
            <a:r>
              <a:rPr kern="0" spc="-30" dirty="0">
                <a:solidFill>
                  <a:sysClr val="windowText" lastClr="000000"/>
                </a:solidFill>
                <a:latin typeface="Arial"/>
                <a:cs typeface="Arial"/>
              </a:rPr>
              <a:t> </a:t>
            </a:r>
            <a:r>
              <a:rPr kern="0" dirty="0">
                <a:solidFill>
                  <a:sysClr val="windowText" lastClr="000000"/>
                </a:solidFill>
                <a:latin typeface="Arial"/>
                <a:cs typeface="Arial"/>
              </a:rPr>
              <a:t>user</a:t>
            </a:r>
            <a:r>
              <a:rPr kern="0" spc="-11" dirty="0">
                <a:solidFill>
                  <a:sysClr val="windowText" lastClr="000000"/>
                </a:solidFill>
                <a:latin typeface="Arial"/>
                <a:cs typeface="Arial"/>
              </a:rPr>
              <a:t> </a:t>
            </a:r>
            <a:r>
              <a:rPr kern="0" spc="-8" dirty="0">
                <a:solidFill>
                  <a:sysClr val="windowText" lastClr="000000"/>
                </a:solidFill>
                <a:latin typeface="Arial"/>
                <a:cs typeface="Arial"/>
              </a:rPr>
              <a:t>requirements</a:t>
            </a:r>
            <a:endParaRPr kern="0" dirty="0">
              <a:solidFill>
                <a:sysClr val="windowText" lastClr="000000"/>
              </a:solidFill>
              <a:latin typeface="Arial"/>
              <a:cs typeface="Arial"/>
            </a:endParaRPr>
          </a:p>
          <a:p>
            <a:pPr>
              <a:spcBef>
                <a:spcPts val="26"/>
              </a:spcBef>
            </a:pPr>
            <a:endParaRPr sz="1950" kern="0" dirty="0">
              <a:solidFill>
                <a:sysClr val="windowText" lastClr="000000"/>
              </a:solidFill>
              <a:latin typeface="Arial"/>
              <a:cs typeface="Arial"/>
            </a:endParaRPr>
          </a:p>
          <a:p>
            <a:pPr marL="9525" marR="373856"/>
            <a:r>
              <a:rPr kern="0" dirty="0">
                <a:solidFill>
                  <a:sysClr val="windowText" lastClr="000000"/>
                </a:solidFill>
                <a:latin typeface="Arial"/>
                <a:cs typeface="Arial"/>
              </a:rPr>
              <a:t>Emphasises</a:t>
            </a:r>
            <a:r>
              <a:rPr kern="0" spc="-19" dirty="0">
                <a:solidFill>
                  <a:sysClr val="windowText" lastClr="000000"/>
                </a:solidFill>
                <a:latin typeface="Arial"/>
                <a:cs typeface="Arial"/>
              </a:rPr>
              <a:t> </a:t>
            </a:r>
            <a:r>
              <a:rPr kern="0" dirty="0">
                <a:solidFill>
                  <a:srgbClr val="FF0000"/>
                </a:solidFill>
                <a:latin typeface="Arial"/>
                <a:cs typeface="Arial"/>
              </a:rPr>
              <a:t>continuous</a:t>
            </a:r>
            <a:r>
              <a:rPr kern="0" spc="4" dirty="0">
                <a:solidFill>
                  <a:srgbClr val="FF0000"/>
                </a:solidFill>
                <a:latin typeface="Arial"/>
                <a:cs typeface="Arial"/>
              </a:rPr>
              <a:t> </a:t>
            </a:r>
            <a:r>
              <a:rPr kern="0" dirty="0">
                <a:solidFill>
                  <a:srgbClr val="FF0000"/>
                </a:solidFill>
                <a:latin typeface="Arial"/>
                <a:cs typeface="Arial"/>
              </a:rPr>
              <a:t>feedback</a:t>
            </a:r>
            <a:r>
              <a:rPr kern="0" spc="-15" dirty="0">
                <a:solidFill>
                  <a:srgbClr val="FF0000"/>
                </a:solidFill>
                <a:latin typeface="Arial"/>
                <a:cs typeface="Arial"/>
              </a:rPr>
              <a:t> </a:t>
            </a:r>
            <a:r>
              <a:rPr kern="0" dirty="0">
                <a:solidFill>
                  <a:sysClr val="windowText" lastClr="000000"/>
                </a:solidFill>
                <a:latin typeface="Arial"/>
                <a:cs typeface="Arial"/>
              </a:rPr>
              <a:t>from</a:t>
            </a:r>
            <a:r>
              <a:rPr kern="0" spc="-15" dirty="0">
                <a:solidFill>
                  <a:sysClr val="windowText" lastClr="000000"/>
                </a:solidFill>
                <a:latin typeface="Arial"/>
                <a:cs typeface="Arial"/>
              </a:rPr>
              <a:t> </a:t>
            </a:r>
            <a:r>
              <a:rPr kern="0" dirty="0">
                <a:solidFill>
                  <a:sysClr val="windowText" lastClr="000000"/>
                </a:solidFill>
                <a:latin typeface="Arial"/>
                <a:cs typeface="Arial"/>
              </a:rPr>
              <a:t>user</a:t>
            </a:r>
            <a:r>
              <a:rPr kern="0" spc="-15" dirty="0">
                <a:solidFill>
                  <a:sysClr val="windowText" lastClr="000000"/>
                </a:solidFill>
                <a:latin typeface="Arial"/>
                <a:cs typeface="Arial"/>
              </a:rPr>
              <a:t> </a:t>
            </a:r>
            <a:r>
              <a:rPr kern="0" dirty="0">
                <a:solidFill>
                  <a:sysClr val="windowText" lastClr="000000"/>
                </a:solidFill>
                <a:latin typeface="Arial"/>
                <a:cs typeface="Arial"/>
              </a:rPr>
              <a:t>and</a:t>
            </a:r>
            <a:r>
              <a:rPr kern="0" spc="-15" dirty="0">
                <a:solidFill>
                  <a:sysClr val="windowText" lastClr="000000"/>
                </a:solidFill>
                <a:latin typeface="Arial"/>
                <a:cs typeface="Arial"/>
              </a:rPr>
              <a:t> </a:t>
            </a:r>
            <a:r>
              <a:rPr kern="0" dirty="0">
                <a:solidFill>
                  <a:sysClr val="windowText" lastClr="000000"/>
                </a:solidFill>
                <a:latin typeface="Arial"/>
                <a:cs typeface="Arial"/>
              </a:rPr>
              <a:t>each</a:t>
            </a:r>
            <a:r>
              <a:rPr kern="0" spc="-15" dirty="0">
                <a:solidFill>
                  <a:sysClr val="windowText" lastClr="000000"/>
                </a:solidFill>
                <a:latin typeface="Arial"/>
                <a:cs typeface="Arial"/>
              </a:rPr>
              <a:t> </a:t>
            </a:r>
            <a:r>
              <a:rPr kern="0" dirty="0">
                <a:solidFill>
                  <a:sysClr val="windowText" lastClr="000000"/>
                </a:solidFill>
                <a:latin typeface="Arial"/>
                <a:cs typeface="Arial"/>
              </a:rPr>
              <a:t>incremental step</a:t>
            </a:r>
            <a:r>
              <a:rPr kern="0" spc="-23" dirty="0">
                <a:solidFill>
                  <a:sysClr val="windowText" lastClr="000000"/>
                </a:solidFill>
                <a:latin typeface="Arial"/>
                <a:cs typeface="Arial"/>
              </a:rPr>
              <a:t> </a:t>
            </a:r>
            <a:r>
              <a:rPr kern="0" spc="-19" dirty="0">
                <a:solidFill>
                  <a:sysClr val="windowText" lastClr="000000"/>
                </a:solidFill>
                <a:latin typeface="Arial"/>
                <a:cs typeface="Arial"/>
              </a:rPr>
              <a:t>is </a:t>
            </a:r>
            <a:r>
              <a:rPr kern="0" dirty="0">
                <a:solidFill>
                  <a:sysClr val="windowText" lastClr="000000"/>
                </a:solidFill>
                <a:latin typeface="Arial"/>
                <a:cs typeface="Arial"/>
              </a:rPr>
              <a:t>affected</a:t>
            </a:r>
            <a:r>
              <a:rPr kern="0" spc="-38" dirty="0">
                <a:solidFill>
                  <a:sysClr val="windowText" lastClr="000000"/>
                </a:solidFill>
                <a:latin typeface="Arial"/>
                <a:cs typeface="Arial"/>
              </a:rPr>
              <a:t> </a:t>
            </a:r>
            <a:r>
              <a:rPr kern="0" dirty="0">
                <a:solidFill>
                  <a:sysClr val="windowText" lastClr="000000"/>
                </a:solidFill>
                <a:latin typeface="Arial"/>
                <a:cs typeface="Arial"/>
              </a:rPr>
              <a:t>by</a:t>
            </a:r>
            <a:r>
              <a:rPr kern="0" spc="-19" dirty="0">
                <a:solidFill>
                  <a:sysClr val="windowText" lastClr="000000"/>
                </a:solidFill>
                <a:latin typeface="Arial"/>
                <a:cs typeface="Arial"/>
              </a:rPr>
              <a:t> </a:t>
            </a:r>
            <a:r>
              <a:rPr kern="0" dirty="0">
                <a:solidFill>
                  <a:sysClr val="windowText" lastClr="000000"/>
                </a:solidFill>
                <a:latin typeface="Arial"/>
                <a:cs typeface="Arial"/>
              </a:rPr>
              <a:t>what</a:t>
            </a:r>
            <a:r>
              <a:rPr kern="0" spc="15" dirty="0">
                <a:solidFill>
                  <a:sysClr val="windowText" lastClr="000000"/>
                </a:solidFill>
                <a:latin typeface="Arial"/>
                <a:cs typeface="Arial"/>
              </a:rPr>
              <a:t> </a:t>
            </a:r>
            <a:r>
              <a:rPr kern="0" dirty="0">
                <a:solidFill>
                  <a:sysClr val="windowText" lastClr="000000"/>
                </a:solidFill>
                <a:latin typeface="Arial"/>
                <a:cs typeface="Arial"/>
              </a:rPr>
              <a:t>was learned</a:t>
            </a:r>
            <a:r>
              <a:rPr kern="0" spc="-8" dirty="0">
                <a:solidFill>
                  <a:sysClr val="windowText" lastClr="000000"/>
                </a:solidFill>
                <a:latin typeface="Arial"/>
                <a:cs typeface="Arial"/>
              </a:rPr>
              <a:t> </a:t>
            </a:r>
            <a:r>
              <a:rPr kern="0" dirty="0">
                <a:solidFill>
                  <a:sysClr val="windowText" lastClr="000000"/>
                </a:solidFill>
                <a:latin typeface="Arial"/>
                <a:cs typeface="Arial"/>
              </a:rPr>
              <a:t>in</a:t>
            </a:r>
            <a:r>
              <a:rPr kern="0" spc="-30" dirty="0">
                <a:solidFill>
                  <a:sysClr val="windowText" lastClr="000000"/>
                </a:solidFill>
                <a:latin typeface="Arial"/>
                <a:cs typeface="Arial"/>
              </a:rPr>
              <a:t> </a:t>
            </a:r>
            <a:r>
              <a:rPr kern="0" dirty="0">
                <a:solidFill>
                  <a:sysClr val="windowText" lastClr="000000"/>
                </a:solidFill>
                <a:latin typeface="Arial"/>
                <a:cs typeface="Arial"/>
              </a:rPr>
              <a:t>the</a:t>
            </a:r>
            <a:r>
              <a:rPr kern="0" spc="-26" dirty="0">
                <a:solidFill>
                  <a:sysClr val="windowText" lastClr="000000"/>
                </a:solidFill>
                <a:latin typeface="Arial"/>
                <a:cs typeface="Arial"/>
              </a:rPr>
              <a:t> </a:t>
            </a:r>
            <a:r>
              <a:rPr kern="0" dirty="0">
                <a:solidFill>
                  <a:sysClr val="windowText" lastClr="000000"/>
                </a:solidFill>
                <a:latin typeface="Arial"/>
                <a:cs typeface="Arial"/>
              </a:rPr>
              <a:t>prior</a:t>
            </a:r>
            <a:r>
              <a:rPr kern="0" spc="-11" dirty="0">
                <a:solidFill>
                  <a:sysClr val="windowText" lastClr="000000"/>
                </a:solidFill>
                <a:latin typeface="Arial"/>
                <a:cs typeface="Arial"/>
              </a:rPr>
              <a:t> </a:t>
            </a:r>
            <a:r>
              <a:rPr kern="0" spc="-8" dirty="0">
                <a:solidFill>
                  <a:sysClr val="windowText" lastClr="000000"/>
                </a:solidFill>
                <a:latin typeface="Arial"/>
                <a:cs typeface="Arial"/>
              </a:rPr>
              <a:t>steps</a:t>
            </a:r>
            <a:endParaRPr kern="0" dirty="0">
              <a:solidFill>
                <a:sysClr val="windowText" lastClr="000000"/>
              </a:solidFill>
              <a:latin typeface="Arial"/>
              <a:cs typeface="Arial"/>
            </a:endParaRPr>
          </a:p>
          <a:p>
            <a:pPr marL="9525" marR="3810">
              <a:lnSpc>
                <a:spcPct val="240000"/>
              </a:lnSpc>
            </a:pPr>
            <a:endParaRPr lang="en-US" b="1" kern="0" dirty="0">
              <a:solidFill>
                <a:sysClr val="windowText" lastClr="000000"/>
              </a:solidFill>
              <a:latin typeface="Arial"/>
              <a:cs typeface="Arial"/>
            </a:endParaRPr>
          </a:p>
          <a:p>
            <a:pPr marL="9525" marR="3810">
              <a:lnSpc>
                <a:spcPct val="240000"/>
              </a:lnSpc>
            </a:pPr>
            <a:r>
              <a:rPr b="1" kern="0" dirty="0">
                <a:solidFill>
                  <a:sysClr val="windowText" lastClr="000000"/>
                </a:solidFill>
                <a:latin typeface="Arial"/>
                <a:cs typeface="Arial"/>
              </a:rPr>
              <a:t>Advantage:</a:t>
            </a:r>
            <a:r>
              <a:rPr b="1" kern="0" spc="8" dirty="0">
                <a:solidFill>
                  <a:sysClr val="windowText" lastClr="000000"/>
                </a:solidFill>
                <a:latin typeface="Arial"/>
                <a:cs typeface="Arial"/>
              </a:rPr>
              <a:t> </a:t>
            </a:r>
            <a:r>
              <a:rPr kern="0" dirty="0">
                <a:solidFill>
                  <a:sysClr val="windowText" lastClr="000000"/>
                </a:solidFill>
                <a:latin typeface="Arial"/>
                <a:cs typeface="Arial"/>
              </a:rPr>
              <a:t>allow</a:t>
            </a:r>
            <a:r>
              <a:rPr kern="0" spc="-8" dirty="0">
                <a:solidFill>
                  <a:sysClr val="windowText" lastClr="000000"/>
                </a:solidFill>
                <a:latin typeface="Arial"/>
                <a:cs typeface="Arial"/>
              </a:rPr>
              <a:t> </a:t>
            </a:r>
            <a:r>
              <a:rPr kern="0" dirty="0">
                <a:solidFill>
                  <a:sysClr val="windowText" lastClr="000000"/>
                </a:solidFill>
                <a:latin typeface="Arial"/>
                <a:cs typeface="Arial"/>
              </a:rPr>
              <a:t>developers</a:t>
            </a:r>
            <a:r>
              <a:rPr kern="0" spc="-11" dirty="0">
                <a:solidFill>
                  <a:sysClr val="windowText" lastClr="000000"/>
                </a:solidFill>
                <a:latin typeface="Arial"/>
                <a:cs typeface="Arial"/>
              </a:rPr>
              <a:t> </a:t>
            </a:r>
            <a:r>
              <a:rPr kern="0" dirty="0">
                <a:solidFill>
                  <a:sysClr val="windowText" lastClr="000000"/>
                </a:solidFill>
                <a:latin typeface="Arial"/>
                <a:cs typeface="Arial"/>
              </a:rPr>
              <a:t>to</a:t>
            </a:r>
            <a:r>
              <a:rPr kern="0" spc="-30" dirty="0">
                <a:solidFill>
                  <a:sysClr val="windowText" lastClr="000000"/>
                </a:solidFill>
                <a:latin typeface="Arial"/>
                <a:cs typeface="Arial"/>
              </a:rPr>
              <a:t> </a:t>
            </a:r>
            <a:r>
              <a:rPr kern="0" dirty="0">
                <a:solidFill>
                  <a:sysClr val="windowText" lastClr="000000"/>
                </a:solidFill>
                <a:latin typeface="Arial"/>
                <a:cs typeface="Arial"/>
              </a:rPr>
              <a:t>be</a:t>
            </a:r>
            <a:r>
              <a:rPr kern="0" spc="-23" dirty="0">
                <a:solidFill>
                  <a:sysClr val="windowText" lastClr="000000"/>
                </a:solidFill>
                <a:latin typeface="Arial"/>
                <a:cs typeface="Arial"/>
              </a:rPr>
              <a:t> </a:t>
            </a:r>
            <a:r>
              <a:rPr kern="0" dirty="0">
                <a:solidFill>
                  <a:sysClr val="windowText" lastClr="000000"/>
                </a:solidFill>
                <a:latin typeface="Arial"/>
                <a:cs typeface="Arial"/>
              </a:rPr>
              <a:t>much</a:t>
            </a:r>
            <a:r>
              <a:rPr kern="0" spc="-30" dirty="0">
                <a:solidFill>
                  <a:sysClr val="windowText" lastClr="000000"/>
                </a:solidFill>
                <a:latin typeface="Arial"/>
                <a:cs typeface="Arial"/>
              </a:rPr>
              <a:t> </a:t>
            </a:r>
            <a:r>
              <a:rPr kern="0" dirty="0">
                <a:solidFill>
                  <a:sysClr val="windowText" lastClr="000000"/>
                </a:solidFill>
                <a:latin typeface="Arial"/>
                <a:cs typeface="Arial"/>
              </a:rPr>
              <a:t>more</a:t>
            </a:r>
            <a:r>
              <a:rPr kern="0" spc="-26" dirty="0">
                <a:solidFill>
                  <a:sysClr val="windowText" lastClr="000000"/>
                </a:solidFill>
                <a:latin typeface="Arial"/>
                <a:cs typeface="Arial"/>
              </a:rPr>
              <a:t> </a:t>
            </a:r>
            <a:r>
              <a:rPr kern="0" dirty="0">
                <a:solidFill>
                  <a:sysClr val="windowText" lastClr="000000"/>
                </a:solidFill>
                <a:latin typeface="Arial"/>
                <a:cs typeface="Arial"/>
              </a:rPr>
              <a:t>flexible</a:t>
            </a:r>
            <a:r>
              <a:rPr kern="0" spc="-4" dirty="0">
                <a:solidFill>
                  <a:sysClr val="windowText" lastClr="000000"/>
                </a:solidFill>
                <a:latin typeface="Arial"/>
                <a:cs typeface="Arial"/>
              </a:rPr>
              <a:t> </a:t>
            </a:r>
            <a:r>
              <a:rPr kern="0" dirty="0">
                <a:solidFill>
                  <a:sysClr val="windowText" lastClr="000000"/>
                </a:solidFill>
                <a:latin typeface="Arial"/>
                <a:cs typeface="Arial"/>
              </a:rPr>
              <a:t>and</a:t>
            </a:r>
            <a:r>
              <a:rPr kern="0" spc="-30" dirty="0">
                <a:solidFill>
                  <a:sysClr val="windowText" lastClr="000000"/>
                </a:solidFill>
                <a:latin typeface="Arial"/>
                <a:cs typeface="Arial"/>
              </a:rPr>
              <a:t> </a:t>
            </a:r>
            <a:r>
              <a:rPr kern="0" spc="-8" dirty="0">
                <a:solidFill>
                  <a:sysClr val="windowText" lastClr="000000"/>
                </a:solidFill>
                <a:latin typeface="Arial"/>
                <a:cs typeface="Arial"/>
              </a:rPr>
              <a:t>responsive </a:t>
            </a:r>
            <a:endParaRPr lang="en-US" kern="0" spc="-8" dirty="0">
              <a:solidFill>
                <a:sysClr val="windowText" lastClr="000000"/>
              </a:solidFill>
              <a:latin typeface="Arial"/>
              <a:cs typeface="Arial"/>
            </a:endParaRPr>
          </a:p>
          <a:p>
            <a:pPr marL="9525" marR="3810">
              <a:lnSpc>
                <a:spcPct val="240000"/>
              </a:lnSpc>
            </a:pPr>
            <a:r>
              <a:rPr b="1" kern="0" spc="-8" dirty="0">
                <a:solidFill>
                  <a:sysClr val="windowText" lastClr="000000"/>
                </a:solidFill>
                <a:latin typeface="Arial"/>
                <a:cs typeface="Arial"/>
              </a:rPr>
              <a:t>Disadvantages:</a:t>
            </a:r>
            <a:r>
              <a:rPr b="1" kern="0" dirty="0">
                <a:solidFill>
                  <a:sysClr val="windowText" lastClr="000000"/>
                </a:solidFill>
                <a:latin typeface="Arial"/>
                <a:cs typeface="Arial"/>
              </a:rPr>
              <a:t> </a:t>
            </a:r>
            <a:r>
              <a:rPr kern="0" dirty="0">
                <a:solidFill>
                  <a:sysClr val="windowText" lastClr="000000"/>
                </a:solidFill>
                <a:latin typeface="Arial"/>
                <a:cs typeface="Arial"/>
              </a:rPr>
              <a:t>weak </a:t>
            </a:r>
            <a:r>
              <a:rPr kern="0" spc="-8" dirty="0">
                <a:solidFill>
                  <a:sysClr val="windowText" lastClr="000000"/>
                </a:solidFill>
                <a:latin typeface="Arial"/>
                <a:cs typeface="Arial"/>
              </a:rPr>
              <a:t>documentation,</a:t>
            </a:r>
            <a:r>
              <a:rPr kern="0" spc="-19" dirty="0">
                <a:solidFill>
                  <a:sysClr val="windowText" lastClr="000000"/>
                </a:solidFill>
                <a:latin typeface="Arial"/>
                <a:cs typeface="Arial"/>
              </a:rPr>
              <a:t> </a:t>
            </a:r>
            <a:r>
              <a:rPr kern="0" dirty="0">
                <a:solidFill>
                  <a:sysClr val="windowText" lastClr="000000"/>
                </a:solidFill>
                <a:latin typeface="Arial"/>
                <a:cs typeface="Arial"/>
              </a:rPr>
              <a:t>blurred</a:t>
            </a:r>
            <a:r>
              <a:rPr kern="0" spc="-19" dirty="0">
                <a:solidFill>
                  <a:sysClr val="windowText" lastClr="000000"/>
                </a:solidFill>
                <a:latin typeface="Arial"/>
                <a:cs typeface="Arial"/>
              </a:rPr>
              <a:t> </a:t>
            </a:r>
            <a:r>
              <a:rPr kern="0" dirty="0">
                <a:solidFill>
                  <a:sysClr val="windowText" lastClr="000000"/>
                </a:solidFill>
                <a:latin typeface="Arial"/>
                <a:cs typeface="Arial"/>
              </a:rPr>
              <a:t>lines</a:t>
            </a:r>
            <a:r>
              <a:rPr kern="0" spc="-26" dirty="0">
                <a:solidFill>
                  <a:sysClr val="windowText" lastClr="000000"/>
                </a:solidFill>
                <a:latin typeface="Arial"/>
                <a:cs typeface="Arial"/>
              </a:rPr>
              <a:t> </a:t>
            </a:r>
            <a:r>
              <a:rPr kern="0" dirty="0">
                <a:solidFill>
                  <a:sysClr val="windowText" lastClr="000000"/>
                </a:solidFill>
                <a:latin typeface="Arial"/>
                <a:cs typeface="Arial"/>
              </a:rPr>
              <a:t>of</a:t>
            </a:r>
            <a:r>
              <a:rPr kern="0" spc="-38" dirty="0">
                <a:solidFill>
                  <a:sysClr val="windowText" lastClr="000000"/>
                </a:solidFill>
                <a:latin typeface="Arial"/>
                <a:cs typeface="Arial"/>
              </a:rPr>
              <a:t> </a:t>
            </a:r>
            <a:r>
              <a:rPr kern="0" spc="-8" dirty="0">
                <a:solidFill>
                  <a:sysClr val="windowText" lastClr="000000"/>
                </a:solidFill>
                <a:latin typeface="Arial"/>
                <a:cs typeface="Arial"/>
              </a:rPr>
              <a:t>accountability,</a:t>
            </a:r>
            <a:r>
              <a:rPr kern="0" spc="4" dirty="0">
                <a:solidFill>
                  <a:sysClr val="windowText" lastClr="000000"/>
                </a:solidFill>
                <a:latin typeface="Arial"/>
                <a:cs typeface="Arial"/>
              </a:rPr>
              <a:t> </a:t>
            </a:r>
            <a:r>
              <a:rPr kern="0" dirty="0">
                <a:solidFill>
                  <a:sysClr val="windowText" lastClr="000000"/>
                </a:solidFill>
                <a:latin typeface="Arial"/>
                <a:cs typeface="Arial"/>
              </a:rPr>
              <a:t>too</a:t>
            </a:r>
            <a:r>
              <a:rPr kern="0" spc="-34" dirty="0">
                <a:solidFill>
                  <a:sysClr val="windowText" lastClr="000000"/>
                </a:solidFill>
                <a:latin typeface="Arial"/>
                <a:cs typeface="Arial"/>
              </a:rPr>
              <a:t> </a:t>
            </a:r>
            <a:r>
              <a:rPr kern="0" spc="-8" dirty="0">
                <a:solidFill>
                  <a:sysClr val="windowText" lastClr="000000"/>
                </a:solidFill>
                <a:latin typeface="Arial"/>
                <a:cs typeface="Arial"/>
              </a:rPr>
              <a:t>little</a:t>
            </a:r>
            <a:endParaRPr kern="0" dirty="0">
              <a:solidFill>
                <a:sysClr val="windowText" lastClr="000000"/>
              </a:solidFill>
              <a:latin typeface="Arial"/>
              <a:cs typeface="Arial"/>
            </a:endParaRPr>
          </a:p>
          <a:p>
            <a:pPr marL="9525"/>
            <a:r>
              <a:rPr kern="0" dirty="0">
                <a:solidFill>
                  <a:sysClr val="windowText" lastClr="000000"/>
                </a:solidFill>
                <a:latin typeface="Arial"/>
                <a:cs typeface="Arial"/>
              </a:rPr>
              <a:t>emphasis</a:t>
            </a:r>
            <a:r>
              <a:rPr kern="0" spc="-26" dirty="0">
                <a:solidFill>
                  <a:sysClr val="windowText" lastClr="000000"/>
                </a:solidFill>
                <a:latin typeface="Arial"/>
                <a:cs typeface="Arial"/>
              </a:rPr>
              <a:t> </a:t>
            </a:r>
            <a:r>
              <a:rPr kern="0" dirty="0">
                <a:solidFill>
                  <a:sysClr val="windowText" lastClr="000000"/>
                </a:solidFill>
                <a:latin typeface="Arial"/>
                <a:cs typeface="Arial"/>
              </a:rPr>
              <a:t>on</a:t>
            </a:r>
            <a:r>
              <a:rPr kern="0" spc="-15" dirty="0">
                <a:solidFill>
                  <a:sysClr val="windowText" lastClr="000000"/>
                </a:solidFill>
                <a:latin typeface="Arial"/>
                <a:cs typeface="Arial"/>
              </a:rPr>
              <a:t> </a:t>
            </a:r>
            <a:r>
              <a:rPr kern="0" dirty="0">
                <a:solidFill>
                  <a:sysClr val="windowText" lastClr="000000"/>
                </a:solidFill>
                <a:latin typeface="Arial"/>
                <a:cs typeface="Arial"/>
              </a:rPr>
              <a:t>the</a:t>
            </a:r>
            <a:r>
              <a:rPr kern="0" spc="-26" dirty="0">
                <a:solidFill>
                  <a:sysClr val="windowText" lastClr="000000"/>
                </a:solidFill>
                <a:latin typeface="Arial"/>
                <a:cs typeface="Arial"/>
              </a:rPr>
              <a:t> </a:t>
            </a:r>
            <a:r>
              <a:rPr kern="0" dirty="0">
                <a:solidFill>
                  <a:sysClr val="windowText" lastClr="000000"/>
                </a:solidFill>
                <a:latin typeface="Arial"/>
                <a:cs typeface="Arial"/>
              </a:rPr>
              <a:t>larger</a:t>
            </a:r>
            <a:r>
              <a:rPr kern="0" spc="-11" dirty="0">
                <a:solidFill>
                  <a:sysClr val="windowText" lastClr="000000"/>
                </a:solidFill>
                <a:latin typeface="Arial"/>
                <a:cs typeface="Arial"/>
              </a:rPr>
              <a:t> </a:t>
            </a:r>
            <a:r>
              <a:rPr kern="0" dirty="0">
                <a:solidFill>
                  <a:sysClr val="windowText" lastClr="000000"/>
                </a:solidFill>
                <a:latin typeface="Arial"/>
                <a:cs typeface="Arial"/>
              </a:rPr>
              <a:t>business</a:t>
            </a:r>
            <a:r>
              <a:rPr kern="0" spc="-8" dirty="0">
                <a:solidFill>
                  <a:sysClr val="windowText" lastClr="000000"/>
                </a:solidFill>
                <a:latin typeface="Arial"/>
                <a:cs typeface="Arial"/>
              </a:rPr>
              <a:t> picture</a:t>
            </a:r>
            <a:endParaRPr kern="0" dirty="0">
              <a:solidFill>
                <a:sysClr val="windowText" lastClr="000000"/>
              </a:solidFill>
              <a:latin typeface="Arial"/>
              <a:cs typeface="Arial"/>
            </a:endParaRPr>
          </a:p>
        </p:txBody>
      </p:sp>
      <p:sp>
        <p:nvSpPr>
          <p:cNvPr id="8" name="Freeform 8">
            <a:extLst>
              <a:ext uri="{FF2B5EF4-FFF2-40B4-BE49-F238E27FC236}">
                <a16:creationId xmlns:a16="http://schemas.microsoft.com/office/drawing/2014/main" id="{6D45CCAB-D535-4714-9255-0229B248647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01055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Agile Method</a:t>
            </a:r>
            <a:r>
              <a:rPr lang="en-US" dirty="0"/>
              <a:t>ology</a:t>
            </a:r>
            <a:endParaRPr dirty="0"/>
          </a:p>
        </p:txBody>
      </p:sp>
      <p:pic>
        <p:nvPicPr>
          <p:cNvPr id="5" name="Content Placeholder 4">
            <a:extLst>
              <a:ext uri="{FF2B5EF4-FFF2-40B4-BE49-F238E27FC236}">
                <a16:creationId xmlns:a16="http://schemas.microsoft.com/office/drawing/2014/main" id="{B897E4A3-F764-4571-B9D1-0ED2A9489976}"/>
              </a:ext>
            </a:extLst>
          </p:cNvPr>
          <p:cNvPicPr>
            <a:picLocks noGrp="1" noChangeAspect="1"/>
          </p:cNvPicPr>
          <p:nvPr>
            <p:ph idx="1"/>
          </p:nvPr>
        </p:nvPicPr>
        <p:blipFill>
          <a:blip r:embed="rId2"/>
          <a:stretch>
            <a:fillRect/>
          </a:stretch>
        </p:blipFill>
        <p:spPr>
          <a:xfrm>
            <a:off x="304800" y="1600200"/>
            <a:ext cx="8382000" cy="4419599"/>
          </a:xfrm>
          <a:prstGeom prst="rect">
            <a:avLst/>
          </a:prstGeom>
        </p:spPr>
      </p:pic>
      <p:sp>
        <p:nvSpPr>
          <p:cNvPr id="4" name="Freeform 8">
            <a:extLst>
              <a:ext uri="{FF2B5EF4-FFF2-40B4-BE49-F238E27FC236}">
                <a16:creationId xmlns:a16="http://schemas.microsoft.com/office/drawing/2014/main" id="{65521667-C11B-48F5-A1E3-15FDF0BBA95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060304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Agile Methods</a:t>
            </a:r>
          </a:p>
        </p:txBody>
      </p:sp>
      <p:sp>
        <p:nvSpPr>
          <p:cNvPr id="3" name="Content Placeholder 2"/>
          <p:cNvSpPr>
            <a:spLocks noGrp="1"/>
          </p:cNvSpPr>
          <p:nvPr>
            <p:ph idx="1"/>
          </p:nvPr>
        </p:nvSpPr>
        <p:spPr/>
        <p:txBody>
          <a:bodyPr/>
          <a:lstStyle/>
          <a:p>
            <a:pPr>
              <a:defRPr sz="1800">
                <a:solidFill>
                  <a:srgbClr val="003366"/>
                </a:solidFill>
              </a:defRPr>
            </a:pPr>
            <a:r>
              <a:rPr sz="2600" b="1" dirty="0">
                <a:solidFill>
                  <a:srgbClr val="0066FF"/>
                </a:solidFill>
              </a:rPr>
              <a:t>Scrum</a:t>
            </a:r>
            <a:r>
              <a:rPr sz="2600" dirty="0"/>
              <a:t> – </a:t>
            </a:r>
            <a:r>
              <a:rPr lang="en-US" sz="2600" dirty="0"/>
              <a:t>An iterative framework that focuses on </a:t>
            </a:r>
            <a:r>
              <a:rPr sz="2600" dirty="0"/>
              <a:t>Sprint</a:t>
            </a:r>
            <a:r>
              <a:rPr lang="en-US" sz="2600" dirty="0"/>
              <a:t> and teamwork with</a:t>
            </a:r>
            <a:r>
              <a:rPr sz="2600" dirty="0"/>
              <a:t> clear roles (Product Owner, Scrum Master).</a:t>
            </a:r>
          </a:p>
          <a:p>
            <a:pPr>
              <a:defRPr sz="1800">
                <a:solidFill>
                  <a:srgbClr val="003366"/>
                </a:solidFill>
              </a:defRPr>
            </a:pPr>
            <a:r>
              <a:rPr lang="en-US" sz="2600" b="1" dirty="0">
                <a:solidFill>
                  <a:srgbClr val="0066FF"/>
                </a:solidFill>
              </a:rPr>
              <a:t>Kanban</a:t>
            </a:r>
            <a:r>
              <a:rPr lang="en-US" sz="2600" dirty="0"/>
              <a:t> – Visual workflow, continuous improvement.</a:t>
            </a:r>
          </a:p>
          <a:p>
            <a:pPr>
              <a:defRPr sz="1800">
                <a:solidFill>
                  <a:srgbClr val="003366"/>
                </a:solidFill>
              </a:defRPr>
            </a:pPr>
            <a:r>
              <a:rPr sz="2600" b="1" dirty="0">
                <a:solidFill>
                  <a:srgbClr val="0066FF"/>
                </a:solidFill>
              </a:rPr>
              <a:t>Extreme Programming (XP)</a:t>
            </a:r>
            <a:r>
              <a:rPr sz="2600" dirty="0">
                <a:solidFill>
                  <a:srgbClr val="0066FF"/>
                </a:solidFill>
              </a:rPr>
              <a:t> </a:t>
            </a:r>
            <a:r>
              <a:rPr sz="2600" dirty="0"/>
              <a:t>– </a:t>
            </a:r>
            <a:r>
              <a:rPr lang="en-US" sz="2600" dirty="0"/>
              <a:t>Emphasizes on technical practices and customer involvement. </a:t>
            </a:r>
            <a:r>
              <a:rPr sz="2600" dirty="0"/>
              <a:t>High code quality, frequent releases.</a:t>
            </a:r>
          </a:p>
          <a:p>
            <a:pPr>
              <a:defRPr sz="1800">
                <a:solidFill>
                  <a:srgbClr val="003366"/>
                </a:solidFill>
              </a:defRPr>
            </a:pPr>
            <a:endParaRPr lang="en-US" sz="2800" dirty="0"/>
          </a:p>
          <a:p>
            <a:pPr>
              <a:defRPr sz="1800">
                <a:solidFill>
                  <a:srgbClr val="003366"/>
                </a:solidFill>
              </a:defRPr>
            </a:pPr>
            <a:r>
              <a:rPr lang="en-US" sz="1800" dirty="0">
                <a:hlinkClick r:id="rId2"/>
              </a:rPr>
              <a:t>Introduction to Agile Development: Scrum, Kanban, and XP</a:t>
            </a:r>
            <a:endParaRPr lang="en-MY" sz="1800" dirty="0"/>
          </a:p>
        </p:txBody>
      </p:sp>
      <p:sp>
        <p:nvSpPr>
          <p:cNvPr id="4" name="Freeform 8">
            <a:extLst>
              <a:ext uri="{FF2B5EF4-FFF2-40B4-BE49-F238E27FC236}">
                <a16:creationId xmlns:a16="http://schemas.microsoft.com/office/drawing/2014/main" id="{65521667-C11B-48F5-A1E3-15FDF0BBA95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192475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DC331CFA-4FBC-491C-AD3F-7A9F35784FBE}"/>
              </a:ext>
            </a:extLst>
          </p:cNvPr>
          <p:cNvSpPr>
            <a:spLocks noGrp="1"/>
          </p:cNvSpPr>
          <p:nvPr>
            <p:ph type="title"/>
          </p:nvPr>
        </p:nvSpPr>
        <p:spPr/>
        <p:txBody>
          <a:bodyPr/>
          <a:lstStyle/>
          <a:p>
            <a:pPr eaLnBrk="1" hangingPunct="1"/>
            <a:r>
              <a:rPr lang="en-US" dirty="0"/>
              <a:t>Scrum</a:t>
            </a:r>
            <a:endParaRPr lang="en-US" altLang="en-US" dirty="0"/>
          </a:p>
        </p:txBody>
      </p:sp>
      <p:sp>
        <p:nvSpPr>
          <p:cNvPr id="54275" name="Slide Number Placeholder 4">
            <a:extLst>
              <a:ext uri="{FF2B5EF4-FFF2-40B4-BE49-F238E27FC236}">
                <a16:creationId xmlns:a16="http://schemas.microsoft.com/office/drawing/2014/main" id="{8115E091-9F4F-4283-BF95-A05C689850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B61676F-08FB-49DA-9C91-6619D36C665E}"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
        <p:nvSpPr>
          <p:cNvPr id="7" name="Freeform 8">
            <a:extLst>
              <a:ext uri="{FF2B5EF4-FFF2-40B4-BE49-F238E27FC236}">
                <a16:creationId xmlns:a16="http://schemas.microsoft.com/office/drawing/2014/main" id="{57087D70-E94A-43DF-8D7B-767E5C6AEDE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5" name="Content Placeholder 4">
            <a:extLst>
              <a:ext uri="{FF2B5EF4-FFF2-40B4-BE49-F238E27FC236}">
                <a16:creationId xmlns:a16="http://schemas.microsoft.com/office/drawing/2014/main" id="{7C64DF95-A95D-4144-A310-F2DC2EEFE7F6}"/>
              </a:ext>
            </a:extLst>
          </p:cNvPr>
          <p:cNvSpPr>
            <a:spLocks noGrp="1"/>
          </p:cNvSpPr>
          <p:nvPr>
            <p:ph idx="1"/>
          </p:nvPr>
        </p:nvSpPr>
        <p:spPr>
          <a:xfrm>
            <a:off x="457200" y="1600200"/>
            <a:ext cx="8229600" cy="4525963"/>
          </a:xfrm>
        </p:spPr>
        <p:txBody>
          <a:bodyPr/>
          <a:lstStyle/>
          <a:p>
            <a:r>
              <a:rPr lang="en-US" sz="2000" b="1" dirty="0"/>
              <a:t>Iterative &amp; Time-Boxed:</a:t>
            </a:r>
            <a:r>
              <a:rPr lang="en-US" sz="2000" dirty="0"/>
              <a:t> Work is divided into fixed-length iterations called Sprints (typically 1-4 weeks). </a:t>
            </a:r>
          </a:p>
          <a:p>
            <a:r>
              <a:rPr lang="en-US" sz="2000" b="1" dirty="0"/>
              <a:t>Roles: </a:t>
            </a:r>
            <a:r>
              <a:rPr lang="en-US" sz="2000" dirty="0"/>
              <a:t>Specific roles:</a:t>
            </a:r>
          </a:p>
          <a:p>
            <a:pPr lvl="1"/>
            <a:r>
              <a:rPr lang="en-US" sz="1800" dirty="0">
                <a:solidFill>
                  <a:srgbClr val="00B0F0"/>
                </a:solidFill>
              </a:rPr>
              <a:t>Product Owner </a:t>
            </a:r>
            <a:r>
              <a:rPr lang="en-US" sz="1800" dirty="0"/>
              <a:t>(A team member who is responsible for identifying product features and attributes. The Product Owner reviews work done and helps to test the product)</a:t>
            </a:r>
          </a:p>
          <a:p>
            <a:pPr lvl="1"/>
            <a:r>
              <a:rPr lang="en-US" sz="1800" dirty="0">
                <a:solidFill>
                  <a:srgbClr val="00B0F0"/>
                </a:solidFill>
              </a:rPr>
              <a:t>Scrum Master </a:t>
            </a:r>
            <a:r>
              <a:rPr lang="en-US" sz="1800" dirty="0"/>
              <a:t>(a team coach who guides the team in the effective use of Scrum)</a:t>
            </a:r>
          </a:p>
          <a:p>
            <a:pPr lvl="1"/>
            <a:r>
              <a:rPr lang="en-US" sz="1800" dirty="0">
                <a:solidFill>
                  <a:srgbClr val="00B0F0"/>
                </a:solidFill>
              </a:rPr>
              <a:t>Development Team</a:t>
            </a:r>
            <a:r>
              <a:rPr lang="en-US" sz="1800" dirty="0"/>
              <a:t> (A small self-organizing team of five to eight people who are responsible for developing the product)</a:t>
            </a:r>
          </a:p>
          <a:p>
            <a:r>
              <a:rPr lang="en-US" sz="2000" b="1" dirty="0"/>
              <a:t>Events: </a:t>
            </a:r>
            <a:r>
              <a:rPr lang="en-US" sz="2000" dirty="0"/>
              <a:t>Includes events like Daily Scrum, Sprint Reviews, and Sprint Retrospectives for team coordination and improvement. </a:t>
            </a:r>
          </a:p>
          <a:p>
            <a:r>
              <a:rPr lang="en-US" sz="2000" b="1" dirty="0"/>
              <a:t>Focus: </a:t>
            </a:r>
            <a:r>
              <a:rPr lang="en-US" sz="2000" dirty="0"/>
              <a:t>Primarily on structured iterative progress and effective team collaboration to solve complex problems. </a:t>
            </a:r>
          </a:p>
          <a:p>
            <a:r>
              <a:rPr lang="en-MY" sz="1800" dirty="0">
                <a:hlinkClick r:id="rId3"/>
              </a:rPr>
              <a:t>https://www.theserverside.com/video/Scrum-methodology-explained</a:t>
            </a:r>
            <a:endParaRPr lang="en-MY" sz="1800" dirty="0"/>
          </a:p>
          <a:p>
            <a:endParaRPr lang="en-MY" sz="2000" dirty="0"/>
          </a:p>
        </p:txBody>
      </p:sp>
    </p:spTree>
    <p:extLst>
      <p:ext uri="{BB962C8B-B14F-4D97-AF65-F5344CB8AC3E}">
        <p14:creationId xmlns:p14="http://schemas.microsoft.com/office/powerpoint/2010/main" val="4010148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4">
            <a:extLst>
              <a:ext uri="{FF2B5EF4-FFF2-40B4-BE49-F238E27FC236}">
                <a16:creationId xmlns:a16="http://schemas.microsoft.com/office/drawing/2014/main" id="{8115E091-9F4F-4283-BF95-A05C689850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B61676F-08FB-49DA-9C91-6619D36C665E}"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
        <p:nvSpPr>
          <p:cNvPr id="7" name="Freeform 8">
            <a:extLst>
              <a:ext uri="{FF2B5EF4-FFF2-40B4-BE49-F238E27FC236}">
                <a16:creationId xmlns:a16="http://schemas.microsoft.com/office/drawing/2014/main" id="{57087D70-E94A-43DF-8D7B-767E5C6AEDE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pic>
        <p:nvPicPr>
          <p:cNvPr id="6" name="Picture 5">
            <a:extLst>
              <a:ext uri="{FF2B5EF4-FFF2-40B4-BE49-F238E27FC236}">
                <a16:creationId xmlns:a16="http://schemas.microsoft.com/office/drawing/2014/main" id="{7C537EE7-12C7-4859-82A8-3FBCC5841BBE}"/>
              </a:ext>
            </a:extLst>
          </p:cNvPr>
          <p:cNvPicPr>
            <a:picLocks noChangeAspect="1"/>
          </p:cNvPicPr>
          <p:nvPr/>
        </p:nvPicPr>
        <p:blipFill>
          <a:blip r:embed="rId3"/>
          <a:stretch>
            <a:fillRect/>
          </a:stretch>
        </p:blipFill>
        <p:spPr>
          <a:xfrm>
            <a:off x="89862" y="685800"/>
            <a:ext cx="8964276" cy="5458204"/>
          </a:xfrm>
          <a:prstGeom prst="rect">
            <a:avLst/>
          </a:prstGeom>
        </p:spPr>
      </p:pic>
    </p:spTree>
    <p:extLst>
      <p:ext uri="{BB962C8B-B14F-4D97-AF65-F5344CB8AC3E}">
        <p14:creationId xmlns:p14="http://schemas.microsoft.com/office/powerpoint/2010/main" val="560948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DC331CFA-4FBC-491C-AD3F-7A9F35784FBE}"/>
              </a:ext>
            </a:extLst>
          </p:cNvPr>
          <p:cNvSpPr>
            <a:spLocks noGrp="1"/>
          </p:cNvSpPr>
          <p:nvPr>
            <p:ph type="title"/>
          </p:nvPr>
        </p:nvSpPr>
        <p:spPr/>
        <p:txBody>
          <a:bodyPr/>
          <a:lstStyle/>
          <a:p>
            <a:pPr eaLnBrk="1" hangingPunct="1"/>
            <a:r>
              <a:rPr lang="en-US" altLang="en-US" dirty="0"/>
              <a:t>Kanban</a:t>
            </a:r>
          </a:p>
        </p:txBody>
      </p:sp>
      <p:sp>
        <p:nvSpPr>
          <p:cNvPr id="54275" name="Slide Number Placeholder 4">
            <a:extLst>
              <a:ext uri="{FF2B5EF4-FFF2-40B4-BE49-F238E27FC236}">
                <a16:creationId xmlns:a16="http://schemas.microsoft.com/office/drawing/2014/main" id="{8115E091-9F4F-4283-BF95-A05C689850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B61676F-08FB-49DA-9C91-6619D36C665E}"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
        <p:nvSpPr>
          <p:cNvPr id="7" name="Freeform 8">
            <a:extLst>
              <a:ext uri="{FF2B5EF4-FFF2-40B4-BE49-F238E27FC236}">
                <a16:creationId xmlns:a16="http://schemas.microsoft.com/office/drawing/2014/main" id="{57087D70-E94A-43DF-8D7B-767E5C6AEDE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5" name="Content Placeholder 4">
            <a:extLst>
              <a:ext uri="{FF2B5EF4-FFF2-40B4-BE49-F238E27FC236}">
                <a16:creationId xmlns:a16="http://schemas.microsoft.com/office/drawing/2014/main" id="{D80E19B2-1D68-43BD-8EAC-CA2F62766402}"/>
              </a:ext>
            </a:extLst>
          </p:cNvPr>
          <p:cNvSpPr>
            <a:spLocks noGrp="1"/>
          </p:cNvSpPr>
          <p:nvPr>
            <p:ph idx="1"/>
          </p:nvPr>
        </p:nvSpPr>
        <p:spPr>
          <a:xfrm>
            <a:off x="381000" y="1776412"/>
            <a:ext cx="8229600" cy="4525963"/>
          </a:xfrm>
        </p:spPr>
        <p:txBody>
          <a:bodyPr/>
          <a:lstStyle/>
          <a:p>
            <a:r>
              <a:rPr lang="en-US" sz="2400" b="1" dirty="0"/>
              <a:t>Flow-Based:</a:t>
            </a:r>
            <a:r>
              <a:rPr lang="en-US" sz="2400" dirty="0"/>
              <a:t> Focuses on continuous workflow and delivering value as it becomes ready. </a:t>
            </a:r>
          </a:p>
          <a:p>
            <a:r>
              <a:rPr lang="en-US" sz="2400" b="1" dirty="0"/>
              <a:t>Visual Management:</a:t>
            </a:r>
            <a:r>
              <a:rPr lang="en-US" sz="2400" dirty="0"/>
              <a:t> Uses a Kanban board with cards to visualize work, often limiting the amount of work in progress (WIP) at any stage. </a:t>
            </a:r>
          </a:p>
          <a:p>
            <a:r>
              <a:rPr lang="en-US" sz="2400" b="1" dirty="0"/>
              <a:t>No Fixed Iterations:</a:t>
            </a:r>
            <a:r>
              <a:rPr lang="en-US" sz="2400" dirty="0"/>
              <a:t> It's a pull system where team members pull work as they have the capacity, rather than work being "pushed" onto them. </a:t>
            </a:r>
          </a:p>
          <a:p>
            <a:r>
              <a:rPr lang="en-US" sz="2400" b="1" dirty="0"/>
              <a:t>Flexibility:</a:t>
            </a:r>
            <a:r>
              <a:rPr lang="en-US" sz="2400" dirty="0"/>
              <a:t> Emphasizes optimizing the workflow rather than following a strict set of events or roles. </a:t>
            </a:r>
          </a:p>
          <a:p>
            <a:endParaRPr lang="en-MY" sz="2400" dirty="0"/>
          </a:p>
        </p:txBody>
      </p:sp>
    </p:spTree>
    <p:extLst>
      <p:ext uri="{BB962C8B-B14F-4D97-AF65-F5344CB8AC3E}">
        <p14:creationId xmlns:p14="http://schemas.microsoft.com/office/powerpoint/2010/main" val="184387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DC331CFA-4FBC-491C-AD3F-7A9F35784FBE}"/>
              </a:ext>
            </a:extLst>
          </p:cNvPr>
          <p:cNvSpPr>
            <a:spLocks noGrp="1"/>
          </p:cNvSpPr>
          <p:nvPr>
            <p:ph type="title"/>
          </p:nvPr>
        </p:nvSpPr>
        <p:spPr/>
        <p:txBody>
          <a:bodyPr/>
          <a:lstStyle/>
          <a:p>
            <a:pPr eaLnBrk="1" hangingPunct="1"/>
            <a:r>
              <a:rPr lang="en-US" altLang="en-US" dirty="0"/>
              <a:t>Extreme Programming (XP)</a:t>
            </a:r>
          </a:p>
        </p:txBody>
      </p:sp>
      <p:sp>
        <p:nvSpPr>
          <p:cNvPr id="54275" name="Slide Number Placeholder 4">
            <a:extLst>
              <a:ext uri="{FF2B5EF4-FFF2-40B4-BE49-F238E27FC236}">
                <a16:creationId xmlns:a16="http://schemas.microsoft.com/office/drawing/2014/main" id="{8115E091-9F4F-4283-BF95-A05C689850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B61676F-08FB-49DA-9C91-6619D36C665E}"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
        <p:nvSpPr>
          <p:cNvPr id="7" name="Freeform 8">
            <a:extLst>
              <a:ext uri="{FF2B5EF4-FFF2-40B4-BE49-F238E27FC236}">
                <a16:creationId xmlns:a16="http://schemas.microsoft.com/office/drawing/2014/main" id="{57087D70-E94A-43DF-8D7B-767E5C6AEDE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5" name="Content Placeholder 4">
            <a:extLst>
              <a:ext uri="{FF2B5EF4-FFF2-40B4-BE49-F238E27FC236}">
                <a16:creationId xmlns:a16="http://schemas.microsoft.com/office/drawing/2014/main" id="{D80E19B2-1D68-43BD-8EAC-CA2F62766402}"/>
              </a:ext>
            </a:extLst>
          </p:cNvPr>
          <p:cNvSpPr>
            <a:spLocks noGrp="1"/>
          </p:cNvSpPr>
          <p:nvPr>
            <p:ph idx="1"/>
          </p:nvPr>
        </p:nvSpPr>
        <p:spPr>
          <a:xfrm>
            <a:off x="381000" y="1776412"/>
            <a:ext cx="8229600" cy="4525963"/>
          </a:xfrm>
        </p:spPr>
        <p:txBody>
          <a:bodyPr/>
          <a:lstStyle/>
          <a:p>
            <a:r>
              <a:rPr lang="en-US" sz="2400" b="1" dirty="0"/>
              <a:t>Technical Excellence:</a:t>
            </a:r>
            <a:r>
              <a:rPr lang="en-US" sz="2400" dirty="0"/>
              <a:t> Focuses on high software quality and technical practices. </a:t>
            </a:r>
          </a:p>
          <a:p>
            <a:r>
              <a:rPr lang="en-US" sz="2400" b="1" dirty="0"/>
              <a:t>Practices:</a:t>
            </a:r>
            <a:r>
              <a:rPr lang="en-US" sz="2400" dirty="0"/>
              <a:t> Mandates specific technical practices like test-driven development (TDD), pair programming, and continuous integration. </a:t>
            </a:r>
          </a:p>
          <a:p>
            <a:r>
              <a:rPr lang="en-US" sz="2400" b="1" dirty="0"/>
              <a:t>Frequent Releases:</a:t>
            </a:r>
            <a:r>
              <a:rPr lang="en-US" sz="2400" dirty="0"/>
              <a:t> Encourages very short iterations and rapid delivery to ensure alignment with customer needs. </a:t>
            </a:r>
          </a:p>
          <a:p>
            <a:r>
              <a:rPr lang="en-US" sz="2400" b="1" dirty="0"/>
              <a:t>Customer Collaboration:</a:t>
            </a:r>
            <a:r>
              <a:rPr lang="en-US" sz="2400" dirty="0"/>
              <a:t> Features high customer involvement to gather continuous feedback and ensure the product meets requirements. </a:t>
            </a:r>
          </a:p>
          <a:p>
            <a:endParaRPr lang="en-MY" sz="2400" dirty="0"/>
          </a:p>
        </p:txBody>
      </p:sp>
    </p:spTree>
    <p:extLst>
      <p:ext uri="{BB962C8B-B14F-4D97-AF65-F5344CB8AC3E}">
        <p14:creationId xmlns:p14="http://schemas.microsoft.com/office/powerpoint/2010/main" val="1251113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RAD &amp; </a:t>
            </a:r>
            <a:r>
              <a:rPr dirty="0"/>
              <a:t>Prototypin</a:t>
            </a:r>
            <a:r>
              <a:rPr lang="en-US" dirty="0"/>
              <a:t>g</a:t>
            </a:r>
            <a:endParaRPr dirty="0"/>
          </a:p>
        </p:txBody>
      </p:sp>
      <p:sp>
        <p:nvSpPr>
          <p:cNvPr id="3" name="Content Placeholder 2"/>
          <p:cNvSpPr>
            <a:spLocks noGrp="1"/>
          </p:cNvSpPr>
          <p:nvPr>
            <p:ph idx="1"/>
          </p:nvPr>
        </p:nvSpPr>
        <p:spPr/>
        <p:txBody>
          <a:bodyPr/>
          <a:lstStyle/>
          <a:p>
            <a:pPr>
              <a:defRPr sz="1800">
                <a:solidFill>
                  <a:srgbClr val="003366"/>
                </a:solidFill>
              </a:defRPr>
            </a:pPr>
            <a:r>
              <a:rPr lang="en-US" sz="2800" dirty="0">
                <a:solidFill>
                  <a:srgbClr val="0066FF"/>
                </a:solidFill>
              </a:rPr>
              <a:t>Joint Application Development (JAD)</a:t>
            </a:r>
            <a:r>
              <a:rPr lang="en-US" sz="2800" dirty="0"/>
              <a:t> – Structured workshops to gather accurate requirements.</a:t>
            </a:r>
          </a:p>
          <a:p>
            <a:pPr>
              <a:defRPr sz="1800">
                <a:solidFill>
                  <a:srgbClr val="003366"/>
                </a:solidFill>
              </a:defRPr>
            </a:pPr>
            <a:r>
              <a:rPr lang="en-US" sz="2800" dirty="0">
                <a:solidFill>
                  <a:srgbClr val="0066FF"/>
                </a:solidFill>
              </a:rPr>
              <a:t>Rapid Application Development (RAD)</a:t>
            </a:r>
            <a:r>
              <a:rPr lang="en-US" sz="2800" dirty="0"/>
              <a:t> – Rapid development with user involvement and reusable components.</a:t>
            </a:r>
          </a:p>
          <a:p>
            <a:pPr marL="0" indent="0">
              <a:buNone/>
              <a:defRPr sz="1800">
                <a:solidFill>
                  <a:srgbClr val="003366"/>
                </a:solidFill>
              </a:defRPr>
            </a:pPr>
            <a:endParaRPr lang="en-US" sz="2800" dirty="0"/>
          </a:p>
          <a:p>
            <a:pPr>
              <a:defRPr sz="1800">
                <a:solidFill>
                  <a:srgbClr val="003366"/>
                </a:solidFill>
              </a:defRPr>
            </a:pPr>
            <a:r>
              <a:rPr sz="2800" dirty="0">
                <a:solidFill>
                  <a:srgbClr val="0066FF"/>
                </a:solidFill>
              </a:rPr>
              <a:t>Prototyping (Throwaway) </a:t>
            </a:r>
            <a:r>
              <a:rPr sz="2800" dirty="0"/>
              <a:t>– Quick models to clarify needs.</a:t>
            </a:r>
          </a:p>
          <a:p>
            <a:pPr>
              <a:defRPr sz="1800">
                <a:solidFill>
                  <a:srgbClr val="003366"/>
                </a:solidFill>
              </a:defRPr>
            </a:pPr>
            <a:r>
              <a:rPr sz="2800" dirty="0">
                <a:solidFill>
                  <a:srgbClr val="0066FF"/>
                </a:solidFill>
              </a:rPr>
              <a:t>Prototyping (</a:t>
            </a:r>
            <a:r>
              <a:rPr lang="en-US" sz="2800" dirty="0">
                <a:solidFill>
                  <a:srgbClr val="0066FF"/>
                </a:solidFill>
              </a:rPr>
              <a:t>System/</a:t>
            </a:r>
            <a:r>
              <a:rPr sz="2800" dirty="0">
                <a:solidFill>
                  <a:srgbClr val="0066FF"/>
                </a:solidFill>
              </a:rPr>
              <a:t>Evolutionary) </a:t>
            </a:r>
            <a:r>
              <a:rPr sz="2800" dirty="0"/>
              <a:t>– Improved prototypes evolve into final system.</a:t>
            </a:r>
            <a:endParaRPr lang="en-US" sz="2800" dirty="0"/>
          </a:p>
          <a:p>
            <a:pPr marL="0" indent="0">
              <a:buNone/>
              <a:defRPr sz="1800">
                <a:solidFill>
                  <a:srgbClr val="003366"/>
                </a:solidFill>
              </a:defRPr>
            </a:pPr>
            <a:endParaRPr sz="2800" dirty="0"/>
          </a:p>
        </p:txBody>
      </p:sp>
      <p:sp>
        <p:nvSpPr>
          <p:cNvPr id="4" name="Freeform 8">
            <a:extLst>
              <a:ext uri="{FF2B5EF4-FFF2-40B4-BE49-F238E27FC236}">
                <a16:creationId xmlns:a16="http://schemas.microsoft.com/office/drawing/2014/main" id="{80BED405-32AC-4433-8B52-CD7DE5D02E2C}"/>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D7726755-A446-4AFE-9A53-A5CA6EE96A23}"/>
              </a:ext>
            </a:extLst>
          </p:cNvPr>
          <p:cNvSpPr>
            <a:spLocks noGrp="1"/>
          </p:cNvSpPr>
          <p:nvPr>
            <p:ph type="title"/>
          </p:nvPr>
        </p:nvSpPr>
        <p:spPr>
          <a:xfrm>
            <a:off x="457200" y="152400"/>
            <a:ext cx="8229600" cy="1143000"/>
          </a:xfrm>
        </p:spPr>
        <p:txBody>
          <a:bodyPr/>
          <a:lstStyle/>
          <a:p>
            <a:r>
              <a:rPr lang="en-US" altLang="en-US"/>
              <a:t>Rapid Application Development (RAD)</a:t>
            </a:r>
          </a:p>
        </p:txBody>
      </p:sp>
      <p:sp>
        <p:nvSpPr>
          <p:cNvPr id="45059" name="Content Placeholder 2">
            <a:extLst>
              <a:ext uri="{FF2B5EF4-FFF2-40B4-BE49-F238E27FC236}">
                <a16:creationId xmlns:a16="http://schemas.microsoft.com/office/drawing/2014/main" id="{B6E07565-2B21-4600-A114-8047D3FE4BB4}"/>
              </a:ext>
            </a:extLst>
          </p:cNvPr>
          <p:cNvSpPr>
            <a:spLocks noGrp="1"/>
          </p:cNvSpPr>
          <p:nvPr>
            <p:ph idx="1"/>
          </p:nvPr>
        </p:nvSpPr>
        <p:spPr>
          <a:xfrm>
            <a:off x="457200" y="1600200"/>
            <a:ext cx="8534400" cy="4525963"/>
          </a:xfrm>
        </p:spPr>
        <p:txBody>
          <a:bodyPr/>
          <a:lstStyle/>
          <a:p>
            <a:pPr>
              <a:spcBef>
                <a:spcPct val="0"/>
              </a:spcBef>
            </a:pPr>
            <a:r>
              <a:rPr lang="en-US" altLang="en-US" sz="2800"/>
              <a:t>RAD is a collection of methodologies that emerged in response to the weaknesses of waterfall development and its variations. </a:t>
            </a:r>
          </a:p>
          <a:p>
            <a:pPr>
              <a:spcBef>
                <a:spcPct val="0"/>
              </a:spcBef>
            </a:pPr>
            <a:endParaRPr lang="en-US" altLang="en-US" sz="2800"/>
          </a:p>
          <a:p>
            <a:pPr>
              <a:spcBef>
                <a:spcPct val="0"/>
              </a:spcBef>
            </a:pPr>
            <a:r>
              <a:rPr lang="en-US" altLang="en-US" sz="2800"/>
              <a:t>RAD incorporates special techniques and computer tools to speed up the analysis, design, and implementation phases in order to get some portion of the system developed quickly and into the hands of the users for evaluation and feedback. </a:t>
            </a:r>
          </a:p>
        </p:txBody>
      </p:sp>
      <p:sp>
        <p:nvSpPr>
          <p:cNvPr id="45060" name="Slide Number Placeholder 4">
            <a:extLst>
              <a:ext uri="{FF2B5EF4-FFF2-40B4-BE49-F238E27FC236}">
                <a16:creationId xmlns:a16="http://schemas.microsoft.com/office/drawing/2014/main" id="{B7811A83-967A-4777-9710-8CD7F73ED45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64760EC-A30D-46E5-A15D-EACF020B30A5}"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
        <p:nvSpPr>
          <p:cNvPr id="5" name="Freeform 8">
            <a:extLst>
              <a:ext uri="{FF2B5EF4-FFF2-40B4-BE49-F238E27FC236}">
                <a16:creationId xmlns:a16="http://schemas.microsoft.com/office/drawing/2014/main" id="{75229205-9988-4A07-9030-4AA075F1AC8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901511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373CE967-5D7A-432A-AF37-9B7D45DC51B7}"/>
              </a:ext>
            </a:extLst>
          </p:cNvPr>
          <p:cNvSpPr>
            <a:spLocks noGrp="1"/>
          </p:cNvSpPr>
          <p:nvPr>
            <p:ph type="title"/>
          </p:nvPr>
        </p:nvSpPr>
        <p:spPr>
          <a:xfrm>
            <a:off x="457200" y="152400"/>
            <a:ext cx="8229600" cy="1143000"/>
          </a:xfrm>
        </p:spPr>
        <p:txBody>
          <a:bodyPr/>
          <a:lstStyle/>
          <a:p>
            <a:r>
              <a:rPr lang="en-US" altLang="en-US"/>
              <a:t>Rapid Application Development (RAD) (cont.)</a:t>
            </a:r>
          </a:p>
        </p:txBody>
      </p:sp>
      <p:sp>
        <p:nvSpPr>
          <p:cNvPr id="46083" name="Content Placeholder 2">
            <a:extLst>
              <a:ext uri="{FF2B5EF4-FFF2-40B4-BE49-F238E27FC236}">
                <a16:creationId xmlns:a16="http://schemas.microsoft.com/office/drawing/2014/main" id="{16C7C3D2-DFBC-46AD-B4DC-A2201FF9347B}"/>
              </a:ext>
            </a:extLst>
          </p:cNvPr>
          <p:cNvSpPr>
            <a:spLocks noGrp="1"/>
          </p:cNvSpPr>
          <p:nvPr>
            <p:ph idx="1"/>
          </p:nvPr>
        </p:nvSpPr>
        <p:spPr>
          <a:xfrm>
            <a:off x="457200" y="1600200"/>
            <a:ext cx="8534400" cy="4525963"/>
          </a:xfrm>
        </p:spPr>
        <p:txBody>
          <a:bodyPr/>
          <a:lstStyle/>
          <a:p>
            <a:pPr>
              <a:spcBef>
                <a:spcPct val="0"/>
              </a:spcBef>
            </a:pPr>
            <a:r>
              <a:rPr lang="en-US" altLang="en-US" sz="2600"/>
              <a:t>CASE (computer-aided software engineering) tools, JAD (joint application development) sessions, fourth-generation/visual programming languages (e.g., Visual Basic.NET), and code generators may all play a role in RAD. </a:t>
            </a:r>
          </a:p>
          <a:p>
            <a:pPr>
              <a:spcBef>
                <a:spcPct val="0"/>
              </a:spcBef>
            </a:pPr>
            <a:endParaRPr lang="en-US" altLang="en-US" sz="2600"/>
          </a:p>
          <a:p>
            <a:pPr>
              <a:spcBef>
                <a:spcPct val="0"/>
              </a:spcBef>
            </a:pPr>
            <a:r>
              <a:rPr lang="en-US" altLang="en-US" sz="2600"/>
              <a:t>While RAD can improve the speed and quality of systems development, it may also introduce a problem in managing user expectations. As systems are developed more quickly and users gain a better understanding of information technology, user expectations may dramatically increase and system requirements may expand during the project.</a:t>
            </a:r>
          </a:p>
        </p:txBody>
      </p:sp>
      <p:sp>
        <p:nvSpPr>
          <p:cNvPr id="46084" name="Slide Number Placeholder 4">
            <a:extLst>
              <a:ext uri="{FF2B5EF4-FFF2-40B4-BE49-F238E27FC236}">
                <a16:creationId xmlns:a16="http://schemas.microsoft.com/office/drawing/2014/main" id="{AF47CC55-07F8-42AD-BE95-9AAB4E238A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5F92223-E2DB-4DB2-802B-0E39822BD871}"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
        <p:nvSpPr>
          <p:cNvPr id="5" name="Freeform 8">
            <a:extLst>
              <a:ext uri="{FF2B5EF4-FFF2-40B4-BE49-F238E27FC236}">
                <a16:creationId xmlns:a16="http://schemas.microsoft.com/office/drawing/2014/main" id="{BC6EA70B-AA45-4AF8-BE19-DDCAEBB17163}"/>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56325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F3C16-E684-4384-A2A6-E7715158ABD6}"/>
              </a:ext>
            </a:extLst>
          </p:cNvPr>
          <p:cNvSpPr>
            <a:spLocks noGrp="1"/>
          </p:cNvSpPr>
          <p:nvPr>
            <p:ph type="title"/>
          </p:nvPr>
        </p:nvSpPr>
        <p:spPr/>
        <p:txBody>
          <a:bodyPr rtlCol="0">
            <a:normAutofit fontScale="90000"/>
          </a:bodyPr>
          <a:lstStyle/>
          <a:p>
            <a:pPr eaLnBrk="1" fontAlgn="auto" hangingPunct="1">
              <a:spcAft>
                <a:spcPts val="0"/>
              </a:spcAft>
              <a:defRPr/>
            </a:pPr>
            <a:r>
              <a:rPr lang="en-US" dirty="0"/>
              <a:t>Rapid Application Development: </a:t>
            </a:r>
            <a:r>
              <a:rPr lang="en-US" dirty="0">
                <a:solidFill>
                  <a:srgbClr val="0070C0"/>
                </a:solidFill>
              </a:rPr>
              <a:t>Iterative Development</a:t>
            </a:r>
          </a:p>
        </p:txBody>
      </p:sp>
      <p:sp>
        <p:nvSpPr>
          <p:cNvPr id="47107" name="Slide Number Placeholder 4">
            <a:extLst>
              <a:ext uri="{FF2B5EF4-FFF2-40B4-BE49-F238E27FC236}">
                <a16:creationId xmlns:a16="http://schemas.microsoft.com/office/drawing/2014/main" id="{C5C5C000-038C-4243-A37A-24D6BB01A2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266873D-A08C-4D92-BFA3-ED27F6423AA6}"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pic>
        <p:nvPicPr>
          <p:cNvPr id="47108" name="Content Placeholder 5" descr="ftp://pmcfadden2:jws&amp;zi$@ftp.wiley.com/pmcfadden2/Dennis.SAD.4e/JPEGS/jpge_300_dpi/Ch02/fig_02_05.jpg">
            <a:extLst>
              <a:ext uri="{FF2B5EF4-FFF2-40B4-BE49-F238E27FC236}">
                <a16:creationId xmlns:a16="http://schemas.microsoft.com/office/drawing/2014/main" id="{6288A029-054D-47F5-B360-4D7DE7D0050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4800" y="1600200"/>
            <a:ext cx="8686800" cy="5194300"/>
          </a:xfrm>
        </p:spPr>
      </p:pic>
      <p:sp>
        <p:nvSpPr>
          <p:cNvPr id="3" name="TextBox 2">
            <a:extLst>
              <a:ext uri="{FF2B5EF4-FFF2-40B4-BE49-F238E27FC236}">
                <a16:creationId xmlns:a16="http://schemas.microsoft.com/office/drawing/2014/main" id="{58F96868-E2C4-449E-9CE7-5E202D48D2E6}"/>
              </a:ext>
            </a:extLst>
          </p:cNvPr>
          <p:cNvSpPr txBox="1">
            <a:spLocks noChangeArrowheads="1"/>
          </p:cNvSpPr>
          <p:nvPr/>
        </p:nvSpPr>
        <p:spPr bwMode="auto">
          <a:xfrm>
            <a:off x="228600" y="5753100"/>
            <a:ext cx="3429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breaks the overall project into a series of versions that are </a:t>
            </a:r>
            <a:r>
              <a:rPr lang="en-US" altLang="en-US" sz="1800" u="sng">
                <a:solidFill>
                  <a:srgbClr val="0070C0"/>
                </a:solidFill>
                <a:latin typeface="Arial" panose="020B0604020202020204" pitchFamily="34" charset="0"/>
              </a:rPr>
              <a:t>developed sequentially</a:t>
            </a:r>
            <a:r>
              <a:rPr lang="en-US" altLang="en-US" sz="1800" u="sng">
                <a:latin typeface="Arial" panose="020B0604020202020204" pitchFamily="34" charset="0"/>
              </a:rPr>
              <a:t>.</a:t>
            </a:r>
          </a:p>
        </p:txBody>
      </p:sp>
    </p:spTree>
    <p:extLst>
      <p:ext uri="{BB962C8B-B14F-4D97-AF65-F5344CB8AC3E}">
        <p14:creationId xmlns:p14="http://schemas.microsoft.com/office/powerpoint/2010/main" val="2470825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EF255FA-F551-49BB-95BF-E8B1DC44FBB1}"/>
              </a:ext>
            </a:extLst>
          </p:cNvPr>
          <p:cNvSpPr>
            <a:spLocks noGrp="1"/>
          </p:cNvSpPr>
          <p:nvPr>
            <p:ph type="title"/>
          </p:nvPr>
        </p:nvSpPr>
        <p:spPr>
          <a:xfrm>
            <a:off x="457200" y="152400"/>
            <a:ext cx="8229600" cy="1143000"/>
          </a:xfrm>
        </p:spPr>
        <p:txBody>
          <a:bodyPr/>
          <a:lstStyle/>
          <a:p>
            <a:pPr eaLnBrk="1" hangingPunct="1"/>
            <a:r>
              <a:rPr lang="en-US" altLang="en-US"/>
              <a:t>Rapid Application Development: </a:t>
            </a:r>
            <a:r>
              <a:rPr lang="en-US" altLang="en-US">
                <a:solidFill>
                  <a:srgbClr val="0070C0"/>
                </a:solidFill>
              </a:rPr>
              <a:t>Throwaway Prototyping</a:t>
            </a:r>
          </a:p>
        </p:txBody>
      </p:sp>
      <p:sp>
        <p:nvSpPr>
          <p:cNvPr id="51203" name="Slide Number Placeholder 4">
            <a:extLst>
              <a:ext uri="{FF2B5EF4-FFF2-40B4-BE49-F238E27FC236}">
                <a16:creationId xmlns:a16="http://schemas.microsoft.com/office/drawing/2014/main" id="{40EBFEC7-F5F4-4E73-B2B8-D375A83298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8E6AF65-B845-4FA7-AB10-D10C567B2D79}"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sp>
        <p:nvSpPr>
          <p:cNvPr id="51204" name="Content Placeholder 6">
            <a:extLst>
              <a:ext uri="{FF2B5EF4-FFF2-40B4-BE49-F238E27FC236}">
                <a16:creationId xmlns:a16="http://schemas.microsoft.com/office/drawing/2014/main" id="{5C1F6898-2BBA-4EAB-9903-75A2707F305F}"/>
              </a:ext>
            </a:extLst>
          </p:cNvPr>
          <p:cNvSpPr>
            <a:spLocks noGrp="1"/>
          </p:cNvSpPr>
          <p:nvPr>
            <p:ph idx="1"/>
          </p:nvPr>
        </p:nvSpPr>
        <p:spPr/>
        <p:txBody>
          <a:bodyPr/>
          <a:lstStyle/>
          <a:p>
            <a:pPr eaLnBrk="1" hangingPunct="1">
              <a:spcBef>
                <a:spcPct val="0"/>
              </a:spcBef>
            </a:pPr>
            <a:r>
              <a:rPr lang="en-US" altLang="en-US"/>
              <a:t> </a:t>
            </a:r>
          </a:p>
        </p:txBody>
      </p:sp>
      <p:pic>
        <p:nvPicPr>
          <p:cNvPr id="51205" name="Picture 2" descr="fig_02_07">
            <a:extLst>
              <a:ext uri="{FF2B5EF4-FFF2-40B4-BE49-F238E27FC236}">
                <a16:creationId xmlns:a16="http://schemas.microsoft.com/office/drawing/2014/main" id="{99368166-81E1-4A16-946E-3AA17BC82AF8}"/>
              </a:ext>
            </a:extLst>
          </p:cNvPr>
          <p:cNvPicPr preferRelativeResize="0">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58738" y="1709738"/>
            <a:ext cx="9064625" cy="469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AA55147-1598-47B2-8402-9339981C5913}"/>
              </a:ext>
            </a:extLst>
          </p:cNvPr>
          <p:cNvSpPr txBox="1">
            <a:spLocks noChangeArrowheads="1"/>
          </p:cNvSpPr>
          <p:nvPr/>
        </p:nvSpPr>
        <p:spPr bwMode="auto">
          <a:xfrm>
            <a:off x="228600" y="5070475"/>
            <a:ext cx="28194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the development of prototypes to explore design alternatives rather than as the actual new system</a:t>
            </a:r>
          </a:p>
        </p:txBody>
      </p:sp>
    </p:spTree>
    <p:extLst>
      <p:ext uri="{BB962C8B-B14F-4D97-AF65-F5344CB8AC3E}">
        <p14:creationId xmlns:p14="http://schemas.microsoft.com/office/powerpoint/2010/main" val="3504621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01F78-E864-4AA1-AB49-61D2424BE9D7}"/>
              </a:ext>
            </a:extLst>
          </p:cNvPr>
          <p:cNvSpPr>
            <a:spLocks noGrp="1"/>
          </p:cNvSpPr>
          <p:nvPr>
            <p:ph type="title"/>
          </p:nvPr>
        </p:nvSpPr>
        <p:spPr/>
        <p:txBody>
          <a:bodyPr rtlCol="0">
            <a:normAutofit fontScale="90000"/>
          </a:bodyPr>
          <a:lstStyle/>
          <a:p>
            <a:pPr eaLnBrk="1" fontAlgn="auto" hangingPunct="1">
              <a:spcAft>
                <a:spcPts val="0"/>
              </a:spcAft>
              <a:defRPr/>
            </a:pPr>
            <a:r>
              <a:rPr lang="en-US" dirty="0"/>
              <a:t>Rapid Application Development: </a:t>
            </a:r>
            <a:r>
              <a:rPr lang="en-US" dirty="0">
                <a:solidFill>
                  <a:srgbClr val="0070C0"/>
                </a:solidFill>
              </a:rPr>
              <a:t>System Prototyping</a:t>
            </a:r>
          </a:p>
        </p:txBody>
      </p:sp>
      <p:sp>
        <p:nvSpPr>
          <p:cNvPr id="49155" name="Slide Number Placeholder 4">
            <a:extLst>
              <a:ext uri="{FF2B5EF4-FFF2-40B4-BE49-F238E27FC236}">
                <a16:creationId xmlns:a16="http://schemas.microsoft.com/office/drawing/2014/main" id="{CD062344-DB66-4A52-86FF-4D04182D7F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E5B970D2-EBCD-44F1-9256-7A3EA376C02F}"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pic>
        <p:nvPicPr>
          <p:cNvPr id="49156" name="Content Placeholder 5" descr="ftp://pmcfadden2:jws&amp;zi$@ftp.wiley.com/pmcfadden2/Dennis.SAD.4e/JPEGS/jpge_300_dpi/Ch02/fig_02_06.jpg">
            <a:extLst>
              <a:ext uri="{FF2B5EF4-FFF2-40B4-BE49-F238E27FC236}">
                <a16:creationId xmlns:a16="http://schemas.microsoft.com/office/drawing/2014/main" id="{70FBFF25-6B57-434F-B913-E9210F99ABF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981200"/>
            <a:ext cx="7239000" cy="3810000"/>
          </a:xfrm>
        </p:spPr>
      </p:pic>
      <p:sp>
        <p:nvSpPr>
          <p:cNvPr id="3" name="TextBox 2">
            <a:extLst>
              <a:ext uri="{FF2B5EF4-FFF2-40B4-BE49-F238E27FC236}">
                <a16:creationId xmlns:a16="http://schemas.microsoft.com/office/drawing/2014/main" id="{832CA7CF-6DF2-4A65-8AD1-690903A0B77F}"/>
              </a:ext>
            </a:extLst>
          </p:cNvPr>
          <p:cNvSpPr txBox="1">
            <a:spLocks noChangeArrowheads="1"/>
          </p:cNvSpPr>
          <p:nvPr/>
        </p:nvSpPr>
        <p:spPr bwMode="auto">
          <a:xfrm>
            <a:off x="152400" y="5691188"/>
            <a:ext cx="6858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performs the analysis, design, and implementation phases concurrently in order to quickly develop a simpliﬁed version of the proposed system and give it to the users for evaluation and feedback.</a:t>
            </a:r>
          </a:p>
        </p:txBody>
      </p:sp>
    </p:spTree>
    <p:extLst>
      <p:ext uri="{BB962C8B-B14F-4D97-AF65-F5344CB8AC3E}">
        <p14:creationId xmlns:p14="http://schemas.microsoft.com/office/powerpoint/2010/main" val="1978310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Modern DevOps Approach</a:t>
            </a:r>
          </a:p>
        </p:txBody>
      </p:sp>
      <p:sp>
        <p:nvSpPr>
          <p:cNvPr id="3" name="Content Placeholder 2"/>
          <p:cNvSpPr>
            <a:spLocks noGrp="1"/>
          </p:cNvSpPr>
          <p:nvPr>
            <p:ph idx="1"/>
          </p:nvPr>
        </p:nvSpPr>
        <p:spPr/>
        <p:txBody>
          <a:bodyPr/>
          <a:lstStyle/>
          <a:p>
            <a:pPr>
              <a:defRPr sz="1800">
                <a:solidFill>
                  <a:srgbClr val="003366"/>
                </a:solidFill>
              </a:defRPr>
            </a:pPr>
            <a:r>
              <a:rPr sz="3200" dirty="0">
                <a:solidFill>
                  <a:srgbClr val="0066FF"/>
                </a:solidFill>
              </a:rPr>
              <a:t>DevOps</a:t>
            </a:r>
            <a:r>
              <a:rPr sz="3200" dirty="0"/>
              <a:t> – Combines development &amp; operations</a:t>
            </a:r>
            <a:r>
              <a:rPr lang="en-US" sz="3200" dirty="0"/>
              <a:t> to streamline and automate the software delivery process</a:t>
            </a:r>
            <a:r>
              <a:rPr sz="3200" dirty="0"/>
              <a:t>.</a:t>
            </a:r>
            <a:endParaRPr lang="en-US" sz="3200" dirty="0"/>
          </a:p>
          <a:p>
            <a:pPr>
              <a:defRPr sz="1800">
                <a:solidFill>
                  <a:srgbClr val="003366"/>
                </a:solidFill>
              </a:defRPr>
            </a:pPr>
            <a:endParaRPr sz="3200" dirty="0"/>
          </a:p>
          <a:p>
            <a:pPr>
              <a:defRPr sz="1800">
                <a:solidFill>
                  <a:srgbClr val="003366"/>
                </a:solidFill>
              </a:defRPr>
            </a:pPr>
            <a:r>
              <a:rPr sz="3200" dirty="0">
                <a:solidFill>
                  <a:srgbClr val="003366"/>
                </a:solidFill>
              </a:rPr>
              <a:t>Continuous integration (CI) &amp; delivery (CD).</a:t>
            </a:r>
            <a:endParaRPr sz="3200" dirty="0"/>
          </a:p>
          <a:p>
            <a:pPr>
              <a:defRPr sz="1800">
                <a:solidFill>
                  <a:srgbClr val="003366"/>
                </a:solidFill>
              </a:defRPr>
            </a:pPr>
            <a:r>
              <a:rPr sz="3200" dirty="0"/>
              <a:t>Automation reduces errors, faster deployment.</a:t>
            </a:r>
          </a:p>
          <a:p>
            <a:pPr>
              <a:defRPr sz="1800">
                <a:solidFill>
                  <a:srgbClr val="003366"/>
                </a:solidFill>
              </a:defRPr>
            </a:pPr>
            <a:r>
              <a:rPr sz="3200" dirty="0"/>
              <a:t>Best for large-scale, frequent release projects.</a:t>
            </a:r>
          </a:p>
        </p:txBody>
      </p:sp>
      <p:sp>
        <p:nvSpPr>
          <p:cNvPr id="4" name="Freeform 8">
            <a:extLst>
              <a:ext uri="{FF2B5EF4-FFF2-40B4-BE49-F238E27FC236}">
                <a16:creationId xmlns:a16="http://schemas.microsoft.com/office/drawing/2014/main" id="{838284D8-F76A-4B89-AE56-91E15D89E3FB}"/>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D4EC2AB-E540-426E-8FAB-4D3A0E6A6E32}"/>
              </a:ext>
            </a:extLst>
          </p:cNvPr>
          <p:cNvGraphicFramePr>
            <a:graphicFrameLocks noGrp="1"/>
          </p:cNvGraphicFramePr>
          <p:nvPr>
            <p:ph idx="1"/>
            <p:extLst>
              <p:ext uri="{D42A27DB-BD31-4B8C-83A1-F6EECF244321}">
                <p14:modId xmlns:p14="http://schemas.microsoft.com/office/powerpoint/2010/main" val="3099856285"/>
              </p:ext>
            </p:extLst>
          </p:nvPr>
        </p:nvGraphicFramePr>
        <p:xfrm>
          <a:off x="457338" y="1143000"/>
          <a:ext cx="8229324" cy="4530552"/>
        </p:xfrm>
        <a:graphic>
          <a:graphicData uri="http://schemas.openxmlformats.org/drawingml/2006/table">
            <a:tbl>
              <a:tblPr/>
              <a:tblGrid>
                <a:gridCol w="2057331">
                  <a:extLst>
                    <a:ext uri="{9D8B030D-6E8A-4147-A177-3AD203B41FA5}">
                      <a16:colId xmlns:a16="http://schemas.microsoft.com/office/drawing/2014/main" val="2314049819"/>
                    </a:ext>
                  </a:extLst>
                </a:gridCol>
                <a:gridCol w="2057331">
                  <a:extLst>
                    <a:ext uri="{9D8B030D-6E8A-4147-A177-3AD203B41FA5}">
                      <a16:colId xmlns:a16="http://schemas.microsoft.com/office/drawing/2014/main" val="4253892456"/>
                    </a:ext>
                  </a:extLst>
                </a:gridCol>
                <a:gridCol w="2057331">
                  <a:extLst>
                    <a:ext uri="{9D8B030D-6E8A-4147-A177-3AD203B41FA5}">
                      <a16:colId xmlns:a16="http://schemas.microsoft.com/office/drawing/2014/main" val="157374002"/>
                    </a:ext>
                  </a:extLst>
                </a:gridCol>
                <a:gridCol w="2057331">
                  <a:extLst>
                    <a:ext uri="{9D8B030D-6E8A-4147-A177-3AD203B41FA5}">
                      <a16:colId xmlns:a16="http://schemas.microsoft.com/office/drawing/2014/main" val="3412872564"/>
                    </a:ext>
                  </a:extLst>
                </a:gridCol>
              </a:tblGrid>
              <a:tr h="130294">
                <a:tc>
                  <a:txBody>
                    <a:bodyPr/>
                    <a:lstStyle/>
                    <a:p>
                      <a:r>
                        <a:rPr lang="en-MY" sz="1600" b="1"/>
                        <a:t>Method</a:t>
                      </a:r>
                      <a:endParaRPr lang="en-MY" sz="1600"/>
                    </a:p>
                  </a:txBody>
                  <a:tcPr marL="23573" marR="23573" marT="11786" marB="11786" anchor="ctr">
                    <a:lnL>
                      <a:noFill/>
                    </a:lnL>
                    <a:lnR>
                      <a:noFill/>
                    </a:lnR>
                    <a:lnT>
                      <a:noFill/>
                    </a:lnT>
                    <a:lnB>
                      <a:noFill/>
                    </a:lnB>
                  </a:tcPr>
                </a:tc>
                <a:tc>
                  <a:txBody>
                    <a:bodyPr/>
                    <a:lstStyle/>
                    <a:p>
                      <a:r>
                        <a:rPr lang="en-MY" sz="1600" b="1"/>
                        <a:t>Advantages</a:t>
                      </a:r>
                      <a:endParaRPr lang="en-MY" sz="1600"/>
                    </a:p>
                  </a:txBody>
                  <a:tcPr marL="23573" marR="23573" marT="11786" marB="11786" anchor="ctr">
                    <a:lnL>
                      <a:noFill/>
                    </a:lnL>
                    <a:lnR>
                      <a:noFill/>
                    </a:lnR>
                    <a:lnT>
                      <a:noFill/>
                    </a:lnT>
                    <a:lnB>
                      <a:noFill/>
                    </a:lnB>
                  </a:tcPr>
                </a:tc>
                <a:tc>
                  <a:txBody>
                    <a:bodyPr/>
                    <a:lstStyle/>
                    <a:p>
                      <a:r>
                        <a:rPr lang="en-MY" sz="1600" b="1"/>
                        <a:t>Disadvantages</a:t>
                      </a:r>
                      <a:endParaRPr lang="en-MY" sz="1600"/>
                    </a:p>
                  </a:txBody>
                  <a:tcPr marL="23573" marR="23573" marT="11786" marB="11786" anchor="ctr">
                    <a:lnL>
                      <a:noFill/>
                    </a:lnL>
                    <a:lnR>
                      <a:noFill/>
                    </a:lnR>
                    <a:lnT>
                      <a:noFill/>
                    </a:lnT>
                    <a:lnB>
                      <a:noFill/>
                    </a:lnB>
                  </a:tcPr>
                </a:tc>
                <a:tc>
                  <a:txBody>
                    <a:bodyPr/>
                    <a:lstStyle/>
                    <a:p>
                      <a:r>
                        <a:rPr lang="en-MY" sz="1600" b="1"/>
                        <a:t>Best Use Cases</a:t>
                      </a:r>
                      <a:endParaRPr lang="en-MY" sz="1600"/>
                    </a:p>
                  </a:txBody>
                  <a:tcPr marL="23573" marR="23573" marT="11786" marB="11786" anchor="ctr">
                    <a:lnL>
                      <a:noFill/>
                    </a:lnL>
                    <a:lnR>
                      <a:noFill/>
                    </a:lnR>
                    <a:lnT>
                      <a:noFill/>
                    </a:lnT>
                    <a:lnB>
                      <a:noFill/>
                    </a:lnB>
                  </a:tcPr>
                </a:tc>
                <a:extLst>
                  <a:ext uri="{0D108BD9-81ED-4DB2-BD59-A6C34878D82A}">
                    <a16:rowId xmlns:a16="http://schemas.microsoft.com/office/drawing/2014/main" val="2046273692"/>
                  </a:ext>
                </a:extLst>
              </a:tr>
              <a:tr h="528337">
                <a:tc>
                  <a:txBody>
                    <a:bodyPr/>
                    <a:lstStyle/>
                    <a:p>
                      <a:r>
                        <a:rPr lang="en-MY" sz="1600" b="1"/>
                        <a:t>Waterfall</a:t>
                      </a:r>
                      <a:endParaRPr lang="en-MY" sz="1600"/>
                    </a:p>
                  </a:txBody>
                  <a:tcPr marL="23573" marR="23573" marT="11786" marB="11786" anchor="ctr">
                    <a:lnL>
                      <a:noFill/>
                    </a:lnL>
                    <a:lnR>
                      <a:noFill/>
                    </a:lnR>
                    <a:lnT>
                      <a:noFill/>
                    </a:lnT>
                    <a:lnB>
                      <a:noFill/>
                    </a:lnB>
                  </a:tcPr>
                </a:tc>
                <a:tc>
                  <a:txBody>
                    <a:bodyPr/>
                    <a:lstStyle/>
                    <a:p>
                      <a:r>
                        <a:rPr lang="en-US" sz="1600"/>
                        <a:t>- Simple &amp; structured - Easy to manage with clear phases</a:t>
                      </a:r>
                    </a:p>
                  </a:txBody>
                  <a:tcPr marL="23573" marR="23573" marT="11786" marB="11786" anchor="ctr">
                    <a:lnL>
                      <a:noFill/>
                    </a:lnL>
                    <a:lnR>
                      <a:noFill/>
                    </a:lnR>
                    <a:lnT>
                      <a:noFill/>
                    </a:lnT>
                    <a:lnB>
                      <a:noFill/>
                    </a:lnB>
                  </a:tcPr>
                </a:tc>
                <a:tc>
                  <a:txBody>
                    <a:bodyPr/>
                    <a:lstStyle/>
                    <a:p>
                      <a:r>
                        <a:rPr lang="en-US" sz="1600"/>
                        <a:t>- Inflexible, hard to adapt to changes - Late testing (errors found late)</a:t>
                      </a:r>
                    </a:p>
                  </a:txBody>
                  <a:tcPr marL="23573" marR="23573" marT="11786" marB="11786" anchor="ctr">
                    <a:lnL>
                      <a:noFill/>
                    </a:lnL>
                    <a:lnR>
                      <a:noFill/>
                    </a:lnR>
                    <a:lnT>
                      <a:noFill/>
                    </a:lnT>
                    <a:lnB>
                      <a:noFill/>
                    </a:lnB>
                  </a:tcPr>
                </a:tc>
                <a:tc>
                  <a:txBody>
                    <a:bodyPr/>
                    <a:lstStyle/>
                    <a:p>
                      <a:r>
                        <a:rPr lang="en-US" sz="1600" dirty="0"/>
                        <a:t>Projects with </a:t>
                      </a:r>
                      <a:r>
                        <a:rPr lang="en-US" sz="1600" b="1" dirty="0"/>
                        <a:t>well-defined, stable requirements</a:t>
                      </a:r>
                      <a:endParaRPr lang="en-US" sz="1600" dirty="0"/>
                    </a:p>
                  </a:txBody>
                  <a:tcPr marL="23573" marR="23573" marT="11786" marB="11786" anchor="ctr">
                    <a:lnL>
                      <a:noFill/>
                    </a:lnL>
                    <a:lnR>
                      <a:noFill/>
                    </a:lnR>
                    <a:lnT>
                      <a:noFill/>
                    </a:lnT>
                    <a:lnB>
                      <a:noFill/>
                    </a:lnB>
                  </a:tcPr>
                </a:tc>
                <a:extLst>
                  <a:ext uri="{0D108BD9-81ED-4DB2-BD59-A6C34878D82A}">
                    <a16:rowId xmlns:a16="http://schemas.microsoft.com/office/drawing/2014/main" val="3435679742"/>
                  </a:ext>
                </a:extLst>
              </a:tr>
              <a:tr h="528337">
                <a:tc>
                  <a:txBody>
                    <a:bodyPr/>
                    <a:lstStyle/>
                    <a:p>
                      <a:r>
                        <a:rPr lang="en-MY" sz="1600" b="1" dirty="0"/>
                        <a:t>Agile</a:t>
                      </a:r>
                      <a:endParaRPr lang="en-MY" sz="1600" dirty="0"/>
                    </a:p>
                  </a:txBody>
                  <a:tcPr marL="23573" marR="23573" marT="11786" marB="11786" anchor="ctr">
                    <a:lnL>
                      <a:noFill/>
                    </a:lnL>
                    <a:lnR>
                      <a:noFill/>
                    </a:lnR>
                    <a:lnT>
                      <a:noFill/>
                    </a:lnT>
                    <a:lnB>
                      <a:noFill/>
                    </a:lnB>
                  </a:tcPr>
                </a:tc>
                <a:tc>
                  <a:txBody>
                    <a:bodyPr/>
                    <a:lstStyle/>
                    <a:p>
                      <a:r>
                        <a:rPr lang="en-US" sz="1600" dirty="0"/>
                        <a:t>- Flexible, adapts to changes - Continuous feedback - Fast delivery</a:t>
                      </a:r>
                    </a:p>
                  </a:txBody>
                  <a:tcPr marL="23573" marR="23573" marT="11786" marB="11786" anchor="ctr">
                    <a:lnL>
                      <a:noFill/>
                    </a:lnL>
                    <a:lnR>
                      <a:noFill/>
                    </a:lnR>
                    <a:lnT>
                      <a:noFill/>
                    </a:lnT>
                    <a:lnB>
                      <a:noFill/>
                    </a:lnB>
                  </a:tcPr>
                </a:tc>
                <a:tc>
                  <a:txBody>
                    <a:bodyPr/>
                    <a:lstStyle/>
                    <a:p>
                      <a:r>
                        <a:rPr lang="en-MY" sz="1600" dirty="0"/>
                        <a:t>- Requires strong collaboration - Less documentation</a:t>
                      </a:r>
                    </a:p>
                  </a:txBody>
                  <a:tcPr marL="23573" marR="23573" marT="11786" marB="11786" anchor="ctr">
                    <a:lnL>
                      <a:noFill/>
                    </a:lnL>
                    <a:lnR>
                      <a:noFill/>
                    </a:lnR>
                    <a:lnT>
                      <a:noFill/>
                    </a:lnT>
                    <a:lnB>
                      <a:noFill/>
                    </a:lnB>
                  </a:tcPr>
                </a:tc>
                <a:tc>
                  <a:txBody>
                    <a:bodyPr/>
                    <a:lstStyle/>
                    <a:p>
                      <a:r>
                        <a:rPr lang="en-MY" sz="1600" dirty="0"/>
                        <a:t>Dynamic environments, </a:t>
                      </a:r>
                      <a:r>
                        <a:rPr lang="en-MY" sz="1600" b="1" dirty="0" err="1"/>
                        <a:t>startups</a:t>
                      </a:r>
                      <a:r>
                        <a:rPr lang="en-MY" sz="1600" b="1" dirty="0"/>
                        <a:t>, web/mobile apps</a:t>
                      </a:r>
                      <a:endParaRPr lang="en-MY" sz="1600" dirty="0"/>
                    </a:p>
                  </a:txBody>
                  <a:tcPr marL="23573" marR="23573" marT="11786" marB="11786" anchor="ctr">
                    <a:lnL>
                      <a:noFill/>
                    </a:lnL>
                    <a:lnR>
                      <a:noFill/>
                    </a:lnR>
                    <a:lnT>
                      <a:noFill/>
                    </a:lnT>
                    <a:lnB>
                      <a:noFill/>
                    </a:lnB>
                  </a:tcPr>
                </a:tc>
                <a:extLst>
                  <a:ext uri="{0D108BD9-81ED-4DB2-BD59-A6C34878D82A}">
                    <a16:rowId xmlns:a16="http://schemas.microsoft.com/office/drawing/2014/main" val="782103811"/>
                  </a:ext>
                </a:extLst>
              </a:tr>
              <a:tr h="428826">
                <a:tc>
                  <a:txBody>
                    <a:bodyPr/>
                    <a:lstStyle/>
                    <a:p>
                      <a:r>
                        <a:rPr lang="en-MY" sz="1600" b="1"/>
                        <a:t>Scrum</a:t>
                      </a:r>
                      <a:endParaRPr lang="en-MY" sz="1600"/>
                    </a:p>
                  </a:txBody>
                  <a:tcPr marL="23573" marR="23573" marT="11786" marB="11786" anchor="ctr">
                    <a:lnL>
                      <a:noFill/>
                    </a:lnL>
                    <a:lnR>
                      <a:noFill/>
                    </a:lnR>
                    <a:lnT>
                      <a:noFill/>
                    </a:lnT>
                    <a:lnB>
                      <a:noFill/>
                    </a:lnB>
                  </a:tcPr>
                </a:tc>
                <a:tc>
                  <a:txBody>
                    <a:bodyPr/>
                    <a:lstStyle/>
                    <a:p>
                      <a:r>
                        <a:rPr lang="en-US" sz="1600" dirty="0"/>
                        <a:t>- Clear roles &amp; responsibilities - Frequent delivery (sprints)</a:t>
                      </a:r>
                    </a:p>
                  </a:txBody>
                  <a:tcPr marL="23573" marR="23573" marT="11786" marB="11786" anchor="ctr">
                    <a:lnL>
                      <a:noFill/>
                    </a:lnL>
                    <a:lnR>
                      <a:noFill/>
                    </a:lnR>
                    <a:lnT>
                      <a:noFill/>
                    </a:lnT>
                    <a:lnB>
                      <a:noFill/>
                    </a:lnB>
                  </a:tcPr>
                </a:tc>
                <a:tc>
                  <a:txBody>
                    <a:bodyPr/>
                    <a:lstStyle/>
                    <a:p>
                      <a:r>
                        <a:rPr lang="en-US" sz="1600"/>
                        <a:t>- Needs experienced team - Hard for long-term forecasting</a:t>
                      </a:r>
                    </a:p>
                  </a:txBody>
                  <a:tcPr marL="23573" marR="23573" marT="11786" marB="11786" anchor="ctr">
                    <a:lnL>
                      <a:noFill/>
                    </a:lnL>
                    <a:lnR>
                      <a:noFill/>
                    </a:lnR>
                    <a:lnT>
                      <a:noFill/>
                    </a:lnT>
                    <a:lnB>
                      <a:noFill/>
                    </a:lnB>
                  </a:tcPr>
                </a:tc>
                <a:tc>
                  <a:txBody>
                    <a:bodyPr/>
                    <a:lstStyle/>
                    <a:p>
                      <a:r>
                        <a:rPr lang="en-US" sz="1600"/>
                        <a:t>Small-to-medium projects with </a:t>
                      </a:r>
                      <a:r>
                        <a:rPr lang="en-US" sz="1600" b="1"/>
                        <a:t>changing requirements</a:t>
                      </a:r>
                      <a:endParaRPr lang="en-US" sz="1600"/>
                    </a:p>
                  </a:txBody>
                  <a:tcPr marL="23573" marR="23573" marT="11786" marB="11786" anchor="ctr">
                    <a:lnL>
                      <a:noFill/>
                    </a:lnL>
                    <a:lnR>
                      <a:noFill/>
                    </a:lnR>
                    <a:lnT>
                      <a:noFill/>
                    </a:lnT>
                    <a:lnB>
                      <a:noFill/>
                    </a:lnB>
                  </a:tcPr>
                </a:tc>
                <a:extLst>
                  <a:ext uri="{0D108BD9-81ED-4DB2-BD59-A6C34878D82A}">
                    <a16:rowId xmlns:a16="http://schemas.microsoft.com/office/drawing/2014/main" val="177964459"/>
                  </a:ext>
                </a:extLst>
              </a:tr>
              <a:tr h="428826">
                <a:tc>
                  <a:txBody>
                    <a:bodyPr/>
                    <a:lstStyle/>
                    <a:p>
                      <a:r>
                        <a:rPr lang="en-MY" sz="1600" b="1" dirty="0"/>
                        <a:t>Kanban</a:t>
                      </a:r>
                      <a:endParaRPr lang="en-MY" sz="1600" dirty="0"/>
                    </a:p>
                  </a:txBody>
                  <a:tcPr marL="23573" marR="23573" marT="11786" marB="11786" anchor="ctr">
                    <a:lnL>
                      <a:noFill/>
                    </a:lnL>
                    <a:lnR>
                      <a:noFill/>
                    </a:lnR>
                    <a:lnT>
                      <a:noFill/>
                    </a:lnT>
                    <a:lnB>
                      <a:noFill/>
                    </a:lnB>
                  </a:tcPr>
                </a:tc>
                <a:tc>
                  <a:txBody>
                    <a:bodyPr/>
                    <a:lstStyle/>
                    <a:p>
                      <a:r>
                        <a:rPr lang="en-US" sz="1600" dirty="0"/>
                        <a:t>- Simple visual workflow - Continuous improvement</a:t>
                      </a:r>
                    </a:p>
                  </a:txBody>
                  <a:tcPr marL="23573" marR="23573" marT="11786" marB="11786" anchor="ctr">
                    <a:lnL>
                      <a:noFill/>
                    </a:lnL>
                    <a:lnR>
                      <a:noFill/>
                    </a:lnR>
                    <a:lnT>
                      <a:noFill/>
                    </a:lnT>
                    <a:lnB>
                      <a:noFill/>
                    </a:lnB>
                  </a:tcPr>
                </a:tc>
                <a:tc>
                  <a:txBody>
                    <a:bodyPr/>
                    <a:lstStyle/>
                    <a:p>
                      <a:r>
                        <a:rPr lang="en-US" sz="1600"/>
                        <a:t>- No fixed roles - Risk of scope creep</a:t>
                      </a:r>
                    </a:p>
                  </a:txBody>
                  <a:tcPr marL="23573" marR="23573" marT="11786" marB="11786" anchor="ctr">
                    <a:lnL>
                      <a:noFill/>
                    </a:lnL>
                    <a:lnR>
                      <a:noFill/>
                    </a:lnR>
                    <a:lnT>
                      <a:noFill/>
                    </a:lnT>
                    <a:lnB>
                      <a:noFill/>
                    </a:lnB>
                  </a:tcPr>
                </a:tc>
                <a:tc>
                  <a:txBody>
                    <a:bodyPr/>
                    <a:lstStyle/>
                    <a:p>
                      <a:r>
                        <a:rPr lang="en-MY" sz="1600" dirty="0"/>
                        <a:t>Support/maintenance projects, </a:t>
                      </a:r>
                      <a:r>
                        <a:rPr lang="en-MY" sz="1600" b="1" dirty="0"/>
                        <a:t>continuous delivery</a:t>
                      </a:r>
                      <a:endParaRPr lang="en-MY" sz="1600" dirty="0"/>
                    </a:p>
                  </a:txBody>
                  <a:tcPr marL="23573" marR="23573" marT="11786" marB="11786" anchor="ctr">
                    <a:lnL>
                      <a:noFill/>
                    </a:lnL>
                    <a:lnR>
                      <a:noFill/>
                    </a:lnR>
                    <a:lnT>
                      <a:noFill/>
                    </a:lnT>
                    <a:lnB>
                      <a:noFill/>
                    </a:lnB>
                  </a:tcPr>
                </a:tc>
                <a:extLst>
                  <a:ext uri="{0D108BD9-81ED-4DB2-BD59-A6C34878D82A}">
                    <a16:rowId xmlns:a16="http://schemas.microsoft.com/office/drawing/2014/main" val="74083195"/>
                  </a:ext>
                </a:extLst>
              </a:tr>
              <a:tr h="428826">
                <a:tc>
                  <a:txBody>
                    <a:bodyPr/>
                    <a:lstStyle/>
                    <a:p>
                      <a:r>
                        <a:rPr lang="en-MY" sz="1600" b="1" dirty="0"/>
                        <a:t>Extreme Programming (XP)</a:t>
                      </a:r>
                      <a:endParaRPr lang="en-MY" sz="1600" dirty="0"/>
                    </a:p>
                  </a:txBody>
                  <a:tcPr marL="23573" marR="23573" marT="11786" marB="11786" anchor="ctr">
                    <a:lnL>
                      <a:noFill/>
                    </a:lnL>
                    <a:lnR>
                      <a:noFill/>
                    </a:lnR>
                    <a:lnT>
                      <a:noFill/>
                    </a:lnT>
                    <a:lnB>
                      <a:noFill/>
                    </a:lnB>
                  </a:tcPr>
                </a:tc>
                <a:tc>
                  <a:txBody>
                    <a:bodyPr/>
                    <a:lstStyle/>
                    <a:p>
                      <a:r>
                        <a:rPr lang="en-US" sz="1600" dirty="0"/>
                        <a:t>- High code quality    </a:t>
                      </a:r>
                    </a:p>
                    <a:p>
                      <a:r>
                        <a:rPr lang="en-US" sz="1600" dirty="0"/>
                        <a:t>- Frequent releases</a:t>
                      </a:r>
                    </a:p>
                  </a:txBody>
                  <a:tcPr marL="23573" marR="23573" marT="11786" marB="11786" anchor="ctr">
                    <a:lnL>
                      <a:noFill/>
                    </a:lnL>
                    <a:lnR>
                      <a:noFill/>
                    </a:lnR>
                    <a:lnT>
                      <a:noFill/>
                    </a:lnT>
                    <a:lnB>
                      <a:noFill/>
                    </a:lnB>
                  </a:tcPr>
                </a:tc>
                <a:tc>
                  <a:txBody>
                    <a:bodyPr/>
                    <a:lstStyle/>
                    <a:p>
                      <a:r>
                        <a:rPr lang="en-US" sz="1600"/>
                        <a:t>- Requires disciplined team - Can be costly</a:t>
                      </a:r>
                    </a:p>
                  </a:txBody>
                  <a:tcPr marL="23573" marR="23573" marT="11786" marB="11786" anchor="ctr">
                    <a:lnL>
                      <a:noFill/>
                    </a:lnL>
                    <a:lnR>
                      <a:noFill/>
                    </a:lnR>
                    <a:lnT>
                      <a:noFill/>
                    </a:lnT>
                    <a:lnB>
                      <a:noFill/>
                    </a:lnB>
                  </a:tcPr>
                </a:tc>
                <a:tc>
                  <a:txBody>
                    <a:bodyPr/>
                    <a:lstStyle/>
                    <a:p>
                      <a:r>
                        <a:rPr lang="en-US" sz="1600" dirty="0"/>
                        <a:t>Projects needing </a:t>
                      </a:r>
                      <a:r>
                        <a:rPr lang="en-US" sz="1600" b="1" dirty="0"/>
                        <a:t>high reliability &amp; frequent updates</a:t>
                      </a:r>
                      <a:endParaRPr lang="en-US" sz="1600" dirty="0"/>
                    </a:p>
                  </a:txBody>
                  <a:tcPr marL="23573" marR="23573" marT="11786" marB="11786" anchor="ctr">
                    <a:lnL>
                      <a:noFill/>
                    </a:lnL>
                    <a:lnR>
                      <a:noFill/>
                    </a:lnR>
                    <a:lnT>
                      <a:noFill/>
                    </a:lnT>
                    <a:lnB>
                      <a:noFill/>
                    </a:lnB>
                  </a:tcPr>
                </a:tc>
                <a:extLst>
                  <a:ext uri="{0D108BD9-81ED-4DB2-BD59-A6C34878D82A}">
                    <a16:rowId xmlns:a16="http://schemas.microsoft.com/office/drawing/2014/main" val="3043739729"/>
                  </a:ext>
                </a:extLst>
              </a:tr>
            </a:tbl>
          </a:graphicData>
        </a:graphic>
      </p:graphicFrame>
    </p:spTree>
    <p:extLst>
      <p:ext uri="{BB962C8B-B14F-4D97-AF65-F5344CB8AC3E}">
        <p14:creationId xmlns:p14="http://schemas.microsoft.com/office/powerpoint/2010/main" val="3939254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D4EC2AB-E540-426E-8FAB-4D3A0E6A6E32}"/>
              </a:ext>
            </a:extLst>
          </p:cNvPr>
          <p:cNvGraphicFramePr>
            <a:graphicFrameLocks noGrp="1"/>
          </p:cNvGraphicFramePr>
          <p:nvPr>
            <p:ph idx="1"/>
            <p:extLst>
              <p:ext uri="{D42A27DB-BD31-4B8C-83A1-F6EECF244321}">
                <p14:modId xmlns:p14="http://schemas.microsoft.com/office/powerpoint/2010/main" val="1072597681"/>
              </p:ext>
            </p:extLst>
          </p:nvPr>
        </p:nvGraphicFramePr>
        <p:xfrm>
          <a:off x="381000" y="1169208"/>
          <a:ext cx="8229324" cy="4774392"/>
        </p:xfrm>
        <a:graphic>
          <a:graphicData uri="http://schemas.openxmlformats.org/drawingml/2006/table">
            <a:tbl>
              <a:tblPr/>
              <a:tblGrid>
                <a:gridCol w="2057331">
                  <a:extLst>
                    <a:ext uri="{9D8B030D-6E8A-4147-A177-3AD203B41FA5}">
                      <a16:colId xmlns:a16="http://schemas.microsoft.com/office/drawing/2014/main" val="2314049819"/>
                    </a:ext>
                  </a:extLst>
                </a:gridCol>
                <a:gridCol w="2057331">
                  <a:extLst>
                    <a:ext uri="{9D8B030D-6E8A-4147-A177-3AD203B41FA5}">
                      <a16:colId xmlns:a16="http://schemas.microsoft.com/office/drawing/2014/main" val="4253892456"/>
                    </a:ext>
                  </a:extLst>
                </a:gridCol>
                <a:gridCol w="2057331">
                  <a:extLst>
                    <a:ext uri="{9D8B030D-6E8A-4147-A177-3AD203B41FA5}">
                      <a16:colId xmlns:a16="http://schemas.microsoft.com/office/drawing/2014/main" val="157374002"/>
                    </a:ext>
                  </a:extLst>
                </a:gridCol>
                <a:gridCol w="2057331">
                  <a:extLst>
                    <a:ext uri="{9D8B030D-6E8A-4147-A177-3AD203B41FA5}">
                      <a16:colId xmlns:a16="http://schemas.microsoft.com/office/drawing/2014/main" val="3412872564"/>
                    </a:ext>
                  </a:extLst>
                </a:gridCol>
              </a:tblGrid>
              <a:tr h="130294">
                <a:tc>
                  <a:txBody>
                    <a:bodyPr/>
                    <a:lstStyle/>
                    <a:p>
                      <a:r>
                        <a:rPr lang="en-MY" sz="1600" b="1"/>
                        <a:t>Method</a:t>
                      </a:r>
                      <a:endParaRPr lang="en-MY" sz="1600"/>
                    </a:p>
                  </a:txBody>
                  <a:tcPr marL="23573" marR="23573" marT="11786" marB="11786" anchor="ctr">
                    <a:lnL>
                      <a:noFill/>
                    </a:lnL>
                    <a:lnR>
                      <a:noFill/>
                    </a:lnR>
                    <a:lnT>
                      <a:noFill/>
                    </a:lnT>
                    <a:lnB>
                      <a:noFill/>
                    </a:lnB>
                  </a:tcPr>
                </a:tc>
                <a:tc>
                  <a:txBody>
                    <a:bodyPr/>
                    <a:lstStyle/>
                    <a:p>
                      <a:r>
                        <a:rPr lang="en-MY" sz="1600" b="1"/>
                        <a:t>Advantages</a:t>
                      </a:r>
                      <a:endParaRPr lang="en-MY" sz="1600"/>
                    </a:p>
                  </a:txBody>
                  <a:tcPr marL="23573" marR="23573" marT="11786" marB="11786" anchor="ctr">
                    <a:lnL>
                      <a:noFill/>
                    </a:lnL>
                    <a:lnR>
                      <a:noFill/>
                    </a:lnR>
                    <a:lnT>
                      <a:noFill/>
                    </a:lnT>
                    <a:lnB>
                      <a:noFill/>
                    </a:lnB>
                  </a:tcPr>
                </a:tc>
                <a:tc>
                  <a:txBody>
                    <a:bodyPr/>
                    <a:lstStyle/>
                    <a:p>
                      <a:r>
                        <a:rPr lang="en-MY" sz="1600" b="1"/>
                        <a:t>Disadvantages</a:t>
                      </a:r>
                      <a:endParaRPr lang="en-MY" sz="1600"/>
                    </a:p>
                  </a:txBody>
                  <a:tcPr marL="23573" marR="23573" marT="11786" marB="11786" anchor="ctr">
                    <a:lnL>
                      <a:noFill/>
                    </a:lnL>
                    <a:lnR>
                      <a:noFill/>
                    </a:lnR>
                    <a:lnT>
                      <a:noFill/>
                    </a:lnT>
                    <a:lnB>
                      <a:noFill/>
                    </a:lnB>
                  </a:tcPr>
                </a:tc>
                <a:tc>
                  <a:txBody>
                    <a:bodyPr/>
                    <a:lstStyle/>
                    <a:p>
                      <a:r>
                        <a:rPr lang="en-MY" sz="1600" b="1"/>
                        <a:t>Best Use Cases</a:t>
                      </a:r>
                      <a:endParaRPr lang="en-MY" sz="1600"/>
                    </a:p>
                  </a:txBody>
                  <a:tcPr marL="23573" marR="23573" marT="11786" marB="11786" anchor="ctr">
                    <a:lnL>
                      <a:noFill/>
                    </a:lnL>
                    <a:lnR>
                      <a:noFill/>
                    </a:lnR>
                    <a:lnT>
                      <a:noFill/>
                    </a:lnT>
                    <a:lnB>
                      <a:noFill/>
                    </a:lnB>
                  </a:tcPr>
                </a:tc>
                <a:extLst>
                  <a:ext uri="{0D108BD9-81ED-4DB2-BD59-A6C34878D82A}">
                    <a16:rowId xmlns:a16="http://schemas.microsoft.com/office/drawing/2014/main" val="2046273692"/>
                  </a:ext>
                </a:extLst>
              </a:tr>
              <a:tr h="528337">
                <a:tc>
                  <a:txBody>
                    <a:bodyPr/>
                    <a:lstStyle/>
                    <a:p>
                      <a:r>
                        <a:rPr lang="en-MY" sz="1600" b="1" dirty="0"/>
                        <a:t>JAD (Joint Application Development)</a:t>
                      </a:r>
                      <a:endParaRPr lang="en-MY" sz="1600" dirty="0"/>
                    </a:p>
                  </a:txBody>
                  <a:tcPr marL="23573" marR="23573" marT="11786" marB="11786" anchor="ctr">
                    <a:lnL>
                      <a:noFill/>
                    </a:lnL>
                    <a:lnR>
                      <a:noFill/>
                    </a:lnR>
                    <a:lnT>
                      <a:noFill/>
                    </a:lnT>
                    <a:lnB>
                      <a:noFill/>
                    </a:lnB>
                  </a:tcPr>
                </a:tc>
                <a:tc>
                  <a:txBody>
                    <a:bodyPr/>
                    <a:lstStyle/>
                    <a:p>
                      <a:r>
                        <a:rPr lang="en-US" sz="1600" dirty="0"/>
                        <a:t>- Improves requirement accuracy - Strong user involvement</a:t>
                      </a:r>
                    </a:p>
                  </a:txBody>
                  <a:tcPr marL="23573" marR="23573" marT="11786" marB="11786" anchor="ctr">
                    <a:lnL>
                      <a:noFill/>
                    </a:lnL>
                    <a:lnR>
                      <a:noFill/>
                    </a:lnR>
                    <a:lnT>
                      <a:noFill/>
                    </a:lnT>
                    <a:lnB>
                      <a:noFill/>
                    </a:lnB>
                  </a:tcPr>
                </a:tc>
                <a:tc>
                  <a:txBody>
                    <a:bodyPr/>
                    <a:lstStyle/>
                    <a:p>
                      <a:r>
                        <a:rPr lang="en-US" sz="1600" dirty="0"/>
                        <a:t>- Time-consuming workshops - Needs user commitment</a:t>
                      </a:r>
                    </a:p>
                  </a:txBody>
                  <a:tcPr marL="23573" marR="23573" marT="11786" marB="11786" anchor="ctr">
                    <a:lnL>
                      <a:noFill/>
                    </a:lnL>
                    <a:lnR>
                      <a:noFill/>
                    </a:lnR>
                    <a:lnT>
                      <a:noFill/>
                    </a:lnT>
                    <a:lnB>
                      <a:noFill/>
                    </a:lnB>
                  </a:tcPr>
                </a:tc>
                <a:tc>
                  <a:txBody>
                    <a:bodyPr/>
                    <a:lstStyle/>
                    <a:p>
                      <a:r>
                        <a:rPr lang="en-US" sz="1600" dirty="0"/>
                        <a:t>When requirements are </a:t>
                      </a:r>
                      <a:r>
                        <a:rPr lang="en-US" sz="1600" b="1" dirty="0"/>
                        <a:t>ambiguous or conflicting</a:t>
                      </a:r>
                      <a:endParaRPr lang="en-US" sz="1600" dirty="0"/>
                    </a:p>
                  </a:txBody>
                  <a:tcPr marL="23573" marR="23573" marT="11786" marB="11786" anchor="ctr">
                    <a:lnL>
                      <a:noFill/>
                    </a:lnL>
                    <a:lnR>
                      <a:noFill/>
                    </a:lnR>
                    <a:lnT>
                      <a:noFill/>
                    </a:lnT>
                    <a:lnB>
                      <a:noFill/>
                    </a:lnB>
                  </a:tcPr>
                </a:tc>
                <a:extLst>
                  <a:ext uri="{0D108BD9-81ED-4DB2-BD59-A6C34878D82A}">
                    <a16:rowId xmlns:a16="http://schemas.microsoft.com/office/drawing/2014/main" val="3793791093"/>
                  </a:ext>
                </a:extLst>
              </a:tr>
              <a:tr h="428826">
                <a:tc>
                  <a:txBody>
                    <a:bodyPr/>
                    <a:lstStyle/>
                    <a:p>
                      <a:r>
                        <a:rPr lang="en-MY" sz="1600" b="1" dirty="0"/>
                        <a:t>RAD (Rapid Application Development)</a:t>
                      </a:r>
                      <a:endParaRPr lang="en-MY" sz="1600" dirty="0"/>
                    </a:p>
                  </a:txBody>
                  <a:tcPr marL="23573" marR="23573" marT="11786" marB="11786" anchor="ctr">
                    <a:lnL>
                      <a:noFill/>
                    </a:lnL>
                    <a:lnR>
                      <a:noFill/>
                    </a:lnR>
                    <a:lnT>
                      <a:noFill/>
                    </a:lnT>
                    <a:lnB>
                      <a:noFill/>
                    </a:lnB>
                  </a:tcPr>
                </a:tc>
                <a:tc>
                  <a:txBody>
                    <a:bodyPr/>
                    <a:lstStyle/>
                    <a:p>
                      <a:r>
                        <a:rPr lang="en-US" sz="1600"/>
                        <a:t>- Fast development - Heavy user involvement</a:t>
                      </a:r>
                    </a:p>
                  </a:txBody>
                  <a:tcPr marL="23573" marR="23573" marT="11786" marB="11786" anchor="ctr">
                    <a:lnL>
                      <a:noFill/>
                    </a:lnL>
                    <a:lnR>
                      <a:noFill/>
                    </a:lnR>
                    <a:lnT>
                      <a:noFill/>
                    </a:lnT>
                    <a:lnB>
                      <a:noFill/>
                    </a:lnB>
                  </a:tcPr>
                </a:tc>
                <a:tc>
                  <a:txBody>
                    <a:bodyPr/>
                    <a:lstStyle/>
                    <a:p>
                      <a:r>
                        <a:rPr lang="en-US" sz="1600"/>
                        <a:t>- Needs skilled team &amp; tools - Not suitable for large, complex systems</a:t>
                      </a:r>
                    </a:p>
                  </a:txBody>
                  <a:tcPr marL="23573" marR="23573" marT="11786" marB="11786" anchor="ctr">
                    <a:lnL>
                      <a:noFill/>
                    </a:lnL>
                    <a:lnR>
                      <a:noFill/>
                    </a:lnR>
                    <a:lnT>
                      <a:noFill/>
                    </a:lnT>
                    <a:lnB>
                      <a:noFill/>
                    </a:lnB>
                  </a:tcPr>
                </a:tc>
                <a:tc>
                  <a:txBody>
                    <a:bodyPr/>
                    <a:lstStyle/>
                    <a:p>
                      <a:r>
                        <a:rPr lang="en-US" sz="1600"/>
                        <a:t>Short-deadline projects with </a:t>
                      </a:r>
                      <a:r>
                        <a:rPr lang="en-US" sz="1600" b="1"/>
                        <a:t>active user input</a:t>
                      </a:r>
                      <a:endParaRPr lang="en-US" sz="1600"/>
                    </a:p>
                  </a:txBody>
                  <a:tcPr marL="23573" marR="23573" marT="11786" marB="11786" anchor="ctr">
                    <a:lnL>
                      <a:noFill/>
                    </a:lnL>
                    <a:lnR>
                      <a:noFill/>
                    </a:lnR>
                    <a:lnT>
                      <a:noFill/>
                    </a:lnT>
                    <a:lnB>
                      <a:noFill/>
                    </a:lnB>
                  </a:tcPr>
                </a:tc>
                <a:extLst>
                  <a:ext uri="{0D108BD9-81ED-4DB2-BD59-A6C34878D82A}">
                    <a16:rowId xmlns:a16="http://schemas.microsoft.com/office/drawing/2014/main" val="2672128751"/>
                  </a:ext>
                </a:extLst>
              </a:tr>
              <a:tr h="147598">
                <a:tc>
                  <a:txBody>
                    <a:bodyPr/>
                    <a:lstStyle/>
                    <a:p>
                      <a:r>
                        <a:rPr lang="en-MY" sz="1600" b="1" dirty="0"/>
                        <a:t>Prototyping (Throwaway)</a:t>
                      </a:r>
                      <a:endParaRPr lang="en-MY" sz="1600" dirty="0"/>
                    </a:p>
                  </a:txBody>
                  <a:tcPr marL="23573" marR="23573" marT="11786" marB="11786" anchor="ctr">
                    <a:lnL>
                      <a:noFill/>
                    </a:lnL>
                    <a:lnR>
                      <a:noFill/>
                    </a:lnR>
                    <a:lnT>
                      <a:noFill/>
                    </a:lnT>
                    <a:lnB>
                      <a:noFill/>
                    </a:lnB>
                  </a:tcPr>
                </a:tc>
                <a:tc>
                  <a:txBody>
                    <a:bodyPr/>
                    <a:lstStyle/>
                    <a:p>
                      <a:r>
                        <a:rPr lang="en-US" sz="1600"/>
                        <a:t>- Helps clarify requirements quickly - Users see early model</a:t>
                      </a:r>
                    </a:p>
                  </a:txBody>
                  <a:tcPr marL="23573" marR="23573" marT="11786" marB="11786" anchor="ctr">
                    <a:lnL>
                      <a:noFill/>
                    </a:lnL>
                    <a:lnR>
                      <a:noFill/>
                    </a:lnR>
                    <a:lnT>
                      <a:noFill/>
                    </a:lnT>
                    <a:lnB>
                      <a:noFill/>
                    </a:lnB>
                  </a:tcPr>
                </a:tc>
                <a:tc>
                  <a:txBody>
                    <a:bodyPr/>
                    <a:lstStyle/>
                    <a:p>
                      <a:r>
                        <a:rPr lang="en-US" sz="1600" dirty="0"/>
                        <a:t>- Prototype discarded (wasted effort) - Users may think prototype = final system</a:t>
                      </a:r>
                    </a:p>
                  </a:txBody>
                  <a:tcPr marL="23573" marR="23573" marT="11786" marB="11786" anchor="ctr">
                    <a:lnL>
                      <a:noFill/>
                    </a:lnL>
                    <a:lnR>
                      <a:noFill/>
                    </a:lnR>
                    <a:lnT>
                      <a:noFill/>
                    </a:lnT>
                    <a:lnB>
                      <a:noFill/>
                    </a:lnB>
                  </a:tcPr>
                </a:tc>
                <a:tc>
                  <a:txBody>
                    <a:bodyPr/>
                    <a:lstStyle/>
                    <a:p>
                      <a:r>
                        <a:rPr lang="en-MY" sz="1600" dirty="0"/>
                        <a:t>When requirements are </a:t>
                      </a:r>
                      <a:r>
                        <a:rPr lang="en-MY" sz="1600" b="1" dirty="0"/>
                        <a:t>unclear</a:t>
                      </a:r>
                      <a:endParaRPr lang="en-MY" sz="1600" dirty="0"/>
                    </a:p>
                  </a:txBody>
                  <a:tcPr marL="23573" marR="23573" marT="11786" marB="11786" anchor="ctr">
                    <a:lnL>
                      <a:noFill/>
                    </a:lnL>
                    <a:lnR>
                      <a:noFill/>
                    </a:lnR>
                    <a:lnT>
                      <a:noFill/>
                    </a:lnT>
                    <a:lnB>
                      <a:noFill/>
                    </a:lnB>
                  </a:tcPr>
                </a:tc>
                <a:extLst>
                  <a:ext uri="{0D108BD9-81ED-4DB2-BD59-A6C34878D82A}">
                    <a16:rowId xmlns:a16="http://schemas.microsoft.com/office/drawing/2014/main" val="55339168"/>
                  </a:ext>
                </a:extLst>
              </a:tr>
              <a:tr h="627848">
                <a:tc>
                  <a:txBody>
                    <a:bodyPr/>
                    <a:lstStyle/>
                    <a:p>
                      <a:r>
                        <a:rPr lang="en-MY" sz="1600" b="1" dirty="0"/>
                        <a:t>Prototyping (Evolutionary)</a:t>
                      </a:r>
                      <a:endParaRPr lang="en-MY" sz="1600" dirty="0"/>
                    </a:p>
                  </a:txBody>
                  <a:tcPr marL="23573" marR="23573" marT="11786" marB="11786" anchor="ctr">
                    <a:lnL>
                      <a:noFill/>
                    </a:lnL>
                    <a:lnR>
                      <a:noFill/>
                    </a:lnR>
                    <a:lnT>
                      <a:noFill/>
                    </a:lnT>
                    <a:lnB>
                      <a:noFill/>
                    </a:lnB>
                  </a:tcPr>
                </a:tc>
                <a:tc>
                  <a:txBody>
                    <a:bodyPr/>
                    <a:lstStyle/>
                    <a:p>
                      <a:r>
                        <a:rPr lang="en-US" sz="1600" dirty="0"/>
                        <a:t>- Gradual improvement into final system - High user involvement</a:t>
                      </a:r>
                    </a:p>
                  </a:txBody>
                  <a:tcPr marL="23573" marR="23573" marT="11786" marB="11786" anchor="ctr">
                    <a:lnL>
                      <a:noFill/>
                    </a:lnL>
                    <a:lnR>
                      <a:noFill/>
                    </a:lnR>
                    <a:lnT>
                      <a:noFill/>
                    </a:lnT>
                    <a:lnB>
                      <a:noFill/>
                    </a:lnB>
                  </a:tcPr>
                </a:tc>
                <a:tc>
                  <a:txBody>
                    <a:bodyPr/>
                    <a:lstStyle/>
                    <a:p>
                      <a:r>
                        <a:rPr lang="en-US" sz="1600" dirty="0"/>
                        <a:t>- Risk of poor design evolving - Can drag on too long</a:t>
                      </a:r>
                    </a:p>
                  </a:txBody>
                  <a:tcPr marL="23573" marR="23573" marT="11786" marB="11786" anchor="ctr">
                    <a:lnL>
                      <a:noFill/>
                    </a:lnL>
                    <a:lnR>
                      <a:noFill/>
                    </a:lnR>
                    <a:lnT>
                      <a:noFill/>
                    </a:lnT>
                    <a:lnB>
                      <a:noFill/>
                    </a:lnB>
                  </a:tcPr>
                </a:tc>
                <a:tc>
                  <a:txBody>
                    <a:bodyPr/>
                    <a:lstStyle/>
                    <a:p>
                      <a:r>
                        <a:rPr lang="en-US" sz="1600" dirty="0"/>
                        <a:t>Complex projects where </a:t>
                      </a:r>
                      <a:r>
                        <a:rPr lang="en-US" sz="1600" b="1" dirty="0"/>
                        <a:t>requirements evolve</a:t>
                      </a:r>
                      <a:endParaRPr lang="en-US" sz="1600" dirty="0"/>
                    </a:p>
                  </a:txBody>
                  <a:tcPr marL="23573" marR="23573" marT="11786" marB="11786" anchor="ctr">
                    <a:lnL>
                      <a:noFill/>
                    </a:lnL>
                    <a:lnR>
                      <a:noFill/>
                    </a:lnR>
                    <a:lnT>
                      <a:noFill/>
                    </a:lnT>
                    <a:lnB>
                      <a:noFill/>
                    </a:lnB>
                  </a:tcPr>
                </a:tc>
                <a:extLst>
                  <a:ext uri="{0D108BD9-81ED-4DB2-BD59-A6C34878D82A}">
                    <a16:rowId xmlns:a16="http://schemas.microsoft.com/office/drawing/2014/main" val="3897539396"/>
                  </a:ext>
                </a:extLst>
              </a:tr>
              <a:tr h="627848">
                <a:tc>
                  <a:txBody>
                    <a:bodyPr/>
                    <a:lstStyle/>
                    <a:p>
                      <a:r>
                        <a:rPr lang="en-MY" sz="1600" b="1" dirty="0"/>
                        <a:t>DevOps</a:t>
                      </a:r>
                      <a:endParaRPr lang="en-MY" sz="1600" dirty="0"/>
                    </a:p>
                  </a:txBody>
                  <a:tcPr marL="23573" marR="23573" marT="11786" marB="11786" anchor="ctr">
                    <a:lnL>
                      <a:noFill/>
                    </a:lnL>
                    <a:lnR>
                      <a:noFill/>
                    </a:lnR>
                    <a:lnT>
                      <a:noFill/>
                    </a:lnT>
                    <a:lnB>
                      <a:noFill/>
                    </a:lnB>
                  </a:tcPr>
                </a:tc>
                <a:tc>
                  <a:txBody>
                    <a:bodyPr/>
                    <a:lstStyle/>
                    <a:p>
                      <a:r>
                        <a:rPr lang="en-US" sz="1600" dirty="0"/>
                        <a:t>- Continuous integration &amp; delivery - Faster deployment - Automation reduces errors</a:t>
                      </a:r>
                    </a:p>
                  </a:txBody>
                  <a:tcPr marL="23573" marR="23573" marT="11786" marB="11786" anchor="ctr">
                    <a:lnL>
                      <a:noFill/>
                    </a:lnL>
                    <a:lnR>
                      <a:noFill/>
                    </a:lnR>
                    <a:lnT>
                      <a:noFill/>
                    </a:lnT>
                    <a:lnB>
                      <a:noFill/>
                    </a:lnB>
                  </a:tcPr>
                </a:tc>
                <a:tc>
                  <a:txBody>
                    <a:bodyPr/>
                    <a:lstStyle/>
                    <a:p>
                      <a:r>
                        <a:rPr lang="en-US" sz="1600" dirty="0"/>
                        <a:t>- Needs cultural change - High tool investment</a:t>
                      </a:r>
                    </a:p>
                  </a:txBody>
                  <a:tcPr marL="23573" marR="23573" marT="11786" marB="11786" anchor="ctr">
                    <a:lnL>
                      <a:noFill/>
                    </a:lnL>
                    <a:lnR>
                      <a:noFill/>
                    </a:lnR>
                    <a:lnT>
                      <a:noFill/>
                    </a:lnT>
                    <a:lnB>
                      <a:noFill/>
                    </a:lnB>
                  </a:tcPr>
                </a:tc>
                <a:tc>
                  <a:txBody>
                    <a:bodyPr/>
                    <a:lstStyle/>
                    <a:p>
                      <a:r>
                        <a:rPr lang="en-US" sz="1600" dirty="0"/>
                        <a:t>Large-scale projects with </a:t>
                      </a:r>
                      <a:r>
                        <a:rPr lang="en-US" sz="1600" b="1" dirty="0"/>
                        <a:t>frequent releases</a:t>
                      </a:r>
                      <a:endParaRPr lang="en-US" sz="1600" dirty="0"/>
                    </a:p>
                  </a:txBody>
                  <a:tcPr marL="23573" marR="23573" marT="11786" marB="11786" anchor="ctr">
                    <a:lnL>
                      <a:noFill/>
                    </a:lnL>
                    <a:lnR>
                      <a:noFill/>
                    </a:lnR>
                    <a:lnT>
                      <a:noFill/>
                    </a:lnT>
                    <a:lnB>
                      <a:noFill/>
                    </a:lnB>
                  </a:tcPr>
                </a:tc>
                <a:extLst>
                  <a:ext uri="{0D108BD9-81ED-4DB2-BD59-A6C34878D82A}">
                    <a16:rowId xmlns:a16="http://schemas.microsoft.com/office/drawing/2014/main" val="1624238580"/>
                  </a:ext>
                </a:extLst>
              </a:tr>
            </a:tbl>
          </a:graphicData>
        </a:graphic>
      </p:graphicFrame>
    </p:spTree>
    <p:extLst>
      <p:ext uri="{BB962C8B-B14F-4D97-AF65-F5344CB8AC3E}">
        <p14:creationId xmlns:p14="http://schemas.microsoft.com/office/powerpoint/2010/main" val="3678048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Best Fit</a:t>
            </a:r>
          </a:p>
        </p:txBody>
      </p:sp>
      <p:sp>
        <p:nvSpPr>
          <p:cNvPr id="3" name="Content Placeholder 2"/>
          <p:cNvSpPr>
            <a:spLocks noGrp="1"/>
          </p:cNvSpPr>
          <p:nvPr>
            <p:ph idx="1"/>
          </p:nvPr>
        </p:nvSpPr>
        <p:spPr/>
        <p:txBody>
          <a:bodyPr/>
          <a:lstStyle/>
          <a:p>
            <a:pPr>
              <a:defRPr sz="1800">
                <a:solidFill>
                  <a:srgbClr val="003366"/>
                </a:solidFill>
              </a:defRPr>
            </a:pPr>
            <a:r>
              <a:rPr sz="3200" dirty="0"/>
              <a:t>Stable requirements → Waterfall / V-Model</a:t>
            </a:r>
            <a:endParaRPr lang="en-US" sz="3200" dirty="0"/>
          </a:p>
          <a:p>
            <a:pPr marL="0" indent="0">
              <a:buNone/>
              <a:defRPr sz="1800">
                <a:solidFill>
                  <a:srgbClr val="003366"/>
                </a:solidFill>
              </a:defRPr>
            </a:pPr>
            <a:endParaRPr sz="3200" dirty="0"/>
          </a:p>
          <a:p>
            <a:pPr>
              <a:defRPr sz="1800">
                <a:solidFill>
                  <a:srgbClr val="003366"/>
                </a:solidFill>
              </a:defRPr>
            </a:pPr>
            <a:r>
              <a:rPr sz="3200" dirty="0"/>
              <a:t>Unclear or changing requirements → Agile / Prototyping / RAD</a:t>
            </a:r>
            <a:endParaRPr lang="en-US" sz="3200" dirty="0"/>
          </a:p>
          <a:p>
            <a:pPr>
              <a:defRPr sz="1800">
                <a:solidFill>
                  <a:srgbClr val="003366"/>
                </a:solidFill>
              </a:defRPr>
            </a:pPr>
            <a:endParaRPr sz="3200" dirty="0"/>
          </a:p>
          <a:p>
            <a:pPr>
              <a:defRPr sz="1800">
                <a:solidFill>
                  <a:srgbClr val="003366"/>
                </a:solidFill>
              </a:defRPr>
            </a:pPr>
            <a:r>
              <a:rPr sz="3200" dirty="0"/>
              <a:t>Continuous delivery &amp; automation → DevOps</a:t>
            </a:r>
          </a:p>
        </p:txBody>
      </p:sp>
      <p:sp>
        <p:nvSpPr>
          <p:cNvPr id="4" name="Freeform 8">
            <a:extLst>
              <a:ext uri="{FF2B5EF4-FFF2-40B4-BE49-F238E27FC236}">
                <a16:creationId xmlns:a16="http://schemas.microsoft.com/office/drawing/2014/main" id="{F8F32E6A-BE95-4EC0-881E-9BE8F3B2A041}"/>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251C9FB-B5DB-49E0-B3C9-3398EA1F5228}"/>
              </a:ext>
            </a:extLst>
          </p:cNvPr>
          <p:cNvSpPr>
            <a:spLocks noGrp="1"/>
          </p:cNvSpPr>
          <p:nvPr>
            <p:ph type="title"/>
          </p:nvPr>
        </p:nvSpPr>
        <p:spPr>
          <a:xfrm>
            <a:off x="457200" y="152400"/>
            <a:ext cx="8229600" cy="1143000"/>
          </a:xfrm>
        </p:spPr>
        <p:txBody>
          <a:bodyPr/>
          <a:lstStyle/>
          <a:p>
            <a:pPr eaLnBrk="1" hangingPunct="1"/>
            <a:r>
              <a:rPr lang="en-US" altLang="en-US"/>
              <a:t>Selecting the Appropriate Development Methodology (cont.)</a:t>
            </a:r>
          </a:p>
        </p:txBody>
      </p:sp>
      <p:sp>
        <p:nvSpPr>
          <p:cNvPr id="3" name="Content Placeholder 2">
            <a:extLst>
              <a:ext uri="{FF2B5EF4-FFF2-40B4-BE49-F238E27FC236}">
                <a16:creationId xmlns:a16="http://schemas.microsoft.com/office/drawing/2014/main" id="{E58C4D2C-BB42-4F42-AF13-CF37CB76B17B}"/>
              </a:ext>
            </a:extLst>
          </p:cNvPr>
          <p:cNvSpPr>
            <a:spLocks noGrp="1"/>
          </p:cNvSpPr>
          <p:nvPr>
            <p:ph idx="1"/>
          </p:nvPr>
        </p:nvSpPr>
        <p:spPr>
          <a:xfrm>
            <a:off x="457200" y="1600200"/>
            <a:ext cx="8458200" cy="4648200"/>
          </a:xfrm>
        </p:spPr>
        <p:txBody>
          <a:bodyPr rtlCol="0">
            <a:normAutofit fontScale="92500"/>
          </a:bodyPr>
          <a:lstStyle/>
          <a:p>
            <a:pPr eaLnBrk="1" fontAlgn="auto" hangingPunct="1">
              <a:spcAft>
                <a:spcPts val="0"/>
              </a:spcAft>
              <a:defRPr/>
            </a:pPr>
            <a:r>
              <a:rPr lang="en-US" dirty="0"/>
              <a:t>Important </a:t>
            </a:r>
            <a:r>
              <a:rPr lang="en-US" dirty="0">
                <a:solidFill>
                  <a:schemeClr val="accent3">
                    <a:lumMod val="75000"/>
                  </a:schemeClr>
                </a:solidFill>
              </a:rPr>
              <a:t>factors</a:t>
            </a:r>
            <a:r>
              <a:rPr lang="en-US" dirty="0"/>
              <a:t> to consider </a:t>
            </a:r>
            <a:r>
              <a:rPr lang="en-US" dirty="0">
                <a:solidFill>
                  <a:schemeClr val="accent3">
                    <a:lumMod val="75000"/>
                  </a:schemeClr>
                </a:solidFill>
              </a:rPr>
              <a:t>in selecting the development methodology</a:t>
            </a:r>
          </a:p>
          <a:p>
            <a:pPr eaLnBrk="1" fontAlgn="auto" hangingPunct="1">
              <a:spcAft>
                <a:spcPts val="0"/>
              </a:spcAft>
              <a:buFont typeface="Wingdings" pitchFamily="2" charset="2"/>
              <a:buNone/>
              <a:defRPr/>
            </a:pPr>
            <a:r>
              <a:rPr lang="en-US" dirty="0">
                <a:solidFill>
                  <a:srgbClr val="0070C0"/>
                </a:solidFill>
              </a:rPr>
              <a:t>   - Clarity of User Requirements</a:t>
            </a:r>
          </a:p>
          <a:p>
            <a:pPr eaLnBrk="1" fontAlgn="auto" hangingPunct="1">
              <a:spcAft>
                <a:spcPts val="0"/>
              </a:spcAft>
              <a:buFont typeface="Wingdings" pitchFamily="2" charset="2"/>
              <a:buNone/>
              <a:defRPr/>
            </a:pPr>
            <a:r>
              <a:rPr lang="en-US" dirty="0">
                <a:solidFill>
                  <a:srgbClr val="0070C0"/>
                </a:solidFill>
              </a:rPr>
              <a:t>   - Familiarity with Technology</a:t>
            </a:r>
          </a:p>
          <a:p>
            <a:pPr eaLnBrk="1" fontAlgn="auto" hangingPunct="1">
              <a:spcAft>
                <a:spcPts val="0"/>
              </a:spcAft>
              <a:buFont typeface="Wingdings" pitchFamily="2" charset="2"/>
              <a:buNone/>
              <a:defRPr/>
            </a:pPr>
            <a:r>
              <a:rPr lang="en-US" dirty="0">
                <a:solidFill>
                  <a:srgbClr val="0070C0"/>
                </a:solidFill>
              </a:rPr>
              <a:t>   - System Complexity</a:t>
            </a:r>
          </a:p>
          <a:p>
            <a:pPr eaLnBrk="1" fontAlgn="auto" hangingPunct="1">
              <a:spcAft>
                <a:spcPts val="0"/>
              </a:spcAft>
              <a:buFont typeface="Wingdings" pitchFamily="2" charset="2"/>
              <a:buNone/>
              <a:defRPr/>
            </a:pPr>
            <a:r>
              <a:rPr lang="en-US" dirty="0">
                <a:solidFill>
                  <a:srgbClr val="0070C0"/>
                </a:solidFill>
              </a:rPr>
              <a:t>   - System Reliability</a:t>
            </a:r>
          </a:p>
          <a:p>
            <a:pPr eaLnBrk="1" fontAlgn="auto" hangingPunct="1">
              <a:spcAft>
                <a:spcPts val="0"/>
              </a:spcAft>
              <a:buFont typeface="Wingdings" pitchFamily="2" charset="2"/>
              <a:buNone/>
              <a:defRPr/>
            </a:pPr>
            <a:r>
              <a:rPr lang="en-US" dirty="0">
                <a:solidFill>
                  <a:srgbClr val="0070C0"/>
                </a:solidFill>
              </a:rPr>
              <a:t>   - Short Time Schedules</a:t>
            </a:r>
          </a:p>
          <a:p>
            <a:pPr eaLnBrk="1" fontAlgn="auto" hangingPunct="1">
              <a:spcAft>
                <a:spcPts val="0"/>
              </a:spcAft>
              <a:buFont typeface="Wingdings" pitchFamily="2" charset="2"/>
              <a:buNone/>
              <a:defRPr/>
            </a:pPr>
            <a:r>
              <a:rPr lang="en-US" dirty="0">
                <a:solidFill>
                  <a:srgbClr val="0070C0"/>
                </a:solidFill>
              </a:rPr>
              <a:t>   - Schedule Visibility</a:t>
            </a:r>
          </a:p>
          <a:p>
            <a:pPr eaLnBrk="1" fontAlgn="auto" hangingPunct="1">
              <a:spcAft>
                <a:spcPts val="0"/>
              </a:spcAft>
              <a:buFont typeface="Wingdings" pitchFamily="2" charset="2"/>
              <a:buNone/>
              <a:defRPr/>
            </a:pPr>
            <a:endParaRPr lang="en-US" dirty="0"/>
          </a:p>
          <a:p>
            <a:pPr eaLnBrk="1" fontAlgn="auto" hangingPunct="1">
              <a:spcAft>
                <a:spcPts val="0"/>
              </a:spcAft>
              <a:buFont typeface="Wingdings" pitchFamily="2" charset="2"/>
              <a:buNone/>
              <a:defRPr/>
            </a:pPr>
            <a:endParaRPr lang="en-US" dirty="0"/>
          </a:p>
        </p:txBody>
      </p:sp>
      <p:sp>
        <p:nvSpPr>
          <p:cNvPr id="57348" name="Slide Number Placeholder 4">
            <a:extLst>
              <a:ext uri="{FF2B5EF4-FFF2-40B4-BE49-F238E27FC236}">
                <a16:creationId xmlns:a16="http://schemas.microsoft.com/office/drawing/2014/main" id="{BCF151C8-35FD-4DEE-B7CA-18270FF14C6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6854CFF3-420F-488E-9EFA-7B251994DF7B}"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
        <p:nvSpPr>
          <p:cNvPr id="5" name="Freeform 8">
            <a:extLst>
              <a:ext uri="{FF2B5EF4-FFF2-40B4-BE49-F238E27FC236}">
                <a16:creationId xmlns:a16="http://schemas.microsoft.com/office/drawing/2014/main" id="{5F69BD73-969A-4C05-A46C-F67534E0AF41}"/>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5023-A478-4D6F-9E1B-49480FA7FDB2}"/>
              </a:ext>
            </a:extLst>
          </p:cNvPr>
          <p:cNvSpPr>
            <a:spLocks noGrp="1"/>
          </p:cNvSpPr>
          <p:nvPr>
            <p:ph type="title"/>
          </p:nvPr>
        </p:nvSpPr>
        <p:spPr/>
        <p:txBody>
          <a:bodyPr rtlCol="0">
            <a:normAutofit fontScale="90000"/>
          </a:bodyPr>
          <a:lstStyle/>
          <a:p>
            <a:pPr eaLnBrk="1" fontAlgn="auto" hangingPunct="1">
              <a:spcAft>
                <a:spcPts val="0"/>
              </a:spcAft>
              <a:defRPr/>
            </a:pPr>
            <a:r>
              <a:rPr lang="en-US" dirty="0"/>
              <a:t>Selecting the Appropriate Development Methodology</a:t>
            </a:r>
          </a:p>
        </p:txBody>
      </p:sp>
      <p:sp>
        <p:nvSpPr>
          <p:cNvPr id="58371" name="Slide Number Placeholder 4">
            <a:extLst>
              <a:ext uri="{FF2B5EF4-FFF2-40B4-BE49-F238E27FC236}">
                <a16:creationId xmlns:a16="http://schemas.microsoft.com/office/drawing/2014/main" id="{37639B09-39C7-4FF6-A9CE-FD135FD493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C770B7C-7C81-46A0-A8D5-5A411054B2D9}"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pic>
        <p:nvPicPr>
          <p:cNvPr id="58372" name="Content Placeholder 2">
            <a:extLst>
              <a:ext uri="{FF2B5EF4-FFF2-40B4-BE49-F238E27FC236}">
                <a16:creationId xmlns:a16="http://schemas.microsoft.com/office/drawing/2014/main" id="{C7516373-9E0C-4DA2-B71A-192EB7AAC8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828800"/>
            <a:ext cx="9144000" cy="3505200"/>
          </a:xfrm>
          <a:noFill/>
        </p:spPr>
      </p:pic>
      <p:sp>
        <p:nvSpPr>
          <p:cNvPr id="5" name="Freeform 8">
            <a:extLst>
              <a:ext uri="{FF2B5EF4-FFF2-40B4-BE49-F238E27FC236}">
                <a16:creationId xmlns:a16="http://schemas.microsoft.com/office/drawing/2014/main" id="{3E74822C-1611-4FFE-A2D7-E69B2227F188}"/>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A59CF781-EBB6-453C-AB96-89482904B072}"/>
              </a:ext>
            </a:extLst>
          </p:cNvPr>
          <p:cNvSpPr>
            <a:spLocks noGrp="1"/>
          </p:cNvSpPr>
          <p:nvPr>
            <p:ph type="title"/>
          </p:nvPr>
        </p:nvSpPr>
        <p:spPr/>
        <p:txBody>
          <a:bodyPr/>
          <a:lstStyle/>
          <a:p>
            <a:pPr eaLnBrk="1" hangingPunct="1"/>
            <a:r>
              <a:rPr lang="en-US" altLang="en-US"/>
              <a:t>Estimating the Project Time Frame</a:t>
            </a:r>
          </a:p>
        </p:txBody>
      </p:sp>
      <p:sp>
        <p:nvSpPr>
          <p:cNvPr id="3" name="Content Placeholder 2">
            <a:extLst>
              <a:ext uri="{FF2B5EF4-FFF2-40B4-BE49-F238E27FC236}">
                <a16:creationId xmlns:a16="http://schemas.microsoft.com/office/drawing/2014/main" id="{C7DADD99-900A-4F41-9C2B-5DCF1AAEB4FF}"/>
              </a:ext>
            </a:extLst>
          </p:cNvPr>
          <p:cNvSpPr>
            <a:spLocks noGrp="1"/>
          </p:cNvSpPr>
          <p:nvPr>
            <p:ph idx="1"/>
          </p:nvPr>
        </p:nvSpPr>
        <p:spPr>
          <a:xfrm>
            <a:off x="457200" y="1600200"/>
            <a:ext cx="8229600" cy="4648200"/>
          </a:xfrm>
        </p:spPr>
        <p:txBody>
          <a:bodyPr rtlCol="0">
            <a:normAutofit/>
          </a:bodyPr>
          <a:lstStyle/>
          <a:p>
            <a:pPr eaLnBrk="1" fontAlgn="auto" hangingPunct="1">
              <a:spcAft>
                <a:spcPts val="0"/>
              </a:spcAft>
              <a:defRPr/>
            </a:pPr>
            <a:r>
              <a:rPr lang="en-US" sz="3600" dirty="0"/>
              <a:t>P</a:t>
            </a:r>
            <a:r>
              <a:rPr lang="en-US" sz="3200" dirty="0"/>
              <a:t>roject Manager will have to develop a preliminary estimate of the amount of time the project will take. </a:t>
            </a:r>
          </a:p>
          <a:p>
            <a:pPr eaLnBrk="1" fontAlgn="auto" hangingPunct="1">
              <a:spcAft>
                <a:spcPts val="0"/>
              </a:spcAft>
              <a:defRPr/>
            </a:pPr>
            <a:endParaRPr lang="en-US" sz="3200" dirty="0"/>
          </a:p>
          <a:p>
            <a:pPr eaLnBrk="1" fontAlgn="auto" hangingPunct="1">
              <a:spcAft>
                <a:spcPts val="0"/>
              </a:spcAft>
              <a:defRPr/>
            </a:pPr>
            <a:r>
              <a:rPr lang="en-US" sz="3200" dirty="0"/>
              <a:t>Estimation is the process of assigning projected values for time and effort.</a:t>
            </a:r>
          </a:p>
          <a:p>
            <a:pPr marL="514350" indent="-514350" eaLnBrk="1" fontAlgn="auto" hangingPunct="1">
              <a:spcAft>
                <a:spcPts val="0"/>
              </a:spcAft>
              <a:buFont typeface="Wingdings" pitchFamily="2" charset="2"/>
              <a:buNone/>
              <a:defRPr/>
            </a:pPr>
            <a:endParaRPr lang="en-US" sz="3200" dirty="0"/>
          </a:p>
          <a:p>
            <a:pPr marL="514350" indent="-514350" eaLnBrk="1" fontAlgn="auto" hangingPunct="1">
              <a:spcAft>
                <a:spcPts val="0"/>
              </a:spcAft>
              <a:buFont typeface="Wingdings" pitchFamily="2" charset="2"/>
              <a:buNone/>
              <a:defRPr/>
            </a:pPr>
            <a:endParaRPr lang="en-US" sz="3600" b="1"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AutoNum type="arabicParenBoth"/>
              <a:defRPr/>
            </a:pPr>
            <a:endParaRPr lang="en-US" sz="3600" dirty="0"/>
          </a:p>
          <a:p>
            <a:pPr marL="514350" indent="-514350" eaLnBrk="1" fontAlgn="auto" hangingPunct="1">
              <a:spcAft>
                <a:spcPts val="0"/>
              </a:spcAft>
              <a:buFont typeface="Wingdings" pitchFamily="2" charset="2"/>
              <a:buNone/>
              <a:defRPr/>
            </a:pPr>
            <a:endParaRPr lang="en-US" sz="3600" b="1" dirty="0"/>
          </a:p>
          <a:p>
            <a:pPr marL="514350" indent="-514350" eaLnBrk="1" fontAlgn="auto" hangingPunct="1">
              <a:spcAft>
                <a:spcPts val="0"/>
              </a:spcAft>
              <a:buFont typeface="Wingdings" pitchFamily="2" charset="2"/>
              <a:buNone/>
              <a:defRPr/>
            </a:pPr>
            <a:endParaRPr lang="en-US" sz="3600" b="1" dirty="0"/>
          </a:p>
          <a:p>
            <a:pPr marL="514350" indent="-514350" eaLnBrk="1" fontAlgn="auto" hangingPunct="1">
              <a:spcAft>
                <a:spcPts val="0"/>
              </a:spcAft>
              <a:buFont typeface="Wingdings" pitchFamily="2" charset="2"/>
              <a:buNone/>
              <a:defRPr/>
            </a:pPr>
            <a:endParaRPr lang="en-US" sz="3600" b="1" dirty="0"/>
          </a:p>
          <a:p>
            <a:pPr marL="514350" indent="-514350" eaLnBrk="1" fontAlgn="auto" hangingPunct="1">
              <a:spcAft>
                <a:spcPts val="0"/>
              </a:spcAft>
              <a:buFont typeface="Wingdings" pitchFamily="2" charset="2"/>
              <a:buNone/>
              <a:defRPr/>
            </a:pPr>
            <a:endParaRPr lang="en-US" sz="3600" b="1" dirty="0"/>
          </a:p>
          <a:p>
            <a:pPr eaLnBrk="1" fontAlgn="auto" hangingPunct="1">
              <a:spcAft>
                <a:spcPts val="0"/>
              </a:spcAft>
              <a:buFont typeface="Wingdings" pitchFamily="2" charset="2"/>
              <a:buNone/>
              <a:defRPr/>
            </a:pPr>
            <a:endParaRPr lang="en-US" sz="3600" dirty="0"/>
          </a:p>
        </p:txBody>
      </p:sp>
      <p:sp>
        <p:nvSpPr>
          <p:cNvPr id="59396" name="Slide Number Placeholder 4">
            <a:extLst>
              <a:ext uri="{FF2B5EF4-FFF2-40B4-BE49-F238E27FC236}">
                <a16:creationId xmlns:a16="http://schemas.microsoft.com/office/drawing/2014/main" id="{78B7375F-2C37-49CB-A1F0-C619585FE2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E386714-E8CE-49CB-8B5F-22FAF24193E7}"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sp>
        <p:nvSpPr>
          <p:cNvPr id="5" name="Freeform 8">
            <a:extLst>
              <a:ext uri="{FF2B5EF4-FFF2-40B4-BE49-F238E27FC236}">
                <a16:creationId xmlns:a16="http://schemas.microsoft.com/office/drawing/2014/main" id="{A9E7BF52-9A00-4065-8A47-DFF86C11613B}"/>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C55E652-19E6-4250-ABF7-931BB7918BCC}"/>
              </a:ext>
            </a:extLst>
          </p:cNvPr>
          <p:cNvSpPr>
            <a:spLocks noGrp="1"/>
          </p:cNvSpPr>
          <p:nvPr>
            <p:ph type="title"/>
          </p:nvPr>
        </p:nvSpPr>
        <p:spPr/>
        <p:txBody>
          <a:bodyPr/>
          <a:lstStyle/>
          <a:p>
            <a:r>
              <a:rPr lang="en-US" altLang="en-US"/>
              <a:t>CREATING THE PROJECT PLAN</a:t>
            </a:r>
          </a:p>
        </p:txBody>
      </p:sp>
      <p:sp>
        <p:nvSpPr>
          <p:cNvPr id="27651" name="Content Placeholder 2">
            <a:extLst>
              <a:ext uri="{FF2B5EF4-FFF2-40B4-BE49-F238E27FC236}">
                <a16:creationId xmlns:a16="http://schemas.microsoft.com/office/drawing/2014/main" id="{43B3C7D2-8B4C-49CD-AEA5-421D647443AA}"/>
              </a:ext>
            </a:extLst>
          </p:cNvPr>
          <p:cNvSpPr>
            <a:spLocks noGrp="1"/>
          </p:cNvSpPr>
          <p:nvPr>
            <p:ph idx="1"/>
          </p:nvPr>
        </p:nvSpPr>
        <p:spPr/>
        <p:txBody>
          <a:bodyPr/>
          <a:lstStyle/>
          <a:p>
            <a:pPr>
              <a:spcBef>
                <a:spcPct val="0"/>
              </a:spcBef>
            </a:pPr>
            <a:r>
              <a:rPr lang="en-US" altLang="en-US" sz="3200" dirty="0"/>
              <a:t>Once the project is selected by the approval committee, it is time to carefully plan the project. </a:t>
            </a:r>
          </a:p>
          <a:p>
            <a:pPr>
              <a:spcBef>
                <a:spcPct val="0"/>
              </a:spcBef>
            </a:pPr>
            <a:r>
              <a:rPr lang="en-US" altLang="en-US" sz="3200" dirty="0"/>
              <a:t>The project manager will follow a set of project management guidelines, sometimes referred to as the project management life cycle, as he or she organizes, guides, and directs the project from inception to completion. </a:t>
            </a:r>
          </a:p>
          <a:p>
            <a:pPr>
              <a:spcBef>
                <a:spcPct val="0"/>
              </a:spcBef>
            </a:pPr>
            <a:endParaRPr lang="en-US" altLang="en-US" sz="3200" dirty="0"/>
          </a:p>
        </p:txBody>
      </p:sp>
      <p:sp>
        <p:nvSpPr>
          <p:cNvPr id="27652" name="Slide Number Placeholder 4">
            <a:extLst>
              <a:ext uri="{FF2B5EF4-FFF2-40B4-BE49-F238E27FC236}">
                <a16:creationId xmlns:a16="http://schemas.microsoft.com/office/drawing/2014/main" id="{561A6003-152C-4261-A8AA-D15F410CCE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BBA9792-97AB-4067-AEF3-C980C2AAD2A1}"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sp>
        <p:nvSpPr>
          <p:cNvPr id="5" name="Freeform 8">
            <a:extLst>
              <a:ext uri="{FF2B5EF4-FFF2-40B4-BE49-F238E27FC236}">
                <a16:creationId xmlns:a16="http://schemas.microsoft.com/office/drawing/2014/main" id="{0DC272C3-CAC4-48D2-94DF-60E9CBC45A58}"/>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F0D5DDDC-C795-4673-B566-8A87FE7269FD}"/>
              </a:ext>
            </a:extLst>
          </p:cNvPr>
          <p:cNvSpPr>
            <a:spLocks noGrp="1"/>
          </p:cNvSpPr>
          <p:nvPr>
            <p:ph type="title"/>
          </p:nvPr>
        </p:nvSpPr>
        <p:spPr/>
        <p:txBody>
          <a:bodyPr/>
          <a:lstStyle/>
          <a:p>
            <a:pPr eaLnBrk="1" hangingPunct="1"/>
            <a:r>
              <a:rPr lang="en-US" altLang="en-US"/>
              <a:t>Creating The Project Plan</a:t>
            </a:r>
          </a:p>
        </p:txBody>
      </p:sp>
      <p:sp>
        <p:nvSpPr>
          <p:cNvPr id="11267" name="Content Placeholder 2">
            <a:extLst>
              <a:ext uri="{FF2B5EF4-FFF2-40B4-BE49-F238E27FC236}">
                <a16:creationId xmlns:a16="http://schemas.microsoft.com/office/drawing/2014/main" id="{F66D1324-3DF0-42EF-8E0C-3BB431A4E84A}"/>
              </a:ext>
            </a:extLst>
          </p:cNvPr>
          <p:cNvSpPr>
            <a:spLocks noGrp="1"/>
          </p:cNvSpPr>
          <p:nvPr>
            <p:ph idx="1"/>
          </p:nvPr>
        </p:nvSpPr>
        <p:spPr/>
        <p:txBody>
          <a:bodyPr/>
          <a:lstStyle/>
          <a:p>
            <a:pPr eaLnBrk="1" hangingPunct="1">
              <a:spcBef>
                <a:spcPct val="0"/>
              </a:spcBef>
              <a:defRPr/>
            </a:pPr>
            <a:r>
              <a:rPr lang="en-US" altLang="en-US" dirty="0"/>
              <a:t> </a:t>
            </a:r>
            <a:r>
              <a:rPr lang="en-US" altLang="en-US" b="1" dirty="0">
                <a:solidFill>
                  <a:srgbClr val="0070C0"/>
                </a:solidFill>
              </a:rPr>
              <a:t>Project management phases </a:t>
            </a:r>
            <a:r>
              <a:rPr lang="en-US" altLang="en-US" dirty="0"/>
              <a:t>consist of:</a:t>
            </a:r>
          </a:p>
          <a:p>
            <a:pPr eaLnBrk="1" hangingPunct="1">
              <a:spcBef>
                <a:spcPct val="0"/>
              </a:spcBef>
              <a:buFont typeface="Wingdings" pitchFamily="2" charset="2"/>
              <a:buNone/>
              <a:defRPr/>
            </a:pPr>
            <a:r>
              <a:rPr lang="en-US" altLang="en-US" dirty="0"/>
              <a:t>    - </a:t>
            </a:r>
            <a:r>
              <a:rPr lang="en-US" altLang="en-US" dirty="0">
                <a:solidFill>
                  <a:schemeClr val="accent3">
                    <a:lumMod val="75000"/>
                  </a:schemeClr>
                </a:solidFill>
              </a:rPr>
              <a:t>initiation</a:t>
            </a:r>
          </a:p>
          <a:p>
            <a:pPr eaLnBrk="1" hangingPunct="1">
              <a:spcBef>
                <a:spcPct val="0"/>
              </a:spcBef>
              <a:buFont typeface="Wingdings" pitchFamily="2" charset="2"/>
              <a:buNone/>
              <a:defRPr/>
            </a:pPr>
            <a:r>
              <a:rPr lang="en-US" altLang="en-US" dirty="0"/>
              <a:t>    - </a:t>
            </a:r>
            <a:r>
              <a:rPr lang="en-US" altLang="en-US" dirty="0">
                <a:solidFill>
                  <a:schemeClr val="accent3">
                    <a:lumMod val="75000"/>
                  </a:schemeClr>
                </a:solidFill>
              </a:rPr>
              <a:t>planning</a:t>
            </a:r>
          </a:p>
          <a:p>
            <a:pPr eaLnBrk="1" hangingPunct="1">
              <a:spcBef>
                <a:spcPct val="0"/>
              </a:spcBef>
              <a:buFont typeface="Wingdings" pitchFamily="2" charset="2"/>
              <a:buNone/>
              <a:defRPr/>
            </a:pPr>
            <a:r>
              <a:rPr lang="en-US" altLang="en-US" dirty="0"/>
              <a:t>    - </a:t>
            </a:r>
            <a:r>
              <a:rPr lang="en-US" altLang="en-US" dirty="0">
                <a:solidFill>
                  <a:schemeClr val="accent3">
                    <a:lumMod val="75000"/>
                  </a:schemeClr>
                </a:solidFill>
              </a:rPr>
              <a:t>execution</a:t>
            </a:r>
          </a:p>
          <a:p>
            <a:pPr eaLnBrk="1" hangingPunct="1">
              <a:spcBef>
                <a:spcPct val="0"/>
              </a:spcBef>
              <a:buFont typeface="Wingdings" pitchFamily="2" charset="2"/>
              <a:buNone/>
              <a:defRPr/>
            </a:pPr>
            <a:r>
              <a:rPr lang="en-US" altLang="en-US" dirty="0"/>
              <a:t>    - </a:t>
            </a:r>
            <a:r>
              <a:rPr lang="en-US" altLang="en-US" dirty="0">
                <a:solidFill>
                  <a:schemeClr val="accent3">
                    <a:lumMod val="75000"/>
                  </a:schemeClr>
                </a:solidFill>
              </a:rPr>
              <a:t>control</a:t>
            </a:r>
            <a:r>
              <a:rPr lang="en-US" altLang="en-US" dirty="0"/>
              <a:t>, and</a:t>
            </a:r>
          </a:p>
          <a:p>
            <a:pPr eaLnBrk="1" hangingPunct="1">
              <a:spcBef>
                <a:spcPct val="0"/>
              </a:spcBef>
              <a:buFont typeface="Wingdings" pitchFamily="2" charset="2"/>
              <a:buNone/>
              <a:defRPr/>
            </a:pPr>
            <a:r>
              <a:rPr lang="en-US" altLang="en-US" dirty="0"/>
              <a:t>    - </a:t>
            </a:r>
            <a:r>
              <a:rPr lang="en-US" altLang="en-US" dirty="0">
                <a:solidFill>
                  <a:schemeClr val="accent3">
                    <a:lumMod val="75000"/>
                  </a:schemeClr>
                </a:solidFill>
              </a:rPr>
              <a:t>closure</a:t>
            </a:r>
            <a:r>
              <a:rPr lang="en-US" altLang="en-US" dirty="0"/>
              <a:t>.</a:t>
            </a:r>
          </a:p>
        </p:txBody>
      </p:sp>
      <p:sp>
        <p:nvSpPr>
          <p:cNvPr id="28676" name="Slide Number Placeholder 4">
            <a:extLst>
              <a:ext uri="{FF2B5EF4-FFF2-40B4-BE49-F238E27FC236}">
                <a16:creationId xmlns:a16="http://schemas.microsoft.com/office/drawing/2014/main" id="{14AA42C4-D195-4509-A00E-5DCDB9D1CA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7DF46F6B-C715-4C79-9498-080A06585291}"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sp>
        <p:nvSpPr>
          <p:cNvPr id="5" name="Freeform 8">
            <a:extLst>
              <a:ext uri="{FF2B5EF4-FFF2-40B4-BE49-F238E27FC236}">
                <a16:creationId xmlns:a16="http://schemas.microsoft.com/office/drawing/2014/main" id="{812266AB-45A1-4202-8891-0A0D2A29DDD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E49C8A8-9DE2-4E74-AFB1-1872AC9877AE}"/>
              </a:ext>
            </a:extLst>
          </p:cNvPr>
          <p:cNvSpPr>
            <a:spLocks noGrp="1"/>
          </p:cNvSpPr>
          <p:nvPr>
            <p:ph type="title"/>
          </p:nvPr>
        </p:nvSpPr>
        <p:spPr/>
        <p:txBody>
          <a:bodyPr/>
          <a:lstStyle/>
          <a:p>
            <a:pPr eaLnBrk="1" hangingPunct="1"/>
            <a:r>
              <a:rPr lang="en-US" altLang="en-US"/>
              <a:t>Developing the Work Plan</a:t>
            </a:r>
          </a:p>
        </p:txBody>
      </p:sp>
      <p:sp>
        <p:nvSpPr>
          <p:cNvPr id="60419" name="Content Placeholder 2">
            <a:extLst>
              <a:ext uri="{FF2B5EF4-FFF2-40B4-BE49-F238E27FC236}">
                <a16:creationId xmlns:a16="http://schemas.microsoft.com/office/drawing/2014/main" id="{34C005E4-C6C1-4974-A40A-3229175A7593}"/>
              </a:ext>
            </a:extLst>
          </p:cNvPr>
          <p:cNvSpPr>
            <a:spLocks noGrp="1"/>
          </p:cNvSpPr>
          <p:nvPr>
            <p:ph idx="1"/>
          </p:nvPr>
        </p:nvSpPr>
        <p:spPr/>
        <p:txBody>
          <a:bodyPr/>
          <a:lstStyle/>
          <a:p>
            <a:pPr eaLnBrk="1" hangingPunct="1">
              <a:spcBef>
                <a:spcPct val="0"/>
              </a:spcBef>
            </a:pPr>
            <a:r>
              <a:rPr lang="en-US" altLang="en-US"/>
              <a:t>Identify Tasks</a:t>
            </a:r>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buFont typeface="Wingdings" pitchFamily="2" charset="2"/>
              <a:buNone/>
            </a:pPr>
            <a:endParaRPr lang="en-US" altLang="en-US"/>
          </a:p>
          <a:p>
            <a:pPr eaLnBrk="1" hangingPunct="1">
              <a:spcBef>
                <a:spcPct val="0"/>
              </a:spcBef>
              <a:buFont typeface="Wingdings" pitchFamily="2" charset="2"/>
              <a:buNone/>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p:txBody>
      </p:sp>
      <p:sp>
        <p:nvSpPr>
          <p:cNvPr id="60420" name="Slide Number Placeholder 4">
            <a:extLst>
              <a:ext uri="{FF2B5EF4-FFF2-40B4-BE49-F238E27FC236}">
                <a16:creationId xmlns:a16="http://schemas.microsoft.com/office/drawing/2014/main" id="{FA68AAE5-E93A-4FD5-BD46-2034C9D6CA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9E40167E-7945-45B1-932C-CE394F09C6B5}"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pic>
        <p:nvPicPr>
          <p:cNvPr id="60421" name="Picture 2">
            <a:extLst>
              <a:ext uri="{FF2B5EF4-FFF2-40B4-BE49-F238E27FC236}">
                <a16:creationId xmlns:a16="http://schemas.microsoft.com/office/drawing/2014/main" id="{7B434EC8-F527-423F-BA4B-6AF2A05D9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950" y="2286000"/>
            <a:ext cx="601345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066870" y="609600"/>
            <a:ext cx="6781730" cy="377989"/>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400" b="1" spc="-72" dirty="0">
                <a:latin typeface="Verdana" panose="020B0604030504040204" pitchFamily="34" charset="0"/>
                <a:ea typeface="Verdana" panose="020B0604030504040204" pitchFamily="34" charset="0"/>
              </a:rPr>
              <a:t>Work Breakdown Structure (WBS)</a:t>
            </a:r>
            <a:endParaRPr lang="en-MY" sz="24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312413" y="1698481"/>
            <a:ext cx="7685055" cy="3559822"/>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234950" indent="-234950" defTabSz="457200">
              <a:spcBef>
                <a:spcPct val="20000"/>
              </a:spcBef>
              <a:buClr>
                <a:srgbClr val="CC0000"/>
              </a:buClr>
              <a:buBlip>
                <a:blip r:embed="rId2"/>
              </a:buBlip>
            </a:pPr>
            <a:r>
              <a:rPr lang="en-US" altLang="en-US" sz="2000" kern="0" dirty="0">
                <a:solidFill>
                  <a:srgbClr val="000000"/>
                </a:solidFill>
                <a:latin typeface="Verdana"/>
                <a:cs typeface="Times New Roman" panose="02020603050405020304" pitchFamily="18" charset="0"/>
              </a:rPr>
              <a:t>A </a:t>
            </a:r>
            <a:r>
              <a:rPr lang="en-US" altLang="en-US" sz="2000" b="1" kern="0" dirty="0">
                <a:solidFill>
                  <a:srgbClr val="0000FF"/>
                </a:solidFill>
                <a:latin typeface="Verdana"/>
                <a:cs typeface="Times New Roman" panose="02020603050405020304" pitchFamily="18" charset="0"/>
              </a:rPr>
              <a:t>work breakdown structure (WBS)</a:t>
            </a:r>
            <a:r>
              <a:rPr lang="en-US" altLang="en-US" sz="2000" kern="0" dirty="0">
                <a:solidFill>
                  <a:srgbClr val="000000"/>
                </a:solidFill>
                <a:latin typeface="Verdana"/>
                <a:cs typeface="Times New Roman" panose="02020603050405020304" pitchFamily="18" charset="0"/>
              </a:rPr>
              <a:t> is a hierarchy of tasks, activities and phases for the project. </a:t>
            </a:r>
          </a:p>
          <a:p>
            <a:pPr marL="234950" indent="-234950" defTabSz="457200">
              <a:spcBef>
                <a:spcPct val="20000"/>
              </a:spcBef>
              <a:buClr>
                <a:srgbClr val="CC0000"/>
              </a:buClr>
              <a:buBlip>
                <a:blip r:embed="rId2"/>
              </a:buBlip>
            </a:pPr>
            <a:r>
              <a:rPr lang="en-US" altLang="en-US" sz="2000" kern="0" dirty="0">
                <a:solidFill>
                  <a:srgbClr val="000000"/>
                </a:solidFill>
                <a:latin typeface="Verdana"/>
                <a:cs typeface="Times New Roman" panose="02020603050405020304" pitchFamily="18" charset="0"/>
              </a:rPr>
              <a:t>It is used as a foundation for developing the project schedule, identifying milestones in the schedule and for managing the costs</a:t>
            </a:r>
          </a:p>
          <a:p>
            <a:pPr marL="234950" indent="-234950" defTabSz="457200">
              <a:spcBef>
                <a:spcPct val="20000"/>
              </a:spcBef>
              <a:buClr>
                <a:srgbClr val="CC0000"/>
              </a:buClr>
              <a:buBlip>
                <a:blip r:embed="rId2"/>
              </a:buBlip>
            </a:pPr>
            <a:r>
              <a:rPr lang="en-US" altLang="en-US" sz="2000" kern="0" dirty="0">
                <a:solidFill>
                  <a:srgbClr val="000000"/>
                </a:solidFill>
                <a:latin typeface="Verdana"/>
                <a:cs typeface="Times New Roman" panose="02020603050405020304" pitchFamily="18" charset="0"/>
              </a:rPr>
              <a:t>Each </a:t>
            </a:r>
            <a:r>
              <a:rPr lang="en-US" altLang="en-US" sz="2000" b="1" kern="0" dirty="0">
                <a:solidFill>
                  <a:srgbClr val="FF3300"/>
                </a:solidFill>
                <a:latin typeface="Verdana"/>
                <a:cs typeface="Times New Roman" panose="02020603050405020304" pitchFamily="18" charset="0"/>
              </a:rPr>
              <a:t>task</a:t>
            </a:r>
            <a:r>
              <a:rPr lang="en-US" altLang="en-US" sz="2000" kern="0" dirty="0">
                <a:solidFill>
                  <a:srgbClr val="000000"/>
                </a:solidFill>
                <a:latin typeface="Verdana"/>
                <a:cs typeface="Times New Roman" panose="02020603050405020304" pitchFamily="18" charset="0"/>
              </a:rPr>
              <a:t> has an associated duration (sometimes three different values: expected, pessimistic and optimistic) and number of resources required)</a:t>
            </a:r>
          </a:p>
          <a:p>
            <a:pPr marL="234950" indent="-234950" defTabSz="457200">
              <a:spcBef>
                <a:spcPct val="20000"/>
              </a:spcBef>
              <a:buClr>
                <a:srgbClr val="CC0000"/>
              </a:buClr>
              <a:buBlip>
                <a:blip r:embed="rId2"/>
              </a:buBlip>
            </a:pPr>
            <a:r>
              <a:rPr lang="en-US" altLang="en-US" sz="2000" kern="0" dirty="0">
                <a:solidFill>
                  <a:srgbClr val="000000"/>
                </a:solidFill>
                <a:latin typeface="Verdana"/>
                <a:cs typeface="Times New Roman" panose="02020603050405020304" pitchFamily="18" charset="0"/>
              </a:rPr>
              <a:t>How to identify tasks:</a:t>
            </a:r>
          </a:p>
          <a:p>
            <a:pPr marL="454025" lvl="1" indent="-218282" defTabSz="457200">
              <a:spcBef>
                <a:spcPct val="20000"/>
              </a:spcBef>
              <a:buClr>
                <a:srgbClr val="CC0000"/>
              </a:buClr>
              <a:buFont typeface="Wingdings" panose="05000000000000000000" pitchFamily="2" charset="2"/>
              <a:buChar char="n"/>
            </a:pPr>
            <a:r>
              <a:rPr lang="en-US" altLang="en-US" sz="2000" b="1" kern="0" dirty="0">
                <a:solidFill>
                  <a:srgbClr val="003366"/>
                </a:solidFill>
                <a:latin typeface="Verdana"/>
              </a:rPr>
              <a:t>Top-down</a:t>
            </a:r>
            <a:r>
              <a:rPr lang="en-US" altLang="en-US" sz="2000" kern="0" dirty="0">
                <a:solidFill>
                  <a:srgbClr val="000000"/>
                </a:solidFill>
                <a:latin typeface="Verdana"/>
              </a:rPr>
              <a:t>: identify major activities first, then internal tasks</a:t>
            </a:r>
            <a:endParaRPr lang="en-US" altLang="en-US" sz="2000" b="1" kern="0" dirty="0">
              <a:solidFill>
                <a:srgbClr val="003366"/>
              </a:solidFill>
              <a:latin typeface="Verdana"/>
            </a:endParaRPr>
          </a:p>
          <a:p>
            <a:pPr marL="454025" lvl="1" indent="-218282" defTabSz="457200">
              <a:spcBef>
                <a:spcPct val="20000"/>
              </a:spcBef>
              <a:buClr>
                <a:srgbClr val="CC0000"/>
              </a:buClr>
              <a:buFont typeface="Wingdings" panose="05000000000000000000" pitchFamily="2" charset="2"/>
              <a:buChar char="n"/>
            </a:pPr>
            <a:r>
              <a:rPr lang="en-US" altLang="en-US" sz="2000" b="1" kern="0" dirty="0">
                <a:solidFill>
                  <a:srgbClr val="003366"/>
                </a:solidFill>
                <a:latin typeface="Verdana"/>
              </a:rPr>
              <a:t>Bottom-up</a:t>
            </a:r>
            <a:r>
              <a:rPr lang="en-US" altLang="en-US" sz="2000" kern="0" dirty="0">
                <a:solidFill>
                  <a:srgbClr val="000000"/>
                </a:solidFill>
                <a:latin typeface="Verdana"/>
              </a:rPr>
              <a:t>: list all the tasks and organize them</a:t>
            </a:r>
            <a:endParaRPr lang="en-US" altLang="en-US" sz="2000" b="1" kern="0" dirty="0">
              <a:solidFill>
                <a:srgbClr val="FF3300"/>
              </a:solidFill>
              <a:latin typeface="Verdana"/>
            </a:endParaRPr>
          </a:p>
          <a:p>
            <a:pPr marL="454025" lvl="1" indent="-218282" defTabSz="457200">
              <a:spcBef>
                <a:spcPct val="20000"/>
              </a:spcBef>
              <a:buClr>
                <a:srgbClr val="CC0000"/>
              </a:buClr>
              <a:buFont typeface="Wingdings" panose="05000000000000000000" pitchFamily="2" charset="2"/>
              <a:buChar char="n"/>
            </a:pPr>
            <a:r>
              <a:rPr lang="en-US" altLang="en-US" sz="2000" b="1" kern="0" dirty="0">
                <a:solidFill>
                  <a:srgbClr val="003366"/>
                </a:solidFill>
                <a:latin typeface="Verdana"/>
              </a:rPr>
              <a:t>Analogy</a:t>
            </a:r>
            <a:r>
              <a:rPr lang="en-US" altLang="en-US" sz="2000" kern="0" dirty="0">
                <a:solidFill>
                  <a:srgbClr val="000000"/>
                </a:solidFill>
                <a:latin typeface="Verdana"/>
              </a:rPr>
              <a:t>: from similar projects</a:t>
            </a:r>
          </a:p>
        </p:txBody>
      </p:sp>
      <p:sp>
        <p:nvSpPr>
          <p:cNvPr id="15" name="Freeform 8">
            <a:extLst>
              <a:ext uri="{FF2B5EF4-FFF2-40B4-BE49-F238E27FC236}">
                <a16:creationId xmlns:a16="http://schemas.microsoft.com/office/drawing/2014/main" id="{E8E37ABE-F337-4851-9574-8E751BB2F137}"/>
              </a:ext>
            </a:extLst>
          </p:cNvPr>
          <p:cNvSpPr/>
          <p:nvPr/>
        </p:nvSpPr>
        <p:spPr>
          <a:xfrm>
            <a:off x="0" y="6291532"/>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4238139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F0A24DC7-3E93-4FFD-A2B6-8BA451D44A0E}"/>
              </a:ext>
            </a:extLst>
          </p:cNvPr>
          <p:cNvSpPr>
            <a:spLocks noGrp="1"/>
          </p:cNvSpPr>
          <p:nvPr>
            <p:ph type="title"/>
          </p:nvPr>
        </p:nvSpPr>
        <p:spPr/>
        <p:txBody>
          <a:bodyPr/>
          <a:lstStyle/>
          <a:p>
            <a:pPr eaLnBrk="1" hangingPunct="1"/>
            <a:r>
              <a:rPr lang="en-US" altLang="en-US"/>
              <a:t>Developing the Work Plan (cont.)</a:t>
            </a:r>
          </a:p>
        </p:txBody>
      </p:sp>
      <p:sp>
        <p:nvSpPr>
          <p:cNvPr id="61443" name="Content Placeholder 2">
            <a:extLst>
              <a:ext uri="{FF2B5EF4-FFF2-40B4-BE49-F238E27FC236}">
                <a16:creationId xmlns:a16="http://schemas.microsoft.com/office/drawing/2014/main" id="{9153C0A9-C069-44E3-98D1-5453384485C2}"/>
              </a:ext>
            </a:extLst>
          </p:cNvPr>
          <p:cNvSpPr>
            <a:spLocks noGrp="1"/>
          </p:cNvSpPr>
          <p:nvPr>
            <p:ph idx="1"/>
          </p:nvPr>
        </p:nvSpPr>
        <p:spPr/>
        <p:txBody>
          <a:bodyPr/>
          <a:lstStyle/>
          <a:p>
            <a:pPr eaLnBrk="1" hangingPunct="1">
              <a:spcBef>
                <a:spcPct val="0"/>
              </a:spcBef>
            </a:pPr>
            <a:r>
              <a:rPr lang="en-US" altLang="en-US"/>
              <a:t> Work Breakdown Structure</a:t>
            </a:r>
          </a:p>
        </p:txBody>
      </p:sp>
      <p:sp>
        <p:nvSpPr>
          <p:cNvPr id="61444" name="Slide Number Placeholder 4">
            <a:extLst>
              <a:ext uri="{FF2B5EF4-FFF2-40B4-BE49-F238E27FC236}">
                <a16:creationId xmlns:a16="http://schemas.microsoft.com/office/drawing/2014/main" id="{53EAD75C-C32A-4211-A5EA-41A9A464960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29A3AC7E-47E1-4A3D-A86E-377AAE44D3E5}"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pic>
        <p:nvPicPr>
          <p:cNvPr id="61445" name="Picture 2">
            <a:extLst>
              <a:ext uri="{FF2B5EF4-FFF2-40B4-BE49-F238E27FC236}">
                <a16:creationId xmlns:a16="http://schemas.microsoft.com/office/drawing/2014/main" id="{57FDA056-A618-4811-BAD7-2FA54F55D0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82813"/>
            <a:ext cx="84296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166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A33CF65F-7067-4A30-894A-FBAEF3A89534}"/>
              </a:ext>
            </a:extLst>
          </p:cNvPr>
          <p:cNvSpPr>
            <a:spLocks noGrp="1"/>
          </p:cNvSpPr>
          <p:nvPr>
            <p:ph type="title"/>
          </p:nvPr>
        </p:nvSpPr>
        <p:spPr/>
        <p:txBody>
          <a:bodyPr/>
          <a:lstStyle/>
          <a:p>
            <a:pPr eaLnBrk="1" hangingPunct="1"/>
            <a:r>
              <a:rPr lang="en-US" altLang="en-US"/>
              <a:t>Developing the Work Plan (cont.)</a:t>
            </a:r>
          </a:p>
        </p:txBody>
      </p:sp>
      <p:sp>
        <p:nvSpPr>
          <p:cNvPr id="62467" name="Slide Number Placeholder 4">
            <a:extLst>
              <a:ext uri="{FF2B5EF4-FFF2-40B4-BE49-F238E27FC236}">
                <a16:creationId xmlns:a16="http://schemas.microsoft.com/office/drawing/2014/main" id="{CA61436A-A1D7-4AE6-B2F3-097C22B1A6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E9941D2-A711-4A4E-8EDB-D319ACADE6E2}"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sp>
        <p:nvSpPr>
          <p:cNvPr id="62468" name="Content Placeholder 6">
            <a:extLst>
              <a:ext uri="{FF2B5EF4-FFF2-40B4-BE49-F238E27FC236}">
                <a16:creationId xmlns:a16="http://schemas.microsoft.com/office/drawing/2014/main" id="{D68EC5D9-2728-4903-892D-62CD5C319E76}"/>
              </a:ext>
            </a:extLst>
          </p:cNvPr>
          <p:cNvSpPr>
            <a:spLocks noGrp="1"/>
          </p:cNvSpPr>
          <p:nvPr>
            <p:ph idx="1"/>
          </p:nvPr>
        </p:nvSpPr>
        <p:spPr/>
        <p:txBody>
          <a:bodyPr/>
          <a:lstStyle/>
          <a:p>
            <a:pPr eaLnBrk="1" hangingPunct="1">
              <a:spcBef>
                <a:spcPct val="0"/>
              </a:spcBef>
            </a:pPr>
            <a:r>
              <a:rPr lang="en-US" altLang="en-US"/>
              <a:t> The project work plan</a:t>
            </a:r>
          </a:p>
          <a:p>
            <a:pPr eaLnBrk="1" hangingPunct="1">
              <a:spcBef>
                <a:spcPct val="0"/>
              </a:spcBef>
            </a:pPr>
            <a:endParaRPr lang="en-US" altLang="en-US"/>
          </a:p>
          <a:p>
            <a:pPr eaLnBrk="1" hangingPunct="1">
              <a:spcBef>
                <a:spcPct val="0"/>
              </a:spcBef>
            </a:pPr>
            <a:endParaRPr lang="en-US" altLang="en-US"/>
          </a:p>
        </p:txBody>
      </p:sp>
      <p:pic>
        <p:nvPicPr>
          <p:cNvPr id="62469" name="Picture 2">
            <a:extLst>
              <a:ext uri="{FF2B5EF4-FFF2-40B4-BE49-F238E27FC236}">
                <a16:creationId xmlns:a16="http://schemas.microsoft.com/office/drawing/2014/main" id="{FF314A4C-9E3F-4E02-BA1E-598A375A7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0"/>
            <a:ext cx="8763000"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71220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8E16A522-2F63-4B3F-A30D-8F844889CFA2}"/>
              </a:ext>
            </a:extLst>
          </p:cNvPr>
          <p:cNvSpPr>
            <a:spLocks noGrp="1"/>
          </p:cNvSpPr>
          <p:nvPr>
            <p:ph type="title"/>
          </p:nvPr>
        </p:nvSpPr>
        <p:spPr/>
        <p:txBody>
          <a:bodyPr/>
          <a:lstStyle/>
          <a:p>
            <a:pPr eaLnBrk="1" hangingPunct="1"/>
            <a:r>
              <a:rPr lang="en-US" altLang="en-US"/>
              <a:t>Staffing The Project</a:t>
            </a:r>
          </a:p>
        </p:txBody>
      </p:sp>
      <p:sp>
        <p:nvSpPr>
          <p:cNvPr id="3" name="Content Placeholder 2">
            <a:extLst>
              <a:ext uri="{FF2B5EF4-FFF2-40B4-BE49-F238E27FC236}">
                <a16:creationId xmlns:a16="http://schemas.microsoft.com/office/drawing/2014/main" id="{F0522ECE-15CA-4879-B3DB-F0C79A935589}"/>
              </a:ext>
            </a:extLst>
          </p:cNvPr>
          <p:cNvSpPr>
            <a:spLocks noGrp="1"/>
          </p:cNvSpPr>
          <p:nvPr>
            <p:ph idx="1"/>
          </p:nvPr>
        </p:nvSpPr>
        <p:spPr/>
        <p:txBody>
          <a:bodyPr rtlCol="0">
            <a:normAutofit lnSpcReduction="10000"/>
          </a:bodyPr>
          <a:lstStyle/>
          <a:p>
            <a:pPr eaLnBrk="1" fontAlgn="auto" hangingPunct="1">
              <a:spcAft>
                <a:spcPts val="0"/>
              </a:spcAft>
              <a:defRPr/>
            </a:pPr>
            <a:r>
              <a:rPr lang="en-US" dirty="0"/>
              <a:t> Staffing Plan</a:t>
            </a:r>
          </a:p>
          <a:p>
            <a:pPr marL="1203325" indent="-746125" eaLnBrk="1" fontAlgn="auto" hangingPunct="1">
              <a:spcAft>
                <a:spcPts val="0"/>
              </a:spcAft>
              <a:buFont typeface="Wingdings" pitchFamily="2" charset="2"/>
              <a:buNone/>
              <a:defRPr/>
            </a:pPr>
            <a:r>
              <a:rPr lang="en-US" dirty="0"/>
              <a:t>    </a:t>
            </a:r>
            <a:r>
              <a:rPr lang="en-US" sz="3600" dirty="0"/>
              <a:t>- Staffing levels will change over a project’s lifetime</a:t>
            </a:r>
          </a:p>
          <a:p>
            <a:pPr marL="1203325" indent="-746125" eaLnBrk="1" fontAlgn="auto" hangingPunct="1">
              <a:spcAft>
                <a:spcPts val="0"/>
              </a:spcAft>
              <a:buFont typeface="Wingdings" pitchFamily="2" charset="2"/>
              <a:buNone/>
              <a:defRPr/>
            </a:pPr>
            <a:r>
              <a:rPr lang="en-US" sz="3600" dirty="0"/>
              <a:t>    - Adding staff may add more overhead than additional labor</a:t>
            </a:r>
          </a:p>
          <a:p>
            <a:pPr marL="1203325" indent="-746125" eaLnBrk="1" fontAlgn="auto" hangingPunct="1">
              <a:spcAft>
                <a:spcPts val="0"/>
              </a:spcAft>
              <a:buFont typeface="Wingdings" pitchFamily="2" charset="2"/>
              <a:buNone/>
              <a:defRPr/>
            </a:pPr>
            <a:r>
              <a:rPr lang="en-US" sz="3600" dirty="0"/>
              <a:t>    - Using teams of 8-10 reporting in a hierarchical structure can reduce complexity</a:t>
            </a:r>
          </a:p>
          <a:p>
            <a:pPr eaLnBrk="1" fontAlgn="auto" hangingPunct="1">
              <a:spcAft>
                <a:spcPts val="0"/>
              </a:spcAft>
              <a:defRPr/>
            </a:pPr>
            <a:endParaRPr lang="en-US" dirty="0"/>
          </a:p>
        </p:txBody>
      </p:sp>
      <p:sp>
        <p:nvSpPr>
          <p:cNvPr id="63492" name="Slide Number Placeholder 4">
            <a:extLst>
              <a:ext uri="{FF2B5EF4-FFF2-40B4-BE49-F238E27FC236}">
                <a16:creationId xmlns:a16="http://schemas.microsoft.com/office/drawing/2014/main" id="{9A41119B-A3C4-41B5-BEDB-6EF305ADB2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8420A71A-D951-4D0D-B9AF-722381D06190}"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sp>
        <p:nvSpPr>
          <p:cNvPr id="5" name="Freeform 8">
            <a:extLst>
              <a:ext uri="{FF2B5EF4-FFF2-40B4-BE49-F238E27FC236}">
                <a16:creationId xmlns:a16="http://schemas.microsoft.com/office/drawing/2014/main" id="{5A05C57B-E915-4657-B5BF-FFAC4AC498D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624D5042-1CA4-4B16-AB84-C58C8CB64A18}"/>
              </a:ext>
            </a:extLst>
          </p:cNvPr>
          <p:cNvSpPr>
            <a:spLocks noGrp="1"/>
          </p:cNvSpPr>
          <p:nvPr>
            <p:ph type="title"/>
          </p:nvPr>
        </p:nvSpPr>
        <p:spPr/>
        <p:txBody>
          <a:bodyPr/>
          <a:lstStyle/>
          <a:p>
            <a:pPr eaLnBrk="1" hangingPunct="1"/>
            <a:r>
              <a:rPr lang="en-US" altLang="en-US"/>
              <a:t>Staffing The Project (cont.)</a:t>
            </a:r>
          </a:p>
        </p:txBody>
      </p:sp>
      <p:sp>
        <p:nvSpPr>
          <p:cNvPr id="64515" name="Slide Number Placeholder 4">
            <a:extLst>
              <a:ext uri="{FF2B5EF4-FFF2-40B4-BE49-F238E27FC236}">
                <a16:creationId xmlns:a16="http://schemas.microsoft.com/office/drawing/2014/main" id="{DE55A5A4-08B8-4535-AAD6-F3F8385D4A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0DD99A4-BD04-4058-8CC4-565E73863507}" type="slidenum">
              <a:rPr lang="en-US" altLang="en-US" sz="1200" smtClean="0">
                <a:solidFill>
                  <a:srgbClr val="898989"/>
                </a:solidFill>
              </a:rPr>
              <a:pPr>
                <a:spcBef>
                  <a:spcPct val="0"/>
                </a:spcBef>
                <a:buFontTx/>
                <a:buNone/>
              </a:pPr>
              <a:t>48</a:t>
            </a:fld>
            <a:endParaRPr lang="en-US" altLang="en-US" sz="1200">
              <a:solidFill>
                <a:srgbClr val="898989"/>
              </a:solidFill>
            </a:endParaRPr>
          </a:p>
        </p:txBody>
      </p:sp>
      <p:sp>
        <p:nvSpPr>
          <p:cNvPr id="64516" name="Content Placeholder 6">
            <a:extLst>
              <a:ext uri="{FF2B5EF4-FFF2-40B4-BE49-F238E27FC236}">
                <a16:creationId xmlns:a16="http://schemas.microsoft.com/office/drawing/2014/main" id="{EFDAB8D2-F2B7-4FF2-9E51-1E4EF83088F0}"/>
              </a:ext>
            </a:extLst>
          </p:cNvPr>
          <p:cNvSpPr>
            <a:spLocks noGrp="1"/>
          </p:cNvSpPr>
          <p:nvPr>
            <p:ph idx="1"/>
          </p:nvPr>
        </p:nvSpPr>
        <p:spPr/>
        <p:txBody>
          <a:bodyPr/>
          <a:lstStyle/>
          <a:p>
            <a:pPr algn="ctr" eaLnBrk="1" hangingPunct="1">
              <a:spcBef>
                <a:spcPct val="0"/>
              </a:spcBef>
              <a:buFont typeface="Wingdings" pitchFamily="2" charset="2"/>
              <a:buNone/>
            </a:pPr>
            <a:r>
              <a:rPr lang="en-US" altLang="en-US"/>
              <a:t>      </a:t>
            </a:r>
            <a:r>
              <a:rPr lang="en-US" altLang="en-US" b="1"/>
              <a:t>Reporting structure</a:t>
            </a:r>
          </a:p>
          <a:p>
            <a:pPr eaLnBrk="1" hangingPunct="1">
              <a:spcBef>
                <a:spcPct val="0"/>
              </a:spcBef>
            </a:pPr>
            <a:endParaRPr lang="en-US" altLang="en-US"/>
          </a:p>
        </p:txBody>
      </p:sp>
      <p:pic>
        <p:nvPicPr>
          <p:cNvPr id="5124" name="Picture 4">
            <a:extLst>
              <a:ext uri="{FF2B5EF4-FFF2-40B4-BE49-F238E27FC236}">
                <a16:creationId xmlns:a16="http://schemas.microsoft.com/office/drawing/2014/main" id="{5F0E765B-4D15-4724-8941-CAE46656D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663825"/>
            <a:ext cx="8153400" cy="377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4684E83D-29D6-48CF-9724-7D1EE6301A2B}"/>
              </a:ext>
            </a:extLst>
          </p:cNvPr>
          <p:cNvSpPr>
            <a:spLocks noGrp="1"/>
          </p:cNvSpPr>
          <p:nvPr>
            <p:ph type="title"/>
          </p:nvPr>
        </p:nvSpPr>
        <p:spPr/>
        <p:txBody>
          <a:bodyPr/>
          <a:lstStyle/>
          <a:p>
            <a:pPr eaLnBrk="1" hangingPunct="1"/>
            <a:r>
              <a:rPr lang="en-US" altLang="en-US"/>
              <a:t>Staffing The Project (cont.)</a:t>
            </a:r>
          </a:p>
        </p:txBody>
      </p:sp>
      <p:sp>
        <p:nvSpPr>
          <p:cNvPr id="3" name="Content Placeholder 2">
            <a:extLst>
              <a:ext uri="{FF2B5EF4-FFF2-40B4-BE49-F238E27FC236}">
                <a16:creationId xmlns:a16="http://schemas.microsoft.com/office/drawing/2014/main" id="{7AE9AC2C-20B8-4C57-8E4C-629EC4FCB864}"/>
              </a:ext>
            </a:extLst>
          </p:cNvPr>
          <p:cNvSpPr>
            <a:spLocks noGrp="1"/>
          </p:cNvSpPr>
          <p:nvPr>
            <p:ph idx="1"/>
          </p:nvPr>
        </p:nvSpPr>
        <p:spPr/>
        <p:txBody>
          <a:bodyPr rtlCol="0">
            <a:normAutofit fontScale="85000" lnSpcReduction="10000"/>
          </a:bodyPr>
          <a:lstStyle/>
          <a:p>
            <a:pPr eaLnBrk="1" fontAlgn="auto" hangingPunct="1">
              <a:lnSpc>
                <a:spcPct val="110000"/>
              </a:lnSpc>
              <a:spcAft>
                <a:spcPts val="0"/>
              </a:spcAft>
              <a:defRPr/>
            </a:pPr>
            <a:r>
              <a:rPr lang="en-US" dirty="0"/>
              <a:t>The </a:t>
            </a:r>
            <a:r>
              <a:rPr lang="en-US" b="1" i="1" dirty="0">
                <a:solidFill>
                  <a:srgbClr val="3399FF"/>
                </a:solidFill>
              </a:rPr>
              <a:t>staffing plan</a:t>
            </a:r>
            <a:r>
              <a:rPr lang="en-US" dirty="0"/>
              <a:t> describes the kinds of people working on the project</a:t>
            </a:r>
          </a:p>
          <a:p>
            <a:pPr eaLnBrk="1" fontAlgn="auto" hangingPunct="1">
              <a:lnSpc>
                <a:spcPct val="110000"/>
              </a:lnSpc>
              <a:spcAft>
                <a:spcPts val="0"/>
              </a:spcAft>
              <a:defRPr/>
            </a:pPr>
            <a:r>
              <a:rPr lang="en-US" dirty="0"/>
              <a:t>The </a:t>
            </a:r>
            <a:r>
              <a:rPr lang="en-US" b="1" i="1" dirty="0">
                <a:solidFill>
                  <a:srgbClr val="3399FF"/>
                </a:solidFill>
              </a:rPr>
              <a:t>project charter</a:t>
            </a:r>
            <a:r>
              <a:rPr lang="en-US" dirty="0"/>
              <a:t> describes the project’s objectives and rules</a:t>
            </a:r>
          </a:p>
          <a:p>
            <a:pPr eaLnBrk="1" fontAlgn="auto" hangingPunct="1">
              <a:lnSpc>
                <a:spcPct val="110000"/>
              </a:lnSpc>
              <a:spcAft>
                <a:spcPts val="0"/>
              </a:spcAft>
              <a:defRPr/>
            </a:pPr>
            <a:r>
              <a:rPr lang="en-US" dirty="0"/>
              <a:t>A </a:t>
            </a:r>
            <a:r>
              <a:rPr lang="en-US" b="1" i="1" dirty="0">
                <a:solidFill>
                  <a:srgbClr val="3399FF"/>
                </a:solidFill>
              </a:rPr>
              <a:t>functional lead</a:t>
            </a:r>
            <a:r>
              <a:rPr lang="en-US" dirty="0"/>
              <a:t> manages a group of analysts</a:t>
            </a:r>
          </a:p>
          <a:p>
            <a:pPr eaLnBrk="1" fontAlgn="auto" hangingPunct="1">
              <a:lnSpc>
                <a:spcPct val="110000"/>
              </a:lnSpc>
              <a:spcAft>
                <a:spcPts val="0"/>
              </a:spcAft>
              <a:defRPr/>
            </a:pPr>
            <a:r>
              <a:rPr lang="en-US" dirty="0"/>
              <a:t>A </a:t>
            </a:r>
            <a:r>
              <a:rPr lang="en-US" b="1" i="1" dirty="0">
                <a:solidFill>
                  <a:srgbClr val="3399FF"/>
                </a:solidFill>
              </a:rPr>
              <a:t>technical lead</a:t>
            </a:r>
            <a:r>
              <a:rPr lang="en-US" dirty="0"/>
              <a:t> oversees progress of programmers and technical staff members</a:t>
            </a:r>
            <a:endParaRPr lang="en-US" sz="3600" dirty="0"/>
          </a:p>
          <a:p>
            <a:pPr eaLnBrk="1" fontAlgn="auto" hangingPunct="1">
              <a:lnSpc>
                <a:spcPct val="110000"/>
              </a:lnSpc>
              <a:spcAft>
                <a:spcPts val="0"/>
              </a:spcAft>
              <a:defRPr/>
            </a:pPr>
            <a:endParaRPr lang="en-US" dirty="0"/>
          </a:p>
        </p:txBody>
      </p:sp>
      <p:sp>
        <p:nvSpPr>
          <p:cNvPr id="65540" name="Slide Number Placeholder 4">
            <a:extLst>
              <a:ext uri="{FF2B5EF4-FFF2-40B4-BE49-F238E27FC236}">
                <a16:creationId xmlns:a16="http://schemas.microsoft.com/office/drawing/2014/main" id="{439F2FFD-8420-4C78-A74D-C9295CFDAA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D8DE23E8-A13E-41AA-AFE8-93930D1F2296}"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
        <p:nvSpPr>
          <p:cNvPr id="5" name="Freeform 8">
            <a:extLst>
              <a:ext uri="{FF2B5EF4-FFF2-40B4-BE49-F238E27FC236}">
                <a16:creationId xmlns:a16="http://schemas.microsoft.com/office/drawing/2014/main" id="{2DA5E91B-4EC8-4000-95F6-404DA802356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F1534-2DD7-4F93-BE42-74150E1172E6}"/>
              </a:ext>
            </a:extLst>
          </p:cNvPr>
          <p:cNvSpPr>
            <a:spLocks noGrp="1"/>
          </p:cNvSpPr>
          <p:nvPr>
            <p:ph type="title"/>
          </p:nvPr>
        </p:nvSpPr>
        <p:spPr/>
        <p:txBody>
          <a:bodyPr rtlCol="0">
            <a:normAutofit fontScale="90000"/>
          </a:bodyPr>
          <a:lstStyle/>
          <a:p>
            <a:pPr eaLnBrk="1" fontAlgn="auto" hangingPunct="1">
              <a:spcAft>
                <a:spcPts val="0"/>
              </a:spcAft>
              <a:defRPr/>
            </a:pPr>
            <a:r>
              <a:rPr lang="en-US" dirty="0"/>
              <a:t>MANAGING AND CONTROLLING THE PROJECT</a:t>
            </a:r>
          </a:p>
        </p:txBody>
      </p:sp>
      <p:sp>
        <p:nvSpPr>
          <p:cNvPr id="34819" name="Content Placeholder 2">
            <a:extLst>
              <a:ext uri="{FF2B5EF4-FFF2-40B4-BE49-F238E27FC236}">
                <a16:creationId xmlns:a16="http://schemas.microsoft.com/office/drawing/2014/main" id="{00E4DD01-850D-4108-9702-869B705AFBCD}"/>
              </a:ext>
            </a:extLst>
          </p:cNvPr>
          <p:cNvSpPr>
            <a:spLocks noGrp="1"/>
          </p:cNvSpPr>
          <p:nvPr>
            <p:ph idx="1"/>
          </p:nvPr>
        </p:nvSpPr>
        <p:spPr>
          <a:xfrm>
            <a:off x="457200" y="1600200"/>
            <a:ext cx="8458200" cy="4525963"/>
          </a:xfrm>
        </p:spPr>
        <p:txBody>
          <a:bodyPr/>
          <a:lstStyle/>
          <a:p>
            <a:pPr eaLnBrk="1" hangingPunct="1">
              <a:spcBef>
                <a:spcPct val="0"/>
              </a:spcBef>
              <a:defRPr/>
            </a:pPr>
            <a:r>
              <a:rPr lang="en-US" altLang="en-US" dirty="0"/>
              <a:t> The science (or art) of project management is in making </a:t>
            </a:r>
            <a:r>
              <a:rPr lang="en-US" altLang="en-US" b="1" i="1" dirty="0">
                <a:solidFill>
                  <a:srgbClr val="000099"/>
                </a:solidFill>
              </a:rPr>
              <a:t>trade-offs</a:t>
            </a:r>
            <a:r>
              <a:rPr lang="en-US" altLang="en-US" dirty="0"/>
              <a:t> among three important concepts:</a:t>
            </a:r>
          </a:p>
          <a:p>
            <a:pPr eaLnBrk="1" hangingPunct="1">
              <a:spcBef>
                <a:spcPct val="0"/>
              </a:spcBef>
              <a:buFont typeface="Wingdings" pitchFamily="2" charset="2"/>
              <a:buNone/>
              <a:defRPr/>
            </a:pPr>
            <a:r>
              <a:rPr lang="en-US" altLang="en-US" dirty="0"/>
              <a:t>   - the </a:t>
            </a:r>
            <a:r>
              <a:rPr lang="en-US" altLang="en-US" dirty="0">
                <a:solidFill>
                  <a:schemeClr val="accent3">
                    <a:lumMod val="75000"/>
                  </a:schemeClr>
                </a:solidFill>
              </a:rPr>
              <a:t>size of the system</a:t>
            </a:r>
            <a:r>
              <a:rPr lang="en-US" altLang="en-US" dirty="0"/>
              <a:t>,</a:t>
            </a:r>
          </a:p>
          <a:p>
            <a:pPr eaLnBrk="1" hangingPunct="1">
              <a:spcBef>
                <a:spcPct val="0"/>
              </a:spcBef>
              <a:buFont typeface="Wingdings" pitchFamily="2" charset="2"/>
              <a:buNone/>
              <a:defRPr/>
            </a:pPr>
            <a:r>
              <a:rPr lang="en-US" altLang="en-US" dirty="0"/>
              <a:t>   - the </a:t>
            </a:r>
            <a:r>
              <a:rPr lang="en-US" altLang="en-US" dirty="0">
                <a:solidFill>
                  <a:schemeClr val="accent3">
                    <a:lumMod val="75000"/>
                  </a:schemeClr>
                </a:solidFill>
              </a:rPr>
              <a:t>time to complete</a:t>
            </a:r>
            <a:r>
              <a:rPr lang="en-US" altLang="en-US" dirty="0"/>
              <a:t> the project,</a:t>
            </a:r>
          </a:p>
          <a:p>
            <a:pPr eaLnBrk="1" hangingPunct="1">
              <a:spcBef>
                <a:spcPct val="0"/>
              </a:spcBef>
              <a:buFont typeface="Wingdings" pitchFamily="2" charset="2"/>
              <a:buNone/>
              <a:defRPr/>
            </a:pPr>
            <a:r>
              <a:rPr lang="en-US" altLang="en-US" dirty="0"/>
              <a:t>   - the </a:t>
            </a:r>
            <a:r>
              <a:rPr lang="en-US" altLang="en-US" dirty="0">
                <a:solidFill>
                  <a:schemeClr val="accent3">
                    <a:lumMod val="75000"/>
                  </a:schemeClr>
                </a:solidFill>
              </a:rPr>
              <a:t>cost</a:t>
            </a:r>
            <a:r>
              <a:rPr lang="en-US" altLang="en-US" dirty="0"/>
              <a:t> of the project.</a:t>
            </a:r>
          </a:p>
          <a:p>
            <a:pPr eaLnBrk="1" hangingPunct="1">
              <a:spcBef>
                <a:spcPct val="0"/>
              </a:spcBef>
              <a:buFont typeface="Wingdings" pitchFamily="2" charset="2"/>
              <a:buNone/>
              <a:defRPr/>
            </a:pPr>
            <a:endParaRPr lang="en-US" altLang="en-US" dirty="0"/>
          </a:p>
        </p:txBody>
      </p:sp>
      <p:sp>
        <p:nvSpPr>
          <p:cNvPr id="70660" name="Slide Number Placeholder 4">
            <a:extLst>
              <a:ext uri="{FF2B5EF4-FFF2-40B4-BE49-F238E27FC236}">
                <a16:creationId xmlns:a16="http://schemas.microsoft.com/office/drawing/2014/main" id="{BE9C9A85-9293-4C0F-8338-6C39C65399B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EF93815-5CD3-4183-98FE-E373405A7EDB}" type="slidenum">
              <a:rPr lang="en-US" altLang="en-US" sz="1200" smtClean="0">
                <a:solidFill>
                  <a:srgbClr val="898989"/>
                </a:solidFill>
              </a:rPr>
              <a:pPr>
                <a:spcBef>
                  <a:spcPct val="0"/>
                </a:spcBef>
                <a:buFontTx/>
                <a:buNone/>
              </a:pPr>
              <a:t>50</a:t>
            </a:fld>
            <a:endParaRPr lang="en-US" altLang="en-US" sz="1200">
              <a:solidFill>
                <a:srgbClr val="898989"/>
              </a:solidFill>
            </a:endParaRPr>
          </a:p>
        </p:txBody>
      </p:sp>
      <p:sp>
        <p:nvSpPr>
          <p:cNvPr id="5" name="Freeform 8">
            <a:extLst>
              <a:ext uri="{FF2B5EF4-FFF2-40B4-BE49-F238E27FC236}">
                <a16:creationId xmlns:a16="http://schemas.microsoft.com/office/drawing/2014/main" id="{FC53CF03-851C-49F8-ABD5-2293D4D6194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533400"/>
            <a:ext cx="6781730" cy="377989"/>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400" b="1" spc="-72" dirty="0">
                <a:latin typeface="Verdana" panose="020B0604030504040204" pitchFamily="34" charset="0"/>
                <a:ea typeface="Verdana" panose="020B0604030504040204" pitchFamily="34" charset="0"/>
              </a:rPr>
              <a:t>Project Schedule: Gantt chart</a:t>
            </a:r>
            <a:endParaRPr lang="en-MY" sz="2400" b="1" dirty="0">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64D886A7-6CDC-43A4-A2BB-C0074B54F599}"/>
              </a:ext>
            </a:extLst>
          </p:cNvPr>
          <p:cNvSpPr/>
          <p:nvPr/>
        </p:nvSpPr>
        <p:spPr>
          <a:xfrm>
            <a:off x="403058" y="1371600"/>
            <a:ext cx="8131342" cy="3724096"/>
          </a:xfrm>
          <a:prstGeom prst="rect">
            <a:avLst/>
          </a:prstGeom>
        </p:spPr>
        <p:txBody>
          <a:bodyPr wrap="square">
            <a:spAutoFit/>
          </a:bodyPr>
          <a:lstStyle/>
          <a:p>
            <a:pPr marL="342900" indent="-342900">
              <a:lnSpc>
                <a:spcPct val="80000"/>
              </a:lnSpc>
              <a:spcBef>
                <a:spcPct val="20000"/>
              </a:spcBef>
              <a:buClr>
                <a:srgbClr val="CC0000"/>
              </a:buClr>
              <a:buFont typeface="Arial" panose="020B0604020202020204" pitchFamily="34" charset="0"/>
              <a:buChar char="•"/>
            </a:pPr>
            <a:r>
              <a:rPr lang="en-US" altLang="en-US" sz="2000" kern="0" dirty="0">
                <a:solidFill>
                  <a:srgbClr val="000000"/>
                </a:solidFill>
                <a:latin typeface="Verdana"/>
              </a:rPr>
              <a:t>A Gantt Chart is a visual project management tool that </a:t>
            </a:r>
            <a:r>
              <a:rPr lang="en-US" altLang="en-US" sz="2000" kern="0" dirty="0">
                <a:solidFill>
                  <a:srgbClr val="0066FF"/>
                </a:solidFill>
                <a:latin typeface="Verdana"/>
              </a:rPr>
              <a:t>displays tasks along a timeline</a:t>
            </a:r>
            <a:r>
              <a:rPr lang="en-US" altLang="en-US" sz="2000" kern="0" dirty="0">
                <a:solidFill>
                  <a:srgbClr val="000000"/>
                </a:solidFill>
                <a:latin typeface="Verdana"/>
              </a:rPr>
              <a:t>. It helps IT teams </a:t>
            </a:r>
            <a:r>
              <a:rPr lang="en-US" altLang="en-US" sz="2000" kern="0" dirty="0">
                <a:solidFill>
                  <a:srgbClr val="0066FF"/>
                </a:solidFill>
                <a:latin typeface="Verdana"/>
              </a:rPr>
              <a:t>plan, schedule, and track progress</a:t>
            </a:r>
            <a:r>
              <a:rPr lang="en-US" altLang="en-US" sz="2000" kern="0" dirty="0">
                <a:solidFill>
                  <a:srgbClr val="000000"/>
                </a:solidFill>
                <a:latin typeface="Verdana"/>
              </a:rPr>
              <a:t> by showing task durations, dependencies, and milestones.</a:t>
            </a:r>
          </a:p>
          <a:p>
            <a:pPr marL="342900" indent="-342900">
              <a:lnSpc>
                <a:spcPct val="80000"/>
              </a:lnSpc>
              <a:spcBef>
                <a:spcPct val="20000"/>
              </a:spcBef>
              <a:buClr>
                <a:srgbClr val="CC0000"/>
              </a:buClr>
              <a:buFont typeface="Arial" panose="020B0604020202020204" pitchFamily="34" charset="0"/>
              <a:buChar char="•"/>
            </a:pPr>
            <a:r>
              <a:rPr lang="en-US" altLang="en-US" sz="2000" kern="0" dirty="0">
                <a:solidFill>
                  <a:srgbClr val="000000"/>
                </a:solidFill>
                <a:latin typeface="Verdana"/>
              </a:rPr>
              <a:t>It shows information for each task as horizontal bar chart where the vertical tick marks are calendar days and weeks: </a:t>
            </a:r>
          </a:p>
          <a:p>
            <a:pPr marL="234950" indent="-234950">
              <a:lnSpc>
                <a:spcPct val="80000"/>
              </a:lnSpc>
              <a:spcBef>
                <a:spcPct val="20000"/>
              </a:spcBef>
              <a:buClr>
                <a:srgbClr val="CC0000"/>
              </a:buClr>
            </a:pPr>
            <a:endParaRPr lang="en-US" altLang="en-US" sz="2000" kern="0" dirty="0">
              <a:solidFill>
                <a:srgbClr val="000000"/>
              </a:solidFill>
              <a:latin typeface="Verdana"/>
            </a:endParaRPr>
          </a:p>
          <a:p>
            <a:pPr marL="234950" indent="-234950">
              <a:lnSpc>
                <a:spcPct val="8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 A good tool for monitoring the progress of the project</a:t>
            </a:r>
          </a:p>
          <a:p>
            <a:pPr marL="234950" indent="-234950">
              <a:lnSpc>
                <a:spcPct val="8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 Tasks represented by horizontal bars</a:t>
            </a:r>
          </a:p>
          <a:p>
            <a:pPr marL="234950" indent="-234950">
              <a:lnSpc>
                <a:spcPct val="8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 Vertical marks are calendar days and weeks</a:t>
            </a:r>
          </a:p>
          <a:p>
            <a:pPr marL="234950" indent="-234950">
              <a:lnSpc>
                <a:spcPct val="8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 Shows calendar information in a way that is easy to track</a:t>
            </a:r>
          </a:p>
          <a:p>
            <a:pPr marL="234950" indent="-234950">
              <a:lnSpc>
                <a:spcPct val="80000"/>
              </a:lnSpc>
              <a:spcBef>
                <a:spcPct val="20000"/>
              </a:spcBef>
              <a:buClr>
                <a:srgbClr val="CC0000"/>
              </a:buClr>
              <a:buFont typeface="Wingdings" panose="05000000000000000000" pitchFamily="2" charset="2"/>
              <a:buChar char="o"/>
            </a:pPr>
            <a:r>
              <a:rPr lang="en-US" altLang="en-US" sz="2000" kern="0" dirty="0">
                <a:solidFill>
                  <a:srgbClr val="000000"/>
                </a:solidFill>
                <a:latin typeface="Verdana"/>
              </a:rPr>
              <a:t> Bars may be colored or darkened to show completed tasks</a:t>
            </a:r>
          </a:p>
        </p:txBody>
      </p:sp>
      <p:sp>
        <p:nvSpPr>
          <p:cNvPr id="15" name="Freeform 8">
            <a:extLst>
              <a:ext uri="{FF2B5EF4-FFF2-40B4-BE49-F238E27FC236}">
                <a16:creationId xmlns:a16="http://schemas.microsoft.com/office/drawing/2014/main" id="{D77D055E-A0B1-43D4-941F-1A2996D8F9F7}"/>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609883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066870" y="533400"/>
            <a:ext cx="6781730" cy="377989"/>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400" b="1" spc="-72" dirty="0">
                <a:latin typeface="Verdana" panose="020B0604030504040204" pitchFamily="34" charset="0"/>
                <a:ea typeface="Verdana" panose="020B0604030504040204" pitchFamily="34" charset="0"/>
              </a:rPr>
              <a:t>Project Schedule: Gantt chart</a:t>
            </a:r>
            <a:endParaRPr lang="en-MY" sz="2400" b="1" dirty="0">
              <a:latin typeface="Verdana" panose="020B0604030504040204" pitchFamily="34" charset="0"/>
              <a:ea typeface="Verdana" panose="020B0604030504040204" pitchFamily="34" charset="0"/>
            </a:endParaRPr>
          </a:p>
        </p:txBody>
      </p:sp>
      <p:pic>
        <p:nvPicPr>
          <p:cNvPr id="15" name="Picture 5">
            <a:extLst>
              <a:ext uri="{FF2B5EF4-FFF2-40B4-BE49-F238E27FC236}">
                <a16:creationId xmlns:a16="http://schemas.microsoft.com/office/drawing/2014/main" id="{A1150F63-DA3C-4B05-9D3D-70EE5A653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70" y="1295400"/>
            <a:ext cx="848293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6774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1BD52E00-9215-427A-BBD0-10251DF7AD54}"/>
              </a:ext>
            </a:extLst>
          </p:cNvPr>
          <p:cNvSpPr>
            <a:spLocks noGrp="1"/>
          </p:cNvSpPr>
          <p:nvPr>
            <p:ph type="title"/>
          </p:nvPr>
        </p:nvSpPr>
        <p:spPr>
          <a:xfrm>
            <a:off x="457200" y="152400"/>
            <a:ext cx="8229600" cy="1143000"/>
          </a:xfrm>
        </p:spPr>
        <p:txBody>
          <a:bodyPr/>
          <a:lstStyle/>
          <a:p>
            <a:r>
              <a:rPr lang="en-US" altLang="en-US"/>
              <a:t>Managing And Controlling The Project – Gantt Chart (cont.)</a:t>
            </a:r>
          </a:p>
        </p:txBody>
      </p:sp>
      <p:sp>
        <p:nvSpPr>
          <p:cNvPr id="72707" name="Content Placeholder 2">
            <a:extLst>
              <a:ext uri="{FF2B5EF4-FFF2-40B4-BE49-F238E27FC236}">
                <a16:creationId xmlns:a16="http://schemas.microsoft.com/office/drawing/2014/main" id="{A3BF3E43-B765-44FF-B313-6CF0FD81A95A}"/>
              </a:ext>
            </a:extLst>
          </p:cNvPr>
          <p:cNvSpPr>
            <a:spLocks noGrp="1"/>
          </p:cNvSpPr>
          <p:nvPr>
            <p:ph idx="1"/>
          </p:nvPr>
        </p:nvSpPr>
        <p:spPr/>
        <p:txBody>
          <a:bodyPr/>
          <a:lstStyle/>
          <a:p>
            <a:pPr>
              <a:spcBef>
                <a:spcPct val="0"/>
              </a:spcBef>
            </a:pPr>
            <a:r>
              <a:rPr lang="en-US" altLang="en-US" sz="2800" dirty="0"/>
              <a:t>Gantt charts can present an overview of the project’s status, but they do not provide enough detailed information, which is necessary when managing a complex project.</a:t>
            </a:r>
          </a:p>
          <a:p>
            <a:pPr>
              <a:spcBef>
                <a:spcPct val="0"/>
              </a:spcBef>
            </a:pPr>
            <a:endParaRPr lang="en-US" altLang="en-US" sz="2800" dirty="0"/>
          </a:p>
          <a:p>
            <a:pPr>
              <a:spcBef>
                <a:spcPct val="0"/>
              </a:spcBef>
            </a:pPr>
            <a:r>
              <a:rPr lang="en-US" altLang="en-US" sz="2800" dirty="0"/>
              <a:t>Most project managers find that PERT/CPM charts, are better tools for managing large projects.</a:t>
            </a:r>
          </a:p>
          <a:p>
            <a:pPr>
              <a:spcBef>
                <a:spcPct val="0"/>
              </a:spcBef>
            </a:pPr>
            <a:endParaRPr lang="en-US" altLang="en-US" sz="2800" dirty="0"/>
          </a:p>
          <a:p>
            <a:pPr>
              <a:spcBef>
                <a:spcPct val="0"/>
              </a:spcBef>
            </a:pPr>
            <a:endParaRPr lang="en-US" altLang="en-US" sz="2800" dirty="0"/>
          </a:p>
        </p:txBody>
      </p:sp>
      <p:sp>
        <p:nvSpPr>
          <p:cNvPr id="4" name="Footer Placeholder 3">
            <a:extLst>
              <a:ext uri="{FF2B5EF4-FFF2-40B4-BE49-F238E27FC236}">
                <a16:creationId xmlns:a16="http://schemas.microsoft.com/office/drawing/2014/main" id="{4183E44B-B1A3-40E5-9E24-B1CB4C24F48E}"/>
              </a:ext>
            </a:extLst>
          </p:cNvPr>
          <p:cNvSpPr>
            <a:spLocks noGrp="1"/>
          </p:cNvSpPr>
          <p:nvPr>
            <p:ph type="ftr" sz="quarter" idx="11"/>
          </p:nvPr>
        </p:nvSpPr>
        <p:spPr/>
        <p:txBody>
          <a:bodyPr/>
          <a:lstStyle/>
          <a:p>
            <a:pPr>
              <a:defRPr/>
            </a:pPr>
            <a:r>
              <a:rPr lang="en-US"/>
              <a:t>© Copyright 2011 John Wiley &amp; Sons, Inc.</a:t>
            </a:r>
          </a:p>
        </p:txBody>
      </p:sp>
      <p:sp>
        <p:nvSpPr>
          <p:cNvPr id="72709" name="Slide Number Placeholder 4">
            <a:extLst>
              <a:ext uri="{FF2B5EF4-FFF2-40B4-BE49-F238E27FC236}">
                <a16:creationId xmlns:a16="http://schemas.microsoft.com/office/drawing/2014/main" id="{D35BB1E9-C912-4201-BC6D-3DFE54179C7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B76B4197-7C20-48FB-8321-A1025127FDD5}" type="slidenum">
              <a:rPr lang="en-US" altLang="en-US" sz="1200" smtClean="0">
                <a:solidFill>
                  <a:srgbClr val="898989"/>
                </a:solidFill>
              </a:rPr>
              <a:pPr>
                <a:spcBef>
                  <a:spcPct val="0"/>
                </a:spcBef>
                <a:buFontTx/>
                <a:buNone/>
              </a:pPr>
              <a:t>53</a:t>
            </a:fld>
            <a:endParaRPr lang="en-US" altLang="en-US" sz="1200">
              <a:solidFill>
                <a:srgbClr val="898989"/>
              </a:solidFill>
            </a:endParaRPr>
          </a:p>
        </p:txBody>
      </p:sp>
      <p:sp>
        <p:nvSpPr>
          <p:cNvPr id="6" name="Freeform 8">
            <a:extLst>
              <a:ext uri="{FF2B5EF4-FFF2-40B4-BE49-F238E27FC236}">
                <a16:creationId xmlns:a16="http://schemas.microsoft.com/office/drawing/2014/main" id="{506A95DC-BC20-401A-9329-24ABF803172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B269BBA2-F8FA-4E62-9B2F-E605D4990F7F}"/>
              </a:ext>
            </a:extLst>
          </p:cNvPr>
          <p:cNvSpPr>
            <a:spLocks noGrp="1"/>
          </p:cNvSpPr>
          <p:nvPr>
            <p:ph type="title"/>
          </p:nvPr>
        </p:nvSpPr>
        <p:spPr/>
        <p:txBody>
          <a:bodyPr/>
          <a:lstStyle/>
          <a:p>
            <a:pPr eaLnBrk="1" hangingPunct="1"/>
            <a:r>
              <a:rPr lang="en-US" altLang="en-US"/>
              <a:t>SUMMARY</a:t>
            </a:r>
          </a:p>
        </p:txBody>
      </p:sp>
      <p:sp>
        <p:nvSpPr>
          <p:cNvPr id="3" name="Content Placeholder 2">
            <a:extLst>
              <a:ext uri="{FF2B5EF4-FFF2-40B4-BE49-F238E27FC236}">
                <a16:creationId xmlns:a16="http://schemas.microsoft.com/office/drawing/2014/main" id="{B15B77D9-6732-412E-86C3-C6F846E2DDBA}"/>
              </a:ext>
            </a:extLst>
          </p:cNvPr>
          <p:cNvSpPr>
            <a:spLocks noGrp="1"/>
          </p:cNvSpPr>
          <p:nvPr>
            <p:ph idx="1"/>
          </p:nvPr>
        </p:nvSpPr>
        <p:spPr>
          <a:xfrm>
            <a:off x="457200" y="1600200"/>
            <a:ext cx="8458200" cy="4525963"/>
          </a:xfrm>
        </p:spPr>
        <p:txBody>
          <a:bodyPr rtlCol="0">
            <a:normAutofit/>
          </a:bodyPr>
          <a:lstStyle/>
          <a:p>
            <a:pPr eaLnBrk="1" fontAlgn="auto" hangingPunct="1">
              <a:lnSpc>
                <a:spcPct val="120000"/>
              </a:lnSpc>
              <a:spcAft>
                <a:spcPts val="0"/>
              </a:spcAft>
              <a:defRPr/>
            </a:pPr>
            <a:r>
              <a:rPr lang="en-MY" dirty="0">
                <a:solidFill>
                  <a:srgbClr val="1F487C"/>
                </a:solidFill>
              </a:rPr>
              <a:t>Systems</a:t>
            </a:r>
            <a:r>
              <a:rPr lang="en-MY" spc="-64" dirty="0">
                <a:solidFill>
                  <a:srgbClr val="1F487C"/>
                </a:solidFill>
              </a:rPr>
              <a:t> </a:t>
            </a:r>
            <a:r>
              <a:rPr lang="en-MY" dirty="0">
                <a:solidFill>
                  <a:srgbClr val="1F487C"/>
                </a:solidFill>
              </a:rPr>
              <a:t>Development</a:t>
            </a:r>
            <a:r>
              <a:rPr lang="en-MY" spc="-90" dirty="0">
                <a:solidFill>
                  <a:srgbClr val="1F487C"/>
                </a:solidFill>
              </a:rPr>
              <a:t> </a:t>
            </a:r>
            <a:r>
              <a:rPr lang="en-MY" spc="-8" dirty="0">
                <a:solidFill>
                  <a:srgbClr val="1F487C"/>
                </a:solidFill>
              </a:rPr>
              <a:t>Methods include: structured, OO, Agile.</a:t>
            </a:r>
          </a:p>
          <a:p>
            <a:pPr eaLnBrk="1" fontAlgn="auto" hangingPunct="1">
              <a:lnSpc>
                <a:spcPct val="120000"/>
              </a:lnSpc>
              <a:spcAft>
                <a:spcPts val="0"/>
              </a:spcAft>
              <a:defRPr/>
            </a:pPr>
            <a:endParaRPr lang="en-US" dirty="0"/>
          </a:p>
          <a:p>
            <a:pPr eaLnBrk="1" fontAlgn="auto" hangingPunct="1">
              <a:lnSpc>
                <a:spcPct val="120000"/>
              </a:lnSpc>
              <a:spcAft>
                <a:spcPts val="0"/>
              </a:spcAft>
              <a:defRPr/>
            </a:pPr>
            <a:r>
              <a:rPr lang="en-US" dirty="0"/>
              <a:t>A project requires </a:t>
            </a:r>
            <a:r>
              <a:rPr lang="en-US" b="1" dirty="0">
                <a:solidFill>
                  <a:srgbClr val="FF0000"/>
                </a:solidFill>
              </a:rPr>
              <a:t>staffing</a:t>
            </a:r>
            <a:r>
              <a:rPr lang="en-US" dirty="0"/>
              <a:t> and </a:t>
            </a:r>
            <a:r>
              <a:rPr lang="en-US" b="1" dirty="0">
                <a:solidFill>
                  <a:srgbClr val="FF0000"/>
                </a:solidFill>
              </a:rPr>
              <a:t>coordinating project activities</a:t>
            </a:r>
            <a:r>
              <a:rPr lang="en-US" dirty="0"/>
              <a:t>.</a:t>
            </a:r>
          </a:p>
          <a:p>
            <a:pPr eaLnBrk="1" fontAlgn="auto" hangingPunct="1">
              <a:spcAft>
                <a:spcPts val="0"/>
              </a:spcAft>
              <a:defRPr/>
            </a:pPr>
            <a:endParaRPr lang="en-US" b="1" dirty="0">
              <a:solidFill>
                <a:srgbClr val="000099"/>
              </a:solidFill>
            </a:endParaRPr>
          </a:p>
        </p:txBody>
      </p:sp>
      <p:sp>
        <p:nvSpPr>
          <p:cNvPr id="99332" name="Slide Number Placeholder 4">
            <a:extLst>
              <a:ext uri="{FF2B5EF4-FFF2-40B4-BE49-F238E27FC236}">
                <a16:creationId xmlns:a16="http://schemas.microsoft.com/office/drawing/2014/main" id="{41779306-48AD-419C-AA7B-40E544AF57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9028AAE4-E6C1-48F6-816A-48C1138F5756}" type="slidenum">
              <a:rPr lang="en-US" altLang="en-US" sz="1200" smtClean="0">
                <a:solidFill>
                  <a:srgbClr val="898989"/>
                </a:solidFill>
              </a:rPr>
              <a:pPr>
                <a:spcBef>
                  <a:spcPct val="0"/>
                </a:spcBef>
                <a:buFontTx/>
                <a:buNone/>
              </a:pPr>
              <a:t>54</a:t>
            </a:fld>
            <a:endParaRPr lang="en-US" altLang="en-US" sz="1200">
              <a:solidFill>
                <a:srgbClr val="898989"/>
              </a:solidFill>
            </a:endParaRPr>
          </a:p>
        </p:txBody>
      </p:sp>
      <p:sp>
        <p:nvSpPr>
          <p:cNvPr id="5" name="Freeform 8">
            <a:extLst>
              <a:ext uri="{FF2B5EF4-FFF2-40B4-BE49-F238E27FC236}">
                <a16:creationId xmlns:a16="http://schemas.microsoft.com/office/drawing/2014/main" id="{BC49E943-D382-40FD-8D48-74691DD4BB2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04b1a65-5906-45b5-aebc-40e07deae0d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EE190EC47C3646B3B75441771ECE24" ma:contentTypeVersion="9" ma:contentTypeDescription="Create a new document." ma:contentTypeScope="" ma:versionID="e9169fb0fa387944638965d5ca82633a">
  <xsd:schema xmlns:xsd="http://www.w3.org/2001/XMLSchema" xmlns:xs="http://www.w3.org/2001/XMLSchema" xmlns:p="http://schemas.microsoft.com/office/2006/metadata/properties" xmlns:ns3="004b1a65-5906-45b5-aebc-40e07deae0da" targetNamespace="http://schemas.microsoft.com/office/2006/metadata/properties" ma:root="true" ma:fieldsID="bf16b2f05d4828eb5201939a49243733" ns3:_="">
    <xsd:import namespace="004b1a65-5906-45b5-aebc-40e07deae0d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4b1a65-5906-45b5-aebc-40e07deae0d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7AD56F-2670-4CFA-9623-9EC8714C2214}">
  <ds:schemaRefs>
    <ds:schemaRef ds:uri="http://schemas.microsoft.com/sharepoint/v3/contenttype/forms"/>
  </ds:schemaRefs>
</ds:datastoreItem>
</file>

<file path=customXml/itemProps2.xml><?xml version="1.0" encoding="utf-8"?>
<ds:datastoreItem xmlns:ds="http://schemas.openxmlformats.org/officeDocument/2006/customXml" ds:itemID="{C8F7456C-A4B3-42B9-9D91-F38E3CFE1D46}">
  <ds:schemaRefs>
    <ds:schemaRef ds:uri="http://www.w3.org/XML/1998/namespace"/>
    <ds:schemaRef ds:uri="http://schemas.microsoft.com/office/2006/documentManagement/types"/>
    <ds:schemaRef ds:uri="http://purl.org/dc/terms/"/>
    <ds:schemaRef ds:uri="http://schemas.microsoft.com/office/infopath/2007/PartnerControls"/>
    <ds:schemaRef ds:uri="004b1a65-5906-45b5-aebc-40e07deae0da"/>
    <ds:schemaRef ds:uri="http://schemas.microsoft.com/office/2006/metadata/properties"/>
    <ds:schemaRef ds:uri="http://schemas.openxmlformats.org/package/2006/metadata/core-properties"/>
    <ds:schemaRef ds:uri="http://purl.org/dc/dcmitype/"/>
    <ds:schemaRef ds:uri="http://purl.org/dc/elements/1.1/"/>
  </ds:schemaRefs>
</ds:datastoreItem>
</file>

<file path=customXml/itemProps3.xml><?xml version="1.0" encoding="utf-8"?>
<ds:datastoreItem xmlns:ds="http://schemas.openxmlformats.org/officeDocument/2006/customXml" ds:itemID="{B702D694-701D-4AB4-BB41-D07722D85B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4b1a65-5906-45b5-aebc-40e07deae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29681</TotalTime>
  <Words>4009</Words>
  <Application>Microsoft Office PowerPoint</Application>
  <PresentationFormat>On-screen Show (4:3)</PresentationFormat>
  <Paragraphs>389</Paragraphs>
  <Slides>55</Slides>
  <Notes>12</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55</vt:i4>
      </vt:variant>
    </vt:vector>
  </HeadingPairs>
  <TitlesOfParts>
    <vt:vector size="72" baseType="lpstr">
      <vt:lpstr>Arial</vt:lpstr>
      <vt:lpstr>Calibri</vt:lpstr>
      <vt:lpstr>Calibri Light</vt:lpstr>
      <vt:lpstr>DM Sans</vt:lpstr>
      <vt:lpstr>Montserrat Classic</vt:lpstr>
      <vt:lpstr>Montserrat Ultra-Bold</vt:lpstr>
      <vt:lpstr>Oswald Bold</vt:lpstr>
      <vt:lpstr>Oswald Bold Italics</vt:lpstr>
      <vt:lpstr>Paytone One</vt:lpstr>
      <vt:lpstr>Times</vt:lpstr>
      <vt:lpstr>Times New Roman</vt:lpstr>
      <vt:lpstr>Verdana</vt:lpstr>
      <vt:lpstr>Wingdings</vt:lpstr>
      <vt:lpstr>Office Theme</vt:lpstr>
      <vt:lpstr>blank</vt:lpstr>
      <vt:lpstr>1_Office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What’s A Systems Development Methodology?</vt:lpstr>
      <vt:lpstr>Why Use A Methodology?</vt:lpstr>
      <vt:lpstr>Traditional Methods:  Waterfall Model </vt:lpstr>
      <vt:lpstr>Waterfall Model</vt:lpstr>
      <vt:lpstr>V-model</vt:lpstr>
      <vt:lpstr>Parallel Development</vt:lpstr>
      <vt:lpstr>Agile versus Waterfall-Based Methodologies </vt:lpstr>
      <vt:lpstr>Modern Methods: Agile Methodology</vt:lpstr>
      <vt:lpstr>Agile Methods</vt:lpstr>
      <vt:lpstr>Agile Methodology</vt:lpstr>
      <vt:lpstr>Agile Methods</vt:lpstr>
      <vt:lpstr>Scrum</vt:lpstr>
      <vt:lpstr>PowerPoint Presentation</vt:lpstr>
      <vt:lpstr>Kanban</vt:lpstr>
      <vt:lpstr>Extreme Programming (XP)</vt:lpstr>
      <vt:lpstr>RAD &amp; Prototyping</vt:lpstr>
      <vt:lpstr>Rapid Application Development (RAD)</vt:lpstr>
      <vt:lpstr>Rapid Application Development (RAD) (cont.)</vt:lpstr>
      <vt:lpstr>Rapid Application Development: Iterative Development</vt:lpstr>
      <vt:lpstr>Rapid Application Development: Throwaway Prototyping</vt:lpstr>
      <vt:lpstr>Rapid Application Development: System Prototyping</vt:lpstr>
      <vt:lpstr>Modern DevOps Approach</vt:lpstr>
      <vt:lpstr>PowerPoint Presentation</vt:lpstr>
      <vt:lpstr>PowerPoint Presentation</vt:lpstr>
      <vt:lpstr>Best Fit</vt:lpstr>
      <vt:lpstr>Selecting the Appropriate Development Methodology (cont.)</vt:lpstr>
      <vt:lpstr>Selecting the Appropriate Development Methodology</vt:lpstr>
      <vt:lpstr>Estimating the Project Time Frame</vt:lpstr>
      <vt:lpstr>CREATING THE PROJECT PLAN</vt:lpstr>
      <vt:lpstr>Creating The Project Plan</vt:lpstr>
      <vt:lpstr>Developing the Work Plan</vt:lpstr>
      <vt:lpstr>PowerPoint Presentation</vt:lpstr>
      <vt:lpstr>Developing the Work Plan (cont.)</vt:lpstr>
      <vt:lpstr>Developing the Work Plan (cont.)</vt:lpstr>
      <vt:lpstr>Staffing The Project</vt:lpstr>
      <vt:lpstr>Staffing The Project (cont.)</vt:lpstr>
      <vt:lpstr>Staffing The Project (cont.)</vt:lpstr>
      <vt:lpstr>MANAGING AND CONTROLLING THE PROJECT</vt:lpstr>
      <vt:lpstr>PowerPoint Presentation</vt:lpstr>
      <vt:lpstr>PowerPoint Presentation</vt:lpstr>
      <vt:lpstr>Managing And Controlling The Project – Gantt Chart (cont.)</vt:lpstr>
      <vt:lpstr>SUMMARY</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Lim Wen-I</cp:lastModifiedBy>
  <cp:revision>158</cp:revision>
  <dcterms:created xsi:type="dcterms:W3CDTF">2011-06-16T14:45:20Z</dcterms:created>
  <dcterms:modified xsi:type="dcterms:W3CDTF">2025-10-12T09:45:33Z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0x0101004EEE190EC47C3646B3B75441771ECE24</vt:lpwstr>
  </property>
</Properties>
</file>