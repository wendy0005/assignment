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tags/tag4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notesSlides/notesSlide12.xml" ContentType="application/vnd.openxmlformats-officedocument.presentationml.notesSlide+xml"/>
  <Override PartName="/ppt/tags/tag6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27" r:id="rId4"/>
    <p:sldMasterId id="2147483741" r:id="rId5"/>
  </p:sldMasterIdLst>
  <p:notesMasterIdLst>
    <p:notesMasterId r:id="rId43"/>
  </p:notesMasterIdLst>
  <p:handoutMasterIdLst>
    <p:handoutMasterId r:id="rId44"/>
  </p:handoutMasterIdLst>
  <p:sldIdLst>
    <p:sldId id="701" r:id="rId6"/>
    <p:sldId id="702" r:id="rId7"/>
    <p:sldId id="258" r:id="rId8"/>
    <p:sldId id="644" r:id="rId9"/>
    <p:sldId id="685" r:id="rId10"/>
    <p:sldId id="688" r:id="rId11"/>
    <p:sldId id="257" r:id="rId12"/>
    <p:sldId id="690" r:id="rId13"/>
    <p:sldId id="646" r:id="rId14"/>
    <p:sldId id="691" r:id="rId15"/>
    <p:sldId id="647" r:id="rId16"/>
    <p:sldId id="651" r:id="rId17"/>
    <p:sldId id="692" r:id="rId18"/>
    <p:sldId id="653" r:id="rId19"/>
    <p:sldId id="649" r:id="rId20"/>
    <p:sldId id="695" r:id="rId21"/>
    <p:sldId id="650" r:id="rId22"/>
    <p:sldId id="648" r:id="rId23"/>
    <p:sldId id="693" r:id="rId24"/>
    <p:sldId id="703" r:id="rId25"/>
    <p:sldId id="681" r:id="rId26"/>
    <p:sldId id="662" r:id="rId27"/>
    <p:sldId id="696" r:id="rId28"/>
    <p:sldId id="697" r:id="rId29"/>
    <p:sldId id="698" r:id="rId30"/>
    <p:sldId id="664" r:id="rId31"/>
    <p:sldId id="673" r:id="rId32"/>
    <p:sldId id="266" r:id="rId33"/>
    <p:sldId id="271" r:id="rId34"/>
    <p:sldId id="268" r:id="rId35"/>
    <p:sldId id="269" r:id="rId36"/>
    <p:sldId id="270" r:id="rId37"/>
    <p:sldId id="674" r:id="rId38"/>
    <p:sldId id="700" r:id="rId39"/>
    <p:sldId id="281" r:id="rId40"/>
    <p:sldId id="285" r:id="rId41"/>
    <p:sldId id="259" r:id="rId42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Rockwell" panose="02060603020205020403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Rockwell" panose="02060603020205020403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Rockwell" panose="02060603020205020403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Rockwell" panose="02060603020205020403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18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116"/>
    </p:cViewPr>
  </p:sorterViewPr>
  <p:notesViewPr>
    <p:cSldViewPr>
      <p:cViewPr varScale="1">
        <p:scale>
          <a:sx n="50" d="100"/>
          <a:sy n="50" d="100"/>
        </p:scale>
        <p:origin x="2708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m Wen-I" userId="4f6c7eb3-5643-4e91-aeb7-39086a2dad27" providerId="ADAL" clId="{C47CBF88-D03D-4C9A-8A86-F7CDE6D2695C}"/>
    <pc:docChg chg="undo addSld delSld modSld">
      <pc:chgData name="Lim Wen-I" userId="4f6c7eb3-5643-4e91-aeb7-39086a2dad27" providerId="ADAL" clId="{C47CBF88-D03D-4C9A-8A86-F7CDE6D2695C}" dt="2025-10-12T09:43:25.531" v="199" actId="207"/>
      <pc:docMkLst>
        <pc:docMk/>
      </pc:docMkLst>
      <pc:sldChg chg="del">
        <pc:chgData name="Lim Wen-I" userId="4f6c7eb3-5643-4e91-aeb7-39086a2dad27" providerId="ADAL" clId="{C47CBF88-D03D-4C9A-8A86-F7CDE6D2695C}" dt="2025-10-12T09:38:33.637" v="160" actId="2696"/>
        <pc:sldMkLst>
          <pc:docMk/>
          <pc:sldMk cId="0" sldId="256"/>
        </pc:sldMkLst>
      </pc:sldChg>
      <pc:sldChg chg="add">
        <pc:chgData name="Lim Wen-I" userId="4f6c7eb3-5643-4e91-aeb7-39086a2dad27" providerId="ADAL" clId="{C47CBF88-D03D-4C9A-8A86-F7CDE6D2695C}" dt="2025-10-12T09:34:37.167" v="0"/>
        <pc:sldMkLst>
          <pc:docMk/>
          <pc:sldMk cId="0" sldId="258"/>
        </pc:sldMkLst>
      </pc:sldChg>
      <pc:sldChg chg="modSp">
        <pc:chgData name="Lim Wen-I" userId="4f6c7eb3-5643-4e91-aeb7-39086a2dad27" providerId="ADAL" clId="{C47CBF88-D03D-4C9A-8A86-F7CDE6D2695C}" dt="2025-10-12T09:43:25.531" v="199" actId="207"/>
        <pc:sldMkLst>
          <pc:docMk/>
          <pc:sldMk cId="0" sldId="644"/>
        </pc:sldMkLst>
        <pc:spChg chg="mod">
          <ac:chgData name="Lim Wen-I" userId="4f6c7eb3-5643-4e91-aeb7-39086a2dad27" providerId="ADAL" clId="{C47CBF88-D03D-4C9A-8A86-F7CDE6D2695C}" dt="2025-10-12T09:43:25.531" v="199" actId="207"/>
          <ac:spMkLst>
            <pc:docMk/>
            <pc:sldMk cId="0" sldId="644"/>
            <ac:spMk id="15364" creationId="{AC450835-B6FB-4418-B1CC-CA2132D6C2B7}"/>
          </ac:spMkLst>
        </pc:spChg>
      </pc:sldChg>
      <pc:sldChg chg="modSp del">
        <pc:chgData name="Lim Wen-I" userId="4f6c7eb3-5643-4e91-aeb7-39086a2dad27" providerId="ADAL" clId="{C47CBF88-D03D-4C9A-8A86-F7CDE6D2695C}" dt="2025-10-12T09:43:03.702" v="198" actId="2696"/>
        <pc:sldMkLst>
          <pc:docMk/>
          <pc:sldMk cId="0" sldId="699"/>
        </pc:sldMkLst>
        <pc:spChg chg="mod">
          <ac:chgData name="Lim Wen-I" userId="4f6c7eb3-5643-4e91-aeb7-39086a2dad27" providerId="ADAL" clId="{C47CBF88-D03D-4C9A-8A86-F7CDE6D2695C}" dt="2025-10-12T09:41:45.071" v="193" actId="20577"/>
          <ac:spMkLst>
            <pc:docMk/>
            <pc:sldMk cId="0" sldId="699"/>
            <ac:spMk id="16387" creationId="{07E16778-09E1-4E50-893C-7878232F2269}"/>
          </ac:spMkLst>
        </pc:spChg>
      </pc:sldChg>
      <pc:sldChg chg="modSp add">
        <pc:chgData name="Lim Wen-I" userId="4f6c7eb3-5643-4e91-aeb7-39086a2dad27" providerId="ADAL" clId="{C47CBF88-D03D-4C9A-8A86-F7CDE6D2695C}" dt="2025-10-12T09:36:53.701" v="121" actId="1038"/>
        <pc:sldMkLst>
          <pc:docMk/>
          <pc:sldMk cId="0" sldId="701"/>
        </pc:sldMkLst>
        <pc:spChg chg="mod">
          <ac:chgData name="Lim Wen-I" userId="4f6c7eb3-5643-4e91-aeb7-39086a2dad27" providerId="ADAL" clId="{C47CBF88-D03D-4C9A-8A86-F7CDE6D2695C}" dt="2025-10-12T09:34:45.884" v="3" actId="1076"/>
          <ac:spMkLst>
            <pc:docMk/>
            <pc:sldMk cId="0" sldId="701"/>
            <ac:spMk id="2" creationId="{00000000-0000-0000-0000-000000000000}"/>
          </ac:spMkLst>
        </pc:spChg>
        <pc:spChg chg="mod">
          <ac:chgData name="Lim Wen-I" userId="4f6c7eb3-5643-4e91-aeb7-39086a2dad27" providerId="ADAL" clId="{C47CBF88-D03D-4C9A-8A86-F7CDE6D2695C}" dt="2025-10-12T09:36:53.701" v="121" actId="1038"/>
          <ac:spMkLst>
            <pc:docMk/>
            <pc:sldMk cId="0" sldId="701"/>
            <ac:spMk id="3" creationId="{00000000-0000-0000-0000-000000000000}"/>
          </ac:spMkLst>
        </pc:spChg>
        <pc:spChg chg="mod">
          <ac:chgData name="Lim Wen-I" userId="4f6c7eb3-5643-4e91-aeb7-39086a2dad27" providerId="ADAL" clId="{C47CBF88-D03D-4C9A-8A86-F7CDE6D2695C}" dt="2025-10-12T09:34:48.814" v="4" actId="113"/>
          <ac:spMkLst>
            <pc:docMk/>
            <pc:sldMk cId="0" sldId="701"/>
            <ac:spMk id="6" creationId="{00000000-0000-0000-0000-000000000000}"/>
          </ac:spMkLst>
        </pc:spChg>
        <pc:spChg chg="mod">
          <ac:chgData name="Lim Wen-I" userId="4f6c7eb3-5643-4e91-aeb7-39086a2dad27" providerId="ADAL" clId="{C47CBF88-D03D-4C9A-8A86-F7CDE6D2695C}" dt="2025-10-12T09:36:14.020" v="74" actId="20577"/>
          <ac:spMkLst>
            <pc:docMk/>
            <pc:sldMk cId="0" sldId="701"/>
            <ac:spMk id="11" creationId="{00000000-0000-0000-0000-000000000000}"/>
          </ac:spMkLst>
        </pc:spChg>
      </pc:sldChg>
      <pc:sldChg chg="addSp modSp add setBg">
        <pc:chgData name="Lim Wen-I" userId="4f6c7eb3-5643-4e91-aeb7-39086a2dad27" providerId="ADAL" clId="{C47CBF88-D03D-4C9A-8A86-F7CDE6D2695C}" dt="2025-10-12T09:42:42.971" v="197"/>
        <pc:sldMkLst>
          <pc:docMk/>
          <pc:sldMk cId="0" sldId="702"/>
        </pc:sldMkLst>
        <pc:spChg chg="mod">
          <ac:chgData name="Lim Wen-I" userId="4f6c7eb3-5643-4e91-aeb7-39086a2dad27" providerId="ADAL" clId="{C47CBF88-D03D-4C9A-8A86-F7CDE6D2695C}" dt="2025-10-12T09:36:36.032" v="117" actId="1035"/>
          <ac:spMkLst>
            <pc:docMk/>
            <pc:sldMk cId="0" sldId="702"/>
            <ac:spMk id="13" creationId="{00000000-0000-0000-0000-000000000000}"/>
          </ac:spMkLst>
        </pc:spChg>
        <pc:spChg chg="mod">
          <ac:chgData name="Lim Wen-I" userId="4f6c7eb3-5643-4e91-aeb7-39086a2dad27" providerId="ADAL" clId="{C47CBF88-D03D-4C9A-8A86-F7CDE6D2695C}" dt="2025-10-12T09:42:08.020" v="194"/>
          <ac:spMkLst>
            <pc:docMk/>
            <pc:sldMk cId="0" sldId="702"/>
            <ac:spMk id="14" creationId="{00000000-0000-0000-0000-000000000000}"/>
          </ac:spMkLst>
        </pc:spChg>
        <pc:spChg chg="mod">
          <ac:chgData name="Lim Wen-I" userId="4f6c7eb3-5643-4e91-aeb7-39086a2dad27" providerId="ADAL" clId="{C47CBF88-D03D-4C9A-8A86-F7CDE6D2695C}" dt="2025-10-12T09:42:20.544" v="195"/>
          <ac:spMkLst>
            <pc:docMk/>
            <pc:sldMk cId="0" sldId="702"/>
            <ac:spMk id="15" creationId="{00000000-0000-0000-0000-000000000000}"/>
          </ac:spMkLst>
        </pc:spChg>
        <pc:spChg chg="mod">
          <ac:chgData name="Lim Wen-I" userId="4f6c7eb3-5643-4e91-aeb7-39086a2dad27" providerId="ADAL" clId="{C47CBF88-D03D-4C9A-8A86-F7CDE6D2695C}" dt="2025-10-12T09:42:33.169" v="196"/>
          <ac:spMkLst>
            <pc:docMk/>
            <pc:sldMk cId="0" sldId="702"/>
            <ac:spMk id="16" creationId="{00000000-0000-0000-0000-000000000000}"/>
          </ac:spMkLst>
        </pc:spChg>
        <pc:spChg chg="mod">
          <ac:chgData name="Lim Wen-I" userId="4f6c7eb3-5643-4e91-aeb7-39086a2dad27" providerId="ADAL" clId="{C47CBF88-D03D-4C9A-8A86-F7CDE6D2695C}" dt="2025-10-12T09:42:42.971" v="197"/>
          <ac:spMkLst>
            <pc:docMk/>
            <pc:sldMk cId="0" sldId="702"/>
            <ac:spMk id="17" creationId="{00000000-0000-0000-0000-000000000000}"/>
          </ac:spMkLst>
        </pc:spChg>
        <pc:spChg chg="add mod">
          <ac:chgData name="Lim Wen-I" userId="4f6c7eb3-5643-4e91-aeb7-39086a2dad27" providerId="ADAL" clId="{C47CBF88-D03D-4C9A-8A86-F7CDE6D2695C}" dt="2025-10-12T09:38:13.092" v="159" actId="1035"/>
          <ac:spMkLst>
            <pc:docMk/>
            <pc:sldMk cId="0" sldId="702"/>
            <ac:spMk id="22" creationId="{910B4713-45F8-4F68-9D57-FED9363B8728}"/>
          </ac:spMkLst>
        </pc:spChg>
        <pc:grpChg chg="mod">
          <ac:chgData name="Lim Wen-I" userId="4f6c7eb3-5643-4e91-aeb7-39086a2dad27" providerId="ADAL" clId="{C47CBF88-D03D-4C9A-8A86-F7CDE6D2695C}" dt="2025-10-12T09:37:59.139" v="141" actId="1037"/>
          <ac:grpSpMkLst>
            <pc:docMk/>
            <pc:sldMk cId="0" sldId="702"/>
            <ac:grpSpMk id="2" creationId="{00000000-0000-0000-0000-000000000000}"/>
          </ac:grpSpMkLst>
        </pc:grpChg>
      </pc:sldChg>
    </pc:docChg>
  </pc:docChgLst>
  <pc:docChgLst>
    <pc:chgData name="Lim Wen-I" userId="4f6c7eb3-5643-4e91-aeb7-39086a2dad27" providerId="ADAL" clId="{C7CA041F-1CBC-4F5A-9FEE-86A046D0D5E6}"/>
    <pc:docChg chg="undo custSel addSld delSld modSld">
      <pc:chgData name="Lim Wen-I" userId="4f6c7eb3-5643-4e91-aeb7-39086a2dad27" providerId="ADAL" clId="{C7CA041F-1CBC-4F5A-9FEE-86A046D0D5E6}" dt="2025-10-12T12:00:25.933" v="162" actId="113"/>
      <pc:docMkLst>
        <pc:docMk/>
      </pc:docMkLst>
      <pc:sldChg chg="addSp modSp">
        <pc:chgData name="Lim Wen-I" userId="4f6c7eb3-5643-4e91-aeb7-39086a2dad27" providerId="ADAL" clId="{C7CA041F-1CBC-4F5A-9FEE-86A046D0D5E6}" dt="2025-10-12T11:15:45.483" v="17" actId="1037"/>
        <pc:sldMkLst>
          <pc:docMk/>
          <pc:sldMk cId="0" sldId="257"/>
        </pc:sldMkLst>
        <pc:spChg chg="add mod">
          <ac:chgData name="Lim Wen-I" userId="4f6c7eb3-5643-4e91-aeb7-39086a2dad27" providerId="ADAL" clId="{C7CA041F-1CBC-4F5A-9FEE-86A046D0D5E6}" dt="2025-10-12T11:15:29.639" v="5" actId="1076"/>
          <ac:spMkLst>
            <pc:docMk/>
            <pc:sldMk cId="0" sldId="257"/>
            <ac:spMk id="2" creationId="{D7B4353F-7ACA-4C67-B76A-E267806B6EC1}"/>
          </ac:spMkLst>
        </pc:spChg>
        <pc:spChg chg="mod">
          <ac:chgData name="Lim Wen-I" userId="4f6c7eb3-5643-4e91-aeb7-39086a2dad27" providerId="ADAL" clId="{C7CA041F-1CBC-4F5A-9FEE-86A046D0D5E6}" dt="2025-10-12T11:15:45.483" v="17" actId="1037"/>
          <ac:spMkLst>
            <pc:docMk/>
            <pc:sldMk cId="0" sldId="257"/>
            <ac:spMk id="3077" creationId="{92BF123B-C24C-4C70-8390-285E16C689ED}"/>
          </ac:spMkLst>
        </pc:spChg>
        <pc:spChg chg="mod">
          <ac:chgData name="Lim Wen-I" userId="4f6c7eb3-5643-4e91-aeb7-39086a2dad27" providerId="ADAL" clId="{C7CA041F-1CBC-4F5A-9FEE-86A046D0D5E6}" dt="2025-10-12T11:15:45.483" v="17" actId="1037"/>
          <ac:spMkLst>
            <pc:docMk/>
            <pc:sldMk cId="0" sldId="257"/>
            <ac:spMk id="3078" creationId="{A0C4BB39-136B-4FE9-8EDE-C15FB61051A7}"/>
          </ac:spMkLst>
        </pc:spChg>
        <pc:spChg chg="mod">
          <ac:chgData name="Lim Wen-I" userId="4f6c7eb3-5643-4e91-aeb7-39086a2dad27" providerId="ADAL" clId="{C7CA041F-1CBC-4F5A-9FEE-86A046D0D5E6}" dt="2025-10-12T11:15:45.483" v="17" actId="1037"/>
          <ac:spMkLst>
            <pc:docMk/>
            <pc:sldMk cId="0" sldId="257"/>
            <ac:spMk id="3079" creationId="{F45A89C8-95F3-408A-89C6-B72ADF9790D6}"/>
          </ac:spMkLst>
        </pc:spChg>
        <pc:spChg chg="mod">
          <ac:chgData name="Lim Wen-I" userId="4f6c7eb3-5643-4e91-aeb7-39086a2dad27" providerId="ADAL" clId="{C7CA041F-1CBC-4F5A-9FEE-86A046D0D5E6}" dt="2025-10-12T11:15:45.483" v="17" actId="1037"/>
          <ac:spMkLst>
            <pc:docMk/>
            <pc:sldMk cId="0" sldId="257"/>
            <ac:spMk id="3080" creationId="{A45A4A86-B98F-4D26-B6D4-5017A4DE63DE}"/>
          </ac:spMkLst>
        </pc:spChg>
        <pc:picChg chg="mod">
          <ac:chgData name="Lim Wen-I" userId="4f6c7eb3-5643-4e91-aeb7-39086a2dad27" providerId="ADAL" clId="{C7CA041F-1CBC-4F5A-9FEE-86A046D0D5E6}" dt="2025-10-12T11:15:45.483" v="17" actId="1037"/>
          <ac:picMkLst>
            <pc:docMk/>
            <pc:sldMk cId="0" sldId="257"/>
            <ac:picMk id="3081" creationId="{CF8C97FA-60DD-4F7F-A2D1-F3DEB04B04BD}"/>
          </ac:picMkLst>
        </pc:picChg>
        <pc:picChg chg="mod">
          <ac:chgData name="Lim Wen-I" userId="4f6c7eb3-5643-4e91-aeb7-39086a2dad27" providerId="ADAL" clId="{C7CA041F-1CBC-4F5A-9FEE-86A046D0D5E6}" dt="2025-10-12T11:15:45.483" v="17" actId="1037"/>
          <ac:picMkLst>
            <pc:docMk/>
            <pc:sldMk cId="0" sldId="257"/>
            <ac:picMk id="3085" creationId="{E2C1D748-1258-4E40-B707-7685323ECEA4}"/>
          </ac:picMkLst>
        </pc:picChg>
        <pc:picChg chg="mod">
          <ac:chgData name="Lim Wen-I" userId="4f6c7eb3-5643-4e91-aeb7-39086a2dad27" providerId="ADAL" clId="{C7CA041F-1CBC-4F5A-9FEE-86A046D0D5E6}" dt="2025-10-12T11:15:45.483" v="17" actId="1037"/>
          <ac:picMkLst>
            <pc:docMk/>
            <pc:sldMk cId="0" sldId="257"/>
            <ac:picMk id="3089" creationId="{E948F244-C22C-4C70-894B-ED681D6DAD63}"/>
          </ac:picMkLst>
        </pc:picChg>
        <pc:picChg chg="mod">
          <ac:chgData name="Lim Wen-I" userId="4f6c7eb3-5643-4e91-aeb7-39086a2dad27" providerId="ADAL" clId="{C7CA041F-1CBC-4F5A-9FEE-86A046D0D5E6}" dt="2025-10-12T11:15:45.483" v="17" actId="1037"/>
          <ac:picMkLst>
            <pc:docMk/>
            <pc:sldMk cId="0" sldId="257"/>
            <ac:picMk id="3092" creationId="{A949E8F2-4FD2-46D7-9A27-F54662DE2A25}"/>
          </ac:picMkLst>
        </pc:picChg>
      </pc:sldChg>
      <pc:sldChg chg="delSp modSp">
        <pc:chgData name="Lim Wen-I" userId="4f6c7eb3-5643-4e91-aeb7-39086a2dad27" providerId="ADAL" clId="{C7CA041F-1CBC-4F5A-9FEE-86A046D0D5E6}" dt="2025-10-12T11:11:56.593" v="1" actId="478"/>
        <pc:sldMkLst>
          <pc:docMk/>
          <pc:sldMk cId="0" sldId="258"/>
        </pc:sldMkLst>
        <pc:spChg chg="del mod">
          <ac:chgData name="Lim Wen-I" userId="4f6c7eb3-5643-4e91-aeb7-39086a2dad27" providerId="ADAL" clId="{C7CA041F-1CBC-4F5A-9FEE-86A046D0D5E6}" dt="2025-10-12T11:11:56.593" v="1" actId="478"/>
          <ac:spMkLst>
            <pc:docMk/>
            <pc:sldMk cId="0" sldId="258"/>
            <ac:spMk id="29" creationId="{00000000-0000-0000-0000-000000000000}"/>
          </ac:spMkLst>
        </pc:spChg>
        <pc:grpChg chg="del">
          <ac:chgData name="Lim Wen-I" userId="4f6c7eb3-5643-4e91-aeb7-39086a2dad27" providerId="ADAL" clId="{C7CA041F-1CBC-4F5A-9FEE-86A046D0D5E6}" dt="2025-10-12T11:11:56.593" v="1" actId="478"/>
          <ac:grpSpMkLst>
            <pc:docMk/>
            <pc:sldMk cId="0" sldId="258"/>
            <ac:grpSpMk id="28" creationId="{00000000-0000-0000-0000-000000000000}"/>
          </ac:grpSpMkLst>
        </pc:grpChg>
      </pc:sldChg>
      <pc:sldChg chg="add">
        <pc:chgData name="Lim Wen-I" userId="4f6c7eb3-5643-4e91-aeb7-39086a2dad27" providerId="ADAL" clId="{C7CA041F-1CBC-4F5A-9FEE-86A046D0D5E6}" dt="2025-10-12T11:42:03.343" v="88"/>
        <pc:sldMkLst>
          <pc:docMk/>
          <pc:sldMk cId="0" sldId="259"/>
        </pc:sldMkLst>
      </pc:sldChg>
      <pc:sldChg chg="modSp">
        <pc:chgData name="Lim Wen-I" userId="4f6c7eb3-5643-4e91-aeb7-39086a2dad27" providerId="ADAL" clId="{C7CA041F-1CBC-4F5A-9FEE-86A046D0D5E6}" dt="2025-10-12T11:40:43.943" v="83" actId="404"/>
        <pc:sldMkLst>
          <pc:docMk/>
          <pc:sldMk cId="0" sldId="281"/>
        </pc:sldMkLst>
        <pc:spChg chg="mod">
          <ac:chgData name="Lim Wen-I" userId="4f6c7eb3-5643-4e91-aeb7-39086a2dad27" providerId="ADAL" clId="{C7CA041F-1CBC-4F5A-9FEE-86A046D0D5E6}" dt="2025-10-12T11:40:43.943" v="83" actId="404"/>
          <ac:spMkLst>
            <pc:docMk/>
            <pc:sldMk cId="0" sldId="281"/>
            <ac:spMk id="65540" creationId="{B3098444-54EA-4235-ABD5-022BF3A7FFED}"/>
          </ac:spMkLst>
        </pc:spChg>
      </pc:sldChg>
      <pc:sldChg chg="del">
        <pc:chgData name="Lim Wen-I" userId="4f6c7eb3-5643-4e91-aeb7-39086a2dad27" providerId="ADAL" clId="{C7CA041F-1CBC-4F5A-9FEE-86A046D0D5E6}" dt="2025-10-12T11:40:50.579" v="84" actId="2696"/>
        <pc:sldMkLst>
          <pc:docMk/>
          <pc:sldMk cId="0" sldId="282"/>
        </pc:sldMkLst>
      </pc:sldChg>
      <pc:sldChg chg="addSp delSp modSp">
        <pc:chgData name="Lim Wen-I" userId="4f6c7eb3-5643-4e91-aeb7-39086a2dad27" providerId="ADAL" clId="{C7CA041F-1CBC-4F5A-9FEE-86A046D0D5E6}" dt="2025-10-12T12:00:15.707" v="161" actId="20577"/>
        <pc:sldMkLst>
          <pc:docMk/>
          <pc:sldMk cId="0" sldId="285"/>
        </pc:sldMkLst>
        <pc:spChg chg="add mod">
          <ac:chgData name="Lim Wen-I" userId="4f6c7eb3-5643-4e91-aeb7-39086a2dad27" providerId="ADAL" clId="{C7CA041F-1CBC-4F5A-9FEE-86A046D0D5E6}" dt="2025-10-12T12:00:15.707" v="161" actId="20577"/>
          <ac:spMkLst>
            <pc:docMk/>
            <pc:sldMk cId="0" sldId="285"/>
            <ac:spMk id="5" creationId="{FD8609E8-3691-4520-9E4F-AF237EDD8FCE}"/>
          </ac:spMkLst>
        </pc:spChg>
        <pc:spChg chg="del">
          <ac:chgData name="Lim Wen-I" userId="4f6c7eb3-5643-4e91-aeb7-39086a2dad27" providerId="ADAL" clId="{C7CA041F-1CBC-4F5A-9FEE-86A046D0D5E6}" dt="2025-10-12T11:41:01.026" v="85" actId="478"/>
          <ac:spMkLst>
            <pc:docMk/>
            <pc:sldMk cId="0" sldId="285"/>
            <ac:spMk id="67588" creationId="{C26B91F4-9573-44CF-8957-193BCF29657B}"/>
          </ac:spMkLst>
        </pc:spChg>
      </pc:sldChg>
      <pc:sldChg chg="delSp modSp">
        <pc:chgData name="Lim Wen-I" userId="4f6c7eb3-5643-4e91-aeb7-39086a2dad27" providerId="ADAL" clId="{C7CA041F-1CBC-4F5A-9FEE-86A046D0D5E6}" dt="2025-10-12T11:33:43.350" v="71" actId="27636"/>
        <pc:sldMkLst>
          <pc:docMk/>
          <pc:sldMk cId="0" sldId="644"/>
        </pc:sldMkLst>
        <pc:spChg chg="del">
          <ac:chgData name="Lim Wen-I" userId="4f6c7eb3-5643-4e91-aeb7-39086a2dad27" providerId="ADAL" clId="{C7CA041F-1CBC-4F5A-9FEE-86A046D0D5E6}" dt="2025-10-12T11:33:40.296" v="69"/>
          <ac:spMkLst>
            <pc:docMk/>
            <pc:sldMk cId="0" sldId="644"/>
            <ac:spMk id="17413" creationId="{0E739B6E-D661-4A9D-AEA3-C8775BF8A62C}"/>
          </ac:spMkLst>
        </pc:spChg>
        <pc:spChg chg="mod">
          <ac:chgData name="Lim Wen-I" userId="4f6c7eb3-5643-4e91-aeb7-39086a2dad27" providerId="ADAL" clId="{C7CA041F-1CBC-4F5A-9FEE-86A046D0D5E6}" dt="2025-10-12T11:33:43.350" v="71" actId="27636"/>
          <ac:spMkLst>
            <pc:docMk/>
            <pc:sldMk cId="0" sldId="644"/>
            <ac:spMk id="23555" creationId="{047693F8-6C80-4879-8754-5985A6EBC358}"/>
          </ac:spMkLst>
        </pc:spChg>
      </pc:sldChg>
      <pc:sldChg chg="modSp">
        <pc:chgData name="Lim Wen-I" userId="4f6c7eb3-5643-4e91-aeb7-39086a2dad27" providerId="ADAL" clId="{C7CA041F-1CBC-4F5A-9FEE-86A046D0D5E6}" dt="2025-10-12T11:25:55.768" v="46" actId="255"/>
        <pc:sldMkLst>
          <pc:docMk/>
          <pc:sldMk cId="0" sldId="648"/>
        </pc:sldMkLst>
        <pc:spChg chg="mod">
          <ac:chgData name="Lim Wen-I" userId="4f6c7eb3-5643-4e91-aeb7-39086a2dad27" providerId="ADAL" clId="{C7CA041F-1CBC-4F5A-9FEE-86A046D0D5E6}" dt="2025-10-12T11:25:55.768" v="46" actId="255"/>
          <ac:spMkLst>
            <pc:docMk/>
            <pc:sldMk cId="0" sldId="648"/>
            <ac:spMk id="40963" creationId="{B98ADD17-A6E8-4B8A-80A4-8CBBD94CC1E4}"/>
          </ac:spMkLst>
        </pc:spChg>
      </pc:sldChg>
      <pc:sldChg chg="addSp delSp modSp">
        <pc:chgData name="Lim Wen-I" userId="4f6c7eb3-5643-4e91-aeb7-39086a2dad27" providerId="ADAL" clId="{C7CA041F-1CBC-4F5A-9FEE-86A046D0D5E6}" dt="2025-10-12T11:22:57.053" v="35" actId="478"/>
        <pc:sldMkLst>
          <pc:docMk/>
          <pc:sldMk cId="0" sldId="649"/>
        </pc:sldMkLst>
        <pc:spChg chg="add del">
          <ac:chgData name="Lim Wen-I" userId="4f6c7eb3-5643-4e91-aeb7-39086a2dad27" providerId="ADAL" clId="{C7CA041F-1CBC-4F5A-9FEE-86A046D0D5E6}" dt="2025-10-12T11:22:09.323" v="29" actId="478"/>
          <ac:spMkLst>
            <pc:docMk/>
            <pc:sldMk cId="0" sldId="649"/>
            <ac:spMk id="14" creationId="{3138DE40-6692-471C-AD38-E68C82B51B64}"/>
          </ac:spMkLst>
        </pc:spChg>
        <pc:grpChg chg="add del mod">
          <ac:chgData name="Lim Wen-I" userId="4f6c7eb3-5643-4e91-aeb7-39086a2dad27" providerId="ADAL" clId="{C7CA041F-1CBC-4F5A-9FEE-86A046D0D5E6}" dt="2025-10-12T11:22:10.983" v="31"/>
          <ac:grpSpMkLst>
            <pc:docMk/>
            <pc:sldMk cId="0" sldId="649"/>
            <ac:grpSpMk id="11" creationId="{55F58C20-22DB-4D92-972A-F98F03FB07DC}"/>
          </ac:grpSpMkLst>
        </pc:grpChg>
        <pc:grpChg chg="del">
          <ac:chgData name="Lim Wen-I" userId="4f6c7eb3-5643-4e91-aeb7-39086a2dad27" providerId="ADAL" clId="{C7CA041F-1CBC-4F5A-9FEE-86A046D0D5E6}" dt="2025-10-12T11:22:57.053" v="35" actId="478"/>
          <ac:grpSpMkLst>
            <pc:docMk/>
            <pc:sldMk cId="0" sldId="649"/>
            <ac:grpSpMk id="34820" creationId="{7F3FF557-F6D8-415C-8904-FC70858D1AAF}"/>
          </ac:grpSpMkLst>
        </pc:grpChg>
        <pc:picChg chg="add mod">
          <ac:chgData name="Lim Wen-I" userId="4f6c7eb3-5643-4e91-aeb7-39086a2dad27" providerId="ADAL" clId="{C7CA041F-1CBC-4F5A-9FEE-86A046D0D5E6}" dt="2025-10-12T11:22:55.300" v="34" actId="1076"/>
          <ac:picMkLst>
            <pc:docMk/>
            <pc:sldMk cId="0" sldId="649"/>
            <ac:picMk id="2" creationId="{90A22F38-662A-42C6-B46C-B7FDED8B27C3}"/>
          </ac:picMkLst>
        </pc:picChg>
      </pc:sldChg>
      <pc:sldChg chg="addSp delSp modSp delAnim">
        <pc:chgData name="Lim Wen-I" userId="4f6c7eb3-5643-4e91-aeb7-39086a2dad27" providerId="ADAL" clId="{C7CA041F-1CBC-4F5A-9FEE-86A046D0D5E6}" dt="2025-10-12T11:25:33.424" v="45" actId="14100"/>
        <pc:sldMkLst>
          <pc:docMk/>
          <pc:sldMk cId="0" sldId="650"/>
        </pc:sldMkLst>
        <pc:grpChg chg="del">
          <ac:chgData name="Lim Wen-I" userId="4f6c7eb3-5643-4e91-aeb7-39086a2dad27" providerId="ADAL" clId="{C7CA041F-1CBC-4F5A-9FEE-86A046D0D5E6}" dt="2025-10-12T11:25:17.613" v="41" actId="478"/>
          <ac:grpSpMkLst>
            <pc:docMk/>
            <pc:sldMk cId="0" sldId="650"/>
            <ac:grpSpMk id="38922" creationId="{DC8D704A-C0B2-41AA-9CC6-CD86D60C33C1}"/>
          </ac:grpSpMkLst>
        </pc:grpChg>
        <pc:grpChg chg="del">
          <ac:chgData name="Lim Wen-I" userId="4f6c7eb3-5643-4e91-aeb7-39086a2dad27" providerId="ADAL" clId="{C7CA041F-1CBC-4F5A-9FEE-86A046D0D5E6}" dt="2025-10-12T11:25:17.613" v="41" actId="478"/>
          <ac:grpSpMkLst>
            <pc:docMk/>
            <pc:sldMk cId="0" sldId="650"/>
            <ac:grpSpMk id="849925" creationId="{BD0ECCF0-ACC5-47E0-A26F-C1F5B7456406}"/>
          </ac:grpSpMkLst>
        </pc:grpChg>
        <pc:grpChg chg="del">
          <ac:chgData name="Lim Wen-I" userId="4f6c7eb3-5643-4e91-aeb7-39086a2dad27" providerId="ADAL" clId="{C7CA041F-1CBC-4F5A-9FEE-86A046D0D5E6}" dt="2025-10-12T11:25:17.613" v="41" actId="478"/>
          <ac:grpSpMkLst>
            <pc:docMk/>
            <pc:sldMk cId="0" sldId="650"/>
            <ac:grpSpMk id="849938" creationId="{92D051EB-E059-43B6-BB21-0A5BA46FD384}"/>
          </ac:grpSpMkLst>
        </pc:grpChg>
        <pc:grpChg chg="del">
          <ac:chgData name="Lim Wen-I" userId="4f6c7eb3-5643-4e91-aeb7-39086a2dad27" providerId="ADAL" clId="{C7CA041F-1CBC-4F5A-9FEE-86A046D0D5E6}" dt="2025-10-12T11:25:17.613" v="41" actId="478"/>
          <ac:grpSpMkLst>
            <pc:docMk/>
            <pc:sldMk cId="0" sldId="650"/>
            <ac:grpSpMk id="849951" creationId="{8C6C6784-9A4A-4740-98B4-F470C1B9DC7A}"/>
          </ac:grpSpMkLst>
        </pc:grpChg>
        <pc:picChg chg="add mod">
          <ac:chgData name="Lim Wen-I" userId="4f6c7eb3-5643-4e91-aeb7-39086a2dad27" providerId="ADAL" clId="{C7CA041F-1CBC-4F5A-9FEE-86A046D0D5E6}" dt="2025-10-12T11:25:33.424" v="45" actId="14100"/>
          <ac:picMkLst>
            <pc:docMk/>
            <pc:sldMk cId="0" sldId="650"/>
            <ac:picMk id="6" creationId="{228F072A-E0D1-426F-BD72-77C2C904FBA7}"/>
          </ac:picMkLst>
        </pc:picChg>
        <pc:inkChg chg="del">
          <ac:chgData name="Lim Wen-I" userId="4f6c7eb3-5643-4e91-aeb7-39086a2dad27" providerId="ADAL" clId="{C7CA041F-1CBC-4F5A-9FEE-86A046D0D5E6}" dt="2025-10-12T11:25:17.613" v="41" actId="478"/>
          <ac:inkMkLst>
            <pc:docMk/>
            <pc:sldMk cId="0" sldId="650"/>
            <ac:inkMk id="2" creationId="{920D6CCF-F1C4-43F0-B170-5AA948228BFB}"/>
          </ac:inkMkLst>
        </pc:inkChg>
      </pc:sldChg>
      <pc:sldChg chg="add">
        <pc:chgData name="Lim Wen-I" userId="4f6c7eb3-5643-4e91-aeb7-39086a2dad27" providerId="ADAL" clId="{C7CA041F-1CBC-4F5A-9FEE-86A046D0D5E6}" dt="2025-10-12T11:20:10.478" v="18"/>
        <pc:sldMkLst>
          <pc:docMk/>
          <pc:sldMk cId="0" sldId="690"/>
        </pc:sldMkLst>
      </pc:sldChg>
      <pc:sldChg chg="modSp">
        <pc:chgData name="Lim Wen-I" userId="4f6c7eb3-5643-4e91-aeb7-39086a2dad27" providerId="ADAL" clId="{C7CA041F-1CBC-4F5A-9FEE-86A046D0D5E6}" dt="2025-10-12T11:22:11.765" v="32" actId="1037"/>
        <pc:sldMkLst>
          <pc:docMk/>
          <pc:sldMk cId="0" sldId="691"/>
        </pc:sldMkLst>
        <pc:spChg chg="mod">
          <ac:chgData name="Lim Wen-I" userId="4f6c7eb3-5643-4e91-aeb7-39086a2dad27" providerId="ADAL" clId="{C7CA041F-1CBC-4F5A-9FEE-86A046D0D5E6}" dt="2025-10-12T11:22:11.765" v="32" actId="1037"/>
          <ac:spMkLst>
            <pc:docMk/>
            <pc:sldMk cId="0" sldId="691"/>
            <ac:spMk id="24582" creationId="{90915E6F-1225-4EA1-9E58-379537E724E8}"/>
          </ac:spMkLst>
        </pc:spChg>
        <pc:picChg chg="mod">
          <ac:chgData name="Lim Wen-I" userId="4f6c7eb3-5643-4e91-aeb7-39086a2dad27" providerId="ADAL" clId="{C7CA041F-1CBC-4F5A-9FEE-86A046D0D5E6}" dt="2025-10-12T11:20:35.696" v="21" actId="1036"/>
          <ac:picMkLst>
            <pc:docMk/>
            <pc:sldMk cId="0" sldId="691"/>
            <ac:picMk id="24579" creationId="{67E02C3A-9C29-4A33-8843-95CB4F560622}"/>
          </ac:picMkLst>
        </pc:picChg>
      </pc:sldChg>
      <pc:sldChg chg="modSp">
        <pc:chgData name="Lim Wen-I" userId="4f6c7eb3-5643-4e91-aeb7-39086a2dad27" providerId="ADAL" clId="{C7CA041F-1CBC-4F5A-9FEE-86A046D0D5E6}" dt="2025-10-12T11:27:24.583" v="65" actId="14100"/>
        <pc:sldMkLst>
          <pc:docMk/>
          <pc:sldMk cId="0" sldId="693"/>
        </pc:sldMkLst>
        <pc:spChg chg="mod">
          <ac:chgData name="Lim Wen-I" userId="4f6c7eb3-5643-4e91-aeb7-39086a2dad27" providerId="ADAL" clId="{C7CA041F-1CBC-4F5A-9FEE-86A046D0D5E6}" dt="2025-10-12T11:26:57.813" v="52" actId="1036"/>
          <ac:spMkLst>
            <pc:docMk/>
            <pc:sldMk cId="0" sldId="693"/>
            <ac:spMk id="43012" creationId="{7C3E7BC3-72B2-445E-A285-F2453E995D70}"/>
          </ac:spMkLst>
        </pc:spChg>
        <pc:spChg chg="mod">
          <ac:chgData name="Lim Wen-I" userId="4f6c7eb3-5643-4e91-aeb7-39086a2dad27" providerId="ADAL" clId="{C7CA041F-1CBC-4F5A-9FEE-86A046D0D5E6}" dt="2025-10-12T11:27:05.957" v="59" actId="1036"/>
          <ac:spMkLst>
            <pc:docMk/>
            <pc:sldMk cId="0" sldId="693"/>
            <ac:spMk id="43013" creationId="{E2A540E5-2CA4-45BE-B527-C0A1B6671B81}"/>
          </ac:spMkLst>
        </pc:spChg>
        <pc:picChg chg="mod">
          <ac:chgData name="Lim Wen-I" userId="4f6c7eb3-5643-4e91-aeb7-39086a2dad27" providerId="ADAL" clId="{C7CA041F-1CBC-4F5A-9FEE-86A046D0D5E6}" dt="2025-10-12T11:27:24.583" v="65" actId="14100"/>
          <ac:picMkLst>
            <pc:docMk/>
            <pc:sldMk cId="0" sldId="693"/>
            <ac:picMk id="43011" creationId="{EAF55870-0787-4D39-A406-155CE239A490}"/>
          </ac:picMkLst>
        </pc:picChg>
      </pc:sldChg>
      <pc:sldChg chg="modSp">
        <pc:chgData name="Lim Wen-I" userId="4f6c7eb3-5643-4e91-aeb7-39086a2dad27" providerId="ADAL" clId="{C7CA041F-1CBC-4F5A-9FEE-86A046D0D5E6}" dt="2025-10-12T11:23:58.218" v="40" actId="1076"/>
        <pc:sldMkLst>
          <pc:docMk/>
          <pc:sldMk cId="0" sldId="695"/>
        </pc:sldMkLst>
        <pc:spChg chg="mod">
          <ac:chgData name="Lim Wen-I" userId="4f6c7eb3-5643-4e91-aeb7-39086a2dad27" providerId="ADAL" clId="{C7CA041F-1CBC-4F5A-9FEE-86A046D0D5E6}" dt="2025-10-12T11:23:58.218" v="40" actId="1076"/>
          <ac:spMkLst>
            <pc:docMk/>
            <pc:sldMk cId="0" sldId="695"/>
            <ac:spMk id="36868" creationId="{546693C1-75FE-4904-8BB7-EF2E05E4F34A}"/>
          </ac:spMkLst>
        </pc:spChg>
      </pc:sldChg>
      <pc:sldChg chg="modSp">
        <pc:chgData name="Lim Wen-I" userId="4f6c7eb3-5643-4e91-aeb7-39086a2dad27" providerId="ADAL" clId="{C7CA041F-1CBC-4F5A-9FEE-86A046D0D5E6}" dt="2025-10-12T12:00:25.933" v="162" actId="113"/>
        <pc:sldMkLst>
          <pc:docMk/>
          <pc:sldMk cId="0" sldId="701"/>
        </pc:sldMkLst>
        <pc:spChg chg="mod">
          <ac:chgData name="Lim Wen-I" userId="4f6c7eb3-5643-4e91-aeb7-39086a2dad27" providerId="ADAL" clId="{C7CA041F-1CBC-4F5A-9FEE-86A046D0D5E6}" dt="2025-10-12T12:00:25.933" v="162" actId="113"/>
          <ac:spMkLst>
            <pc:docMk/>
            <pc:sldMk cId="0" sldId="701"/>
            <ac:spMk id="11" creationId="{00000000-0000-0000-0000-000000000000}"/>
          </ac:spMkLst>
        </pc:spChg>
      </pc:sldChg>
      <pc:sldChg chg="modSp">
        <pc:chgData name="Lim Wen-I" userId="4f6c7eb3-5643-4e91-aeb7-39086a2dad27" providerId="ADAL" clId="{C7CA041F-1CBC-4F5A-9FEE-86A046D0D5E6}" dt="2025-10-12T11:42:16.323" v="89" actId="113"/>
        <pc:sldMkLst>
          <pc:docMk/>
          <pc:sldMk cId="0" sldId="702"/>
        </pc:sldMkLst>
        <pc:spChg chg="mod">
          <ac:chgData name="Lim Wen-I" userId="4f6c7eb3-5643-4e91-aeb7-39086a2dad27" providerId="ADAL" clId="{C7CA041F-1CBC-4F5A-9FEE-86A046D0D5E6}" dt="2025-10-12T11:42:16.323" v="89" actId="113"/>
          <ac:spMkLst>
            <pc:docMk/>
            <pc:sldMk cId="0" sldId="702"/>
            <ac:spMk id="13" creationId="{00000000-0000-0000-0000-000000000000}"/>
          </ac:spMkLst>
        </pc:spChg>
      </pc:sldChg>
      <pc:sldChg chg="addSp delSp modSp add">
        <pc:chgData name="Lim Wen-I" userId="4f6c7eb3-5643-4e91-aeb7-39086a2dad27" providerId="ADAL" clId="{C7CA041F-1CBC-4F5A-9FEE-86A046D0D5E6}" dt="2025-10-12T11:35:33.427" v="78" actId="1035"/>
        <pc:sldMkLst>
          <pc:docMk/>
          <pc:sldMk cId="0" sldId="703"/>
        </pc:sldMkLst>
        <pc:spChg chg="add del mod">
          <ac:chgData name="Lim Wen-I" userId="4f6c7eb3-5643-4e91-aeb7-39086a2dad27" providerId="ADAL" clId="{C7CA041F-1CBC-4F5A-9FEE-86A046D0D5E6}" dt="2025-10-12T11:35:25.584" v="74" actId="478"/>
          <ac:spMkLst>
            <pc:docMk/>
            <pc:sldMk cId="0" sldId="703"/>
            <ac:spMk id="3" creationId="{FF3B5F85-0796-4BEA-A703-179B04022585}"/>
          </ac:spMkLst>
        </pc:spChg>
        <pc:spChg chg="add mod">
          <ac:chgData name="Lim Wen-I" userId="4f6c7eb3-5643-4e91-aeb7-39086a2dad27" providerId="ADAL" clId="{C7CA041F-1CBC-4F5A-9FEE-86A046D0D5E6}" dt="2025-10-12T11:35:29.071" v="75" actId="1076"/>
          <ac:spMkLst>
            <pc:docMk/>
            <pc:sldMk cId="0" sldId="703"/>
            <ac:spMk id="4" creationId="{98F57DC6-4127-4982-99FB-F840E4369F40}"/>
          </ac:spMkLst>
        </pc:spChg>
        <pc:spChg chg="mod">
          <ac:chgData name="Lim Wen-I" userId="4f6c7eb3-5643-4e91-aeb7-39086a2dad27" providerId="ADAL" clId="{C7CA041F-1CBC-4F5A-9FEE-86A046D0D5E6}" dt="2025-10-12T11:35:33.427" v="78" actId="1035"/>
          <ac:spMkLst>
            <pc:docMk/>
            <pc:sldMk cId="0" sldId="703"/>
            <ac:spMk id="73730" creationId="{B2334704-48E8-45A7-8EDB-D7C39A7EB1B5}"/>
          </ac:spMkLst>
        </pc:spChg>
        <pc:spChg chg="del mod">
          <ac:chgData name="Lim Wen-I" userId="4f6c7eb3-5643-4e91-aeb7-39086a2dad27" providerId="ADAL" clId="{C7CA041F-1CBC-4F5A-9FEE-86A046D0D5E6}" dt="2025-10-12T11:33:51.952" v="73" actId="478"/>
          <ac:spMkLst>
            <pc:docMk/>
            <pc:sldMk cId="0" sldId="703"/>
            <ac:spMk id="73731" creationId="{62601902-F80C-43C3-B4D3-151AFD6DF34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E7DBA6-69DF-45DE-BDD2-C423568507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211C23-E4E0-43CB-ADCF-778071650F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11A597-9EC4-4920-AD47-8F8265F27A0B}" type="datetimeFigureOut">
              <a:rPr lang="en-MY" smtClean="0"/>
              <a:t>12/10/2025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FBA455-99EB-46E5-967D-6F618EBC6D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FD1F5F-3525-4D18-90E3-50D4162870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B8B72-D7D1-49D9-9ECF-CD78BA985C7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33622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3T03:51:33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91 3313,'-5'-33'2208,"6"30"-2170,-1 1 0,0 0 0,0-1 1,0 1-1,0-1 0,0 1 1,-1 0-1,1-1 0,-1 1 0,1 0 1,-1-1-1,0 1 0,0 0 1,0 0-1,0 0 0,0-1 0,0 1 1,-1 1-1,1-1 0,-1 0 1,0 0-1,1 0 0,-1 1 0,0-1 1,-3-1-1,26 7-39,0 0 1,-1-2-1,42 1 0,-2-1 32,546 21 216,-143-56-90,-426 36 108,-32 2-357,-22 0-1258,11-3 772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3T03:51:34.1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14 4577,'0'0'32,"0"0"0,0 0 0,-1-1 1,1 1-1,0 0 0,0-1 0,0 1 0,0 0 1,-1-1-1,1 1 0,0 0 0,0-1 0,0 1 0,0 0 1,0-1-1,0 1 0,0 0 0,0-1 0,0 1 0,0 0 1,0-1-1,0 1 0,0 0 0,0-1 0,0 1 0,1 0 1,-1-1-1,0 1 0,0 0 0,0-1 0,0 1 1,1 0-1,-1 0 0,0-1 0,0 1 0,0 0 0,1 0 1,-1-1-1,0 1 0,1 0 0,-1 0 0,0 0 0,0 0 1,1-1-1,-1 1 0,0 0 0,1 0 0,-1 0 0,0 0 1,1 0-1,-1 0 0,0 0 0,1 0 0,-1 0 1,1 0-1,-1 0 0,0 0 0,1 0 0,-1 0 0,0 0 1,1 0-1,-1 1 0,33 13-125,-1 1 103,28-4-10,-13-3-13,48 14 1,-85-19 8,0 1-1,1-1 1,-1 2 0,0-1 0,-1 2 0,1-1-1,-1 1 1,0 1 0,-1-1 0,10 10-1,-16-13 5,0-1-1,0 1 0,0 0 1,-1 0-1,1-1 0,-1 1 0,0 0 1,1 0-1,-1 0 0,-1 0 1,1 1-1,0-1 0,-1 0 0,1 0 1,-1 0-1,0 1 0,0-1 1,-1 0-1,1 0 0,-1 1 1,1-1-1,-1 0 0,-2 6 0,-3 3 1,0 1 0,0-1 1,-1 0-1,-11 14 0,11-16-2,-35 54-9,-6 14 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3T03:51:47.7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3 158 2601,'-2'-57'1676,"2"56"-1643,0 0-1,1 0 1,-1-1 0,1 1 0,-1 0-1,1 0 1,-1 0 0,1 0 0,0-1-1,0 1 1,-1 0 0,1 0 0,0 0-1,0 1 1,0-1 0,0 0 0,0 0-1,2-1 1,26-18 944,-21 15-572,2-1-307,1 1-1,1 0 1,-1 0-1,1 1 0,-1 1 1,1 0-1,0 1 1,0 0-1,0 1 1,0 0-1,1 1 0,15 1 1,30-2-38,15-5-50,130-5-13,-166 11 13,1 2 1,-1 1 0,54 13 0,-39-4 49,-13-4 98,0 2-1,45 17 1,-77-23-16,-7-5-209,0 1 1,-1-1-1,1 1 0,0-1 0,0 0 1,0 1-1,0-1 0,0 1 0,1-1 1,-1 1-1,0-1 0,0 1 0,0-1 1,0 1-1,0-1 0,1 1 0,-1-1 1,0 1-1,1-1 0,-1 1 0,0 0 1,0-1-1,1 1 0,-1-1 0,1 1 1,-1 0-1,0-1 0,2 1 0,7-10-1416,-1-2 482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3T03:51:48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144 143 920,'-7'-17'521,"-2"0"0,0 0 0,0 1 0,-2 0 0,0 0-1,-18-19 1,33 37-359,0-1-1,1 0 1,-1 0-1,0 0 1,0 0-1,1-1 1,-1 0-1,0 1 1,1-2-1,-1 1 1,0 0-1,1-1 0,-1 0 1,8-3-1,3 1 38,-12 3-182,18-3 39,-1 1-1,33 1 1,-48 1-62,0 0-1,-1 0 1,1 1 0,-1 0 0,1 0 0,-1 0 0,1 0 0,-1 1-1,1 0 1,-1 0 0,0 0 0,0 0 0,0 1 0,0-1 0,-1 1-1,1 0 1,5 6 0,-8-7-5,1 1 1,-2-1-1,1 0 0,0 0 0,0 0 0,-1 1 0,1-1 0,-1 0 1,0 1-1,1-1 0,-1 0 0,0 1 0,-1-1 0,1 0 1,0 1-1,-1-1 0,0 4 0,-19 48-67,8-24 68,-14 65-4,18-62 12,-1 1 0,-1-1 0,-2-1 0,-2 0 0,0-1 0,-30 46 0,19-44-147,-30 28-1,28-31-44,-26 31-21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3T03:53:22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1896 400 2016,'4'-5'148,"-1"-1"0,0 1 0,0-1 0,0 0 0,-1 0 1,0 0-1,0 0 0,0 0 0,-1 0 0,0 0 0,0-1 0,0 1 0,-1-7 0,-1 7-116,-1 1-1,1-1 1,-1 1 0,0 0 0,0 0 0,0 0 0,-1 0 0,0 0 0,0 0 0,0 1 0,-1-1 0,1 1 0,-1 0 0,0 0 0,-6-4 0,-28-22 359,-1 2 0,-1 1 0,-1 3 1,-1 1-1,-2 2 0,0 2 0,-85-24 1,113 39-386,0 0 1,-1 2 0,1 0 0,-1 1-1,0 0 1,0 2 0,1 0 0,-1 1-1,-21 5 1,-18 7-34,-74 29-1,79-25 26,-4 1 1,1 1-1,1 4 0,1 1 0,2 3 0,-63 44 1,73-45-5,-2-2 0,-1-1 0,-1-3 0,-1-1 0,-55 16 1,-13 6-32,95-35 27,0 2 0,0 0 1,1 0-1,0 2 0,0 0 1,-25 24-1,34-27 2,0 0 1,1 0 0,0 1-1,0 0 1,1 0-1,1 1 1,0 0-1,0 0 1,0 0-1,2 1 1,-1-1 0,1 1-1,-2 16 1,3-16-10,1 0 0,0 0 1,0 0-1,2 1 0,-1-1 0,1 0 1,1 0-1,0-1 0,1 1 1,0 0-1,0-1 0,10 20 1,-8-22 6,0 0 0,1 0 0,0-1 0,0 1 0,1-2 0,0 1 0,0-1 0,1 0 0,0 0 0,0-1 0,0 0 0,1 0 0,0-1 0,-1 0 0,17 4 1,41 9 10,1-3 0,135 10 0,-90-13-12,324 14-220,-354-27 239,0-5 1,-1-2 0,109-28-1,-142 25 36,-5 3 130,-1-3 0,1-1 1,41-20-1,-74 28-85,0 0 1,0 0 0,-1-1-1,1 0 1,-2-1-1,1 0 1,-1 0-1,0-1 1,0 0-1,-1-1 1,0 1 0,0-1-1,-1 0 1,0-1-1,-1 0 1,0 0-1,5-15 1,-7 12-18,1 0 0,-2 0 0,0-1 0,-1 1 0,0-1 0,-1 1 1,0-1-1,-1 1 0,0-1 0,-2 1 0,1-1 0,-2 1 0,0 0 0,-7-17 0,2 11-117,-2 0 0,0 0-1,-1 1 1,-1 0 0,0 1-1,-1 1 1,-1 0 0,-22-18-1,7 8-524,17 10 211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3T03:53:24.0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2005 188 8290,'1'-3'-5,"-1"0"1,0 0 0,0 1-1,0-1 1,0 0 0,0 0-1,0 0 1,-1 0 0,0 0-1,1 0 1,-1 0 0,0 1-1,0-1 1,-1 0 0,1 1-1,-1-1 1,1 1 0,-1-1-1,0 1 1,1 0 0,-1-1-1,-1 1 1,1 0 0,0 1-1,0-1 1,-1 0 0,1 0-1,-1 1 1,1 0-1,-1-1 1,0 1 0,0 0-1,1 0 1,-1 1 0,0-1-1,0 1 1,0-1 0,-4 1-1,-135-12-1844,102 10 1969,0-1 1,1-1-1,-1-3 0,-53-15 0,52 9 203,0 1 0,-1 2 0,0 2 0,-1 2 0,-51 0 0,0 4-911,-112 12 0,157-3 5,1 1 0,0 2 0,0 3 0,-55 22-1,-89 26 862,16-6 129,149-44-366,0 1 0,1 1-1,0 1 1,-30 23 0,46-29-25,0 1 0,0 1 0,1-1 0,1 1 0,0 1 0,0 0 1,1 0-1,0 0 0,1 1 0,0 0 0,1 0 0,0 1 0,1-1 1,1 1-1,0 0 0,0 0 0,2 0 0,-1 1 0,2-1 0,0 15 1,0-15-44,1 0 0,1 1 1,0-1-1,1 0 0,0 0 1,1 0-1,1 0 1,0-1-1,0 1 0,1-1 1,1-1-1,0 1 0,1-1 1,0 0-1,0-1 1,1 0-1,1 0 0,-1-1 1,22 15-1,20 5-10,2-3-1,1-1 1,69 20-1,-8-2 43,-5 3 17,-36-14 6,2-2 0,102 25 0,-103-41-37,0-3 0,1-4 0,0-2-1,133-10 1,-156 0 103,1-2 0,-1-3 0,-1-1 0,0-3 0,-1-3 0,0-1 0,72-38 0,-93 38 343,-1-1 0,-1-2 0,-1 0 0,-1-2 0,-1-1 0,43-52 0,-54 58-275,-1 0 0,0 0-1,-2-1 1,0-1 0,-1 0 0,-1-1 0,-1 0 0,-1 0-1,-1 0 1,0-1 0,3-37 0,-8 49-133,-1 0-1,-1 0 1,1-1-1,-1 1 1,-1 0-1,0 0 1,-1 0-1,1 0 1,-2 1-1,1-1 1,-10-15-1,9 19-93,0-1 1,-1 1-1,0 0 0,-1 0 0,1 0 0,-1 1 1,-1 0-1,1 0 0,0 0 0,-1 1 0,0 0 0,0 0 1,0 1-1,-1 0 0,-11-4 0,-8 2-514,1 1 0,-1 1-1,0 2 1,0 0 0,0 2-1,1 1 1,-41 8 0,-31 9-636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3T03:53:25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2802 470 7346,'-1'-28'1502,"1"8"-738,-1 0 0,-7-33 0,7 46-982,-1 0 0,-1 1 0,1-1 0,-1 0-1,0 1 1,-1 0 0,1 0 0,-1 0-1,0 0 1,-1 1 0,-7-8 0,-5-1-26,0 0 1,-2 1-1,1 0 1,-2 2-1,1 0 1,-2 2 0,1 0-1,-32-9 1,-180-35 1658,195 46-1430,-351-32 402,117 17-342,175 8-5,55 6-37,0 2-1,-1 2 1,1 2 0,-55 4-1,-3 8-17,-273 34 16,147 11-59,16-2-3,134-42 51,39-7 2,1 2 1,0 2-1,-51 17 0,81-23 1,-1 1 0,0 1 0,1-1 0,0 1 0,0 0 0,0 0 1,0 0-1,1 1 0,-1 0 0,1 0 0,0 0 0,1 0 0,-1 1 0,1-1 1,0 1-1,1 0 0,-1 0 0,1 0 0,0 0 0,1 0 0,-1 0 0,1 1 1,1-1-1,-1 1 0,1 8 0,0 15-59,2 1 0,1-1-1,13 57 1,-15-85 62,4 25-46,1-1-1,2 0 1,0 0 0,19 37 0,-21-52 44,0 0-1,1-1 1,1 0-1,0-1 1,0 1-1,1-1 1,0-1-1,0 0 1,1 0-1,0-1 1,0 0-1,15 7 1,22 8 18,2-1 1,1-3-1,0-2 1,1-3-1,55 9 1,-5-8 1,173 1 0,-121-18 4,160-26 0,147-47 103,30-49 698,-463 116-730,0-1-1,-1-1 1,0-1 0,-1-2 0,0-1 0,-1 0 0,-1-2 0,24-22-1,-35 27-22,-1 0 0,0-1-1,0 0 1,-1-1-1,-1 0 1,0 0-1,-1-1 1,-1-1-1,0 1 1,-1-1-1,-1 0 1,-1 0 0,0-1-1,-1 1 1,1-19-1,-3 31-92,-1-1 0,0 1 0,0-1 0,0 1 1,0 0-1,-1-1 0,0 1 0,0 0 0,0-1 0,-1 1 0,1 0 0,-1 0 0,0 0 0,0 0 0,0 0 0,-1 1 0,1-1 0,-1 1 1,0-1-1,0 1 0,0 0 0,0 0 0,-1 0 0,1 1 0,-1-1 0,0 1 0,0 0 0,0 0 0,0 0 0,-6-2 0,-11-2-230,0 1 0,-1 1 0,0 0 0,-42 0-1,45 3 128,-123-3-885,-19 9 432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3T03:53:26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3065 449 4569,'-24'-16'-224,"-2"2"0,0 2 0,-1 0 0,0 1 0,-44-10 0,35 10 16,1 0 0,-57-29 0,63 23 2044,-39-31 1,42 29-1330,-49-29 0,11 15-761,-1 3 0,-1 3 0,-2 3 1,-84-19-1,119 38 162,0 1 1,0 2-1,0 1 1,0 2 0,-41 6-1,-155 36 159,226-42-68,-77 20 106,-134 57 1,162-58 4,14-7 46,0-1-1,0-2 1,-72 9 0,-120-4 357,-44 6-50,202-9-339,-76 22-1,115-24-115,1 1-1,0 2 1,0 1 0,-43 27 0,65-35-18,0 1 0,1 0 0,0 1 0,1 0 0,0 0 0,0 1 0,0 0 1,1 0-1,1 1 0,-1 0 0,-5 14 0,9-17-20,0 1 1,0 0-1,1 0 1,0 0-1,1 0 1,-1 1-1,2-1 0,-1 0 1,1 1-1,0-1 1,1 0-1,0 0 0,1 1 1,-1-1-1,1 0 1,5 12-1,9 15 36,1-1 0,1-1 0,2 0-1,1-2 1,1 0 0,2-1 0,1-2-1,2 0 1,0-2 0,2-1 0,0-1 0,2-2-1,1-1 1,45 23 0,-45-26-32,0-2 0,2-1 0,0-1 0,0-2 0,1-2 0,57 10 1,24-9 39,0-6 1,182-14-1,237-54 53,-485 56-65,494-77-12,-501 77 49,-1-1 1,0-3-1,-1-1 0,0-2 0,-1-2 0,-1-1 0,60-37 1,100-86 676,-162 111-339,-1-3-1,-2 0 0,33-41 0,-61 66-262,-1 0 0,1-1 0,-1 0 0,-1 0 0,0 0 0,0 0 0,0-1-1,-1 0 1,0 1 0,-1-1 0,0 0 0,1-11 0,-3 12-57,0 1 1,0-1 0,-1 1-1,0 0 1,-1-1-1,1 1 1,-1 0 0,-1 0-1,1 0 1,-1 0-1,0 0 1,-1 1-1,0-1 1,0 1 0,-5-7-1,-2 1-119,1 1 1,-2 0-1,1 1 0,-1 0 0,-1 1 1,0 0-1,0 1 0,-1 0 0,0 1 1,0 1-1,0 0 0,-1 1 0,-26-5 1,15 5-497,0 1 0,-1 1 0,1 2 1,-1 0-1,1 2 0,-1 1 0,-39 8 1,-64 24-965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3T03:53:28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2715 523 7866,'-8'-18'-3,"1"0"-1,0 0 1,1-1 0,1 0 0,-4-36 0,5 31-378,-1-1 0,-1 1 0,-9-24 0,9 36 435,0-1-1,-1 1 1,0 1 0,-1-1 0,-1 1 0,0 1 0,0-1 0,-1 2 0,0-1-1,-1 1 1,1 1 0,-2 0 0,1 0 0,-1 1 0,-1 1 0,1 0-1,-21-6 1,-17-4 163,-1 3-1,0 2 1,-67-5-1,80 11-256,-118-9-296,-210 9 0,216 6 312,-73-1 214,-283 37 0,257 9-200,200-34 2,1 3 0,-87 39 0,116-44-9,1 1-1,0 1 1,1 0-1,0 2 0,1 0 1,1 0-1,0 2 1,1 0-1,-13 20 0,16-21-56,1 0 0,1 1-1,1 0 1,0 0 0,1 1-1,1 0 1,0 0 0,1 0-1,1 1 1,-3 34 0,7-41 26,1 0-1,1 0 1,0 0 0,0-1 0,1 1 0,0-1-1,1 1 1,1-1 0,-1 0 0,2 0 0,-1-1-1,1 1 1,0-1 0,10 10 0,10 10-37,0-2-1,53 43 1,-48-46 70,2 0 0,0-3 0,1 0 1,2-3-1,72 29 0,-58-31 26,0-3 0,1-1-1,0-3 1,63 4 0,447 4 422,-436-22 99,0-5 1,183-39 0,-240 31-434,-1-3 0,108-49 0,112-79 425,-272 141-474,94-58 708,-98 58-595,0-1 0,-1 0 1,0 0-1,0-1 0,-1 0 0,0-1 0,7-12 0,-13 19-139,-1-1-1,1 0 1,-1 0-1,0 0 1,0 0-1,-1 0 1,1-1-1,-1 1 1,0 0-1,-1-1 1,0 1-1,1 0 1,-1-1-1,-1 1 1,1-1-1,-1 1 1,0 0-1,-1-1 0,1 1 1,-1 0-1,0 0 1,0 0-1,0 0 1,-1 0-1,0 1 1,-4-6-1,4 5-172,-1 1 0,-1-1 0,1 1-1,-1 0 1,1 0 0,-1 1 0,0-1-1,-1 1 1,1 0 0,0 1 0,-1-1 0,1 1-1,-1 0 1,0 1 0,-7-2 0,-67-5-934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3T03:53:29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1344 328 2721,'-52'-71'833,"30"39"-180,-36-40 0,49 62-517,-1 1-1,-1-1 1,0 2 0,0 0-1,0 0 1,-1 1 0,-20-10-1,-8 1 11,0 1-1,-1 2 1,-53-9-1,73 18-147,-1 1 1,1 1-1,-1 1 0,1 1 1,-1 1-1,1 1 0,-1 1 1,-31 8-1,-153 61-34,177-59 34,0 0 1,0 3 0,2 0 0,-45 35-1,56-36-4,0 1-1,1 0 1,1 1-1,1 1 1,0 0-1,-19 38 1,-45 127 237,62-142-113,1-6 7,3 1-1,0 0 0,3 1 0,1 0 0,2 0 1,1 1-1,2 71 0,4-101-101,-1 0 1,1 0-1,0 0 0,0 0 1,1 0-1,0-1 0,1 1 1,-1-1-1,1 0 0,1 0 1,-1 0-1,1-1 0,1 1 1,-1-1-1,1-1 0,0 1 1,0-1-1,1 0 0,-1 0 1,1 0-1,12 4 0,12 6 25,1-2-1,0-1 0,63 14 1,-66-19-54,127 35 35,134 33-16,-235-65 66,-1-3 1,2-2 0,-1-2-1,0-3 1,1-2-1,-1-2 1,0-3-1,-1-3 1,0-1 0,0-3-1,57-24 1,-28 8 188,68-29 131,-132 50-282,-1 0-1,-1-1 1,0-1 0,0-1-1,24-22 1,-34 27-66,-2 0 1,1 0 0,-1-1-1,0 1 1,-1-1 0,1 0-1,-2-1 1,1 1 0,-1 0 0,0-1-1,-1 0 1,0 0 0,-1 0-1,1 0 1,-1-17 0,-2-8 70,-2 0 1,-12-62 0,15 94-121,-7-34 13,-1 1 0,-2 0 1,-1 1-1,-27-57 0,32 78-128,-1 1 0,-1 0 1,0 0-1,0 0 0,-1 1 1,-1 1-1,0-1 0,0 2 1,-1-1-1,0 1 0,-1 1 1,1 0-1,-2 1 1,1 0-1,-18-6 0,3 5-199,-48-8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3T03:53:44.3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1490 350 5537,'-4'-30'952,"1"8"-411,-1 1 0,0 1 0,-2-1 1,-8-21-1,10 34-440,1 1 1,-2 0-1,1 0 0,-1 1 0,0-1 1,0 1-1,0 0 0,-1 0 1,0 1-1,0 0 0,-1 0 0,0 0 1,0 1-1,-10-5 0,-19-8 3,0 3 0,-1 1-1,0 2 1,-1 1 0,-45-6-1,-7 6 114,-98 1 1,110 12-211,-1 4 0,-144 32 0,134-21-6,69-14-5,-18 2 4,0 3-1,1 1 0,-37 15 1,66-22-5,0 0 0,0 0 0,0 1 0,0 1 0,1-1 0,0 1 1,0 1-1,0-1 0,1 1 0,-1 0 0,2 1 0,-1-1 0,1 1 0,0 0 1,0 1-1,0-1 0,1 1 0,1 0 0,-5 12 0,3-1-41,2 0 0,0 0 0,1 0 0,1 1 0,0-1 0,2 1 0,0-1 0,2 0 0,0 1 0,1-1 0,1-1 0,9 26 0,-9-32-65,1 0 0,0 0 0,1 0 0,0 0 0,1-1 0,0-1-1,1 1 1,0-1 0,0-1 0,1 1 0,1-2 0,-1 1 0,1-2 0,1 1 0,0-1 0,0-1 0,0 0 0,26 7 0,31 5-191,1-3 0,1-3 1,1-4-1,-1-2 0,82-5 1,-36-9 380,-1-6 1,203-50 0,-277 54 298,-1-3-1,0-2 1,-1-1 0,68-38 0,-88 42-168,-1-1 0,-1-1 1,0 0-1,0-2 0,-2 0 0,0 0 0,0-2 0,-2 0 0,0-1 0,15-28 0,-12 15-131,10-19-536,37-54 1,-46 76-714,-14 6 390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3T03:53:45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3111 340 4153,'-89'-55'2968,"20"10"-3100,-27-8 1035,-2 4-1,-171-59 1,226 98-1048,0 2 1,0 3 0,-1 1-1,1 1 1,-70 7 0,55-3 116,-342 27 922,-81-2 71,446-25-1003,0 2 0,0 1-1,1 1 1,-1 2 0,-60 21 0,-161 78-236,147-56 360,55-27 8,0-2 1,-1-2-1,-96 19 0,101-31-92,24-4-6,0 1 0,0 1 0,1 2 0,-1 0 0,-28 13 0,51-19-2,0 1 1,1-1 0,-1 1 0,1 0 0,0 0 0,-1-1 0,1 1 0,0 1 0,0-1 0,0 0-1,0 0 1,1 1 0,-1-1 0,1 1 0,-1 0 0,1-1 0,0 1 0,-2 6 0,3-4-16,-1 0 0,1 0 0,0 0 1,0 1-1,0-1 0,1 0 1,0 0-1,0 0 0,0 1 0,2 4 1,5 10-154,1 0 1,1-1-1,24 37 0,-32-54 151,33 51-271,2-2 1,2-1 0,58 56-1,-78-88 309,0-1 0,2-1 0,0-1 0,0 0 0,1-2 0,1 0-1,0-2 1,1 0 0,0-2 0,1-1 0,28 7 0,17-5-26,0-2-1,1-4 1,108-7 0,222-38-338,-260 23 205,-58 9 138,0-4 0,0-4-1,145-49 1,-138 31 240,126-70-1,-164 75-55,-2-3 0,-1-2 0,74-69 0,-95 79 12,-10 10 94,31-35-1,-46 46-237,0 1 0,0-1 0,0 0 0,0-1 0,-1 1 0,0 0 0,0-1 0,0 1 0,0-1 0,-1 0 0,0 1-1,0-1 1,0 0 0,0 0 0,-1-5 0,0 8-36,-1-1 0,1 1-1,-1 0 1,1 0 0,-1 0 0,0-1-1,0 1 1,0 0 0,0 0-1,-1 0 1,1 0 0,0 1-1,-1-1 1,1 0 0,-1 1 0,0-1-1,0 0 1,1 1 0,-1 0-1,0 0 1,0-1 0,0 1 0,0 0-1,-1 1 1,1-1 0,0 0-1,0 0 1,0 1 0,-1 0-1,1-1 1,0 1 0,-1 0 0,-2 0-1,-3 0-365,0 0 1,0 0-1,0 1 0,0 0 0,0 0 0,0 1 0,0 0 1,-11 5-1,-6 6-905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D8F131-EFB5-43B9-B522-4359BA0A5B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68ACE8-D911-40CB-9AB4-D79B1D770E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7CAD5A5-1DA4-4F97-A8B0-D39B5B575573}" type="datetimeFigureOut">
              <a:rPr lang="en-US"/>
              <a:pPr>
                <a:defRPr/>
              </a:pPr>
              <a:t>10/12/2025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6345076-28CA-4AEA-BFC8-E3F0BC9F26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1021A80-4156-495A-AACF-20929D4CCD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F9FD2-955E-4647-9AD6-7307E94C684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F3BACB-9EBE-455D-98AE-F663E0567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618BE62-1E83-49E4-8464-851ECE7F96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D42097-5FEE-422D-827F-6B2C42A554DB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1900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0AAF4B7-F75E-430D-8D48-C617A5DA3F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799012" cy="35988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1A973E2-1CA5-4B7B-B7D6-64F6B3BB28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4559300"/>
            <a:ext cx="5851525" cy="4321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FD1C1E61-72D4-4080-9489-AB538E1944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51D6F6D6-8193-4015-84B2-37D3FA3E5F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27097558-961C-4852-96BD-4C814B2DB6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EA36BC5-4047-45DD-9F8D-1A7716FC42F2}" type="slidenum">
              <a:rPr lang="en-GB" altLang="en-US" sz="1100"/>
              <a:pPr>
                <a:spcBef>
                  <a:spcPct val="0"/>
                </a:spcBef>
              </a:pPr>
              <a:t>7</a:t>
            </a:fld>
            <a:endParaRPr lang="en-GB" altLang="en-US"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5EC501C-6F85-4A45-9CFB-0EF4776B8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C55925D-6F66-4B9A-9008-D5C954FC0D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60888"/>
            <a:ext cx="5365750" cy="4319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C1A349A0-2D1D-4FE3-A271-DCDD00F176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2040CAF3-2B16-4FC7-871B-F66AC29993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MY" altLang="en-US">
              <a:latin typeface="Times New Roman" panose="02020603050405020304" pitchFamily="18" charset="0"/>
            </a:endParaRPr>
          </a:p>
        </p:txBody>
      </p:sp>
      <p:sp>
        <p:nvSpPr>
          <p:cNvPr id="25604" name="Header Placeholder 3">
            <a:extLst>
              <a:ext uri="{FF2B5EF4-FFF2-40B4-BE49-F238E27FC236}">
                <a16:creationId xmlns:a16="http://schemas.microsoft.com/office/drawing/2014/main" id="{097936CE-9A37-4467-A538-7F983DB962B2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>
                <a:latin typeface="Times New Roman" panose="02020603050405020304" pitchFamily="18" charset="0"/>
                <a:cs typeface="Arial" panose="020B0604020202020204" pitchFamily="34" charset="0"/>
              </a:rPr>
              <a:t>Information Systems - Week 5</a:t>
            </a:r>
          </a:p>
        </p:txBody>
      </p:sp>
      <p:sp>
        <p:nvSpPr>
          <p:cNvPr id="25605" name="Date Placeholder 4">
            <a:extLst>
              <a:ext uri="{FF2B5EF4-FFF2-40B4-BE49-F238E27FC236}">
                <a16:creationId xmlns:a16="http://schemas.microsoft.com/office/drawing/2014/main" id="{C09C2DA1-B14C-45E9-AADE-A8F9252E56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C8C8210-D032-4F45-9820-899AC62C61AC}" type="datetime1">
              <a:rPr lang="en-GB" altLang="en-US" sz="1100" smtClean="0">
                <a:latin typeface="Times New Roman" panose="02020603050405020304" pitchFamily="18" charset="0"/>
                <a:cs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12/10/2025</a:t>
            </a:fld>
            <a:endParaRPr lang="en-US" altLang="en-US" sz="11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5606" name="Footer Placeholder 5">
            <a:extLst>
              <a:ext uri="{FF2B5EF4-FFF2-40B4-BE49-F238E27FC236}">
                <a16:creationId xmlns:a16="http://schemas.microsoft.com/office/drawing/2014/main" id="{885C786F-C28B-40AA-BDA1-2222B6FBF0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>
                <a:latin typeface="Times New Roman" panose="02020603050405020304" pitchFamily="18" charset="0"/>
                <a:cs typeface="Arial" panose="020B0604020202020204" pitchFamily="34" charset="0"/>
              </a:rPr>
              <a:t>Process Modelling : DFDs</a:t>
            </a:r>
          </a:p>
        </p:txBody>
      </p:sp>
      <p:sp>
        <p:nvSpPr>
          <p:cNvPr id="25607" name="Slide Number Placeholder 6">
            <a:extLst>
              <a:ext uri="{FF2B5EF4-FFF2-40B4-BE49-F238E27FC236}">
                <a16:creationId xmlns:a16="http://schemas.microsoft.com/office/drawing/2014/main" id="{53A8B486-E426-4E10-9AA5-78A0B892B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E75304C-3284-4661-A864-8671849441A1}" type="slidenum">
              <a:rPr lang="en-US" altLang="en-US" sz="1100" smtClean="0"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US" sz="11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420F851-2E07-4A8F-8BC6-E6F841D47E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7B510F92-ACA6-4C1E-8676-17B07B0847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60888"/>
            <a:ext cx="5365750" cy="4319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5508243B-A693-4A1B-A26F-8E5990E635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66BDDB93-2BEA-4EE5-AE7F-9A4BA4CD1A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60888"/>
            <a:ext cx="5365750" cy="4319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7494423E-782B-4753-A574-DFA3D9A48D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48CF53B2-A105-451F-B756-B7E6C95EFD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MY" altLang="en-US">
              <a:latin typeface="Times New Roman" panose="02020603050405020304" pitchFamily="18" charset="0"/>
            </a:endParaRPr>
          </a:p>
        </p:txBody>
      </p:sp>
      <p:sp>
        <p:nvSpPr>
          <p:cNvPr id="31748" name="Header Placeholder 3">
            <a:extLst>
              <a:ext uri="{FF2B5EF4-FFF2-40B4-BE49-F238E27FC236}">
                <a16:creationId xmlns:a16="http://schemas.microsoft.com/office/drawing/2014/main" id="{DC058DB4-8A0C-482B-BECA-3D0225B0980C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>
                <a:latin typeface="Times New Roman" panose="02020603050405020304" pitchFamily="18" charset="0"/>
                <a:cs typeface="Arial" panose="020B0604020202020204" pitchFamily="34" charset="0"/>
              </a:rPr>
              <a:t>Information Systems - Week 5</a:t>
            </a:r>
          </a:p>
        </p:txBody>
      </p:sp>
      <p:sp>
        <p:nvSpPr>
          <p:cNvPr id="31749" name="Date Placeholder 4">
            <a:extLst>
              <a:ext uri="{FF2B5EF4-FFF2-40B4-BE49-F238E27FC236}">
                <a16:creationId xmlns:a16="http://schemas.microsoft.com/office/drawing/2014/main" id="{8399FA4B-6D75-457A-A8D5-74FF7BDBDD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D426DCA-71A8-4E46-B1DB-C6598D4862C4}" type="datetime1">
              <a:rPr lang="en-GB" altLang="en-US" sz="1100" smtClean="0">
                <a:latin typeface="Times New Roman" panose="02020603050405020304" pitchFamily="18" charset="0"/>
                <a:cs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12/10/2025</a:t>
            </a:fld>
            <a:endParaRPr lang="en-US" altLang="en-US" sz="11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1750" name="Footer Placeholder 5">
            <a:extLst>
              <a:ext uri="{FF2B5EF4-FFF2-40B4-BE49-F238E27FC236}">
                <a16:creationId xmlns:a16="http://schemas.microsoft.com/office/drawing/2014/main" id="{0C53D087-A287-4FE1-AFEB-45AF4300A7B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>
                <a:latin typeface="Times New Roman" panose="02020603050405020304" pitchFamily="18" charset="0"/>
                <a:cs typeface="Arial" panose="020B0604020202020204" pitchFamily="34" charset="0"/>
              </a:rPr>
              <a:t>Process Modelling : DFDs</a:t>
            </a:r>
          </a:p>
        </p:txBody>
      </p:sp>
      <p:sp>
        <p:nvSpPr>
          <p:cNvPr id="31751" name="Slide Number Placeholder 6">
            <a:extLst>
              <a:ext uri="{FF2B5EF4-FFF2-40B4-BE49-F238E27FC236}">
                <a16:creationId xmlns:a16="http://schemas.microsoft.com/office/drawing/2014/main" id="{606D6C9B-8AFD-4BA7-A37D-FD2773900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40EC9DD-54DE-4EFB-8815-E59AEB82A520}" type="slidenum">
              <a:rPr lang="en-US" altLang="en-US" sz="1100" smtClean="0"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en-US" sz="11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8FB82B4A-BB3B-47C7-BC44-0C5294ADF4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C9461A37-2D5A-4481-B400-7398246907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60888"/>
            <a:ext cx="5365750" cy="4319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775D367-FE4E-46FA-8FD7-60844BFB81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4EA573E3-2B6A-4B0C-A7F3-DFB2FE70C1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60888"/>
            <a:ext cx="5365750" cy="4319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62B43AB7-3DF8-4C67-B412-5FF5ED95AF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3BB4D836-31E6-49B1-9D11-FC799708C05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MY" altLang="en-US">
              <a:latin typeface="Times New Roman" panose="02020603050405020304" pitchFamily="18" charset="0"/>
            </a:endParaRPr>
          </a:p>
        </p:txBody>
      </p:sp>
      <p:sp>
        <p:nvSpPr>
          <p:cNvPr id="37892" name="Header Placeholder 3">
            <a:extLst>
              <a:ext uri="{FF2B5EF4-FFF2-40B4-BE49-F238E27FC236}">
                <a16:creationId xmlns:a16="http://schemas.microsoft.com/office/drawing/2014/main" id="{9066EBAD-ADA7-4B63-AEB6-A17A3D50A345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>
                <a:latin typeface="Times New Roman" panose="02020603050405020304" pitchFamily="18" charset="0"/>
                <a:cs typeface="Arial" panose="020B0604020202020204" pitchFamily="34" charset="0"/>
              </a:rPr>
              <a:t>Information Systems - Week 5</a:t>
            </a:r>
          </a:p>
        </p:txBody>
      </p:sp>
      <p:sp>
        <p:nvSpPr>
          <p:cNvPr id="37893" name="Date Placeholder 4">
            <a:extLst>
              <a:ext uri="{FF2B5EF4-FFF2-40B4-BE49-F238E27FC236}">
                <a16:creationId xmlns:a16="http://schemas.microsoft.com/office/drawing/2014/main" id="{ED26CDE7-224A-4DC9-8772-F4E7076145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942C72-4ABE-4226-A05F-EB1B722F1A1D}" type="datetime1">
              <a:rPr lang="en-GB" altLang="en-US" sz="1100" smtClean="0">
                <a:latin typeface="Times New Roman" panose="02020603050405020304" pitchFamily="18" charset="0"/>
                <a:cs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12/10/2025</a:t>
            </a:fld>
            <a:endParaRPr lang="en-US" altLang="en-US" sz="11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894" name="Footer Placeholder 5">
            <a:extLst>
              <a:ext uri="{FF2B5EF4-FFF2-40B4-BE49-F238E27FC236}">
                <a16:creationId xmlns:a16="http://schemas.microsoft.com/office/drawing/2014/main" id="{040C18F9-0CA0-4299-9A1F-3594C44769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>
                <a:latin typeface="Times New Roman" panose="02020603050405020304" pitchFamily="18" charset="0"/>
                <a:cs typeface="Arial" panose="020B0604020202020204" pitchFamily="34" charset="0"/>
              </a:rPr>
              <a:t>Process Modelling : DFDs</a:t>
            </a:r>
          </a:p>
        </p:txBody>
      </p:sp>
      <p:sp>
        <p:nvSpPr>
          <p:cNvPr id="37895" name="Slide Number Placeholder 6">
            <a:extLst>
              <a:ext uri="{FF2B5EF4-FFF2-40B4-BE49-F238E27FC236}">
                <a16:creationId xmlns:a16="http://schemas.microsoft.com/office/drawing/2014/main" id="{4BC1A4A6-E36C-4CE3-90DE-41BC3A5E32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0B8BD0F-5E2D-490D-B651-B7DE61332CA2}" type="slidenum">
              <a:rPr lang="en-US" altLang="en-US" sz="1100" smtClean="0"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en-US" sz="11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D7D1339-0180-412A-86EF-DA7FD3E21C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F5E55B40-4E0D-45EE-99A3-428A0B2DEE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60888"/>
            <a:ext cx="5365750" cy="4319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131715C1-F8BF-4AF1-B89C-9D2A7C069D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28BF1D5-5F85-4407-89C1-00ECEDB366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60888"/>
            <a:ext cx="5365750" cy="4319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F4F343A7-9E8A-4C41-B3F3-E9835DFAB2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56AA34BF-E622-4E43-955F-D2CC8132547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MY" altLang="en-US">
              <a:latin typeface="Times New Roman" panose="02020603050405020304" pitchFamily="18" charset="0"/>
            </a:endParaRPr>
          </a:p>
        </p:txBody>
      </p:sp>
      <p:sp>
        <p:nvSpPr>
          <p:cNvPr id="44036" name="Header Placeholder 3">
            <a:extLst>
              <a:ext uri="{FF2B5EF4-FFF2-40B4-BE49-F238E27FC236}">
                <a16:creationId xmlns:a16="http://schemas.microsoft.com/office/drawing/2014/main" id="{E5F637CC-A2B4-4C03-86A6-987DC9CEA191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>
                <a:latin typeface="Times New Roman" panose="02020603050405020304" pitchFamily="18" charset="0"/>
                <a:cs typeface="Arial" panose="020B0604020202020204" pitchFamily="34" charset="0"/>
              </a:rPr>
              <a:t>Information Systems - Week 5</a:t>
            </a:r>
          </a:p>
        </p:txBody>
      </p:sp>
      <p:sp>
        <p:nvSpPr>
          <p:cNvPr id="44037" name="Date Placeholder 4">
            <a:extLst>
              <a:ext uri="{FF2B5EF4-FFF2-40B4-BE49-F238E27FC236}">
                <a16:creationId xmlns:a16="http://schemas.microsoft.com/office/drawing/2014/main" id="{5AECFCD8-11FF-419F-81E3-E789C3B80A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8E8C76A-798E-49C7-8F9B-CA8D99A1DDCD}" type="datetime1">
              <a:rPr lang="en-GB" altLang="en-US" sz="1100" smtClean="0">
                <a:latin typeface="Times New Roman" panose="02020603050405020304" pitchFamily="18" charset="0"/>
                <a:cs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12/10/2025</a:t>
            </a:fld>
            <a:endParaRPr lang="en-US" altLang="en-US" sz="11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4038" name="Footer Placeholder 5">
            <a:extLst>
              <a:ext uri="{FF2B5EF4-FFF2-40B4-BE49-F238E27FC236}">
                <a16:creationId xmlns:a16="http://schemas.microsoft.com/office/drawing/2014/main" id="{3B8F32AC-1E66-48B7-92BF-B2A1275548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>
                <a:latin typeface="Times New Roman" panose="02020603050405020304" pitchFamily="18" charset="0"/>
                <a:cs typeface="Arial" panose="020B0604020202020204" pitchFamily="34" charset="0"/>
              </a:rPr>
              <a:t>Process Modelling : DFDs</a:t>
            </a:r>
          </a:p>
        </p:txBody>
      </p:sp>
      <p:sp>
        <p:nvSpPr>
          <p:cNvPr id="44039" name="Slide Number Placeholder 6">
            <a:extLst>
              <a:ext uri="{FF2B5EF4-FFF2-40B4-BE49-F238E27FC236}">
                <a16:creationId xmlns:a16="http://schemas.microsoft.com/office/drawing/2014/main" id="{BC42CD0D-85CA-4D27-959C-528B04DC5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0F50C75A-C4B4-49EA-88EC-B0DF700B5455}" type="slidenum">
              <a:rPr lang="en-US" altLang="en-US" sz="1100" smtClean="0"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en-US" sz="11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AAA8831-85D0-4B04-94FB-50ABCD2908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A62C6C8D-9BBE-4149-9180-2BF8F260DA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F849513F-C943-4B71-B1D2-DB49FFDC55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B91DC506-858A-4F0E-B6D5-55D4717539C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MY" altLang="en-US">
              <a:latin typeface="Times New Roman" panose="02020603050405020304" pitchFamily="18" charset="0"/>
            </a:endParaRPr>
          </a:p>
        </p:txBody>
      </p:sp>
      <p:sp>
        <p:nvSpPr>
          <p:cNvPr id="49156" name="Header Placeholder 3">
            <a:extLst>
              <a:ext uri="{FF2B5EF4-FFF2-40B4-BE49-F238E27FC236}">
                <a16:creationId xmlns:a16="http://schemas.microsoft.com/office/drawing/2014/main" id="{F662E3B8-360A-4AB3-A016-33CD9F6C4643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>
                <a:latin typeface="Times New Roman" panose="02020603050405020304" pitchFamily="18" charset="0"/>
                <a:cs typeface="Arial" panose="020B0604020202020204" pitchFamily="34" charset="0"/>
              </a:rPr>
              <a:t>Information Systems - Week 5</a:t>
            </a:r>
          </a:p>
        </p:txBody>
      </p:sp>
      <p:sp>
        <p:nvSpPr>
          <p:cNvPr id="49157" name="Date Placeholder 4">
            <a:extLst>
              <a:ext uri="{FF2B5EF4-FFF2-40B4-BE49-F238E27FC236}">
                <a16:creationId xmlns:a16="http://schemas.microsoft.com/office/drawing/2014/main" id="{BDD714C2-2149-4B27-A33A-0B6F4AF963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3350823C-0E41-4D6D-BB5B-769B8239EDD0}" type="datetime1">
              <a:rPr lang="en-GB" altLang="en-US" sz="1100" smtClean="0">
                <a:latin typeface="Times New Roman" panose="02020603050405020304" pitchFamily="18" charset="0"/>
                <a:cs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12/10/2025</a:t>
            </a:fld>
            <a:endParaRPr lang="en-US" altLang="en-US" sz="11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9158" name="Footer Placeholder 5">
            <a:extLst>
              <a:ext uri="{FF2B5EF4-FFF2-40B4-BE49-F238E27FC236}">
                <a16:creationId xmlns:a16="http://schemas.microsoft.com/office/drawing/2014/main" id="{5D22A882-4158-4041-8D94-5858EA4992E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>
                <a:latin typeface="Times New Roman" panose="02020603050405020304" pitchFamily="18" charset="0"/>
                <a:cs typeface="Arial" panose="020B0604020202020204" pitchFamily="34" charset="0"/>
              </a:rPr>
              <a:t>Process Modelling : DFDs</a:t>
            </a:r>
          </a:p>
        </p:txBody>
      </p:sp>
      <p:sp>
        <p:nvSpPr>
          <p:cNvPr id="49159" name="Slide Number Placeholder 6">
            <a:extLst>
              <a:ext uri="{FF2B5EF4-FFF2-40B4-BE49-F238E27FC236}">
                <a16:creationId xmlns:a16="http://schemas.microsoft.com/office/drawing/2014/main" id="{7E6D0FA9-3AA8-480D-BFF4-DA435EE13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74F39B96-AE4C-49C0-83CC-BBD84AD99257}" type="slidenum">
              <a:rPr lang="en-US" altLang="en-US" sz="1100" smtClean="0"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en-US" sz="11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E2B7C832-09E1-44D8-8C46-5B61516770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CE71FDE3-15B1-4A1A-A90D-5261A8CA5B7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MY" altLang="en-US">
              <a:latin typeface="Times New Roman" panose="02020603050405020304" pitchFamily="18" charset="0"/>
            </a:endParaRPr>
          </a:p>
        </p:txBody>
      </p:sp>
      <p:sp>
        <p:nvSpPr>
          <p:cNvPr id="51204" name="Header Placeholder 3">
            <a:extLst>
              <a:ext uri="{FF2B5EF4-FFF2-40B4-BE49-F238E27FC236}">
                <a16:creationId xmlns:a16="http://schemas.microsoft.com/office/drawing/2014/main" id="{7F00083B-AABA-4B50-B512-E908AC5B598C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>
                <a:latin typeface="Times New Roman" panose="02020603050405020304" pitchFamily="18" charset="0"/>
                <a:cs typeface="Arial" panose="020B0604020202020204" pitchFamily="34" charset="0"/>
              </a:rPr>
              <a:t>Information Systems - Week 5</a:t>
            </a:r>
          </a:p>
        </p:txBody>
      </p:sp>
      <p:sp>
        <p:nvSpPr>
          <p:cNvPr id="51205" name="Date Placeholder 4">
            <a:extLst>
              <a:ext uri="{FF2B5EF4-FFF2-40B4-BE49-F238E27FC236}">
                <a16:creationId xmlns:a16="http://schemas.microsoft.com/office/drawing/2014/main" id="{8C55440B-04B4-4E0C-8A6B-284E4B1DBF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908C1B2B-9B7C-4C43-B91B-3D3838B1C05B}" type="datetime1">
              <a:rPr lang="en-GB" altLang="en-US" sz="1100" smtClean="0">
                <a:latin typeface="Times New Roman" panose="02020603050405020304" pitchFamily="18" charset="0"/>
                <a:cs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12/10/2025</a:t>
            </a:fld>
            <a:endParaRPr lang="en-US" altLang="en-US" sz="11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1206" name="Footer Placeholder 5">
            <a:extLst>
              <a:ext uri="{FF2B5EF4-FFF2-40B4-BE49-F238E27FC236}">
                <a16:creationId xmlns:a16="http://schemas.microsoft.com/office/drawing/2014/main" id="{08884F88-3B27-460D-9062-406FAEE26C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>
                <a:latin typeface="Times New Roman" panose="02020603050405020304" pitchFamily="18" charset="0"/>
                <a:cs typeface="Arial" panose="020B0604020202020204" pitchFamily="34" charset="0"/>
              </a:rPr>
              <a:t>Process Modelling : DFDs</a:t>
            </a:r>
          </a:p>
        </p:txBody>
      </p:sp>
      <p:sp>
        <p:nvSpPr>
          <p:cNvPr id="51207" name="Slide Number Placeholder 6">
            <a:extLst>
              <a:ext uri="{FF2B5EF4-FFF2-40B4-BE49-F238E27FC236}">
                <a16:creationId xmlns:a16="http://schemas.microsoft.com/office/drawing/2014/main" id="{4C3D439B-6549-4285-8C63-6503E7B5E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C31B8967-92E7-4404-AD02-608A3D7D45DB}" type="slidenum">
              <a:rPr lang="en-US" altLang="en-US" sz="1100" smtClean="0"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en-US" sz="11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95825D54-5B72-4FE5-BE75-DAC82F2D33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C1BFB6EB-5E0A-4B21-9EF9-B6B833091E2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MY" altLang="en-US">
              <a:latin typeface="Times New Roman" panose="02020603050405020304" pitchFamily="18" charset="0"/>
            </a:endParaRPr>
          </a:p>
        </p:txBody>
      </p:sp>
      <p:sp>
        <p:nvSpPr>
          <p:cNvPr id="53252" name="Header Placeholder 3">
            <a:extLst>
              <a:ext uri="{FF2B5EF4-FFF2-40B4-BE49-F238E27FC236}">
                <a16:creationId xmlns:a16="http://schemas.microsoft.com/office/drawing/2014/main" id="{F5DFBA29-A873-4750-B8F9-F5311605B2AA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>
                <a:latin typeface="Times New Roman" panose="02020603050405020304" pitchFamily="18" charset="0"/>
                <a:cs typeface="Arial" panose="020B0604020202020204" pitchFamily="34" charset="0"/>
              </a:rPr>
              <a:t>Information Systems - Week 5</a:t>
            </a:r>
          </a:p>
        </p:txBody>
      </p:sp>
      <p:sp>
        <p:nvSpPr>
          <p:cNvPr id="53253" name="Date Placeholder 4">
            <a:extLst>
              <a:ext uri="{FF2B5EF4-FFF2-40B4-BE49-F238E27FC236}">
                <a16:creationId xmlns:a16="http://schemas.microsoft.com/office/drawing/2014/main" id="{B7A9A7BF-DF13-4001-9FDF-B1D87D073309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B043A8-D76E-41E0-8CCD-346EAB2D640E}" type="datetime1">
              <a:rPr lang="en-GB" altLang="en-US" sz="1100" smtClean="0">
                <a:latin typeface="Times New Roman" panose="02020603050405020304" pitchFamily="18" charset="0"/>
                <a:cs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12/10/2025</a:t>
            </a:fld>
            <a:endParaRPr lang="en-US" altLang="en-US" sz="11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3254" name="Footer Placeholder 5">
            <a:extLst>
              <a:ext uri="{FF2B5EF4-FFF2-40B4-BE49-F238E27FC236}">
                <a16:creationId xmlns:a16="http://schemas.microsoft.com/office/drawing/2014/main" id="{B30B4E41-30EF-4741-B374-8D1EF21E5B0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>
                <a:latin typeface="Times New Roman" panose="02020603050405020304" pitchFamily="18" charset="0"/>
                <a:cs typeface="Arial" panose="020B0604020202020204" pitchFamily="34" charset="0"/>
              </a:rPr>
              <a:t>Process Modelling : DFDs</a:t>
            </a:r>
          </a:p>
        </p:txBody>
      </p:sp>
      <p:sp>
        <p:nvSpPr>
          <p:cNvPr id="53255" name="Slide Number Placeholder 6">
            <a:extLst>
              <a:ext uri="{FF2B5EF4-FFF2-40B4-BE49-F238E27FC236}">
                <a16:creationId xmlns:a16="http://schemas.microsoft.com/office/drawing/2014/main" id="{E26A9B0A-6CCC-4C4C-A9EE-37BD71A1F2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1CB116E6-BB1E-47F0-994B-DC080811D587}" type="slidenum">
              <a:rPr lang="en-US" altLang="en-US" sz="1100" smtClean="0"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en-US" sz="11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7507A667-B885-499D-B157-F4F8DDCDA5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799012" cy="35988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8B58C08E-A1ED-4E46-8EFA-80F9EB4B5A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4559300"/>
            <a:ext cx="5851525" cy="4321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/>
            <a:r>
              <a:rPr lang="en-GB" altLang="en-US" sz="1600">
                <a:latin typeface="Arial" panose="020B0604020202020204" pitchFamily="34" charset="0"/>
              </a:rPr>
              <a:t>Have fewer rules than DFDs – users don’t want to learn the DFD language so something easier is welcome</a:t>
            </a:r>
          </a:p>
          <a:p>
            <a:pPr lvl="1" eaLnBrk="1" hangingPunct="1"/>
            <a:r>
              <a:rPr lang="en-GB" altLang="en-US" sz="1600">
                <a:latin typeface="Arial" panose="020B0604020202020204" pitchFamily="34" charset="0"/>
              </a:rPr>
              <a:t>Very close to how users’ think</a:t>
            </a:r>
          </a:p>
          <a:p>
            <a:pPr lvl="1" eaLnBrk="1" hangingPunct="1"/>
            <a:r>
              <a:rPr lang="en-GB" altLang="en-US" sz="1600">
                <a:latin typeface="Arial" panose="020B0604020202020204" pitchFamily="34" charset="0"/>
              </a:rPr>
              <a:t>Helps analyst to understand what questions to ask about processes and how to move from big picture to lower levels of details </a:t>
            </a:r>
          </a:p>
          <a:p>
            <a:pPr lvl="1" eaLnBrk="1" hangingPunct="1"/>
            <a:endParaRPr lang="en-GB" altLang="en-US" sz="1600">
              <a:latin typeface="Arial" panose="020B0604020202020204" pitchFamily="34" charset="0"/>
            </a:endParaRPr>
          </a:p>
          <a:p>
            <a:pPr lvl="1" eaLnBrk="1" hangingPunct="1"/>
            <a:r>
              <a:rPr lang="en-GB" altLang="en-US" sz="1600">
                <a:latin typeface="Arial" panose="020B0604020202020204" pitchFamily="34" charset="0"/>
              </a:rPr>
              <a:t>So, during Analysis we:</a:t>
            </a:r>
          </a:p>
          <a:p>
            <a:pPr lvl="1" eaLnBrk="1" hangingPunct="1"/>
            <a:r>
              <a:rPr lang="en-GB" altLang="en-US" sz="1600">
                <a:latin typeface="Arial" panose="020B0604020202020204" pitchFamily="34" charset="0"/>
              </a:rPr>
              <a:t>-apply requirements analysis technique</a:t>
            </a:r>
          </a:p>
          <a:p>
            <a:pPr lvl="1" eaLnBrk="1" hangingPunct="1"/>
            <a:r>
              <a:rPr lang="en-GB" altLang="en-US" sz="1600">
                <a:latin typeface="Arial" panose="020B0604020202020204" pitchFamily="34" charset="0"/>
              </a:rPr>
              <a:t>-design and implement appropriate requirements gathering techniques</a:t>
            </a:r>
          </a:p>
          <a:p>
            <a:pPr lvl="1" eaLnBrk="1" hangingPunct="1"/>
            <a:r>
              <a:rPr lang="en-GB" altLang="en-US" sz="1600">
                <a:latin typeface="Arial" panose="020B0604020202020204" pitchFamily="34" charset="0"/>
              </a:rPr>
              <a:t>-create use cases for complex functional requirements</a:t>
            </a:r>
          </a:p>
          <a:p>
            <a:pPr lvl="1" eaLnBrk="1" hangingPunct="1"/>
            <a:r>
              <a:rPr lang="en-GB" altLang="en-US" sz="1600">
                <a:latin typeface="Arial" panose="020B0604020202020204" pitchFamily="34" charset="0"/>
              </a:rPr>
              <a:t>-create process (DFD) model</a:t>
            </a:r>
          </a:p>
          <a:p>
            <a:pPr lvl="1" eaLnBrk="1" hangingPunct="1"/>
            <a:r>
              <a:rPr lang="en-GB" altLang="en-US" sz="1600">
                <a:latin typeface="Arial" panose="020B0604020202020204" pitchFamily="34" charset="0"/>
              </a:rPr>
              <a:t>-create data (ERD) model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ECD5B7C1-A35A-4365-940F-80D0685426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799012" cy="35988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221ECA89-35E4-4995-A398-8D42E17B48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4559300"/>
            <a:ext cx="5851525" cy="4321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7C4A38-C7CF-4916-8181-BC8906466D93}"/>
              </a:ext>
            </a:extLst>
          </p:cNvPr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D7E36E-578B-437C-B9E4-DC321FD7B9B7}"/>
              </a:ext>
            </a:extLst>
          </p:cNvPr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F2EBE7-9C80-4271-B744-34C58CF1AE61}"/>
              </a:ext>
            </a:extLst>
          </p:cNvPr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13">
            <a:extLst>
              <a:ext uri="{FF2B5EF4-FFF2-40B4-BE49-F238E27FC236}">
                <a16:creationId xmlns:a16="http://schemas.microsoft.com/office/drawing/2014/main" id="{C8A08CC2-C6CC-4B2E-A855-5E2E3DF5975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234238" y="4106863"/>
            <a:ext cx="914400" cy="914400"/>
            <a:chOff x="9685338" y="4460675"/>
            <a:chExt cx="1080904" cy="108090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49637F-BF30-4C2A-B17C-287E4405D93C}"/>
                </a:ext>
              </a:extLst>
            </p:cNvPr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15">
              <a:extLst>
                <a:ext uri="{FF2B5EF4-FFF2-40B4-BE49-F238E27FC236}">
                  <a16:creationId xmlns:a16="http://schemas.microsoft.com/office/drawing/2014/main" id="{672B204F-4CA4-47E6-AA7E-CFADD3D25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algn="ctr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endParaRPr lang="en-MY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57E8D31-DDD6-4879-B939-BAED56FC1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0A8337-2F0F-4480-9205-BC5B5BE58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800" y="6272213"/>
            <a:ext cx="474503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Copyright 2011 John Wiley &amp; Sons, Inc.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7497FE7-71DB-4DD7-B03C-7F773281F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43763" y="4227513"/>
            <a:ext cx="895350" cy="639762"/>
          </a:xfrm>
        </p:spPr>
        <p:txBody>
          <a:bodyPr/>
          <a:lstStyle>
            <a:lvl1pPr>
              <a:defRPr sz="2800" b="1"/>
            </a:lvl1pPr>
          </a:lstStyle>
          <a:p>
            <a:pPr>
              <a:defRPr/>
            </a:pPr>
            <a:r>
              <a:rPr lang="en-US" altLang="en-US"/>
              <a:t>5-</a:t>
            </a:r>
            <a:fld id="{629BE6F3-2DA5-4D06-BA33-2E4DAD7B9C7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0218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AB1FD5-0663-4C76-AA50-DF0D5698BB80}"/>
              </a:ext>
            </a:extLst>
          </p:cNvPr>
          <p:cNvCxnSpPr/>
          <p:nvPr userDrawn="1"/>
        </p:nvCxnSpPr>
        <p:spPr>
          <a:xfrm>
            <a:off x="457200" y="1447800"/>
            <a:ext cx="8229600" cy="0"/>
          </a:xfrm>
          <a:prstGeom prst="line">
            <a:avLst/>
          </a:prstGeom>
          <a:ln w="762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33DAFD30-8ED9-4477-928C-55286E8A9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 </a:t>
            </a: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D877502-C2FE-4987-9F1A-4501BD521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Copyright 2011 John Wiley &amp; Sons, Inc.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7AB71D4A-EF7A-450A-B47E-24252A8E5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5-</a:t>
            </a:r>
            <a:fld id="{3E04A5AB-15E6-4CBC-9A80-5C3F8A51D66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3252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6A0768-35CB-4BE3-AEF7-085F044DD8BF}"/>
              </a:ext>
            </a:extLst>
          </p:cNvPr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5" name="Group 10">
            <a:extLst>
              <a:ext uri="{FF2B5EF4-FFF2-40B4-BE49-F238E27FC236}">
                <a16:creationId xmlns:a16="http://schemas.microsoft.com/office/drawing/2014/main" id="{8936BC97-D9E0-4550-83FC-0A23C5A0134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3413" y="2430463"/>
            <a:ext cx="914400" cy="914400"/>
            <a:chOff x="9685338" y="4460675"/>
            <a:chExt cx="1080904" cy="108090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2D8D35E-2ABE-45F5-9742-CE80D42226EF}"/>
                </a:ext>
              </a:extLst>
            </p:cNvPr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7" name="Oval 13">
              <a:extLst>
                <a:ext uri="{FF2B5EF4-FFF2-40B4-BE49-F238E27FC236}">
                  <a16:creationId xmlns:a16="http://schemas.microsoft.com/office/drawing/2014/main" id="{DE1D5F02-5F45-4F8C-932C-6B55B2641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algn="ctr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endParaRPr lang="en-MY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/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0B5E1D20-6DDB-4DF4-9C06-65A1EE5669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45250" y="6272213"/>
            <a:ext cx="1982788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 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9369EAA-B0EC-4999-B06E-A2916A5D0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36713" y="6272213"/>
            <a:ext cx="4745037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© Copyright 2011 John Wiley &amp; Sons, Inc.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6B60C08-A74A-4964-9465-80811287D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6113" y="2508250"/>
            <a:ext cx="890587" cy="720725"/>
          </a:xfr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r>
              <a:rPr lang="en-US" altLang="en-US"/>
              <a:t>5-</a:t>
            </a:r>
            <a:fld id="{FB72BB83-FB3B-4E49-A3E6-3E3D23F4466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695457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93AB1-9C47-42DC-AFA5-6CA4B49F4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CD98B-741C-4E20-93D1-8EC7C9FFF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Copyright 2011 John Wiley &amp; Sons,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2EED2-0C47-4456-909B-7FAB25220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A1CC35-7885-47AE-B5FC-E67E8FED11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2787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1930B06-5051-42B2-BA50-326658866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 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030731B-2DAB-4087-8331-805C4AF05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Copyright 2011 John Wiley &amp; Sons, Inc.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F30D8D-741C-4777-9D6B-D845372E0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5-</a:t>
            </a:r>
            <a:fld id="{C9598F85-C732-4D46-A9A7-A66FDA06A3D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2545433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BDF62-33F3-4628-9A38-18F32CDA2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18BE7F4B-5B66-4CA7-910D-E77FE2856A0D}" type="datetimeFigureOut">
              <a:rPr lang="en-US"/>
              <a:pPr>
                <a:defRPr/>
              </a:pPr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0E108-34E5-4ADF-8088-59F82D27E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711029-FABC-4275-8FA5-A5E099E8C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28B9EF-347E-47F9-BE83-DA383A3F6F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448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AD49D9-E0D6-470D-9209-31719BF9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6BAFD-46DE-4176-8C78-8EF1D2AF0F92}" type="datetimeFigureOut">
              <a:rPr lang="en-US"/>
              <a:pPr>
                <a:defRPr/>
              </a:pPr>
              <a:t>10/12/2025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DCE371-16A6-45EB-9427-A419BBA80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CDA93-DAD0-46D1-BCE3-8BBF23AA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2DC83-96B7-4254-BAD4-4250BF01DF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44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68EE3B-8315-48B6-A67C-E75907A8E846}"/>
              </a:ext>
            </a:extLst>
          </p:cNvPr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6" name="Group 10">
            <a:extLst>
              <a:ext uri="{FF2B5EF4-FFF2-40B4-BE49-F238E27FC236}">
                <a16:creationId xmlns:a16="http://schemas.microsoft.com/office/drawing/2014/main" id="{ED98A2AC-608B-4FD7-B66F-D5A88D918903}"/>
              </a:ext>
            </a:extLst>
          </p:cNvPr>
          <p:cNvGrpSpPr>
            <a:grpSpLocks/>
          </p:cNvGrpSpPr>
          <p:nvPr/>
        </p:nvGrpSpPr>
        <p:grpSpPr bwMode="auto">
          <a:xfrm>
            <a:off x="8523288" y="6254750"/>
            <a:ext cx="392112" cy="393700"/>
            <a:chOff x="8532189" y="5068824"/>
            <a:chExt cx="393192" cy="39319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D35A027-B6B5-4B22-A465-284387960E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22F2C90B-4F5B-4E22-A759-76E11B7BF8D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algn="ctr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endParaRPr lang="en-MY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/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80E656F-EF63-42BD-9DDD-471283DA9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 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364AF0-F7EC-4B47-9E1E-BE0BB8E29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Copyright 2011 John Wiley &amp; Sons, Inc.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9D25409-1F2F-4BBA-B445-0476A0287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5-</a:t>
            </a:r>
            <a:fld id="{2340B246-40E7-48E2-906D-C44D03EE672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2116496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012A97-9FF5-4BAB-9917-5BFD60FAD0EB}"/>
              </a:ext>
            </a:extLst>
          </p:cNvPr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6" name="Group 10">
            <a:extLst>
              <a:ext uri="{FF2B5EF4-FFF2-40B4-BE49-F238E27FC236}">
                <a16:creationId xmlns:a16="http://schemas.microsoft.com/office/drawing/2014/main" id="{59F82741-9F4F-40AD-9148-17817D07E81E}"/>
              </a:ext>
            </a:extLst>
          </p:cNvPr>
          <p:cNvGrpSpPr>
            <a:grpSpLocks/>
          </p:cNvGrpSpPr>
          <p:nvPr/>
        </p:nvGrpSpPr>
        <p:grpSpPr bwMode="auto">
          <a:xfrm>
            <a:off x="8523288" y="6254750"/>
            <a:ext cx="392112" cy="393700"/>
            <a:chOff x="8532189" y="5068824"/>
            <a:chExt cx="393192" cy="39319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953C646-9916-4DE9-A441-FCFC4C477B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C0CB2DC9-DE5A-448B-8901-1BEA964A7EB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algn="ctr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endParaRPr lang="en-MY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/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7">
            <a:extLst>
              <a:ext uri="{FF2B5EF4-FFF2-40B4-BE49-F238E27FC236}">
                <a16:creationId xmlns:a16="http://schemas.microsoft.com/office/drawing/2014/main" id="{779FD861-E58F-4746-9040-9E8E3EEB9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C5BB0FF-9FF7-4891-A75A-B5184851C7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5-</a:t>
            </a:r>
            <a:fld id="{05BFD75B-071C-4227-80CA-901591C0668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6830577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48B1F-5842-4C5A-8C04-161C14133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CDC27-3D19-47B0-9D96-76953FF52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Copyright 2011 John Wiley &amp; Sons, Inc.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0C584-BFCC-496A-AC6E-8C2DD1CE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5-</a:t>
            </a:r>
            <a:fld id="{53239E62-2F74-4D86-881F-0EFE655EF64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9703075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64D11-B2C2-4F6D-AB04-2781199F0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34C03-A1A9-4D51-AD6B-2C67540F5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Copyright 2011 John Wiley &amp; Sons, Inc.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2F911-F511-474C-92E9-75D84F7CF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5-</a:t>
            </a:r>
            <a:fld id="{7122F897-B0CD-42CA-9907-60B69BDB813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89851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41275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557338"/>
            <a:ext cx="4038600" cy="2078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557338"/>
            <a:ext cx="4038600" cy="2078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787775"/>
            <a:ext cx="4038600" cy="20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787775"/>
            <a:ext cx="4038600" cy="20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9DD65A9-DC7E-4C83-8243-DD08192BED3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1D4BC59-EFD4-47AF-99B5-9F3C607B97E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1970ED-244D-414C-9BFC-C907AB543F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455BD670-61D6-4B58-B532-DE864FD3403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52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305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81000" y="1447800"/>
            <a:ext cx="4076700" cy="1401763"/>
          </a:xfr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100" y="1447800"/>
            <a:ext cx="4076700" cy="140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002436CD-F080-4AFA-8363-209F7056557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9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ystems Analysis 64">
            <a:extLst>
              <a:ext uri="{FF2B5EF4-FFF2-40B4-BE49-F238E27FC236}">
                <a16:creationId xmlns:a16="http://schemas.microsoft.com/office/drawing/2014/main" id="{C694A031-F3CB-4D55-9A1D-4C5C721387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3" y="1130300"/>
            <a:ext cx="8796337" cy="188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9" descr="nav_logo_medium">
            <a:extLst>
              <a:ext uri="{FF2B5EF4-FFF2-40B4-BE49-F238E27FC236}">
                <a16:creationId xmlns:a16="http://schemas.microsoft.com/office/drawing/2014/main" id="{9AB0A8EE-7C48-431A-8C32-BE473AC80F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600" y="76200"/>
            <a:ext cx="2370138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7447C320-579B-4C55-922E-0FC142CCF3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2400" y="3073400"/>
            <a:ext cx="8839200" cy="363537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latin typeface="Times" pitchFamily="48" charset="0"/>
              <a:cs typeface="Arial" charset="0"/>
            </a:endParaRPr>
          </a:p>
        </p:txBody>
      </p:sp>
      <p:sp>
        <p:nvSpPr>
          <p:cNvPr id="34918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4000500"/>
            <a:ext cx="7772400" cy="9906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</a:p>
        </p:txBody>
      </p:sp>
      <p:sp>
        <p:nvSpPr>
          <p:cNvPr id="34918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85800" y="4991100"/>
            <a:ext cx="7772400" cy="7620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19335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C794EA71-CA46-47AA-9546-5E801753F15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56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2473CFA0-1551-4B30-88E0-27F00B4C743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0536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47800"/>
            <a:ext cx="4076700" cy="1401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447800"/>
            <a:ext cx="4076700" cy="1401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0F99EE81-7CBB-4E6E-B504-6A3DCF8E5E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581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0138A387-70F4-4115-8627-1E199D74BA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718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8B72F5B2-FC89-4310-A609-B4EEE070535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744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5BCC7C85-7E66-406E-9E04-DB2DF3AB1B9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3643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F18176C6-C649-4BFF-8ECD-0BE31F7F8DA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056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65A718E7-DB86-40D1-96A1-750555E88BE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499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9E5BE075-0B4E-4907-A4B4-B07B9C0D7B2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7297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81000"/>
            <a:ext cx="2076450" cy="2468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0"/>
            <a:ext cx="6076950" cy="2468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78EAB63D-2AB2-4F6B-AB3B-3452DFFC45B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9464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305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81000" y="1447800"/>
            <a:ext cx="8305800" cy="1401763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87B64CC6-6E31-4E2F-B63D-0E9BDF9EA94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1991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305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81000" y="1447800"/>
            <a:ext cx="4076700" cy="1401763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100" y="1447800"/>
            <a:ext cx="4076700" cy="140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6B46981E-A4E9-4EB8-B72F-F8A599947F5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717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1">
            <a:extLst>
              <a:ext uri="{FF2B5EF4-FFF2-40B4-BE49-F238E27FC236}">
                <a16:creationId xmlns:a16="http://schemas.microsoft.com/office/drawing/2014/main" id="{F5534564-ED79-4C3F-A79C-3BFD2E2F9D35}"/>
              </a:ext>
            </a:extLst>
          </p:cNvPr>
          <p:cNvGrpSpPr>
            <a:grpSpLocks/>
          </p:cNvGrpSpPr>
          <p:nvPr/>
        </p:nvGrpSpPr>
        <p:grpSpPr bwMode="auto">
          <a:xfrm>
            <a:off x="8523288" y="6254750"/>
            <a:ext cx="392112" cy="393700"/>
            <a:chOff x="8532189" y="5068824"/>
            <a:chExt cx="393192" cy="39319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3B243F0-6EF3-4678-BF4A-4FB4517C40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/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35" name="Oval 8">
              <a:extLst>
                <a:ext uri="{FF2B5EF4-FFF2-40B4-BE49-F238E27FC236}">
                  <a16:creationId xmlns:a16="http://schemas.microsoft.com/office/drawing/2014/main" id="{118C048A-A32B-48DE-AF13-575B98C5B88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algn="ctr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endParaRPr lang="en-MY" alt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92079F-3BCB-4292-839F-0893EA5E0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188"/>
            <a:ext cx="7772400" cy="1609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75FECEC8-7F6F-4672-B21D-50911176DD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20900"/>
            <a:ext cx="7772400" cy="405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A805F-3803-426B-8B49-E081CFADB3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92813" y="6272213"/>
            <a:ext cx="2454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alt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A7DD5-F1C9-4747-A470-B75FFA1EA3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72213"/>
            <a:ext cx="4745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© Copyright 2011 John Wiley &amp; Sons, Inc.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29A79-78E5-4924-8443-5458721B8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83600" y="6272213"/>
            <a:ext cx="4794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altLang="en-US"/>
              <a:t>5-</a:t>
            </a:r>
            <a:fld id="{B0ACEA97-557B-449E-AF26-278811B126D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03" r:id="rId5"/>
    <p:sldLayoutId id="2147483822" r:id="rId6"/>
    <p:sldLayoutId id="2147483823" r:id="rId7"/>
    <p:sldLayoutId id="2147483824" r:id="rId8"/>
    <p:sldLayoutId id="2147483825" r:id="rId9"/>
    <p:sldLayoutId id="2147483804" r:id="rId10"/>
    <p:sldLayoutId id="2147483805" r:id="rId11"/>
    <p:sldLayoutId id="2147483826" r:id="rId12"/>
    <p:sldLayoutId id="2147483827" r:id="rId13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 kern="1200" cap="all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0"/>
        </a:defRPr>
      </a:lvl9pPr>
    </p:titleStyle>
    <p:bodyStyle>
      <a:lvl1pPr marL="182563" indent="-182563" algn="l" rtl="0" eaLnBrk="0" fontAlgn="base" hangingPunct="0">
        <a:lnSpc>
          <a:spcPct val="90000"/>
        </a:lnSpc>
        <a:spcBef>
          <a:spcPts val="1200"/>
        </a:spcBef>
        <a:spcAft>
          <a:spcPct val="0"/>
        </a:spcAft>
        <a:buClr>
          <a:srgbClr val="9E3611"/>
        </a:buClr>
        <a:buSzPct val="8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563" algn="l" rtl="0" eaLnBrk="0" fontAlgn="base" hangingPunct="0">
        <a:lnSpc>
          <a:spcPct val="90000"/>
        </a:lnSpc>
        <a:spcBef>
          <a:spcPts val="400"/>
        </a:spcBef>
        <a:spcAft>
          <a:spcPts val="200"/>
        </a:spcAft>
        <a:buClr>
          <a:srgbClr val="9E3611"/>
        </a:buClr>
        <a:buSzPct val="85000"/>
        <a:buFont typeface="Wingdings" panose="05000000000000000000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730250" indent="-182563" algn="l" rtl="0" eaLnBrk="0" fontAlgn="base" hangingPunct="0">
        <a:lnSpc>
          <a:spcPct val="90000"/>
        </a:lnSpc>
        <a:spcBef>
          <a:spcPts val="400"/>
        </a:spcBef>
        <a:spcAft>
          <a:spcPts val="200"/>
        </a:spcAft>
        <a:buClr>
          <a:srgbClr val="9E3611"/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4888" indent="-182563" algn="l" rtl="0" eaLnBrk="0" fontAlgn="base" hangingPunct="0">
        <a:lnSpc>
          <a:spcPct val="90000"/>
        </a:lnSpc>
        <a:spcBef>
          <a:spcPts val="400"/>
        </a:spcBef>
        <a:spcAft>
          <a:spcPts val="200"/>
        </a:spcAft>
        <a:buClr>
          <a:srgbClr val="9E3611"/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lnSpc>
          <a:spcPct val="90000"/>
        </a:lnSpc>
        <a:spcBef>
          <a:spcPts val="400"/>
        </a:spcBef>
        <a:spcAft>
          <a:spcPts val="200"/>
        </a:spcAft>
        <a:buClr>
          <a:srgbClr val="9E3611"/>
        </a:buClr>
        <a:buSzPct val="85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37D9E3C-92D7-4F3E-B5A7-CF77D9F94F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81000"/>
            <a:ext cx="8305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82C349A-163E-4B76-A345-811AB4171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47800"/>
            <a:ext cx="8305800" cy="140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2052" name="Line 5">
            <a:extLst>
              <a:ext uri="{FF2B5EF4-FFF2-40B4-BE49-F238E27FC236}">
                <a16:creationId xmlns:a16="http://schemas.microsoft.com/office/drawing/2014/main" id="{F14F35D4-A04F-41CB-9B84-97E1583F34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" y="6019800"/>
            <a:ext cx="8229600" cy="0"/>
          </a:xfrm>
          <a:prstGeom prst="line">
            <a:avLst/>
          </a:prstGeom>
          <a:noFill/>
          <a:ln w="15875">
            <a:solidFill>
              <a:srgbClr val="B2C9D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1030" name="Text Box 6">
            <a:extLst>
              <a:ext uri="{FF2B5EF4-FFF2-40B4-BE49-F238E27FC236}">
                <a16:creationId xmlns:a16="http://schemas.microsoft.com/office/drawing/2014/main" id="{EEFC02AF-3A90-430E-86E9-317AFD0A9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6165850"/>
            <a:ext cx="100806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000">
                <a:solidFill>
                  <a:srgbClr val="004D75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1000">
                <a:solidFill>
                  <a:srgbClr val="004D75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1000">
                <a:solidFill>
                  <a:srgbClr val="004D75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1000">
                <a:solidFill>
                  <a:srgbClr val="004D75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1000">
                <a:solidFill>
                  <a:srgbClr val="004D75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rgbClr val="004D75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endParaRPr lang="en-US" altLang="en-US" sz="2400">
              <a:solidFill>
                <a:schemeClr val="tx1"/>
              </a:solidFill>
              <a:latin typeface="Times" pitchFamily="48" charset="0"/>
            </a:endParaRPr>
          </a:p>
        </p:txBody>
      </p:sp>
      <p:sp>
        <p:nvSpPr>
          <p:cNvPr id="348170" name="Rectangle 10">
            <a:extLst>
              <a:ext uri="{FF2B5EF4-FFF2-40B4-BE49-F238E27FC236}">
                <a16:creationId xmlns:a16="http://schemas.microsoft.com/office/drawing/2014/main" id="{6787F25B-A3BC-4B4D-ADCD-6C7FAF29217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600" y="6126163"/>
            <a:ext cx="5256213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400">
                <a:latin typeface="+mn-lt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4D75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4D75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4D75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4D75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4D75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rgbClr val="004D75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rgbClr val="004D75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rgbClr val="004D75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rgbClr val="004D75"/>
          </a:solidFill>
          <a:latin typeface="Verdana" pitchFamily="34" charset="0"/>
        </a:defRPr>
      </a:lvl9pPr>
    </p:titleStyle>
    <p:bodyStyle>
      <a:lvl1pPr marL="188913" indent="-188913" algn="l" rtl="0" eaLnBrk="0" fontAlgn="base" hangingPunct="0">
        <a:lnSpc>
          <a:spcPct val="110000"/>
        </a:lnSpc>
        <a:spcBef>
          <a:spcPct val="30000"/>
        </a:spcBef>
        <a:spcAft>
          <a:spcPct val="20000"/>
        </a:spcAft>
        <a:buChar char="•"/>
        <a:defRPr>
          <a:solidFill>
            <a:srgbClr val="004D75"/>
          </a:solidFill>
          <a:latin typeface="+mn-lt"/>
          <a:ea typeface="+mn-ea"/>
          <a:cs typeface="+mn-cs"/>
        </a:defRPr>
      </a:lvl1pPr>
      <a:lvl2pPr marL="379413" indent="-188913" algn="l" rtl="0" eaLnBrk="0" fontAlgn="base" hangingPunct="0">
        <a:lnSpc>
          <a:spcPct val="90000"/>
        </a:lnSpc>
        <a:spcBef>
          <a:spcPct val="20000"/>
        </a:spcBef>
        <a:spcAft>
          <a:spcPct val="10000"/>
        </a:spcAft>
        <a:buChar char="–"/>
        <a:defRPr sz="1500">
          <a:solidFill>
            <a:srgbClr val="004D75"/>
          </a:solidFill>
          <a:latin typeface="+mn-lt"/>
        </a:defRPr>
      </a:lvl2pPr>
      <a:lvl3pPr marL="530225" indent="-149225" algn="l" rtl="0" eaLnBrk="0" fontAlgn="base" hangingPunct="0">
        <a:lnSpc>
          <a:spcPct val="90000"/>
        </a:lnSpc>
        <a:spcBef>
          <a:spcPct val="20000"/>
        </a:spcBef>
        <a:spcAft>
          <a:spcPct val="20000"/>
        </a:spcAft>
        <a:buChar char="•"/>
        <a:defRPr sz="1200">
          <a:solidFill>
            <a:srgbClr val="004D75"/>
          </a:solidFill>
          <a:latin typeface="+mn-lt"/>
        </a:defRPr>
      </a:lvl3pPr>
      <a:lvl4pPr marL="862013" indent="-141288" algn="l" rtl="0" eaLnBrk="0" fontAlgn="base" hangingPunct="0">
        <a:lnSpc>
          <a:spcPct val="90000"/>
        </a:lnSpc>
        <a:spcBef>
          <a:spcPct val="20000"/>
        </a:spcBef>
        <a:spcAft>
          <a:spcPct val="20000"/>
        </a:spcAft>
        <a:buChar char="–"/>
        <a:defRPr sz="1200">
          <a:solidFill>
            <a:srgbClr val="004D75"/>
          </a:solidFill>
          <a:latin typeface="+mn-lt"/>
        </a:defRPr>
      </a:lvl4pPr>
      <a:lvl5pPr marL="1235075" indent="-182563" algn="l" rtl="0" eaLnBrk="0" fontAlgn="base" hangingPunct="0">
        <a:lnSpc>
          <a:spcPct val="90000"/>
        </a:lnSpc>
        <a:spcBef>
          <a:spcPct val="20000"/>
        </a:spcBef>
        <a:spcAft>
          <a:spcPct val="20000"/>
        </a:spcAft>
        <a:buChar char="»"/>
        <a:defRPr sz="1200">
          <a:solidFill>
            <a:srgbClr val="004D75"/>
          </a:solidFill>
          <a:latin typeface="+mn-lt"/>
        </a:defRPr>
      </a:lvl5pPr>
      <a:lvl6pPr marL="1692275" indent="-182563" algn="l" rtl="0" fontAlgn="base">
        <a:lnSpc>
          <a:spcPct val="90000"/>
        </a:lnSpc>
        <a:spcBef>
          <a:spcPct val="20000"/>
        </a:spcBef>
        <a:spcAft>
          <a:spcPct val="20000"/>
        </a:spcAft>
        <a:buChar char="»"/>
        <a:defRPr sz="1200">
          <a:solidFill>
            <a:srgbClr val="004D75"/>
          </a:solidFill>
          <a:latin typeface="+mn-lt"/>
        </a:defRPr>
      </a:lvl6pPr>
      <a:lvl7pPr marL="2149475" indent="-182563" algn="l" rtl="0" fontAlgn="base">
        <a:lnSpc>
          <a:spcPct val="90000"/>
        </a:lnSpc>
        <a:spcBef>
          <a:spcPct val="20000"/>
        </a:spcBef>
        <a:spcAft>
          <a:spcPct val="20000"/>
        </a:spcAft>
        <a:buChar char="»"/>
        <a:defRPr sz="1200">
          <a:solidFill>
            <a:srgbClr val="004D75"/>
          </a:solidFill>
          <a:latin typeface="+mn-lt"/>
        </a:defRPr>
      </a:lvl7pPr>
      <a:lvl8pPr marL="2606675" indent="-182563" algn="l" rtl="0" fontAlgn="base">
        <a:lnSpc>
          <a:spcPct val="90000"/>
        </a:lnSpc>
        <a:spcBef>
          <a:spcPct val="20000"/>
        </a:spcBef>
        <a:spcAft>
          <a:spcPct val="20000"/>
        </a:spcAft>
        <a:buChar char="»"/>
        <a:defRPr sz="1200">
          <a:solidFill>
            <a:srgbClr val="004D75"/>
          </a:solidFill>
          <a:latin typeface="+mn-lt"/>
        </a:defRPr>
      </a:lvl8pPr>
      <a:lvl9pPr marL="3063875" indent="-182563" algn="l" rtl="0" fontAlgn="base">
        <a:lnSpc>
          <a:spcPct val="90000"/>
        </a:lnSpc>
        <a:spcBef>
          <a:spcPct val="20000"/>
        </a:spcBef>
        <a:spcAft>
          <a:spcPct val="20000"/>
        </a:spcAft>
        <a:buChar char="»"/>
        <a:defRPr sz="1200">
          <a:solidFill>
            <a:srgbClr val="004D75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customXml" Target="../ink/ink6.xml"/><Relationship Id="rId18" Type="http://schemas.openxmlformats.org/officeDocument/2006/relationships/image" Target="../media/image20.emf"/><Relationship Id="rId26" Type="http://schemas.openxmlformats.org/officeDocument/2006/relationships/image" Target="../media/image24.emf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170.emf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90.emf"/><Relationship Id="rId20" Type="http://schemas.openxmlformats.org/officeDocument/2006/relationships/image" Target="../media/image21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emf"/><Relationship Id="rId11" Type="http://schemas.openxmlformats.org/officeDocument/2006/relationships/customXml" Target="../ink/ink5.xml"/><Relationship Id="rId24" Type="http://schemas.openxmlformats.org/officeDocument/2006/relationships/image" Target="../media/image23.emf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160.emf"/><Relationship Id="rId19" Type="http://schemas.openxmlformats.org/officeDocument/2006/relationships/customXml" Target="../ink/ink9.xml"/><Relationship Id="rId4" Type="http://schemas.openxmlformats.org/officeDocument/2006/relationships/image" Target="../media/image13.emf"/><Relationship Id="rId9" Type="http://schemas.openxmlformats.org/officeDocument/2006/relationships/customXml" Target="../ink/ink4.xml"/><Relationship Id="rId14" Type="http://schemas.openxmlformats.org/officeDocument/2006/relationships/image" Target="../media/image180.emf"/><Relationship Id="rId22" Type="http://schemas.openxmlformats.org/officeDocument/2006/relationships/image" Target="../media/image2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tZsEI6C-mI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sv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12" Type="http://schemas.openxmlformats.org/officeDocument/2006/relationships/image" Target="../media/image4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11" Type="http://schemas.openxmlformats.org/officeDocument/2006/relationships/image" Target="../media/image42.svg"/><Relationship Id="rId5" Type="http://schemas.openxmlformats.org/officeDocument/2006/relationships/image" Target="../media/image37.png"/><Relationship Id="rId10" Type="http://schemas.openxmlformats.org/officeDocument/2006/relationships/image" Target="../media/image41.png"/><Relationship Id="rId4" Type="http://schemas.openxmlformats.org/officeDocument/2006/relationships/image" Target="../media/image9.svg"/><Relationship Id="rId9" Type="http://schemas.openxmlformats.org/officeDocument/2006/relationships/image" Target="../media/image4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85725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7659121">
            <a:off x="7722421" y="3947814"/>
            <a:ext cx="3814648" cy="3914284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>
            <a:off x="-1629036" y="-1457325"/>
            <a:ext cx="4511317" cy="4629150"/>
          </a:xfrm>
          <a:custGeom>
            <a:avLst/>
            <a:gdLst/>
            <a:ahLst/>
            <a:cxnLst/>
            <a:rect l="l" t="t" r="r" b="b"/>
            <a:pathLst>
              <a:path w="9022634" h="9258300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>
            <a:off x="6793139" y="877701"/>
            <a:ext cx="2350862" cy="1111317"/>
          </a:xfrm>
          <a:custGeom>
            <a:avLst/>
            <a:gdLst/>
            <a:ahLst/>
            <a:cxnLst/>
            <a:rect l="l" t="t" r="r" b="b"/>
            <a:pathLst>
              <a:path w="4701724" h="2222633">
                <a:moveTo>
                  <a:pt x="0" y="0"/>
                </a:moveTo>
                <a:lnTo>
                  <a:pt x="4701724" y="0"/>
                </a:lnTo>
                <a:lnTo>
                  <a:pt x="4701724" y="2222633"/>
                </a:lnTo>
                <a:lnTo>
                  <a:pt x="0" y="22226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TextBox 6"/>
          <p:cNvSpPr txBox="1"/>
          <p:nvPr/>
        </p:nvSpPr>
        <p:spPr>
          <a:xfrm>
            <a:off x="2209801" y="2861445"/>
            <a:ext cx="5001652" cy="7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1" dirty="0">
                <a:solidFill>
                  <a:srgbClr val="000000"/>
                </a:solidFill>
                <a:latin typeface="Paytone One"/>
              </a:rPr>
              <a:t>Topic 5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42463" y="1149468"/>
            <a:ext cx="273095" cy="1007192"/>
            <a:chOff x="0" y="0"/>
            <a:chExt cx="55859" cy="13546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859" cy="1354667"/>
            </a:xfrm>
            <a:custGeom>
              <a:avLst/>
              <a:gdLst/>
              <a:ahLst/>
              <a:cxnLst/>
              <a:rect l="l" t="t" r="r" b="b"/>
              <a:pathLst>
                <a:path w="55859" h="1354667">
                  <a:moveTo>
                    <a:pt x="0" y="0"/>
                  </a:moveTo>
                  <a:lnTo>
                    <a:pt x="55859" y="0"/>
                  </a:lnTo>
                  <a:lnTo>
                    <a:pt x="55859" y="1354667"/>
                  </a:lnTo>
                  <a:lnTo>
                    <a:pt x="0" y="1354667"/>
                  </a:lnTo>
                  <a:lnTo>
                    <a:pt x="0" y="0"/>
                  </a:lnTo>
                </a:path>
              </a:pathLst>
            </a:custGeom>
            <a:solidFill>
              <a:srgbClr val="F9B314"/>
            </a:solidFill>
          </p:spPr>
          <p:txBody>
            <a:bodyPr/>
            <a:lstStyle/>
            <a:p>
              <a:endParaRPr lang="en-MY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825357" y="1428153"/>
            <a:ext cx="2829988" cy="1007192"/>
          </a:xfrm>
          <a:custGeom>
            <a:avLst/>
            <a:gdLst/>
            <a:ahLst/>
            <a:cxnLst/>
            <a:rect l="l" t="t" r="r" b="b"/>
            <a:pathLst>
              <a:path w="5659975" h="2014382">
                <a:moveTo>
                  <a:pt x="0" y="0"/>
                </a:moveTo>
                <a:lnTo>
                  <a:pt x="5659975" y="0"/>
                </a:lnTo>
                <a:lnTo>
                  <a:pt x="5659975" y="2014382"/>
                </a:lnTo>
                <a:lnTo>
                  <a:pt x="0" y="20143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1" name="TextBox 11"/>
          <p:cNvSpPr txBox="1"/>
          <p:nvPr/>
        </p:nvSpPr>
        <p:spPr>
          <a:xfrm>
            <a:off x="1440027" y="3704168"/>
            <a:ext cx="7143403" cy="1324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000" b="1" dirty="0">
                <a:solidFill>
                  <a:srgbClr val="1211CA"/>
                </a:solidFill>
                <a:latin typeface="Montserrat Ultra-Bold"/>
              </a:rPr>
              <a:t>Process Modeling -</a:t>
            </a:r>
          </a:p>
          <a:p>
            <a:pPr algn="ctr">
              <a:lnSpc>
                <a:spcPts val="5280"/>
              </a:lnSpc>
            </a:pPr>
            <a:r>
              <a:rPr lang="en-US" sz="4000" b="1" dirty="0">
                <a:solidFill>
                  <a:srgbClr val="1211CA"/>
                </a:solidFill>
                <a:latin typeface="Montserrat Ultra-Bold"/>
              </a:rPr>
              <a:t>Data Flow Diagram (DFD)</a:t>
            </a:r>
          </a:p>
        </p:txBody>
      </p:sp>
      <p:sp>
        <p:nvSpPr>
          <p:cNvPr id="12" name="TextBox 12"/>
          <p:cNvSpPr txBox="1"/>
          <p:nvPr/>
        </p:nvSpPr>
        <p:spPr>
          <a:xfrm rot="-5400000">
            <a:off x="-1149118" y="3863794"/>
            <a:ext cx="3460633" cy="228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1250" dirty="0">
                <a:solidFill>
                  <a:srgbClr val="101010"/>
                </a:solidFill>
                <a:latin typeface="Montserrat Classic"/>
              </a:rPr>
              <a:t> SYSTEMS ANALYSIS AND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1000" y="76200"/>
            <a:ext cx="12254498" cy="6359011"/>
            <a:chOff x="0" y="4351989"/>
            <a:chExt cx="32678659" cy="16957362"/>
          </a:xfrm>
        </p:grpSpPr>
        <p:sp>
          <p:nvSpPr>
            <p:cNvPr id="3" name="Freeform 3"/>
            <p:cNvSpPr/>
            <p:nvPr/>
          </p:nvSpPr>
          <p:spPr>
            <a:xfrm>
              <a:off x="0" y="9917825"/>
              <a:ext cx="6950195" cy="7805604"/>
            </a:xfrm>
            <a:custGeom>
              <a:avLst/>
              <a:gdLst/>
              <a:ahLst/>
              <a:cxnLst/>
              <a:rect l="l" t="t" r="r" b="b"/>
              <a:pathLst>
                <a:path w="6950195" h="7805604">
                  <a:moveTo>
                    <a:pt x="0" y="0"/>
                  </a:moveTo>
                  <a:lnTo>
                    <a:pt x="6950195" y="0"/>
                  </a:lnTo>
                  <a:lnTo>
                    <a:pt x="6950195" y="7805604"/>
                  </a:lnTo>
                  <a:lnTo>
                    <a:pt x="0" y="7805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4" name="Freeform 4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99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5" name="Freeform 5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7423849" y="6877920"/>
              <a:ext cx="11872124" cy="408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sz="966" spc="95" dirty="0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511768" y="17001671"/>
              <a:ext cx="24383999" cy="4307680"/>
              <a:chOff x="0" y="-38100"/>
              <a:chExt cx="4816592" cy="8509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816592" cy="737541"/>
              </a:xfrm>
              <a:custGeom>
                <a:avLst/>
                <a:gdLst/>
                <a:ahLst/>
                <a:cxnLst/>
                <a:rect l="l" t="t" r="r" b="b"/>
                <a:pathLst>
                  <a:path w="4863116" h="737541">
                    <a:moveTo>
                      <a:pt x="0" y="0"/>
                    </a:moveTo>
                    <a:lnTo>
                      <a:pt x="4863116" y="0"/>
                    </a:lnTo>
                    <a:lnTo>
                      <a:pt x="4863116" y="737541"/>
                    </a:lnTo>
                    <a:lnTo>
                      <a:pt x="0" y="73754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97B2"/>
              </a:solidFill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742"/>
                  </a:lnSpc>
                </a:pPr>
                <a:endParaRPr/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2499860" y="2382037"/>
            <a:ext cx="700243" cy="1875296"/>
            <a:chOff x="0" y="0"/>
            <a:chExt cx="368852" cy="17101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68852" cy="1710137"/>
            </a:xfrm>
            <a:custGeom>
              <a:avLst/>
              <a:gdLst/>
              <a:ahLst/>
              <a:cxnLst/>
              <a:rect l="l" t="t" r="r" b="b"/>
              <a:pathLst>
                <a:path w="368852" h="1710137">
                  <a:moveTo>
                    <a:pt x="0" y="0"/>
                  </a:moveTo>
                  <a:lnTo>
                    <a:pt x="368852" y="0"/>
                  </a:lnTo>
                  <a:lnTo>
                    <a:pt x="368852" y="1710137"/>
                  </a:lnTo>
                  <a:lnTo>
                    <a:pt x="0" y="1710137"/>
                  </a:lnTo>
                  <a:lnTo>
                    <a:pt x="0" y="0"/>
                  </a:lnTo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MY" sz="100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430"/>
                </a:lnSpc>
              </a:pPr>
              <a:endParaRPr sz="10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95400" y="304800"/>
            <a:ext cx="6324600" cy="1665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87"/>
              </a:lnSpc>
            </a:pPr>
            <a:r>
              <a:rPr lang="en-US" sz="4000" b="1" spc="489" dirty="0">
                <a:solidFill>
                  <a:srgbClr val="231F20"/>
                </a:solidFill>
                <a:latin typeface="Oswald Bold"/>
              </a:rPr>
              <a:t>LEARNING OBJECTIVES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03717" y="2523819"/>
            <a:ext cx="3744784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eaLnBrk="1" hangingPunct="1"/>
            <a:r>
              <a:rPr lang="en-US" altLang="en-US" sz="1600" dirty="0"/>
              <a:t>Process Modeling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03716" y="2920928"/>
            <a:ext cx="3897184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eaLnBrk="1" hangingPunct="1"/>
            <a:r>
              <a:rPr lang="en-US" altLang="en-US" sz="1600" dirty="0"/>
              <a:t>Data Flow Diagram (DFD)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03717" y="3380973"/>
            <a:ext cx="2895252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eaLnBrk="1" hangingPunct="1"/>
            <a:r>
              <a:rPr lang="en-US" altLang="en-US" sz="1600" dirty="0"/>
              <a:t>DFD Leveling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03716" y="3778082"/>
            <a:ext cx="5192584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eaLnBrk="1" hangingPunct="1"/>
            <a:r>
              <a:rPr lang="en-US" altLang="en-US" sz="1600" dirty="0"/>
              <a:t>DFD Balancing</a:t>
            </a:r>
            <a:endParaRPr lang="en-MY" altLang="en-US" sz="1600" dirty="0"/>
          </a:p>
        </p:txBody>
      </p:sp>
      <p:sp>
        <p:nvSpPr>
          <p:cNvPr id="18" name="TextBox 18"/>
          <p:cNvSpPr txBox="1"/>
          <p:nvPr/>
        </p:nvSpPr>
        <p:spPr>
          <a:xfrm>
            <a:off x="2615677" y="2469844"/>
            <a:ext cx="468610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4"/>
              </a:lnSpc>
            </a:pPr>
            <a:r>
              <a:rPr lang="en-US" sz="2200">
                <a:solidFill>
                  <a:srgbClr val="363636"/>
                </a:solidFill>
                <a:latin typeface="Oswald Bold Italics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15677" y="2868403"/>
            <a:ext cx="468610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4"/>
              </a:lnSpc>
            </a:pPr>
            <a:r>
              <a:rPr lang="en-US" sz="2200">
                <a:solidFill>
                  <a:srgbClr val="363636"/>
                </a:solidFill>
                <a:latin typeface="Oswald Bold Italics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15677" y="3308982"/>
            <a:ext cx="468610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4"/>
              </a:lnSpc>
            </a:pPr>
            <a:r>
              <a:rPr lang="en-US" sz="2200">
                <a:solidFill>
                  <a:srgbClr val="363636"/>
                </a:solidFill>
                <a:latin typeface="Oswald Bold Italics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615677" y="3707541"/>
            <a:ext cx="468610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4"/>
              </a:lnSpc>
            </a:pPr>
            <a:r>
              <a:rPr lang="en-US" sz="2200" dirty="0">
                <a:solidFill>
                  <a:srgbClr val="363636"/>
                </a:solidFill>
                <a:latin typeface="Oswald Bold Italics"/>
              </a:rPr>
              <a:t>04</a:t>
            </a:r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910B4713-45F8-4F68-9D57-FED9363B8728}"/>
              </a:ext>
            </a:extLst>
          </p:cNvPr>
          <p:cNvSpPr/>
          <p:nvPr/>
        </p:nvSpPr>
        <p:spPr>
          <a:xfrm rot="887923">
            <a:off x="7120510" y="-4027006"/>
            <a:ext cx="6988615" cy="7171154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8244" y="85725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  <p:txBody>
          <a:bodyPr/>
          <a:lstStyle/>
          <a:p>
            <a:pPr>
              <a:spcBef>
                <a:spcPct val="0"/>
              </a:spcBef>
              <a:defRPr/>
            </a:pPr>
            <a:r>
              <a:rPr lang="en-US" altLang="en-US" dirty="0"/>
              <a:t>.</a:t>
            </a:r>
            <a:endParaRPr lang="en-US" altLang="en-US" sz="700" dirty="0"/>
          </a:p>
        </p:txBody>
      </p:sp>
      <p:sp>
        <p:nvSpPr>
          <p:cNvPr id="3" name="Freeform 3"/>
          <p:cNvSpPr/>
          <p:nvPr/>
        </p:nvSpPr>
        <p:spPr>
          <a:xfrm rot="887923">
            <a:off x="6737917" y="-3536401"/>
            <a:ext cx="6988615" cy="7171154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grpSp>
        <p:nvGrpSpPr>
          <p:cNvPr id="23" name="Group 23"/>
          <p:cNvGrpSpPr/>
          <p:nvPr/>
        </p:nvGrpSpPr>
        <p:grpSpPr>
          <a:xfrm>
            <a:off x="0" y="881602"/>
            <a:ext cx="12062585" cy="6359011"/>
            <a:chOff x="511768" y="4351989"/>
            <a:chExt cx="32166891" cy="16957362"/>
          </a:xfrm>
        </p:grpSpPr>
        <p:sp>
          <p:nvSpPr>
            <p:cNvPr id="25" name="Freeform 25"/>
            <p:cNvSpPr/>
            <p:nvPr/>
          </p:nvSpPr>
          <p:spPr>
            <a:xfrm rot="2016048">
              <a:off x="15666463" y="4351989"/>
              <a:ext cx="17012196" cy="4253049"/>
            </a:xfrm>
            <a:custGeom>
              <a:avLst/>
              <a:gdLst/>
              <a:ahLst/>
              <a:cxnLst/>
              <a:rect l="l" t="t" r="r" b="b"/>
              <a:pathLst>
                <a:path w="17012196" h="4253049">
                  <a:moveTo>
                    <a:pt x="0" y="0"/>
                  </a:moveTo>
                  <a:lnTo>
                    <a:pt x="17012196" y="0"/>
                  </a:lnTo>
                  <a:lnTo>
                    <a:pt x="17012196" y="4253049"/>
                  </a:lnTo>
                  <a:lnTo>
                    <a:pt x="0" y="425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9999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1818047" y="4420750"/>
              <a:ext cx="2631272" cy="2955121"/>
            </a:xfrm>
            <a:custGeom>
              <a:avLst/>
              <a:gdLst/>
              <a:ahLst/>
              <a:cxnLst/>
              <a:rect l="l" t="t" r="r" b="b"/>
              <a:pathLst>
                <a:path w="2631272" h="2955121">
                  <a:moveTo>
                    <a:pt x="0" y="0"/>
                  </a:moveTo>
                  <a:lnTo>
                    <a:pt x="2631272" y="0"/>
                  </a:lnTo>
                  <a:lnTo>
                    <a:pt x="2631272" y="2955121"/>
                  </a:lnTo>
                  <a:lnTo>
                    <a:pt x="0" y="2955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23849" y="6877920"/>
              <a:ext cx="11872124" cy="408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34"/>
                </a:lnSpc>
              </a:pPr>
              <a:r>
                <a:rPr lang="en-US" sz="966" spc="95">
                  <a:solidFill>
                    <a:srgbClr val="231F20"/>
                  </a:solidFill>
                  <a:latin typeface="Oswald Bold"/>
                </a:rPr>
                <a:t>SEGI UNIVERSITY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1768" y="17001671"/>
              <a:ext cx="4114800" cy="430768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742"/>
                </a:lnSpc>
              </a:pPr>
              <a:endParaRPr/>
            </a:p>
          </p:txBody>
        </p:sp>
      </p:grp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AE33F5A-F131-47C1-B16B-140017CF2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418" y="1914589"/>
            <a:ext cx="8413759" cy="2969150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>
              <a:lnSpc>
                <a:spcPct val="120000"/>
              </a:lnSpc>
              <a:spcBef>
                <a:spcPct val="0"/>
              </a:spcBef>
              <a:buClr>
                <a:srgbClr val="B71E42"/>
              </a:buClr>
              <a:buSzPct val="100000"/>
              <a:defRPr/>
            </a:pPr>
            <a:r>
              <a:rPr lang="en-US" altLang="en-US" sz="195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Analysis</a:t>
            </a:r>
            <a:r>
              <a:rPr lang="en-US" altLang="en-US" sz="195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refers to </a:t>
            </a:r>
            <a:r>
              <a:rPr lang="en-US" altLang="en-US" sz="195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breaking a whole into its parts</a:t>
            </a:r>
            <a:r>
              <a:rPr lang="en-US" altLang="en-US" sz="195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with the determined of understanding the parts’ nature, functions, and interrelationships.</a:t>
            </a:r>
          </a:p>
          <a:p>
            <a:pPr marL="114300" indent="-114300" defTabSz="342900">
              <a:lnSpc>
                <a:spcPct val="120000"/>
              </a:lnSpc>
              <a:spcBef>
                <a:spcPct val="0"/>
              </a:spcBef>
              <a:buClr>
                <a:srgbClr val="B71E42"/>
              </a:buClr>
              <a:buSzPct val="100000"/>
              <a:defRPr/>
            </a:pPr>
            <a:r>
              <a:rPr lang="en-US" altLang="en-US" sz="195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en-US" altLang="en-US" sz="195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planning phase deliverables </a:t>
            </a:r>
            <a:r>
              <a:rPr lang="en-US" altLang="en-US" sz="195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 </a:t>
            </a:r>
            <a:r>
              <a:rPr lang="en-US" altLang="en-US" sz="195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key inputs into the analysis phase</a:t>
            </a:r>
            <a:r>
              <a:rPr lang="en-US" altLang="en-US" sz="195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altLang="en-US" sz="21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defRPr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The basic process of </a:t>
            </a:r>
            <a:r>
              <a:rPr lang="en-US" sz="2000" b="1" i="1" dirty="0">
                <a:solidFill>
                  <a:srgbClr val="0000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analysis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involves three </a:t>
            </a:r>
            <a:r>
              <a:rPr lang="en-US" sz="20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steps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marL="427038" indent="-198438">
              <a:buFontTx/>
              <a:buChar char="-"/>
              <a:defRPr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Understand the </a:t>
            </a:r>
            <a:r>
              <a:rPr lang="en-US" sz="20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existing situation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(the as-is system)</a:t>
            </a:r>
          </a:p>
          <a:p>
            <a:pPr marL="454025" indent="-225425">
              <a:buFontTx/>
              <a:buChar char="-"/>
              <a:defRPr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Identify </a:t>
            </a:r>
            <a:r>
              <a:rPr lang="en-US" sz="20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improvements</a:t>
            </a:r>
          </a:p>
          <a:p>
            <a:pPr marL="427038" indent="-198438">
              <a:buFontTx/>
              <a:buChar char="-"/>
              <a:defRPr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Define the </a:t>
            </a:r>
            <a:r>
              <a:rPr lang="en-US" sz="2000" dirty="0">
                <a:solidFill>
                  <a:srgbClr val="0070C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requirement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for the new system (the to-be system).</a:t>
            </a:r>
          </a:p>
          <a:p>
            <a:endParaRPr lang="en-US" altLang="en-US" sz="21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3DF35394-CE1C-4FE3-94A0-3331EB0DD467}"/>
              </a:ext>
            </a:extLst>
          </p:cNvPr>
          <p:cNvSpPr txBox="1">
            <a:spLocks/>
          </p:cNvSpPr>
          <p:nvPr/>
        </p:nvSpPr>
        <p:spPr>
          <a:xfrm>
            <a:off x="495300" y="1182312"/>
            <a:ext cx="6781730" cy="424155"/>
          </a:xfrm>
          <a:prstGeom prst="rect">
            <a:avLst/>
          </a:prstGeom>
          <a:solidFill>
            <a:srgbClr val="FFC908"/>
          </a:solidFill>
        </p:spPr>
        <p:txBody>
          <a:bodyPr vert="horz" wrap="square" lIns="0" tIns="8573" rIns="0" bIns="0" rtlCol="0">
            <a:spAutoFit/>
          </a:bodyPr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68"/>
              </a:spcBef>
            </a:pPr>
            <a:r>
              <a:rPr lang="en-US" sz="2700" b="1" spc="-72" dirty="0">
                <a:latin typeface="Verdana" panose="020B0604030504040204" pitchFamily="34" charset="0"/>
                <a:ea typeface="Verdana" panose="020B0604030504040204" pitchFamily="34" charset="0"/>
              </a:rPr>
              <a:t>ANALYSIS PHASE</a:t>
            </a:r>
            <a:endParaRPr lang="en-MY" sz="27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2B9C13F-6B05-4452-A41B-D89444FF6E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05800" cy="8477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600" b="1" dirty="0">
                <a:solidFill>
                  <a:schemeClr val="accent1">
                    <a:lumMod val="75000"/>
                  </a:schemeClr>
                </a:solidFill>
              </a:rPr>
              <a:t>Process Modelling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47693F8-6C80-4879-8754-5985A6EBC3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7513" y="2057400"/>
            <a:ext cx="8291512" cy="4114800"/>
          </a:xfrm>
        </p:spPr>
        <p:txBody>
          <a:bodyPr rtlCol="0">
            <a:normAutofit lnSpcReduction="10000"/>
          </a:bodyPr>
          <a:lstStyle/>
          <a:p>
            <a:pPr marL="182880" indent="-34290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Arial" charset="0"/>
              <a:buChar char="•"/>
              <a:defRPr/>
            </a:pPr>
            <a:r>
              <a:rPr lang="en-GB" altLang="en-US" sz="2400" b="1" dirty="0"/>
              <a:t>Technique for organising and documenting the structure and </a:t>
            </a:r>
            <a:r>
              <a:rPr lang="en-GB" altLang="en-US" sz="2400" b="1" dirty="0">
                <a:solidFill>
                  <a:srgbClr val="0070C0"/>
                </a:solidFill>
              </a:rPr>
              <a:t>flow of data through a system’s processes</a:t>
            </a:r>
          </a:p>
          <a:p>
            <a:pPr marL="285750" indent="-28575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Arial" charset="0"/>
              <a:buChar char="•"/>
              <a:defRPr/>
            </a:pPr>
            <a:r>
              <a:rPr lang="en-US" altLang="en-US" sz="2400" dirty="0"/>
              <a:t>A process model is a graphical way of representing how a business system should operate. It illustrates the processes or activities that are performed and how data move among them. </a:t>
            </a:r>
          </a:p>
          <a:p>
            <a:pPr marL="342900" lvl="1" indent="-342900" eaLnBrk="1" fontAlgn="auto" hangingPunct="1">
              <a:buClr>
                <a:schemeClr val="accent1"/>
              </a:buClr>
              <a:buFont typeface="Arial" charset="0"/>
              <a:buChar char="•"/>
              <a:defRPr/>
            </a:pPr>
            <a:r>
              <a:rPr lang="en-GB" altLang="en-US" sz="2400" dirty="0"/>
              <a:t>Utilise information gathered during requirements determination</a:t>
            </a:r>
            <a:endParaRPr lang="en-US" altLang="en-US" sz="2400" dirty="0"/>
          </a:p>
          <a:p>
            <a:pPr marL="182880" indent="-34290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Arial" charset="0"/>
              <a:buChar char="•"/>
              <a:defRPr/>
            </a:pPr>
            <a:r>
              <a:rPr lang="en-US" altLang="en-US" sz="2400" dirty="0"/>
              <a:t>A process model can be used to document the current system (i.e., as-is system) or the new system being developed (i.e., to-be system)</a:t>
            </a:r>
          </a:p>
          <a:p>
            <a:pPr marL="182880" indent="-34290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Arial" charset="0"/>
              <a:buChar char="•"/>
              <a:defRPr/>
            </a:pPr>
            <a:endParaRPr lang="en-GB" altLang="en-US" sz="2400" dirty="0"/>
          </a:p>
        </p:txBody>
      </p:sp>
      <p:sp>
        <p:nvSpPr>
          <p:cNvPr id="15364" name="Slide Number Placeholder 1">
            <a:extLst>
              <a:ext uri="{FF2B5EF4-FFF2-40B4-BE49-F238E27FC236}">
                <a16:creationId xmlns:a16="http://schemas.microsoft.com/office/drawing/2014/main" id="{AC450835-B6FB-4418-B1CC-CA2132D6C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B5AE53"/>
              </a:buClr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48058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E8B54D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B54D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B54D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B54D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B54D"/>
              </a:buClr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4A8DF86E-E6DF-469B-A3AA-5891C21A5C24}" type="slidenum">
              <a:rPr lang="en-US" altLang="en-US" sz="1200">
                <a:solidFill>
                  <a:schemeClr val="bg1"/>
                </a:solidFill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3</a:t>
            </a:fld>
            <a:endParaRPr lang="en-US" altLang="en-US" sz="120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53FBFB32-E2DC-4B2B-91E5-D4591B304F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19176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b="1" dirty="0"/>
              <a:t>Data Flow Diagram (DFD)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3205038A-C5B0-40A7-9B0C-FCF5B4AAFF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447800"/>
            <a:ext cx="8305800" cy="4894263"/>
          </a:xfrm>
        </p:spPr>
        <p:txBody>
          <a:bodyPr rtlCol="0">
            <a:normAutofit/>
          </a:bodyPr>
          <a:lstStyle/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GB" altLang="en-US" sz="2400" dirty="0"/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altLang="en-US" sz="2400" dirty="0"/>
              <a:t>A </a:t>
            </a:r>
            <a:r>
              <a:rPr lang="en-GB" altLang="en-US" sz="2400" b="1" dirty="0">
                <a:solidFill>
                  <a:srgbClr val="FF0000"/>
                </a:solidFill>
              </a:rPr>
              <a:t>data flow diagram (DFD) </a:t>
            </a:r>
            <a:r>
              <a:rPr lang="en-GB" altLang="en-US" sz="2400" dirty="0"/>
              <a:t>is a technique that </a:t>
            </a:r>
            <a:r>
              <a:rPr lang="en-GB" altLang="en-US" sz="2400" b="1" dirty="0"/>
              <a:t>graphically</a:t>
            </a:r>
            <a:r>
              <a:rPr lang="en-GB" altLang="en-US" sz="2400" dirty="0"/>
              <a:t> depicts the flow of data through a system and the processing performed by that system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None/>
              <a:defRPr/>
            </a:pPr>
            <a:endParaRPr lang="en-GB" altLang="en-US" sz="2400" dirty="0"/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altLang="en-US" sz="2400" dirty="0"/>
              <a:t>Pictorially shows system components, interrelationships, boundaries, inputs and outputs at various levels of abstraction</a:t>
            </a:r>
            <a:endParaRPr lang="en-US" altLang="en-US" sz="2400" dirty="0"/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GB" altLang="en-US" sz="2400" dirty="0"/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GB" altLang="en-US" sz="2400" dirty="0"/>
              <a:t>DFD is a technique that support systems thinking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BA01F4CF-43F5-48E8-884D-DEEB638D27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96316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600" b="1" dirty="0"/>
              <a:t>Four Types of DFD</a:t>
            </a:r>
            <a:endParaRPr lang="en-US" altLang="en-US" sz="3600" dirty="0"/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6378E8A9-4CDF-4FE1-99AE-4576689A35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981200"/>
            <a:ext cx="8305800" cy="4462463"/>
          </a:xfrm>
        </p:spPr>
        <p:txBody>
          <a:bodyPr/>
          <a:lstStyle/>
          <a:p>
            <a:pPr eaLnBrk="1" hangingPunct="1"/>
            <a:r>
              <a:rPr lang="en-US" altLang="en-US" sz="2400" b="1"/>
              <a:t>Current Physical DFD</a:t>
            </a:r>
          </a:p>
          <a:p>
            <a:pPr lvl="1" eaLnBrk="1" hangingPunct="1"/>
            <a:r>
              <a:rPr lang="en-GB" altLang="en-US"/>
              <a:t>Usually obtained from original project for current system – helps us to understand current working</a:t>
            </a:r>
            <a:endParaRPr lang="en-US" altLang="en-US"/>
          </a:p>
          <a:p>
            <a:pPr eaLnBrk="1" hangingPunct="1"/>
            <a:r>
              <a:rPr lang="en-US" altLang="en-US" sz="2400" b="1"/>
              <a:t>Current Logical DFD</a:t>
            </a:r>
          </a:p>
          <a:p>
            <a:pPr lvl="1" eaLnBrk="1" hangingPunct="1"/>
            <a:r>
              <a:rPr lang="en-GB" altLang="en-US"/>
              <a:t>Simplify physical DFD and reduce down to what it is actually doing rather than how and grouping processes that do similar things</a:t>
            </a:r>
            <a:endParaRPr lang="en-US" altLang="en-US"/>
          </a:p>
          <a:p>
            <a:pPr eaLnBrk="1" hangingPunct="1"/>
            <a:r>
              <a:rPr lang="en-US" altLang="en-US" sz="2400" b="1"/>
              <a:t>New Logical DFD</a:t>
            </a:r>
          </a:p>
          <a:p>
            <a:pPr lvl="1" eaLnBrk="1" hangingPunct="1"/>
            <a:r>
              <a:rPr lang="en-GB" altLang="en-US"/>
              <a:t>Depending on Analysis technique then suggest and draw improvements</a:t>
            </a:r>
            <a:endParaRPr lang="en-US" altLang="en-US"/>
          </a:p>
          <a:p>
            <a:pPr eaLnBrk="1" hangingPunct="1"/>
            <a:r>
              <a:rPr lang="en-US" altLang="en-US" sz="2400" b="1"/>
              <a:t>New Physical DFD</a:t>
            </a:r>
          </a:p>
          <a:p>
            <a:pPr lvl="1" eaLnBrk="1" hangingPunct="1"/>
            <a:r>
              <a:rPr lang="en-GB" altLang="en-US"/>
              <a:t>Map to technology during Design</a:t>
            </a:r>
            <a:endParaRPr lang="en-US" altLang="en-US"/>
          </a:p>
          <a:p>
            <a:pPr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7ED12C2-B521-40FF-A9CF-DF39F442386D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/>
              <a:t>DFD Symbols (</a:t>
            </a:r>
            <a:r>
              <a:rPr lang="en-US" altLang="en-US" b="1" dirty="0" err="1"/>
              <a:t>Gane</a:t>
            </a:r>
            <a:r>
              <a:rPr lang="en-US" altLang="en-US" b="1" dirty="0"/>
              <a:t> &amp; </a:t>
            </a:r>
            <a:r>
              <a:rPr lang="en-US" altLang="en-US" b="1" dirty="0" err="1"/>
              <a:t>Sarson</a:t>
            </a:r>
            <a:r>
              <a:rPr lang="en-US" altLang="en-US" b="1" dirty="0"/>
              <a:t>)</a:t>
            </a:r>
          </a:p>
        </p:txBody>
      </p:sp>
      <p:pic>
        <p:nvPicPr>
          <p:cNvPr id="3081" name="Object 9">
            <a:extLst>
              <a:ext uri="{FF2B5EF4-FFF2-40B4-BE49-F238E27FC236}">
                <a16:creationId xmlns:a16="http://schemas.microsoft.com/office/drawing/2014/main" id="{CF8C97FA-60DD-4F7F-A2D1-F3DEB04B04BD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06500" y="1731963"/>
            <a:ext cx="1439862" cy="1439862"/>
          </a:xfrm>
          <a:noFill/>
        </p:spPr>
      </p:pic>
      <p:pic>
        <p:nvPicPr>
          <p:cNvPr id="3092" name="Object 20">
            <a:extLst>
              <a:ext uri="{FF2B5EF4-FFF2-40B4-BE49-F238E27FC236}">
                <a16:creationId xmlns:a16="http://schemas.microsoft.com/office/drawing/2014/main" id="{A949E8F2-4FD2-46D7-9A27-F54662DE2A25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2037" y="3660775"/>
            <a:ext cx="1800225" cy="120650"/>
          </a:xfrm>
          <a:noFill/>
        </p:spPr>
      </p:pic>
      <p:pic>
        <p:nvPicPr>
          <p:cNvPr id="3085" name="Object 13">
            <a:extLst>
              <a:ext uri="{FF2B5EF4-FFF2-40B4-BE49-F238E27FC236}">
                <a16:creationId xmlns:a16="http://schemas.microsoft.com/office/drawing/2014/main" id="{E2C1D748-1258-4E40-B707-7685323ECEA4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0" y="4540250"/>
            <a:ext cx="2087562" cy="725488"/>
          </a:xfrm>
          <a:noFill/>
        </p:spPr>
      </p:pic>
      <p:pic>
        <p:nvPicPr>
          <p:cNvPr id="3089" name="Object 17">
            <a:extLst>
              <a:ext uri="{FF2B5EF4-FFF2-40B4-BE49-F238E27FC236}">
                <a16:creationId xmlns:a16="http://schemas.microsoft.com/office/drawing/2014/main" id="{E948F244-C22C-4C70-894B-ED681D6DAD63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06500" y="5894388"/>
            <a:ext cx="1655762" cy="735012"/>
          </a:xfrm>
          <a:noFill/>
        </p:spPr>
      </p:pic>
      <p:sp>
        <p:nvSpPr>
          <p:cNvPr id="3077" name="Text Box 5">
            <a:extLst>
              <a:ext uri="{FF2B5EF4-FFF2-40B4-BE49-F238E27FC236}">
                <a16:creationId xmlns:a16="http://schemas.microsoft.com/office/drawing/2014/main" id="{92BF123B-C24C-4C70-8390-285E16C68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4062" y="2068513"/>
            <a:ext cx="15589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00">
                <a:latin typeface="Arial" panose="020B0604020202020204" pitchFamily="34" charset="0"/>
              </a:rPr>
              <a:t>Process</a:t>
            </a:r>
          </a:p>
        </p:txBody>
      </p:sp>
      <p:sp>
        <p:nvSpPr>
          <p:cNvPr id="3078" name="Text Box 6">
            <a:extLst>
              <a:ext uri="{FF2B5EF4-FFF2-40B4-BE49-F238E27FC236}">
                <a16:creationId xmlns:a16="http://schemas.microsoft.com/office/drawing/2014/main" id="{A0C4BB39-136B-4FE9-8EDE-C15FB6105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0" y="3421063"/>
            <a:ext cx="18542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00">
                <a:latin typeface="Arial" panose="020B0604020202020204" pitchFamily="34" charset="0"/>
              </a:rPr>
              <a:t>Data</a:t>
            </a:r>
            <a:r>
              <a:rPr lang="en-US" altLang="en-US" sz="1800">
                <a:latin typeface="Arial" panose="020B0604020202020204" pitchFamily="34" charset="0"/>
              </a:rPr>
              <a:t> </a:t>
            </a:r>
            <a:r>
              <a:rPr lang="en-US" altLang="en-US" sz="3000">
                <a:latin typeface="Arial" panose="020B0604020202020204" pitchFamily="34" charset="0"/>
              </a:rPr>
              <a:t>Flow</a:t>
            </a:r>
          </a:p>
        </p:txBody>
      </p:sp>
      <p:sp>
        <p:nvSpPr>
          <p:cNvPr id="3079" name="Text Box 7">
            <a:extLst>
              <a:ext uri="{FF2B5EF4-FFF2-40B4-BE49-F238E27FC236}">
                <a16:creationId xmlns:a16="http://schemas.microsoft.com/office/drawing/2014/main" id="{F45A89C8-95F3-408A-89C6-B72ADF979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3262" y="4589463"/>
            <a:ext cx="19605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00">
                <a:latin typeface="Arial" panose="020B0604020202020204" pitchFamily="34" charset="0"/>
              </a:rPr>
              <a:t>Data</a:t>
            </a:r>
            <a:r>
              <a:rPr lang="en-US" altLang="en-US" sz="1800">
                <a:latin typeface="Arial" panose="020B0604020202020204" pitchFamily="34" charset="0"/>
              </a:rPr>
              <a:t> </a:t>
            </a:r>
            <a:r>
              <a:rPr lang="en-US" altLang="en-US" sz="3000">
                <a:latin typeface="Arial" panose="020B0604020202020204" pitchFamily="34" charset="0"/>
              </a:rPr>
              <a:t>Store</a:t>
            </a:r>
          </a:p>
        </p:txBody>
      </p:sp>
      <p:sp>
        <p:nvSpPr>
          <p:cNvPr id="3080" name="Text Box 8">
            <a:extLst>
              <a:ext uri="{FF2B5EF4-FFF2-40B4-BE49-F238E27FC236}">
                <a16:creationId xmlns:a16="http://schemas.microsoft.com/office/drawing/2014/main" id="{A45A4A86-B98F-4D26-B6D4-5017A4DE6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675" y="5927725"/>
            <a:ext cx="50498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00">
                <a:latin typeface="Arial" panose="020B0604020202020204" pitchFamily="34" charset="0"/>
              </a:rPr>
              <a:t>Source/Sink (External Entity)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B4353F-7ACA-4C67-B76A-E267806B6EC1}"/>
              </a:ext>
            </a:extLst>
          </p:cNvPr>
          <p:cNvSpPr/>
          <p:nvPr/>
        </p:nvSpPr>
        <p:spPr>
          <a:xfrm>
            <a:off x="914400" y="896475"/>
            <a:ext cx="42453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1" hangingPunct="1">
              <a:buFontTx/>
              <a:buNone/>
              <a:defRPr/>
            </a:pPr>
            <a:r>
              <a:rPr lang="en-GB" altLang="en-US" sz="3600" b="1" dirty="0">
                <a:solidFill>
                  <a:srgbClr val="00B050"/>
                </a:solidFill>
              </a:rPr>
              <a:t>Four components: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/>
      <p:bldP spid="3078" grpId="0"/>
      <p:bldP spid="3079" grpId="0"/>
      <p:bldP spid="308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57F7ABCE-9766-41D3-BA65-00838626D2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E2955C30-9C07-4F82-9042-4E1E604FF9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49156" name="Picture 2">
            <a:extLst>
              <a:ext uri="{FF2B5EF4-FFF2-40B4-BE49-F238E27FC236}">
                <a16:creationId xmlns:a16="http://schemas.microsoft.com/office/drawing/2014/main" id="{A1F35344-9B3D-40D0-8362-58919E97E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50"/>
            <a:ext cx="9144000" cy="6864350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93D94F-1A6C-444A-BC46-EE382F611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3675" y="0"/>
            <a:ext cx="1893888" cy="685800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54979E0B-47F4-4FD0-BF2B-FF9C1A59E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1355725"/>
            <a:ext cx="5086350" cy="504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4762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2000">
                <a:solidFill>
                  <a:srgbClr val="004D75"/>
                </a:solidFill>
                <a:latin typeface="Verdana" panose="020B0604030504040204" pitchFamily="34" charset="0"/>
              </a:rPr>
              <a:t>An activity or function that is performed for some specific business reason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2000">
                <a:solidFill>
                  <a:srgbClr val="004D75"/>
                </a:solidFill>
                <a:latin typeface="Verdana" panose="020B0604030504040204" pitchFamily="34" charset="0"/>
              </a:rPr>
              <a:t>Can be manual or computerised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2000">
                <a:solidFill>
                  <a:srgbClr val="004D75"/>
                </a:solidFill>
                <a:latin typeface="Verdana" panose="020B0604030504040204" pitchFamily="34" charset="0"/>
              </a:rPr>
              <a:t>Naming convention: verb + noun i.e. start with a verb and end with a noun!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2000" b="1">
                <a:solidFill>
                  <a:srgbClr val="FF0000"/>
                </a:solidFill>
                <a:latin typeface="Verdana" panose="020B0604030504040204" pitchFamily="34" charset="0"/>
              </a:rPr>
              <a:t>Rules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>
                <a:solidFill>
                  <a:srgbClr val="004D75"/>
                </a:solidFill>
                <a:latin typeface="Verdana" panose="020B0604030504040204" pitchFamily="34" charset="0"/>
              </a:rPr>
              <a:t>Processes cannot just have outputs else it’s a </a:t>
            </a:r>
            <a:r>
              <a:rPr lang="en-GB" altLang="en-US" b="1">
                <a:solidFill>
                  <a:srgbClr val="FF0000"/>
                </a:solidFill>
                <a:latin typeface="Verdana" panose="020B0604030504040204" pitchFamily="34" charset="0"/>
              </a:rPr>
              <a:t>miracle process</a:t>
            </a:r>
            <a:r>
              <a:rPr lang="en-GB" altLang="en-US">
                <a:solidFill>
                  <a:srgbClr val="004D75"/>
                </a:solidFill>
                <a:latin typeface="Verdana" panose="020B0604030504040204" pitchFamily="34" charset="0"/>
              </a:rPr>
              <a:t>!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>
                <a:solidFill>
                  <a:srgbClr val="004D75"/>
                </a:solidFill>
                <a:latin typeface="Verdana" panose="020B0604030504040204" pitchFamily="34" charset="0"/>
              </a:rPr>
              <a:t>Processes cannot just hace inputs else it’s a </a:t>
            </a:r>
            <a:r>
              <a:rPr lang="en-GB" altLang="en-US" b="1">
                <a:solidFill>
                  <a:srgbClr val="FF0000"/>
                </a:solidFill>
                <a:latin typeface="Verdana" panose="020B0604030504040204" pitchFamily="34" charset="0"/>
              </a:rPr>
              <a:t>black hole</a:t>
            </a:r>
            <a:r>
              <a:rPr lang="en-GB" altLang="en-US">
                <a:solidFill>
                  <a:srgbClr val="004D75"/>
                </a:solidFill>
                <a:latin typeface="Verdana" panose="020B0604030504040204" pitchFamily="34" charset="0"/>
              </a:rPr>
              <a:t>!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>
                <a:solidFill>
                  <a:srgbClr val="004D75"/>
                </a:solidFill>
                <a:latin typeface="Verdana" panose="020B0604030504040204" pitchFamily="34" charset="0"/>
              </a:rPr>
              <a:t>Input must be sufficient to produce the output else it’s a </a:t>
            </a:r>
            <a:r>
              <a:rPr lang="en-GB" altLang="en-US" b="1">
                <a:solidFill>
                  <a:srgbClr val="FF0000"/>
                </a:solidFill>
                <a:latin typeface="Verdana" panose="020B0604030504040204" pitchFamily="34" charset="0"/>
              </a:rPr>
              <a:t>grey hole</a:t>
            </a:r>
            <a:r>
              <a:rPr lang="en-GB" altLang="en-US">
                <a:solidFill>
                  <a:srgbClr val="004D75"/>
                </a:solidFill>
                <a:latin typeface="Verdana" panose="020B0604030504040204" pitchFamily="34" charset="0"/>
              </a:rPr>
              <a:t>!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8D053DCC-9ADF-468F-8EF0-4D2A4694EB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05800" cy="74295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b="1"/>
              <a:t>DFD Components: </a:t>
            </a:r>
            <a:r>
              <a:rPr lang="en-GB" altLang="en-US" b="1">
                <a:solidFill>
                  <a:srgbClr val="00B050"/>
                </a:solidFill>
              </a:rPr>
              <a:t>Processes</a:t>
            </a:r>
          </a:p>
        </p:txBody>
      </p:sp>
      <p:grpSp>
        <p:nvGrpSpPr>
          <p:cNvPr id="22532" name="Group 11">
            <a:extLst>
              <a:ext uri="{FF2B5EF4-FFF2-40B4-BE49-F238E27FC236}">
                <a16:creationId xmlns:a16="http://schemas.microsoft.com/office/drawing/2014/main" id="{E3EC1049-7021-4D2C-ABA2-BAB6E3EF9FDC}"/>
              </a:ext>
            </a:extLst>
          </p:cNvPr>
          <p:cNvGrpSpPr>
            <a:grpSpLocks/>
          </p:cNvGrpSpPr>
          <p:nvPr/>
        </p:nvGrpSpPr>
        <p:grpSpPr bwMode="auto">
          <a:xfrm>
            <a:off x="809625" y="3379788"/>
            <a:ext cx="768350" cy="914400"/>
            <a:chOff x="500" y="2579"/>
            <a:chExt cx="484" cy="576"/>
          </a:xfrm>
        </p:grpSpPr>
        <p:grpSp>
          <p:nvGrpSpPr>
            <p:cNvPr id="22554" name="Group 12">
              <a:extLst>
                <a:ext uri="{FF2B5EF4-FFF2-40B4-BE49-F238E27FC236}">
                  <a16:creationId xmlns:a16="http://schemas.microsoft.com/office/drawing/2014/main" id="{E11AB7DC-10ED-471B-B3F3-59F7934DF0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0" y="2779"/>
              <a:ext cx="484" cy="192"/>
              <a:chOff x="508" y="2675"/>
              <a:chExt cx="484" cy="192"/>
            </a:xfrm>
          </p:grpSpPr>
          <p:sp>
            <p:nvSpPr>
              <p:cNvPr id="22561" name="Line 13">
                <a:extLst>
                  <a:ext uri="{FF2B5EF4-FFF2-40B4-BE49-F238E27FC236}">
                    <a16:creationId xmlns:a16="http://schemas.microsoft.com/office/drawing/2014/main" id="{58B25A62-254B-407B-A9A2-23402813F8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" y="2856"/>
                <a:ext cx="4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2562" name="Text Box 14">
                <a:extLst>
                  <a:ext uri="{FF2B5EF4-FFF2-40B4-BE49-F238E27FC236}">
                    <a16:creationId xmlns:a16="http://schemas.microsoft.com/office/drawing/2014/main" id="{90E915D5-0249-4BF3-BF7B-3A297CAF0F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" y="2675"/>
                <a:ext cx="46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input </a:t>
                </a:r>
              </a:p>
            </p:txBody>
          </p:sp>
        </p:grpSp>
        <p:grpSp>
          <p:nvGrpSpPr>
            <p:cNvPr id="22555" name="Group 15">
              <a:extLst>
                <a:ext uri="{FF2B5EF4-FFF2-40B4-BE49-F238E27FC236}">
                  <a16:creationId xmlns:a16="http://schemas.microsoft.com/office/drawing/2014/main" id="{78900C00-8046-46D8-B6F1-346E755171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0" y="2963"/>
              <a:ext cx="484" cy="192"/>
              <a:chOff x="508" y="2675"/>
              <a:chExt cx="484" cy="192"/>
            </a:xfrm>
          </p:grpSpPr>
          <p:sp>
            <p:nvSpPr>
              <p:cNvPr id="22559" name="Line 16">
                <a:extLst>
                  <a:ext uri="{FF2B5EF4-FFF2-40B4-BE49-F238E27FC236}">
                    <a16:creationId xmlns:a16="http://schemas.microsoft.com/office/drawing/2014/main" id="{E0D420C8-1AE9-4F5F-9EE8-FAB64F0202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" y="2856"/>
                <a:ext cx="4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2560" name="Text Box 17">
                <a:extLst>
                  <a:ext uri="{FF2B5EF4-FFF2-40B4-BE49-F238E27FC236}">
                    <a16:creationId xmlns:a16="http://schemas.microsoft.com/office/drawing/2014/main" id="{19839F73-A92D-4311-84F2-73ED6C2063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" y="2675"/>
                <a:ext cx="46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input </a:t>
                </a:r>
              </a:p>
            </p:txBody>
          </p:sp>
        </p:grpSp>
        <p:grpSp>
          <p:nvGrpSpPr>
            <p:cNvPr id="22556" name="Group 18">
              <a:extLst>
                <a:ext uri="{FF2B5EF4-FFF2-40B4-BE49-F238E27FC236}">
                  <a16:creationId xmlns:a16="http://schemas.microsoft.com/office/drawing/2014/main" id="{EB6FDCDA-67D0-4BD8-8CE3-CB720605FE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0" y="2579"/>
              <a:ext cx="484" cy="192"/>
              <a:chOff x="508" y="2675"/>
              <a:chExt cx="484" cy="192"/>
            </a:xfrm>
          </p:grpSpPr>
          <p:sp>
            <p:nvSpPr>
              <p:cNvPr id="22557" name="Line 19">
                <a:extLst>
                  <a:ext uri="{FF2B5EF4-FFF2-40B4-BE49-F238E27FC236}">
                    <a16:creationId xmlns:a16="http://schemas.microsoft.com/office/drawing/2014/main" id="{BCE6EFC7-4FAC-417B-B1EE-4611B6B797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" y="2856"/>
                <a:ext cx="4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2558" name="Text Box 20">
                <a:extLst>
                  <a:ext uri="{FF2B5EF4-FFF2-40B4-BE49-F238E27FC236}">
                    <a16:creationId xmlns:a16="http://schemas.microsoft.com/office/drawing/2014/main" id="{A6148DDD-182D-4266-9C1C-6E99EB635E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" y="2675"/>
                <a:ext cx="46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input </a:t>
                </a:r>
              </a:p>
            </p:txBody>
          </p:sp>
        </p:grpSp>
      </p:grpSp>
      <p:grpSp>
        <p:nvGrpSpPr>
          <p:cNvPr id="22533" name="Group 21">
            <a:extLst>
              <a:ext uri="{FF2B5EF4-FFF2-40B4-BE49-F238E27FC236}">
                <a16:creationId xmlns:a16="http://schemas.microsoft.com/office/drawing/2014/main" id="{5B0CC52E-5994-4A89-AF2B-FDA68AC2AC92}"/>
              </a:ext>
            </a:extLst>
          </p:cNvPr>
          <p:cNvGrpSpPr>
            <a:grpSpLocks/>
          </p:cNvGrpSpPr>
          <p:nvPr/>
        </p:nvGrpSpPr>
        <p:grpSpPr bwMode="auto">
          <a:xfrm>
            <a:off x="3006725" y="3392488"/>
            <a:ext cx="768350" cy="914400"/>
            <a:chOff x="1996" y="2587"/>
            <a:chExt cx="484" cy="576"/>
          </a:xfrm>
        </p:grpSpPr>
        <p:grpSp>
          <p:nvGrpSpPr>
            <p:cNvPr id="22545" name="Group 22">
              <a:extLst>
                <a:ext uri="{FF2B5EF4-FFF2-40B4-BE49-F238E27FC236}">
                  <a16:creationId xmlns:a16="http://schemas.microsoft.com/office/drawing/2014/main" id="{3C325A1A-1ABA-42F4-869E-BAE3D13192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6" y="2787"/>
              <a:ext cx="484" cy="192"/>
              <a:chOff x="508" y="2675"/>
              <a:chExt cx="484" cy="192"/>
            </a:xfrm>
          </p:grpSpPr>
          <p:sp>
            <p:nvSpPr>
              <p:cNvPr id="22552" name="Line 23">
                <a:extLst>
                  <a:ext uri="{FF2B5EF4-FFF2-40B4-BE49-F238E27FC236}">
                    <a16:creationId xmlns:a16="http://schemas.microsoft.com/office/drawing/2014/main" id="{C2A396A4-B18B-4827-84C9-5CFB9D8EEF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" y="2856"/>
                <a:ext cx="4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2553" name="Text Box 24">
                <a:extLst>
                  <a:ext uri="{FF2B5EF4-FFF2-40B4-BE49-F238E27FC236}">
                    <a16:creationId xmlns:a16="http://schemas.microsoft.com/office/drawing/2014/main" id="{6EB7BBC0-AC54-4CF2-8C57-CCB2285EDD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" y="2675"/>
                <a:ext cx="46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output </a:t>
                </a:r>
              </a:p>
            </p:txBody>
          </p:sp>
        </p:grpSp>
        <p:grpSp>
          <p:nvGrpSpPr>
            <p:cNvPr id="22546" name="Group 25">
              <a:extLst>
                <a:ext uri="{FF2B5EF4-FFF2-40B4-BE49-F238E27FC236}">
                  <a16:creationId xmlns:a16="http://schemas.microsoft.com/office/drawing/2014/main" id="{7BF8DE77-D8EC-4784-980C-76AF968763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6" y="2971"/>
              <a:ext cx="484" cy="192"/>
              <a:chOff x="508" y="2675"/>
              <a:chExt cx="484" cy="192"/>
            </a:xfrm>
          </p:grpSpPr>
          <p:sp>
            <p:nvSpPr>
              <p:cNvPr id="22550" name="Line 26">
                <a:extLst>
                  <a:ext uri="{FF2B5EF4-FFF2-40B4-BE49-F238E27FC236}">
                    <a16:creationId xmlns:a16="http://schemas.microsoft.com/office/drawing/2014/main" id="{1BB073BC-7DF3-4F76-B6A5-84AE433387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" y="2856"/>
                <a:ext cx="4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2551" name="Text Box 27">
                <a:extLst>
                  <a:ext uri="{FF2B5EF4-FFF2-40B4-BE49-F238E27FC236}">
                    <a16:creationId xmlns:a16="http://schemas.microsoft.com/office/drawing/2014/main" id="{45B23693-F680-4B8A-BEDB-77F41BEE87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" y="2675"/>
                <a:ext cx="46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output </a:t>
                </a:r>
              </a:p>
            </p:txBody>
          </p:sp>
        </p:grpSp>
        <p:grpSp>
          <p:nvGrpSpPr>
            <p:cNvPr id="22547" name="Group 28">
              <a:extLst>
                <a:ext uri="{FF2B5EF4-FFF2-40B4-BE49-F238E27FC236}">
                  <a16:creationId xmlns:a16="http://schemas.microsoft.com/office/drawing/2014/main" id="{938E3967-11CC-4903-89ED-577BF4B63A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6" y="2587"/>
              <a:ext cx="484" cy="192"/>
              <a:chOff x="508" y="2675"/>
              <a:chExt cx="484" cy="192"/>
            </a:xfrm>
          </p:grpSpPr>
          <p:sp>
            <p:nvSpPr>
              <p:cNvPr id="22548" name="Line 29">
                <a:extLst>
                  <a:ext uri="{FF2B5EF4-FFF2-40B4-BE49-F238E27FC236}">
                    <a16:creationId xmlns:a16="http://schemas.microsoft.com/office/drawing/2014/main" id="{EC670518-0D60-4164-9790-6E0E6B242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" y="2856"/>
                <a:ext cx="4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2549" name="Text Box 30">
                <a:extLst>
                  <a:ext uri="{FF2B5EF4-FFF2-40B4-BE49-F238E27FC236}">
                    <a16:creationId xmlns:a16="http://schemas.microsoft.com/office/drawing/2014/main" id="{EB422EBB-1BD6-4D61-891B-7903079148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" y="2675"/>
                <a:ext cx="467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output </a:t>
                </a:r>
              </a:p>
            </p:txBody>
          </p:sp>
        </p:grpSp>
      </p:grpSp>
      <p:sp>
        <p:nvSpPr>
          <p:cNvPr id="22534" name="Text Box 31">
            <a:extLst>
              <a:ext uri="{FF2B5EF4-FFF2-40B4-BE49-F238E27FC236}">
                <a16:creationId xmlns:a16="http://schemas.microsoft.com/office/drawing/2014/main" id="{7A63C512-E0E4-49B2-87D7-8A5856DB9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5354638"/>
            <a:ext cx="4270375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en-GB" altLang="en-US" b="1">
                <a:latin typeface="Times New Roman" panose="02020603050405020304" pitchFamily="18" charset="0"/>
              </a:rPr>
              <a:t>Synonym:</a:t>
            </a:r>
            <a:r>
              <a:rPr lang="en-GB" altLang="en-US">
                <a:latin typeface="Times New Roman" panose="02020603050405020304" pitchFamily="18" charset="0"/>
              </a:rPr>
              <a:t> transform</a:t>
            </a:r>
          </a:p>
        </p:txBody>
      </p:sp>
      <p:grpSp>
        <p:nvGrpSpPr>
          <p:cNvPr id="22535" name="Group 47">
            <a:extLst>
              <a:ext uri="{FF2B5EF4-FFF2-40B4-BE49-F238E27FC236}">
                <a16:creationId xmlns:a16="http://schemas.microsoft.com/office/drawing/2014/main" id="{33140D9E-1778-49CB-982E-51718F7CD50B}"/>
              </a:ext>
            </a:extLst>
          </p:cNvPr>
          <p:cNvGrpSpPr>
            <a:grpSpLocks/>
          </p:cNvGrpSpPr>
          <p:nvPr/>
        </p:nvGrpSpPr>
        <p:grpSpPr bwMode="auto">
          <a:xfrm>
            <a:off x="1498600" y="1333500"/>
            <a:ext cx="1447800" cy="1485900"/>
            <a:chOff x="896" y="832"/>
            <a:chExt cx="912" cy="936"/>
          </a:xfrm>
        </p:grpSpPr>
        <p:sp>
          <p:nvSpPr>
            <p:cNvPr id="22541" name="Text Box 6">
              <a:extLst>
                <a:ext uri="{FF2B5EF4-FFF2-40B4-BE49-F238E27FC236}">
                  <a16:creationId xmlns:a16="http://schemas.microsoft.com/office/drawing/2014/main" id="{42B43DC2-5D8C-48FF-8916-3783B66C40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" y="846"/>
              <a:ext cx="699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Id number</a:t>
              </a:r>
            </a:p>
          </p:txBody>
        </p:sp>
        <p:sp>
          <p:nvSpPr>
            <p:cNvPr id="22542" name="Text Box 8">
              <a:extLst>
                <a:ext uri="{FF2B5EF4-FFF2-40B4-BE49-F238E27FC236}">
                  <a16:creationId xmlns:a16="http://schemas.microsoft.com/office/drawing/2014/main" id="{3BB32C95-C0D0-4EF7-89B5-7686548ED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" y="1185"/>
              <a:ext cx="827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Process </a:t>
              </a:r>
            </a:p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Description</a:t>
              </a:r>
            </a:p>
          </p:txBody>
        </p:sp>
        <p:sp>
          <p:nvSpPr>
            <p:cNvPr id="22543" name="AutoShape 39">
              <a:extLst>
                <a:ext uri="{FF2B5EF4-FFF2-40B4-BE49-F238E27FC236}">
                  <a16:creationId xmlns:a16="http://schemas.microsoft.com/office/drawing/2014/main" id="{4933A506-923D-498D-B32E-5276F5E67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" y="832"/>
              <a:ext cx="904" cy="936"/>
            </a:xfrm>
            <a:prstGeom prst="flowChartAlternateProcess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2544" name="Line 40">
              <a:extLst>
                <a:ext uri="{FF2B5EF4-FFF2-40B4-BE49-F238E27FC236}">
                  <a16:creationId xmlns:a16="http://schemas.microsoft.com/office/drawing/2014/main" id="{563072B7-ECE5-4365-A5A5-63F4695038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1024"/>
              <a:ext cx="9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22536" name="Group 48">
            <a:extLst>
              <a:ext uri="{FF2B5EF4-FFF2-40B4-BE49-F238E27FC236}">
                <a16:creationId xmlns:a16="http://schemas.microsoft.com/office/drawing/2014/main" id="{EB92929A-83DC-4ECF-ACF6-9598A4D3F999}"/>
              </a:ext>
            </a:extLst>
          </p:cNvPr>
          <p:cNvGrpSpPr>
            <a:grpSpLocks/>
          </p:cNvGrpSpPr>
          <p:nvPr/>
        </p:nvGrpSpPr>
        <p:grpSpPr bwMode="auto">
          <a:xfrm>
            <a:off x="1549400" y="3251200"/>
            <a:ext cx="1447800" cy="1485900"/>
            <a:chOff x="896" y="832"/>
            <a:chExt cx="912" cy="936"/>
          </a:xfrm>
        </p:grpSpPr>
        <p:sp>
          <p:nvSpPr>
            <p:cNvPr id="22537" name="Text Box 49">
              <a:extLst>
                <a:ext uri="{FF2B5EF4-FFF2-40B4-BE49-F238E27FC236}">
                  <a16:creationId xmlns:a16="http://schemas.microsoft.com/office/drawing/2014/main" id="{58DFD24C-6344-48C7-A41D-8ED70A3C8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" y="846"/>
              <a:ext cx="699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2538" name="Text Box 50">
              <a:extLst>
                <a:ext uri="{FF2B5EF4-FFF2-40B4-BE49-F238E27FC236}">
                  <a16:creationId xmlns:a16="http://schemas.microsoft.com/office/drawing/2014/main" id="{C9042265-C135-460A-977E-B7BC58E550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" y="1185"/>
              <a:ext cx="827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Manage Payroll</a:t>
              </a:r>
            </a:p>
          </p:txBody>
        </p:sp>
        <p:sp>
          <p:nvSpPr>
            <p:cNvPr id="22539" name="AutoShape 51">
              <a:extLst>
                <a:ext uri="{FF2B5EF4-FFF2-40B4-BE49-F238E27FC236}">
                  <a16:creationId xmlns:a16="http://schemas.microsoft.com/office/drawing/2014/main" id="{5C144B8C-A3F9-48B2-9C54-82D030C8B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" y="832"/>
              <a:ext cx="904" cy="936"/>
            </a:xfrm>
            <a:prstGeom prst="flowChartAlternateProcess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2540" name="Line 52">
              <a:extLst>
                <a:ext uri="{FF2B5EF4-FFF2-40B4-BE49-F238E27FC236}">
                  <a16:creationId xmlns:a16="http://schemas.microsoft.com/office/drawing/2014/main" id="{059183D3-FEF3-4930-9442-11F9BB899D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1024"/>
              <a:ext cx="9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MY"/>
            </a:p>
          </p:txBody>
        </p:sp>
      </p:grp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E81D50FB-6168-484B-BD5B-4D1A67728B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TW" sz="3800" b="1">
                <a:ea typeface="新細明體" panose="02020500000000000000" pitchFamily="18" charset="-120"/>
              </a:rPr>
              <a:t>DFD Diagramming Rules</a:t>
            </a:r>
            <a:br>
              <a:rPr lang="en-US" altLang="zh-TW" sz="3800" b="1">
                <a:ea typeface="新細明體" panose="02020500000000000000" pitchFamily="18" charset="-120"/>
              </a:rPr>
            </a:br>
            <a:r>
              <a:rPr lang="en-US" altLang="zh-TW" sz="3800" b="1">
                <a:solidFill>
                  <a:srgbClr val="92D050"/>
                </a:solidFill>
                <a:ea typeface="新細明體" panose="02020500000000000000" pitchFamily="18" charset="-120"/>
              </a:rPr>
              <a:t>Process</a:t>
            </a:r>
          </a:p>
        </p:txBody>
      </p:sp>
      <p:pic>
        <p:nvPicPr>
          <p:cNvPr id="24579" name="Picture 3" descr="CAP1">
            <a:extLst>
              <a:ext uri="{FF2B5EF4-FFF2-40B4-BE49-F238E27FC236}">
                <a16:creationId xmlns:a16="http://schemas.microsoft.com/office/drawing/2014/main" id="{67E02C3A-9C29-4A33-8843-95CB4F560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1905000"/>
            <a:ext cx="73914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Text Box 4">
            <a:extLst>
              <a:ext uri="{FF2B5EF4-FFF2-40B4-BE49-F238E27FC236}">
                <a16:creationId xmlns:a16="http://schemas.microsoft.com/office/drawing/2014/main" id="{82BA598A-3973-4B7E-AE9B-AB3F131BE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108325"/>
            <a:ext cx="2759075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No process can have only outputs or only inputs…processes must have both outputs and inputs.</a:t>
            </a:r>
          </a:p>
        </p:txBody>
      </p:sp>
      <p:sp>
        <p:nvSpPr>
          <p:cNvPr id="24581" name="Text Box 5">
            <a:extLst>
              <a:ext uri="{FF2B5EF4-FFF2-40B4-BE49-F238E27FC236}">
                <a16:creationId xmlns:a16="http://schemas.microsoft.com/office/drawing/2014/main" id="{DD284078-6324-4D11-A816-975F81A4F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622925"/>
            <a:ext cx="472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Process labels should be verb phrases.</a:t>
            </a:r>
          </a:p>
        </p:txBody>
      </p:sp>
      <p:sp>
        <p:nvSpPr>
          <p:cNvPr id="24582" name="TextBox 1">
            <a:extLst>
              <a:ext uri="{FF2B5EF4-FFF2-40B4-BE49-F238E27FC236}">
                <a16:creationId xmlns:a16="http://schemas.microsoft.com/office/drawing/2014/main" id="{90915E6F-1225-4EA1-9E58-379537E72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6388" y="2601913"/>
            <a:ext cx="2205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FF0000"/>
                </a:solidFill>
              </a:rPr>
              <a:t>Miracle Process</a:t>
            </a:r>
            <a:endParaRPr lang="en-MY" altLang="en-US" b="1" dirty="0">
              <a:solidFill>
                <a:srgbClr val="FF0000"/>
              </a:solidFill>
            </a:endParaRPr>
          </a:p>
        </p:txBody>
      </p:sp>
      <p:sp>
        <p:nvSpPr>
          <p:cNvPr id="24583" name="TextBox 6">
            <a:extLst>
              <a:ext uri="{FF2B5EF4-FFF2-40B4-BE49-F238E27FC236}">
                <a16:creationId xmlns:a16="http://schemas.microsoft.com/office/drawing/2014/main" id="{81429692-7CA1-4CE6-8CD9-E95F9B297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0188" y="4953000"/>
            <a:ext cx="154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Black Hole</a:t>
            </a:r>
            <a:endParaRPr lang="en-MY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62738C5C-ABF9-4CAB-AF1A-45D1DA4BB9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69875"/>
            <a:ext cx="8305800" cy="74295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600" b="1"/>
              <a:t>Logical and Physical Processes</a:t>
            </a:r>
          </a:p>
        </p:txBody>
      </p:sp>
      <p:grpSp>
        <p:nvGrpSpPr>
          <p:cNvPr id="26627" name="Group 3">
            <a:extLst>
              <a:ext uri="{FF2B5EF4-FFF2-40B4-BE49-F238E27FC236}">
                <a16:creationId xmlns:a16="http://schemas.microsoft.com/office/drawing/2014/main" id="{A324E7CE-B1EC-44E8-B1FF-521C2ED00034}"/>
              </a:ext>
            </a:extLst>
          </p:cNvPr>
          <p:cNvGrpSpPr>
            <a:grpSpLocks/>
          </p:cNvGrpSpPr>
          <p:nvPr/>
        </p:nvGrpSpPr>
        <p:grpSpPr bwMode="auto">
          <a:xfrm>
            <a:off x="996950" y="1081088"/>
            <a:ext cx="5724525" cy="663575"/>
            <a:chOff x="628" y="681"/>
            <a:chExt cx="3606" cy="418"/>
          </a:xfrm>
        </p:grpSpPr>
        <p:sp>
          <p:nvSpPr>
            <p:cNvPr id="26658" name="Text Box 4">
              <a:extLst>
                <a:ext uri="{FF2B5EF4-FFF2-40B4-BE49-F238E27FC236}">
                  <a16:creationId xmlns:a16="http://schemas.microsoft.com/office/drawing/2014/main" id="{53E94813-E820-4DAB-8CF1-55CE583B04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" y="695"/>
              <a:ext cx="129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>
                <a:buFont typeface="Symbol" panose="05050102010706020507" pitchFamily="18" charset="2"/>
                <a:buNone/>
              </a:pPr>
              <a:r>
                <a:rPr lang="en-GB" altLang="en-US" sz="2800" b="1">
                  <a:solidFill>
                    <a:schemeClr val="accent2"/>
                  </a:solidFill>
                  <a:latin typeface="Verdana" panose="020B0604030504040204" pitchFamily="34" charset="0"/>
                </a:rPr>
                <a:t>Logical</a:t>
              </a:r>
            </a:p>
          </p:txBody>
        </p:sp>
        <p:sp>
          <p:nvSpPr>
            <p:cNvPr id="26659" name="Text Box 5">
              <a:extLst>
                <a:ext uri="{FF2B5EF4-FFF2-40B4-BE49-F238E27FC236}">
                  <a16:creationId xmlns:a16="http://schemas.microsoft.com/office/drawing/2014/main" id="{C1B3672C-9DE3-4DBA-9821-A9C73C819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0" y="681"/>
              <a:ext cx="129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>
                <a:buFont typeface="Symbol" panose="05050102010706020507" pitchFamily="18" charset="2"/>
                <a:buNone/>
              </a:pPr>
              <a:r>
                <a:rPr lang="en-GB" altLang="en-US" sz="2800" b="1">
                  <a:solidFill>
                    <a:schemeClr val="accent2"/>
                  </a:solidFill>
                  <a:latin typeface="Verdana" panose="020B0604030504040204" pitchFamily="34" charset="0"/>
                </a:rPr>
                <a:t>Physical</a:t>
              </a:r>
            </a:p>
          </p:txBody>
        </p:sp>
      </p:grpSp>
      <p:grpSp>
        <p:nvGrpSpPr>
          <p:cNvPr id="26628" name="Group 48">
            <a:extLst>
              <a:ext uri="{FF2B5EF4-FFF2-40B4-BE49-F238E27FC236}">
                <a16:creationId xmlns:a16="http://schemas.microsoft.com/office/drawing/2014/main" id="{C3BE1E50-D76C-4B5B-9AF5-6C8060159C56}"/>
              </a:ext>
            </a:extLst>
          </p:cNvPr>
          <p:cNvGrpSpPr>
            <a:grpSpLocks/>
          </p:cNvGrpSpPr>
          <p:nvPr/>
        </p:nvGrpSpPr>
        <p:grpSpPr bwMode="auto">
          <a:xfrm>
            <a:off x="1155700" y="1803400"/>
            <a:ext cx="1206500" cy="1282700"/>
            <a:chOff x="896" y="832"/>
            <a:chExt cx="912" cy="936"/>
          </a:xfrm>
        </p:grpSpPr>
        <p:sp>
          <p:nvSpPr>
            <p:cNvPr id="26654" name="Text Box 49">
              <a:extLst>
                <a:ext uri="{FF2B5EF4-FFF2-40B4-BE49-F238E27FC236}">
                  <a16:creationId xmlns:a16="http://schemas.microsoft.com/office/drawing/2014/main" id="{8139A551-6DB4-4A70-8BEB-A9A0181CC9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" y="846"/>
              <a:ext cx="699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6655" name="Text Box 50">
              <a:extLst>
                <a:ext uri="{FF2B5EF4-FFF2-40B4-BE49-F238E27FC236}">
                  <a16:creationId xmlns:a16="http://schemas.microsoft.com/office/drawing/2014/main" id="{8FAEAB24-7601-4F4C-B937-B82209A7FA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" y="1185"/>
              <a:ext cx="827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Manage Student Marks</a:t>
              </a:r>
            </a:p>
          </p:txBody>
        </p:sp>
        <p:sp>
          <p:nvSpPr>
            <p:cNvPr id="26656" name="AutoShape 51">
              <a:extLst>
                <a:ext uri="{FF2B5EF4-FFF2-40B4-BE49-F238E27FC236}">
                  <a16:creationId xmlns:a16="http://schemas.microsoft.com/office/drawing/2014/main" id="{BC78904B-2C06-4089-977F-3DDFA6A35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" y="832"/>
              <a:ext cx="904" cy="936"/>
            </a:xfrm>
            <a:prstGeom prst="flowChartAlternateProcess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6657" name="Line 52">
              <a:extLst>
                <a:ext uri="{FF2B5EF4-FFF2-40B4-BE49-F238E27FC236}">
                  <a16:creationId xmlns:a16="http://schemas.microsoft.com/office/drawing/2014/main" id="{F0788CB8-AA5B-4819-9491-862CA3EDCC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1024"/>
              <a:ext cx="9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26629" name="Group 63">
            <a:extLst>
              <a:ext uri="{FF2B5EF4-FFF2-40B4-BE49-F238E27FC236}">
                <a16:creationId xmlns:a16="http://schemas.microsoft.com/office/drawing/2014/main" id="{466881D8-2437-4509-99E4-8BEEB374CAE3}"/>
              </a:ext>
            </a:extLst>
          </p:cNvPr>
          <p:cNvGrpSpPr>
            <a:grpSpLocks/>
          </p:cNvGrpSpPr>
          <p:nvPr/>
        </p:nvGrpSpPr>
        <p:grpSpPr bwMode="auto">
          <a:xfrm>
            <a:off x="1155700" y="3213100"/>
            <a:ext cx="1206500" cy="1282700"/>
            <a:chOff x="896" y="832"/>
            <a:chExt cx="912" cy="936"/>
          </a:xfrm>
        </p:grpSpPr>
        <p:sp>
          <p:nvSpPr>
            <p:cNvPr id="26650" name="Text Box 64">
              <a:extLst>
                <a:ext uri="{FF2B5EF4-FFF2-40B4-BE49-F238E27FC236}">
                  <a16:creationId xmlns:a16="http://schemas.microsoft.com/office/drawing/2014/main" id="{1BF1B966-C085-4266-A48E-C7CEFCDD0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" y="846"/>
              <a:ext cx="699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1.2</a:t>
              </a:r>
            </a:p>
          </p:txBody>
        </p:sp>
        <p:sp>
          <p:nvSpPr>
            <p:cNvPr id="26651" name="Text Box 65">
              <a:extLst>
                <a:ext uri="{FF2B5EF4-FFF2-40B4-BE49-F238E27FC236}">
                  <a16:creationId xmlns:a16="http://schemas.microsoft.com/office/drawing/2014/main" id="{F8C738C9-FC2A-414D-AE07-B48FDF630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" y="1185"/>
              <a:ext cx="827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Mark Assessments</a:t>
              </a:r>
            </a:p>
          </p:txBody>
        </p:sp>
        <p:sp>
          <p:nvSpPr>
            <p:cNvPr id="26652" name="AutoShape 66">
              <a:extLst>
                <a:ext uri="{FF2B5EF4-FFF2-40B4-BE49-F238E27FC236}">
                  <a16:creationId xmlns:a16="http://schemas.microsoft.com/office/drawing/2014/main" id="{3556D583-9FEC-4529-B895-D9D593B5B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" y="832"/>
              <a:ext cx="904" cy="936"/>
            </a:xfrm>
            <a:prstGeom prst="flowChartAlternateProcess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6653" name="Line 67">
              <a:extLst>
                <a:ext uri="{FF2B5EF4-FFF2-40B4-BE49-F238E27FC236}">
                  <a16:creationId xmlns:a16="http://schemas.microsoft.com/office/drawing/2014/main" id="{97B00D46-0449-451F-B3B6-F3546E98D6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1024"/>
              <a:ext cx="9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26630" name="Group 91">
            <a:extLst>
              <a:ext uri="{FF2B5EF4-FFF2-40B4-BE49-F238E27FC236}">
                <a16:creationId xmlns:a16="http://schemas.microsoft.com/office/drawing/2014/main" id="{D0D23053-F1BF-4B8C-8E79-75DFC2043CAA}"/>
              </a:ext>
            </a:extLst>
          </p:cNvPr>
          <p:cNvGrpSpPr>
            <a:grpSpLocks/>
          </p:cNvGrpSpPr>
          <p:nvPr/>
        </p:nvGrpSpPr>
        <p:grpSpPr bwMode="auto">
          <a:xfrm>
            <a:off x="1104900" y="4622800"/>
            <a:ext cx="1335088" cy="1282700"/>
            <a:chOff x="696" y="2912"/>
            <a:chExt cx="841" cy="808"/>
          </a:xfrm>
        </p:grpSpPr>
        <p:sp>
          <p:nvSpPr>
            <p:cNvPr id="26646" name="Text Box 69">
              <a:extLst>
                <a:ext uri="{FF2B5EF4-FFF2-40B4-BE49-F238E27FC236}">
                  <a16:creationId xmlns:a16="http://schemas.microsoft.com/office/drawing/2014/main" id="{07E1FBB7-AF2E-4C30-9DF7-EB06FEEFB1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" y="2924"/>
              <a:ext cx="583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1.2.1</a:t>
              </a:r>
            </a:p>
          </p:txBody>
        </p:sp>
        <p:sp>
          <p:nvSpPr>
            <p:cNvPr id="26647" name="Text Box 70">
              <a:extLst>
                <a:ext uri="{FF2B5EF4-FFF2-40B4-BE49-F238E27FC236}">
                  <a16:creationId xmlns:a16="http://schemas.microsoft.com/office/drawing/2014/main" id="{8DCA6DF3-665D-45B2-B1AB-A7DBCD92D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" y="3217"/>
              <a:ext cx="841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Calculate Aggregate Marks</a:t>
              </a:r>
            </a:p>
          </p:txBody>
        </p:sp>
        <p:sp>
          <p:nvSpPr>
            <p:cNvPr id="26648" name="AutoShape 71">
              <a:extLst>
                <a:ext uri="{FF2B5EF4-FFF2-40B4-BE49-F238E27FC236}">
                  <a16:creationId xmlns:a16="http://schemas.microsoft.com/office/drawing/2014/main" id="{F8DBEE6F-C58B-4FFE-A8AF-C21946822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" y="2912"/>
              <a:ext cx="753" cy="808"/>
            </a:xfrm>
            <a:prstGeom prst="flowChartAlternateProcess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6649" name="Line 72">
              <a:extLst>
                <a:ext uri="{FF2B5EF4-FFF2-40B4-BE49-F238E27FC236}">
                  <a16:creationId xmlns:a16="http://schemas.microsoft.com/office/drawing/2014/main" id="{69038086-0AAA-4A26-BC11-7F5838376E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" y="3078"/>
              <a:ext cx="7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26631" name="Group 88">
            <a:extLst>
              <a:ext uri="{FF2B5EF4-FFF2-40B4-BE49-F238E27FC236}">
                <a16:creationId xmlns:a16="http://schemas.microsoft.com/office/drawing/2014/main" id="{36B1A662-7B47-4A34-8C03-1AC48D4BB67F}"/>
              </a:ext>
            </a:extLst>
          </p:cNvPr>
          <p:cNvGrpSpPr>
            <a:grpSpLocks/>
          </p:cNvGrpSpPr>
          <p:nvPr/>
        </p:nvGrpSpPr>
        <p:grpSpPr bwMode="auto">
          <a:xfrm>
            <a:off x="5041900" y="1803400"/>
            <a:ext cx="1208088" cy="1282700"/>
            <a:chOff x="1832" y="1128"/>
            <a:chExt cx="761" cy="808"/>
          </a:xfrm>
        </p:grpSpPr>
        <p:sp>
          <p:nvSpPr>
            <p:cNvPr id="26642" name="Text Box 74">
              <a:extLst>
                <a:ext uri="{FF2B5EF4-FFF2-40B4-BE49-F238E27FC236}">
                  <a16:creationId xmlns:a16="http://schemas.microsoft.com/office/drawing/2014/main" id="{4118DE52-723E-4DC1-B8FE-6BFE5EAFCC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5" y="1140"/>
              <a:ext cx="583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6643" name="Text Box 75">
              <a:extLst>
                <a:ext uri="{FF2B5EF4-FFF2-40B4-BE49-F238E27FC236}">
                  <a16:creationId xmlns:a16="http://schemas.microsoft.com/office/drawing/2014/main" id="{F170ABED-8E4C-4322-9CEF-D98FF55EFA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6" y="1321"/>
              <a:ext cx="737" cy="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Manage Student Marks</a:t>
              </a:r>
            </a:p>
            <a:p>
              <a:pPr algn="ctr" eaLnBrk="1" hangingPunct="1"/>
              <a:endParaRPr lang="en-GB" altLang="en-US" sz="1200" b="1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GB" altLang="en-US" sz="1200">
                  <a:latin typeface="Times New Roman" panose="02020603050405020304" pitchFamily="18" charset="0"/>
                </a:rPr>
                <a:t>School of Science &amp; Tech</a:t>
              </a:r>
            </a:p>
          </p:txBody>
        </p:sp>
        <p:sp>
          <p:nvSpPr>
            <p:cNvPr id="26644" name="AutoShape 76">
              <a:extLst>
                <a:ext uri="{FF2B5EF4-FFF2-40B4-BE49-F238E27FC236}">
                  <a16:creationId xmlns:a16="http://schemas.microsoft.com/office/drawing/2014/main" id="{7372F480-6C97-46D7-989A-0553FFBFD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9" y="1128"/>
              <a:ext cx="753" cy="808"/>
            </a:xfrm>
            <a:prstGeom prst="flowChartAlternateProcess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6645" name="Line 77">
              <a:extLst>
                <a:ext uri="{FF2B5EF4-FFF2-40B4-BE49-F238E27FC236}">
                  <a16:creationId xmlns:a16="http://schemas.microsoft.com/office/drawing/2014/main" id="{447CF079-90B3-4198-B14A-34B3A30AD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1294"/>
              <a:ext cx="7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26632" name="Group 89">
            <a:extLst>
              <a:ext uri="{FF2B5EF4-FFF2-40B4-BE49-F238E27FC236}">
                <a16:creationId xmlns:a16="http://schemas.microsoft.com/office/drawing/2014/main" id="{8ED52295-7430-4E6A-AC44-C7C9E00698C0}"/>
              </a:ext>
            </a:extLst>
          </p:cNvPr>
          <p:cNvGrpSpPr>
            <a:grpSpLocks/>
          </p:cNvGrpSpPr>
          <p:nvPr/>
        </p:nvGrpSpPr>
        <p:grpSpPr bwMode="auto">
          <a:xfrm>
            <a:off x="5041900" y="3213100"/>
            <a:ext cx="1233488" cy="1282700"/>
            <a:chOff x="1832" y="2016"/>
            <a:chExt cx="777" cy="808"/>
          </a:xfrm>
        </p:grpSpPr>
        <p:sp>
          <p:nvSpPr>
            <p:cNvPr id="26638" name="Text Box 79">
              <a:extLst>
                <a:ext uri="{FF2B5EF4-FFF2-40B4-BE49-F238E27FC236}">
                  <a16:creationId xmlns:a16="http://schemas.microsoft.com/office/drawing/2014/main" id="{0CF07874-B20A-4594-A71D-D583CC7436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5" y="2028"/>
              <a:ext cx="583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1.2</a:t>
              </a:r>
            </a:p>
          </p:txBody>
        </p:sp>
        <p:sp>
          <p:nvSpPr>
            <p:cNvPr id="26639" name="Text Box 80">
              <a:extLst>
                <a:ext uri="{FF2B5EF4-FFF2-40B4-BE49-F238E27FC236}">
                  <a16:creationId xmlns:a16="http://schemas.microsoft.com/office/drawing/2014/main" id="{B5452C63-2191-4931-A333-940C40E39B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4" y="2321"/>
              <a:ext cx="745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Mark Assessments</a:t>
              </a:r>
            </a:p>
            <a:p>
              <a:pPr algn="ctr" eaLnBrk="1" hangingPunct="1"/>
              <a:endParaRPr lang="en-GB" altLang="en-US" sz="120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GB" altLang="en-US" sz="1200">
                  <a:latin typeface="Times New Roman" panose="02020603050405020304" pitchFamily="18" charset="0"/>
                </a:rPr>
                <a:t>Module Leader</a:t>
              </a:r>
            </a:p>
          </p:txBody>
        </p:sp>
        <p:sp>
          <p:nvSpPr>
            <p:cNvPr id="26640" name="AutoShape 81">
              <a:extLst>
                <a:ext uri="{FF2B5EF4-FFF2-40B4-BE49-F238E27FC236}">
                  <a16:creationId xmlns:a16="http://schemas.microsoft.com/office/drawing/2014/main" id="{D2DD9CB0-6872-4818-BDB8-0CF78FD18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9" y="2016"/>
              <a:ext cx="753" cy="808"/>
            </a:xfrm>
            <a:prstGeom prst="flowChartAlternateProcess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6641" name="Line 82">
              <a:extLst>
                <a:ext uri="{FF2B5EF4-FFF2-40B4-BE49-F238E27FC236}">
                  <a16:creationId xmlns:a16="http://schemas.microsoft.com/office/drawing/2014/main" id="{064E3C04-50FE-4546-8742-7F3E7BD094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2182"/>
              <a:ext cx="7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26633" name="Group 90">
            <a:extLst>
              <a:ext uri="{FF2B5EF4-FFF2-40B4-BE49-F238E27FC236}">
                <a16:creationId xmlns:a16="http://schemas.microsoft.com/office/drawing/2014/main" id="{B18EB02A-F04C-4502-A8DC-1DA9A4611F0E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4622800"/>
            <a:ext cx="1347788" cy="1416050"/>
            <a:chOff x="1808" y="2904"/>
            <a:chExt cx="849" cy="892"/>
          </a:xfrm>
        </p:grpSpPr>
        <p:sp>
          <p:nvSpPr>
            <p:cNvPr id="26634" name="Text Box 84">
              <a:extLst>
                <a:ext uri="{FF2B5EF4-FFF2-40B4-BE49-F238E27FC236}">
                  <a16:creationId xmlns:a16="http://schemas.microsoft.com/office/drawing/2014/main" id="{2AF07D16-8415-4C1C-AB3D-0F47A4A3A3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5" y="2916"/>
              <a:ext cx="583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1.2.1</a:t>
              </a:r>
            </a:p>
          </p:txBody>
        </p:sp>
        <p:sp>
          <p:nvSpPr>
            <p:cNvPr id="26635" name="Text Box 85">
              <a:extLst>
                <a:ext uri="{FF2B5EF4-FFF2-40B4-BE49-F238E27FC236}">
                  <a16:creationId xmlns:a16="http://schemas.microsoft.com/office/drawing/2014/main" id="{6C23569B-EAB3-428F-A204-D97B3D63CD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8" y="3089"/>
              <a:ext cx="849" cy="7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Calculate Aggregate Marks</a:t>
              </a:r>
            </a:p>
            <a:p>
              <a:pPr algn="ctr" eaLnBrk="1" hangingPunct="1"/>
              <a:endParaRPr lang="en-GB" altLang="en-US" sz="1200" b="1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GB" altLang="en-US" sz="1200">
                  <a:latin typeface="Times New Roman" panose="02020603050405020304" pitchFamily="18" charset="0"/>
                </a:rPr>
                <a:t>appCalcAggMark.xls</a:t>
              </a:r>
            </a:p>
          </p:txBody>
        </p:sp>
        <p:sp>
          <p:nvSpPr>
            <p:cNvPr id="26636" name="AutoShape 86">
              <a:extLst>
                <a:ext uri="{FF2B5EF4-FFF2-40B4-BE49-F238E27FC236}">
                  <a16:creationId xmlns:a16="http://schemas.microsoft.com/office/drawing/2014/main" id="{252C8681-6FB5-4D0D-9228-ADEE4C0F2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9" y="2904"/>
              <a:ext cx="753" cy="808"/>
            </a:xfrm>
            <a:prstGeom prst="flowChartAlternateProcess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6637" name="Line 87">
              <a:extLst>
                <a:ext uri="{FF2B5EF4-FFF2-40B4-BE49-F238E27FC236}">
                  <a16:creationId xmlns:a16="http://schemas.microsoft.com/office/drawing/2014/main" id="{D6DCE471-ED41-4370-B7ED-5FC8DBCD22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3070"/>
              <a:ext cx="7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MY"/>
            </a:p>
          </p:txBody>
        </p:sp>
      </p:grp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970" name="Rectangle 2">
            <a:extLst>
              <a:ext uri="{FF2B5EF4-FFF2-40B4-BE49-F238E27FC236}">
                <a16:creationId xmlns:a16="http://schemas.microsoft.com/office/drawing/2014/main" id="{9FE076CB-1E84-4A25-80DD-1A234C12B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1358900"/>
            <a:ext cx="4943475" cy="424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2000">
                <a:solidFill>
                  <a:srgbClr val="004D75"/>
                </a:solidFill>
                <a:latin typeface="Verdana" panose="020B0604030504040204" pitchFamily="34" charset="0"/>
              </a:rPr>
              <a:t>Depicts data that are in </a:t>
            </a:r>
            <a:r>
              <a:rPr lang="en-GB" altLang="en-US" sz="2000" i="1">
                <a:solidFill>
                  <a:srgbClr val="004D75"/>
                </a:solidFill>
                <a:latin typeface="Verdana" panose="020B0604030504040204" pitchFamily="34" charset="0"/>
              </a:rPr>
              <a:t>motion</a:t>
            </a:r>
            <a:r>
              <a:rPr lang="en-GB" altLang="en-US" sz="2000">
                <a:solidFill>
                  <a:srgbClr val="004D75"/>
                </a:solidFill>
                <a:latin typeface="Verdana" panose="020B0604030504040204" pitchFamily="34" charset="0"/>
              </a:rPr>
              <a:t> and moving as a unit from one place to another in the system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2000">
                <a:solidFill>
                  <a:srgbClr val="004D75"/>
                </a:solidFill>
                <a:latin typeface="Verdana" panose="020B0604030504040204" pitchFamily="34" charset="0"/>
              </a:rPr>
              <a:t>Represents input to a process and output from a process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2000">
                <a:solidFill>
                  <a:srgbClr val="004D75"/>
                </a:solidFill>
                <a:latin typeface="Verdana" panose="020B0604030504040204" pitchFamily="34" charset="0"/>
              </a:rPr>
              <a:t>Single data flows consist of a single meaningful data attribute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2000">
                <a:solidFill>
                  <a:srgbClr val="004D75"/>
                </a:solidFill>
                <a:latin typeface="Verdana" panose="020B0604030504040204" pitchFamily="34" charset="0"/>
              </a:rPr>
              <a:t>Composite data flow is one that contains other data flows and are used in higher level DFDs for clarity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AE4338EC-0139-497D-9884-055370BA72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05800" cy="74295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600" b="1"/>
              <a:t>DFD Components: </a:t>
            </a:r>
            <a:r>
              <a:rPr lang="en-GB" altLang="en-US" sz="3600" b="1">
                <a:solidFill>
                  <a:srgbClr val="00B050"/>
                </a:solidFill>
              </a:rPr>
              <a:t>Data Flows</a:t>
            </a:r>
          </a:p>
        </p:txBody>
      </p:sp>
      <p:grpSp>
        <p:nvGrpSpPr>
          <p:cNvPr id="851973" name="Group 5">
            <a:extLst>
              <a:ext uri="{FF2B5EF4-FFF2-40B4-BE49-F238E27FC236}">
                <a16:creationId xmlns:a16="http://schemas.microsoft.com/office/drawing/2014/main" id="{F1FFA83B-C055-4E63-B104-BBF7C2F31785}"/>
              </a:ext>
            </a:extLst>
          </p:cNvPr>
          <p:cNvGrpSpPr>
            <a:grpSpLocks/>
          </p:cNvGrpSpPr>
          <p:nvPr/>
        </p:nvGrpSpPr>
        <p:grpSpPr bwMode="auto">
          <a:xfrm>
            <a:off x="749300" y="1411288"/>
            <a:ext cx="2336800" cy="444500"/>
            <a:chOff x="472" y="1273"/>
            <a:chExt cx="1472" cy="236"/>
          </a:xfrm>
        </p:grpSpPr>
        <p:sp>
          <p:nvSpPr>
            <p:cNvPr id="28677" name="Line 6">
              <a:extLst>
                <a:ext uri="{FF2B5EF4-FFF2-40B4-BE49-F238E27FC236}">
                  <a16:creationId xmlns:a16="http://schemas.microsoft.com/office/drawing/2014/main" id="{2AF79364-192F-4B05-9346-FC59DC5960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" y="1472"/>
              <a:ext cx="14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8678" name="Text Box 10">
              <a:extLst>
                <a:ext uri="{FF2B5EF4-FFF2-40B4-BE49-F238E27FC236}">
                  <a16:creationId xmlns:a16="http://schemas.microsoft.com/office/drawing/2014/main" id="{6E718CCB-5A59-40B8-85B8-46764EDC3A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" y="1273"/>
              <a:ext cx="122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>
                <a:buFont typeface="Symbol" panose="05050102010706020507" pitchFamily="18" charset="2"/>
                <a:buNone/>
              </a:pPr>
              <a:r>
                <a:rPr lang="en-GB" altLang="en-US" sz="1400">
                  <a:latin typeface="Times New Roman" panose="02020603050405020304" pitchFamily="18" charset="0"/>
                </a:rPr>
                <a:t>name</a:t>
              </a: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5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5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197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8721F4E0-1451-496E-8D25-344A972AC0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TW" sz="3800" b="1">
                <a:ea typeface="新細明體" panose="02020500000000000000" pitchFamily="18" charset="-120"/>
              </a:rPr>
              <a:t>DFD Diagramming Rules</a:t>
            </a:r>
            <a:br>
              <a:rPr lang="en-US" altLang="zh-TW" sz="3800" b="1">
                <a:ea typeface="新細明體" panose="02020500000000000000" pitchFamily="18" charset="-120"/>
              </a:rPr>
            </a:br>
            <a:r>
              <a:rPr lang="en-US" altLang="zh-TW" sz="3800" b="1">
                <a:solidFill>
                  <a:srgbClr val="92D050"/>
                </a:solidFill>
                <a:ea typeface="新細明體" panose="02020500000000000000" pitchFamily="18" charset="-120"/>
              </a:rPr>
              <a:t>Data Flow</a:t>
            </a:r>
          </a:p>
        </p:txBody>
      </p:sp>
      <p:pic>
        <p:nvPicPr>
          <p:cNvPr id="30723" name="Picture 6">
            <a:extLst>
              <a:ext uri="{FF2B5EF4-FFF2-40B4-BE49-F238E27FC236}">
                <a16:creationId xmlns:a16="http://schemas.microsoft.com/office/drawing/2014/main" id="{E4B9DD90-691E-4429-AAF2-C260EECD3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1819275"/>
            <a:ext cx="7812087" cy="193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875C88BF-78FB-43E8-8434-38FE26616857}"/>
              </a:ext>
            </a:extLst>
          </p:cNvPr>
          <p:cNvSpPr txBox="1">
            <a:spLocks noChangeArrowheads="1"/>
          </p:cNvSpPr>
          <p:nvPr/>
        </p:nvSpPr>
        <p:spPr>
          <a:xfrm>
            <a:off x="479425" y="3863975"/>
            <a:ext cx="8305800" cy="2849563"/>
          </a:xfrm>
          <a:prstGeom prst="rect">
            <a:avLst/>
          </a:prstGeom>
        </p:spPr>
        <p:txBody>
          <a:bodyPr/>
          <a:lstStyle>
            <a:lvl1pPr marL="188913" indent="-188913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+mn-lt"/>
                <a:ea typeface="+mn-ea"/>
                <a:cs typeface="+mn-cs"/>
              </a:defRPr>
            </a:lvl1pPr>
            <a:lvl2pPr marL="379413" indent="-188913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+mn-lt"/>
              </a:defRPr>
            </a:lvl2pPr>
            <a:lvl3pPr marL="530225" indent="-149225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+mn-lt"/>
              </a:defRPr>
            </a:lvl3pPr>
            <a:lvl4pPr marL="862013" indent="-141288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+mn-lt"/>
              </a:defRPr>
            </a:lvl4pPr>
            <a:lvl5pPr marL="1235075" indent="-182563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+mn-lt"/>
              </a:defRPr>
            </a:lvl5pPr>
            <a:lvl6pPr marL="1692275" indent="-182563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+mn-lt"/>
              </a:defRPr>
            </a:lvl6pPr>
            <a:lvl7pPr marL="2149475" indent="-182563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+mn-lt"/>
              </a:defRPr>
            </a:lvl7pPr>
            <a:lvl8pPr marL="2606675" indent="-182563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+mn-lt"/>
              </a:defRPr>
            </a:lvl8pPr>
            <a:lvl9pPr marL="3063875" indent="-182563" algn="l" rtl="0" fontAlgn="base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zh-TW" sz="2400" kern="0" dirty="0">
                <a:ea typeface="新細明體" pitchFamily="18" charset="-120"/>
              </a:rPr>
              <a:t>Data flow from a process to a data store means update (insert, delete or change).</a:t>
            </a:r>
          </a:p>
          <a:p>
            <a:pPr eaLnBrk="1" hangingPunct="1">
              <a:defRPr/>
            </a:pPr>
            <a:r>
              <a:rPr lang="en-US" altLang="zh-TW" sz="2400" kern="0" dirty="0">
                <a:ea typeface="新細明體" pitchFamily="18" charset="-120"/>
              </a:rPr>
              <a:t>Data flow from a data store to a process means retrieve or use.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41555AD6-5A27-457D-9C1C-CB6C62C037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05800" cy="74295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200" b="1"/>
              <a:t>Logical and Physical Data Flows</a:t>
            </a:r>
          </a:p>
        </p:txBody>
      </p:sp>
      <p:sp>
        <p:nvSpPr>
          <p:cNvPr id="32771" name="Text Box 3">
            <a:extLst>
              <a:ext uri="{FF2B5EF4-FFF2-40B4-BE49-F238E27FC236}">
                <a16:creationId xmlns:a16="http://schemas.microsoft.com/office/drawing/2014/main" id="{E31C5FB5-7C43-49A9-9EBA-B2A852424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300" y="1065213"/>
            <a:ext cx="2057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en-GB" altLang="en-US" sz="2800" b="1">
                <a:solidFill>
                  <a:schemeClr val="accent2"/>
                </a:solidFill>
                <a:latin typeface="Verdana" panose="020B0604030504040204" pitchFamily="34" charset="0"/>
              </a:rPr>
              <a:t>Logical</a:t>
            </a:r>
          </a:p>
        </p:txBody>
      </p:sp>
      <p:sp>
        <p:nvSpPr>
          <p:cNvPr id="32772" name="Text Box 4">
            <a:extLst>
              <a:ext uri="{FF2B5EF4-FFF2-40B4-BE49-F238E27FC236}">
                <a16:creationId xmlns:a16="http://schemas.microsoft.com/office/drawing/2014/main" id="{991B98D2-6DFA-47CA-9D73-E695DA324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0" y="1023938"/>
            <a:ext cx="2054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en-GB" altLang="en-US" sz="2800" b="1">
                <a:solidFill>
                  <a:schemeClr val="accent2"/>
                </a:solidFill>
                <a:latin typeface="Verdana" panose="020B0604030504040204" pitchFamily="34" charset="0"/>
              </a:rPr>
              <a:t>Physical</a:t>
            </a:r>
          </a:p>
        </p:txBody>
      </p:sp>
      <p:grpSp>
        <p:nvGrpSpPr>
          <p:cNvPr id="32773" name="Group 5">
            <a:extLst>
              <a:ext uri="{FF2B5EF4-FFF2-40B4-BE49-F238E27FC236}">
                <a16:creationId xmlns:a16="http://schemas.microsoft.com/office/drawing/2014/main" id="{BBD8103B-CA44-4431-B0BA-A2F455C63C94}"/>
              </a:ext>
            </a:extLst>
          </p:cNvPr>
          <p:cNvGrpSpPr>
            <a:grpSpLocks/>
          </p:cNvGrpSpPr>
          <p:nvPr/>
        </p:nvGrpSpPr>
        <p:grpSpPr bwMode="auto">
          <a:xfrm>
            <a:off x="479425" y="4065588"/>
            <a:ext cx="7643813" cy="676275"/>
            <a:chOff x="528" y="2753"/>
            <a:chExt cx="4815" cy="426"/>
          </a:xfrm>
        </p:grpSpPr>
        <p:grpSp>
          <p:nvGrpSpPr>
            <p:cNvPr id="32842" name="Group 6">
              <a:extLst>
                <a:ext uri="{FF2B5EF4-FFF2-40B4-BE49-F238E27FC236}">
                  <a16:creationId xmlns:a16="http://schemas.microsoft.com/office/drawing/2014/main" id="{DEC16266-1C0C-4D8C-BA02-2476C5B1C1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2761"/>
              <a:ext cx="2111" cy="418"/>
              <a:chOff x="528" y="2761"/>
              <a:chExt cx="2111" cy="418"/>
            </a:xfrm>
          </p:grpSpPr>
          <p:grpSp>
            <p:nvGrpSpPr>
              <p:cNvPr id="32852" name="Group 7">
                <a:extLst>
                  <a:ext uri="{FF2B5EF4-FFF2-40B4-BE49-F238E27FC236}">
                    <a16:creationId xmlns:a16="http://schemas.microsoft.com/office/drawing/2014/main" id="{7F4144D5-2FD2-4617-A487-D6C9603F89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09" y="2939"/>
                <a:ext cx="1330" cy="240"/>
                <a:chOff x="1013" y="2987"/>
                <a:chExt cx="1394" cy="352"/>
              </a:xfrm>
            </p:grpSpPr>
            <p:sp>
              <p:nvSpPr>
                <p:cNvPr id="32855" name="Rectangle 8">
                  <a:extLst>
                    <a:ext uri="{FF2B5EF4-FFF2-40B4-BE49-F238E27FC236}">
                      <a16:creationId xmlns:a16="http://schemas.microsoft.com/office/drawing/2014/main" id="{B41BA724-FDF6-460C-9ADE-E924316946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13" y="2994"/>
                  <a:ext cx="1380" cy="311"/>
                </a:xfrm>
                <a:prstGeom prst="rect">
                  <a:avLst/>
                </a:prstGeom>
                <a:solidFill>
                  <a:schemeClr val="bg1"/>
                </a:solidFill>
                <a:ln w="15875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9pPr>
                </a:lstStyle>
                <a:p>
                  <a:pPr eaLnBrk="1" hangingPunct="1"/>
                  <a:endParaRPr lang="en-US" altLang="en-US">
                    <a:solidFill>
                      <a:srgbClr val="004D75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2856" name="Text Box 9">
                  <a:extLst>
                    <a:ext uri="{FF2B5EF4-FFF2-40B4-BE49-F238E27FC236}">
                      <a16:creationId xmlns:a16="http://schemas.microsoft.com/office/drawing/2014/main" id="{AF7CB1E8-5635-4A77-9CE2-9C68EB22784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70" y="3052"/>
                  <a:ext cx="299" cy="242"/>
                </a:xfrm>
                <a:prstGeom prst="rect">
                  <a:avLst/>
                </a:prstGeom>
                <a:solidFill>
                  <a:schemeClr val="bg1">
                    <a:alpha val="50195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9pPr>
                </a:lstStyle>
                <a:p>
                  <a:pPr eaLnBrk="1" hangingPunct="1"/>
                  <a:r>
                    <a:rPr lang="en-GB" altLang="en-US" sz="1200" b="1">
                      <a:latin typeface="Times New Roman" panose="02020603050405020304" pitchFamily="18" charset="0"/>
                    </a:rPr>
                    <a:t>D2</a:t>
                  </a:r>
                </a:p>
              </p:txBody>
            </p:sp>
            <p:sp>
              <p:nvSpPr>
                <p:cNvPr id="32857" name="Text Box 10">
                  <a:extLst>
                    <a:ext uri="{FF2B5EF4-FFF2-40B4-BE49-F238E27FC236}">
                      <a16:creationId xmlns:a16="http://schemas.microsoft.com/office/drawing/2014/main" id="{B431265F-E5AE-46AE-B13A-51245F2925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70" y="3050"/>
                  <a:ext cx="1127" cy="213"/>
                </a:xfrm>
                <a:prstGeom prst="rect">
                  <a:avLst/>
                </a:prstGeom>
                <a:solidFill>
                  <a:schemeClr val="bg1">
                    <a:alpha val="50195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9pPr>
                </a:lstStyle>
                <a:p>
                  <a:pPr algn="ctr" eaLnBrk="1" hangingPunct="1"/>
                  <a:r>
                    <a:rPr lang="en-GB" altLang="en-US" sz="1200" b="1">
                      <a:latin typeface="Times New Roman" panose="02020603050405020304" pitchFamily="18" charset="0"/>
                    </a:rPr>
                    <a:t>Students</a:t>
                  </a:r>
                </a:p>
              </p:txBody>
            </p:sp>
            <p:sp>
              <p:nvSpPr>
                <p:cNvPr id="32858" name="Line 11">
                  <a:extLst>
                    <a:ext uri="{FF2B5EF4-FFF2-40B4-BE49-F238E27FC236}">
                      <a16:creationId xmlns:a16="http://schemas.microsoft.com/office/drawing/2014/main" id="{5335BEAA-61F7-4C68-8980-1386A7A7CD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52" y="2994"/>
                  <a:ext cx="0" cy="309"/>
                </a:xfrm>
                <a:prstGeom prst="line">
                  <a:avLst/>
                </a:prstGeom>
                <a:noFill/>
                <a:ln w="15875">
                  <a:solidFill>
                    <a:schemeClr val="bg2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MY"/>
                </a:p>
              </p:txBody>
            </p:sp>
            <p:sp>
              <p:nvSpPr>
                <p:cNvPr id="32859" name="Rectangle 12">
                  <a:extLst>
                    <a:ext uri="{FF2B5EF4-FFF2-40B4-BE49-F238E27FC236}">
                      <a16:creationId xmlns:a16="http://schemas.microsoft.com/office/drawing/2014/main" id="{98DC2DDA-3EE8-4599-A497-28C7F699C0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white">
                <a:xfrm>
                  <a:off x="2309" y="2987"/>
                  <a:ext cx="98" cy="3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 type="none" w="lg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9pPr>
                </a:lstStyle>
                <a:p>
                  <a:pPr eaLnBrk="1" hangingPunct="1"/>
                  <a:endParaRPr lang="en-US" altLang="en-US">
                    <a:solidFill>
                      <a:srgbClr val="004D75"/>
                    </a:solidFill>
                    <a:latin typeface="Verdana" panose="020B0604030504040204" pitchFamily="34" charset="0"/>
                  </a:endParaRPr>
                </a:p>
              </p:txBody>
            </p:sp>
          </p:grpSp>
          <p:sp>
            <p:nvSpPr>
              <p:cNvPr id="32853" name="Line 13">
                <a:extLst>
                  <a:ext uri="{FF2B5EF4-FFF2-40B4-BE49-F238E27FC236}">
                    <a16:creationId xmlns:a16="http://schemas.microsoft.com/office/drawing/2014/main" id="{EDED041A-7754-4172-8D2E-08442F16D2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3064"/>
                <a:ext cx="7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2854" name="Text Box 14">
                <a:extLst>
                  <a:ext uri="{FF2B5EF4-FFF2-40B4-BE49-F238E27FC236}">
                    <a16:creationId xmlns:a16="http://schemas.microsoft.com/office/drawing/2014/main" id="{38486EE0-999A-4D66-8E82-A27DE8A69C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0" y="2761"/>
                <a:ext cx="524" cy="3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457200" indent="-4572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eaLnBrk="1" hangingPunct="1">
                  <a:buFont typeface="Symbol" panose="05050102010706020507" pitchFamily="18" charset="2"/>
                  <a:buNone/>
                </a:pPr>
                <a:r>
                  <a:rPr lang="en-GB" altLang="en-US" sz="1400">
                    <a:latin typeface="Times New Roman" panose="02020603050405020304" pitchFamily="18" charset="0"/>
                  </a:rPr>
                  <a:t>Student</a:t>
                </a:r>
              </a:p>
              <a:p>
                <a:pPr eaLnBrk="1" hangingPunct="1">
                  <a:buFont typeface="Symbol" panose="05050102010706020507" pitchFamily="18" charset="2"/>
                  <a:buNone/>
                </a:pPr>
                <a:r>
                  <a:rPr lang="en-GB" altLang="en-US" sz="1400">
                    <a:latin typeface="Times New Roman" panose="02020603050405020304" pitchFamily="18" charset="0"/>
                  </a:rPr>
                  <a:t>Details</a:t>
                </a:r>
              </a:p>
            </p:txBody>
          </p:sp>
        </p:grpSp>
        <p:grpSp>
          <p:nvGrpSpPr>
            <p:cNvPr id="32843" name="Group 15">
              <a:extLst>
                <a:ext uri="{FF2B5EF4-FFF2-40B4-BE49-F238E27FC236}">
                  <a16:creationId xmlns:a16="http://schemas.microsoft.com/office/drawing/2014/main" id="{DF6337D3-78F9-4326-B1CC-D739B7BD98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4" y="2753"/>
              <a:ext cx="2159" cy="418"/>
              <a:chOff x="3184" y="2753"/>
              <a:chExt cx="2159" cy="418"/>
            </a:xfrm>
          </p:grpSpPr>
          <p:grpSp>
            <p:nvGrpSpPr>
              <p:cNvPr id="32844" name="Group 16">
                <a:extLst>
                  <a:ext uri="{FF2B5EF4-FFF2-40B4-BE49-F238E27FC236}">
                    <a16:creationId xmlns:a16="http://schemas.microsoft.com/office/drawing/2014/main" id="{9F73DD03-933B-465C-96CD-70C9CE87E0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13" y="2931"/>
                <a:ext cx="1330" cy="240"/>
                <a:chOff x="1013" y="2987"/>
                <a:chExt cx="1394" cy="352"/>
              </a:xfrm>
            </p:grpSpPr>
            <p:sp>
              <p:nvSpPr>
                <p:cNvPr id="32847" name="Rectangle 17">
                  <a:extLst>
                    <a:ext uri="{FF2B5EF4-FFF2-40B4-BE49-F238E27FC236}">
                      <a16:creationId xmlns:a16="http://schemas.microsoft.com/office/drawing/2014/main" id="{F433D733-9E8D-4915-8FAE-77A1FD48A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13" y="2994"/>
                  <a:ext cx="1380" cy="311"/>
                </a:xfrm>
                <a:prstGeom prst="rect">
                  <a:avLst/>
                </a:prstGeom>
                <a:solidFill>
                  <a:schemeClr val="bg1"/>
                </a:solidFill>
                <a:ln w="15875" cap="sq">
                  <a:solidFill>
                    <a:schemeClr val="bg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9pPr>
                </a:lstStyle>
                <a:p>
                  <a:pPr eaLnBrk="1" hangingPunct="1"/>
                  <a:endParaRPr lang="en-US" altLang="en-US">
                    <a:solidFill>
                      <a:srgbClr val="004D75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2848" name="Text Box 18">
                  <a:extLst>
                    <a:ext uri="{FF2B5EF4-FFF2-40B4-BE49-F238E27FC236}">
                      <a16:creationId xmlns:a16="http://schemas.microsoft.com/office/drawing/2014/main" id="{7ADFE988-1559-4AD6-B912-D11EBCE240E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70" y="3052"/>
                  <a:ext cx="299" cy="242"/>
                </a:xfrm>
                <a:prstGeom prst="rect">
                  <a:avLst/>
                </a:prstGeom>
                <a:solidFill>
                  <a:schemeClr val="bg1">
                    <a:alpha val="50195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9pPr>
                </a:lstStyle>
                <a:p>
                  <a:pPr eaLnBrk="1" hangingPunct="1"/>
                  <a:r>
                    <a:rPr lang="en-GB" altLang="en-US" sz="1200" b="1">
                      <a:latin typeface="Times New Roman" panose="02020603050405020304" pitchFamily="18" charset="0"/>
                    </a:rPr>
                    <a:t>D2</a:t>
                  </a:r>
                </a:p>
              </p:txBody>
            </p:sp>
            <p:sp>
              <p:nvSpPr>
                <p:cNvPr id="32849" name="Text Box 19">
                  <a:extLst>
                    <a:ext uri="{FF2B5EF4-FFF2-40B4-BE49-F238E27FC236}">
                      <a16:creationId xmlns:a16="http://schemas.microsoft.com/office/drawing/2014/main" id="{9C44FB75-AF4B-4F95-8590-2898BB51D7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70" y="3050"/>
                  <a:ext cx="1127" cy="213"/>
                </a:xfrm>
                <a:prstGeom prst="rect">
                  <a:avLst/>
                </a:prstGeom>
                <a:solidFill>
                  <a:schemeClr val="bg1">
                    <a:alpha val="50195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9pPr>
                </a:lstStyle>
                <a:p>
                  <a:pPr algn="ctr" eaLnBrk="1" hangingPunct="1"/>
                  <a:r>
                    <a:rPr lang="en-GB" altLang="en-US" sz="1200" b="1">
                      <a:latin typeface="Times New Roman" panose="02020603050405020304" pitchFamily="18" charset="0"/>
                    </a:rPr>
                    <a:t>Oracle: Students</a:t>
                  </a:r>
                </a:p>
              </p:txBody>
            </p:sp>
            <p:sp>
              <p:nvSpPr>
                <p:cNvPr id="32850" name="Line 20">
                  <a:extLst>
                    <a:ext uri="{FF2B5EF4-FFF2-40B4-BE49-F238E27FC236}">
                      <a16:creationId xmlns:a16="http://schemas.microsoft.com/office/drawing/2014/main" id="{E66E93AC-251D-4E94-90B1-66AE8572C6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52" y="2994"/>
                  <a:ext cx="0" cy="309"/>
                </a:xfrm>
                <a:prstGeom prst="line">
                  <a:avLst/>
                </a:prstGeom>
                <a:noFill/>
                <a:ln w="15875">
                  <a:solidFill>
                    <a:schemeClr val="bg2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MY"/>
                </a:p>
              </p:txBody>
            </p:sp>
            <p:sp>
              <p:nvSpPr>
                <p:cNvPr id="32851" name="Rectangle 21">
                  <a:extLst>
                    <a:ext uri="{FF2B5EF4-FFF2-40B4-BE49-F238E27FC236}">
                      <a16:creationId xmlns:a16="http://schemas.microsoft.com/office/drawing/2014/main" id="{6DB95C1E-4AB3-4183-9DD6-9305282F40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white">
                <a:xfrm>
                  <a:off x="2309" y="2987"/>
                  <a:ext cx="98" cy="3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 type="none" w="lg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5pPr>
                  <a:lvl6pPr marL="25146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6pPr>
                  <a:lvl7pPr marL="29718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7pPr>
                  <a:lvl8pPr marL="34290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8pPr>
                  <a:lvl9pPr marL="3886200" indent="-228600" defTabSz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Rockwell" panose="02060603020205020403" pitchFamily="18" charset="0"/>
                    </a:defRPr>
                  </a:lvl9pPr>
                </a:lstStyle>
                <a:p>
                  <a:pPr eaLnBrk="1" hangingPunct="1"/>
                  <a:endParaRPr lang="en-US" altLang="en-US">
                    <a:solidFill>
                      <a:srgbClr val="004D75"/>
                    </a:solidFill>
                    <a:latin typeface="Verdana" panose="020B0604030504040204" pitchFamily="34" charset="0"/>
                  </a:endParaRPr>
                </a:p>
              </p:txBody>
            </p:sp>
          </p:grpSp>
          <p:sp>
            <p:nvSpPr>
              <p:cNvPr id="32845" name="Line 22">
                <a:extLst>
                  <a:ext uri="{FF2B5EF4-FFF2-40B4-BE49-F238E27FC236}">
                    <a16:creationId xmlns:a16="http://schemas.microsoft.com/office/drawing/2014/main" id="{AB323C45-AD9A-4622-B4DF-E4694BDC0D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2" y="3056"/>
                <a:ext cx="7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2846" name="Text Box 23">
                <a:extLst>
                  <a:ext uri="{FF2B5EF4-FFF2-40B4-BE49-F238E27FC236}">
                    <a16:creationId xmlns:a16="http://schemas.microsoft.com/office/drawing/2014/main" id="{7A86B937-88C6-4D3B-85D3-2000A3F11D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84" y="2753"/>
                <a:ext cx="932" cy="3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457200" indent="-4572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eaLnBrk="1" hangingPunct="1">
                  <a:buFont typeface="Symbol" panose="05050102010706020507" pitchFamily="18" charset="2"/>
                  <a:buNone/>
                </a:pPr>
                <a:r>
                  <a:rPr lang="en-GB" altLang="en-US" sz="1400">
                    <a:latin typeface="Times New Roman" panose="02020603050405020304" pitchFamily="18" charset="0"/>
                  </a:rPr>
                  <a:t>SQL Insert:</a:t>
                </a:r>
              </a:p>
              <a:p>
                <a:pPr eaLnBrk="1" hangingPunct="1">
                  <a:buFont typeface="Symbol" panose="05050102010706020507" pitchFamily="18" charset="2"/>
                  <a:buNone/>
                </a:pPr>
                <a:r>
                  <a:rPr lang="en-GB" altLang="en-US" sz="1400">
                    <a:latin typeface="Times New Roman" panose="02020603050405020304" pitchFamily="18" charset="0"/>
                  </a:rPr>
                  <a:t> New Student</a:t>
                </a:r>
              </a:p>
            </p:txBody>
          </p:sp>
        </p:grpSp>
      </p:grpSp>
      <p:sp>
        <p:nvSpPr>
          <p:cNvPr id="32774" name="Line 32">
            <a:extLst>
              <a:ext uri="{FF2B5EF4-FFF2-40B4-BE49-F238E27FC236}">
                <a16:creationId xmlns:a16="http://schemas.microsoft.com/office/drawing/2014/main" id="{40DA2D6D-BC03-4ADE-94A2-D29A6C4640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97025" y="5372100"/>
            <a:ext cx="147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2775" name="Text Box 33">
            <a:extLst>
              <a:ext uri="{FF2B5EF4-FFF2-40B4-BE49-F238E27FC236}">
                <a16:creationId xmlns:a16="http://schemas.microsoft.com/office/drawing/2014/main" id="{7B1906EB-9C02-49EA-91E6-39FDF06E6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5030788"/>
            <a:ext cx="16065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en-GB" altLang="en-US" sz="1400">
                <a:latin typeface="Times New Roman" panose="02020603050405020304" pitchFamily="18" charset="0"/>
              </a:rPr>
              <a:t>Valid Student</a:t>
            </a:r>
          </a:p>
        </p:txBody>
      </p:sp>
      <p:sp>
        <p:nvSpPr>
          <p:cNvPr id="32776" name="Line 47">
            <a:extLst>
              <a:ext uri="{FF2B5EF4-FFF2-40B4-BE49-F238E27FC236}">
                <a16:creationId xmlns:a16="http://schemas.microsoft.com/office/drawing/2014/main" id="{DE0EB946-7BF2-49D7-B54B-3789686CA5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9625" y="5359400"/>
            <a:ext cx="147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2777" name="Text Box 48">
            <a:extLst>
              <a:ext uri="{FF2B5EF4-FFF2-40B4-BE49-F238E27FC236}">
                <a16:creationId xmlns:a16="http://schemas.microsoft.com/office/drawing/2014/main" id="{73CBB3E4-EC34-4434-AF1E-B63D71630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4891088"/>
            <a:ext cx="160655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en-GB" altLang="en-US" sz="1400">
                <a:latin typeface="Times New Roman" panose="02020603050405020304" pitchFamily="18" charset="0"/>
              </a:rPr>
              <a:t>Signed S1 Form:</a:t>
            </a:r>
          </a:p>
          <a:p>
            <a:pPr eaLnBrk="1" hangingPunct="1">
              <a:buFont typeface="Symbol" panose="05050102010706020507" pitchFamily="18" charset="2"/>
              <a:buNone/>
            </a:pPr>
            <a:r>
              <a:rPr lang="en-GB" altLang="en-US" sz="1400">
                <a:latin typeface="Times New Roman" panose="02020603050405020304" pitchFamily="18" charset="0"/>
              </a:rPr>
              <a:t>Valid Student</a:t>
            </a:r>
          </a:p>
        </p:txBody>
      </p:sp>
      <p:sp>
        <p:nvSpPr>
          <p:cNvPr id="32778" name="Line 65">
            <a:extLst>
              <a:ext uri="{FF2B5EF4-FFF2-40B4-BE49-F238E27FC236}">
                <a16:creationId xmlns:a16="http://schemas.microsoft.com/office/drawing/2014/main" id="{3BF55662-DB42-4727-9A7D-191E0D9260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4825" y="3429000"/>
            <a:ext cx="147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2779" name="Text Box 66">
            <a:extLst>
              <a:ext uri="{FF2B5EF4-FFF2-40B4-BE49-F238E27FC236}">
                <a16:creationId xmlns:a16="http://schemas.microsoft.com/office/drawing/2014/main" id="{0A367C00-5A73-4563-B313-A9E123AA5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3087688"/>
            <a:ext cx="16065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en-GB" altLang="en-US" sz="1400">
                <a:latin typeface="Times New Roman" panose="02020603050405020304" pitchFamily="18" charset="0"/>
              </a:rPr>
              <a:t>Account Summary</a:t>
            </a:r>
          </a:p>
        </p:txBody>
      </p:sp>
      <p:sp>
        <p:nvSpPr>
          <p:cNvPr id="32780" name="Line 74">
            <a:extLst>
              <a:ext uri="{FF2B5EF4-FFF2-40B4-BE49-F238E27FC236}">
                <a16:creationId xmlns:a16="http://schemas.microsoft.com/office/drawing/2014/main" id="{872FF7AA-9E7D-4598-821B-CF734A60DA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7425" y="3416300"/>
            <a:ext cx="147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2781" name="Text Box 75">
            <a:extLst>
              <a:ext uri="{FF2B5EF4-FFF2-40B4-BE49-F238E27FC236}">
                <a16:creationId xmlns:a16="http://schemas.microsoft.com/office/drawing/2014/main" id="{5A09AF2D-6168-4A81-9717-3AEEB5159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4725" y="2859088"/>
            <a:ext cx="17208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en-GB" altLang="en-US" sz="1400">
                <a:latin typeface="Times New Roman" panose="02020603050405020304" pitchFamily="18" charset="0"/>
              </a:rPr>
              <a:t>PRINTOUT:</a:t>
            </a:r>
          </a:p>
          <a:p>
            <a:pPr eaLnBrk="1" hangingPunct="1">
              <a:buFont typeface="Symbol" panose="05050102010706020507" pitchFamily="18" charset="2"/>
              <a:buNone/>
            </a:pPr>
            <a:r>
              <a:rPr lang="en-GB" altLang="en-US" sz="1400">
                <a:latin typeface="Times New Roman" panose="02020603050405020304" pitchFamily="18" charset="0"/>
              </a:rPr>
              <a:t>Account Summary</a:t>
            </a:r>
          </a:p>
        </p:txBody>
      </p:sp>
      <p:sp>
        <p:nvSpPr>
          <p:cNvPr id="32782" name="Line 79">
            <a:extLst>
              <a:ext uri="{FF2B5EF4-FFF2-40B4-BE49-F238E27FC236}">
                <a16:creationId xmlns:a16="http://schemas.microsoft.com/office/drawing/2014/main" id="{E93F60BF-0623-4B1C-81AA-E77B5738FA0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625" y="2222500"/>
            <a:ext cx="147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2783" name="Text Box 80">
            <a:extLst>
              <a:ext uri="{FF2B5EF4-FFF2-40B4-BE49-F238E27FC236}">
                <a16:creationId xmlns:a16="http://schemas.microsoft.com/office/drawing/2014/main" id="{13A399EC-F8C0-4224-B485-DCEF19FA9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725" y="1881188"/>
            <a:ext cx="67945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en-GB" altLang="en-US" sz="1400">
                <a:latin typeface="Times New Roman" panose="02020603050405020304" pitchFamily="18" charset="0"/>
              </a:rPr>
              <a:t>Order</a:t>
            </a:r>
          </a:p>
        </p:txBody>
      </p:sp>
      <p:sp>
        <p:nvSpPr>
          <p:cNvPr id="32784" name="Line 88">
            <a:extLst>
              <a:ext uri="{FF2B5EF4-FFF2-40B4-BE49-F238E27FC236}">
                <a16:creationId xmlns:a16="http://schemas.microsoft.com/office/drawing/2014/main" id="{76FCED50-84CB-494B-A7AD-AAE6263EBF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5225" y="2209800"/>
            <a:ext cx="147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32785" name="Text Box 89">
            <a:extLst>
              <a:ext uri="{FF2B5EF4-FFF2-40B4-BE49-F238E27FC236}">
                <a16:creationId xmlns:a16="http://schemas.microsoft.com/office/drawing/2014/main" id="{6255B009-8051-4099-B936-1C05D9D3B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25" y="1716088"/>
            <a:ext cx="1085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en-GB" altLang="en-US" sz="1400">
                <a:latin typeface="Times New Roman" panose="02020603050405020304" pitchFamily="18" charset="0"/>
              </a:rPr>
              <a:t>HTML: </a:t>
            </a:r>
          </a:p>
          <a:p>
            <a:pPr eaLnBrk="1" hangingPunct="1">
              <a:buFont typeface="Symbol" panose="05050102010706020507" pitchFamily="18" charset="2"/>
              <a:buNone/>
            </a:pPr>
            <a:r>
              <a:rPr lang="en-GB" altLang="en-US" sz="1400">
                <a:latin typeface="Times New Roman" panose="02020603050405020304" pitchFamily="18" charset="0"/>
              </a:rPr>
              <a:t>Order Form</a:t>
            </a:r>
          </a:p>
        </p:txBody>
      </p:sp>
      <p:grpSp>
        <p:nvGrpSpPr>
          <p:cNvPr id="32786" name="Group 97">
            <a:extLst>
              <a:ext uri="{FF2B5EF4-FFF2-40B4-BE49-F238E27FC236}">
                <a16:creationId xmlns:a16="http://schemas.microsoft.com/office/drawing/2014/main" id="{BA083E58-6A01-4DB2-8043-BDCC2CB8273B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676400"/>
            <a:ext cx="1104900" cy="1054100"/>
            <a:chOff x="896" y="832"/>
            <a:chExt cx="912" cy="936"/>
          </a:xfrm>
        </p:grpSpPr>
        <p:sp>
          <p:nvSpPr>
            <p:cNvPr id="32838" name="Text Box 98">
              <a:extLst>
                <a:ext uri="{FF2B5EF4-FFF2-40B4-BE49-F238E27FC236}">
                  <a16:creationId xmlns:a16="http://schemas.microsoft.com/office/drawing/2014/main" id="{512190CC-9515-4C47-9CED-1B375E11E4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" y="846"/>
              <a:ext cx="699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839" name="Text Box 99">
              <a:extLst>
                <a:ext uri="{FF2B5EF4-FFF2-40B4-BE49-F238E27FC236}">
                  <a16:creationId xmlns:a16="http://schemas.microsoft.com/office/drawing/2014/main" id="{0F1BD234-EBEF-4F57-BA3B-5990302D01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" y="1185"/>
              <a:ext cx="827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Process Order</a:t>
              </a:r>
            </a:p>
          </p:txBody>
        </p:sp>
        <p:sp>
          <p:nvSpPr>
            <p:cNvPr id="32840" name="AutoShape 100">
              <a:extLst>
                <a:ext uri="{FF2B5EF4-FFF2-40B4-BE49-F238E27FC236}">
                  <a16:creationId xmlns:a16="http://schemas.microsoft.com/office/drawing/2014/main" id="{E17FA377-0A01-4595-9632-FFA6CCB9C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" y="832"/>
              <a:ext cx="904" cy="936"/>
            </a:xfrm>
            <a:prstGeom prst="flowChartAlternateProcess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2841" name="Line 101">
              <a:extLst>
                <a:ext uri="{FF2B5EF4-FFF2-40B4-BE49-F238E27FC236}">
                  <a16:creationId xmlns:a16="http://schemas.microsoft.com/office/drawing/2014/main" id="{94C388E3-2AFD-43A9-832B-F22D9F7666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1024"/>
              <a:ext cx="9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32787" name="Group 102">
            <a:extLst>
              <a:ext uri="{FF2B5EF4-FFF2-40B4-BE49-F238E27FC236}">
                <a16:creationId xmlns:a16="http://schemas.microsoft.com/office/drawing/2014/main" id="{573BE392-F2FB-4D46-A62A-90E86C761347}"/>
              </a:ext>
            </a:extLst>
          </p:cNvPr>
          <p:cNvGrpSpPr>
            <a:grpSpLocks/>
          </p:cNvGrpSpPr>
          <p:nvPr/>
        </p:nvGrpSpPr>
        <p:grpSpPr bwMode="auto">
          <a:xfrm>
            <a:off x="6438900" y="1638300"/>
            <a:ext cx="1119188" cy="1054100"/>
            <a:chOff x="1832" y="1128"/>
            <a:chExt cx="761" cy="808"/>
          </a:xfrm>
        </p:grpSpPr>
        <p:sp>
          <p:nvSpPr>
            <p:cNvPr id="32834" name="Text Box 103">
              <a:extLst>
                <a:ext uri="{FF2B5EF4-FFF2-40B4-BE49-F238E27FC236}">
                  <a16:creationId xmlns:a16="http://schemas.microsoft.com/office/drawing/2014/main" id="{58506945-A1B3-4FDD-AD10-AAC90B2CDB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5" y="1140"/>
              <a:ext cx="583" cy="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835" name="Text Box 104">
              <a:extLst>
                <a:ext uri="{FF2B5EF4-FFF2-40B4-BE49-F238E27FC236}">
                  <a16:creationId xmlns:a16="http://schemas.microsoft.com/office/drawing/2014/main" id="{6DDFC79B-492A-444F-8C73-BF39335BF9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6" y="1321"/>
              <a:ext cx="737" cy="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Process Order</a:t>
              </a:r>
            </a:p>
            <a:p>
              <a:pPr algn="ctr" eaLnBrk="1" hangingPunct="1"/>
              <a:endParaRPr lang="en-GB" altLang="en-US" sz="1200" b="1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GB" altLang="en-US" sz="1200">
                  <a:latin typeface="Times New Roman" panose="02020603050405020304" pitchFamily="18" charset="0"/>
                </a:rPr>
                <a:t>Java OPS</a:t>
              </a:r>
            </a:p>
          </p:txBody>
        </p:sp>
        <p:sp>
          <p:nvSpPr>
            <p:cNvPr id="32836" name="AutoShape 105">
              <a:extLst>
                <a:ext uri="{FF2B5EF4-FFF2-40B4-BE49-F238E27FC236}">
                  <a16:creationId xmlns:a16="http://schemas.microsoft.com/office/drawing/2014/main" id="{18D120E1-12B1-45C4-BFAB-29DBEEA903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9" y="1128"/>
              <a:ext cx="753" cy="808"/>
            </a:xfrm>
            <a:prstGeom prst="flowChartAlternateProcess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2837" name="Line 106">
              <a:extLst>
                <a:ext uri="{FF2B5EF4-FFF2-40B4-BE49-F238E27FC236}">
                  <a16:creationId xmlns:a16="http://schemas.microsoft.com/office/drawing/2014/main" id="{A41BEB40-A126-4DF4-92C6-C01D756C9D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1294"/>
              <a:ext cx="7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32788" name="Group 107">
            <a:extLst>
              <a:ext uri="{FF2B5EF4-FFF2-40B4-BE49-F238E27FC236}">
                <a16:creationId xmlns:a16="http://schemas.microsoft.com/office/drawing/2014/main" id="{5C56C1EA-AF5C-4E03-B55F-F003EEA536ED}"/>
              </a:ext>
            </a:extLst>
          </p:cNvPr>
          <p:cNvGrpSpPr>
            <a:grpSpLocks/>
          </p:cNvGrpSpPr>
          <p:nvPr/>
        </p:nvGrpSpPr>
        <p:grpSpPr bwMode="auto">
          <a:xfrm>
            <a:off x="660400" y="2895600"/>
            <a:ext cx="1104900" cy="1054100"/>
            <a:chOff x="896" y="832"/>
            <a:chExt cx="912" cy="936"/>
          </a:xfrm>
        </p:grpSpPr>
        <p:sp>
          <p:nvSpPr>
            <p:cNvPr id="32830" name="Text Box 108">
              <a:extLst>
                <a:ext uri="{FF2B5EF4-FFF2-40B4-BE49-F238E27FC236}">
                  <a16:creationId xmlns:a16="http://schemas.microsoft.com/office/drawing/2014/main" id="{3E9C8DEE-75B3-4088-86A0-63E02B2B8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" y="846"/>
              <a:ext cx="699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831" name="Text Box 109">
              <a:extLst>
                <a:ext uri="{FF2B5EF4-FFF2-40B4-BE49-F238E27FC236}">
                  <a16:creationId xmlns:a16="http://schemas.microsoft.com/office/drawing/2014/main" id="{3BEFB1D6-7508-42DC-9FC4-C502A82C3A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" y="1185"/>
              <a:ext cx="827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Generate Account Summary</a:t>
              </a:r>
            </a:p>
          </p:txBody>
        </p:sp>
        <p:sp>
          <p:nvSpPr>
            <p:cNvPr id="32832" name="AutoShape 110">
              <a:extLst>
                <a:ext uri="{FF2B5EF4-FFF2-40B4-BE49-F238E27FC236}">
                  <a16:creationId xmlns:a16="http://schemas.microsoft.com/office/drawing/2014/main" id="{55384037-7925-4F09-A3EC-1E7B2F65C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" y="832"/>
              <a:ext cx="904" cy="936"/>
            </a:xfrm>
            <a:prstGeom prst="flowChartAlternateProcess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2833" name="Line 111">
              <a:extLst>
                <a:ext uri="{FF2B5EF4-FFF2-40B4-BE49-F238E27FC236}">
                  <a16:creationId xmlns:a16="http://schemas.microsoft.com/office/drawing/2014/main" id="{1DC8B496-4287-4C9E-B7C4-39E30EB7ED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1024"/>
              <a:ext cx="9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32789" name="Group 117">
            <a:extLst>
              <a:ext uri="{FF2B5EF4-FFF2-40B4-BE49-F238E27FC236}">
                <a16:creationId xmlns:a16="http://schemas.microsoft.com/office/drawing/2014/main" id="{629B4609-6552-4AC3-B4CE-36A0FC9D9D7A}"/>
              </a:ext>
            </a:extLst>
          </p:cNvPr>
          <p:cNvGrpSpPr>
            <a:grpSpLocks/>
          </p:cNvGrpSpPr>
          <p:nvPr/>
        </p:nvGrpSpPr>
        <p:grpSpPr bwMode="auto">
          <a:xfrm>
            <a:off x="4899025" y="2857500"/>
            <a:ext cx="1211263" cy="1054100"/>
            <a:chOff x="4814" y="1952"/>
            <a:chExt cx="763" cy="664"/>
          </a:xfrm>
        </p:grpSpPr>
        <p:sp>
          <p:nvSpPr>
            <p:cNvPr id="32826" name="Text Box 113">
              <a:extLst>
                <a:ext uri="{FF2B5EF4-FFF2-40B4-BE49-F238E27FC236}">
                  <a16:creationId xmlns:a16="http://schemas.microsoft.com/office/drawing/2014/main" id="{8CB41C60-45BE-4906-AB1E-8277140B4C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7" y="1962"/>
              <a:ext cx="540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827" name="Text Box 114">
              <a:extLst>
                <a:ext uri="{FF2B5EF4-FFF2-40B4-BE49-F238E27FC236}">
                  <a16:creationId xmlns:a16="http://schemas.microsoft.com/office/drawing/2014/main" id="{658A582D-0091-45FE-8BCD-A4E282495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4" y="2095"/>
              <a:ext cx="763" cy="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Generate Account Summary</a:t>
              </a:r>
            </a:p>
            <a:p>
              <a:pPr algn="ctr" eaLnBrk="1" hangingPunct="1"/>
              <a:r>
                <a:rPr lang="en-GB" altLang="en-US" sz="1200">
                  <a:latin typeface="Times New Roman" panose="02020603050405020304" pitchFamily="18" charset="0"/>
                </a:rPr>
                <a:t>Sage Accounts</a:t>
              </a:r>
            </a:p>
          </p:txBody>
        </p:sp>
        <p:sp>
          <p:nvSpPr>
            <p:cNvPr id="32828" name="AutoShape 115">
              <a:extLst>
                <a:ext uri="{FF2B5EF4-FFF2-40B4-BE49-F238E27FC236}">
                  <a16:creationId xmlns:a16="http://schemas.microsoft.com/office/drawing/2014/main" id="{7541F95C-2578-4EC2-9B2D-46CCA5FF5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" y="1952"/>
              <a:ext cx="698" cy="664"/>
            </a:xfrm>
            <a:prstGeom prst="flowChartAlternateProcess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2829" name="Line 116">
              <a:extLst>
                <a:ext uri="{FF2B5EF4-FFF2-40B4-BE49-F238E27FC236}">
                  <a16:creationId xmlns:a16="http://schemas.microsoft.com/office/drawing/2014/main" id="{72E65E82-55CA-4CB8-AEE3-35343CC161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0" y="2088"/>
              <a:ext cx="6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32790" name="Group 118">
            <a:extLst>
              <a:ext uri="{FF2B5EF4-FFF2-40B4-BE49-F238E27FC236}">
                <a16:creationId xmlns:a16="http://schemas.microsoft.com/office/drawing/2014/main" id="{9F448A84-EA8D-48E2-8ECB-F287768BD49C}"/>
              </a:ext>
            </a:extLst>
          </p:cNvPr>
          <p:cNvGrpSpPr>
            <a:grpSpLocks/>
          </p:cNvGrpSpPr>
          <p:nvPr/>
        </p:nvGrpSpPr>
        <p:grpSpPr bwMode="auto">
          <a:xfrm>
            <a:off x="469900" y="4876800"/>
            <a:ext cx="1104900" cy="1054100"/>
            <a:chOff x="896" y="832"/>
            <a:chExt cx="912" cy="936"/>
          </a:xfrm>
        </p:grpSpPr>
        <p:sp>
          <p:nvSpPr>
            <p:cNvPr id="32822" name="Text Box 119">
              <a:extLst>
                <a:ext uri="{FF2B5EF4-FFF2-40B4-BE49-F238E27FC236}">
                  <a16:creationId xmlns:a16="http://schemas.microsoft.com/office/drawing/2014/main" id="{4A557D08-EB8B-441C-9438-9728E04BB7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" y="846"/>
              <a:ext cx="699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823" name="Text Box 120">
              <a:extLst>
                <a:ext uri="{FF2B5EF4-FFF2-40B4-BE49-F238E27FC236}">
                  <a16:creationId xmlns:a16="http://schemas.microsoft.com/office/drawing/2014/main" id="{BCC9C07F-4CBE-4809-9FF0-B1E451F584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" y="1185"/>
              <a:ext cx="827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Validate Student Application</a:t>
              </a:r>
            </a:p>
          </p:txBody>
        </p:sp>
        <p:sp>
          <p:nvSpPr>
            <p:cNvPr id="32824" name="AutoShape 121">
              <a:extLst>
                <a:ext uri="{FF2B5EF4-FFF2-40B4-BE49-F238E27FC236}">
                  <a16:creationId xmlns:a16="http://schemas.microsoft.com/office/drawing/2014/main" id="{4CB95A03-6786-4D1C-ADFD-6449ABB85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" y="832"/>
              <a:ext cx="904" cy="936"/>
            </a:xfrm>
            <a:prstGeom prst="flowChartAlternateProcess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2825" name="Line 122">
              <a:extLst>
                <a:ext uri="{FF2B5EF4-FFF2-40B4-BE49-F238E27FC236}">
                  <a16:creationId xmlns:a16="http://schemas.microsoft.com/office/drawing/2014/main" id="{42D1E302-9A93-4954-94E3-C57108151A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1024"/>
              <a:ext cx="9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32791" name="Group 123">
            <a:extLst>
              <a:ext uri="{FF2B5EF4-FFF2-40B4-BE49-F238E27FC236}">
                <a16:creationId xmlns:a16="http://schemas.microsoft.com/office/drawing/2014/main" id="{73CD406A-94D2-4631-A39B-6A237B103EBD}"/>
              </a:ext>
            </a:extLst>
          </p:cNvPr>
          <p:cNvGrpSpPr>
            <a:grpSpLocks/>
          </p:cNvGrpSpPr>
          <p:nvPr/>
        </p:nvGrpSpPr>
        <p:grpSpPr bwMode="auto">
          <a:xfrm>
            <a:off x="4721225" y="4864100"/>
            <a:ext cx="1211263" cy="1054100"/>
            <a:chOff x="4814" y="1952"/>
            <a:chExt cx="763" cy="664"/>
          </a:xfrm>
        </p:grpSpPr>
        <p:sp>
          <p:nvSpPr>
            <p:cNvPr id="32818" name="Text Box 124">
              <a:extLst>
                <a:ext uri="{FF2B5EF4-FFF2-40B4-BE49-F238E27FC236}">
                  <a16:creationId xmlns:a16="http://schemas.microsoft.com/office/drawing/2014/main" id="{F4118F80-5E21-47BA-8C2B-CA410D241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7" y="1962"/>
              <a:ext cx="540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2819" name="Text Box 125">
              <a:extLst>
                <a:ext uri="{FF2B5EF4-FFF2-40B4-BE49-F238E27FC236}">
                  <a16:creationId xmlns:a16="http://schemas.microsoft.com/office/drawing/2014/main" id="{83C880E8-7A9F-4FB0-B0EB-64F54B0CB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4" y="2095"/>
              <a:ext cx="763" cy="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Validate Student Application</a:t>
              </a:r>
            </a:p>
            <a:p>
              <a:pPr algn="ctr" eaLnBrk="1" hangingPunct="1"/>
              <a:r>
                <a:rPr lang="en-GB" altLang="en-US" sz="1200">
                  <a:latin typeface="Times New Roman" panose="02020603050405020304" pitchFamily="18" charset="0"/>
                </a:rPr>
                <a:t>Admin Office</a:t>
              </a:r>
            </a:p>
          </p:txBody>
        </p:sp>
        <p:sp>
          <p:nvSpPr>
            <p:cNvPr id="32820" name="AutoShape 126">
              <a:extLst>
                <a:ext uri="{FF2B5EF4-FFF2-40B4-BE49-F238E27FC236}">
                  <a16:creationId xmlns:a16="http://schemas.microsoft.com/office/drawing/2014/main" id="{4BD775A6-1362-4B43-9D65-65DF7D374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" y="1952"/>
              <a:ext cx="698" cy="664"/>
            </a:xfrm>
            <a:prstGeom prst="flowChartAlternateProcess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2821" name="Line 127">
              <a:extLst>
                <a:ext uri="{FF2B5EF4-FFF2-40B4-BE49-F238E27FC236}">
                  <a16:creationId xmlns:a16="http://schemas.microsoft.com/office/drawing/2014/main" id="{C8462A99-9039-473D-8727-9A83163A51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0" y="2088"/>
              <a:ext cx="6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32792" name="Group 128">
            <a:extLst>
              <a:ext uri="{FF2B5EF4-FFF2-40B4-BE49-F238E27FC236}">
                <a16:creationId xmlns:a16="http://schemas.microsoft.com/office/drawing/2014/main" id="{E547FB09-3395-4CDE-A168-4262167BE320}"/>
              </a:ext>
            </a:extLst>
          </p:cNvPr>
          <p:cNvGrpSpPr>
            <a:grpSpLocks/>
          </p:cNvGrpSpPr>
          <p:nvPr/>
        </p:nvGrpSpPr>
        <p:grpSpPr bwMode="auto">
          <a:xfrm>
            <a:off x="3046413" y="4902200"/>
            <a:ext cx="1104900" cy="1054100"/>
            <a:chOff x="896" y="832"/>
            <a:chExt cx="912" cy="936"/>
          </a:xfrm>
        </p:grpSpPr>
        <p:sp>
          <p:nvSpPr>
            <p:cNvPr id="32814" name="Text Box 129">
              <a:extLst>
                <a:ext uri="{FF2B5EF4-FFF2-40B4-BE49-F238E27FC236}">
                  <a16:creationId xmlns:a16="http://schemas.microsoft.com/office/drawing/2014/main" id="{C50B15D0-FB89-407C-AEE1-D1C4E00652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" y="846"/>
              <a:ext cx="699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815" name="Text Box 130">
              <a:extLst>
                <a:ext uri="{FF2B5EF4-FFF2-40B4-BE49-F238E27FC236}">
                  <a16:creationId xmlns:a16="http://schemas.microsoft.com/office/drawing/2014/main" id="{636202E4-4840-44FD-82E4-D77EE7D14A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" y="1185"/>
              <a:ext cx="827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Register Student</a:t>
              </a:r>
            </a:p>
          </p:txBody>
        </p:sp>
        <p:sp>
          <p:nvSpPr>
            <p:cNvPr id="32816" name="AutoShape 131">
              <a:extLst>
                <a:ext uri="{FF2B5EF4-FFF2-40B4-BE49-F238E27FC236}">
                  <a16:creationId xmlns:a16="http://schemas.microsoft.com/office/drawing/2014/main" id="{3614CE8C-AAEB-4231-91F4-212C7353A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" y="832"/>
              <a:ext cx="904" cy="936"/>
            </a:xfrm>
            <a:prstGeom prst="flowChartAlternateProcess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2817" name="Line 132">
              <a:extLst>
                <a:ext uri="{FF2B5EF4-FFF2-40B4-BE49-F238E27FC236}">
                  <a16:creationId xmlns:a16="http://schemas.microsoft.com/office/drawing/2014/main" id="{45FB0AC7-6B33-4247-8821-0528E3291A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1024"/>
              <a:ext cx="9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32793" name="Group 133">
            <a:extLst>
              <a:ext uri="{FF2B5EF4-FFF2-40B4-BE49-F238E27FC236}">
                <a16:creationId xmlns:a16="http://schemas.microsoft.com/office/drawing/2014/main" id="{EC072BBF-9E49-4572-A854-9DC8CA0C4038}"/>
              </a:ext>
            </a:extLst>
          </p:cNvPr>
          <p:cNvGrpSpPr>
            <a:grpSpLocks/>
          </p:cNvGrpSpPr>
          <p:nvPr/>
        </p:nvGrpSpPr>
        <p:grpSpPr bwMode="auto">
          <a:xfrm>
            <a:off x="7335838" y="4889500"/>
            <a:ext cx="1211262" cy="1054100"/>
            <a:chOff x="4814" y="1952"/>
            <a:chExt cx="763" cy="664"/>
          </a:xfrm>
        </p:grpSpPr>
        <p:sp>
          <p:nvSpPr>
            <p:cNvPr id="32810" name="Text Box 134">
              <a:extLst>
                <a:ext uri="{FF2B5EF4-FFF2-40B4-BE49-F238E27FC236}">
                  <a16:creationId xmlns:a16="http://schemas.microsoft.com/office/drawing/2014/main" id="{3B8A5B63-3A68-4C5B-8F11-24B52819F8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7" y="1962"/>
              <a:ext cx="540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811" name="Text Box 135">
              <a:extLst>
                <a:ext uri="{FF2B5EF4-FFF2-40B4-BE49-F238E27FC236}">
                  <a16:creationId xmlns:a16="http://schemas.microsoft.com/office/drawing/2014/main" id="{D243DD0E-F621-4774-A17E-DBC38E34C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4" y="2095"/>
              <a:ext cx="763" cy="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Register Student</a:t>
              </a:r>
            </a:p>
            <a:p>
              <a:pPr algn="ctr" eaLnBrk="1" hangingPunct="1"/>
              <a:r>
                <a:rPr lang="en-GB" altLang="en-US" sz="1200">
                  <a:latin typeface="Times New Roman" panose="02020603050405020304" pitchFamily="18" charset="0"/>
                </a:rPr>
                <a:t>Registrar</a:t>
              </a:r>
            </a:p>
          </p:txBody>
        </p:sp>
        <p:sp>
          <p:nvSpPr>
            <p:cNvPr id="32812" name="AutoShape 136">
              <a:extLst>
                <a:ext uri="{FF2B5EF4-FFF2-40B4-BE49-F238E27FC236}">
                  <a16:creationId xmlns:a16="http://schemas.microsoft.com/office/drawing/2014/main" id="{830E34A2-9E3E-4E33-8B1D-9356D935B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6" y="1952"/>
              <a:ext cx="698" cy="664"/>
            </a:xfrm>
            <a:prstGeom prst="flowChartAlternateProcess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2813" name="Line 137">
              <a:extLst>
                <a:ext uri="{FF2B5EF4-FFF2-40B4-BE49-F238E27FC236}">
                  <a16:creationId xmlns:a16="http://schemas.microsoft.com/office/drawing/2014/main" id="{F715CFA0-FEB6-4688-8711-C1B352DDAE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0" y="2088"/>
              <a:ext cx="6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32794" name="Group 3">
            <a:extLst>
              <a:ext uri="{FF2B5EF4-FFF2-40B4-BE49-F238E27FC236}">
                <a16:creationId xmlns:a16="http://schemas.microsoft.com/office/drawing/2014/main" id="{38D78503-229B-4D2B-A816-A8A4ADEE9E1B}"/>
              </a:ext>
            </a:extLst>
          </p:cNvPr>
          <p:cNvGrpSpPr>
            <a:grpSpLocks/>
          </p:cNvGrpSpPr>
          <p:nvPr/>
        </p:nvGrpSpPr>
        <p:grpSpPr bwMode="auto">
          <a:xfrm>
            <a:off x="3255963" y="2163763"/>
            <a:ext cx="566737" cy="160337"/>
            <a:chOff x="3255792" y="2163816"/>
            <a:chExt cx="567000" cy="15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51E7063-3ADE-4752-9B35-2ACC9A2F9229}"/>
                    </a:ext>
                  </a:extLst>
                </p14:cNvPr>
                <p14:cNvContentPartPr/>
                <p14:nvPr/>
              </p14:nvContentPartPr>
              <p14:xfrm>
                <a:off x="3255792" y="2234736"/>
                <a:ext cx="466560" cy="32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51E7063-3ADE-4752-9B35-2ACC9A2F922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246792" y="2225736"/>
                  <a:ext cx="4842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998F6B9-80F7-42F5-A2EE-F37D53E3C8E9}"/>
                    </a:ext>
                  </a:extLst>
                </p14:cNvPr>
                <p14:cNvContentPartPr/>
                <p14:nvPr/>
              </p14:nvContentPartPr>
              <p14:xfrm>
                <a:off x="3674472" y="2163816"/>
                <a:ext cx="148320" cy="159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998F6B9-80F7-42F5-A2EE-F37D53E3C8E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65472" y="2154796"/>
                  <a:ext cx="165960" cy="17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95" name="Group 6">
            <a:extLst>
              <a:ext uri="{FF2B5EF4-FFF2-40B4-BE49-F238E27FC236}">
                <a16:creationId xmlns:a16="http://schemas.microsoft.com/office/drawing/2014/main" id="{0C0063BF-6B6F-4BAC-BF6A-EF34B0C59C13}"/>
              </a:ext>
            </a:extLst>
          </p:cNvPr>
          <p:cNvGrpSpPr>
            <a:grpSpLocks/>
          </p:cNvGrpSpPr>
          <p:nvPr/>
        </p:nvGrpSpPr>
        <p:grpSpPr bwMode="auto">
          <a:xfrm>
            <a:off x="258763" y="3336925"/>
            <a:ext cx="411162" cy="258763"/>
            <a:chOff x="259512" y="3337056"/>
            <a:chExt cx="41040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75241D5-576B-40E5-A9E5-775C9509492E}"/>
                    </a:ext>
                  </a:extLst>
                </p14:cNvPr>
                <p14:cNvContentPartPr/>
                <p14:nvPr/>
              </p14:nvContentPartPr>
              <p14:xfrm>
                <a:off x="259512" y="3414816"/>
                <a:ext cx="360720" cy="56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75241D5-576B-40E5-A9E5-775C9509492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0512" y="3405816"/>
                  <a:ext cx="3783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F3A8AD3-BF4D-404F-BDEA-71D5548B0B5F}"/>
                    </a:ext>
                  </a:extLst>
                </p14:cNvPr>
                <p14:cNvContentPartPr/>
                <p14:nvPr/>
              </p14:nvContentPartPr>
              <p14:xfrm>
                <a:off x="550032" y="3337056"/>
                <a:ext cx="119880" cy="258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F3A8AD3-BF4D-404F-BDEA-71D5548B0B5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41032" y="3328043"/>
                  <a:ext cx="137520" cy="2761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3D3C6CE-1973-4582-A794-385EFA550B6B}"/>
                  </a:ext>
                </a:extLst>
              </p14:cNvPr>
              <p14:cNvContentPartPr/>
              <p14:nvPr/>
            </p14:nvContentPartPr>
            <p14:xfrm>
              <a:off x="5183952" y="1629576"/>
              <a:ext cx="692640" cy="383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3D3C6CE-1973-4582-A794-385EFA550B6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74957" y="1620576"/>
                <a:ext cx="710271" cy="40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797" name="Group 13">
            <a:extLst>
              <a:ext uri="{FF2B5EF4-FFF2-40B4-BE49-F238E27FC236}">
                <a16:creationId xmlns:a16="http://schemas.microsoft.com/office/drawing/2014/main" id="{7784106E-C34A-407C-9FC5-91BFD4B2710E}"/>
              </a:ext>
            </a:extLst>
          </p:cNvPr>
          <p:cNvGrpSpPr>
            <a:grpSpLocks/>
          </p:cNvGrpSpPr>
          <p:nvPr/>
        </p:nvGrpSpPr>
        <p:grpSpPr bwMode="auto">
          <a:xfrm>
            <a:off x="6161088" y="2411413"/>
            <a:ext cx="1304925" cy="763587"/>
            <a:chOff x="6161352" y="2411136"/>
            <a:chExt cx="1305360" cy="76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B96693B-6901-4DF6-8E03-FEE8A3DA6904}"/>
                    </a:ext>
                  </a:extLst>
                </p14:cNvPr>
                <p14:cNvContentPartPr/>
                <p14:nvPr/>
              </p14:nvContentPartPr>
              <p14:xfrm>
                <a:off x="6631872" y="2411136"/>
                <a:ext cx="834840" cy="418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B96693B-6901-4DF6-8E03-FEE8A3DA690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22872" y="2402136"/>
                  <a:ext cx="85248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D350083-4234-4B7C-9068-EB21867C00E8}"/>
                    </a:ext>
                  </a:extLst>
                </p14:cNvPr>
                <p14:cNvContentPartPr/>
                <p14:nvPr/>
              </p14:nvContentPartPr>
              <p14:xfrm>
                <a:off x="6161352" y="2825496"/>
                <a:ext cx="1009080" cy="349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D350083-4234-4B7C-9068-EB21867C00E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52352" y="2816496"/>
                  <a:ext cx="1026720" cy="36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98" name="Group 12">
            <a:extLst>
              <a:ext uri="{FF2B5EF4-FFF2-40B4-BE49-F238E27FC236}">
                <a16:creationId xmlns:a16="http://schemas.microsoft.com/office/drawing/2014/main" id="{2B10B1DA-4937-4FDE-BD47-0AD9D5FDFF99}"/>
              </a:ext>
            </a:extLst>
          </p:cNvPr>
          <p:cNvGrpSpPr>
            <a:grpSpLocks/>
          </p:cNvGrpSpPr>
          <p:nvPr/>
        </p:nvGrpSpPr>
        <p:grpSpPr bwMode="auto">
          <a:xfrm>
            <a:off x="4681538" y="3609975"/>
            <a:ext cx="1406525" cy="811213"/>
            <a:chOff x="4681392" y="3609216"/>
            <a:chExt cx="1406520" cy="81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88C5ACE-C4A1-441E-A8AF-04BCAD0DD808}"/>
                    </a:ext>
                  </a:extLst>
                </p14:cNvPr>
                <p14:cNvContentPartPr/>
                <p14:nvPr/>
              </p14:nvContentPartPr>
              <p14:xfrm>
                <a:off x="4938432" y="3609216"/>
                <a:ext cx="1149480" cy="442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88C5ACE-C4A1-441E-A8AF-04BCAD0DD80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929432" y="3600216"/>
                  <a:ext cx="116712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456A3B5-627D-4C2A-B7B2-8398C8EA7E60}"/>
                    </a:ext>
                  </a:extLst>
                </p14:cNvPr>
                <p14:cNvContentPartPr/>
                <p14:nvPr/>
              </p14:nvContentPartPr>
              <p14:xfrm>
                <a:off x="4681392" y="4039776"/>
                <a:ext cx="984240" cy="381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456A3B5-627D-4C2A-B7B2-8398C8EA7E6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672392" y="4030776"/>
                  <a:ext cx="1001880" cy="39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6AFF234-F829-4E6B-91B4-CED48B933861}"/>
                  </a:ext>
                </a:extLst>
              </p14:cNvPr>
              <p14:cNvContentPartPr/>
              <p14:nvPr/>
            </p14:nvContentPartPr>
            <p14:xfrm>
              <a:off x="6618552" y="4288536"/>
              <a:ext cx="686880" cy="471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6AFF234-F829-4E6B-91B4-CED48B93386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609557" y="4279536"/>
                <a:ext cx="704511" cy="4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A9B7F53-38D2-4AA7-828D-81236E9390B5}"/>
                  </a:ext>
                </a:extLst>
              </p14:cNvPr>
              <p14:cNvContentPartPr/>
              <p14:nvPr/>
            </p14:nvContentPartPr>
            <p14:xfrm>
              <a:off x="7616112" y="5508936"/>
              <a:ext cx="680760" cy="276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A9B7F53-38D2-4AA7-828D-81236E9390B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607117" y="5499936"/>
                <a:ext cx="698391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E4976E9-09EE-4D4B-9189-59D5C1F32F0D}"/>
                  </a:ext>
                </a:extLst>
              </p14:cNvPr>
              <p14:cNvContentPartPr/>
              <p14:nvPr/>
            </p14:nvContentPartPr>
            <p14:xfrm>
              <a:off x="4741872" y="5613696"/>
              <a:ext cx="1119960" cy="3909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E4976E9-09EE-4D4B-9189-59D5C1F32F0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732872" y="5604704"/>
                <a:ext cx="1137600" cy="40858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874" name="Rectangle 2">
            <a:extLst>
              <a:ext uri="{FF2B5EF4-FFF2-40B4-BE49-F238E27FC236}">
                <a16:creationId xmlns:a16="http://schemas.microsoft.com/office/drawing/2014/main" id="{521C607A-B982-4628-A09D-81902898F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2650" y="1358900"/>
            <a:ext cx="5324475" cy="467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4762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2400">
                <a:solidFill>
                  <a:srgbClr val="004D75"/>
                </a:solidFill>
                <a:latin typeface="Verdana" panose="020B0604030504040204" pitchFamily="34" charset="0"/>
              </a:rPr>
              <a:t>Depicts data at </a:t>
            </a:r>
            <a:r>
              <a:rPr lang="en-GB" altLang="en-US" sz="2400" i="1">
                <a:solidFill>
                  <a:srgbClr val="004D75"/>
                </a:solidFill>
                <a:latin typeface="Verdana" panose="020B0604030504040204" pitchFamily="34" charset="0"/>
              </a:rPr>
              <a:t>rest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2400">
                <a:solidFill>
                  <a:srgbClr val="004D75"/>
                </a:solidFill>
                <a:latin typeface="Verdana" panose="020B0604030504040204" pitchFamily="34" charset="0"/>
              </a:rPr>
              <a:t>May represent data in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 sz="1600">
                <a:solidFill>
                  <a:srgbClr val="004D75"/>
                </a:solidFill>
                <a:latin typeface="Verdana" panose="020B0604030504040204" pitchFamily="34" charset="0"/>
              </a:rPr>
              <a:t>File folder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 sz="1600">
                <a:solidFill>
                  <a:srgbClr val="004D75"/>
                </a:solidFill>
                <a:latin typeface="Verdana" panose="020B0604030504040204" pitchFamily="34" charset="0"/>
              </a:rPr>
              <a:t>Card index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 sz="1600">
                <a:solidFill>
                  <a:srgbClr val="004D75"/>
                </a:solidFill>
                <a:latin typeface="Verdana" panose="020B0604030504040204" pitchFamily="34" charset="0"/>
              </a:rPr>
              <a:t>Computer-based file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 sz="1600">
                <a:solidFill>
                  <a:srgbClr val="004D75"/>
                </a:solidFill>
                <a:latin typeface="Verdana" panose="020B0604030504040204" pitchFamily="34" charset="0"/>
              </a:rPr>
              <a:t>Notebook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2400">
                <a:solidFill>
                  <a:srgbClr val="004D75"/>
                </a:solidFill>
                <a:latin typeface="Verdana" panose="020B0604030504040204" pitchFamily="34" charset="0"/>
              </a:rPr>
              <a:t>Only system processes can read/write to data stores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2400">
                <a:solidFill>
                  <a:srgbClr val="004D75"/>
                </a:solidFill>
                <a:latin typeface="Verdana" panose="020B0604030504040204" pitchFamily="34" charset="0"/>
              </a:rPr>
              <a:t>Data stores depicted on a DFD store all instances of data entities depicted on an ERD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70EBF788-6F13-4E76-A205-F80B672271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05800" cy="74295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600" b="1"/>
              <a:t>DFD Components: </a:t>
            </a:r>
            <a:r>
              <a:rPr lang="en-GB" altLang="en-US" sz="3600" b="1">
                <a:solidFill>
                  <a:srgbClr val="00B050"/>
                </a:solidFill>
              </a:rPr>
              <a:t>Data Stores</a:t>
            </a:r>
          </a:p>
        </p:txBody>
      </p:sp>
      <p:sp>
        <p:nvSpPr>
          <p:cNvPr id="10" name="Text Box 44">
            <a:extLst>
              <a:ext uri="{FF2B5EF4-FFF2-40B4-BE49-F238E27FC236}">
                <a16:creationId xmlns:a16="http://schemas.microsoft.com/office/drawing/2014/main" id="{56A53180-3DDB-4458-9542-838DC137C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225" y="5259388"/>
            <a:ext cx="20478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en-US" altLang="en-US" sz="1400">
                <a:solidFill>
                  <a:schemeClr val="accent2"/>
                </a:solidFill>
                <a:latin typeface="Verdana" panose="020B0604030504040204" pitchFamily="34" charset="0"/>
              </a:rPr>
              <a:t>M = manual store </a:t>
            </a:r>
          </a:p>
          <a:p>
            <a:pPr eaLnBrk="1" hangingPunct="1">
              <a:buFont typeface="Symbol" panose="05050102010706020507" pitchFamily="18" charset="2"/>
              <a:buNone/>
            </a:pPr>
            <a:r>
              <a:rPr lang="en-US" altLang="en-US" sz="1400">
                <a:solidFill>
                  <a:schemeClr val="accent2"/>
                </a:solidFill>
                <a:latin typeface="Verdana" panose="020B0604030504040204" pitchFamily="34" charset="0"/>
              </a:rPr>
              <a:t>D = computer store </a:t>
            </a:r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en-US" sz="140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A22F38-662A-42C6-B46C-B7FDED8B2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75" y="1697723"/>
            <a:ext cx="2457793" cy="91452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7874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F4FDB67A-E68E-4252-B905-21FC6AEC8C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TW" sz="3800" b="1">
                <a:ea typeface="新細明體" panose="02020500000000000000" pitchFamily="18" charset="-120"/>
              </a:rPr>
              <a:t>DFD Diagramming Rules</a:t>
            </a:r>
            <a:br>
              <a:rPr lang="en-US" altLang="zh-TW" sz="3800" b="1">
                <a:ea typeface="新細明體" panose="02020500000000000000" pitchFamily="18" charset="-120"/>
              </a:rPr>
            </a:br>
            <a:r>
              <a:rPr lang="en-US" altLang="zh-TW" sz="3800" b="1">
                <a:solidFill>
                  <a:srgbClr val="92D050"/>
                </a:solidFill>
                <a:ea typeface="新細明體" panose="02020500000000000000" pitchFamily="18" charset="-120"/>
              </a:rPr>
              <a:t>Data Store</a:t>
            </a:r>
          </a:p>
        </p:txBody>
      </p:sp>
      <p:pic>
        <p:nvPicPr>
          <p:cNvPr id="36867" name="Picture 3" descr="CAP2">
            <a:extLst>
              <a:ext uri="{FF2B5EF4-FFF2-40B4-BE49-F238E27FC236}">
                <a16:creationId xmlns:a16="http://schemas.microsoft.com/office/drawing/2014/main" id="{37AEB10C-5226-4D38-8886-E250A598F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090738"/>
            <a:ext cx="80772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8" name="Text Box 5">
            <a:extLst>
              <a:ext uri="{FF2B5EF4-FFF2-40B4-BE49-F238E27FC236}">
                <a16:creationId xmlns:a16="http://schemas.microsoft.com/office/drawing/2014/main" id="{546693C1-75FE-4904-8BB7-EF2E05E4F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590800"/>
            <a:ext cx="1219200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TW" sz="2000" dirty="0">
                <a:latin typeface="Arial" panose="020B0604020202020204" pitchFamily="34" charset="0"/>
                <a:ea typeface="新細明體" panose="02020500000000000000" pitchFamily="18" charset="-120"/>
              </a:rPr>
              <a:t>All flows to or from a data store must move through a process.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DDD2155C-05BB-44FA-AF47-1269CE60E9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763000" cy="74295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600" b="1"/>
              <a:t>Logical and Physical Data Stores</a:t>
            </a:r>
          </a:p>
        </p:txBody>
      </p:sp>
      <p:sp>
        <p:nvSpPr>
          <p:cNvPr id="849923" name="Text Box 3">
            <a:extLst>
              <a:ext uri="{FF2B5EF4-FFF2-40B4-BE49-F238E27FC236}">
                <a16:creationId xmlns:a16="http://schemas.microsoft.com/office/drawing/2014/main" id="{20ADD6DF-0512-4EF5-8C17-E1E28B81C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300" y="1408113"/>
            <a:ext cx="2057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en-GB" altLang="en-US" sz="2800" b="1">
                <a:solidFill>
                  <a:schemeClr val="accent2"/>
                </a:solidFill>
                <a:latin typeface="Verdana" panose="020B0604030504040204" pitchFamily="34" charset="0"/>
              </a:rPr>
              <a:t>Logical</a:t>
            </a:r>
          </a:p>
        </p:txBody>
      </p:sp>
      <p:sp>
        <p:nvSpPr>
          <p:cNvPr id="849924" name="Text Box 4">
            <a:extLst>
              <a:ext uri="{FF2B5EF4-FFF2-40B4-BE49-F238E27FC236}">
                <a16:creationId xmlns:a16="http://schemas.microsoft.com/office/drawing/2014/main" id="{37121E1B-34B7-46A2-9FFE-519994FFA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0" y="1366838"/>
            <a:ext cx="2054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en-GB" altLang="en-US" sz="2800" b="1">
                <a:solidFill>
                  <a:schemeClr val="accent2"/>
                </a:solidFill>
                <a:latin typeface="Verdana" panose="020B0604030504040204" pitchFamily="34" charset="0"/>
              </a:rPr>
              <a:t>Physical</a:t>
            </a:r>
          </a:p>
        </p:txBody>
      </p:sp>
      <p:sp>
        <p:nvSpPr>
          <p:cNvPr id="849964" name="Text Box 44">
            <a:extLst>
              <a:ext uri="{FF2B5EF4-FFF2-40B4-BE49-F238E27FC236}">
                <a16:creationId xmlns:a16="http://schemas.microsoft.com/office/drawing/2014/main" id="{8D6ED9AC-9912-40D6-BEFD-FDD96B2B9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475" y="5233988"/>
            <a:ext cx="20478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en-US" altLang="en-US" sz="1400">
                <a:solidFill>
                  <a:schemeClr val="accent2"/>
                </a:solidFill>
                <a:latin typeface="Verdana" panose="020B0604030504040204" pitchFamily="34" charset="0"/>
              </a:rPr>
              <a:t>M = manual store </a:t>
            </a:r>
          </a:p>
          <a:p>
            <a:pPr eaLnBrk="1" hangingPunct="1">
              <a:buFont typeface="Symbol" panose="05050102010706020507" pitchFamily="18" charset="2"/>
              <a:buNone/>
            </a:pPr>
            <a:r>
              <a:rPr lang="en-US" altLang="en-US" sz="1400">
                <a:solidFill>
                  <a:schemeClr val="accent2"/>
                </a:solidFill>
                <a:latin typeface="Verdana" panose="020B0604030504040204" pitchFamily="34" charset="0"/>
              </a:rPr>
              <a:t>D = computer store </a:t>
            </a:r>
          </a:p>
          <a:p>
            <a:pPr eaLnBrk="1" hangingPunct="1">
              <a:buFont typeface="Symbol" panose="05050102010706020507" pitchFamily="18" charset="2"/>
              <a:buNone/>
            </a:pPr>
            <a:endParaRPr lang="en-US" altLang="en-US" sz="140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8F072A-E0D1-426F-BD72-77C2C904F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23892"/>
            <a:ext cx="6605988" cy="290530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4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49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499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49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49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23" grpId="0"/>
      <p:bldP spid="849924" grpId="0"/>
      <p:bldP spid="84996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9">
            <a:extLst>
              <a:ext uri="{FF2B5EF4-FFF2-40B4-BE49-F238E27FC236}">
                <a16:creationId xmlns:a16="http://schemas.microsoft.com/office/drawing/2014/main" id="{4BC6A71C-3C3A-4398-809A-475AB0E0E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" y="5224463"/>
            <a:ext cx="2547938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en-GB" altLang="en-US" b="1">
                <a:latin typeface="Times New Roman" panose="02020603050405020304" pitchFamily="18" charset="0"/>
              </a:rPr>
              <a:t>Synonym: Source/Sink</a:t>
            </a:r>
          </a:p>
        </p:txBody>
      </p:sp>
      <p:sp>
        <p:nvSpPr>
          <p:cNvPr id="40963" name="Rectangle 10">
            <a:extLst>
              <a:ext uri="{FF2B5EF4-FFF2-40B4-BE49-F238E27FC236}">
                <a16:creationId xmlns:a16="http://schemas.microsoft.com/office/drawing/2014/main" id="{B98ADD17-A6E8-4B8A-80A4-8CBBD94CC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1371600"/>
            <a:ext cx="4918075" cy="4818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4762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2400" dirty="0">
                <a:solidFill>
                  <a:srgbClr val="004D75"/>
                </a:solidFill>
                <a:latin typeface="Verdana" panose="020B0604030504040204" pitchFamily="34" charset="0"/>
              </a:rPr>
              <a:t>Defines a person, department, other system or other organisation that lies outside the scope of the project but that interacts with the system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Tx/>
              <a:buChar char="–"/>
            </a:pPr>
            <a:r>
              <a:rPr lang="en-GB" altLang="en-US" sz="2000" dirty="0">
                <a:solidFill>
                  <a:srgbClr val="004D75"/>
                </a:solidFill>
                <a:latin typeface="Verdana" panose="020B0604030504040204" pitchFamily="34" charset="0"/>
              </a:rPr>
              <a:t>customers, suppliers, contractors, government agencies, banks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FontTx/>
              <a:buChar char="•"/>
            </a:pPr>
            <a:r>
              <a:rPr lang="en-GB" altLang="en-US" sz="2400" dirty="0">
                <a:solidFill>
                  <a:srgbClr val="004D75"/>
                </a:solidFill>
                <a:latin typeface="Verdana" panose="020B0604030504040204" pitchFamily="34" charset="0"/>
              </a:rPr>
              <a:t>Provides inputs to the system and receives outputs from the system</a:t>
            </a:r>
          </a:p>
        </p:txBody>
      </p:sp>
      <p:sp>
        <p:nvSpPr>
          <p:cNvPr id="57348" name="Rectangle 11">
            <a:extLst>
              <a:ext uri="{FF2B5EF4-FFF2-40B4-BE49-F238E27FC236}">
                <a16:creationId xmlns:a16="http://schemas.microsoft.com/office/drawing/2014/main" id="{0A92D85F-B530-4E2D-ADA6-E05CEDAB22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407988" y="381000"/>
            <a:ext cx="9944101" cy="74295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600" b="1"/>
              <a:t>DFD Components: </a:t>
            </a:r>
            <a:r>
              <a:rPr lang="en-GB" altLang="en-US" sz="3600" b="1">
                <a:solidFill>
                  <a:srgbClr val="00B050"/>
                </a:solidFill>
              </a:rPr>
              <a:t>External Entities</a:t>
            </a:r>
          </a:p>
        </p:txBody>
      </p:sp>
      <p:grpSp>
        <p:nvGrpSpPr>
          <p:cNvPr id="40965" name="Group 13">
            <a:extLst>
              <a:ext uri="{FF2B5EF4-FFF2-40B4-BE49-F238E27FC236}">
                <a16:creationId xmlns:a16="http://schemas.microsoft.com/office/drawing/2014/main" id="{064CE2B3-4D46-4BBB-8251-69D84B471866}"/>
              </a:ext>
            </a:extLst>
          </p:cNvPr>
          <p:cNvGrpSpPr>
            <a:grpSpLocks/>
          </p:cNvGrpSpPr>
          <p:nvPr/>
        </p:nvGrpSpPr>
        <p:grpSpPr bwMode="auto">
          <a:xfrm>
            <a:off x="825500" y="1841500"/>
            <a:ext cx="2057400" cy="1293813"/>
            <a:chOff x="864" y="872"/>
            <a:chExt cx="944" cy="728"/>
          </a:xfrm>
        </p:grpSpPr>
        <p:sp>
          <p:nvSpPr>
            <p:cNvPr id="40966" name="Text Box 4">
              <a:extLst>
                <a:ext uri="{FF2B5EF4-FFF2-40B4-BE49-F238E27FC236}">
                  <a16:creationId xmlns:a16="http://schemas.microsoft.com/office/drawing/2014/main" id="{60E785D5-C1EE-4F1A-896D-0C2E47EB53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3" y="996"/>
              <a:ext cx="854" cy="396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endParaRPr lang="en-GB" altLang="en-US" sz="1200" b="1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GB" altLang="en-US" b="1">
                  <a:latin typeface="Times New Roman" panose="02020603050405020304" pitchFamily="18" charset="0"/>
                </a:rPr>
                <a:t>External Entities</a:t>
              </a:r>
            </a:p>
          </p:txBody>
        </p:sp>
        <p:sp>
          <p:nvSpPr>
            <p:cNvPr id="40967" name="Rectangle 12">
              <a:extLst>
                <a:ext uri="{FF2B5EF4-FFF2-40B4-BE49-F238E27FC236}">
                  <a16:creationId xmlns:a16="http://schemas.microsoft.com/office/drawing/2014/main" id="{F60BE49A-CD73-49B3-9C12-5EB893354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872"/>
              <a:ext cx="944" cy="7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46B825EB-57F2-4332-AFC8-535A9D940B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TW" sz="3800" b="1">
                <a:ea typeface="新細明體" panose="02020500000000000000" pitchFamily="18" charset="-120"/>
              </a:rPr>
              <a:t>DFD Diagramming Rules</a:t>
            </a:r>
            <a:br>
              <a:rPr lang="en-US" altLang="zh-TW" sz="3800" b="1">
                <a:ea typeface="新細明體" panose="02020500000000000000" pitchFamily="18" charset="-120"/>
              </a:rPr>
            </a:br>
            <a:r>
              <a:rPr lang="en-US" altLang="zh-TW" sz="3800" b="1">
                <a:solidFill>
                  <a:srgbClr val="92D050"/>
                </a:solidFill>
                <a:ea typeface="新細明體" panose="02020500000000000000" pitchFamily="18" charset="-120"/>
              </a:rPr>
              <a:t>External Entities</a:t>
            </a:r>
          </a:p>
        </p:txBody>
      </p:sp>
      <p:pic>
        <p:nvPicPr>
          <p:cNvPr id="43011" name="Picture 3" descr="CAP3">
            <a:extLst>
              <a:ext uri="{FF2B5EF4-FFF2-40B4-BE49-F238E27FC236}">
                <a16:creationId xmlns:a16="http://schemas.microsoft.com/office/drawing/2014/main" id="{EAF55870-0787-4D39-A406-155CE239A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99190"/>
            <a:ext cx="8077200" cy="1991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Text Box 4">
            <a:extLst>
              <a:ext uri="{FF2B5EF4-FFF2-40B4-BE49-F238E27FC236}">
                <a16:creationId xmlns:a16="http://schemas.microsoft.com/office/drawing/2014/main" id="{7C3E7BC3-72B2-445E-A285-F2453E995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851525"/>
            <a:ext cx="563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TW" sz="2000">
                <a:latin typeface="Arial" panose="020B0604020202020204" pitchFamily="34" charset="0"/>
                <a:ea typeface="新細明體" panose="02020500000000000000" pitchFamily="18" charset="-120"/>
              </a:rPr>
              <a:t>Source and sink labels should be noun phrases.</a:t>
            </a:r>
          </a:p>
        </p:txBody>
      </p:sp>
      <p:sp>
        <p:nvSpPr>
          <p:cNvPr id="43013" name="Text Box 5">
            <a:extLst>
              <a:ext uri="{FF2B5EF4-FFF2-40B4-BE49-F238E27FC236}">
                <a16:creationId xmlns:a16="http://schemas.microsoft.com/office/drawing/2014/main" id="{E2A540E5-2CA4-45BE-B527-C0A1B6671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444875"/>
            <a:ext cx="6019800" cy="204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TW" sz="2000" dirty="0">
                <a:latin typeface="Arial" panose="020B0604020202020204" pitchFamily="34" charset="0"/>
                <a:ea typeface="新細明體" panose="02020500000000000000" pitchFamily="18" charset="-120"/>
              </a:rPr>
              <a:t>No data moves directly between external entities without going through a process.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en-US" altLang="zh-TW" sz="2000" dirty="0"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TW" sz="2000" dirty="0">
                <a:latin typeface="Arial" panose="020B0604020202020204" pitchFamily="34" charset="0"/>
                <a:ea typeface="新細明體" panose="02020500000000000000" pitchFamily="18" charset="-120"/>
              </a:rPr>
              <a:t>Interactions between external entities without intervening processes are outside the system and therefore not represented in the DFD.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6">
            <a:extLst>
              <a:ext uri="{FF2B5EF4-FFF2-40B4-BE49-F238E27FC236}">
                <a16:creationId xmlns:a16="http://schemas.microsoft.com/office/drawing/2014/main" id="{B2334704-48E8-45A7-8EDB-D7C39A7EB1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609725"/>
          </a:xfrm>
        </p:spPr>
        <p:txBody>
          <a:bodyPr/>
          <a:lstStyle/>
          <a:p>
            <a:r>
              <a:rPr lang="en-US" altLang="en-US" sz="3600" b="1" dirty="0"/>
              <a:t>How to draw DFD?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98F57DC6-4127-4982-99FB-F840E4369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1863725"/>
            <a:ext cx="8305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200"/>
              </a:spcBef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ct val="8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70C0"/>
              </a:buClr>
              <a:buSzPct val="150000"/>
            </a:pPr>
            <a:r>
              <a:rPr lang="en-US" altLang="en-US" sz="2400" dirty="0">
                <a:hlinkClick r:id="rId2"/>
              </a:rPr>
              <a:t>https://www.youtube.com/watch?v=ztZsEI6C-mI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4">
            <a:extLst>
              <a:ext uri="{FF2B5EF4-FFF2-40B4-BE49-F238E27FC236}">
                <a16:creationId xmlns:a16="http://schemas.microsoft.com/office/drawing/2014/main" id="{8EC9AD30-35B6-46E0-910A-E2CDB4D432C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95399" y="1916577"/>
            <a:ext cx="7826339" cy="149701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200" b="1" i="1" dirty="0"/>
              <a:t>DFD </a:t>
            </a:r>
            <a:r>
              <a:rPr lang="en-GB" altLang="en-US" sz="3200" b="1" i="1" dirty="0" err="1"/>
              <a:t>LevelLIng</a:t>
            </a:r>
            <a:r>
              <a:rPr lang="en-GB" altLang="en-US" sz="3200" b="1" i="1" dirty="0"/>
              <a:t> &amp; Balancing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4124DBA6-743B-4516-8DA6-4158F7C06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4800600"/>
            <a:ext cx="6400800" cy="1882775"/>
          </a:xfrm>
        </p:spPr>
        <p:txBody>
          <a:bodyPr rtlCol="0"/>
          <a:lstStyle/>
          <a:p>
            <a:pPr marL="285750" indent="-28575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800" dirty="0"/>
              <a:t>Decompose DFDs into lower-level diagrams (DFD levelling)</a:t>
            </a:r>
          </a:p>
          <a:p>
            <a:pPr marL="285750" indent="-28575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800" dirty="0"/>
              <a:t>Understand DFD balancing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>
            <a:extLst>
              <a:ext uri="{FF2B5EF4-FFF2-40B4-BE49-F238E27FC236}">
                <a16:creationId xmlns:a16="http://schemas.microsoft.com/office/drawing/2014/main" id="{99AB79CC-BD23-49DE-8F05-765764757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4288" y="266700"/>
            <a:ext cx="45339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algn="ctr" eaLnBrk="1" hangingPunct="1"/>
            <a:r>
              <a:rPr lang="en-GB" altLang="en-US" sz="3000" b="1">
                <a:latin typeface="Times New Roman" panose="02020603050405020304" pitchFamily="18" charset="0"/>
              </a:rPr>
              <a:t>DFD Levels of Abstraction</a:t>
            </a:r>
          </a:p>
        </p:txBody>
      </p:sp>
      <p:sp>
        <p:nvSpPr>
          <p:cNvPr id="873476" name="Text Box 4">
            <a:extLst>
              <a:ext uri="{FF2B5EF4-FFF2-40B4-BE49-F238E27FC236}">
                <a16:creationId xmlns:a16="http://schemas.microsoft.com/office/drawing/2014/main" id="{5CC98062-CF85-49EB-A445-932C7D022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5643563"/>
            <a:ext cx="7864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/>
            <a:r>
              <a:rPr lang="en-GB" altLang="en-US" sz="2000" b="1">
                <a:latin typeface="Times New Roman" panose="02020603050405020304" pitchFamily="18" charset="0"/>
              </a:rPr>
              <a:t>A rule of thumb : </a:t>
            </a:r>
            <a:r>
              <a:rPr lang="en-GB" altLang="en-US" sz="2000">
                <a:latin typeface="Times New Roman" panose="02020603050405020304" pitchFamily="18" charset="0"/>
              </a:rPr>
              <a:t>Max of 7 levels with a max of 9 processes per level </a:t>
            </a:r>
            <a:endParaRPr lang="en-GB" altLang="en-US" sz="2000" i="1">
              <a:latin typeface="Times New Roman" panose="02020603050405020304" pitchFamily="18" charset="0"/>
            </a:endParaRPr>
          </a:p>
        </p:txBody>
      </p:sp>
      <p:grpSp>
        <p:nvGrpSpPr>
          <p:cNvPr id="873689" name="Group 217">
            <a:extLst>
              <a:ext uri="{FF2B5EF4-FFF2-40B4-BE49-F238E27FC236}">
                <a16:creationId xmlns:a16="http://schemas.microsoft.com/office/drawing/2014/main" id="{84A0684F-04C0-4A9C-A6C8-7854A146EA12}"/>
              </a:ext>
            </a:extLst>
          </p:cNvPr>
          <p:cNvGrpSpPr>
            <a:grpSpLocks/>
          </p:cNvGrpSpPr>
          <p:nvPr/>
        </p:nvGrpSpPr>
        <p:grpSpPr bwMode="auto">
          <a:xfrm>
            <a:off x="1346200" y="1663700"/>
            <a:ext cx="698500" cy="3416300"/>
            <a:chOff x="848" y="1048"/>
            <a:chExt cx="440" cy="2152"/>
          </a:xfrm>
        </p:grpSpPr>
        <p:sp>
          <p:nvSpPr>
            <p:cNvPr id="47201" name="Line 108">
              <a:extLst>
                <a:ext uri="{FF2B5EF4-FFF2-40B4-BE49-F238E27FC236}">
                  <a16:creationId xmlns:a16="http://schemas.microsoft.com/office/drawing/2014/main" id="{04098F2A-87FC-4DF8-85F6-80539F6FF1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8" y="1048"/>
              <a:ext cx="402" cy="7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MY"/>
            </a:p>
          </p:txBody>
        </p:sp>
        <p:sp>
          <p:nvSpPr>
            <p:cNvPr id="47202" name="Line 109">
              <a:extLst>
                <a:ext uri="{FF2B5EF4-FFF2-40B4-BE49-F238E27FC236}">
                  <a16:creationId xmlns:a16="http://schemas.microsoft.com/office/drawing/2014/main" id="{2F4722CE-8BC6-44A7-8729-BEC7682D54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416"/>
              <a:ext cx="424" cy="7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MY"/>
            </a:p>
          </p:txBody>
        </p:sp>
      </p:grpSp>
      <p:grpSp>
        <p:nvGrpSpPr>
          <p:cNvPr id="873690" name="Group 218">
            <a:extLst>
              <a:ext uri="{FF2B5EF4-FFF2-40B4-BE49-F238E27FC236}">
                <a16:creationId xmlns:a16="http://schemas.microsoft.com/office/drawing/2014/main" id="{13BCB857-18BD-4138-AD86-4051CBC6ADEB}"/>
              </a:ext>
            </a:extLst>
          </p:cNvPr>
          <p:cNvGrpSpPr>
            <a:grpSpLocks/>
          </p:cNvGrpSpPr>
          <p:nvPr/>
        </p:nvGrpSpPr>
        <p:grpSpPr bwMode="auto">
          <a:xfrm>
            <a:off x="3136900" y="1536700"/>
            <a:ext cx="635000" cy="3467100"/>
            <a:chOff x="1976" y="968"/>
            <a:chExt cx="400" cy="2184"/>
          </a:xfrm>
        </p:grpSpPr>
        <p:sp>
          <p:nvSpPr>
            <p:cNvPr id="47199" name="Line 111">
              <a:extLst>
                <a:ext uri="{FF2B5EF4-FFF2-40B4-BE49-F238E27FC236}">
                  <a16:creationId xmlns:a16="http://schemas.microsoft.com/office/drawing/2014/main" id="{629C1BE3-A53D-460B-AFD0-931FB2893D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6" y="968"/>
              <a:ext cx="400" cy="8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MY"/>
            </a:p>
          </p:txBody>
        </p:sp>
        <p:sp>
          <p:nvSpPr>
            <p:cNvPr id="47200" name="Line 112">
              <a:extLst>
                <a:ext uri="{FF2B5EF4-FFF2-40B4-BE49-F238E27FC236}">
                  <a16:creationId xmlns:a16="http://schemas.microsoft.com/office/drawing/2014/main" id="{E7553979-5683-43A4-9478-6F1210D91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6" y="2408"/>
              <a:ext cx="400" cy="7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MY"/>
            </a:p>
          </p:txBody>
        </p:sp>
      </p:grpSp>
      <p:grpSp>
        <p:nvGrpSpPr>
          <p:cNvPr id="873691" name="Group 219">
            <a:extLst>
              <a:ext uri="{FF2B5EF4-FFF2-40B4-BE49-F238E27FC236}">
                <a16:creationId xmlns:a16="http://schemas.microsoft.com/office/drawing/2014/main" id="{C968E673-3747-41B1-960C-C3DFFB865FA9}"/>
              </a:ext>
            </a:extLst>
          </p:cNvPr>
          <p:cNvGrpSpPr>
            <a:grpSpLocks/>
          </p:cNvGrpSpPr>
          <p:nvPr/>
        </p:nvGrpSpPr>
        <p:grpSpPr bwMode="auto">
          <a:xfrm>
            <a:off x="5016500" y="1498600"/>
            <a:ext cx="596900" cy="3479800"/>
            <a:chOff x="3160" y="944"/>
            <a:chExt cx="376" cy="2192"/>
          </a:xfrm>
        </p:grpSpPr>
        <p:sp>
          <p:nvSpPr>
            <p:cNvPr id="47197" name="Line 114">
              <a:extLst>
                <a:ext uri="{FF2B5EF4-FFF2-40B4-BE49-F238E27FC236}">
                  <a16:creationId xmlns:a16="http://schemas.microsoft.com/office/drawing/2014/main" id="{C36E238E-AD7C-4A95-B01C-1AE1130094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0" y="944"/>
              <a:ext cx="376" cy="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MY"/>
            </a:p>
          </p:txBody>
        </p:sp>
        <p:sp>
          <p:nvSpPr>
            <p:cNvPr id="47198" name="Line 115">
              <a:extLst>
                <a:ext uri="{FF2B5EF4-FFF2-40B4-BE49-F238E27FC236}">
                  <a16:creationId xmlns:a16="http://schemas.microsoft.com/office/drawing/2014/main" id="{7268CF80-5C62-4372-8699-2A55D5F774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488"/>
              <a:ext cx="368" cy="6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MY"/>
            </a:p>
          </p:txBody>
        </p:sp>
      </p:grpSp>
      <p:grpSp>
        <p:nvGrpSpPr>
          <p:cNvPr id="873693" name="Group 221">
            <a:extLst>
              <a:ext uri="{FF2B5EF4-FFF2-40B4-BE49-F238E27FC236}">
                <a16:creationId xmlns:a16="http://schemas.microsoft.com/office/drawing/2014/main" id="{494EC8BE-3FF8-4562-B7AA-FC2464123EDC}"/>
              </a:ext>
            </a:extLst>
          </p:cNvPr>
          <p:cNvGrpSpPr>
            <a:grpSpLocks/>
          </p:cNvGrpSpPr>
          <p:nvPr/>
        </p:nvGrpSpPr>
        <p:grpSpPr bwMode="auto">
          <a:xfrm>
            <a:off x="236538" y="669925"/>
            <a:ext cx="1231900" cy="4765675"/>
            <a:chOff x="149" y="422"/>
            <a:chExt cx="776" cy="3002"/>
          </a:xfrm>
        </p:grpSpPr>
        <p:sp>
          <p:nvSpPr>
            <p:cNvPr id="47183" name="Line 14">
              <a:extLst>
                <a:ext uri="{FF2B5EF4-FFF2-40B4-BE49-F238E27FC236}">
                  <a16:creationId xmlns:a16="http://schemas.microsoft.com/office/drawing/2014/main" id="{7FA9E351-ED72-458A-871B-B28630E621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2" y="2448"/>
              <a:ext cx="0" cy="4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MY"/>
            </a:p>
          </p:txBody>
        </p:sp>
        <p:sp>
          <p:nvSpPr>
            <p:cNvPr id="47184" name="Line 15">
              <a:extLst>
                <a:ext uri="{FF2B5EF4-FFF2-40B4-BE49-F238E27FC236}">
                  <a16:creationId xmlns:a16="http://schemas.microsoft.com/office/drawing/2014/main" id="{F81728C9-FE00-4AE0-94B1-EBB3C27F3C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4" y="1344"/>
              <a:ext cx="8" cy="4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MY"/>
            </a:p>
          </p:txBody>
        </p:sp>
        <p:sp>
          <p:nvSpPr>
            <p:cNvPr id="47185" name="Text Box 16">
              <a:extLst>
                <a:ext uri="{FF2B5EF4-FFF2-40B4-BE49-F238E27FC236}">
                  <a16:creationId xmlns:a16="http://schemas.microsoft.com/office/drawing/2014/main" id="{F8C12D96-A1B3-4CE9-9794-53F5C4E50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" y="422"/>
              <a:ext cx="60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Times New Roman" panose="02020603050405020304" pitchFamily="18" charset="0"/>
                </a:rPr>
                <a:t>Context Diagram</a:t>
              </a:r>
              <a:endParaRPr lang="en-GB" altLang="en-US" sz="1400" i="1">
                <a:latin typeface="Times New Roman" panose="02020603050405020304" pitchFamily="18" charset="0"/>
              </a:endParaRPr>
            </a:p>
          </p:txBody>
        </p:sp>
        <p:grpSp>
          <p:nvGrpSpPr>
            <p:cNvPr id="47186" name="Group 120">
              <a:extLst>
                <a:ext uri="{FF2B5EF4-FFF2-40B4-BE49-F238E27FC236}">
                  <a16:creationId xmlns:a16="http://schemas.microsoft.com/office/drawing/2014/main" id="{61BD19D7-B9A4-4D90-B958-376B757E26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" y="1784"/>
              <a:ext cx="743" cy="667"/>
              <a:chOff x="1125" y="2864"/>
              <a:chExt cx="743" cy="667"/>
            </a:xfrm>
          </p:grpSpPr>
          <p:sp>
            <p:nvSpPr>
              <p:cNvPr id="47193" name="Text Box 121">
                <a:extLst>
                  <a:ext uri="{FF2B5EF4-FFF2-40B4-BE49-F238E27FC236}">
                    <a16:creationId xmlns:a16="http://schemas.microsoft.com/office/drawing/2014/main" id="{86F48D8B-B62D-4955-902E-4B97796050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36" y="2874"/>
                <a:ext cx="534" cy="1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7194" name="Text Box 122">
                <a:extLst>
                  <a:ext uri="{FF2B5EF4-FFF2-40B4-BE49-F238E27FC236}">
                    <a16:creationId xmlns:a16="http://schemas.microsoft.com/office/drawing/2014/main" id="{95B86C89-464E-494E-94CF-692223244E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5" y="3106"/>
                <a:ext cx="743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System</a:t>
                </a:r>
              </a:p>
            </p:txBody>
          </p:sp>
          <p:sp>
            <p:nvSpPr>
              <p:cNvPr id="47195" name="AutoShape 123">
                <a:extLst>
                  <a:ext uri="{FF2B5EF4-FFF2-40B4-BE49-F238E27FC236}">
                    <a16:creationId xmlns:a16="http://schemas.microsoft.com/office/drawing/2014/main" id="{8E8BFB0B-16EC-4135-BDBB-C6D766B35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6" y="2864"/>
                <a:ext cx="690" cy="664"/>
              </a:xfrm>
              <a:prstGeom prst="flowChartAlternateProcess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4D75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7196" name="Line 124">
                <a:extLst>
                  <a:ext uri="{FF2B5EF4-FFF2-40B4-BE49-F238E27FC236}">
                    <a16:creationId xmlns:a16="http://schemas.microsoft.com/office/drawing/2014/main" id="{74C6F7CD-31E1-4F5A-AD43-3243E52503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0" y="3000"/>
                <a:ext cx="6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47187" name="Group 125">
              <a:extLst>
                <a:ext uri="{FF2B5EF4-FFF2-40B4-BE49-F238E27FC236}">
                  <a16:creationId xmlns:a16="http://schemas.microsoft.com/office/drawing/2014/main" id="{18267B3E-4ABB-4A67-8922-ED432353F6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2888"/>
              <a:ext cx="648" cy="536"/>
              <a:chOff x="864" y="872"/>
              <a:chExt cx="944" cy="728"/>
            </a:xfrm>
          </p:grpSpPr>
          <p:sp>
            <p:nvSpPr>
              <p:cNvPr id="47191" name="Text Box 126">
                <a:extLst>
                  <a:ext uri="{FF2B5EF4-FFF2-40B4-BE49-F238E27FC236}">
                    <a16:creationId xmlns:a16="http://schemas.microsoft.com/office/drawing/2014/main" id="{3293D746-FA47-4AF9-B038-0FC587EEB9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3" y="996"/>
                <a:ext cx="854" cy="3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endParaRPr lang="en-GB" altLang="en-US" sz="1200" b="1">
                  <a:latin typeface="Times New Roman" panose="02020603050405020304" pitchFamily="18" charset="0"/>
                </a:endParaRPr>
              </a:p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External Entity</a:t>
                </a:r>
              </a:p>
            </p:txBody>
          </p:sp>
          <p:sp>
            <p:nvSpPr>
              <p:cNvPr id="47192" name="Rectangle 127">
                <a:extLst>
                  <a:ext uri="{FF2B5EF4-FFF2-40B4-BE49-F238E27FC236}">
                    <a16:creationId xmlns:a16="http://schemas.microsoft.com/office/drawing/2014/main" id="{B669CC77-07C4-470A-82BC-D0343E4F57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872"/>
                <a:ext cx="944" cy="7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4D75"/>
                  </a:solidFill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47188" name="Group 128">
              <a:extLst>
                <a:ext uri="{FF2B5EF4-FFF2-40B4-BE49-F238E27FC236}">
                  <a16:creationId xmlns:a16="http://schemas.microsoft.com/office/drawing/2014/main" id="{A3352634-A470-4696-8717-370FB63406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" y="808"/>
              <a:ext cx="648" cy="536"/>
              <a:chOff x="864" y="872"/>
              <a:chExt cx="944" cy="728"/>
            </a:xfrm>
          </p:grpSpPr>
          <p:sp>
            <p:nvSpPr>
              <p:cNvPr id="47189" name="Text Box 129">
                <a:extLst>
                  <a:ext uri="{FF2B5EF4-FFF2-40B4-BE49-F238E27FC236}">
                    <a16:creationId xmlns:a16="http://schemas.microsoft.com/office/drawing/2014/main" id="{EE288363-235D-4578-8253-B692926877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3" y="996"/>
                <a:ext cx="854" cy="396"/>
              </a:xfrm>
              <a:prstGeom prst="rect">
                <a:avLst/>
              </a:prstGeom>
              <a:solidFill>
                <a:schemeClr val="bg1">
                  <a:alpha val="5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endParaRPr lang="en-GB" altLang="en-US" sz="1200" b="1">
                  <a:latin typeface="Times New Roman" panose="02020603050405020304" pitchFamily="18" charset="0"/>
                </a:endParaRPr>
              </a:p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External Entity</a:t>
                </a:r>
              </a:p>
            </p:txBody>
          </p:sp>
          <p:sp>
            <p:nvSpPr>
              <p:cNvPr id="47190" name="Rectangle 130">
                <a:extLst>
                  <a:ext uri="{FF2B5EF4-FFF2-40B4-BE49-F238E27FC236}">
                    <a16:creationId xmlns:a16="http://schemas.microsoft.com/office/drawing/2014/main" id="{4FD3E493-2745-4C24-AEBD-AC279F38E1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872"/>
                <a:ext cx="944" cy="7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4D75"/>
                  </a:solidFill>
                  <a:latin typeface="Verdana" panose="020B0604030504040204" pitchFamily="34" charset="0"/>
                </a:endParaRPr>
              </a:p>
            </p:txBody>
          </p:sp>
        </p:grpSp>
      </p:grpSp>
      <p:grpSp>
        <p:nvGrpSpPr>
          <p:cNvPr id="873694" name="Group 222">
            <a:extLst>
              <a:ext uri="{FF2B5EF4-FFF2-40B4-BE49-F238E27FC236}">
                <a16:creationId xmlns:a16="http://schemas.microsoft.com/office/drawing/2014/main" id="{AE6BBB66-305C-4ED7-8EA8-8DB850D6EB52}"/>
              </a:ext>
            </a:extLst>
          </p:cNvPr>
          <p:cNvGrpSpPr>
            <a:grpSpLocks/>
          </p:cNvGrpSpPr>
          <p:nvPr/>
        </p:nvGrpSpPr>
        <p:grpSpPr bwMode="auto">
          <a:xfrm>
            <a:off x="1925638" y="906463"/>
            <a:ext cx="1319212" cy="4267200"/>
            <a:chOff x="1213" y="571"/>
            <a:chExt cx="831" cy="2688"/>
          </a:xfrm>
        </p:grpSpPr>
        <p:sp>
          <p:nvSpPr>
            <p:cNvPr id="47167" name="Text Box 39">
              <a:extLst>
                <a:ext uri="{FF2B5EF4-FFF2-40B4-BE49-F238E27FC236}">
                  <a16:creationId xmlns:a16="http://schemas.microsoft.com/office/drawing/2014/main" id="{E699B53E-FD71-4E23-AAE0-DD662172D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8" y="571"/>
              <a:ext cx="4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Times New Roman" panose="02020603050405020304" pitchFamily="18" charset="0"/>
                </a:rPr>
                <a:t>Level 0</a:t>
              </a:r>
              <a:endParaRPr lang="en-GB" altLang="en-US" sz="1400" i="1">
                <a:latin typeface="Times New Roman" panose="02020603050405020304" pitchFamily="18" charset="0"/>
              </a:endParaRPr>
            </a:p>
          </p:txBody>
        </p:sp>
        <p:grpSp>
          <p:nvGrpSpPr>
            <p:cNvPr id="47168" name="Group 131">
              <a:extLst>
                <a:ext uri="{FF2B5EF4-FFF2-40B4-BE49-F238E27FC236}">
                  <a16:creationId xmlns:a16="http://schemas.microsoft.com/office/drawing/2014/main" id="{722E7DB4-497C-4384-BA84-D2014180D1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3" y="1016"/>
              <a:ext cx="799" cy="635"/>
              <a:chOff x="1125" y="2864"/>
              <a:chExt cx="743" cy="667"/>
            </a:xfrm>
          </p:grpSpPr>
          <p:sp>
            <p:nvSpPr>
              <p:cNvPr id="47179" name="Text Box 132">
                <a:extLst>
                  <a:ext uri="{FF2B5EF4-FFF2-40B4-BE49-F238E27FC236}">
                    <a16:creationId xmlns:a16="http://schemas.microsoft.com/office/drawing/2014/main" id="{41C05A75-73A3-4F6D-877E-6B87A9067F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36" y="2874"/>
                <a:ext cx="534" cy="1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7180" name="Text Box 133">
                <a:extLst>
                  <a:ext uri="{FF2B5EF4-FFF2-40B4-BE49-F238E27FC236}">
                    <a16:creationId xmlns:a16="http://schemas.microsoft.com/office/drawing/2014/main" id="{57DF7D1E-AFFB-4F88-A51B-7D16150007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5" y="3106"/>
                <a:ext cx="743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Process</a:t>
                </a:r>
              </a:p>
            </p:txBody>
          </p:sp>
          <p:sp>
            <p:nvSpPr>
              <p:cNvPr id="47181" name="AutoShape 134">
                <a:extLst>
                  <a:ext uri="{FF2B5EF4-FFF2-40B4-BE49-F238E27FC236}">
                    <a16:creationId xmlns:a16="http://schemas.microsoft.com/office/drawing/2014/main" id="{48C2422F-69A2-47C9-A924-462324CDE2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6" y="2864"/>
                <a:ext cx="690" cy="664"/>
              </a:xfrm>
              <a:prstGeom prst="flowChartAlternateProcess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4D75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7182" name="Line 135">
                <a:extLst>
                  <a:ext uri="{FF2B5EF4-FFF2-40B4-BE49-F238E27FC236}">
                    <a16:creationId xmlns:a16="http://schemas.microsoft.com/office/drawing/2014/main" id="{4518366D-7878-4D15-ABD1-D7B56C4518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0" y="3000"/>
                <a:ext cx="6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47169" name="Group 136">
              <a:extLst>
                <a:ext uri="{FF2B5EF4-FFF2-40B4-BE49-F238E27FC236}">
                  <a16:creationId xmlns:a16="http://schemas.microsoft.com/office/drawing/2014/main" id="{F7C5098C-EBB2-4BDE-8406-8B26EA5BB2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3" y="1816"/>
              <a:ext cx="799" cy="635"/>
              <a:chOff x="1125" y="2864"/>
              <a:chExt cx="743" cy="667"/>
            </a:xfrm>
          </p:grpSpPr>
          <p:sp>
            <p:nvSpPr>
              <p:cNvPr id="47175" name="Text Box 137">
                <a:extLst>
                  <a:ext uri="{FF2B5EF4-FFF2-40B4-BE49-F238E27FC236}">
                    <a16:creationId xmlns:a16="http://schemas.microsoft.com/office/drawing/2014/main" id="{B6A7FA15-BD26-4049-BAF1-AA4A0A852A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36" y="2874"/>
                <a:ext cx="534" cy="1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7176" name="Text Box 138">
                <a:extLst>
                  <a:ext uri="{FF2B5EF4-FFF2-40B4-BE49-F238E27FC236}">
                    <a16:creationId xmlns:a16="http://schemas.microsoft.com/office/drawing/2014/main" id="{F015B069-97D2-4A5D-AA0E-8C01013B17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5" y="3106"/>
                <a:ext cx="743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Process</a:t>
                </a:r>
              </a:p>
            </p:txBody>
          </p:sp>
          <p:sp>
            <p:nvSpPr>
              <p:cNvPr id="47177" name="AutoShape 139">
                <a:extLst>
                  <a:ext uri="{FF2B5EF4-FFF2-40B4-BE49-F238E27FC236}">
                    <a16:creationId xmlns:a16="http://schemas.microsoft.com/office/drawing/2014/main" id="{61C357D7-157D-4876-91C6-2A76A41152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6" y="2864"/>
                <a:ext cx="690" cy="664"/>
              </a:xfrm>
              <a:prstGeom prst="flowChartAlternateProcess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4D75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7178" name="Line 140">
                <a:extLst>
                  <a:ext uri="{FF2B5EF4-FFF2-40B4-BE49-F238E27FC236}">
                    <a16:creationId xmlns:a16="http://schemas.microsoft.com/office/drawing/2014/main" id="{C6FB8FCE-00DC-4A00-AC19-CBE33CC634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0" y="3000"/>
                <a:ext cx="6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47170" name="Group 141">
              <a:extLst>
                <a:ext uri="{FF2B5EF4-FFF2-40B4-BE49-F238E27FC236}">
                  <a16:creationId xmlns:a16="http://schemas.microsoft.com/office/drawing/2014/main" id="{794AE90B-472F-4586-A7E8-E8B364FEBC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5" y="2624"/>
              <a:ext cx="799" cy="635"/>
              <a:chOff x="1125" y="2864"/>
              <a:chExt cx="743" cy="667"/>
            </a:xfrm>
          </p:grpSpPr>
          <p:sp>
            <p:nvSpPr>
              <p:cNvPr id="47171" name="Text Box 142">
                <a:extLst>
                  <a:ext uri="{FF2B5EF4-FFF2-40B4-BE49-F238E27FC236}">
                    <a16:creationId xmlns:a16="http://schemas.microsoft.com/office/drawing/2014/main" id="{5B7CC1D5-395D-4C58-BD55-D4BC421930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36" y="2874"/>
                <a:ext cx="534" cy="1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7172" name="Text Box 143">
                <a:extLst>
                  <a:ext uri="{FF2B5EF4-FFF2-40B4-BE49-F238E27FC236}">
                    <a16:creationId xmlns:a16="http://schemas.microsoft.com/office/drawing/2014/main" id="{796AA280-B278-4D05-B862-80D5A57DFE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5" y="3106"/>
                <a:ext cx="743" cy="4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Process</a:t>
                </a:r>
              </a:p>
            </p:txBody>
          </p:sp>
          <p:sp>
            <p:nvSpPr>
              <p:cNvPr id="47173" name="AutoShape 144">
                <a:extLst>
                  <a:ext uri="{FF2B5EF4-FFF2-40B4-BE49-F238E27FC236}">
                    <a16:creationId xmlns:a16="http://schemas.microsoft.com/office/drawing/2014/main" id="{44608399-CA1F-46E7-B2E1-59D9DC830D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6" y="2864"/>
                <a:ext cx="690" cy="664"/>
              </a:xfrm>
              <a:prstGeom prst="flowChartAlternateProcess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4D75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7174" name="Line 145">
                <a:extLst>
                  <a:ext uri="{FF2B5EF4-FFF2-40B4-BE49-F238E27FC236}">
                    <a16:creationId xmlns:a16="http://schemas.microsoft.com/office/drawing/2014/main" id="{FE769892-043C-40EF-B9D2-0B4551B343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60" y="3000"/>
                <a:ext cx="69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</p:grpSp>
      </p:grpSp>
      <p:grpSp>
        <p:nvGrpSpPr>
          <p:cNvPr id="873695" name="Group 223">
            <a:extLst>
              <a:ext uri="{FF2B5EF4-FFF2-40B4-BE49-F238E27FC236}">
                <a16:creationId xmlns:a16="http://schemas.microsoft.com/office/drawing/2014/main" id="{F1D7EB96-2D37-412A-A280-5E4EE9E74F49}"/>
              </a:ext>
            </a:extLst>
          </p:cNvPr>
          <p:cNvGrpSpPr>
            <a:grpSpLocks/>
          </p:cNvGrpSpPr>
          <p:nvPr/>
        </p:nvGrpSpPr>
        <p:grpSpPr bwMode="auto">
          <a:xfrm>
            <a:off x="3794125" y="906463"/>
            <a:ext cx="1557338" cy="4264025"/>
            <a:chOff x="2390" y="571"/>
            <a:chExt cx="981" cy="2686"/>
          </a:xfrm>
        </p:grpSpPr>
        <p:sp>
          <p:nvSpPr>
            <p:cNvPr id="47147" name="Text Box 68">
              <a:extLst>
                <a:ext uri="{FF2B5EF4-FFF2-40B4-BE49-F238E27FC236}">
                  <a16:creationId xmlns:a16="http://schemas.microsoft.com/office/drawing/2014/main" id="{F2027892-A60E-40DC-AF89-76C8162411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0" y="571"/>
              <a:ext cx="4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Times New Roman" panose="02020603050405020304" pitchFamily="18" charset="0"/>
                </a:rPr>
                <a:t>Level 1</a:t>
              </a:r>
              <a:endParaRPr lang="en-GB" altLang="en-US" sz="1400" i="1">
                <a:latin typeface="Times New Roman" panose="02020603050405020304" pitchFamily="18" charset="0"/>
              </a:endParaRPr>
            </a:p>
          </p:txBody>
        </p:sp>
        <p:sp>
          <p:nvSpPr>
            <p:cNvPr id="47148" name="Text Box 147">
              <a:extLst>
                <a:ext uri="{FF2B5EF4-FFF2-40B4-BE49-F238E27FC236}">
                  <a16:creationId xmlns:a16="http://schemas.microsoft.com/office/drawing/2014/main" id="{3471D2E3-CCDB-4E87-87BC-EA5991877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7" y="979"/>
              <a:ext cx="753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2</a:t>
              </a:r>
            </a:p>
          </p:txBody>
        </p:sp>
        <p:grpSp>
          <p:nvGrpSpPr>
            <p:cNvPr id="47149" name="Group 151">
              <a:extLst>
                <a:ext uri="{FF2B5EF4-FFF2-40B4-BE49-F238E27FC236}">
                  <a16:creationId xmlns:a16="http://schemas.microsoft.com/office/drawing/2014/main" id="{B1BFD40A-17DD-46F9-8FF0-A7B0542D3E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0" y="944"/>
              <a:ext cx="981" cy="2313"/>
              <a:chOff x="2390" y="944"/>
              <a:chExt cx="981" cy="2313"/>
            </a:xfrm>
          </p:grpSpPr>
          <p:sp>
            <p:nvSpPr>
              <p:cNvPr id="47165" name="AutoShape 149">
                <a:extLst>
                  <a:ext uri="{FF2B5EF4-FFF2-40B4-BE49-F238E27FC236}">
                    <a16:creationId xmlns:a16="http://schemas.microsoft.com/office/drawing/2014/main" id="{60F40165-9588-4ABA-9D23-357560F0CD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9" y="944"/>
                <a:ext cx="972" cy="2313"/>
              </a:xfrm>
              <a:prstGeom prst="flowChartAlternateProcess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4D75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7166" name="Line 150">
                <a:extLst>
                  <a:ext uri="{FF2B5EF4-FFF2-40B4-BE49-F238E27FC236}">
                    <a16:creationId xmlns:a16="http://schemas.microsoft.com/office/drawing/2014/main" id="{1F2DB059-CC92-4207-ABD9-A941EB7E96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0" y="1170"/>
                <a:ext cx="9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47150" name="Group 157">
              <a:extLst>
                <a:ext uri="{FF2B5EF4-FFF2-40B4-BE49-F238E27FC236}">
                  <a16:creationId xmlns:a16="http://schemas.microsoft.com/office/drawing/2014/main" id="{DEA60AD7-B06E-4090-B418-C6055494AD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3" y="1225"/>
              <a:ext cx="695" cy="626"/>
              <a:chOff x="4917" y="3145"/>
              <a:chExt cx="695" cy="626"/>
            </a:xfrm>
          </p:grpSpPr>
          <p:sp>
            <p:nvSpPr>
              <p:cNvPr id="47161" name="Text Box 153">
                <a:extLst>
                  <a:ext uri="{FF2B5EF4-FFF2-40B4-BE49-F238E27FC236}">
                    <a16:creationId xmlns:a16="http://schemas.microsoft.com/office/drawing/2014/main" id="{44CDDE36-6647-4BE5-AE43-642C411860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3" y="3145"/>
                <a:ext cx="499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2.1</a:t>
                </a:r>
              </a:p>
            </p:txBody>
          </p:sp>
          <p:sp>
            <p:nvSpPr>
              <p:cNvPr id="47162" name="Text Box 154">
                <a:extLst>
                  <a:ext uri="{FF2B5EF4-FFF2-40B4-BE49-F238E27FC236}">
                    <a16:creationId xmlns:a16="http://schemas.microsoft.com/office/drawing/2014/main" id="{039949C6-E31A-45C4-BF1F-F36254A98C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17" y="3382"/>
                <a:ext cx="695" cy="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Sub-Process</a:t>
                </a:r>
              </a:p>
            </p:txBody>
          </p:sp>
          <p:sp>
            <p:nvSpPr>
              <p:cNvPr id="47163" name="AutoShape 155">
                <a:extLst>
                  <a:ext uri="{FF2B5EF4-FFF2-40B4-BE49-F238E27FC236}">
                    <a16:creationId xmlns:a16="http://schemas.microsoft.com/office/drawing/2014/main" id="{918803F2-E1F0-4396-8862-272B1A70ED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5" y="3160"/>
                <a:ext cx="646" cy="608"/>
              </a:xfrm>
              <a:prstGeom prst="flowChartAlternateProcess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4D75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7164" name="Line 156">
                <a:extLst>
                  <a:ext uri="{FF2B5EF4-FFF2-40B4-BE49-F238E27FC236}">
                    <a16:creationId xmlns:a16="http://schemas.microsoft.com/office/drawing/2014/main" id="{8BE3A2FD-DE1C-45BC-91A6-A265CC25DA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50" y="3285"/>
                <a:ext cx="6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47151" name="Group 158">
              <a:extLst>
                <a:ext uri="{FF2B5EF4-FFF2-40B4-BE49-F238E27FC236}">
                  <a16:creationId xmlns:a16="http://schemas.microsoft.com/office/drawing/2014/main" id="{90C264EC-6146-4373-8FC4-79B87D55DF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1" y="1897"/>
              <a:ext cx="695" cy="626"/>
              <a:chOff x="4917" y="3145"/>
              <a:chExt cx="695" cy="626"/>
            </a:xfrm>
          </p:grpSpPr>
          <p:sp>
            <p:nvSpPr>
              <p:cNvPr id="47157" name="Text Box 159">
                <a:extLst>
                  <a:ext uri="{FF2B5EF4-FFF2-40B4-BE49-F238E27FC236}">
                    <a16:creationId xmlns:a16="http://schemas.microsoft.com/office/drawing/2014/main" id="{EF6758AA-B436-4E7A-A11C-0A0DC3C160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3" y="3145"/>
                <a:ext cx="499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2.2</a:t>
                </a:r>
              </a:p>
            </p:txBody>
          </p:sp>
          <p:sp>
            <p:nvSpPr>
              <p:cNvPr id="47158" name="Text Box 160">
                <a:extLst>
                  <a:ext uri="{FF2B5EF4-FFF2-40B4-BE49-F238E27FC236}">
                    <a16:creationId xmlns:a16="http://schemas.microsoft.com/office/drawing/2014/main" id="{7E6BFE65-ED72-41A2-8E2B-3E881441EB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17" y="3382"/>
                <a:ext cx="695" cy="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Sub-Process</a:t>
                </a:r>
              </a:p>
            </p:txBody>
          </p:sp>
          <p:sp>
            <p:nvSpPr>
              <p:cNvPr id="47159" name="AutoShape 161">
                <a:extLst>
                  <a:ext uri="{FF2B5EF4-FFF2-40B4-BE49-F238E27FC236}">
                    <a16:creationId xmlns:a16="http://schemas.microsoft.com/office/drawing/2014/main" id="{5789831E-7FF5-42A4-8A8C-644CDFE674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5" y="3160"/>
                <a:ext cx="646" cy="608"/>
              </a:xfrm>
              <a:prstGeom prst="flowChartAlternateProcess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4D75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7160" name="Line 162">
                <a:extLst>
                  <a:ext uri="{FF2B5EF4-FFF2-40B4-BE49-F238E27FC236}">
                    <a16:creationId xmlns:a16="http://schemas.microsoft.com/office/drawing/2014/main" id="{0F0C07B8-B498-4441-B5BA-17B1AE940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50" y="3285"/>
                <a:ext cx="6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47152" name="Group 163">
              <a:extLst>
                <a:ext uri="{FF2B5EF4-FFF2-40B4-BE49-F238E27FC236}">
                  <a16:creationId xmlns:a16="http://schemas.microsoft.com/office/drawing/2014/main" id="{92C983C6-ED16-40CF-8740-04224912A4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9" y="2585"/>
              <a:ext cx="695" cy="626"/>
              <a:chOff x="4917" y="3145"/>
              <a:chExt cx="695" cy="626"/>
            </a:xfrm>
          </p:grpSpPr>
          <p:sp>
            <p:nvSpPr>
              <p:cNvPr id="47153" name="Text Box 164">
                <a:extLst>
                  <a:ext uri="{FF2B5EF4-FFF2-40B4-BE49-F238E27FC236}">
                    <a16:creationId xmlns:a16="http://schemas.microsoft.com/office/drawing/2014/main" id="{8C0B7740-ED11-48C9-A9AE-C061A9DB24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3" y="3145"/>
                <a:ext cx="499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2.3</a:t>
                </a:r>
              </a:p>
            </p:txBody>
          </p:sp>
          <p:sp>
            <p:nvSpPr>
              <p:cNvPr id="47154" name="Text Box 165">
                <a:extLst>
                  <a:ext uri="{FF2B5EF4-FFF2-40B4-BE49-F238E27FC236}">
                    <a16:creationId xmlns:a16="http://schemas.microsoft.com/office/drawing/2014/main" id="{19BFA97A-CCE1-4BAE-9F8C-5489739DDA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17" y="3382"/>
                <a:ext cx="695" cy="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Sub-Process</a:t>
                </a:r>
              </a:p>
            </p:txBody>
          </p:sp>
          <p:sp>
            <p:nvSpPr>
              <p:cNvPr id="47155" name="AutoShape 166">
                <a:extLst>
                  <a:ext uri="{FF2B5EF4-FFF2-40B4-BE49-F238E27FC236}">
                    <a16:creationId xmlns:a16="http://schemas.microsoft.com/office/drawing/2014/main" id="{24CFE552-25CD-4DD8-937E-DD3F5924D0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5" y="3160"/>
                <a:ext cx="646" cy="608"/>
              </a:xfrm>
              <a:prstGeom prst="flowChartAlternateProcess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4D75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7156" name="Line 167">
                <a:extLst>
                  <a:ext uri="{FF2B5EF4-FFF2-40B4-BE49-F238E27FC236}">
                    <a16:creationId xmlns:a16="http://schemas.microsoft.com/office/drawing/2014/main" id="{C6818CDB-152C-4AAF-AF8A-2FE3C35FF9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50" y="3285"/>
                <a:ext cx="6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</p:grpSp>
      </p:grpSp>
      <p:grpSp>
        <p:nvGrpSpPr>
          <p:cNvPr id="873692" name="Group 220">
            <a:extLst>
              <a:ext uri="{FF2B5EF4-FFF2-40B4-BE49-F238E27FC236}">
                <a16:creationId xmlns:a16="http://schemas.microsoft.com/office/drawing/2014/main" id="{57D0472A-DD99-4889-B41F-71F24A200180}"/>
              </a:ext>
            </a:extLst>
          </p:cNvPr>
          <p:cNvGrpSpPr>
            <a:grpSpLocks/>
          </p:cNvGrpSpPr>
          <p:nvPr/>
        </p:nvGrpSpPr>
        <p:grpSpPr bwMode="auto">
          <a:xfrm>
            <a:off x="6794500" y="1498600"/>
            <a:ext cx="596900" cy="3543300"/>
            <a:chOff x="4280" y="944"/>
            <a:chExt cx="376" cy="2232"/>
          </a:xfrm>
        </p:grpSpPr>
        <p:sp>
          <p:nvSpPr>
            <p:cNvPr id="47145" name="Line 171">
              <a:extLst>
                <a:ext uri="{FF2B5EF4-FFF2-40B4-BE49-F238E27FC236}">
                  <a16:creationId xmlns:a16="http://schemas.microsoft.com/office/drawing/2014/main" id="{1D9FEDC0-B44D-4A50-A7E9-4B77B18C43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0" y="944"/>
              <a:ext cx="376" cy="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MY"/>
            </a:p>
          </p:txBody>
        </p:sp>
        <p:sp>
          <p:nvSpPr>
            <p:cNvPr id="47146" name="Line 172">
              <a:extLst>
                <a:ext uri="{FF2B5EF4-FFF2-40B4-BE49-F238E27FC236}">
                  <a16:creationId xmlns:a16="http://schemas.microsoft.com/office/drawing/2014/main" id="{297E3693-9FEA-4151-8325-C1C288050E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8" y="2488"/>
              <a:ext cx="360" cy="6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MY"/>
            </a:p>
          </p:txBody>
        </p:sp>
      </p:grpSp>
      <p:grpSp>
        <p:nvGrpSpPr>
          <p:cNvPr id="873696" name="Group 224">
            <a:extLst>
              <a:ext uri="{FF2B5EF4-FFF2-40B4-BE49-F238E27FC236}">
                <a16:creationId xmlns:a16="http://schemas.microsoft.com/office/drawing/2014/main" id="{4D351BF7-50A0-4331-9E3C-7F7615B56551}"/>
              </a:ext>
            </a:extLst>
          </p:cNvPr>
          <p:cNvGrpSpPr>
            <a:grpSpLocks/>
          </p:cNvGrpSpPr>
          <p:nvPr/>
        </p:nvGrpSpPr>
        <p:grpSpPr bwMode="auto">
          <a:xfrm>
            <a:off x="5572125" y="906463"/>
            <a:ext cx="1557338" cy="4264025"/>
            <a:chOff x="3510" y="571"/>
            <a:chExt cx="981" cy="2686"/>
          </a:xfrm>
        </p:grpSpPr>
        <p:sp>
          <p:nvSpPr>
            <p:cNvPr id="47125" name="Text Box 95">
              <a:extLst>
                <a:ext uri="{FF2B5EF4-FFF2-40B4-BE49-F238E27FC236}">
                  <a16:creationId xmlns:a16="http://schemas.microsoft.com/office/drawing/2014/main" id="{B33A311C-684D-4300-817C-55A6739740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0" y="571"/>
              <a:ext cx="4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Times New Roman" panose="02020603050405020304" pitchFamily="18" charset="0"/>
                </a:rPr>
                <a:t>Level 2</a:t>
              </a:r>
              <a:endParaRPr lang="en-GB" altLang="en-US" sz="1400" i="1">
                <a:latin typeface="Times New Roman" panose="02020603050405020304" pitchFamily="18" charset="0"/>
              </a:endParaRPr>
            </a:p>
          </p:txBody>
        </p:sp>
        <p:sp>
          <p:nvSpPr>
            <p:cNvPr id="47126" name="Text Box 173">
              <a:extLst>
                <a:ext uri="{FF2B5EF4-FFF2-40B4-BE49-F238E27FC236}">
                  <a16:creationId xmlns:a16="http://schemas.microsoft.com/office/drawing/2014/main" id="{AECA707D-6FD9-45E9-A19E-FBC02CB34A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7" y="979"/>
              <a:ext cx="753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2.2</a:t>
              </a:r>
            </a:p>
          </p:txBody>
        </p:sp>
        <p:grpSp>
          <p:nvGrpSpPr>
            <p:cNvPr id="47127" name="Group 174">
              <a:extLst>
                <a:ext uri="{FF2B5EF4-FFF2-40B4-BE49-F238E27FC236}">
                  <a16:creationId xmlns:a16="http://schemas.microsoft.com/office/drawing/2014/main" id="{6A247765-8FAD-4682-A04D-7A37D7ED9C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10" y="944"/>
              <a:ext cx="981" cy="2313"/>
              <a:chOff x="2390" y="944"/>
              <a:chExt cx="981" cy="2313"/>
            </a:xfrm>
          </p:grpSpPr>
          <p:sp>
            <p:nvSpPr>
              <p:cNvPr id="47143" name="AutoShape 175">
                <a:extLst>
                  <a:ext uri="{FF2B5EF4-FFF2-40B4-BE49-F238E27FC236}">
                    <a16:creationId xmlns:a16="http://schemas.microsoft.com/office/drawing/2014/main" id="{2924D9A5-B632-4F0F-99CD-A8FB3CA34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9" y="944"/>
                <a:ext cx="972" cy="2313"/>
              </a:xfrm>
              <a:prstGeom prst="flowChartAlternateProcess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4D75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7144" name="Line 176">
                <a:extLst>
                  <a:ext uri="{FF2B5EF4-FFF2-40B4-BE49-F238E27FC236}">
                    <a16:creationId xmlns:a16="http://schemas.microsoft.com/office/drawing/2014/main" id="{E5CB010C-027D-4EFD-83DC-AA780DD82F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0" y="1170"/>
                <a:ext cx="9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47128" name="Group 177">
              <a:extLst>
                <a:ext uri="{FF2B5EF4-FFF2-40B4-BE49-F238E27FC236}">
                  <a16:creationId xmlns:a16="http://schemas.microsoft.com/office/drawing/2014/main" id="{E26F869A-2BBA-4074-A163-4B10B4C6C1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13" y="1225"/>
              <a:ext cx="695" cy="626"/>
              <a:chOff x="4917" y="3145"/>
              <a:chExt cx="695" cy="626"/>
            </a:xfrm>
          </p:grpSpPr>
          <p:sp>
            <p:nvSpPr>
              <p:cNvPr id="47139" name="Text Box 178">
                <a:extLst>
                  <a:ext uri="{FF2B5EF4-FFF2-40B4-BE49-F238E27FC236}">
                    <a16:creationId xmlns:a16="http://schemas.microsoft.com/office/drawing/2014/main" id="{542B7342-443F-439E-9D3E-52EE867C52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3" y="3145"/>
                <a:ext cx="499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2.2.1</a:t>
                </a:r>
              </a:p>
            </p:txBody>
          </p:sp>
          <p:sp>
            <p:nvSpPr>
              <p:cNvPr id="47140" name="Text Box 179">
                <a:extLst>
                  <a:ext uri="{FF2B5EF4-FFF2-40B4-BE49-F238E27FC236}">
                    <a16:creationId xmlns:a16="http://schemas.microsoft.com/office/drawing/2014/main" id="{E09230CA-1F2A-4D06-9219-4FA127FFA4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17" y="3382"/>
                <a:ext cx="695" cy="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Sub-Sub-Process</a:t>
                </a:r>
              </a:p>
            </p:txBody>
          </p:sp>
          <p:sp>
            <p:nvSpPr>
              <p:cNvPr id="47141" name="AutoShape 180">
                <a:extLst>
                  <a:ext uri="{FF2B5EF4-FFF2-40B4-BE49-F238E27FC236}">
                    <a16:creationId xmlns:a16="http://schemas.microsoft.com/office/drawing/2014/main" id="{5E4EC586-FF80-427A-8D53-2456242C78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5" y="3160"/>
                <a:ext cx="646" cy="608"/>
              </a:xfrm>
              <a:prstGeom prst="flowChartAlternateProcess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4D75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7142" name="Line 181">
                <a:extLst>
                  <a:ext uri="{FF2B5EF4-FFF2-40B4-BE49-F238E27FC236}">
                    <a16:creationId xmlns:a16="http://schemas.microsoft.com/office/drawing/2014/main" id="{D6379E80-0065-42CA-8C0B-57402BCCD0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50" y="3285"/>
                <a:ext cx="6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47129" name="Group 182">
              <a:extLst>
                <a:ext uri="{FF2B5EF4-FFF2-40B4-BE49-F238E27FC236}">
                  <a16:creationId xmlns:a16="http://schemas.microsoft.com/office/drawing/2014/main" id="{43FA70C1-4F17-48D2-BA4E-39386AE0FC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21" y="1897"/>
              <a:ext cx="695" cy="626"/>
              <a:chOff x="4917" y="3145"/>
              <a:chExt cx="695" cy="626"/>
            </a:xfrm>
          </p:grpSpPr>
          <p:sp>
            <p:nvSpPr>
              <p:cNvPr id="47135" name="Text Box 183">
                <a:extLst>
                  <a:ext uri="{FF2B5EF4-FFF2-40B4-BE49-F238E27FC236}">
                    <a16:creationId xmlns:a16="http://schemas.microsoft.com/office/drawing/2014/main" id="{8C9FDEA0-137C-42B4-B6EA-C2D43DFBF2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3" y="3145"/>
                <a:ext cx="499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2.2.2</a:t>
                </a:r>
              </a:p>
            </p:txBody>
          </p:sp>
          <p:sp>
            <p:nvSpPr>
              <p:cNvPr id="47136" name="Text Box 184">
                <a:extLst>
                  <a:ext uri="{FF2B5EF4-FFF2-40B4-BE49-F238E27FC236}">
                    <a16:creationId xmlns:a16="http://schemas.microsoft.com/office/drawing/2014/main" id="{E98224DB-9D02-4C38-9FD9-DC5C415A2B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17" y="3382"/>
                <a:ext cx="695" cy="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Sub-Sub-Process</a:t>
                </a:r>
              </a:p>
            </p:txBody>
          </p:sp>
          <p:sp>
            <p:nvSpPr>
              <p:cNvPr id="47137" name="AutoShape 185">
                <a:extLst>
                  <a:ext uri="{FF2B5EF4-FFF2-40B4-BE49-F238E27FC236}">
                    <a16:creationId xmlns:a16="http://schemas.microsoft.com/office/drawing/2014/main" id="{89E53388-8C1D-4F1C-9234-D76E1C8818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5" y="3160"/>
                <a:ext cx="646" cy="608"/>
              </a:xfrm>
              <a:prstGeom prst="flowChartAlternateProcess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4D75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7138" name="Line 186">
                <a:extLst>
                  <a:ext uri="{FF2B5EF4-FFF2-40B4-BE49-F238E27FC236}">
                    <a16:creationId xmlns:a16="http://schemas.microsoft.com/office/drawing/2014/main" id="{1CB6730D-35C0-4C61-A346-634036EEB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50" y="3285"/>
                <a:ext cx="6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47130" name="Group 187">
              <a:extLst>
                <a:ext uri="{FF2B5EF4-FFF2-40B4-BE49-F238E27FC236}">
                  <a16:creationId xmlns:a16="http://schemas.microsoft.com/office/drawing/2014/main" id="{99FA4B87-C44F-467A-A247-7784E278BB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29" y="2585"/>
              <a:ext cx="695" cy="626"/>
              <a:chOff x="4917" y="3145"/>
              <a:chExt cx="695" cy="626"/>
            </a:xfrm>
          </p:grpSpPr>
          <p:sp>
            <p:nvSpPr>
              <p:cNvPr id="47131" name="Text Box 188">
                <a:extLst>
                  <a:ext uri="{FF2B5EF4-FFF2-40B4-BE49-F238E27FC236}">
                    <a16:creationId xmlns:a16="http://schemas.microsoft.com/office/drawing/2014/main" id="{024A4EEC-CDA9-4715-B03F-991E8757EF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3" y="3145"/>
                <a:ext cx="499" cy="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2.2.3</a:t>
                </a:r>
              </a:p>
            </p:txBody>
          </p:sp>
          <p:sp>
            <p:nvSpPr>
              <p:cNvPr id="47132" name="Text Box 189">
                <a:extLst>
                  <a:ext uri="{FF2B5EF4-FFF2-40B4-BE49-F238E27FC236}">
                    <a16:creationId xmlns:a16="http://schemas.microsoft.com/office/drawing/2014/main" id="{3E43BC2B-7909-45DA-A9DF-D62A45BE8B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17" y="3382"/>
                <a:ext cx="695" cy="3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Sub-Sub-Process</a:t>
                </a:r>
              </a:p>
            </p:txBody>
          </p:sp>
          <p:sp>
            <p:nvSpPr>
              <p:cNvPr id="47133" name="AutoShape 190">
                <a:extLst>
                  <a:ext uri="{FF2B5EF4-FFF2-40B4-BE49-F238E27FC236}">
                    <a16:creationId xmlns:a16="http://schemas.microsoft.com/office/drawing/2014/main" id="{50D2A396-2F01-4511-B3EF-5ECADA89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5" y="3160"/>
                <a:ext cx="646" cy="608"/>
              </a:xfrm>
              <a:prstGeom prst="flowChartAlternateProcess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4D75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7134" name="Line 191">
                <a:extLst>
                  <a:ext uri="{FF2B5EF4-FFF2-40B4-BE49-F238E27FC236}">
                    <a16:creationId xmlns:a16="http://schemas.microsoft.com/office/drawing/2014/main" id="{60EE297B-DF7C-4B96-98BA-3D79663AB8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50" y="3285"/>
                <a:ext cx="6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</p:grpSp>
      </p:grpSp>
      <p:grpSp>
        <p:nvGrpSpPr>
          <p:cNvPr id="873697" name="Group 225">
            <a:extLst>
              <a:ext uri="{FF2B5EF4-FFF2-40B4-BE49-F238E27FC236}">
                <a16:creationId xmlns:a16="http://schemas.microsoft.com/office/drawing/2014/main" id="{C9844A8D-EF2E-483D-B7DA-6719C20B1473}"/>
              </a:ext>
            </a:extLst>
          </p:cNvPr>
          <p:cNvGrpSpPr>
            <a:grpSpLocks/>
          </p:cNvGrpSpPr>
          <p:nvPr/>
        </p:nvGrpSpPr>
        <p:grpSpPr bwMode="auto">
          <a:xfrm>
            <a:off x="7350125" y="906463"/>
            <a:ext cx="1565275" cy="4225925"/>
            <a:chOff x="4630" y="571"/>
            <a:chExt cx="986" cy="2662"/>
          </a:xfrm>
        </p:grpSpPr>
        <p:grpSp>
          <p:nvGrpSpPr>
            <p:cNvPr id="47117" name="Group 103">
              <a:extLst>
                <a:ext uri="{FF2B5EF4-FFF2-40B4-BE49-F238E27FC236}">
                  <a16:creationId xmlns:a16="http://schemas.microsoft.com/office/drawing/2014/main" id="{17982103-06E4-4404-A46A-5A91793CC4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13" y="1180"/>
              <a:ext cx="903" cy="1875"/>
              <a:chOff x="4689" y="980"/>
              <a:chExt cx="903" cy="1875"/>
            </a:xfrm>
          </p:grpSpPr>
          <p:sp>
            <p:nvSpPr>
              <p:cNvPr id="47123" name="Text Box 104">
                <a:extLst>
                  <a:ext uri="{FF2B5EF4-FFF2-40B4-BE49-F238E27FC236}">
                    <a16:creationId xmlns:a16="http://schemas.microsoft.com/office/drawing/2014/main" id="{1536F96C-5B30-48F4-81B4-35CB912988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1" y="1012"/>
                <a:ext cx="811" cy="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algn="ctr" eaLnBrk="1" hangingPunct="1"/>
                <a:endParaRPr lang="en-US" altLang="en-US" sz="12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124" name="Text Box 105">
                <a:extLst>
                  <a:ext uri="{FF2B5EF4-FFF2-40B4-BE49-F238E27FC236}">
                    <a16:creationId xmlns:a16="http://schemas.microsoft.com/office/drawing/2014/main" id="{C4DAB401-4D26-4C91-A9C3-368ABD8053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9" y="980"/>
                <a:ext cx="839" cy="1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50195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eaLnBrk="1" hangingPunct="1"/>
                <a:r>
                  <a:rPr lang="en-GB" altLang="en-US" sz="1200" b="1">
                    <a:latin typeface="Times New Roman" panose="02020603050405020304" pitchFamily="18" charset="0"/>
                  </a:rPr>
                  <a:t>Elementary Process Description</a:t>
                </a:r>
              </a:p>
              <a:p>
                <a:pPr eaLnBrk="1" hangingPunct="1"/>
                <a:r>
                  <a:rPr lang="en-GB" altLang="en-US" sz="1200" i="1">
                    <a:latin typeface="Times New Roman" panose="02020603050405020304" pitchFamily="18" charset="0"/>
                  </a:rPr>
                  <a:t>(Logic Modelling)</a:t>
                </a:r>
              </a:p>
              <a:p>
                <a:pPr eaLnBrk="1" hangingPunct="1"/>
                <a:endParaRPr lang="en-GB" altLang="en-US" sz="1200">
                  <a:latin typeface="Times New Roman" panose="02020603050405020304" pitchFamily="18" charset="0"/>
                </a:endParaRPr>
              </a:p>
              <a:p>
                <a:pPr eaLnBrk="1" hangingPunct="1">
                  <a:buFontTx/>
                  <a:buChar char="•"/>
                </a:pPr>
                <a:r>
                  <a:rPr lang="en-GB" altLang="en-US" sz="1200">
                    <a:latin typeface="Times New Roman" panose="02020603050405020304" pitchFamily="18" charset="0"/>
                  </a:rPr>
                  <a:t> Decision tables</a:t>
                </a:r>
              </a:p>
              <a:p>
                <a:pPr eaLnBrk="1" hangingPunct="1">
                  <a:buFontTx/>
                  <a:buChar char="•"/>
                </a:pPr>
                <a:r>
                  <a:rPr lang="en-GB" altLang="en-US" sz="1200">
                    <a:latin typeface="Times New Roman" panose="02020603050405020304" pitchFamily="18" charset="0"/>
                  </a:rPr>
                  <a:t> Decision trees</a:t>
                </a:r>
              </a:p>
              <a:p>
                <a:pPr eaLnBrk="1" hangingPunct="1">
                  <a:buFontTx/>
                  <a:buChar char="•"/>
                </a:pPr>
                <a:r>
                  <a:rPr lang="en-GB" altLang="en-US" sz="1200">
                    <a:latin typeface="Times New Roman" panose="02020603050405020304" pitchFamily="18" charset="0"/>
                  </a:rPr>
                  <a:t> Structured</a:t>
                </a:r>
              </a:p>
              <a:p>
                <a:pPr eaLnBrk="1" hangingPunct="1"/>
                <a:r>
                  <a:rPr lang="en-GB" altLang="en-US" sz="1200">
                    <a:latin typeface="Times New Roman" panose="02020603050405020304" pitchFamily="18" charset="0"/>
                  </a:rPr>
                  <a:t>  English</a:t>
                </a:r>
                <a:endParaRPr lang="en-GB" altLang="en-US" sz="1200" b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7118" name="Text Box 106">
              <a:extLst>
                <a:ext uri="{FF2B5EF4-FFF2-40B4-BE49-F238E27FC236}">
                  <a16:creationId xmlns:a16="http://schemas.microsoft.com/office/drawing/2014/main" id="{D7835442-E47C-4FB6-A0DD-B8E1D03A20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2" y="571"/>
              <a:ext cx="4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r>
                <a:rPr lang="en-GB" altLang="en-US" sz="1400" dirty="0">
                  <a:latin typeface="Times New Roman" panose="02020603050405020304" pitchFamily="18" charset="0"/>
                </a:rPr>
                <a:t>Level-3</a:t>
              </a:r>
              <a:endParaRPr lang="en-GB" altLang="en-US" sz="1400" i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7119" name="Group 213">
              <a:extLst>
                <a:ext uri="{FF2B5EF4-FFF2-40B4-BE49-F238E27FC236}">
                  <a16:creationId xmlns:a16="http://schemas.microsoft.com/office/drawing/2014/main" id="{24CE8A08-4ED5-4F6E-BF10-17F6CE5E7F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30" y="920"/>
              <a:ext cx="981" cy="2313"/>
              <a:chOff x="2390" y="944"/>
              <a:chExt cx="981" cy="2313"/>
            </a:xfrm>
          </p:grpSpPr>
          <p:sp>
            <p:nvSpPr>
              <p:cNvPr id="47121" name="AutoShape 214">
                <a:extLst>
                  <a:ext uri="{FF2B5EF4-FFF2-40B4-BE49-F238E27FC236}">
                    <a16:creationId xmlns:a16="http://schemas.microsoft.com/office/drawing/2014/main" id="{CF9750C3-9691-492C-B713-A879D27E7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9" y="944"/>
                <a:ext cx="972" cy="2313"/>
              </a:xfrm>
              <a:prstGeom prst="flowChartAlternateProcess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anose="02060603020205020403" pitchFamily="18" charset="0"/>
                  </a:defRPr>
                </a:lvl9pPr>
              </a:lstStyle>
              <a:p>
                <a:pPr eaLnBrk="1" hangingPunct="1"/>
                <a:endParaRPr lang="en-US" altLang="en-US">
                  <a:solidFill>
                    <a:srgbClr val="004D75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7122" name="Line 215">
                <a:extLst>
                  <a:ext uri="{FF2B5EF4-FFF2-40B4-BE49-F238E27FC236}">
                    <a16:creationId xmlns:a16="http://schemas.microsoft.com/office/drawing/2014/main" id="{A7C7A918-6FEB-4DB1-8053-BA43E6244D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0" y="1170"/>
                <a:ext cx="9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</p:grpSp>
        <p:sp>
          <p:nvSpPr>
            <p:cNvPr id="47120" name="Text Box 216">
              <a:extLst>
                <a:ext uri="{FF2B5EF4-FFF2-40B4-BE49-F238E27FC236}">
                  <a16:creationId xmlns:a16="http://schemas.microsoft.com/office/drawing/2014/main" id="{5BAFA938-7C91-4F96-A586-C6ED5134FE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7" y="955"/>
              <a:ext cx="753" cy="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2.2.2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73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3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873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73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873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73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873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73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873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7" dur="80"/>
                                        <p:tgtEl>
                                          <p:spTgt spid="8734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8" dur="80"/>
                                        <p:tgtEl>
                                          <p:spTgt spid="8734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80"/>
                                        <p:tgtEl>
                                          <p:spTgt spid="8734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347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D013B64-6248-4521-899F-96CB10250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sz="3600" b="1"/>
              <a:t>Context Diagram</a:t>
            </a:r>
          </a:p>
        </p:txBody>
      </p:sp>
      <p:sp>
        <p:nvSpPr>
          <p:cNvPr id="48131" name="Text Box 3">
            <a:extLst>
              <a:ext uri="{FF2B5EF4-FFF2-40B4-BE49-F238E27FC236}">
                <a16:creationId xmlns:a16="http://schemas.microsoft.com/office/drawing/2014/main" id="{67B5DBE3-4705-4BDC-9BB8-EC7D80F6A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905000"/>
            <a:ext cx="19050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TW" sz="2000">
                <a:latin typeface="Arial" panose="020B0604020202020204" pitchFamily="34" charset="0"/>
                <a:cs typeface="標楷體"/>
              </a:rPr>
              <a:t>Context diagram shows the system boundaries, external entities that interact with the system, and major information flows between entities and the system.</a:t>
            </a:r>
          </a:p>
        </p:txBody>
      </p:sp>
      <p:sp>
        <p:nvSpPr>
          <p:cNvPr id="48132" name="Text Box 4">
            <a:extLst>
              <a:ext uri="{FF2B5EF4-FFF2-40B4-BE49-F238E27FC236}">
                <a16:creationId xmlns:a16="http://schemas.microsoft.com/office/drawing/2014/main" id="{3DCB61F2-925E-492E-A677-12A7F0B4F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3463" y="6096000"/>
            <a:ext cx="7032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TW" sz="2000">
                <a:latin typeface="Arial" panose="020B0604020202020204" pitchFamily="34" charset="0"/>
                <a:cs typeface="標楷體"/>
              </a:rPr>
              <a:t>NOTE: only one process symbol, and no data stores shown.</a:t>
            </a:r>
          </a:p>
        </p:txBody>
      </p:sp>
      <p:pic>
        <p:nvPicPr>
          <p:cNvPr id="48133" name="Picture 5" descr="FIG07_04">
            <a:extLst>
              <a:ext uri="{FF2B5EF4-FFF2-40B4-BE49-F238E27FC236}">
                <a16:creationId xmlns:a16="http://schemas.microsoft.com/office/drawing/2014/main" id="{384C40DF-6128-4713-A903-EB522C6DE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028700"/>
            <a:ext cx="6096000" cy="497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216C70A-0341-4EF6-8457-694EEA5A2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9713"/>
            <a:ext cx="7772400" cy="838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sz="3600" b="1"/>
              <a:t>Level-0 DFD</a:t>
            </a:r>
          </a:p>
        </p:txBody>
      </p:sp>
      <p:sp>
        <p:nvSpPr>
          <p:cNvPr id="50179" name="Text Box 3">
            <a:extLst>
              <a:ext uri="{FF2B5EF4-FFF2-40B4-BE49-F238E27FC236}">
                <a16:creationId xmlns:a16="http://schemas.microsoft.com/office/drawing/2014/main" id="{264D54A7-DB13-4619-9C8D-794E65271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359400"/>
            <a:ext cx="70326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TW" sz="1600">
                <a:latin typeface="Arial" panose="020B0604020202020204" pitchFamily="34" charset="0"/>
                <a:cs typeface="標楷體"/>
              </a:rPr>
              <a:t>Level-0 DFD shows the system’s major processes, data flows, and data stores at a high level of abstraction.</a:t>
            </a:r>
          </a:p>
        </p:txBody>
      </p:sp>
      <p:sp>
        <p:nvSpPr>
          <p:cNvPr id="50180" name="Text Box 4">
            <a:extLst>
              <a:ext uri="{FF2B5EF4-FFF2-40B4-BE49-F238E27FC236}">
                <a16:creationId xmlns:a16="http://schemas.microsoft.com/office/drawing/2014/main" id="{4F7ECA7D-BF7B-4AB2-B388-8D0D1226F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046788"/>
            <a:ext cx="7772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TW" sz="2000">
                <a:latin typeface="Arial" panose="020B0604020202020204" pitchFamily="34" charset="0"/>
                <a:cs typeface="標楷體"/>
              </a:rPr>
              <a:t>Processes are labeled 1.0, 2.0, etc. These will be decomposed into more primitive (lower-level) DFDs.</a:t>
            </a:r>
          </a:p>
        </p:txBody>
      </p:sp>
      <p:pic>
        <p:nvPicPr>
          <p:cNvPr id="50181" name="Picture 5" descr="FIG07_05">
            <a:extLst>
              <a:ext uri="{FF2B5EF4-FFF2-40B4-BE49-F238E27FC236}">
                <a16:creationId xmlns:a16="http://schemas.microsoft.com/office/drawing/2014/main" id="{4A0A0EAE-403F-4E47-B10A-0CA8CAF97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88" y="885825"/>
            <a:ext cx="6891337" cy="447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2A9787D-756C-4381-A951-D5EDF9A55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7813"/>
            <a:ext cx="8001000" cy="914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sz="3600" b="1"/>
              <a:t>Level-1 DFD</a:t>
            </a:r>
          </a:p>
        </p:txBody>
      </p:sp>
      <p:sp>
        <p:nvSpPr>
          <p:cNvPr id="52227" name="Text Box 4">
            <a:extLst>
              <a:ext uri="{FF2B5EF4-FFF2-40B4-BE49-F238E27FC236}">
                <a16:creationId xmlns:a16="http://schemas.microsoft.com/office/drawing/2014/main" id="{27C64CA7-F8E7-4BC0-A351-7F0057861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6129338"/>
            <a:ext cx="7239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TW" sz="2000">
                <a:latin typeface="Arial" panose="020B0604020202020204" pitchFamily="34" charset="0"/>
                <a:cs typeface="標楷體"/>
              </a:rPr>
              <a:t>Processes are labeled 4.1, 4.2, etc. These can be further decomposed in more primitive (lower-level) DFDs if necessary.</a:t>
            </a:r>
          </a:p>
        </p:txBody>
      </p:sp>
      <p:pic>
        <p:nvPicPr>
          <p:cNvPr id="52228" name="Picture 5" descr="FIG07_08">
            <a:extLst>
              <a:ext uri="{FF2B5EF4-FFF2-40B4-BE49-F238E27FC236}">
                <a16:creationId xmlns:a16="http://schemas.microsoft.com/office/drawing/2014/main" id="{C2668C5A-539F-4CDA-9CA8-F0615D5F9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012825"/>
            <a:ext cx="789940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7D9780E-16E7-48C2-B43C-92B792F6A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26796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600" dirty="0"/>
              <a:t>When do we stop levelling?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7318AE9-0F7E-40BD-B13A-0EFD011094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9100" y="1752600"/>
            <a:ext cx="8305800" cy="363855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2400"/>
              <a:t>Hoffer et al. (2001) recommend we stop when:</a:t>
            </a:r>
          </a:p>
          <a:p>
            <a:pPr marL="368300" lvl="1" indent="-177800" eaLnBrk="1" hangingPunct="1"/>
            <a:r>
              <a:rPr lang="en-US" altLang="en-US" sz="2400"/>
              <a:t>each process is a single decision, calculation or database operation;</a:t>
            </a:r>
          </a:p>
          <a:p>
            <a:pPr marL="368300" lvl="1" indent="-177800" eaLnBrk="1" hangingPunct="1"/>
            <a:r>
              <a:rPr lang="en-US" altLang="en-US" sz="2400"/>
              <a:t>each data store represents data about a single entity e.g. employee, customer, product etc;</a:t>
            </a:r>
          </a:p>
          <a:p>
            <a:pPr marL="368300" lvl="1" indent="-177800" eaLnBrk="1" hangingPunct="1"/>
            <a:r>
              <a:rPr lang="en-US" altLang="en-US" sz="2400"/>
              <a:t>system user does not want further detail;</a:t>
            </a:r>
          </a:p>
          <a:p>
            <a:pPr marL="368300" lvl="1" indent="-177800" eaLnBrk="1" hangingPunct="1"/>
            <a:r>
              <a:rPr lang="en-US" altLang="en-US" sz="2400"/>
              <a:t>every data flow does not need to be further divided to show how different types of that flow are processed;</a:t>
            </a:r>
          </a:p>
        </p:txBody>
      </p:sp>
    </p:spTree>
  </p:cSld>
  <p:clrMapOvr>
    <a:masterClrMapping/>
  </p:clrMapOvr>
  <p:transition advTm="1483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F8E63EA1-DBE3-41DC-8C78-BEED9EA0F7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05800" cy="8477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600" b="1" dirty="0"/>
              <a:t>DFD</a:t>
            </a:r>
            <a:r>
              <a:rPr lang="en-GB" altLang="en-US" sz="3200" dirty="0"/>
              <a:t> </a:t>
            </a:r>
            <a:r>
              <a:rPr lang="en-GB" altLang="en-US" sz="3600" b="1" dirty="0"/>
              <a:t>Balancing</a:t>
            </a:r>
            <a:endParaRPr lang="en-GB" altLang="en-US" sz="3200" b="1" dirty="0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022F29BF-B498-4329-A4C9-912E730465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1793875"/>
            <a:ext cx="8305800" cy="3268663"/>
          </a:xfrm>
        </p:spPr>
        <p:txBody>
          <a:bodyPr/>
          <a:lstStyle/>
          <a:p>
            <a:pPr marL="342900" indent="-342900" eaLnBrk="1" hangingPunct="1"/>
            <a:r>
              <a:rPr lang="en-US" altLang="en-US" sz="2400"/>
              <a:t>When decomposing a DFD, you must </a:t>
            </a:r>
            <a:r>
              <a:rPr lang="en-US" altLang="en-US" sz="2400">
                <a:solidFill>
                  <a:srgbClr val="00B0F0"/>
                </a:solidFill>
              </a:rPr>
              <a:t>conserve inputs to and outputs</a:t>
            </a:r>
            <a:r>
              <a:rPr lang="en-US" altLang="en-US" sz="2400"/>
              <a:t> from a process at the next level of decomposition</a:t>
            </a:r>
          </a:p>
          <a:p>
            <a:pPr marL="342900" indent="-342900" eaLnBrk="1" hangingPunct="1"/>
            <a:r>
              <a:rPr lang="en-US" altLang="en-US" sz="2400"/>
              <a:t>This is called </a:t>
            </a:r>
            <a:r>
              <a:rPr lang="en-US" altLang="en-US" sz="2400" b="1"/>
              <a:t>DFD Balancing</a:t>
            </a:r>
          </a:p>
          <a:p>
            <a:pPr marL="342900" indent="-342900" eaLnBrk="1" hangingPunct="1"/>
            <a:r>
              <a:rPr lang="en-US" altLang="en-US" sz="2400"/>
              <a:t>The number of net inputs and outputs from/to the environment shown on the Context diagram </a:t>
            </a:r>
            <a:r>
              <a:rPr lang="en-US" altLang="en-US" sz="2400" b="1"/>
              <a:t>must not change</a:t>
            </a:r>
            <a:r>
              <a:rPr lang="en-US" altLang="en-US" sz="2400"/>
              <a:t> in lower level DFDs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326659B8-25F9-4DB8-B8C4-8CA084609C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633413"/>
            <a:ext cx="7886700" cy="788987"/>
          </a:xfrm>
        </p:spPr>
        <p:txBody>
          <a:bodyPr lIns="0" tIns="264667" rIns="0" bIns="0">
            <a:spAutoFit/>
          </a:bodyPr>
          <a:lstStyle/>
          <a:p>
            <a:pPr marL="248285" eaLnBrk="1" fontAlgn="auto" hangingPunct="1">
              <a:spcAft>
                <a:spcPts val="0"/>
              </a:spcAft>
              <a:defRPr/>
            </a:pPr>
            <a:r>
              <a:rPr sz="3400" spc="-5" dirty="0"/>
              <a:t>DFD</a:t>
            </a:r>
            <a:r>
              <a:rPr sz="3400" spc="-80" dirty="0"/>
              <a:t> </a:t>
            </a:r>
            <a:r>
              <a:rPr sz="3400" spc="-5" dirty="0"/>
              <a:t>Balancing</a:t>
            </a:r>
            <a:endParaRPr sz="34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AEF610C-540C-4E87-A8C7-66CCAE43B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spAutoFit/>
          </a:bodyPr>
          <a:lstStyle/>
          <a:p>
            <a:pPr marL="25400">
              <a:lnSpc>
                <a:spcPts val="1105"/>
              </a:lnSpc>
              <a:defRPr/>
            </a:pPr>
            <a:fld id="{67F946F1-CE5A-49B6-9837-AF19FB9E5B08}" type="slidenum">
              <a:rPr spc="-5" dirty="0"/>
              <a:pPr marL="25400">
                <a:lnSpc>
                  <a:spcPts val="1105"/>
                </a:lnSpc>
                <a:defRPr/>
              </a:pPr>
              <a:t>27</a:t>
            </a:fld>
            <a:endParaRPr spc="-5" dirty="0"/>
          </a:p>
        </p:txBody>
      </p:sp>
      <p:sp>
        <p:nvSpPr>
          <p:cNvPr id="58372" name="object 7">
            <a:extLst>
              <a:ext uri="{FF2B5EF4-FFF2-40B4-BE49-F238E27FC236}">
                <a16:creationId xmlns:a16="http://schemas.microsoft.com/office/drawing/2014/main" id="{E9AA80CF-9956-4C18-8233-F2F58DF06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775" y="1643063"/>
            <a:ext cx="7343775" cy="392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54013" indent="-341313">
              <a:tabLst>
                <a:tab pos="355600" algn="l"/>
              </a:tabLs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55650" indent="-285750">
              <a:tabLst>
                <a:tab pos="355600" algn="l"/>
              </a:tabLs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tabLst>
                <a:tab pos="355600" algn="l"/>
              </a:tabLs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tabLst>
                <a:tab pos="355600" algn="l"/>
              </a:tabLs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tabLst>
                <a:tab pos="355600" algn="l"/>
              </a:tabLs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lnSpc>
                <a:spcPts val="3025"/>
              </a:lnSpc>
              <a:buClr>
                <a:srgbClr val="B1B1B1"/>
              </a:buClr>
              <a:buSzPct val="89000"/>
              <a:buFont typeface="Wingdings" panose="05000000000000000000" pitchFamily="2" charset="2"/>
              <a:buChar char=""/>
            </a:pPr>
            <a:r>
              <a:rPr lang="en-US" altLang="en-US" sz="2800" dirty="0">
                <a:latin typeface="Arial" panose="020B0604020202020204" pitchFamily="34" charset="0"/>
              </a:rPr>
              <a:t>The conservation of inputs and outputs to a  data flow process when that process is  decomposed to a lower level</a:t>
            </a:r>
          </a:p>
          <a:p>
            <a:pPr eaLnBrk="1" hangingPunct="1">
              <a:spcBef>
                <a:spcPts val="288"/>
              </a:spcBef>
              <a:buClr>
                <a:srgbClr val="B1B1B1"/>
              </a:buClr>
              <a:buSzPct val="89000"/>
              <a:buFont typeface="Wingdings" panose="05000000000000000000" pitchFamily="2" charset="2"/>
              <a:buChar char=""/>
            </a:pPr>
            <a:r>
              <a:rPr lang="en-US" altLang="en-US" sz="2800" dirty="0">
                <a:latin typeface="Arial" panose="020B0604020202020204" pitchFamily="34" charset="0"/>
              </a:rPr>
              <a:t>Balanced means:</a:t>
            </a:r>
          </a:p>
          <a:p>
            <a:pPr lvl="1" eaLnBrk="1" hangingPunct="1">
              <a:lnSpc>
                <a:spcPts val="2813"/>
              </a:lnSpc>
              <a:spcBef>
                <a:spcPts val="675"/>
              </a:spcBef>
              <a:buClr>
                <a:srgbClr val="CCCC99"/>
              </a:buClr>
              <a:buSzPct val="75000"/>
              <a:buFont typeface="Wingdings" panose="05000000000000000000" pitchFamily="2" charset="2"/>
              <a:buChar char=""/>
            </a:pPr>
            <a:r>
              <a:rPr lang="en-US" altLang="en-US" sz="2600" dirty="0">
                <a:latin typeface="Arial" panose="020B0604020202020204" pitchFamily="34" charset="0"/>
              </a:rPr>
              <a:t>Number of inputs to lower level DFD equals  number of inputs to associated process of  higher-level DFD</a:t>
            </a:r>
          </a:p>
          <a:p>
            <a:pPr lvl="1" eaLnBrk="1" hangingPunct="1">
              <a:lnSpc>
                <a:spcPts val="2813"/>
              </a:lnSpc>
              <a:spcBef>
                <a:spcPts val="625"/>
              </a:spcBef>
              <a:buClr>
                <a:srgbClr val="CCCC99"/>
              </a:buClr>
              <a:buSzPct val="75000"/>
              <a:buFont typeface="Wingdings" panose="05000000000000000000" pitchFamily="2" charset="2"/>
              <a:buChar char=""/>
            </a:pPr>
            <a:r>
              <a:rPr lang="en-US" altLang="en-US" sz="2600" dirty="0">
                <a:latin typeface="Arial" panose="020B0604020202020204" pitchFamily="34" charset="0"/>
              </a:rPr>
              <a:t>Number of outputs to lower level DFD equals  number of outputs to associated process of  higher-level DFD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14E7CA29-AD8A-4593-BA7E-50135DC792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3775" y="498475"/>
            <a:ext cx="6931025" cy="676275"/>
          </a:xfrm>
        </p:spPr>
        <p:txBody>
          <a:bodyPr lIns="0" tIns="0" rIns="0" bIns="0">
            <a:spAutoFit/>
          </a:bodyPr>
          <a:lstStyle/>
          <a:p>
            <a:pPr marL="12700" eaLnBrk="1" fontAlgn="auto" hangingPunct="1">
              <a:spcAft>
                <a:spcPts val="0"/>
              </a:spcAft>
              <a:tabLst>
                <a:tab pos="2501265" algn="l"/>
              </a:tabLst>
              <a:defRPr/>
            </a:pPr>
            <a:r>
              <a:rPr lang="en-US" spc="-5" dirty="0">
                <a:latin typeface="Times New Roman"/>
                <a:cs typeface="Times New Roman"/>
              </a:rPr>
              <a:t>D</a:t>
            </a:r>
            <a:r>
              <a:rPr spc="-5" dirty="0">
                <a:latin typeface="Times New Roman"/>
                <a:cs typeface="Times New Roman"/>
              </a:rPr>
              <a:t>FD</a:t>
            </a:r>
            <a:r>
              <a:rPr lang="en-US" spc="-5" dirty="0">
                <a:latin typeface="Times New Roman"/>
                <a:cs typeface="Times New Roman"/>
              </a:rPr>
              <a:t> Balancing </a:t>
            </a:r>
            <a:r>
              <a:rPr spc="-5" dirty="0">
                <a:latin typeface="Times New Roman"/>
                <a:cs typeface="Times New Roman"/>
              </a:rPr>
              <a:t>Rul</a:t>
            </a:r>
            <a:r>
              <a:rPr spc="-20" dirty="0">
                <a:latin typeface="Times New Roman"/>
                <a:cs typeface="Times New Roman"/>
              </a:rPr>
              <a:t>e</a:t>
            </a:r>
            <a:r>
              <a:rPr spc="-5" dirty="0"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913A032-2B1F-4505-A3B6-C88B3867F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spAutoFit/>
          </a:bodyPr>
          <a:lstStyle/>
          <a:p>
            <a:pPr marL="25400">
              <a:lnSpc>
                <a:spcPts val="1105"/>
              </a:lnSpc>
              <a:defRPr/>
            </a:pPr>
            <a:fld id="{8F47A7E9-84F1-4F24-AE24-4ECC54590DD4}" type="slidenum">
              <a:rPr spc="-5" dirty="0"/>
              <a:pPr marL="25400">
                <a:lnSpc>
                  <a:spcPts val="1105"/>
                </a:lnSpc>
                <a:defRPr/>
              </a:pPr>
              <a:t>28</a:t>
            </a:fld>
            <a:endParaRPr spc="-5" dirty="0"/>
          </a:p>
        </p:txBody>
      </p:sp>
      <p:sp>
        <p:nvSpPr>
          <p:cNvPr id="59396" name="object 7">
            <a:extLst>
              <a:ext uri="{FF2B5EF4-FFF2-40B4-BE49-F238E27FC236}">
                <a16:creationId xmlns:a16="http://schemas.microsoft.com/office/drawing/2014/main" id="{82180C58-697F-4942-8624-644D1678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0"/>
            <a:ext cx="8229600" cy="51054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object 6">
            <a:extLst>
              <a:ext uri="{FF2B5EF4-FFF2-40B4-BE49-F238E27FC236}">
                <a16:creationId xmlns:a16="http://schemas.microsoft.com/office/drawing/2014/main" id="{2D5BCE3E-242C-40FA-9034-D5C06CBC1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447800"/>
            <a:ext cx="6477000" cy="216217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0419" name="object 7">
            <a:extLst>
              <a:ext uri="{FF2B5EF4-FFF2-40B4-BE49-F238E27FC236}">
                <a16:creationId xmlns:a16="http://schemas.microsoft.com/office/drawing/2014/main" id="{7F9DD987-2B6F-49D0-854B-936652342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505200"/>
            <a:ext cx="6477000" cy="2743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8F31EB3-2DDA-43FF-BA5E-E4BB8462E1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368300"/>
            <a:ext cx="6172200" cy="676275"/>
          </a:xfrm>
        </p:spPr>
        <p:txBody>
          <a:bodyPr lIns="0" tIns="0" rIns="0" bIns="0">
            <a:spAutoFit/>
          </a:bodyPr>
          <a:lstStyle/>
          <a:p>
            <a:pPr marL="12700" eaLnBrk="1" fontAlgn="auto" hangingPunct="1">
              <a:spcAft>
                <a:spcPts val="0"/>
              </a:spcAft>
              <a:defRPr/>
            </a:pPr>
            <a:r>
              <a:rPr dirty="0">
                <a:latin typeface="Times New Roman"/>
                <a:cs typeface="Times New Roman"/>
              </a:rPr>
              <a:t>Unbalanced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DFD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32765562-BA59-405E-9CB8-F64B12BAA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spAutoFit/>
          </a:bodyPr>
          <a:lstStyle/>
          <a:p>
            <a:pPr marL="25400">
              <a:lnSpc>
                <a:spcPts val="1105"/>
              </a:lnSpc>
              <a:defRPr/>
            </a:pPr>
            <a:fld id="{A0D503EF-CACA-44F7-96E2-C2F6948FF935}" type="slidenum">
              <a:rPr spc="-5" dirty="0"/>
              <a:pPr marL="25400">
                <a:lnSpc>
                  <a:spcPts val="1105"/>
                </a:lnSpc>
                <a:defRPr/>
              </a:pPr>
              <a:t>29</a:t>
            </a:fld>
            <a:endParaRPr spc="-5" dirty="0"/>
          </a:p>
        </p:txBody>
      </p:sp>
      <p:sp>
        <p:nvSpPr>
          <p:cNvPr id="60422" name="object 9">
            <a:extLst>
              <a:ext uri="{FF2B5EF4-FFF2-40B4-BE49-F238E27FC236}">
                <a16:creationId xmlns:a16="http://schemas.microsoft.com/office/drawing/2014/main" id="{50A487A5-A6B8-4201-8E6A-42CB78CE1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75" y="2614613"/>
            <a:ext cx="1660525" cy="248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This is  unbalanced  because the  process of the  context diagram  has only one  input but the  Level-0 diagram  has two inputs.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534CEF8-FDF0-4F1C-8063-501DC98A4B45}"/>
              </a:ext>
            </a:extLst>
          </p:cNvPr>
          <p:cNvSpPr txBox="1"/>
          <p:nvPr/>
        </p:nvSpPr>
        <p:spPr>
          <a:xfrm>
            <a:off x="974725" y="2619375"/>
            <a:ext cx="847725" cy="614363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pc="-5" dirty="0">
                <a:latin typeface="Arial"/>
                <a:cs typeface="Arial"/>
              </a:rPr>
              <a:t>1</a:t>
            </a:r>
            <a:r>
              <a:rPr spc="-11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input</a:t>
            </a:r>
            <a:endParaRPr>
              <a:latin typeface="Arial"/>
              <a:cs typeface="Arial"/>
            </a:endParaRPr>
          </a:p>
          <a:p>
            <a:pPr marL="12700" eaLnBrk="1" fontAlgn="auto" hangingPunct="1">
              <a:spcBef>
                <a:spcPts val="430"/>
              </a:spcBef>
              <a:spcAft>
                <a:spcPts val="0"/>
              </a:spcAft>
              <a:defRPr/>
            </a:pPr>
            <a:r>
              <a:rPr spc="-5" dirty="0">
                <a:latin typeface="Arial"/>
                <a:cs typeface="Arial"/>
              </a:rPr>
              <a:t>1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output</a:t>
            </a:r>
            <a:endParaRPr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82B0705-3D49-476D-9D88-DA2D77AC205A}"/>
              </a:ext>
            </a:extLst>
          </p:cNvPr>
          <p:cNvSpPr txBox="1"/>
          <p:nvPr/>
        </p:nvSpPr>
        <p:spPr>
          <a:xfrm>
            <a:off x="993775" y="4678363"/>
            <a:ext cx="847725" cy="61436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pc="-5" dirty="0">
                <a:latin typeface="Arial"/>
                <a:cs typeface="Arial"/>
              </a:rPr>
              <a:t>2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inputs</a:t>
            </a:r>
            <a:endParaRPr>
              <a:latin typeface="Arial"/>
              <a:cs typeface="Arial"/>
            </a:endParaRPr>
          </a:p>
          <a:p>
            <a:pPr marL="12700" eaLnBrk="1" fontAlgn="auto" hangingPunct="1">
              <a:spcBef>
                <a:spcPts val="430"/>
              </a:spcBef>
              <a:spcAft>
                <a:spcPts val="0"/>
              </a:spcAft>
              <a:defRPr/>
            </a:pPr>
            <a:r>
              <a:rPr spc="-5" dirty="0">
                <a:latin typeface="Arial"/>
                <a:cs typeface="Arial"/>
              </a:rPr>
              <a:t>1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output</a:t>
            </a:r>
            <a:endParaRPr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200967B0-1FA7-44BB-8142-F43982D218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3775" y="498475"/>
            <a:ext cx="6626225" cy="676275"/>
          </a:xfrm>
        </p:spPr>
        <p:txBody>
          <a:bodyPr lIns="0" tIns="0" rIns="0" bIns="0">
            <a:spAutoFit/>
          </a:bodyPr>
          <a:lstStyle/>
          <a:p>
            <a:pPr marL="12700" eaLnBrk="1" fontAlgn="auto" hangingPunct="1">
              <a:spcAft>
                <a:spcPts val="0"/>
              </a:spcAft>
              <a:tabLst>
                <a:tab pos="2127250" algn="l"/>
              </a:tabLst>
              <a:defRPr/>
            </a:pPr>
            <a:r>
              <a:rPr dirty="0">
                <a:latin typeface="Times New Roman"/>
                <a:cs typeface="Times New Roman"/>
              </a:rPr>
              <a:t>Ba</a:t>
            </a:r>
            <a:r>
              <a:rPr spc="-15" dirty="0">
                <a:latin typeface="Times New Roman"/>
                <a:cs typeface="Times New Roman"/>
              </a:rPr>
              <a:t>l</a:t>
            </a:r>
            <a:r>
              <a:rPr dirty="0">
                <a:latin typeface="Times New Roman"/>
                <a:cs typeface="Times New Roman"/>
              </a:rPr>
              <a:t>anc</a:t>
            </a:r>
            <a:r>
              <a:rPr spc="-15" dirty="0">
                <a:latin typeface="Times New Roman"/>
                <a:cs typeface="Times New Roman"/>
              </a:rPr>
              <a:t>e</a:t>
            </a:r>
            <a:r>
              <a:rPr dirty="0">
                <a:latin typeface="Times New Roman"/>
                <a:cs typeface="Times New Roman"/>
              </a:rPr>
              <a:t>d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D</a:t>
            </a:r>
            <a:r>
              <a:rPr dirty="0">
                <a:latin typeface="Times New Roman"/>
                <a:cs typeface="Times New Roman"/>
              </a:rPr>
              <a:t>F</a:t>
            </a:r>
            <a:r>
              <a:rPr spc="-5" dirty="0">
                <a:latin typeface="Times New Roman"/>
                <a:cs typeface="Times New Roman"/>
              </a:rPr>
              <a:t>D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B5F77E8-F92A-44BD-A41F-A5FD8962D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spAutoFit/>
          </a:bodyPr>
          <a:lstStyle/>
          <a:p>
            <a:pPr marL="25400">
              <a:lnSpc>
                <a:spcPts val="1105"/>
              </a:lnSpc>
              <a:defRPr/>
            </a:pPr>
            <a:fld id="{B25C918B-8552-4B67-AF0D-832F62DF337D}" type="slidenum">
              <a:rPr spc="-5" dirty="0"/>
              <a:pPr marL="25400">
                <a:lnSpc>
                  <a:spcPts val="1105"/>
                </a:lnSpc>
                <a:defRPr/>
              </a:pPr>
              <a:t>30</a:t>
            </a:fld>
            <a:endParaRPr spc="-5" dirty="0"/>
          </a:p>
        </p:txBody>
      </p:sp>
      <p:sp>
        <p:nvSpPr>
          <p:cNvPr id="61444" name="object 7">
            <a:extLst>
              <a:ext uri="{FF2B5EF4-FFF2-40B4-BE49-F238E27FC236}">
                <a16:creationId xmlns:a16="http://schemas.microsoft.com/office/drawing/2014/main" id="{C7F11B3A-D5D2-4F21-B300-33C8A66AD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575" y="4519613"/>
            <a:ext cx="3516313" cy="138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These are balanced because the  numbers of inputs and outputs of  context diagram process equal the  number of inputs and outputs of  Level-0 diagram.</a:t>
            </a:r>
          </a:p>
        </p:txBody>
      </p:sp>
      <p:sp>
        <p:nvSpPr>
          <p:cNvPr id="61445" name="object 8">
            <a:extLst>
              <a:ext uri="{FF2B5EF4-FFF2-40B4-BE49-F238E27FC236}">
                <a16:creationId xmlns:a16="http://schemas.microsoft.com/office/drawing/2014/main" id="{AD139753-4B60-4933-85E9-90E6D6441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35113"/>
            <a:ext cx="4495800" cy="2519362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46" name="object 9">
            <a:extLst>
              <a:ext uri="{FF2B5EF4-FFF2-40B4-BE49-F238E27FC236}">
                <a16:creationId xmlns:a16="http://schemas.microsoft.com/office/drawing/2014/main" id="{9B346ADB-3B98-45BD-A232-A362329CD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438400"/>
            <a:ext cx="4267200" cy="37338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93F969B-F676-47CF-834E-C184A09B9BC4}"/>
              </a:ext>
            </a:extLst>
          </p:cNvPr>
          <p:cNvSpPr txBox="1"/>
          <p:nvPr/>
        </p:nvSpPr>
        <p:spPr>
          <a:xfrm>
            <a:off x="6346825" y="1639888"/>
            <a:ext cx="1273175" cy="554037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201295" indent="-188595" eaLnBrk="1" fontAlgn="auto" hangingPunct="1">
              <a:spcBef>
                <a:spcPts val="0"/>
              </a:spcBef>
              <a:spcAft>
                <a:spcPts val="0"/>
              </a:spcAft>
              <a:buFontTx/>
              <a:buAutoNum type="arabicPlain"/>
              <a:tabLst>
                <a:tab pos="201930" algn="l"/>
              </a:tabLst>
              <a:defRPr/>
            </a:pPr>
            <a:r>
              <a:rPr lang="en-MY" spc="-5" dirty="0">
                <a:latin typeface="Arial"/>
                <a:cs typeface="Arial"/>
              </a:rPr>
              <a:t>I</a:t>
            </a:r>
            <a:r>
              <a:rPr spc="-5" dirty="0" err="1">
                <a:latin typeface="Arial"/>
                <a:cs typeface="Arial"/>
              </a:rPr>
              <a:t>npu</a:t>
            </a:r>
            <a:r>
              <a:rPr lang="en-US" spc="-5" dirty="0" err="1">
                <a:latin typeface="Arial"/>
                <a:cs typeface="Arial"/>
              </a:rPr>
              <a:t>t</a:t>
            </a:r>
            <a:endParaRPr lang="en-US" spc="-5" dirty="0">
              <a:latin typeface="Arial"/>
              <a:cs typeface="Arial"/>
            </a:endParaRP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tabLst>
                <a:tab pos="201930" algn="l"/>
              </a:tabLst>
              <a:defRPr/>
            </a:pPr>
            <a:r>
              <a:rPr lang="en-US" dirty="0">
                <a:latin typeface="Arial"/>
                <a:cs typeface="Arial"/>
              </a:rPr>
              <a:t>3 </a:t>
            </a:r>
            <a:r>
              <a:rPr spc="-5" dirty="0">
                <a:latin typeface="Arial"/>
                <a:cs typeface="Arial"/>
              </a:rPr>
              <a:t>o</a:t>
            </a:r>
            <a:r>
              <a:rPr spc="-15" dirty="0">
                <a:latin typeface="Arial"/>
                <a:cs typeface="Arial"/>
              </a:rPr>
              <a:t>u</a:t>
            </a:r>
            <a:r>
              <a:rPr dirty="0">
                <a:latin typeface="Arial"/>
                <a:cs typeface="Arial"/>
              </a:rPr>
              <a:t>tp</a:t>
            </a:r>
            <a:r>
              <a:rPr spc="-15" dirty="0">
                <a:latin typeface="Arial"/>
                <a:cs typeface="Arial"/>
              </a:rPr>
              <a:t>u</a:t>
            </a:r>
            <a:r>
              <a:rPr dirty="0">
                <a:latin typeface="Arial"/>
                <a:cs typeface="Arial"/>
              </a:rPr>
              <a:t>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474B5AC7-CA6A-4983-B33E-AAAD5CBDE4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519200"/>
            <a:ext cx="7772400" cy="755591"/>
          </a:xfrm>
        </p:spPr>
        <p:txBody>
          <a:bodyPr lIns="0" tIns="199644" rIns="0" bIns="0">
            <a:spAutoFit/>
          </a:bodyPr>
          <a:lstStyle/>
          <a:p>
            <a:pPr marL="248285" eaLnBrk="1" fontAlgn="auto" hangingPunct="1">
              <a:spcAft>
                <a:spcPts val="0"/>
              </a:spcAft>
              <a:defRPr/>
            </a:pPr>
            <a:r>
              <a:rPr sz="4000" b="1" spc="-5" dirty="0">
                <a:latin typeface="Times New Roman"/>
                <a:cs typeface="Times New Roman"/>
              </a:rPr>
              <a:t>Data Flow</a:t>
            </a:r>
            <a:r>
              <a:rPr sz="4000" b="1" spc="-4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Splitting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D722C02-4459-4267-844A-5267F5B79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spAutoFit/>
          </a:bodyPr>
          <a:lstStyle/>
          <a:p>
            <a:pPr marL="25400">
              <a:lnSpc>
                <a:spcPts val="1105"/>
              </a:lnSpc>
              <a:defRPr/>
            </a:pPr>
            <a:fld id="{75FE278A-BC36-4A7E-9E2D-04641AF34704}" type="slidenum">
              <a:rPr spc="-5" dirty="0"/>
              <a:pPr marL="25400">
                <a:lnSpc>
                  <a:spcPts val="1105"/>
                </a:lnSpc>
                <a:defRPr/>
              </a:pPr>
              <a:t>31</a:t>
            </a:fld>
            <a:endParaRPr spc="-5" dirty="0"/>
          </a:p>
        </p:txBody>
      </p:sp>
      <p:sp>
        <p:nvSpPr>
          <p:cNvPr id="62468" name="object 7">
            <a:extLst>
              <a:ext uri="{FF2B5EF4-FFF2-40B4-BE49-F238E27FC236}">
                <a16:creationId xmlns:a16="http://schemas.microsoft.com/office/drawing/2014/main" id="{82B39957-D384-4524-86F5-087E04D18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9175" y="2689225"/>
            <a:ext cx="2500313" cy="138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A composite data flow at  a higher level may be  split if different parts go  to different processes in  the lower level DFD.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A6FA6AC-BDCF-45AF-834B-DD98F3E7C323}"/>
              </a:ext>
            </a:extLst>
          </p:cNvPr>
          <p:cNvSpPr txBox="1"/>
          <p:nvPr/>
        </p:nvSpPr>
        <p:spPr>
          <a:xfrm>
            <a:off x="688975" y="5586413"/>
            <a:ext cx="7037388" cy="620712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2000" dirty="0">
                <a:latin typeface="Arial"/>
                <a:cs typeface="Arial"/>
              </a:rPr>
              <a:t>This remains balanced because the same data is involved,</a:t>
            </a:r>
            <a:r>
              <a:rPr sz="2000" spc="-1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but</a:t>
            </a:r>
            <a:endParaRPr sz="2000">
              <a:latin typeface="Arial"/>
              <a:cs typeface="Arial"/>
            </a:endParaRPr>
          </a:p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2000" dirty="0">
                <a:latin typeface="Arial"/>
                <a:cs typeface="Arial"/>
              </a:rPr>
              <a:t>split into two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parts.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2470" name="object 9">
            <a:extLst>
              <a:ext uri="{FF2B5EF4-FFF2-40B4-BE49-F238E27FC236}">
                <a16:creationId xmlns:a16="http://schemas.microsoft.com/office/drawing/2014/main" id="{FC2CAFB5-B8B1-4D0C-A86E-7EB915524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524000"/>
            <a:ext cx="5029200" cy="18288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2471" name="object 10">
            <a:extLst>
              <a:ext uri="{FF2B5EF4-FFF2-40B4-BE49-F238E27FC236}">
                <a16:creationId xmlns:a16="http://schemas.microsoft.com/office/drawing/2014/main" id="{B2106F04-61D6-4237-90DA-82D4CAC90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197225"/>
            <a:ext cx="5029200" cy="2441575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7">
            <a:extLst>
              <a:ext uri="{FF2B5EF4-FFF2-40B4-BE49-F238E27FC236}">
                <a16:creationId xmlns:a16="http://schemas.microsoft.com/office/drawing/2014/main" id="{78674291-8F32-44D5-8B52-D3DE8A874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3" y="279400"/>
            <a:ext cx="30099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algn="ctr" eaLnBrk="1" hangingPunct="1"/>
            <a:r>
              <a:rPr lang="en-GB" altLang="en-US" sz="3000" b="1">
                <a:latin typeface="Times New Roman" panose="02020603050405020304" pitchFamily="18" charset="0"/>
              </a:rPr>
              <a:t>Context Diagram</a:t>
            </a:r>
          </a:p>
          <a:p>
            <a:pPr algn="ctr" eaLnBrk="1" hangingPunct="1"/>
            <a:r>
              <a:rPr lang="en-GB" altLang="en-US" sz="2400" i="1">
                <a:latin typeface="Times New Roman" panose="02020603050405020304" pitchFamily="18" charset="0"/>
              </a:rPr>
              <a:t>Maintain Stock System</a:t>
            </a:r>
            <a:endParaRPr lang="en-GB" altLang="en-US" sz="2400" b="1" u="sng">
              <a:latin typeface="Times New Roman" panose="02020603050405020304" pitchFamily="18" charset="0"/>
            </a:endParaRPr>
          </a:p>
        </p:txBody>
      </p:sp>
      <p:sp>
        <p:nvSpPr>
          <p:cNvPr id="63491" name="Text Box 22">
            <a:extLst>
              <a:ext uri="{FF2B5EF4-FFF2-40B4-BE49-F238E27FC236}">
                <a16:creationId xmlns:a16="http://schemas.microsoft.com/office/drawing/2014/main" id="{E85958D7-7F48-4208-B171-B731FD3AA14B}"/>
              </a:ext>
            </a:extLst>
          </p:cNvPr>
          <p:cNvSpPr txBox="1">
            <a:spLocks noChangeArrowheads="1"/>
          </p:cNvSpPr>
          <p:nvPr/>
        </p:nvSpPr>
        <p:spPr bwMode="auto">
          <a:xfrm rot="-628496">
            <a:off x="1930400" y="3871913"/>
            <a:ext cx="20335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/>
            <a:r>
              <a:rPr lang="en-GB" altLang="en-US" sz="1400" i="1">
                <a:latin typeface="Times New Roman" panose="02020603050405020304" pitchFamily="18" charset="0"/>
              </a:rPr>
              <a:t>Delivery Note</a:t>
            </a:r>
          </a:p>
        </p:txBody>
      </p:sp>
      <p:sp>
        <p:nvSpPr>
          <p:cNvPr id="63492" name="Line 23">
            <a:extLst>
              <a:ext uri="{FF2B5EF4-FFF2-40B4-BE49-F238E27FC236}">
                <a16:creationId xmlns:a16="http://schemas.microsoft.com/office/drawing/2014/main" id="{F2637ACF-B06D-4C43-A91E-13CCBD10D4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0700" y="3949700"/>
            <a:ext cx="1993900" cy="419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lg" len="med"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3493" name="Line 25">
            <a:extLst>
              <a:ext uri="{FF2B5EF4-FFF2-40B4-BE49-F238E27FC236}">
                <a16:creationId xmlns:a16="http://schemas.microsoft.com/office/drawing/2014/main" id="{1D2FFC49-673B-48A3-982A-0A386A1983F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70500" y="4267200"/>
            <a:ext cx="1612900" cy="1003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3494" name="Line 26">
            <a:extLst>
              <a:ext uri="{FF2B5EF4-FFF2-40B4-BE49-F238E27FC236}">
                <a16:creationId xmlns:a16="http://schemas.microsoft.com/office/drawing/2014/main" id="{AE6E8C74-1030-420B-AFAF-5D24ED9252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0700" y="4254500"/>
            <a:ext cx="2070100" cy="419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lg" len="med"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3495" name="Text Box 27">
            <a:extLst>
              <a:ext uri="{FF2B5EF4-FFF2-40B4-BE49-F238E27FC236}">
                <a16:creationId xmlns:a16="http://schemas.microsoft.com/office/drawing/2014/main" id="{E4EA57E8-3410-4BB8-B6E3-3475C6B414F3}"/>
              </a:ext>
            </a:extLst>
          </p:cNvPr>
          <p:cNvSpPr txBox="1">
            <a:spLocks noChangeArrowheads="1"/>
          </p:cNvSpPr>
          <p:nvPr/>
        </p:nvSpPr>
        <p:spPr bwMode="auto">
          <a:xfrm rot="-493185">
            <a:off x="2073275" y="4175125"/>
            <a:ext cx="1728788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/>
            <a:r>
              <a:rPr lang="en-GB" altLang="en-US" sz="1400" i="1">
                <a:latin typeface="Times New Roman" panose="02020603050405020304" pitchFamily="18" charset="0"/>
              </a:rPr>
              <a:t>Material Requirements List</a:t>
            </a:r>
          </a:p>
        </p:txBody>
      </p:sp>
      <p:sp>
        <p:nvSpPr>
          <p:cNvPr id="63496" name="Line 28">
            <a:extLst>
              <a:ext uri="{FF2B5EF4-FFF2-40B4-BE49-F238E27FC236}">
                <a16:creationId xmlns:a16="http://schemas.microsoft.com/office/drawing/2014/main" id="{92335533-2BD6-495E-AEEE-37E182C096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78000" y="3594100"/>
            <a:ext cx="201930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lg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3497" name="Text Box 29">
            <a:extLst>
              <a:ext uri="{FF2B5EF4-FFF2-40B4-BE49-F238E27FC236}">
                <a16:creationId xmlns:a16="http://schemas.microsoft.com/office/drawing/2014/main" id="{E4310843-D3EC-494D-BDCD-26A48F730E17}"/>
              </a:ext>
            </a:extLst>
          </p:cNvPr>
          <p:cNvSpPr txBox="1">
            <a:spLocks noChangeArrowheads="1"/>
          </p:cNvSpPr>
          <p:nvPr/>
        </p:nvSpPr>
        <p:spPr bwMode="auto">
          <a:xfrm rot="-622083">
            <a:off x="1808163" y="3335338"/>
            <a:ext cx="2122487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/>
            <a:r>
              <a:rPr lang="en-GB" altLang="en-US" sz="1400" i="1">
                <a:latin typeface="Times New Roman" panose="02020603050405020304" pitchFamily="18" charset="0"/>
              </a:rPr>
              <a:t>Supplier Details </a:t>
            </a:r>
          </a:p>
          <a:p>
            <a:pPr eaLnBrk="1" hangingPunct="1"/>
            <a:r>
              <a:rPr lang="en-GB" altLang="en-US" sz="1400" i="1">
                <a:latin typeface="Times New Roman" panose="02020603050405020304" pitchFamily="18" charset="0"/>
              </a:rPr>
              <a:t>Update Form</a:t>
            </a:r>
          </a:p>
        </p:txBody>
      </p:sp>
      <p:sp>
        <p:nvSpPr>
          <p:cNvPr id="63498" name="Line 30">
            <a:extLst>
              <a:ext uri="{FF2B5EF4-FFF2-40B4-BE49-F238E27FC236}">
                <a16:creationId xmlns:a16="http://schemas.microsoft.com/office/drawing/2014/main" id="{70D9870A-23AA-4103-AAD3-8FD0C82D31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0800" y="2146300"/>
            <a:ext cx="1130300" cy="1016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lg" len="med"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3499" name="Line 31">
            <a:extLst>
              <a:ext uri="{FF2B5EF4-FFF2-40B4-BE49-F238E27FC236}">
                <a16:creationId xmlns:a16="http://schemas.microsoft.com/office/drawing/2014/main" id="{FC3E35E1-EDDB-4C73-AAC2-11ACDBEC264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52800" y="2286000"/>
            <a:ext cx="812800" cy="901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lg" len="med"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3500" name="Text Box 32">
            <a:extLst>
              <a:ext uri="{FF2B5EF4-FFF2-40B4-BE49-F238E27FC236}">
                <a16:creationId xmlns:a16="http://schemas.microsoft.com/office/drawing/2014/main" id="{BD17C2E9-FFFE-454C-8E4B-C0324AF8E087}"/>
              </a:ext>
            </a:extLst>
          </p:cNvPr>
          <p:cNvSpPr txBox="1">
            <a:spLocks noChangeArrowheads="1"/>
          </p:cNvSpPr>
          <p:nvPr/>
        </p:nvSpPr>
        <p:spPr bwMode="auto">
          <a:xfrm rot="-46932">
            <a:off x="1843088" y="2525713"/>
            <a:ext cx="1943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algn="r" eaLnBrk="1" hangingPunct="1"/>
            <a:r>
              <a:rPr lang="en-GB" altLang="en-US" sz="1400" i="1">
                <a:latin typeface="Times New Roman" panose="02020603050405020304" pitchFamily="18" charset="0"/>
              </a:rPr>
              <a:t>Production Plan</a:t>
            </a:r>
          </a:p>
        </p:txBody>
      </p:sp>
      <p:sp>
        <p:nvSpPr>
          <p:cNvPr id="63501" name="Text Box 33">
            <a:extLst>
              <a:ext uri="{FF2B5EF4-FFF2-40B4-BE49-F238E27FC236}">
                <a16:creationId xmlns:a16="http://schemas.microsoft.com/office/drawing/2014/main" id="{DE56A3BC-3526-4E62-B56D-6BF7A8590F5E}"/>
              </a:ext>
            </a:extLst>
          </p:cNvPr>
          <p:cNvSpPr txBox="1">
            <a:spLocks noChangeArrowheads="1"/>
          </p:cNvSpPr>
          <p:nvPr/>
        </p:nvSpPr>
        <p:spPr bwMode="auto">
          <a:xfrm rot="-46932">
            <a:off x="3989388" y="2335213"/>
            <a:ext cx="1943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algn="r" eaLnBrk="1" hangingPunct="1"/>
            <a:r>
              <a:rPr lang="en-GB" altLang="en-US" sz="1400" i="1">
                <a:latin typeface="Times New Roman" panose="02020603050405020304" pitchFamily="18" charset="0"/>
              </a:rPr>
              <a:t>Delivery Note</a:t>
            </a:r>
          </a:p>
        </p:txBody>
      </p:sp>
      <p:sp>
        <p:nvSpPr>
          <p:cNvPr id="63502" name="Text Box 34">
            <a:extLst>
              <a:ext uri="{FF2B5EF4-FFF2-40B4-BE49-F238E27FC236}">
                <a16:creationId xmlns:a16="http://schemas.microsoft.com/office/drawing/2014/main" id="{DDEBCB9E-AEA1-4D41-87F2-B88B7CD98D65}"/>
              </a:ext>
            </a:extLst>
          </p:cNvPr>
          <p:cNvSpPr txBox="1">
            <a:spLocks noChangeArrowheads="1"/>
          </p:cNvSpPr>
          <p:nvPr/>
        </p:nvSpPr>
        <p:spPr bwMode="auto">
          <a:xfrm rot="-46932">
            <a:off x="5945188" y="4152900"/>
            <a:ext cx="1509712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/>
            <a:r>
              <a:rPr lang="en-GB" altLang="en-US" sz="1400" i="1">
                <a:latin typeface="Times New Roman" panose="02020603050405020304" pitchFamily="18" charset="0"/>
              </a:rPr>
              <a:t>Stock Withdrawal</a:t>
            </a:r>
          </a:p>
          <a:p>
            <a:pPr eaLnBrk="1" hangingPunct="1"/>
            <a:r>
              <a:rPr lang="en-GB" altLang="en-US" sz="1400" i="1">
                <a:latin typeface="Times New Roman" panose="02020603050405020304" pitchFamily="18" charset="0"/>
              </a:rPr>
              <a:t>Note</a:t>
            </a:r>
          </a:p>
        </p:txBody>
      </p:sp>
      <p:sp>
        <p:nvSpPr>
          <p:cNvPr id="103440" name="Text Box 35">
            <a:extLst>
              <a:ext uri="{FF2B5EF4-FFF2-40B4-BE49-F238E27FC236}">
                <a16:creationId xmlns:a16="http://schemas.microsoft.com/office/drawing/2014/main" id="{6670150A-FC41-463D-8A8A-3C1D6B0F0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5" y="5024438"/>
            <a:ext cx="1479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en-GB" altLang="en-US" sz="2000" b="1">
                <a:solidFill>
                  <a:srgbClr val="00B0F0"/>
                </a:solidFill>
                <a:latin typeface="Times New Roman" panose="02020603050405020304" pitchFamily="18" charset="0"/>
              </a:rPr>
              <a:t>4</a:t>
            </a:r>
            <a:r>
              <a:rPr lang="en-GB" altLang="en-US" sz="2000" b="1">
                <a:latin typeface="Times New Roman" panose="02020603050405020304" pitchFamily="18" charset="0"/>
              </a:rPr>
              <a:t> </a:t>
            </a:r>
            <a:r>
              <a:rPr lang="en-GB" altLang="en-US" sz="2000" b="1">
                <a:solidFill>
                  <a:srgbClr val="00B0F0"/>
                </a:solidFill>
                <a:latin typeface="Times New Roman" panose="02020603050405020304" pitchFamily="18" charset="0"/>
              </a:rPr>
              <a:t>INPUTS</a:t>
            </a:r>
          </a:p>
        </p:txBody>
      </p:sp>
      <p:sp>
        <p:nvSpPr>
          <p:cNvPr id="103441" name="Text Box 36">
            <a:extLst>
              <a:ext uri="{FF2B5EF4-FFF2-40B4-BE49-F238E27FC236}">
                <a16:creationId xmlns:a16="http://schemas.microsoft.com/office/drawing/2014/main" id="{5DFB3869-0136-4B01-A5FA-547055F2F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2225" y="5437188"/>
            <a:ext cx="17208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buFont typeface="Symbol" panose="05050102010706020507" pitchFamily="18" charset="2"/>
              <a:buNone/>
            </a:pPr>
            <a:r>
              <a:rPr lang="en-GB" altLang="en-US" sz="2000" b="1">
                <a:solidFill>
                  <a:srgbClr val="00B0F0"/>
                </a:solidFill>
                <a:latin typeface="Times New Roman" panose="02020603050405020304" pitchFamily="18" charset="0"/>
              </a:rPr>
              <a:t>3 OUTPUTS</a:t>
            </a:r>
          </a:p>
        </p:txBody>
      </p:sp>
      <p:grpSp>
        <p:nvGrpSpPr>
          <p:cNvPr id="63505" name="Group 37">
            <a:extLst>
              <a:ext uri="{FF2B5EF4-FFF2-40B4-BE49-F238E27FC236}">
                <a16:creationId xmlns:a16="http://schemas.microsoft.com/office/drawing/2014/main" id="{F980C2FC-2000-4FF3-A9B2-6A3A8506A646}"/>
              </a:ext>
            </a:extLst>
          </p:cNvPr>
          <p:cNvGrpSpPr>
            <a:grpSpLocks/>
          </p:cNvGrpSpPr>
          <p:nvPr/>
        </p:nvGrpSpPr>
        <p:grpSpPr bwMode="auto">
          <a:xfrm>
            <a:off x="676275" y="3987800"/>
            <a:ext cx="1104900" cy="939800"/>
            <a:chOff x="864" y="872"/>
            <a:chExt cx="944" cy="728"/>
          </a:xfrm>
        </p:grpSpPr>
        <p:sp>
          <p:nvSpPr>
            <p:cNvPr id="63520" name="Text Box 38">
              <a:extLst>
                <a:ext uri="{FF2B5EF4-FFF2-40B4-BE49-F238E27FC236}">
                  <a16:creationId xmlns:a16="http://schemas.microsoft.com/office/drawing/2014/main" id="{04172061-99B4-4B65-97A0-4D1A477E19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3" y="996"/>
              <a:ext cx="854" cy="396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endParaRPr lang="en-GB" altLang="en-US" sz="1200" b="1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Purchasing</a:t>
              </a:r>
            </a:p>
          </p:txBody>
        </p:sp>
        <p:sp>
          <p:nvSpPr>
            <p:cNvPr id="63521" name="Rectangle 39">
              <a:extLst>
                <a:ext uri="{FF2B5EF4-FFF2-40B4-BE49-F238E27FC236}">
                  <a16:creationId xmlns:a16="http://schemas.microsoft.com/office/drawing/2014/main" id="{4F34C959-8ED6-4440-B65B-6DA88862A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872"/>
              <a:ext cx="944" cy="7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</p:grpSp>
      <p:grpSp>
        <p:nvGrpSpPr>
          <p:cNvPr id="63506" name="Group 40">
            <a:extLst>
              <a:ext uri="{FF2B5EF4-FFF2-40B4-BE49-F238E27FC236}">
                <a16:creationId xmlns:a16="http://schemas.microsoft.com/office/drawing/2014/main" id="{C39292BD-BB74-45C8-AC3F-285C3BB48640}"/>
              </a:ext>
            </a:extLst>
          </p:cNvPr>
          <p:cNvGrpSpPr>
            <a:grpSpLocks/>
          </p:cNvGrpSpPr>
          <p:nvPr/>
        </p:nvGrpSpPr>
        <p:grpSpPr bwMode="auto">
          <a:xfrm>
            <a:off x="2255838" y="1333500"/>
            <a:ext cx="1092200" cy="952500"/>
            <a:chOff x="813" y="728"/>
            <a:chExt cx="688" cy="600"/>
          </a:xfrm>
        </p:grpSpPr>
        <p:sp>
          <p:nvSpPr>
            <p:cNvPr id="63518" name="Text Box 41">
              <a:extLst>
                <a:ext uri="{FF2B5EF4-FFF2-40B4-BE49-F238E27FC236}">
                  <a16:creationId xmlns:a16="http://schemas.microsoft.com/office/drawing/2014/main" id="{1CDAA754-C56D-4E40-952E-D2B90CAF65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8" y="819"/>
              <a:ext cx="586" cy="327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endParaRPr lang="en-GB" altLang="en-US" sz="1200" b="1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Production Planning</a:t>
              </a:r>
            </a:p>
          </p:txBody>
        </p:sp>
        <p:sp>
          <p:nvSpPr>
            <p:cNvPr id="63519" name="Rectangle 42">
              <a:extLst>
                <a:ext uri="{FF2B5EF4-FFF2-40B4-BE49-F238E27FC236}">
                  <a16:creationId xmlns:a16="http://schemas.microsoft.com/office/drawing/2014/main" id="{7BB6A5E1-2BA9-45B8-B59A-72C00755D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" y="728"/>
              <a:ext cx="688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</p:grpSp>
      <p:grpSp>
        <p:nvGrpSpPr>
          <p:cNvPr id="63507" name="Group 51">
            <a:extLst>
              <a:ext uri="{FF2B5EF4-FFF2-40B4-BE49-F238E27FC236}">
                <a16:creationId xmlns:a16="http://schemas.microsoft.com/office/drawing/2014/main" id="{082F93E3-E5D6-4406-9A8E-D84347231D17}"/>
              </a:ext>
            </a:extLst>
          </p:cNvPr>
          <p:cNvGrpSpPr>
            <a:grpSpLocks/>
          </p:cNvGrpSpPr>
          <p:nvPr/>
        </p:nvGrpSpPr>
        <p:grpSpPr bwMode="auto">
          <a:xfrm>
            <a:off x="3787775" y="3187700"/>
            <a:ext cx="1676400" cy="1066800"/>
            <a:chOff x="2426" y="2920"/>
            <a:chExt cx="1056" cy="672"/>
          </a:xfrm>
        </p:grpSpPr>
        <p:sp>
          <p:nvSpPr>
            <p:cNvPr id="63514" name="Text Box 44">
              <a:extLst>
                <a:ext uri="{FF2B5EF4-FFF2-40B4-BE49-F238E27FC236}">
                  <a16:creationId xmlns:a16="http://schemas.microsoft.com/office/drawing/2014/main" id="{44D18BF1-0EA0-4FEA-A236-1CB7BE8DE3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1" y="2930"/>
              <a:ext cx="81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3515" name="Text Box 45">
              <a:extLst>
                <a:ext uri="{FF2B5EF4-FFF2-40B4-BE49-F238E27FC236}">
                  <a16:creationId xmlns:a16="http://schemas.microsoft.com/office/drawing/2014/main" id="{775A0D78-5C73-4119-88D0-808AEFA7D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5" y="3117"/>
              <a:ext cx="791" cy="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r>
                <a:rPr lang="en-GB" altLang="en-US" sz="1400" b="1">
                  <a:latin typeface="Times New Roman" panose="02020603050405020304" pitchFamily="18" charset="0"/>
                </a:rPr>
                <a:t>Maintain Stock System</a:t>
              </a:r>
            </a:p>
          </p:txBody>
        </p:sp>
        <p:sp>
          <p:nvSpPr>
            <p:cNvPr id="63516" name="AutoShape 46">
              <a:extLst>
                <a:ext uri="{FF2B5EF4-FFF2-40B4-BE49-F238E27FC236}">
                  <a16:creationId xmlns:a16="http://schemas.microsoft.com/office/drawing/2014/main" id="{D1861632-D039-4F92-92E1-FA93EC3F5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5" y="2920"/>
              <a:ext cx="1047" cy="672"/>
            </a:xfrm>
            <a:prstGeom prst="flowChartAlternateProcess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63517" name="Line 47">
              <a:extLst>
                <a:ext uri="{FF2B5EF4-FFF2-40B4-BE49-F238E27FC236}">
                  <a16:creationId xmlns:a16="http://schemas.microsoft.com/office/drawing/2014/main" id="{65649C5B-0EDD-4601-ADCE-0C394D801D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3058"/>
              <a:ext cx="10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63508" name="Group 48">
            <a:extLst>
              <a:ext uri="{FF2B5EF4-FFF2-40B4-BE49-F238E27FC236}">
                <a16:creationId xmlns:a16="http://schemas.microsoft.com/office/drawing/2014/main" id="{457A3367-CDA1-44BE-AF6A-A5F86E865A18}"/>
              </a:ext>
            </a:extLst>
          </p:cNvPr>
          <p:cNvGrpSpPr>
            <a:grpSpLocks/>
          </p:cNvGrpSpPr>
          <p:nvPr/>
        </p:nvGrpSpPr>
        <p:grpSpPr bwMode="auto">
          <a:xfrm>
            <a:off x="6883400" y="4811713"/>
            <a:ext cx="1130300" cy="1003300"/>
            <a:chOff x="864" y="872"/>
            <a:chExt cx="944" cy="728"/>
          </a:xfrm>
        </p:grpSpPr>
        <p:sp>
          <p:nvSpPr>
            <p:cNvPr id="63512" name="Text Box 49">
              <a:extLst>
                <a:ext uri="{FF2B5EF4-FFF2-40B4-BE49-F238E27FC236}">
                  <a16:creationId xmlns:a16="http://schemas.microsoft.com/office/drawing/2014/main" id="{5A6BD2A2-4659-443B-B1C2-93B1BF3EE8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3" y="996"/>
              <a:ext cx="854" cy="396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endParaRPr lang="en-GB" altLang="en-US" sz="1200" b="1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Factory</a:t>
              </a:r>
            </a:p>
          </p:txBody>
        </p:sp>
        <p:sp>
          <p:nvSpPr>
            <p:cNvPr id="63513" name="Rectangle 50">
              <a:extLst>
                <a:ext uri="{FF2B5EF4-FFF2-40B4-BE49-F238E27FC236}">
                  <a16:creationId xmlns:a16="http://schemas.microsoft.com/office/drawing/2014/main" id="{9B01511F-7BB4-4389-9537-493A2140F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872"/>
              <a:ext cx="944" cy="7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</p:grpSp>
      <p:grpSp>
        <p:nvGrpSpPr>
          <p:cNvPr id="63509" name="Group 52">
            <a:extLst>
              <a:ext uri="{FF2B5EF4-FFF2-40B4-BE49-F238E27FC236}">
                <a16:creationId xmlns:a16="http://schemas.microsoft.com/office/drawing/2014/main" id="{52EB0292-D89E-4ED9-AA96-1E8E650D6B57}"/>
              </a:ext>
            </a:extLst>
          </p:cNvPr>
          <p:cNvGrpSpPr>
            <a:grpSpLocks/>
          </p:cNvGrpSpPr>
          <p:nvPr/>
        </p:nvGrpSpPr>
        <p:grpSpPr bwMode="auto">
          <a:xfrm>
            <a:off x="6243638" y="1206500"/>
            <a:ext cx="1092200" cy="952500"/>
            <a:chOff x="813" y="728"/>
            <a:chExt cx="688" cy="600"/>
          </a:xfrm>
        </p:grpSpPr>
        <p:sp>
          <p:nvSpPr>
            <p:cNvPr id="63510" name="Text Box 53">
              <a:extLst>
                <a:ext uri="{FF2B5EF4-FFF2-40B4-BE49-F238E27FC236}">
                  <a16:creationId xmlns:a16="http://schemas.microsoft.com/office/drawing/2014/main" id="{0C05031C-CDF6-4E96-8F79-8B74264081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8" y="819"/>
              <a:ext cx="586" cy="327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algn="ctr" eaLnBrk="1" hangingPunct="1"/>
              <a:endParaRPr lang="en-GB" altLang="en-US" sz="1200" b="1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GB" altLang="en-US" sz="1200" b="1">
                  <a:latin typeface="Times New Roman" panose="02020603050405020304" pitchFamily="18" charset="0"/>
                </a:rPr>
                <a:t>Supplier</a:t>
              </a:r>
            </a:p>
          </p:txBody>
        </p:sp>
        <p:sp>
          <p:nvSpPr>
            <p:cNvPr id="63511" name="Rectangle 54">
              <a:extLst>
                <a:ext uri="{FF2B5EF4-FFF2-40B4-BE49-F238E27FC236}">
                  <a16:creationId xmlns:a16="http://schemas.microsoft.com/office/drawing/2014/main" id="{0EB7141F-7AE0-4BE1-B39E-DF30D5A21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" y="728"/>
              <a:ext cx="688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endParaRPr lang="en-US" altLang="en-US">
                <a:solidFill>
                  <a:srgbClr val="004D75"/>
                </a:solidFill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40" grpId="0"/>
      <p:bldP spid="10344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>
            <a:extLst>
              <a:ext uri="{FF2B5EF4-FFF2-40B4-BE49-F238E27FC236}">
                <a16:creationId xmlns:a16="http://schemas.microsoft.com/office/drawing/2014/main" id="{70F40B70-108A-48B6-A6D4-6E2890715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725" y="279400"/>
            <a:ext cx="5256213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3000" b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Level 0 DFD – Current Logical</a:t>
            </a:r>
          </a:p>
          <a:p>
            <a:pPr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2400" i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Maintain Stock System</a:t>
            </a:r>
            <a:endParaRPr lang="en-GB" altLang="en-US" sz="2400" b="1" u="sng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4515" name="Line 36">
            <a:extLst>
              <a:ext uri="{FF2B5EF4-FFF2-40B4-BE49-F238E27FC236}">
                <a16:creationId xmlns:a16="http://schemas.microsoft.com/office/drawing/2014/main" id="{1003A78D-C457-4B86-B749-67200BC5EA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2000" y="2222500"/>
            <a:ext cx="1562100" cy="190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4516" name="Line 37">
            <a:extLst>
              <a:ext uri="{FF2B5EF4-FFF2-40B4-BE49-F238E27FC236}">
                <a16:creationId xmlns:a16="http://schemas.microsoft.com/office/drawing/2014/main" id="{3B1612F3-2C81-4DB6-A0DA-D22938B2DE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2000" y="3225800"/>
            <a:ext cx="1612900" cy="25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4517" name="Text Box 38">
            <a:extLst>
              <a:ext uri="{FF2B5EF4-FFF2-40B4-BE49-F238E27FC236}">
                <a16:creationId xmlns:a16="http://schemas.microsoft.com/office/drawing/2014/main" id="{9C126C6D-6E8E-4424-B232-AC873A353D3B}"/>
              </a:ext>
            </a:extLst>
          </p:cNvPr>
          <p:cNvSpPr txBox="1">
            <a:spLocks noChangeArrowheads="1"/>
          </p:cNvSpPr>
          <p:nvPr/>
        </p:nvSpPr>
        <p:spPr bwMode="auto">
          <a:xfrm rot="10685">
            <a:off x="2411413" y="1874838"/>
            <a:ext cx="901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200" i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Production</a:t>
            </a:r>
          </a:p>
          <a:p>
            <a:pPr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200" i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Plan</a:t>
            </a:r>
          </a:p>
        </p:txBody>
      </p:sp>
      <p:sp>
        <p:nvSpPr>
          <p:cNvPr id="64518" name="Text Box 39">
            <a:extLst>
              <a:ext uri="{FF2B5EF4-FFF2-40B4-BE49-F238E27FC236}">
                <a16:creationId xmlns:a16="http://schemas.microsoft.com/office/drawing/2014/main" id="{38EF1A59-3C54-4205-9437-A44B9EC3932F}"/>
              </a:ext>
            </a:extLst>
          </p:cNvPr>
          <p:cNvSpPr txBox="1">
            <a:spLocks noChangeArrowheads="1"/>
          </p:cNvSpPr>
          <p:nvPr/>
        </p:nvSpPr>
        <p:spPr bwMode="auto">
          <a:xfrm rot="10685">
            <a:off x="2436813" y="2889250"/>
            <a:ext cx="71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200" i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Delivery </a:t>
            </a:r>
          </a:p>
          <a:p>
            <a:pPr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200" i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Note</a:t>
            </a:r>
          </a:p>
        </p:txBody>
      </p:sp>
      <p:sp>
        <p:nvSpPr>
          <p:cNvPr id="64519" name="Text Box 41">
            <a:extLst>
              <a:ext uri="{FF2B5EF4-FFF2-40B4-BE49-F238E27FC236}">
                <a16:creationId xmlns:a16="http://schemas.microsoft.com/office/drawing/2014/main" id="{4018E583-642D-48CE-8E4B-D67861A161DD}"/>
              </a:ext>
            </a:extLst>
          </p:cNvPr>
          <p:cNvSpPr txBox="1">
            <a:spLocks noChangeArrowheads="1"/>
          </p:cNvSpPr>
          <p:nvPr/>
        </p:nvSpPr>
        <p:spPr bwMode="auto">
          <a:xfrm rot="-820810">
            <a:off x="2130425" y="3567113"/>
            <a:ext cx="1630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200" i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Stock Withdrawal</a:t>
            </a:r>
          </a:p>
          <a:p>
            <a:pPr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200" i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Note</a:t>
            </a:r>
          </a:p>
        </p:txBody>
      </p:sp>
      <p:sp>
        <p:nvSpPr>
          <p:cNvPr id="64520" name="Line 42">
            <a:extLst>
              <a:ext uri="{FF2B5EF4-FFF2-40B4-BE49-F238E27FC236}">
                <a16:creationId xmlns:a16="http://schemas.microsoft.com/office/drawing/2014/main" id="{F8CEAC38-2DE0-4537-9D4C-9E8FC00C35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7400" y="3746500"/>
            <a:ext cx="1562100" cy="40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4521" name="Line 43">
            <a:extLst>
              <a:ext uri="{FF2B5EF4-FFF2-40B4-BE49-F238E27FC236}">
                <a16:creationId xmlns:a16="http://schemas.microsoft.com/office/drawing/2014/main" id="{95610E46-506A-410B-A9E9-59B3A43F67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3100" y="4064000"/>
            <a:ext cx="1663700" cy="800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lg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4522" name="Text Box 44">
            <a:extLst>
              <a:ext uri="{FF2B5EF4-FFF2-40B4-BE49-F238E27FC236}">
                <a16:creationId xmlns:a16="http://schemas.microsoft.com/office/drawing/2014/main" id="{6A50B5C2-7731-494F-9735-E0A56354F16C}"/>
              </a:ext>
            </a:extLst>
          </p:cNvPr>
          <p:cNvSpPr txBox="1">
            <a:spLocks noChangeArrowheads="1"/>
          </p:cNvSpPr>
          <p:nvPr/>
        </p:nvSpPr>
        <p:spPr bwMode="auto">
          <a:xfrm rot="-1452890">
            <a:off x="2038350" y="3786188"/>
            <a:ext cx="251618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200" i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Supplier Details </a:t>
            </a:r>
          </a:p>
          <a:p>
            <a:pPr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200" i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Update Form</a:t>
            </a:r>
          </a:p>
        </p:txBody>
      </p:sp>
      <p:sp>
        <p:nvSpPr>
          <p:cNvPr id="64523" name="Line 46">
            <a:extLst>
              <a:ext uri="{FF2B5EF4-FFF2-40B4-BE49-F238E27FC236}">
                <a16:creationId xmlns:a16="http://schemas.microsoft.com/office/drawing/2014/main" id="{6FD6A340-6E73-444C-B617-652C1F25E9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44700" y="4203700"/>
            <a:ext cx="1968500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4524" name="Text Box 47">
            <a:extLst>
              <a:ext uri="{FF2B5EF4-FFF2-40B4-BE49-F238E27FC236}">
                <a16:creationId xmlns:a16="http://schemas.microsoft.com/office/drawing/2014/main" id="{0EE9F99A-8782-42D5-AF2A-910C6E67E886}"/>
              </a:ext>
            </a:extLst>
          </p:cNvPr>
          <p:cNvSpPr txBox="1">
            <a:spLocks noChangeArrowheads="1"/>
          </p:cNvSpPr>
          <p:nvPr/>
        </p:nvSpPr>
        <p:spPr bwMode="auto">
          <a:xfrm rot="-1613498">
            <a:off x="2498725" y="4451350"/>
            <a:ext cx="12557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200" i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Delivery Note</a:t>
            </a:r>
          </a:p>
        </p:txBody>
      </p:sp>
      <p:sp>
        <p:nvSpPr>
          <p:cNvPr id="64525" name="Line 48">
            <a:extLst>
              <a:ext uri="{FF2B5EF4-FFF2-40B4-BE49-F238E27FC236}">
                <a16:creationId xmlns:a16="http://schemas.microsoft.com/office/drawing/2014/main" id="{C3965BE3-F61D-44A5-A56A-CD5AA5EAEC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19300" y="5321300"/>
            <a:ext cx="1587500" cy="190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4526" name="Text Box 49">
            <a:extLst>
              <a:ext uri="{FF2B5EF4-FFF2-40B4-BE49-F238E27FC236}">
                <a16:creationId xmlns:a16="http://schemas.microsoft.com/office/drawing/2014/main" id="{A2C7367F-973F-44CB-9780-4DB6885CD7DA}"/>
              </a:ext>
            </a:extLst>
          </p:cNvPr>
          <p:cNvSpPr txBox="1">
            <a:spLocks noChangeArrowheads="1"/>
          </p:cNvSpPr>
          <p:nvPr/>
        </p:nvSpPr>
        <p:spPr bwMode="auto">
          <a:xfrm rot="10685">
            <a:off x="2357438" y="5187950"/>
            <a:ext cx="1497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200" i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Materials Requirements List</a:t>
            </a:r>
          </a:p>
        </p:txBody>
      </p:sp>
      <p:grpSp>
        <p:nvGrpSpPr>
          <p:cNvPr id="64527" name="Group 50">
            <a:extLst>
              <a:ext uri="{FF2B5EF4-FFF2-40B4-BE49-F238E27FC236}">
                <a16:creationId xmlns:a16="http://schemas.microsoft.com/office/drawing/2014/main" id="{36FADF67-9718-4728-9D65-2D68ABA2795B}"/>
              </a:ext>
            </a:extLst>
          </p:cNvPr>
          <p:cNvGrpSpPr>
            <a:grpSpLocks/>
          </p:cNvGrpSpPr>
          <p:nvPr/>
        </p:nvGrpSpPr>
        <p:grpSpPr bwMode="auto">
          <a:xfrm>
            <a:off x="5902325" y="4146550"/>
            <a:ext cx="1408113" cy="334963"/>
            <a:chOff x="3718" y="2612"/>
            <a:chExt cx="887" cy="211"/>
          </a:xfrm>
        </p:grpSpPr>
        <p:sp>
          <p:nvSpPr>
            <p:cNvPr id="64576" name="Rectangle 51">
              <a:extLst>
                <a:ext uri="{FF2B5EF4-FFF2-40B4-BE49-F238E27FC236}">
                  <a16:creationId xmlns:a16="http://schemas.microsoft.com/office/drawing/2014/main" id="{F24ACDD7-83D0-4780-9757-34D2BA16F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2" y="2620"/>
              <a:ext cx="773" cy="173"/>
            </a:xfrm>
            <a:prstGeom prst="rect">
              <a:avLst/>
            </a:prstGeom>
            <a:solidFill>
              <a:schemeClr val="bg1"/>
            </a:solidFill>
            <a:ln w="15875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1000">
                <a:cs typeface="Arial" panose="020B0604020202020204" pitchFamily="34" charset="0"/>
              </a:endParaRPr>
            </a:p>
          </p:txBody>
        </p:sp>
        <p:sp>
          <p:nvSpPr>
            <p:cNvPr id="64577" name="Text Box 52">
              <a:extLst>
                <a:ext uri="{FF2B5EF4-FFF2-40B4-BE49-F238E27FC236}">
                  <a16:creationId xmlns:a16="http://schemas.microsoft.com/office/drawing/2014/main" id="{F778E8AA-06BF-4168-869D-D5B9196E7F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8" y="2612"/>
              <a:ext cx="23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GB" altLang="en-US" sz="1000" b="1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M2</a:t>
              </a:r>
              <a:endParaRPr lang="en-GB" altLang="en-US" sz="1200" b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64578" name="Text Box 53">
              <a:extLst>
                <a:ext uri="{FF2B5EF4-FFF2-40B4-BE49-F238E27FC236}">
                  <a16:creationId xmlns:a16="http://schemas.microsoft.com/office/drawing/2014/main" id="{4AFEDFC8-DE83-4D9C-863F-0359D18EB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4" y="2624"/>
              <a:ext cx="811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GB" altLang="en-US" sz="800" b="1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Stock Cards</a:t>
              </a:r>
              <a:endParaRPr lang="en-GB" altLang="en-US" sz="1200" b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64579" name="Line 54">
              <a:extLst>
                <a:ext uri="{FF2B5EF4-FFF2-40B4-BE49-F238E27FC236}">
                  <a16:creationId xmlns:a16="http://schemas.microsoft.com/office/drawing/2014/main" id="{C1D2AD10-BF19-49FC-8C74-661B0F26D1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2" y="2620"/>
              <a:ext cx="0" cy="172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MY"/>
            </a:p>
          </p:txBody>
        </p:sp>
        <p:sp useBgFill="1">
          <p:nvSpPr>
            <p:cNvPr id="64580" name="Rectangle 55">
              <a:extLst>
                <a:ext uri="{FF2B5EF4-FFF2-40B4-BE49-F238E27FC236}">
                  <a16:creationId xmlns:a16="http://schemas.microsoft.com/office/drawing/2014/main" id="{F8BACF73-20CF-4CA9-9204-B336D8F00755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448" y="2616"/>
              <a:ext cx="55" cy="196"/>
            </a:xfrm>
            <a:prstGeom prst="rect">
              <a:avLst/>
            </a:pr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1000">
                <a:cs typeface="Arial" panose="020B0604020202020204" pitchFamily="34" charset="0"/>
              </a:endParaRPr>
            </a:p>
          </p:txBody>
        </p:sp>
      </p:grpSp>
      <p:sp>
        <p:nvSpPr>
          <p:cNvPr id="64528" name="Rectangle 56">
            <a:extLst>
              <a:ext uri="{FF2B5EF4-FFF2-40B4-BE49-F238E27FC236}">
                <a16:creationId xmlns:a16="http://schemas.microsoft.com/office/drawing/2014/main" id="{D886875D-BF3C-4B61-B40E-136F3FB00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75" y="2406650"/>
            <a:ext cx="1227138" cy="274638"/>
          </a:xfrm>
          <a:prstGeom prst="rect">
            <a:avLst/>
          </a:prstGeom>
          <a:solidFill>
            <a:schemeClr val="bg1"/>
          </a:solidFill>
          <a:ln w="15875" cap="sq">
            <a:solidFill>
              <a:schemeClr val="bg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000">
              <a:cs typeface="Arial" panose="020B0604020202020204" pitchFamily="34" charset="0"/>
            </a:endParaRPr>
          </a:p>
        </p:txBody>
      </p:sp>
      <p:sp>
        <p:nvSpPr>
          <p:cNvPr id="64529" name="Text Box 57">
            <a:extLst>
              <a:ext uri="{FF2B5EF4-FFF2-40B4-BE49-F238E27FC236}">
                <a16:creationId xmlns:a16="http://schemas.microsoft.com/office/drawing/2014/main" id="{51973783-8BA9-4B6A-AE6A-6ABEECBA3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5025" y="2393950"/>
            <a:ext cx="3794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000" b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M1</a:t>
            </a:r>
            <a:endParaRPr lang="en-GB" altLang="en-US" sz="1200" b="1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4530" name="Text Box 58">
            <a:extLst>
              <a:ext uri="{FF2B5EF4-FFF2-40B4-BE49-F238E27FC236}">
                <a16:creationId xmlns:a16="http://schemas.microsoft.com/office/drawing/2014/main" id="{A4EA438C-4688-4F0C-BEDD-F40F525E9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5675" y="2413000"/>
            <a:ext cx="1287463" cy="3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800" b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Bill of Materials</a:t>
            </a:r>
            <a:endParaRPr lang="en-GB" altLang="en-US" sz="1200" b="1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4531" name="Line 59">
            <a:extLst>
              <a:ext uri="{FF2B5EF4-FFF2-40B4-BE49-F238E27FC236}">
                <a16:creationId xmlns:a16="http://schemas.microsoft.com/office/drawing/2014/main" id="{3AFFAA28-3D6A-4ED3-BA9E-035B1F906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3000" y="2406650"/>
            <a:ext cx="0" cy="273050"/>
          </a:xfrm>
          <a:prstGeom prst="line">
            <a:avLst/>
          </a:prstGeom>
          <a:noFill/>
          <a:ln w="15875">
            <a:solidFill>
              <a:schemeClr val="bg2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 useBgFill="1">
        <p:nvSpPr>
          <p:cNvPr id="64532" name="Rectangle 60">
            <a:extLst>
              <a:ext uri="{FF2B5EF4-FFF2-40B4-BE49-F238E27FC236}">
                <a16:creationId xmlns:a16="http://schemas.microsoft.com/office/drawing/2014/main" id="{3EDDA0A2-2AD3-454C-93E0-5A153C02ACCE}"/>
              </a:ext>
            </a:extLst>
          </p:cNvPr>
          <p:cNvSpPr>
            <a:spLocks noChangeArrowheads="1"/>
          </p:cNvSpPr>
          <p:nvPr/>
        </p:nvSpPr>
        <p:spPr bwMode="white">
          <a:xfrm>
            <a:off x="7073900" y="2400300"/>
            <a:ext cx="87313" cy="31115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000">
              <a:cs typeface="Arial" panose="020B0604020202020204" pitchFamily="34" charset="0"/>
            </a:endParaRPr>
          </a:p>
        </p:txBody>
      </p:sp>
      <p:sp>
        <p:nvSpPr>
          <p:cNvPr id="64533" name="Line 62">
            <a:extLst>
              <a:ext uri="{FF2B5EF4-FFF2-40B4-BE49-F238E27FC236}">
                <a16:creationId xmlns:a16="http://schemas.microsoft.com/office/drawing/2014/main" id="{83B53F90-E361-465E-A5F1-941D4E0D7B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9000" y="2590800"/>
            <a:ext cx="1676400" cy="157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4534" name="Text Box 63">
            <a:extLst>
              <a:ext uri="{FF2B5EF4-FFF2-40B4-BE49-F238E27FC236}">
                <a16:creationId xmlns:a16="http://schemas.microsoft.com/office/drawing/2014/main" id="{EAE4CACD-4AE8-4E1D-985F-72B784E4F660}"/>
              </a:ext>
            </a:extLst>
          </p:cNvPr>
          <p:cNvSpPr txBox="1">
            <a:spLocks noChangeArrowheads="1"/>
          </p:cNvSpPr>
          <p:nvPr/>
        </p:nvSpPr>
        <p:spPr bwMode="auto">
          <a:xfrm rot="10685">
            <a:off x="5637213" y="3248025"/>
            <a:ext cx="1905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200" i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Planned Call-off Details</a:t>
            </a:r>
          </a:p>
        </p:txBody>
      </p:sp>
      <p:sp>
        <p:nvSpPr>
          <p:cNvPr id="64535" name="Line 65">
            <a:extLst>
              <a:ext uri="{FF2B5EF4-FFF2-40B4-BE49-F238E27FC236}">
                <a16:creationId xmlns:a16="http://schemas.microsoft.com/office/drawing/2014/main" id="{761E20B9-B5BD-4110-8079-E3E71B8916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99000" y="4432300"/>
            <a:ext cx="1206500" cy="622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4536" name="Line 66">
            <a:extLst>
              <a:ext uri="{FF2B5EF4-FFF2-40B4-BE49-F238E27FC236}">
                <a16:creationId xmlns:a16="http://schemas.microsoft.com/office/drawing/2014/main" id="{C0110C4D-4064-4D7F-89D0-9653CC77651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99000" y="3708400"/>
            <a:ext cx="12065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64537" name="Text Box 67">
            <a:extLst>
              <a:ext uri="{FF2B5EF4-FFF2-40B4-BE49-F238E27FC236}">
                <a16:creationId xmlns:a16="http://schemas.microsoft.com/office/drawing/2014/main" id="{AAB078C0-C4DA-4519-8179-058ACB3AC962}"/>
              </a:ext>
            </a:extLst>
          </p:cNvPr>
          <p:cNvSpPr txBox="1">
            <a:spLocks noChangeArrowheads="1"/>
          </p:cNvSpPr>
          <p:nvPr/>
        </p:nvSpPr>
        <p:spPr bwMode="auto">
          <a:xfrm rot="10685">
            <a:off x="5027613" y="3629025"/>
            <a:ext cx="1905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200" i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Stock Details</a:t>
            </a:r>
          </a:p>
        </p:txBody>
      </p:sp>
      <p:sp>
        <p:nvSpPr>
          <p:cNvPr id="64538" name="Text Box 68">
            <a:extLst>
              <a:ext uri="{FF2B5EF4-FFF2-40B4-BE49-F238E27FC236}">
                <a16:creationId xmlns:a16="http://schemas.microsoft.com/office/drawing/2014/main" id="{F47A2F41-C738-4A97-B0AC-E43F2D064433}"/>
              </a:ext>
            </a:extLst>
          </p:cNvPr>
          <p:cNvSpPr txBox="1">
            <a:spLocks noChangeArrowheads="1"/>
          </p:cNvSpPr>
          <p:nvPr/>
        </p:nvSpPr>
        <p:spPr bwMode="auto">
          <a:xfrm rot="10685">
            <a:off x="5154613" y="4733925"/>
            <a:ext cx="1905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200" i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Stock Details</a:t>
            </a:r>
          </a:p>
        </p:txBody>
      </p:sp>
      <p:sp>
        <p:nvSpPr>
          <p:cNvPr id="64539" name="Line 69">
            <a:extLst>
              <a:ext uri="{FF2B5EF4-FFF2-40B4-BE49-F238E27FC236}">
                <a16:creationId xmlns:a16="http://schemas.microsoft.com/office/drawing/2014/main" id="{0D07CFED-55A3-48CE-9C42-587F9EF3DEE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24400" y="2146300"/>
            <a:ext cx="1193800" cy="317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64540" name="Text Box 70">
            <a:extLst>
              <a:ext uri="{FF2B5EF4-FFF2-40B4-BE49-F238E27FC236}">
                <a16:creationId xmlns:a16="http://schemas.microsoft.com/office/drawing/2014/main" id="{39326DC5-2896-4E2C-85D6-3004789406F8}"/>
              </a:ext>
            </a:extLst>
          </p:cNvPr>
          <p:cNvSpPr txBox="1">
            <a:spLocks noChangeArrowheads="1"/>
          </p:cNvSpPr>
          <p:nvPr/>
        </p:nvSpPr>
        <p:spPr bwMode="auto">
          <a:xfrm rot="10685">
            <a:off x="5014913" y="2054225"/>
            <a:ext cx="1905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200" i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BOM Details</a:t>
            </a:r>
          </a:p>
        </p:txBody>
      </p:sp>
      <p:sp>
        <p:nvSpPr>
          <p:cNvPr id="64541" name="Text Box 72">
            <a:extLst>
              <a:ext uri="{FF2B5EF4-FFF2-40B4-BE49-F238E27FC236}">
                <a16:creationId xmlns:a16="http://schemas.microsoft.com/office/drawing/2014/main" id="{60EBA1AE-F5CD-4094-81AD-0AF7E41B9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6097588"/>
            <a:ext cx="153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2400" b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Balanced?</a:t>
            </a:r>
            <a:endParaRPr lang="en-US" altLang="en-US" sz="2400" b="1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64542" name="Group 74">
            <a:extLst>
              <a:ext uri="{FF2B5EF4-FFF2-40B4-BE49-F238E27FC236}">
                <a16:creationId xmlns:a16="http://schemas.microsoft.com/office/drawing/2014/main" id="{9202F73F-B983-47C1-AF6D-DA2BEEC624FA}"/>
              </a:ext>
            </a:extLst>
          </p:cNvPr>
          <p:cNvGrpSpPr>
            <a:grpSpLocks/>
          </p:cNvGrpSpPr>
          <p:nvPr/>
        </p:nvGrpSpPr>
        <p:grpSpPr bwMode="auto">
          <a:xfrm>
            <a:off x="3563938" y="1879600"/>
            <a:ext cx="1179512" cy="1058863"/>
            <a:chOff x="1125" y="2864"/>
            <a:chExt cx="743" cy="667"/>
          </a:xfrm>
        </p:grpSpPr>
        <p:sp>
          <p:nvSpPr>
            <p:cNvPr id="64572" name="Text Box 75">
              <a:extLst>
                <a:ext uri="{FF2B5EF4-FFF2-40B4-BE49-F238E27FC236}">
                  <a16:creationId xmlns:a16="http://schemas.microsoft.com/office/drawing/2014/main" id="{06F8F367-C960-4F4A-9041-53BE3442A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6" y="2874"/>
              <a:ext cx="534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GB" altLang="en-US" sz="1200" b="1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64573" name="Text Box 76">
              <a:extLst>
                <a:ext uri="{FF2B5EF4-FFF2-40B4-BE49-F238E27FC236}">
                  <a16:creationId xmlns:a16="http://schemas.microsoft.com/office/drawing/2014/main" id="{41F7F56D-922F-423F-9CBA-3FF0C28D15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5" y="3106"/>
              <a:ext cx="743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GB" altLang="en-US" sz="1200" b="1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Maintain planned call-off</a:t>
              </a:r>
            </a:p>
          </p:txBody>
        </p:sp>
        <p:sp>
          <p:nvSpPr>
            <p:cNvPr id="64574" name="AutoShape 77">
              <a:extLst>
                <a:ext uri="{FF2B5EF4-FFF2-40B4-BE49-F238E27FC236}">
                  <a16:creationId xmlns:a16="http://schemas.microsoft.com/office/drawing/2014/main" id="{13DCABFF-4396-4A9A-BC1C-6CE2FE9D0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6" y="2864"/>
              <a:ext cx="690" cy="664"/>
            </a:xfrm>
            <a:prstGeom prst="flowChartAlternateProcess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1000">
                <a:cs typeface="Arial" panose="020B0604020202020204" pitchFamily="34" charset="0"/>
              </a:endParaRPr>
            </a:p>
          </p:txBody>
        </p:sp>
        <p:sp>
          <p:nvSpPr>
            <p:cNvPr id="64575" name="Line 78">
              <a:extLst>
                <a:ext uri="{FF2B5EF4-FFF2-40B4-BE49-F238E27FC236}">
                  <a16:creationId xmlns:a16="http://schemas.microsoft.com/office/drawing/2014/main" id="{9F63E057-E8E7-44C1-9A8A-DD2EE76E64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" y="3000"/>
              <a:ext cx="6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64543" name="Group 79">
            <a:extLst>
              <a:ext uri="{FF2B5EF4-FFF2-40B4-BE49-F238E27FC236}">
                <a16:creationId xmlns:a16="http://schemas.microsoft.com/office/drawing/2014/main" id="{8006764B-9C45-410E-BE5A-7DCEA0442441}"/>
              </a:ext>
            </a:extLst>
          </p:cNvPr>
          <p:cNvGrpSpPr>
            <a:grpSpLocks/>
          </p:cNvGrpSpPr>
          <p:nvPr/>
        </p:nvGrpSpPr>
        <p:grpSpPr bwMode="auto">
          <a:xfrm>
            <a:off x="930275" y="4876800"/>
            <a:ext cx="1104900" cy="939800"/>
            <a:chOff x="864" y="872"/>
            <a:chExt cx="944" cy="728"/>
          </a:xfrm>
        </p:grpSpPr>
        <p:sp>
          <p:nvSpPr>
            <p:cNvPr id="64570" name="Text Box 80">
              <a:extLst>
                <a:ext uri="{FF2B5EF4-FFF2-40B4-BE49-F238E27FC236}">
                  <a16:creationId xmlns:a16="http://schemas.microsoft.com/office/drawing/2014/main" id="{E8DAE402-6879-4DC1-8DBF-294D50B076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3" y="996"/>
              <a:ext cx="854" cy="396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GB" altLang="en-US" sz="1200" b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GB" altLang="en-US" sz="1200" b="1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Purchasing</a:t>
              </a:r>
            </a:p>
          </p:txBody>
        </p:sp>
        <p:sp>
          <p:nvSpPr>
            <p:cNvPr id="64571" name="Rectangle 81">
              <a:extLst>
                <a:ext uri="{FF2B5EF4-FFF2-40B4-BE49-F238E27FC236}">
                  <a16:creationId xmlns:a16="http://schemas.microsoft.com/office/drawing/2014/main" id="{C53F8776-67D1-4C20-BD14-E4E674490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872"/>
              <a:ext cx="944" cy="7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1000">
                <a:cs typeface="Arial" panose="020B0604020202020204" pitchFamily="34" charset="0"/>
              </a:endParaRPr>
            </a:p>
          </p:txBody>
        </p:sp>
      </p:grpSp>
      <p:grpSp>
        <p:nvGrpSpPr>
          <p:cNvPr id="64544" name="Group 82">
            <a:extLst>
              <a:ext uri="{FF2B5EF4-FFF2-40B4-BE49-F238E27FC236}">
                <a16:creationId xmlns:a16="http://schemas.microsoft.com/office/drawing/2014/main" id="{F516E8BA-B39D-4C74-8CBC-A5113C811748}"/>
              </a:ext>
            </a:extLst>
          </p:cNvPr>
          <p:cNvGrpSpPr>
            <a:grpSpLocks/>
          </p:cNvGrpSpPr>
          <p:nvPr/>
        </p:nvGrpSpPr>
        <p:grpSpPr bwMode="auto">
          <a:xfrm>
            <a:off x="935038" y="1422400"/>
            <a:ext cx="1092200" cy="952500"/>
            <a:chOff x="813" y="728"/>
            <a:chExt cx="688" cy="600"/>
          </a:xfrm>
        </p:grpSpPr>
        <p:sp>
          <p:nvSpPr>
            <p:cNvPr id="64568" name="Text Box 83">
              <a:extLst>
                <a:ext uri="{FF2B5EF4-FFF2-40B4-BE49-F238E27FC236}">
                  <a16:creationId xmlns:a16="http://schemas.microsoft.com/office/drawing/2014/main" id="{3A5D9CC3-9A0A-46F8-B398-E532802CF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8" y="819"/>
              <a:ext cx="586" cy="327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GB" altLang="en-US" sz="1200" b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GB" altLang="en-US" sz="1200" b="1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Production Planning</a:t>
              </a:r>
            </a:p>
          </p:txBody>
        </p:sp>
        <p:sp>
          <p:nvSpPr>
            <p:cNvPr id="64569" name="Rectangle 84">
              <a:extLst>
                <a:ext uri="{FF2B5EF4-FFF2-40B4-BE49-F238E27FC236}">
                  <a16:creationId xmlns:a16="http://schemas.microsoft.com/office/drawing/2014/main" id="{AD60B83E-33CD-4DC0-9F42-560ADCB10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" y="728"/>
              <a:ext cx="688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1000">
                <a:cs typeface="Arial" panose="020B0604020202020204" pitchFamily="34" charset="0"/>
              </a:endParaRPr>
            </a:p>
          </p:txBody>
        </p:sp>
      </p:grpSp>
      <p:grpSp>
        <p:nvGrpSpPr>
          <p:cNvPr id="64545" name="Group 85">
            <a:extLst>
              <a:ext uri="{FF2B5EF4-FFF2-40B4-BE49-F238E27FC236}">
                <a16:creationId xmlns:a16="http://schemas.microsoft.com/office/drawing/2014/main" id="{58AE22BB-EE0D-4158-B237-6FC01143DB90}"/>
              </a:ext>
            </a:extLst>
          </p:cNvPr>
          <p:cNvGrpSpPr>
            <a:grpSpLocks/>
          </p:cNvGrpSpPr>
          <p:nvPr/>
        </p:nvGrpSpPr>
        <p:grpSpPr bwMode="auto">
          <a:xfrm>
            <a:off x="930275" y="3683000"/>
            <a:ext cx="1130300" cy="1003300"/>
            <a:chOff x="864" y="872"/>
            <a:chExt cx="944" cy="728"/>
          </a:xfrm>
        </p:grpSpPr>
        <p:sp>
          <p:nvSpPr>
            <p:cNvPr id="64566" name="Text Box 86">
              <a:extLst>
                <a:ext uri="{FF2B5EF4-FFF2-40B4-BE49-F238E27FC236}">
                  <a16:creationId xmlns:a16="http://schemas.microsoft.com/office/drawing/2014/main" id="{7341B672-4339-4407-AB92-AE3355475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3" y="996"/>
              <a:ext cx="854" cy="396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GB" altLang="en-US" sz="1200" b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GB" altLang="en-US" sz="1200" b="1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Factory</a:t>
              </a:r>
            </a:p>
          </p:txBody>
        </p:sp>
        <p:sp>
          <p:nvSpPr>
            <p:cNvPr id="64567" name="Rectangle 87">
              <a:extLst>
                <a:ext uri="{FF2B5EF4-FFF2-40B4-BE49-F238E27FC236}">
                  <a16:creationId xmlns:a16="http://schemas.microsoft.com/office/drawing/2014/main" id="{011A7D3A-2608-48B5-A51E-8246D0228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872"/>
              <a:ext cx="944" cy="7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1000">
                <a:cs typeface="Arial" panose="020B0604020202020204" pitchFamily="34" charset="0"/>
              </a:endParaRPr>
            </a:p>
          </p:txBody>
        </p:sp>
      </p:grpSp>
      <p:grpSp>
        <p:nvGrpSpPr>
          <p:cNvPr id="64546" name="Group 88">
            <a:extLst>
              <a:ext uri="{FF2B5EF4-FFF2-40B4-BE49-F238E27FC236}">
                <a16:creationId xmlns:a16="http://schemas.microsoft.com/office/drawing/2014/main" id="{112CEE0D-028F-4751-B47D-E62B3FAD97F6}"/>
              </a:ext>
            </a:extLst>
          </p:cNvPr>
          <p:cNvGrpSpPr>
            <a:grpSpLocks/>
          </p:cNvGrpSpPr>
          <p:nvPr/>
        </p:nvGrpSpPr>
        <p:grpSpPr bwMode="auto">
          <a:xfrm>
            <a:off x="935038" y="2552700"/>
            <a:ext cx="1092200" cy="952500"/>
            <a:chOff x="813" y="728"/>
            <a:chExt cx="688" cy="600"/>
          </a:xfrm>
        </p:grpSpPr>
        <p:sp>
          <p:nvSpPr>
            <p:cNvPr id="64564" name="Text Box 89">
              <a:extLst>
                <a:ext uri="{FF2B5EF4-FFF2-40B4-BE49-F238E27FC236}">
                  <a16:creationId xmlns:a16="http://schemas.microsoft.com/office/drawing/2014/main" id="{983DD40E-FCDA-442F-801A-3DF441335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8" y="819"/>
              <a:ext cx="586" cy="327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GB" altLang="en-US" sz="1200" b="1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GB" altLang="en-US" sz="1200" b="1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Supplier</a:t>
              </a:r>
            </a:p>
          </p:txBody>
        </p:sp>
        <p:sp>
          <p:nvSpPr>
            <p:cNvPr id="64565" name="Rectangle 90">
              <a:extLst>
                <a:ext uri="{FF2B5EF4-FFF2-40B4-BE49-F238E27FC236}">
                  <a16:creationId xmlns:a16="http://schemas.microsoft.com/office/drawing/2014/main" id="{1A3F5E51-A8BE-4015-8465-4008065B6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" y="728"/>
              <a:ext cx="688" cy="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1000">
                <a:cs typeface="Arial" panose="020B0604020202020204" pitchFamily="34" charset="0"/>
              </a:endParaRPr>
            </a:p>
          </p:txBody>
        </p:sp>
      </p:grpSp>
      <p:grpSp>
        <p:nvGrpSpPr>
          <p:cNvPr id="64547" name="Group 91">
            <a:extLst>
              <a:ext uri="{FF2B5EF4-FFF2-40B4-BE49-F238E27FC236}">
                <a16:creationId xmlns:a16="http://schemas.microsoft.com/office/drawing/2014/main" id="{1942F71F-CE7E-4768-81B3-2D1311BE13C9}"/>
              </a:ext>
            </a:extLst>
          </p:cNvPr>
          <p:cNvGrpSpPr>
            <a:grpSpLocks/>
          </p:cNvGrpSpPr>
          <p:nvPr/>
        </p:nvGrpSpPr>
        <p:grpSpPr bwMode="auto">
          <a:xfrm>
            <a:off x="3563938" y="3162300"/>
            <a:ext cx="1179512" cy="1058863"/>
            <a:chOff x="1125" y="2864"/>
            <a:chExt cx="743" cy="667"/>
          </a:xfrm>
        </p:grpSpPr>
        <p:sp>
          <p:nvSpPr>
            <p:cNvPr id="64560" name="Text Box 92">
              <a:extLst>
                <a:ext uri="{FF2B5EF4-FFF2-40B4-BE49-F238E27FC236}">
                  <a16:creationId xmlns:a16="http://schemas.microsoft.com/office/drawing/2014/main" id="{FC20FEF8-385E-4DC8-8FF7-3ADEB0D6CE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6" y="2874"/>
              <a:ext cx="534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GB" altLang="en-US" sz="1200" b="1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64561" name="Text Box 93">
              <a:extLst>
                <a:ext uri="{FF2B5EF4-FFF2-40B4-BE49-F238E27FC236}">
                  <a16:creationId xmlns:a16="http://schemas.microsoft.com/office/drawing/2014/main" id="{37FC48C1-E04D-4FF9-89F4-02FC20B4C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5" y="3106"/>
              <a:ext cx="743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GB" altLang="en-US" sz="1200" b="1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Maintain </a:t>
              </a:r>
            </a:p>
            <a:p>
              <a:pPr algn="ctr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GB" altLang="en-US" sz="1200" b="1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stock cards</a:t>
              </a:r>
            </a:p>
          </p:txBody>
        </p:sp>
        <p:sp>
          <p:nvSpPr>
            <p:cNvPr id="64562" name="AutoShape 94">
              <a:extLst>
                <a:ext uri="{FF2B5EF4-FFF2-40B4-BE49-F238E27FC236}">
                  <a16:creationId xmlns:a16="http://schemas.microsoft.com/office/drawing/2014/main" id="{6BBA7BDC-5255-4A75-B60C-739FDC61C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6" y="2864"/>
              <a:ext cx="690" cy="664"/>
            </a:xfrm>
            <a:prstGeom prst="flowChartAlternateProcess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1000">
                <a:cs typeface="Arial" panose="020B0604020202020204" pitchFamily="34" charset="0"/>
              </a:endParaRPr>
            </a:p>
          </p:txBody>
        </p:sp>
        <p:sp>
          <p:nvSpPr>
            <p:cNvPr id="64563" name="Line 95">
              <a:extLst>
                <a:ext uri="{FF2B5EF4-FFF2-40B4-BE49-F238E27FC236}">
                  <a16:creationId xmlns:a16="http://schemas.microsoft.com/office/drawing/2014/main" id="{7AB84884-82F6-44BE-89B3-FF5981AD5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" y="3000"/>
              <a:ext cx="6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64548" name="Group 96">
            <a:extLst>
              <a:ext uri="{FF2B5EF4-FFF2-40B4-BE49-F238E27FC236}">
                <a16:creationId xmlns:a16="http://schemas.microsoft.com/office/drawing/2014/main" id="{DA0D29D1-EDAB-459C-A586-E1C6C449A91C}"/>
              </a:ext>
            </a:extLst>
          </p:cNvPr>
          <p:cNvGrpSpPr>
            <a:grpSpLocks/>
          </p:cNvGrpSpPr>
          <p:nvPr/>
        </p:nvGrpSpPr>
        <p:grpSpPr bwMode="auto">
          <a:xfrm>
            <a:off x="3563938" y="4470400"/>
            <a:ext cx="1179512" cy="1058863"/>
            <a:chOff x="1125" y="2864"/>
            <a:chExt cx="743" cy="667"/>
          </a:xfrm>
        </p:grpSpPr>
        <p:sp>
          <p:nvSpPr>
            <p:cNvPr id="64556" name="Text Box 97">
              <a:extLst>
                <a:ext uri="{FF2B5EF4-FFF2-40B4-BE49-F238E27FC236}">
                  <a16:creationId xmlns:a16="http://schemas.microsoft.com/office/drawing/2014/main" id="{9E7C5140-E263-4DEE-9644-9AF31CD824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6" y="2874"/>
              <a:ext cx="534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GB" altLang="en-US" sz="1200" b="1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64557" name="Text Box 98">
              <a:extLst>
                <a:ext uri="{FF2B5EF4-FFF2-40B4-BE49-F238E27FC236}">
                  <a16:creationId xmlns:a16="http://schemas.microsoft.com/office/drawing/2014/main" id="{2D80BBFD-57BE-412F-B333-7BDC5D673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5" y="3106"/>
              <a:ext cx="743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algn="ctr"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GB" altLang="en-US" sz="1200" b="1">
                  <a:solidFill>
                    <a:srgbClr val="000000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Prepare materials req. list</a:t>
              </a:r>
            </a:p>
          </p:txBody>
        </p:sp>
        <p:sp>
          <p:nvSpPr>
            <p:cNvPr id="64558" name="AutoShape 99">
              <a:extLst>
                <a:ext uri="{FF2B5EF4-FFF2-40B4-BE49-F238E27FC236}">
                  <a16:creationId xmlns:a16="http://schemas.microsoft.com/office/drawing/2014/main" id="{83030574-5396-4253-88AD-2235F383A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6" y="2864"/>
              <a:ext cx="690" cy="664"/>
            </a:xfrm>
            <a:prstGeom prst="flowChartAlternateProcess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30000"/>
                </a:spcBef>
                <a:spcAft>
                  <a:spcPct val="20000"/>
                </a:spcAft>
                <a:buChar char="•"/>
                <a:defRPr>
                  <a:solidFill>
                    <a:srgbClr val="004D75"/>
                  </a:solidFill>
                  <a:latin typeface="Verdana" panose="020B060403050404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ct val="20000"/>
                </a:spcBef>
                <a:spcAft>
                  <a:spcPct val="10000"/>
                </a:spcAft>
                <a:buChar char="–"/>
                <a:defRPr sz="1500">
                  <a:solidFill>
                    <a:srgbClr val="004D75"/>
                  </a:solidFill>
                  <a:latin typeface="Verdana" panose="020B060403050404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•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–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"/>
                </a:spcAft>
                <a:buChar char="»"/>
                <a:defRPr sz="1200">
                  <a:solidFill>
                    <a:srgbClr val="004D75"/>
                  </a:solidFill>
                  <a:latin typeface="Verdana" panose="020B0604030504040204" pitchFamily="34" charset="0"/>
                </a:defRPr>
              </a:lvl9pPr>
            </a:lstStyle>
            <a:p>
              <a:pPr defTabSz="91440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altLang="en-US" sz="1000">
                <a:cs typeface="Arial" panose="020B0604020202020204" pitchFamily="34" charset="0"/>
              </a:endParaRPr>
            </a:p>
          </p:txBody>
        </p:sp>
        <p:sp>
          <p:nvSpPr>
            <p:cNvPr id="64559" name="Line 100">
              <a:extLst>
                <a:ext uri="{FF2B5EF4-FFF2-40B4-BE49-F238E27FC236}">
                  <a16:creationId xmlns:a16="http://schemas.microsoft.com/office/drawing/2014/main" id="{AAC17B72-FC11-465B-804D-B3120F19D5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0" y="3000"/>
              <a:ext cx="6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F5E13A4-D757-42BD-B422-41041AA78FD8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193800"/>
            <a:ext cx="4278313" cy="4622800"/>
            <a:chOff x="3429000" y="1193800"/>
            <a:chExt cx="4277747" cy="4622800"/>
          </a:xfrm>
        </p:grpSpPr>
        <p:sp>
          <p:nvSpPr>
            <p:cNvPr id="64553" name="Rectangle: Rounded Corners 1">
              <a:extLst>
                <a:ext uri="{FF2B5EF4-FFF2-40B4-BE49-F238E27FC236}">
                  <a16:creationId xmlns:a16="http://schemas.microsoft.com/office/drawing/2014/main" id="{A60F12E6-E95D-4FEB-8E41-2A3D2391D4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1193800"/>
              <a:ext cx="4277747" cy="4622800"/>
            </a:xfrm>
            <a:prstGeom prst="roundRect">
              <a:avLst>
                <a:gd name="adj" fmla="val 16667"/>
              </a:avLst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defTabSz="914400"/>
              <a:endParaRPr lang="en-MY" altLang="en-US" sz="1000">
                <a:solidFill>
                  <a:srgbClr val="004D75"/>
                </a:solidFill>
                <a:latin typeface="Verdana" panose="020B060403050404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4554" name="Straight Connector 3">
              <a:extLst>
                <a:ext uri="{FF2B5EF4-FFF2-40B4-BE49-F238E27FC236}">
                  <a16:creationId xmlns:a16="http://schemas.microsoft.com/office/drawing/2014/main" id="{4D3DB411-6C42-4F8A-9558-82CFD4A41F9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29000" y="1813764"/>
              <a:ext cx="4277747" cy="0"/>
            </a:xfrm>
            <a:prstGeom prst="lin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4555" name="TextBox 4">
              <a:extLst>
                <a:ext uri="{FF2B5EF4-FFF2-40B4-BE49-F238E27FC236}">
                  <a16:creationId xmlns:a16="http://schemas.microsoft.com/office/drawing/2014/main" id="{66397E50-5A12-4FC7-85A6-FD744CA722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1300" y="1328319"/>
              <a:ext cx="3321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rgbClr val="FF0000"/>
                  </a:solidFill>
                  <a:latin typeface="Verdana" panose="020B0604030504040204" pitchFamily="34" charset="0"/>
                </a:rPr>
                <a:t>0</a:t>
              </a:r>
              <a:endParaRPr lang="en-MY" altLang="en-US">
                <a:solidFill>
                  <a:srgbClr val="FF0000"/>
                </a:solidFill>
                <a:latin typeface="Verdana" panose="020B0604030504040204" pitchFamily="34" charset="0"/>
              </a:endParaRPr>
            </a:p>
          </p:txBody>
        </p:sp>
      </p:grpSp>
      <p:sp>
        <p:nvSpPr>
          <p:cNvPr id="67" name="Text Box 35">
            <a:extLst>
              <a:ext uri="{FF2B5EF4-FFF2-40B4-BE49-F238E27FC236}">
                <a16:creationId xmlns:a16="http://schemas.microsoft.com/office/drawing/2014/main" id="{D716A40B-CA31-4394-ADDD-1658F69C5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2650" y="5822950"/>
            <a:ext cx="14795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None/>
            </a:pPr>
            <a:r>
              <a:rPr lang="en-GB" altLang="en-US" sz="2000" b="1">
                <a:solidFill>
                  <a:srgbClr val="00B0F0"/>
                </a:solidFill>
                <a:latin typeface="Times New Roman" panose="02020603050405020304" pitchFamily="18" charset="0"/>
              </a:rPr>
              <a:t>4</a:t>
            </a:r>
            <a:r>
              <a:rPr lang="en-GB" altLang="en-US" sz="2000" b="1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GB" altLang="en-US" sz="2000" b="1">
                <a:solidFill>
                  <a:srgbClr val="00B0F0"/>
                </a:solidFill>
                <a:latin typeface="Times New Roman" panose="02020603050405020304" pitchFamily="18" charset="0"/>
              </a:rPr>
              <a:t>INPUTS</a:t>
            </a:r>
          </a:p>
        </p:txBody>
      </p:sp>
      <p:sp>
        <p:nvSpPr>
          <p:cNvPr id="68" name="Text Box 36">
            <a:extLst>
              <a:ext uri="{FF2B5EF4-FFF2-40B4-BE49-F238E27FC236}">
                <a16:creationId xmlns:a16="http://schemas.microsoft.com/office/drawing/2014/main" id="{65450D6A-933C-4AF5-AC85-F70CDDF72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9950" y="6192838"/>
            <a:ext cx="17208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10000"/>
              </a:lnSpc>
              <a:spcBef>
                <a:spcPct val="30000"/>
              </a:spcBef>
              <a:spcAft>
                <a:spcPct val="20000"/>
              </a:spcAft>
              <a:buChar char="•"/>
              <a:defRPr>
                <a:solidFill>
                  <a:srgbClr val="004D75"/>
                </a:solidFill>
                <a:latin typeface="Verdana" panose="020B060403050404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Char char="–"/>
              <a:defRPr sz="1500">
                <a:solidFill>
                  <a:srgbClr val="004D75"/>
                </a:solidFill>
                <a:latin typeface="Verdana" panose="020B060403050404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•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–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har char="»"/>
              <a:defRPr sz="1200">
                <a:solidFill>
                  <a:srgbClr val="004D75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None/>
            </a:pPr>
            <a:r>
              <a:rPr lang="en-GB" altLang="en-US" sz="2000" b="1">
                <a:solidFill>
                  <a:srgbClr val="00B0F0"/>
                </a:solidFill>
                <a:latin typeface="Times New Roman" panose="02020603050405020304" pitchFamily="18" charset="0"/>
              </a:rPr>
              <a:t>3 OUTPUTS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18AA8-F580-4D53-B979-55F8D4F65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6169025"/>
            <a:ext cx="6746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  <a:latin typeface="Verdana" panose="020B0604030504040204" pitchFamily="34" charset="0"/>
              </a:rPr>
              <a:t>YES</a:t>
            </a:r>
            <a:endParaRPr lang="en-MY" altLang="en-US" b="1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68" grpId="0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7FC8FD73-D156-43F0-81F0-6E1C6A7162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331" y="685800"/>
            <a:ext cx="7845425" cy="498598"/>
          </a:xfrm>
        </p:spPr>
        <p:txBody>
          <a:bodyPr wrap="square" lIns="0" tIns="0" rIns="0" bIns="0">
            <a:spAutoFit/>
          </a:bodyPr>
          <a:lstStyle/>
          <a:p>
            <a:pPr marL="12700" eaLnBrk="1" fontAlgn="auto" hangingPunct="1">
              <a:spcAft>
                <a:spcPts val="0"/>
              </a:spcAft>
              <a:tabLst>
                <a:tab pos="2454910" algn="l"/>
                <a:tab pos="3209925" algn="l"/>
              </a:tabLst>
              <a:defRPr/>
            </a:pPr>
            <a:r>
              <a:rPr sz="3600" b="1" spc="-5" dirty="0">
                <a:latin typeface="Times New Roman"/>
                <a:cs typeface="Times New Roman"/>
              </a:rPr>
              <a:t>Guidelines</a:t>
            </a:r>
            <a:r>
              <a:rPr lang="en-US" sz="3600" b="1" spc="-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for</a:t>
            </a:r>
            <a:r>
              <a:rPr lang="en-US" sz="3600" b="1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Drawing</a:t>
            </a:r>
            <a:r>
              <a:rPr sz="3600" b="1" spc="-85" dirty="0">
                <a:latin typeface="Times New Roman"/>
                <a:cs typeface="Times New Roman"/>
              </a:rPr>
              <a:t> </a:t>
            </a:r>
            <a:r>
              <a:rPr sz="3600" b="1" spc="-5" dirty="0">
                <a:latin typeface="Times New Roman"/>
                <a:cs typeface="Times New Roman"/>
              </a:rPr>
              <a:t>DFDs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E226BB6-DFB0-4F9F-BED1-530F4D296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spAutoFit/>
          </a:bodyPr>
          <a:lstStyle/>
          <a:p>
            <a:pPr marL="25400">
              <a:lnSpc>
                <a:spcPts val="1105"/>
              </a:lnSpc>
              <a:defRPr/>
            </a:pPr>
            <a:fld id="{9B66537E-8EDF-4621-AE27-6061ABADA74D}" type="slidenum">
              <a:rPr spc="-5" dirty="0"/>
              <a:pPr marL="25400">
                <a:lnSpc>
                  <a:spcPts val="1105"/>
                </a:lnSpc>
                <a:defRPr/>
              </a:pPr>
              <a:t>34</a:t>
            </a:fld>
            <a:endParaRPr spc="-5" dirty="0"/>
          </a:p>
        </p:txBody>
      </p:sp>
      <p:sp>
        <p:nvSpPr>
          <p:cNvPr id="65540" name="object 7">
            <a:extLst>
              <a:ext uri="{FF2B5EF4-FFF2-40B4-BE49-F238E27FC236}">
                <a16:creationId xmlns:a16="http://schemas.microsoft.com/office/drawing/2014/main" id="{B3098444-54EA-4235-ABD5-022BF3A7F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593850"/>
            <a:ext cx="7732713" cy="575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54013" indent="-341313">
              <a:tabLst>
                <a:tab pos="355600" algn="l"/>
              </a:tabLs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1pPr>
            <a:lvl2pPr marL="755650" indent="-285750">
              <a:tabLst>
                <a:tab pos="355600" algn="l"/>
              </a:tabLs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2pPr>
            <a:lvl3pPr marL="1143000" indent="-228600">
              <a:tabLst>
                <a:tab pos="355600" algn="l"/>
              </a:tabLs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3pPr>
            <a:lvl4pPr marL="1600200" indent="-228600">
              <a:tabLst>
                <a:tab pos="355600" algn="l"/>
              </a:tabLs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4pPr>
            <a:lvl5pPr marL="2057400" indent="-228600">
              <a:tabLst>
                <a:tab pos="355600" algn="l"/>
              </a:tabLs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</a:tabLst>
              <a:defRPr>
                <a:solidFill>
                  <a:schemeClr val="tx1"/>
                </a:solidFill>
                <a:latin typeface="Rockwell" panose="02060603020205020403" pitchFamily="18" charset="0"/>
              </a:defRPr>
            </a:lvl9pPr>
          </a:lstStyle>
          <a:p>
            <a:pPr eaLnBrk="1" hangingPunct="1">
              <a:buClr>
                <a:srgbClr val="B1B1B1"/>
              </a:buClr>
              <a:buSzPct val="89000"/>
              <a:buFont typeface="Wingdings" panose="05000000000000000000" pitchFamily="2" charset="2"/>
              <a:buChar char=""/>
            </a:pPr>
            <a:r>
              <a:rPr lang="en-US" altLang="en-US" sz="2800" b="1" dirty="0">
                <a:latin typeface="Arial" panose="020B0604020202020204" pitchFamily="34" charset="0"/>
              </a:rPr>
              <a:t>Completeness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ts val="2813"/>
              </a:lnSpc>
              <a:spcBef>
                <a:spcPts val="675"/>
              </a:spcBef>
              <a:buClr>
                <a:srgbClr val="CCCC99"/>
              </a:buClr>
              <a:buSzPct val="75000"/>
              <a:buFont typeface="Wingdings" panose="05000000000000000000" pitchFamily="2" charset="2"/>
              <a:buChar char=""/>
            </a:pPr>
            <a:r>
              <a:rPr lang="en-US" altLang="en-US" sz="2400" dirty="0">
                <a:latin typeface="Arial" panose="020B0604020202020204" pitchFamily="34" charset="0"/>
              </a:rPr>
              <a:t>DFD must include all components necessary  for system.</a:t>
            </a:r>
          </a:p>
          <a:p>
            <a:pPr lvl="1" eaLnBrk="1" hangingPunct="1">
              <a:lnSpc>
                <a:spcPts val="2963"/>
              </a:lnSpc>
              <a:spcBef>
                <a:spcPts val="275"/>
              </a:spcBef>
              <a:buClr>
                <a:srgbClr val="CCCC99"/>
              </a:buClr>
              <a:buSzPct val="75000"/>
              <a:buFont typeface="Wingdings" panose="05000000000000000000" pitchFamily="2" charset="2"/>
              <a:buChar char=""/>
            </a:pPr>
            <a:r>
              <a:rPr lang="en-US" altLang="en-US" sz="2400" dirty="0">
                <a:latin typeface="Arial" panose="020B0604020202020204" pitchFamily="34" charset="0"/>
              </a:rPr>
              <a:t>Each component must be fully described in</a:t>
            </a:r>
          </a:p>
          <a:p>
            <a:pPr algn="ctr" eaLnBrk="1" hangingPunct="1">
              <a:lnSpc>
                <a:spcPts val="2963"/>
              </a:lnSpc>
            </a:pPr>
            <a:r>
              <a:rPr lang="en-US" altLang="en-US" sz="2400" dirty="0">
                <a:latin typeface="Arial" panose="020B0604020202020204" pitchFamily="34" charset="0"/>
              </a:rPr>
              <a:t>the project dictionary or CASE repository.</a:t>
            </a:r>
          </a:p>
          <a:p>
            <a:pPr eaLnBrk="1" hangingPunct="1">
              <a:spcBef>
                <a:spcPts val="325"/>
              </a:spcBef>
              <a:buClr>
                <a:srgbClr val="B1B1B1"/>
              </a:buClr>
              <a:buSzPct val="89000"/>
              <a:buFont typeface="Wingdings" panose="05000000000000000000" pitchFamily="2" charset="2"/>
              <a:buChar char=""/>
            </a:pPr>
            <a:r>
              <a:rPr lang="en-US" altLang="en-US" sz="2800" b="1" dirty="0">
                <a:latin typeface="Arial" panose="020B0604020202020204" pitchFamily="34" charset="0"/>
              </a:rPr>
              <a:t>Consistency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lvl="1" eaLnBrk="1" hangingPunct="1">
              <a:lnSpc>
                <a:spcPts val="2813"/>
              </a:lnSpc>
              <a:spcBef>
                <a:spcPts val="675"/>
              </a:spcBef>
              <a:buClr>
                <a:srgbClr val="CCCC99"/>
              </a:buClr>
              <a:buSzPct val="75000"/>
              <a:buFont typeface="Wingdings" panose="05000000000000000000" pitchFamily="2" charset="2"/>
              <a:buChar char=""/>
            </a:pPr>
            <a:r>
              <a:rPr lang="en-US" altLang="en-US" sz="2400" dirty="0">
                <a:latin typeface="Arial" panose="020B0604020202020204" pitchFamily="34" charset="0"/>
              </a:rPr>
              <a:t>The extent to which information contained on  one level of a set of nested DFDs is also  included on other levels.</a:t>
            </a:r>
          </a:p>
          <a:p>
            <a:pPr eaLnBrk="1" fontAlgn="auto" hangingPunct="1">
              <a:spcBef>
                <a:spcPts val="325"/>
              </a:spcBef>
              <a:spcAft>
                <a:spcPts val="0"/>
              </a:spcAft>
              <a:buClr>
                <a:srgbClr val="B1B1B1"/>
              </a:buClr>
              <a:buSzPct val="89000"/>
              <a:buFont typeface="Wingdings" panose="05000000000000000000" pitchFamily="2" charset="2"/>
              <a:buChar char=""/>
              <a:defRPr/>
            </a:pPr>
            <a:r>
              <a:rPr lang="en-US" altLang="en-US" sz="2800" b="1" dirty="0">
                <a:latin typeface="Arial" panose="020B0604020202020204" pitchFamily="34" charset="0"/>
              </a:rPr>
              <a:t>Iterative Development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lvl="1" eaLnBrk="1" fontAlgn="auto" hangingPunct="1">
              <a:lnSpc>
                <a:spcPct val="90000"/>
              </a:lnSpc>
              <a:spcBef>
                <a:spcPts val="625"/>
              </a:spcBef>
              <a:spcAft>
                <a:spcPts val="0"/>
              </a:spcAft>
              <a:buClr>
                <a:srgbClr val="CCCC99"/>
              </a:buClr>
              <a:buSzPct val="75000"/>
              <a:buFont typeface="Wingdings" panose="05000000000000000000" pitchFamily="2" charset="2"/>
              <a:buChar char=""/>
              <a:defRPr/>
            </a:pPr>
            <a:r>
              <a:rPr lang="en-US" altLang="en-US" sz="2400" dirty="0">
                <a:latin typeface="Arial" panose="020B0604020202020204" pitchFamily="34" charset="0"/>
              </a:rPr>
              <a:t>Analyst should expect to redraw diagram  several times before reaching the closest  approximation to the system being modeled.</a:t>
            </a:r>
          </a:p>
          <a:p>
            <a:pPr lvl="1" eaLnBrk="1" hangingPunct="1">
              <a:lnSpc>
                <a:spcPts val="2813"/>
              </a:lnSpc>
              <a:spcBef>
                <a:spcPts val="675"/>
              </a:spcBef>
              <a:buClr>
                <a:srgbClr val="CCCC99"/>
              </a:buClr>
              <a:buSzPct val="75000"/>
              <a:buFont typeface="Wingdings" panose="05000000000000000000" pitchFamily="2" charset="2"/>
              <a:buChar char=""/>
            </a:pPr>
            <a:endParaRPr lang="en-US" altLang="en-US" sz="26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AB3489FA-833C-4F35-82CD-E1E749439F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673100"/>
            <a:ext cx="7886700" cy="709613"/>
          </a:xfrm>
        </p:spPr>
        <p:txBody>
          <a:bodyPr lIns="0" tIns="199644" rIns="0" bIns="0">
            <a:spAutoFit/>
          </a:bodyPr>
          <a:lstStyle/>
          <a:p>
            <a:pPr marL="248285" eaLnBrk="1" fontAlgn="auto" hangingPunct="1">
              <a:spcAft>
                <a:spcPts val="0"/>
              </a:spcAft>
              <a:defRPr/>
            </a:pPr>
            <a:r>
              <a:rPr spc="-5" dirty="0"/>
              <a:t>Su</a:t>
            </a:r>
            <a:r>
              <a:rPr dirty="0"/>
              <a:t>mmary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62B1376-8DEC-41BA-9AA5-4EA4F90F0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spAutoFit/>
          </a:bodyPr>
          <a:lstStyle/>
          <a:p>
            <a:pPr marL="25400">
              <a:lnSpc>
                <a:spcPts val="1105"/>
              </a:lnSpc>
              <a:defRPr/>
            </a:pPr>
            <a:fld id="{FB9C8E45-3622-4C57-A4CE-E02E0783A716}" type="slidenum">
              <a:rPr spc="-5" dirty="0"/>
              <a:pPr marL="25400">
                <a:lnSpc>
                  <a:spcPts val="1105"/>
                </a:lnSpc>
                <a:defRPr/>
              </a:pPr>
              <a:t>35</a:t>
            </a:fld>
            <a:endParaRPr spc="-5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8609E8-3691-4520-9E4F-AF237EDD8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 rtlCol="0">
            <a:noAutofit/>
          </a:bodyPr>
          <a:lstStyle/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b="1" dirty="0"/>
              <a:t>Data Flow Diagram </a:t>
            </a:r>
            <a:r>
              <a:rPr lang="en-US" dirty="0"/>
              <a:t>– four components (</a:t>
            </a:r>
            <a:r>
              <a:rPr lang="en-US" dirty="0">
                <a:solidFill>
                  <a:srgbClr val="FF0000"/>
                </a:solidFill>
              </a:rPr>
              <a:t>processes, external entities, data flows, and data stores</a:t>
            </a:r>
            <a:r>
              <a:rPr lang="en-US" dirty="0"/>
              <a:t>).</a:t>
            </a: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dirty="0"/>
              <a:t>Every set of DFDs starts with a </a:t>
            </a:r>
            <a:r>
              <a:rPr lang="en-US" dirty="0">
                <a:solidFill>
                  <a:srgbClr val="FF0000"/>
                </a:solidFill>
              </a:rPr>
              <a:t>context diagram</a:t>
            </a:r>
            <a:r>
              <a:rPr lang="en-US" dirty="0"/>
              <a:t>.</a:t>
            </a: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</a:rPr>
              <a:t>DFD Leveling</a:t>
            </a:r>
            <a:r>
              <a:rPr lang="en-US" dirty="0"/>
              <a:t> is the process of </a:t>
            </a:r>
            <a:r>
              <a:rPr lang="en-US" altLang="en-US" dirty="0"/>
              <a:t>decompose DFDs into lower-level diagrams </a:t>
            </a:r>
            <a:r>
              <a:rPr lang="en-US" dirty="0"/>
              <a:t>to show increasing detail.</a:t>
            </a: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</a:rPr>
              <a:t>DFD Balancing</a:t>
            </a:r>
            <a:r>
              <a:rPr lang="en-US" dirty="0"/>
              <a:t> ensures consistency of data flows between a process and its decomposition at the next level.</a:t>
            </a: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dirty="0"/>
              <a:t>The set of DFDs are </a:t>
            </a:r>
            <a:r>
              <a:rPr lang="en-US" dirty="0">
                <a:solidFill>
                  <a:srgbClr val="FF0000"/>
                </a:solidFill>
              </a:rPr>
              <a:t>validated</a:t>
            </a:r>
            <a:r>
              <a:rPr lang="en-US" dirty="0"/>
              <a:t> to make sure that they are complete and correct and contain no errors.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85725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Freeform 3"/>
          <p:cNvSpPr/>
          <p:nvPr/>
        </p:nvSpPr>
        <p:spPr>
          <a:xfrm rot="-10580377">
            <a:off x="4703570" y="-3797732"/>
            <a:ext cx="12018192" cy="12332100"/>
          </a:xfrm>
          <a:custGeom>
            <a:avLst/>
            <a:gdLst/>
            <a:ahLst/>
            <a:cxnLst/>
            <a:rect l="l" t="t" r="r" b="b"/>
            <a:pathLst>
              <a:path w="24036383" h="24664199">
                <a:moveTo>
                  <a:pt x="0" y="0"/>
                </a:moveTo>
                <a:lnTo>
                  <a:pt x="24036383" y="0"/>
                </a:lnTo>
                <a:lnTo>
                  <a:pt x="24036383" y="24664198"/>
                </a:lnTo>
                <a:lnTo>
                  <a:pt x="0" y="246641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 flipH="1">
            <a:off x="-2127077" y="4595281"/>
            <a:ext cx="5940797" cy="1782239"/>
          </a:xfrm>
          <a:custGeom>
            <a:avLst/>
            <a:gdLst/>
            <a:ahLst/>
            <a:cxnLst/>
            <a:rect l="l" t="t" r="r" b="b"/>
            <a:pathLst>
              <a:path w="11881594" h="3564478">
                <a:moveTo>
                  <a:pt x="11881594" y="0"/>
                </a:moveTo>
                <a:lnTo>
                  <a:pt x="0" y="0"/>
                </a:lnTo>
                <a:lnTo>
                  <a:pt x="0" y="3564478"/>
                </a:lnTo>
                <a:lnTo>
                  <a:pt x="11881594" y="3564478"/>
                </a:lnTo>
                <a:lnTo>
                  <a:pt x="1188159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Freeform 5"/>
          <p:cNvSpPr/>
          <p:nvPr/>
        </p:nvSpPr>
        <p:spPr>
          <a:xfrm>
            <a:off x="1" y="3052232"/>
            <a:ext cx="2625394" cy="2948520"/>
          </a:xfrm>
          <a:custGeom>
            <a:avLst/>
            <a:gdLst/>
            <a:ahLst/>
            <a:cxnLst/>
            <a:rect l="l" t="t" r="r" b="b"/>
            <a:pathLst>
              <a:path w="5250788" h="5897039">
                <a:moveTo>
                  <a:pt x="0" y="0"/>
                </a:moveTo>
                <a:lnTo>
                  <a:pt x="5250788" y="0"/>
                </a:lnTo>
                <a:lnTo>
                  <a:pt x="5250788" y="5897039"/>
                </a:lnTo>
                <a:lnTo>
                  <a:pt x="0" y="58970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3000"/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6" name="Freeform 6"/>
          <p:cNvSpPr/>
          <p:nvPr/>
        </p:nvSpPr>
        <p:spPr>
          <a:xfrm>
            <a:off x="2748438" y="2396938"/>
            <a:ext cx="3359312" cy="2057400"/>
          </a:xfrm>
          <a:custGeom>
            <a:avLst/>
            <a:gdLst/>
            <a:ahLst/>
            <a:cxnLst/>
            <a:rect l="l" t="t" r="r" b="b"/>
            <a:pathLst>
              <a:path w="6718623" h="4114800">
                <a:moveTo>
                  <a:pt x="0" y="0"/>
                </a:moveTo>
                <a:lnTo>
                  <a:pt x="6718622" y="0"/>
                </a:lnTo>
                <a:lnTo>
                  <a:pt x="67186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7" name="Freeform 7"/>
          <p:cNvSpPr/>
          <p:nvPr/>
        </p:nvSpPr>
        <p:spPr>
          <a:xfrm>
            <a:off x="2029915" y="2226966"/>
            <a:ext cx="1131606" cy="1370888"/>
          </a:xfrm>
          <a:custGeom>
            <a:avLst/>
            <a:gdLst/>
            <a:ahLst/>
            <a:cxnLst/>
            <a:rect l="l" t="t" r="r" b="b"/>
            <a:pathLst>
              <a:path w="2263211" h="2741775">
                <a:moveTo>
                  <a:pt x="0" y="0"/>
                </a:moveTo>
                <a:lnTo>
                  <a:pt x="2263211" y="0"/>
                </a:lnTo>
                <a:lnTo>
                  <a:pt x="2263211" y="2741776"/>
                </a:lnTo>
                <a:lnTo>
                  <a:pt x="0" y="27417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Freeform 8"/>
          <p:cNvSpPr/>
          <p:nvPr/>
        </p:nvSpPr>
        <p:spPr>
          <a:xfrm>
            <a:off x="5493363" y="3597854"/>
            <a:ext cx="932290" cy="1294848"/>
          </a:xfrm>
          <a:custGeom>
            <a:avLst/>
            <a:gdLst/>
            <a:ahLst/>
            <a:cxnLst/>
            <a:rect l="l" t="t" r="r" b="b"/>
            <a:pathLst>
              <a:path w="1864579" h="2589694">
                <a:moveTo>
                  <a:pt x="0" y="0"/>
                </a:moveTo>
                <a:lnTo>
                  <a:pt x="1864580" y="0"/>
                </a:lnTo>
                <a:lnTo>
                  <a:pt x="1864580" y="2589693"/>
                </a:lnTo>
                <a:lnTo>
                  <a:pt x="0" y="25896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9" name="TextBox 9"/>
          <p:cNvSpPr txBox="1"/>
          <p:nvPr/>
        </p:nvSpPr>
        <p:spPr>
          <a:xfrm>
            <a:off x="3364889" y="2974323"/>
            <a:ext cx="2128474" cy="94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4"/>
              </a:lnSpc>
            </a:pPr>
            <a:r>
              <a:rPr lang="en-US" sz="3651" dirty="0">
                <a:solidFill>
                  <a:srgbClr val="000000"/>
                </a:solidFill>
                <a:latin typeface="Paytone One Bold"/>
              </a:rPr>
              <a:t>Question Time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  <p:tag name="POINTS" val="1"/>
  <p:tag name="TIME" val="15"/>
  <p:tag name="QUES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  <p:tag name="QUESTION" val="1"/>
  <p:tag name="TYPE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  <p:tag name="QUESTION" val="1"/>
  <p:tag name="TYPE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  <p:tag name="QUESTION" val="1"/>
  <p:tag name="TYPE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  <p:tag name="POINTS" val="1"/>
  <p:tag name="TIME" val="15"/>
  <p:tag name="QUESTION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  <p:tag name="QUESTION" val="1"/>
  <p:tag name="TYPE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000" b="0" i="0" u="none" strike="noStrike" cap="none" normalizeH="0" baseline="0" smtClean="0">
            <a:ln>
              <a:noFill/>
            </a:ln>
            <a:solidFill>
              <a:srgbClr val="004D75"/>
            </a:solidFill>
            <a:effectLst/>
            <a:latin typeface="Verdana" pitchFamily="34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000" b="0" i="0" u="none" strike="noStrike" cap="none" normalizeH="0" baseline="0" smtClean="0">
            <a:ln>
              <a:noFill/>
            </a:ln>
            <a:solidFill>
              <a:srgbClr val="004D75"/>
            </a:solidFill>
            <a:effectLst/>
            <a:latin typeface="Verdana" pitchFamily="34" charset="0"/>
            <a:cs typeface="Arial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EE190EC47C3646B3B75441771ECE24" ma:contentTypeVersion="10" ma:contentTypeDescription="Create a new document." ma:contentTypeScope="" ma:versionID="d213bd25f16a5f70b8516fe891d4082d">
  <xsd:schema xmlns:xsd="http://www.w3.org/2001/XMLSchema" xmlns:xs="http://www.w3.org/2001/XMLSchema" xmlns:p="http://schemas.microsoft.com/office/2006/metadata/properties" xmlns:ns3="004b1a65-5906-45b5-aebc-40e07deae0da" targetNamespace="http://schemas.microsoft.com/office/2006/metadata/properties" ma:root="true" ma:fieldsID="e01d3705280bd06716e815dc64edccb6" ns3:_="">
    <xsd:import namespace="004b1a65-5906-45b5-aebc-40e07deae0d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4b1a65-5906-45b5-aebc-40e07deae0d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04b1a65-5906-45b5-aebc-40e07deae0d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DF4B23-F305-4CFF-A30D-BDAC3E6AEB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4b1a65-5906-45b5-aebc-40e07deae0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519748-9955-4317-BCFD-F84E07DC2074}">
  <ds:schemaRefs>
    <ds:schemaRef ds:uri="004b1a65-5906-45b5-aebc-40e07deae0da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purl.org/dc/dcmitype/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40E94FA-849C-4985-AE48-26A4F4E1440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1089</TotalTime>
  <Words>1838</Words>
  <Application>Microsoft Office PowerPoint</Application>
  <PresentationFormat>On-screen Show (4:3)</PresentationFormat>
  <Paragraphs>386</Paragraphs>
  <Slides>37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57" baseType="lpstr">
      <vt:lpstr>Microsoft JhengHei</vt:lpstr>
      <vt:lpstr>新細明體</vt:lpstr>
      <vt:lpstr>Arial</vt:lpstr>
      <vt:lpstr>Calibri</vt:lpstr>
      <vt:lpstr>標楷體</vt:lpstr>
      <vt:lpstr>Montserrat Classic</vt:lpstr>
      <vt:lpstr>Montserrat Ultra-Bold</vt:lpstr>
      <vt:lpstr>Oswald Bold</vt:lpstr>
      <vt:lpstr>Oswald Bold Italics</vt:lpstr>
      <vt:lpstr>Paytone One</vt:lpstr>
      <vt:lpstr>Paytone One Bold</vt:lpstr>
      <vt:lpstr>Rockwell</vt:lpstr>
      <vt:lpstr>Rockwell Condensed</vt:lpstr>
      <vt:lpstr>Symbol</vt:lpstr>
      <vt:lpstr>Times</vt:lpstr>
      <vt:lpstr>Times New Roman</vt:lpstr>
      <vt:lpstr>Verdana</vt:lpstr>
      <vt:lpstr>Wingdings</vt:lpstr>
      <vt:lpstr>Wood Type</vt:lpstr>
      <vt:lpstr>blank</vt:lpstr>
      <vt:lpstr>PowerPoint Presentation</vt:lpstr>
      <vt:lpstr>PowerPoint Presentation</vt:lpstr>
      <vt:lpstr>PowerPoint Presentation</vt:lpstr>
      <vt:lpstr>Process Modelling</vt:lpstr>
      <vt:lpstr>Data Flow Diagram (DFD)</vt:lpstr>
      <vt:lpstr>Four Types of DFD</vt:lpstr>
      <vt:lpstr>DFD Symbols (Gane &amp; Sarson)</vt:lpstr>
      <vt:lpstr>PowerPoint Presentation</vt:lpstr>
      <vt:lpstr>DFD Components: Processes</vt:lpstr>
      <vt:lpstr>DFD Diagramming Rules Process</vt:lpstr>
      <vt:lpstr>Logical and Physical Processes</vt:lpstr>
      <vt:lpstr>DFD Components: Data Flows</vt:lpstr>
      <vt:lpstr>DFD Diagramming Rules Data Flow</vt:lpstr>
      <vt:lpstr>Logical and Physical Data Flows</vt:lpstr>
      <vt:lpstr>DFD Components: Data Stores</vt:lpstr>
      <vt:lpstr>DFD Diagramming Rules Data Store</vt:lpstr>
      <vt:lpstr>Logical and Physical Data Stores</vt:lpstr>
      <vt:lpstr>DFD Components: External Entities</vt:lpstr>
      <vt:lpstr>DFD Diagramming Rules External Entities</vt:lpstr>
      <vt:lpstr>How to draw DFD?</vt:lpstr>
      <vt:lpstr>DFD LevelLIng &amp; Balancing</vt:lpstr>
      <vt:lpstr>PowerPoint Presentation</vt:lpstr>
      <vt:lpstr>Context Diagram</vt:lpstr>
      <vt:lpstr>Level-0 DFD</vt:lpstr>
      <vt:lpstr>Level-1 DFD</vt:lpstr>
      <vt:lpstr>When do we stop levelling?</vt:lpstr>
      <vt:lpstr>DFD Balancing</vt:lpstr>
      <vt:lpstr>DFD Balancing</vt:lpstr>
      <vt:lpstr>DFD Balancing Rules</vt:lpstr>
      <vt:lpstr>Unbalanced DFD</vt:lpstr>
      <vt:lpstr>Balanced DFD</vt:lpstr>
      <vt:lpstr>Data Flow Splitting</vt:lpstr>
      <vt:lpstr>PowerPoint Presentation</vt:lpstr>
      <vt:lpstr>PowerPoint Presentation</vt:lpstr>
      <vt:lpstr>Guidelines for Drawing DFDs</vt:lpstr>
      <vt:lpstr>Summary</vt:lpstr>
      <vt:lpstr>PowerPoint Presentation</vt:lpstr>
    </vt:vector>
  </TitlesOfParts>
  <Company>University of Massachusetts Dartmouth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Analysis and Design 5th Edition</dc:title>
  <dc:creator>Windows User</dc:creator>
  <cp:lastModifiedBy>Lim Wen-I</cp:lastModifiedBy>
  <cp:revision>79</cp:revision>
  <dcterms:created xsi:type="dcterms:W3CDTF">2011-06-16T14:45:20Z</dcterms:created>
  <dcterms:modified xsi:type="dcterms:W3CDTF">2025-10-12T12:00:27Z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0x0101004EEE190EC47C3646B3B75441771ECE24</vt:lpwstr>
  </property>
</Properties>
</file>